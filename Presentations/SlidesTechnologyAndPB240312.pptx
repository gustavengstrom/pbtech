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681" r:id="rId5"/>
  </p:sldMasterIdLst>
  <p:notesMasterIdLst>
    <p:notesMasterId r:id="rId15"/>
  </p:notesMasterIdLst>
  <p:sldIdLst>
    <p:sldId id="256" r:id="rId6"/>
    <p:sldId id="257" r:id="rId7"/>
    <p:sldId id="258" r:id="rId8"/>
    <p:sldId id="259" r:id="rId9"/>
    <p:sldId id="261" r:id="rId10"/>
    <p:sldId id="262" r:id="rId11"/>
    <p:sldId id="260" r:id="rId12"/>
    <p:sldId id="263" r:id="rId13"/>
    <p:sldId id="264" r:id="rId14"/>
  </p:sldIdLst>
  <p:sldSz cx="24382413" cy="13716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320">
          <p15:clr>
            <a:srgbClr val="A4A3A4"/>
          </p15:clr>
        </p15:guide>
        <p15:guide id="2" pos="7679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9F2E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997" autoAdjust="0"/>
    <p:restoredTop sz="94672" autoAdjust="0"/>
  </p:normalViewPr>
  <p:slideViewPr>
    <p:cSldViewPr snapToGrid="0">
      <p:cViewPr varScale="1">
        <p:scale>
          <a:sx n="39" d="100"/>
          <a:sy n="39" d="100"/>
        </p:scale>
        <p:origin x="821" y="82"/>
      </p:cViewPr>
      <p:guideLst>
        <p:guide orient="horz" pos="4320"/>
        <p:guide pos="7679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theme" Target="theme/theme1.xml"/><Relationship Id="rId3" Type="http://schemas.openxmlformats.org/officeDocument/2006/relationships/customXml" Target="../customXml/item3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5" Type="http://schemas.openxmlformats.org/officeDocument/2006/relationships/slideMaster" Target="slideMasters/slideMaster2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5.xml"/><Relationship Id="rId19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4" Type="http://schemas.openxmlformats.org/officeDocument/2006/relationships/slide" Target="slides/slide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tshållare för sidhuvud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sv-SE"/>
          </a:p>
        </p:txBody>
      </p:sp>
      <p:sp>
        <p:nvSpPr>
          <p:cNvPr id="3" name="Platshållare för datum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BCE016A-88A5-4A20-856A-E65F15AAAFF4}" type="datetimeFigureOut">
              <a:rPr lang="sv-SE" smtClean="0"/>
              <a:t>2024-03-11</a:t>
            </a:fld>
            <a:endParaRPr lang="sv-SE"/>
          </a:p>
        </p:txBody>
      </p:sp>
      <p:sp>
        <p:nvSpPr>
          <p:cNvPr id="4" name="Platshållare för bildobjekt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sv-SE"/>
          </a:p>
        </p:txBody>
      </p:sp>
      <p:sp>
        <p:nvSpPr>
          <p:cNvPr id="5" name="Platshållare för anteckninga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6" name="Platshållare för sidfot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sv-SE"/>
          </a:p>
        </p:txBody>
      </p:sp>
      <p:sp>
        <p:nvSpPr>
          <p:cNvPr id="7" name="Platshållare för bildnumm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7F24F15-4698-4A59-9826-FD2A69BD07C4}" type="slidenum">
              <a:rPr lang="sv-SE" smtClean="0"/>
              <a:t>‹#›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34331973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emf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emf"/><Relationship Id="rId4" Type="http://schemas.openxmlformats.org/officeDocument/2006/relationships/image" Target="../media/image5.emf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emf"/><Relationship Id="rId4" Type="http://schemas.openxmlformats.org/officeDocument/2006/relationships/image" Target="../media/image5.emf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emf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ubriksida, Beij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ildobjekt 15">
            <a:extLst>
              <a:ext uri="{FF2B5EF4-FFF2-40B4-BE49-F238E27FC236}">
                <a16:creationId xmlns:a16="http://schemas.microsoft.com/office/drawing/2014/main" id="{50639879-9928-4276-84F6-B7A1F1453F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413716" cy="13716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231374" y="3512921"/>
            <a:ext cx="19536425" cy="3306979"/>
          </a:xfrm>
        </p:spPr>
        <p:txBody>
          <a:bodyPr anchor="t"/>
          <a:lstStyle>
            <a:lvl1pPr algn="l">
              <a:defRPr sz="8000"/>
            </a:lvl1pPr>
          </a:lstStyle>
          <a:p>
            <a:r>
              <a:rPr lang="sv-SE"/>
              <a:t>Klicka här för att ändra format</a:t>
            </a:r>
            <a:endParaRPr lang="en-US" dirty="0"/>
          </a:p>
        </p:txBody>
      </p:sp>
      <p:pic>
        <p:nvPicPr>
          <p:cNvPr id="12" name="Bildobjekt 11">
            <a:extLst>
              <a:ext uri="{FF2B5EF4-FFF2-40B4-BE49-F238E27FC236}">
                <a16:creationId xmlns:a16="http://schemas.microsoft.com/office/drawing/2014/main" id="{235BBAF7-735D-490B-BB71-D06DB2190AF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670" y="11792042"/>
            <a:ext cx="4961649" cy="1281820"/>
          </a:xfrm>
          <a:prstGeom prst="rect">
            <a:avLst/>
          </a:prstGeom>
        </p:spPr>
      </p:pic>
      <p:sp>
        <p:nvSpPr>
          <p:cNvPr id="17" name="Subtitle 2">
            <a:extLst>
              <a:ext uri="{FF2B5EF4-FFF2-40B4-BE49-F238E27FC236}">
                <a16:creationId xmlns:a16="http://schemas.microsoft.com/office/drawing/2014/main" id="{580874CD-1E78-4E3E-9428-AB7770A0D14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231374" y="9228829"/>
            <a:ext cx="19536425" cy="1433738"/>
          </a:xfrm>
        </p:spPr>
        <p:txBody>
          <a:bodyPr/>
          <a:lstStyle>
            <a:lvl1pPr marL="0" indent="0" algn="l">
              <a:buNone/>
              <a:defRPr sz="2600" spc="130" baseline="0"/>
            </a:lvl1pPr>
            <a:lvl2pPr marL="914354" indent="0" algn="ctr">
              <a:buNone/>
              <a:defRPr sz="4000"/>
            </a:lvl2pPr>
            <a:lvl3pPr marL="1828709" indent="0" algn="ctr">
              <a:buNone/>
              <a:defRPr sz="3600"/>
            </a:lvl3pPr>
            <a:lvl4pPr marL="2743063" indent="0" algn="ctr">
              <a:buNone/>
              <a:defRPr sz="3200"/>
            </a:lvl4pPr>
            <a:lvl5pPr marL="3657417" indent="0" algn="ctr">
              <a:buNone/>
              <a:defRPr sz="3200"/>
            </a:lvl5pPr>
            <a:lvl6pPr marL="4571771" indent="0" algn="ctr">
              <a:buNone/>
              <a:defRPr sz="3200"/>
            </a:lvl6pPr>
            <a:lvl7pPr marL="5486126" indent="0" algn="ctr">
              <a:buNone/>
              <a:defRPr sz="3200"/>
            </a:lvl7pPr>
            <a:lvl8pPr marL="6400480" indent="0" algn="ctr">
              <a:buNone/>
              <a:defRPr sz="3200"/>
            </a:lvl8pPr>
            <a:lvl9pPr marL="7314834" indent="0" algn="ctr">
              <a:buNone/>
              <a:defRPr sz="3200"/>
            </a:lvl9pPr>
          </a:lstStyle>
          <a:p>
            <a:r>
              <a:rPr lang="sv-SE"/>
              <a:t>Name of the Event</a:t>
            </a:r>
            <a:endParaRPr lang="en-US" dirty="0"/>
          </a:p>
        </p:txBody>
      </p:sp>
      <p:sp>
        <p:nvSpPr>
          <p:cNvPr id="18" name="Platshållare för datum 10">
            <a:extLst>
              <a:ext uri="{FF2B5EF4-FFF2-40B4-BE49-F238E27FC236}">
                <a16:creationId xmlns:a16="http://schemas.microsoft.com/office/drawing/2014/main" id="{C33B8CF9-FEEC-4AD4-9D48-B005B9D39DE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7899" y="8352967"/>
            <a:ext cx="5486400" cy="73025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2600" spc="150" baseline="0">
                <a:solidFill>
                  <a:schemeClr val="tx2"/>
                </a:solidFill>
              </a:defRPr>
            </a:lvl1pPr>
          </a:lstStyle>
          <a:p>
            <a:fld id="{628A2FC5-2FA7-4770-A32E-ADB0A4CD6EB2}" type="datetime1">
              <a:rPr lang="sv-SE" smtClean="0"/>
              <a:pPr/>
              <a:t>2024-03-11</a:t>
            </a:fld>
            <a:endParaRPr lang="sv-SE"/>
          </a:p>
        </p:txBody>
      </p:sp>
      <p:sp>
        <p:nvSpPr>
          <p:cNvPr id="19" name="Platshållare för text 13">
            <a:extLst>
              <a:ext uri="{FF2B5EF4-FFF2-40B4-BE49-F238E27FC236}">
                <a16:creationId xmlns:a16="http://schemas.microsoft.com/office/drawing/2014/main" id="{F5281311-CDE0-4163-90AC-446F597C62D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220686" y="1877560"/>
            <a:ext cx="19547114" cy="930955"/>
          </a:xfrm>
        </p:spPr>
        <p:txBody>
          <a:bodyPr anchor="b"/>
          <a:lstStyle>
            <a:lvl1pPr marL="0" indent="0">
              <a:buFontTx/>
              <a:buNone/>
              <a:defRPr lang="en-US" sz="4000" b="0" i="0" u="none" strike="noStrike" spc="100" baseline="0" smtClean="0"/>
            </a:lvl1pPr>
          </a:lstStyle>
          <a:p>
            <a:pPr lvl="0"/>
            <a:r>
              <a:rPr lang="en-US" sz="3300" b="0" i="0" u="none" strike="noStrike" baseline="0">
                <a:latin typeface="ArialMT"/>
              </a:rPr>
              <a:t>Beijer Institute of Ecological Economics</a:t>
            </a:r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1820696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ubriksida, Beijer, GED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ildobjekt 15">
            <a:extLst>
              <a:ext uri="{FF2B5EF4-FFF2-40B4-BE49-F238E27FC236}">
                <a16:creationId xmlns:a16="http://schemas.microsoft.com/office/drawing/2014/main" id="{50639879-9928-4276-84F6-B7A1F1453F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413716" cy="13716000"/>
          </a:xfrm>
          <a:prstGeom prst="rect">
            <a:avLst/>
          </a:prstGeom>
        </p:spPr>
      </p:pic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2231374" y="9228829"/>
            <a:ext cx="19536425" cy="1433738"/>
          </a:xfrm>
        </p:spPr>
        <p:txBody>
          <a:bodyPr/>
          <a:lstStyle>
            <a:lvl1pPr marL="0" indent="0" algn="l">
              <a:buNone/>
              <a:defRPr sz="2600" spc="130" baseline="0"/>
            </a:lvl1pPr>
            <a:lvl2pPr marL="914354" indent="0" algn="ctr">
              <a:buNone/>
              <a:defRPr sz="4000"/>
            </a:lvl2pPr>
            <a:lvl3pPr marL="1828709" indent="0" algn="ctr">
              <a:buNone/>
              <a:defRPr sz="3600"/>
            </a:lvl3pPr>
            <a:lvl4pPr marL="2743063" indent="0" algn="ctr">
              <a:buNone/>
              <a:defRPr sz="3200"/>
            </a:lvl4pPr>
            <a:lvl5pPr marL="3657417" indent="0" algn="ctr">
              <a:buNone/>
              <a:defRPr sz="3200"/>
            </a:lvl5pPr>
            <a:lvl6pPr marL="4571771" indent="0" algn="ctr">
              <a:buNone/>
              <a:defRPr sz="3200"/>
            </a:lvl6pPr>
            <a:lvl7pPr marL="5486126" indent="0" algn="ctr">
              <a:buNone/>
              <a:defRPr sz="3200"/>
            </a:lvl7pPr>
            <a:lvl8pPr marL="6400480" indent="0" algn="ctr">
              <a:buNone/>
              <a:defRPr sz="3200"/>
            </a:lvl8pPr>
            <a:lvl9pPr marL="7314834" indent="0" algn="ctr">
              <a:buNone/>
              <a:defRPr sz="3200"/>
            </a:lvl9pPr>
          </a:lstStyle>
          <a:p>
            <a:r>
              <a:rPr lang="sv-SE"/>
              <a:t>Name of the Event</a:t>
            </a:r>
            <a:endParaRPr lang="en-US" dirty="0"/>
          </a:p>
        </p:txBody>
      </p:sp>
      <p:sp>
        <p:nvSpPr>
          <p:cNvPr id="10" name="Platshållare för datum 10">
            <a:extLst>
              <a:ext uri="{FF2B5EF4-FFF2-40B4-BE49-F238E27FC236}">
                <a16:creationId xmlns:a16="http://schemas.microsoft.com/office/drawing/2014/main" id="{4D47032E-1A68-42DF-8187-0EEE959B00A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7899" y="8352967"/>
            <a:ext cx="5486400" cy="73025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2600" spc="150" baseline="0">
                <a:solidFill>
                  <a:schemeClr val="tx2"/>
                </a:solidFill>
              </a:defRPr>
            </a:lvl1pPr>
          </a:lstStyle>
          <a:p>
            <a:fld id="{628A2FC5-2FA7-4770-A32E-ADB0A4CD6EB2}" type="datetime1">
              <a:rPr lang="sv-SE" smtClean="0"/>
              <a:pPr/>
              <a:t>2024-03-11</a:t>
            </a:fld>
            <a:endParaRPr lang="sv-SE"/>
          </a:p>
        </p:txBody>
      </p:sp>
      <p:pic>
        <p:nvPicPr>
          <p:cNvPr id="12" name="Bildobjekt 11">
            <a:extLst>
              <a:ext uri="{FF2B5EF4-FFF2-40B4-BE49-F238E27FC236}">
                <a16:creationId xmlns:a16="http://schemas.microsoft.com/office/drawing/2014/main" id="{235BBAF7-735D-490B-BB71-D06DB2190AF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670" y="11792042"/>
            <a:ext cx="4961649" cy="1281820"/>
          </a:xfrm>
          <a:prstGeom prst="rect">
            <a:avLst/>
          </a:prstGeom>
        </p:spPr>
      </p:pic>
      <p:pic>
        <p:nvPicPr>
          <p:cNvPr id="7" name="Bildobjekt 6">
            <a:extLst>
              <a:ext uri="{FF2B5EF4-FFF2-40B4-BE49-F238E27FC236}">
                <a16:creationId xmlns:a16="http://schemas.microsoft.com/office/drawing/2014/main" id="{1C22A2A6-7E30-41EA-8922-177BB2D96996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988187" y="12321057"/>
            <a:ext cx="3270376" cy="705752"/>
          </a:xfrm>
          <a:prstGeom prst="rect">
            <a:avLst/>
          </a:prstGeom>
        </p:spPr>
      </p:pic>
      <p:sp>
        <p:nvSpPr>
          <p:cNvPr id="9" name="Rektangel 8">
            <a:extLst>
              <a:ext uri="{FF2B5EF4-FFF2-40B4-BE49-F238E27FC236}">
                <a16:creationId xmlns:a16="http://schemas.microsoft.com/office/drawing/2014/main" id="{70020DC2-2E6B-46EF-84B0-FBE4A812C457}"/>
              </a:ext>
            </a:extLst>
          </p:cNvPr>
          <p:cNvSpPr/>
          <p:nvPr userDrawn="1"/>
        </p:nvSpPr>
        <p:spPr>
          <a:xfrm>
            <a:off x="18900801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tx2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tx2"/>
              </a:solidFill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2A24258F-D9A4-4181-8EC3-14C8886C4C7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31374" y="3512921"/>
            <a:ext cx="19536425" cy="3306979"/>
          </a:xfrm>
        </p:spPr>
        <p:txBody>
          <a:bodyPr anchor="t"/>
          <a:lstStyle>
            <a:lvl1pPr algn="l">
              <a:defRPr sz="5600"/>
            </a:lvl1pPr>
          </a:lstStyle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13" name="Platshållare för text 13">
            <a:extLst>
              <a:ext uri="{FF2B5EF4-FFF2-40B4-BE49-F238E27FC236}">
                <a16:creationId xmlns:a16="http://schemas.microsoft.com/office/drawing/2014/main" id="{71B630DD-9710-4CE2-9DE9-7BBAC6B319B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220686" y="1877560"/>
            <a:ext cx="19547114" cy="930955"/>
          </a:xfrm>
        </p:spPr>
        <p:txBody>
          <a:bodyPr anchor="b"/>
          <a:lstStyle>
            <a:lvl1pPr marL="0" indent="0">
              <a:buFontTx/>
              <a:buNone/>
              <a:defRPr lang="en-US" sz="3300" b="0" i="0" u="none" strike="noStrike" spc="100" baseline="0" smtClean="0"/>
            </a:lvl1pPr>
          </a:lstStyle>
          <a:p>
            <a:pPr lvl="0"/>
            <a:r>
              <a:rPr lang="en-US" sz="3300" b="0" i="0" u="none" strike="noStrike" baseline="0">
                <a:latin typeface="ArialMT"/>
              </a:rPr>
              <a:t>Beijer Institute of Ecological Economics</a:t>
            </a:r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173839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ubriksida, Beijer, SR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ildobjekt 15">
            <a:extLst>
              <a:ext uri="{FF2B5EF4-FFF2-40B4-BE49-F238E27FC236}">
                <a16:creationId xmlns:a16="http://schemas.microsoft.com/office/drawing/2014/main" id="{50639879-9928-4276-84F6-B7A1F1453F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413716" cy="13716000"/>
          </a:xfrm>
          <a:prstGeom prst="rect">
            <a:avLst/>
          </a:prstGeom>
        </p:spPr>
      </p:pic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2231374" y="9228829"/>
            <a:ext cx="19536425" cy="1433738"/>
          </a:xfrm>
        </p:spPr>
        <p:txBody>
          <a:bodyPr/>
          <a:lstStyle>
            <a:lvl1pPr marL="0" indent="0" algn="l">
              <a:buNone/>
              <a:defRPr sz="2600" spc="130" baseline="0"/>
            </a:lvl1pPr>
            <a:lvl2pPr marL="914354" indent="0" algn="ctr">
              <a:buNone/>
              <a:defRPr sz="4000"/>
            </a:lvl2pPr>
            <a:lvl3pPr marL="1828709" indent="0" algn="ctr">
              <a:buNone/>
              <a:defRPr sz="3600"/>
            </a:lvl3pPr>
            <a:lvl4pPr marL="2743063" indent="0" algn="ctr">
              <a:buNone/>
              <a:defRPr sz="3200"/>
            </a:lvl4pPr>
            <a:lvl5pPr marL="3657417" indent="0" algn="ctr">
              <a:buNone/>
              <a:defRPr sz="3200"/>
            </a:lvl5pPr>
            <a:lvl6pPr marL="4571771" indent="0" algn="ctr">
              <a:buNone/>
              <a:defRPr sz="3200"/>
            </a:lvl6pPr>
            <a:lvl7pPr marL="5486126" indent="0" algn="ctr">
              <a:buNone/>
              <a:defRPr sz="3200"/>
            </a:lvl7pPr>
            <a:lvl8pPr marL="6400480" indent="0" algn="ctr">
              <a:buNone/>
              <a:defRPr sz="3200"/>
            </a:lvl8pPr>
            <a:lvl9pPr marL="7314834" indent="0" algn="ctr">
              <a:buNone/>
              <a:defRPr sz="3200"/>
            </a:lvl9pPr>
          </a:lstStyle>
          <a:p>
            <a:r>
              <a:rPr lang="sv-SE"/>
              <a:t>Name of the Event</a:t>
            </a:r>
            <a:endParaRPr lang="en-US" dirty="0"/>
          </a:p>
        </p:txBody>
      </p:sp>
      <p:sp>
        <p:nvSpPr>
          <p:cNvPr id="10" name="Platshållare för datum 10">
            <a:extLst>
              <a:ext uri="{FF2B5EF4-FFF2-40B4-BE49-F238E27FC236}">
                <a16:creationId xmlns:a16="http://schemas.microsoft.com/office/drawing/2014/main" id="{4D47032E-1A68-42DF-8187-0EEE959B00A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7899" y="8352967"/>
            <a:ext cx="5486400" cy="73025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2600" spc="150" baseline="0">
                <a:solidFill>
                  <a:schemeClr val="tx2"/>
                </a:solidFill>
              </a:defRPr>
            </a:lvl1pPr>
          </a:lstStyle>
          <a:p>
            <a:fld id="{628A2FC5-2FA7-4770-A32E-ADB0A4CD6EB2}" type="datetime1">
              <a:rPr lang="sv-SE" smtClean="0"/>
              <a:pPr/>
              <a:t>2024-03-11</a:t>
            </a:fld>
            <a:endParaRPr lang="sv-SE"/>
          </a:p>
        </p:txBody>
      </p:sp>
      <p:pic>
        <p:nvPicPr>
          <p:cNvPr id="12" name="Bildobjekt 11">
            <a:extLst>
              <a:ext uri="{FF2B5EF4-FFF2-40B4-BE49-F238E27FC236}">
                <a16:creationId xmlns:a16="http://schemas.microsoft.com/office/drawing/2014/main" id="{235BBAF7-735D-490B-BB71-D06DB2190AF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670" y="11792042"/>
            <a:ext cx="4961649" cy="1281820"/>
          </a:xfrm>
          <a:prstGeom prst="rect">
            <a:avLst/>
          </a:prstGeom>
        </p:spPr>
      </p:pic>
      <p:sp>
        <p:nvSpPr>
          <p:cNvPr id="9" name="Rektangel 8">
            <a:extLst>
              <a:ext uri="{FF2B5EF4-FFF2-40B4-BE49-F238E27FC236}">
                <a16:creationId xmlns:a16="http://schemas.microsoft.com/office/drawing/2014/main" id="{70020DC2-2E6B-46EF-84B0-FBE4A812C457}"/>
              </a:ext>
            </a:extLst>
          </p:cNvPr>
          <p:cNvSpPr/>
          <p:nvPr userDrawn="1"/>
        </p:nvSpPr>
        <p:spPr>
          <a:xfrm>
            <a:off x="18032121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tx2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tx2"/>
              </a:solidFill>
            </a:endParaRPr>
          </a:p>
        </p:txBody>
      </p:sp>
      <p:pic>
        <p:nvPicPr>
          <p:cNvPr id="5" name="Bildobjekt 4">
            <a:extLst>
              <a:ext uri="{FF2B5EF4-FFF2-40B4-BE49-F238E27FC236}">
                <a16:creationId xmlns:a16="http://schemas.microsoft.com/office/drawing/2014/main" id="{CA07420C-4EDD-4471-9A08-959872BD5DD8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25259" y="12028257"/>
            <a:ext cx="4125141" cy="1046614"/>
          </a:xfrm>
          <a:prstGeom prst="rect">
            <a:avLst/>
          </a:prstGeom>
        </p:spPr>
      </p:pic>
      <p:sp>
        <p:nvSpPr>
          <p:cNvPr id="11" name="Title 1">
            <a:extLst>
              <a:ext uri="{FF2B5EF4-FFF2-40B4-BE49-F238E27FC236}">
                <a16:creationId xmlns:a16="http://schemas.microsoft.com/office/drawing/2014/main" id="{5CEFC9CA-2A79-4F8F-83BA-B74F8873E5A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31374" y="3512921"/>
            <a:ext cx="19536425" cy="3306979"/>
          </a:xfrm>
        </p:spPr>
        <p:txBody>
          <a:bodyPr anchor="t"/>
          <a:lstStyle>
            <a:lvl1pPr algn="l">
              <a:defRPr sz="5600"/>
            </a:lvl1pPr>
          </a:lstStyle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13" name="Platshållare för text 13">
            <a:extLst>
              <a:ext uri="{FF2B5EF4-FFF2-40B4-BE49-F238E27FC236}">
                <a16:creationId xmlns:a16="http://schemas.microsoft.com/office/drawing/2014/main" id="{CD5F0F40-423D-43C1-9253-8C2341891DF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220686" y="1877560"/>
            <a:ext cx="19547114" cy="930955"/>
          </a:xfrm>
        </p:spPr>
        <p:txBody>
          <a:bodyPr anchor="b"/>
          <a:lstStyle>
            <a:lvl1pPr marL="0" indent="0">
              <a:buFontTx/>
              <a:buNone/>
              <a:defRPr lang="en-US" sz="3300" b="0" i="0" u="none" strike="noStrike" spc="100" baseline="0" smtClean="0"/>
            </a:lvl1pPr>
          </a:lstStyle>
          <a:p>
            <a:pPr lvl="0"/>
            <a:r>
              <a:rPr lang="en-US" sz="3300" b="0" i="0" u="none" strike="noStrike" baseline="0">
                <a:latin typeface="ArialMT"/>
              </a:rPr>
              <a:t>Beijer Institute of Ecological Economics</a:t>
            </a:r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8101853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ubriksida, Beijer, GEDB, SR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ildobjekt 15">
            <a:extLst>
              <a:ext uri="{FF2B5EF4-FFF2-40B4-BE49-F238E27FC236}">
                <a16:creationId xmlns:a16="http://schemas.microsoft.com/office/drawing/2014/main" id="{50639879-9928-4276-84F6-B7A1F1453F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413716" cy="13716000"/>
          </a:xfrm>
          <a:prstGeom prst="rect">
            <a:avLst/>
          </a:prstGeom>
        </p:spPr>
      </p:pic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2231374" y="9228829"/>
            <a:ext cx="19536425" cy="1433738"/>
          </a:xfrm>
        </p:spPr>
        <p:txBody>
          <a:bodyPr/>
          <a:lstStyle>
            <a:lvl1pPr marL="0" indent="0" algn="l">
              <a:buNone/>
              <a:defRPr sz="2600" spc="130" baseline="0"/>
            </a:lvl1pPr>
            <a:lvl2pPr marL="914354" indent="0" algn="ctr">
              <a:buNone/>
              <a:defRPr sz="4000"/>
            </a:lvl2pPr>
            <a:lvl3pPr marL="1828709" indent="0" algn="ctr">
              <a:buNone/>
              <a:defRPr sz="3600"/>
            </a:lvl3pPr>
            <a:lvl4pPr marL="2743063" indent="0" algn="ctr">
              <a:buNone/>
              <a:defRPr sz="3200"/>
            </a:lvl4pPr>
            <a:lvl5pPr marL="3657417" indent="0" algn="ctr">
              <a:buNone/>
              <a:defRPr sz="3200"/>
            </a:lvl5pPr>
            <a:lvl6pPr marL="4571771" indent="0" algn="ctr">
              <a:buNone/>
              <a:defRPr sz="3200"/>
            </a:lvl6pPr>
            <a:lvl7pPr marL="5486126" indent="0" algn="ctr">
              <a:buNone/>
              <a:defRPr sz="3200"/>
            </a:lvl7pPr>
            <a:lvl8pPr marL="6400480" indent="0" algn="ctr">
              <a:buNone/>
              <a:defRPr sz="3200"/>
            </a:lvl8pPr>
            <a:lvl9pPr marL="7314834" indent="0" algn="ctr">
              <a:buNone/>
              <a:defRPr sz="3200"/>
            </a:lvl9pPr>
          </a:lstStyle>
          <a:p>
            <a:r>
              <a:rPr lang="sv-SE"/>
              <a:t>Name of the Event</a:t>
            </a:r>
            <a:endParaRPr lang="en-US" dirty="0"/>
          </a:p>
        </p:txBody>
      </p:sp>
      <p:sp>
        <p:nvSpPr>
          <p:cNvPr id="10" name="Platshållare för datum 10">
            <a:extLst>
              <a:ext uri="{FF2B5EF4-FFF2-40B4-BE49-F238E27FC236}">
                <a16:creationId xmlns:a16="http://schemas.microsoft.com/office/drawing/2014/main" id="{4D47032E-1A68-42DF-8187-0EEE959B00A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7899" y="8352967"/>
            <a:ext cx="5486400" cy="73025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2600" spc="150" baseline="0">
                <a:solidFill>
                  <a:schemeClr val="tx2"/>
                </a:solidFill>
              </a:defRPr>
            </a:lvl1pPr>
          </a:lstStyle>
          <a:p>
            <a:fld id="{628A2FC5-2FA7-4770-A32E-ADB0A4CD6EB2}" type="datetime1">
              <a:rPr lang="sv-SE" smtClean="0"/>
              <a:pPr/>
              <a:t>2024-03-11</a:t>
            </a:fld>
            <a:endParaRPr lang="sv-SE"/>
          </a:p>
        </p:txBody>
      </p:sp>
      <p:pic>
        <p:nvPicPr>
          <p:cNvPr id="12" name="Bildobjekt 11">
            <a:extLst>
              <a:ext uri="{FF2B5EF4-FFF2-40B4-BE49-F238E27FC236}">
                <a16:creationId xmlns:a16="http://schemas.microsoft.com/office/drawing/2014/main" id="{235BBAF7-735D-490B-BB71-D06DB2190AF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670" y="11792042"/>
            <a:ext cx="4961649" cy="1281820"/>
          </a:xfrm>
          <a:prstGeom prst="rect">
            <a:avLst/>
          </a:prstGeom>
        </p:spPr>
      </p:pic>
      <p:sp>
        <p:nvSpPr>
          <p:cNvPr id="9" name="Rektangel 8">
            <a:extLst>
              <a:ext uri="{FF2B5EF4-FFF2-40B4-BE49-F238E27FC236}">
                <a16:creationId xmlns:a16="http://schemas.microsoft.com/office/drawing/2014/main" id="{70020DC2-2E6B-46EF-84B0-FBE4A812C457}"/>
              </a:ext>
            </a:extLst>
          </p:cNvPr>
          <p:cNvSpPr/>
          <p:nvPr userDrawn="1"/>
        </p:nvSpPr>
        <p:spPr>
          <a:xfrm>
            <a:off x="13835672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tx2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tx2"/>
              </a:solidFill>
            </a:endParaRPr>
          </a:p>
        </p:txBody>
      </p:sp>
      <p:pic>
        <p:nvPicPr>
          <p:cNvPr id="5" name="Bildobjekt 4">
            <a:extLst>
              <a:ext uri="{FF2B5EF4-FFF2-40B4-BE49-F238E27FC236}">
                <a16:creationId xmlns:a16="http://schemas.microsoft.com/office/drawing/2014/main" id="{CA07420C-4EDD-4471-9A08-959872BD5DD8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25259" y="12028257"/>
            <a:ext cx="4125141" cy="1046614"/>
          </a:xfrm>
          <a:prstGeom prst="rect">
            <a:avLst/>
          </a:prstGeom>
        </p:spPr>
      </p:pic>
      <p:pic>
        <p:nvPicPr>
          <p:cNvPr id="11" name="Bildobjekt 10">
            <a:extLst>
              <a:ext uri="{FF2B5EF4-FFF2-40B4-BE49-F238E27FC236}">
                <a16:creationId xmlns:a16="http://schemas.microsoft.com/office/drawing/2014/main" id="{38BC45E1-958B-4338-AF62-BD2FE0F489C4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926330" y="12321057"/>
            <a:ext cx="3270376" cy="705752"/>
          </a:xfrm>
          <a:prstGeom prst="rect">
            <a:avLst/>
          </a:prstGeom>
        </p:spPr>
      </p:pic>
      <p:sp>
        <p:nvSpPr>
          <p:cNvPr id="13" name="Title 1">
            <a:extLst>
              <a:ext uri="{FF2B5EF4-FFF2-40B4-BE49-F238E27FC236}">
                <a16:creationId xmlns:a16="http://schemas.microsoft.com/office/drawing/2014/main" id="{65DC568A-BB56-404E-94A9-689676D2508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31374" y="3512921"/>
            <a:ext cx="19536425" cy="3306979"/>
          </a:xfrm>
        </p:spPr>
        <p:txBody>
          <a:bodyPr anchor="t"/>
          <a:lstStyle>
            <a:lvl1pPr algn="l">
              <a:defRPr sz="5600"/>
            </a:lvl1pPr>
          </a:lstStyle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15" name="Platshållare för text 13">
            <a:extLst>
              <a:ext uri="{FF2B5EF4-FFF2-40B4-BE49-F238E27FC236}">
                <a16:creationId xmlns:a16="http://schemas.microsoft.com/office/drawing/2014/main" id="{423B4CA5-0464-43DD-8556-599851517E2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220686" y="1877560"/>
            <a:ext cx="19547114" cy="930955"/>
          </a:xfrm>
        </p:spPr>
        <p:txBody>
          <a:bodyPr anchor="b"/>
          <a:lstStyle>
            <a:lvl1pPr marL="0" indent="0">
              <a:buFontTx/>
              <a:buNone/>
              <a:defRPr lang="en-US" sz="3300" b="0" i="0" u="none" strike="noStrike" spc="100" baseline="0" smtClean="0"/>
            </a:lvl1pPr>
          </a:lstStyle>
          <a:p>
            <a:pPr lvl="0"/>
            <a:r>
              <a:rPr lang="en-US" sz="3300" b="0" i="0" u="none" strike="noStrike" baseline="0">
                <a:latin typeface="ArialMT"/>
              </a:rPr>
              <a:t>Beijer Institute of Ecological Economics</a:t>
            </a:r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42726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m sida med mön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302522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om sida utan mön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ktangel 3">
            <a:extLst>
              <a:ext uri="{FF2B5EF4-FFF2-40B4-BE49-F238E27FC236}">
                <a16:creationId xmlns:a16="http://schemas.microsoft.com/office/drawing/2014/main" id="{5F11670C-FDC6-4467-891B-C6F2E0E0575B}"/>
              </a:ext>
            </a:extLst>
          </p:cNvPr>
          <p:cNvSpPr/>
          <p:nvPr userDrawn="1"/>
        </p:nvSpPr>
        <p:spPr>
          <a:xfrm>
            <a:off x="0" y="0"/>
            <a:ext cx="24382413" cy="13716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839242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brödtext, mön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4" y="1371599"/>
            <a:ext cx="19613706" cy="1911009"/>
          </a:xfrm>
        </p:spPr>
        <p:txBody>
          <a:bodyPr/>
          <a:lstStyle>
            <a:lvl1pPr>
              <a:defRPr sz="6000"/>
            </a:lvl1pPr>
          </a:lstStyle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3" y="3926342"/>
            <a:ext cx="19629437" cy="5340350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4000">
                <a:latin typeface="+mn-lt"/>
              </a:defRPr>
            </a:lvl1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</p:spTree>
    <p:extLst>
      <p:ext uri="{BB962C8B-B14F-4D97-AF65-F5344CB8AC3E}">
        <p14:creationId xmlns:p14="http://schemas.microsoft.com/office/powerpoint/2010/main" val="1455439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ellanrubrik, bröd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ktangel 2">
            <a:extLst>
              <a:ext uri="{FF2B5EF4-FFF2-40B4-BE49-F238E27FC236}">
                <a16:creationId xmlns:a16="http://schemas.microsoft.com/office/drawing/2014/main" id="{76E608FC-C402-46E2-84DD-0C8DEEC12103}"/>
              </a:ext>
            </a:extLst>
          </p:cNvPr>
          <p:cNvSpPr/>
          <p:nvPr userDrawn="1"/>
        </p:nvSpPr>
        <p:spPr>
          <a:xfrm>
            <a:off x="0" y="0"/>
            <a:ext cx="24382413" cy="13716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v-SE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4285BEC-9568-4E32-B9F5-03457EB1D0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54094" y="1371599"/>
            <a:ext cx="19613706" cy="1911009"/>
          </a:xfrm>
        </p:spPr>
        <p:txBody>
          <a:bodyPr/>
          <a:lstStyle/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7" name="Platshållare för text 4">
            <a:extLst>
              <a:ext uri="{FF2B5EF4-FFF2-40B4-BE49-F238E27FC236}">
                <a16:creationId xmlns:a16="http://schemas.microsoft.com/office/drawing/2014/main" id="{4E70D647-23BC-4CA2-8271-529BE46A6C3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3" y="3926342"/>
            <a:ext cx="19629437" cy="7846558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3200">
                <a:latin typeface="+mn-lt"/>
              </a:defRPr>
            </a:lvl1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</p:spTree>
    <p:extLst>
      <p:ext uri="{BB962C8B-B14F-4D97-AF65-F5344CB8AC3E}">
        <p14:creationId xmlns:p14="http://schemas.microsoft.com/office/powerpoint/2010/main" val="3432784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punktlista, mön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5" y="650533"/>
            <a:ext cx="19613706" cy="2651126"/>
          </a:xfrm>
        </p:spPr>
        <p:txBody>
          <a:bodyPr/>
          <a:lstStyle/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2" y="3926342"/>
            <a:ext cx="19629437" cy="7675108"/>
          </a:xfrm>
        </p:spPr>
        <p:txBody>
          <a:bodyPr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</p:spTree>
    <p:extLst>
      <p:ext uri="{BB962C8B-B14F-4D97-AF65-F5344CB8AC3E}">
        <p14:creationId xmlns:p14="http://schemas.microsoft.com/office/powerpoint/2010/main" val="3885474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punktlista, bild, mön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5" y="650533"/>
            <a:ext cx="7350024" cy="2651126"/>
          </a:xfrm>
        </p:spPr>
        <p:txBody>
          <a:bodyPr/>
          <a:lstStyle/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3" y="3983492"/>
            <a:ext cx="7364866" cy="7198858"/>
          </a:xfrm>
        </p:spPr>
        <p:txBody>
          <a:bodyPr/>
          <a:lstStyle>
            <a:lvl1pPr>
              <a:defRPr sz="2700"/>
            </a:lvl1pPr>
            <a:lvl2pPr>
              <a:defRPr sz="2700"/>
            </a:lvl2pPr>
            <a:lvl3pPr>
              <a:defRPr sz="2700"/>
            </a:lvl3pPr>
            <a:lvl4pPr>
              <a:defRPr sz="2700"/>
            </a:lvl4pPr>
            <a:lvl5pPr>
              <a:defRPr sz="2700"/>
            </a:lvl5pPr>
          </a:lstStyle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7" name="Platshållare för bild 6">
            <a:extLst>
              <a:ext uri="{FF2B5EF4-FFF2-40B4-BE49-F238E27FC236}">
                <a16:creationId xmlns:a16="http://schemas.microsoft.com/office/drawing/2014/main" id="{68FE4883-92DD-48AD-91C5-8EF0EC99504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172700" y="2138363"/>
            <a:ext cx="12720638" cy="9029700"/>
          </a:xfrm>
        </p:spPr>
        <p:txBody>
          <a:bodyPr tIns="1584000"/>
          <a:lstStyle>
            <a:lvl1pPr marL="0" indent="0" algn="ctr">
              <a:buFontTx/>
              <a:buNone/>
              <a:defRPr/>
            </a:lvl1pPr>
          </a:lstStyle>
          <a:p>
            <a:r>
              <a:rPr lang="sv-SE"/>
              <a:t>Klicka på ikonen för att lägga till en bild</a:t>
            </a:r>
          </a:p>
        </p:txBody>
      </p:sp>
    </p:spTree>
    <p:extLst>
      <p:ext uri="{BB962C8B-B14F-4D97-AF65-F5344CB8AC3E}">
        <p14:creationId xmlns:p14="http://schemas.microsoft.com/office/powerpoint/2010/main" val="1271981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brödtext, bild, mön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5" y="650533"/>
            <a:ext cx="7350024" cy="2651126"/>
          </a:xfrm>
        </p:spPr>
        <p:txBody>
          <a:bodyPr/>
          <a:lstStyle/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3" y="3931790"/>
            <a:ext cx="7364866" cy="7326760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3200">
                <a:latin typeface="+mn-lt"/>
              </a:defRPr>
            </a:lvl1pPr>
            <a:lvl2pPr>
              <a:defRPr sz="2700"/>
            </a:lvl2pPr>
            <a:lvl3pPr>
              <a:defRPr sz="2700"/>
            </a:lvl3pPr>
            <a:lvl4pPr>
              <a:defRPr sz="2700"/>
            </a:lvl4pPr>
            <a:lvl5pPr>
              <a:defRPr sz="2700"/>
            </a:lvl5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  <p:sp>
        <p:nvSpPr>
          <p:cNvPr id="7" name="Platshållare för bild 6">
            <a:extLst>
              <a:ext uri="{FF2B5EF4-FFF2-40B4-BE49-F238E27FC236}">
                <a16:creationId xmlns:a16="http://schemas.microsoft.com/office/drawing/2014/main" id="{68FE4883-92DD-48AD-91C5-8EF0EC99504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172700" y="2138363"/>
            <a:ext cx="12720638" cy="9029700"/>
          </a:xfrm>
        </p:spPr>
        <p:txBody>
          <a:bodyPr tIns="1584000"/>
          <a:lstStyle>
            <a:lvl1pPr marL="0" indent="0" algn="ctr">
              <a:buFontTx/>
              <a:buNone/>
              <a:defRPr/>
            </a:lvl1pPr>
          </a:lstStyle>
          <a:p>
            <a:r>
              <a:rPr lang="sv-SE"/>
              <a:t>Klicka på ikonen för att lägga till en bild</a:t>
            </a:r>
          </a:p>
        </p:txBody>
      </p:sp>
    </p:spTree>
    <p:extLst>
      <p:ext uri="{BB962C8B-B14F-4D97-AF65-F5344CB8AC3E}">
        <p14:creationId xmlns:p14="http://schemas.microsoft.com/office/powerpoint/2010/main" val="1700828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bild, mön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4" y="1371599"/>
            <a:ext cx="19613706" cy="1911009"/>
          </a:xfrm>
        </p:spPr>
        <p:txBody>
          <a:bodyPr/>
          <a:lstStyle/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7" name="Platshållare för bild 3">
            <a:extLst>
              <a:ext uri="{FF2B5EF4-FFF2-40B4-BE49-F238E27FC236}">
                <a16:creationId xmlns:a16="http://schemas.microsoft.com/office/drawing/2014/main" id="{2D9D5C91-CBE6-4603-BCDE-44C52D6C34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133600" y="3905250"/>
            <a:ext cx="19640550" cy="8934450"/>
          </a:xfrm>
        </p:spPr>
        <p:txBody>
          <a:bodyPr tIns="1296000"/>
          <a:lstStyle>
            <a:lvl1pPr marL="0" indent="0" algn="ctr">
              <a:buNone/>
              <a:defRPr/>
            </a:lvl1pPr>
          </a:lstStyle>
          <a:p>
            <a:r>
              <a:rPr lang="sv-SE"/>
              <a:t>Klicka på ikonen för att lägga till en bild</a:t>
            </a:r>
          </a:p>
        </p:txBody>
      </p:sp>
    </p:spTree>
    <p:extLst>
      <p:ext uri="{BB962C8B-B14F-4D97-AF65-F5344CB8AC3E}">
        <p14:creationId xmlns:p14="http://schemas.microsoft.com/office/powerpoint/2010/main" val="2208862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ellanrubrik,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4" y="1371599"/>
            <a:ext cx="19613706" cy="1911009"/>
          </a:xfrm>
        </p:spPr>
        <p:txBody>
          <a:bodyPr/>
          <a:lstStyle/>
          <a:p>
            <a:r>
              <a:rPr lang="sv-SE"/>
              <a:t>Klicka här för att ändra format</a:t>
            </a:r>
            <a:endParaRPr lang="en-US" dirty="0"/>
          </a:p>
        </p:txBody>
      </p:sp>
      <p:sp>
        <p:nvSpPr>
          <p:cNvPr id="7" name="Platshållare för bild 3">
            <a:extLst>
              <a:ext uri="{FF2B5EF4-FFF2-40B4-BE49-F238E27FC236}">
                <a16:creationId xmlns:a16="http://schemas.microsoft.com/office/drawing/2014/main" id="{2D9D5C91-CBE6-4603-BCDE-44C52D6C34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133600" y="3905250"/>
            <a:ext cx="19640550" cy="8934450"/>
          </a:xfrm>
        </p:spPr>
        <p:txBody>
          <a:bodyPr tIns="1296000"/>
          <a:lstStyle>
            <a:lvl1pPr marL="0" indent="0" algn="ctr">
              <a:buNone/>
              <a:defRPr/>
            </a:lvl1pPr>
          </a:lstStyle>
          <a:p>
            <a:r>
              <a:rPr lang="sv-SE"/>
              <a:t>Klicka på ikonen för att lägga till en bild</a:t>
            </a:r>
          </a:p>
        </p:txBody>
      </p:sp>
    </p:spTree>
    <p:extLst>
      <p:ext uri="{BB962C8B-B14F-4D97-AF65-F5344CB8AC3E}">
        <p14:creationId xmlns:p14="http://schemas.microsoft.com/office/powerpoint/2010/main" val="2314996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cksida, Beij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Bildobjekt 3">
            <a:extLst>
              <a:ext uri="{FF2B5EF4-FFF2-40B4-BE49-F238E27FC236}">
                <a16:creationId xmlns:a16="http://schemas.microsoft.com/office/drawing/2014/main" id="{76B9B5E1-8DD2-485B-A42B-8159A2F00F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413716" cy="13716000"/>
          </a:xfrm>
          <a:prstGeom prst="rect">
            <a:avLst/>
          </a:prstGeom>
        </p:spPr>
      </p:pic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87349" y="440803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sz="2700" spc="100" baseline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en-US"/>
              <a:t>Speaker Name</a:t>
            </a:r>
            <a:endParaRPr lang="sv-SE"/>
          </a:p>
        </p:txBody>
      </p:sp>
      <p:pic>
        <p:nvPicPr>
          <p:cNvPr id="664" name="Bildobjekt 663">
            <a:extLst>
              <a:ext uri="{FF2B5EF4-FFF2-40B4-BE49-F238E27FC236}">
                <a16:creationId xmlns:a16="http://schemas.microsoft.com/office/drawing/2014/main" id="{A1CF1136-5E81-44D9-B9F7-4571678441C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670" y="11792042"/>
            <a:ext cx="4961649" cy="1281820"/>
          </a:xfrm>
          <a:prstGeom prst="rect">
            <a:avLst/>
          </a:prstGeom>
        </p:spPr>
      </p:pic>
      <p:sp>
        <p:nvSpPr>
          <p:cNvPr id="667" name="Platshållare för text 4">
            <a:extLst>
              <a:ext uri="{FF2B5EF4-FFF2-40B4-BE49-F238E27FC236}">
                <a16:creationId xmlns:a16="http://schemas.microsoft.com/office/drawing/2014/main" id="{FCF10188-0B8E-47EF-BA53-60DE21E7D4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87349" y="5034779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(Title)</a:t>
            </a:r>
            <a:endParaRPr lang="sv-SE"/>
          </a:p>
        </p:txBody>
      </p:sp>
      <p:sp>
        <p:nvSpPr>
          <p:cNvPr id="668" name="Platshållare för text 4">
            <a:extLst>
              <a:ext uri="{FF2B5EF4-FFF2-40B4-BE49-F238E27FC236}">
                <a16:creationId xmlns:a16="http://schemas.microsoft.com/office/drawing/2014/main" id="{5E19DDAA-A415-4EF7-8334-5C79C70F7C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87349" y="563386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speaker.name@beijer.kva.se</a:t>
            </a:r>
            <a:endParaRPr lang="sv-SE"/>
          </a:p>
        </p:txBody>
      </p:sp>
      <p:sp>
        <p:nvSpPr>
          <p:cNvPr id="669" name="Platshållare för text 4">
            <a:extLst>
              <a:ext uri="{FF2B5EF4-FFF2-40B4-BE49-F238E27FC236}">
                <a16:creationId xmlns:a16="http://schemas.microsoft.com/office/drawing/2014/main" id="{05EC9D4E-E8AA-430F-9011-4FAFFF603A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187349" y="6245932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@speaker.name</a:t>
            </a:r>
            <a:endParaRPr lang="sv-SE"/>
          </a:p>
        </p:txBody>
      </p:sp>
      <p:sp>
        <p:nvSpPr>
          <p:cNvPr id="670" name="Platshållare för text 4">
            <a:extLst>
              <a:ext uri="{FF2B5EF4-FFF2-40B4-BE49-F238E27FC236}">
                <a16:creationId xmlns:a16="http://schemas.microsoft.com/office/drawing/2014/main" id="{ABB43667-0D94-4FB9-8A61-98A38D23C4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87349" y="6858000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Google Scholar ID</a:t>
            </a:r>
            <a:endParaRPr lang="sv-SE"/>
          </a:p>
        </p:txBody>
      </p:sp>
      <p:sp>
        <p:nvSpPr>
          <p:cNvPr id="665" name="Platshållare för bild 2">
            <a:extLst>
              <a:ext uri="{FF2B5EF4-FFF2-40B4-BE49-F238E27FC236}">
                <a16:creationId xmlns:a16="http://schemas.microsoft.com/office/drawing/2014/main" id="{3C2B9DB6-C047-4113-B62F-B97FC6A2504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171700" y="8039100"/>
            <a:ext cx="1905000" cy="1905000"/>
          </a:xfrm>
        </p:spPr>
        <p:txBody>
          <a:bodyPr/>
          <a:lstStyle>
            <a:lvl1pPr marL="0" indent="0" algn="ctr">
              <a:buFontTx/>
              <a:buNone/>
              <a:defRPr sz="2400"/>
            </a:lvl1pPr>
          </a:lstStyle>
          <a:p>
            <a:r>
              <a:rPr lang="sv-SE"/>
              <a:t>QR kod</a:t>
            </a:r>
          </a:p>
        </p:txBody>
      </p:sp>
      <p:sp>
        <p:nvSpPr>
          <p:cNvPr id="13" name="Platshållare för text 2">
            <a:extLst>
              <a:ext uri="{FF2B5EF4-FFF2-40B4-BE49-F238E27FC236}">
                <a16:creationId xmlns:a16="http://schemas.microsoft.com/office/drawing/2014/main" id="{CFB595EE-155D-43EF-B385-DE3C2B181F0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152650" y="1771650"/>
            <a:ext cx="16954500" cy="1924050"/>
          </a:xfrm>
        </p:spPr>
        <p:txBody>
          <a:bodyPr anchor="b"/>
          <a:lstStyle>
            <a:lvl1pPr marL="0" indent="0">
              <a:buFontTx/>
              <a:buNone/>
              <a:defRPr sz="980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sv-SE"/>
              <a:t>Tack text</a:t>
            </a:r>
          </a:p>
        </p:txBody>
      </p:sp>
    </p:spTree>
    <p:extLst>
      <p:ext uri="{BB962C8B-B14F-4D97-AF65-F5344CB8AC3E}">
        <p14:creationId xmlns:p14="http://schemas.microsoft.com/office/powerpoint/2010/main" val="221863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cksida, Beijer, GEDB, SR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Bildobjekt 3">
            <a:extLst>
              <a:ext uri="{FF2B5EF4-FFF2-40B4-BE49-F238E27FC236}">
                <a16:creationId xmlns:a16="http://schemas.microsoft.com/office/drawing/2014/main" id="{76B9B5E1-8DD2-485B-A42B-8159A2F00F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413716" cy="13716000"/>
          </a:xfrm>
          <a:prstGeom prst="rect">
            <a:avLst/>
          </a:prstGeom>
        </p:spPr>
      </p:pic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87349" y="440803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sz="2700" spc="100" baseline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en-US"/>
              <a:t>Speaker Name</a:t>
            </a:r>
            <a:endParaRPr lang="sv-SE"/>
          </a:p>
        </p:txBody>
      </p:sp>
      <p:pic>
        <p:nvPicPr>
          <p:cNvPr id="664" name="Bildobjekt 663">
            <a:extLst>
              <a:ext uri="{FF2B5EF4-FFF2-40B4-BE49-F238E27FC236}">
                <a16:creationId xmlns:a16="http://schemas.microsoft.com/office/drawing/2014/main" id="{A1CF1136-5E81-44D9-B9F7-4571678441C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670" y="11792042"/>
            <a:ext cx="4961649" cy="1281820"/>
          </a:xfrm>
          <a:prstGeom prst="rect">
            <a:avLst/>
          </a:prstGeom>
        </p:spPr>
      </p:pic>
      <p:sp>
        <p:nvSpPr>
          <p:cNvPr id="667" name="Platshållare för text 4">
            <a:extLst>
              <a:ext uri="{FF2B5EF4-FFF2-40B4-BE49-F238E27FC236}">
                <a16:creationId xmlns:a16="http://schemas.microsoft.com/office/drawing/2014/main" id="{FCF10188-0B8E-47EF-BA53-60DE21E7D4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87349" y="5034779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(Title)</a:t>
            </a:r>
            <a:endParaRPr lang="sv-SE"/>
          </a:p>
        </p:txBody>
      </p:sp>
      <p:sp>
        <p:nvSpPr>
          <p:cNvPr id="668" name="Platshållare för text 4">
            <a:extLst>
              <a:ext uri="{FF2B5EF4-FFF2-40B4-BE49-F238E27FC236}">
                <a16:creationId xmlns:a16="http://schemas.microsoft.com/office/drawing/2014/main" id="{5E19DDAA-A415-4EF7-8334-5C79C70F7C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87349" y="563386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speaker.name@beijer.kva.se</a:t>
            </a:r>
            <a:endParaRPr lang="sv-SE"/>
          </a:p>
        </p:txBody>
      </p:sp>
      <p:sp>
        <p:nvSpPr>
          <p:cNvPr id="669" name="Platshållare för text 4">
            <a:extLst>
              <a:ext uri="{FF2B5EF4-FFF2-40B4-BE49-F238E27FC236}">
                <a16:creationId xmlns:a16="http://schemas.microsoft.com/office/drawing/2014/main" id="{05EC9D4E-E8AA-430F-9011-4FAFFF603A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187349" y="6245932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@speaker.name</a:t>
            </a:r>
            <a:endParaRPr lang="sv-SE"/>
          </a:p>
        </p:txBody>
      </p:sp>
      <p:sp>
        <p:nvSpPr>
          <p:cNvPr id="670" name="Platshållare för text 4">
            <a:extLst>
              <a:ext uri="{FF2B5EF4-FFF2-40B4-BE49-F238E27FC236}">
                <a16:creationId xmlns:a16="http://schemas.microsoft.com/office/drawing/2014/main" id="{ABB43667-0D94-4FB9-8A61-98A38D23C4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87349" y="6858000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Google Scholar ID</a:t>
            </a:r>
            <a:endParaRPr lang="sv-SE"/>
          </a:p>
        </p:txBody>
      </p:sp>
      <p:sp>
        <p:nvSpPr>
          <p:cNvPr id="665" name="Rektangel 664">
            <a:extLst>
              <a:ext uri="{FF2B5EF4-FFF2-40B4-BE49-F238E27FC236}">
                <a16:creationId xmlns:a16="http://schemas.microsoft.com/office/drawing/2014/main" id="{6A2E0AF0-C58E-4315-B5ED-63B212548C8A}"/>
              </a:ext>
            </a:extLst>
          </p:cNvPr>
          <p:cNvSpPr/>
          <p:nvPr userDrawn="1"/>
        </p:nvSpPr>
        <p:spPr>
          <a:xfrm>
            <a:off x="13835672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tx2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tx2"/>
              </a:solidFill>
            </a:endParaRPr>
          </a:p>
        </p:txBody>
      </p:sp>
      <p:pic>
        <p:nvPicPr>
          <p:cNvPr id="666" name="Bildobjekt 665">
            <a:extLst>
              <a:ext uri="{FF2B5EF4-FFF2-40B4-BE49-F238E27FC236}">
                <a16:creationId xmlns:a16="http://schemas.microsoft.com/office/drawing/2014/main" id="{3E96CD86-F021-40FF-90D1-EA9778791F7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25259" y="12028257"/>
            <a:ext cx="4125141" cy="1046614"/>
          </a:xfrm>
          <a:prstGeom prst="rect">
            <a:avLst/>
          </a:prstGeom>
        </p:spPr>
      </p:pic>
      <p:pic>
        <p:nvPicPr>
          <p:cNvPr id="671" name="Bildobjekt 670">
            <a:extLst>
              <a:ext uri="{FF2B5EF4-FFF2-40B4-BE49-F238E27FC236}">
                <a16:creationId xmlns:a16="http://schemas.microsoft.com/office/drawing/2014/main" id="{F7B16E54-8EE8-4D95-8305-29CC18AA9BFC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926330" y="12321057"/>
            <a:ext cx="3270376" cy="705752"/>
          </a:xfrm>
          <a:prstGeom prst="rect">
            <a:avLst/>
          </a:prstGeom>
        </p:spPr>
      </p:pic>
      <p:sp>
        <p:nvSpPr>
          <p:cNvPr id="672" name="Platshållare för bild 2">
            <a:extLst>
              <a:ext uri="{FF2B5EF4-FFF2-40B4-BE49-F238E27FC236}">
                <a16:creationId xmlns:a16="http://schemas.microsoft.com/office/drawing/2014/main" id="{C8C92B06-B8E5-445E-A3C9-3F2EF552F17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171700" y="8039100"/>
            <a:ext cx="1905000" cy="1905000"/>
          </a:xfrm>
        </p:spPr>
        <p:txBody>
          <a:bodyPr/>
          <a:lstStyle>
            <a:lvl1pPr marL="0" indent="0" algn="ctr">
              <a:buFontTx/>
              <a:buNone/>
              <a:defRPr sz="2400"/>
            </a:lvl1pPr>
          </a:lstStyle>
          <a:p>
            <a:r>
              <a:rPr lang="sv-SE"/>
              <a:t>QR kod</a:t>
            </a:r>
          </a:p>
        </p:txBody>
      </p:sp>
      <p:sp>
        <p:nvSpPr>
          <p:cNvPr id="14" name="Platshållare för text 2">
            <a:extLst>
              <a:ext uri="{FF2B5EF4-FFF2-40B4-BE49-F238E27FC236}">
                <a16:creationId xmlns:a16="http://schemas.microsoft.com/office/drawing/2014/main" id="{12AC887A-8894-416F-9D92-1BA43D4945D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152650" y="1771650"/>
            <a:ext cx="16954500" cy="1924050"/>
          </a:xfrm>
        </p:spPr>
        <p:txBody>
          <a:bodyPr anchor="b"/>
          <a:lstStyle>
            <a:lvl1pPr marL="0" indent="0">
              <a:buFontTx/>
              <a:buNone/>
              <a:defRPr sz="980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sv-SE"/>
              <a:t>Tack text</a:t>
            </a:r>
          </a:p>
        </p:txBody>
      </p:sp>
    </p:spTree>
    <p:extLst>
      <p:ext uri="{BB962C8B-B14F-4D97-AF65-F5344CB8AC3E}">
        <p14:creationId xmlns:p14="http://schemas.microsoft.com/office/powerpoint/2010/main" val="3930526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cksida, Beijer, SR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Bildobjekt 3">
            <a:extLst>
              <a:ext uri="{FF2B5EF4-FFF2-40B4-BE49-F238E27FC236}">
                <a16:creationId xmlns:a16="http://schemas.microsoft.com/office/drawing/2014/main" id="{76B9B5E1-8DD2-485B-A42B-8159A2F00F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413716" cy="13716000"/>
          </a:xfrm>
          <a:prstGeom prst="rect">
            <a:avLst/>
          </a:prstGeom>
        </p:spPr>
      </p:pic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87349" y="440803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sz="2700" spc="100" baseline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en-US"/>
              <a:t>Speaker Name</a:t>
            </a:r>
            <a:endParaRPr lang="sv-SE"/>
          </a:p>
        </p:txBody>
      </p:sp>
      <p:pic>
        <p:nvPicPr>
          <p:cNvPr id="664" name="Bildobjekt 663">
            <a:extLst>
              <a:ext uri="{FF2B5EF4-FFF2-40B4-BE49-F238E27FC236}">
                <a16:creationId xmlns:a16="http://schemas.microsoft.com/office/drawing/2014/main" id="{A1CF1136-5E81-44D9-B9F7-4571678441C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670" y="11792042"/>
            <a:ext cx="4961649" cy="1281820"/>
          </a:xfrm>
          <a:prstGeom prst="rect">
            <a:avLst/>
          </a:prstGeom>
        </p:spPr>
      </p:pic>
      <p:sp>
        <p:nvSpPr>
          <p:cNvPr id="667" name="Platshållare för text 4">
            <a:extLst>
              <a:ext uri="{FF2B5EF4-FFF2-40B4-BE49-F238E27FC236}">
                <a16:creationId xmlns:a16="http://schemas.microsoft.com/office/drawing/2014/main" id="{FCF10188-0B8E-47EF-BA53-60DE21E7D4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87349" y="5034779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(Title)</a:t>
            </a:r>
            <a:endParaRPr lang="sv-SE"/>
          </a:p>
        </p:txBody>
      </p:sp>
      <p:sp>
        <p:nvSpPr>
          <p:cNvPr id="668" name="Platshållare för text 4">
            <a:extLst>
              <a:ext uri="{FF2B5EF4-FFF2-40B4-BE49-F238E27FC236}">
                <a16:creationId xmlns:a16="http://schemas.microsoft.com/office/drawing/2014/main" id="{5E19DDAA-A415-4EF7-8334-5C79C70F7C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87349" y="563386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speaker.name@beijer.kva.se</a:t>
            </a:r>
            <a:endParaRPr lang="sv-SE"/>
          </a:p>
        </p:txBody>
      </p:sp>
      <p:sp>
        <p:nvSpPr>
          <p:cNvPr id="669" name="Platshållare för text 4">
            <a:extLst>
              <a:ext uri="{FF2B5EF4-FFF2-40B4-BE49-F238E27FC236}">
                <a16:creationId xmlns:a16="http://schemas.microsoft.com/office/drawing/2014/main" id="{05EC9D4E-E8AA-430F-9011-4FAFFF603A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187349" y="6245932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@speaker.name</a:t>
            </a:r>
            <a:endParaRPr lang="sv-SE"/>
          </a:p>
        </p:txBody>
      </p:sp>
      <p:sp>
        <p:nvSpPr>
          <p:cNvPr id="670" name="Platshållare för text 4">
            <a:extLst>
              <a:ext uri="{FF2B5EF4-FFF2-40B4-BE49-F238E27FC236}">
                <a16:creationId xmlns:a16="http://schemas.microsoft.com/office/drawing/2014/main" id="{ABB43667-0D94-4FB9-8A61-98A38D23C4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87349" y="6858000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Google Scholar ID</a:t>
            </a:r>
            <a:endParaRPr lang="sv-SE"/>
          </a:p>
        </p:txBody>
      </p:sp>
      <p:pic>
        <p:nvPicPr>
          <p:cNvPr id="666" name="Bildobjekt 665">
            <a:extLst>
              <a:ext uri="{FF2B5EF4-FFF2-40B4-BE49-F238E27FC236}">
                <a16:creationId xmlns:a16="http://schemas.microsoft.com/office/drawing/2014/main" id="{3E96CD86-F021-40FF-90D1-EA9778791F7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25259" y="12028257"/>
            <a:ext cx="4125141" cy="1046614"/>
          </a:xfrm>
          <a:prstGeom prst="rect">
            <a:avLst/>
          </a:prstGeom>
        </p:spPr>
      </p:pic>
      <p:sp>
        <p:nvSpPr>
          <p:cNvPr id="665" name="Platshållare för bild 2">
            <a:extLst>
              <a:ext uri="{FF2B5EF4-FFF2-40B4-BE49-F238E27FC236}">
                <a16:creationId xmlns:a16="http://schemas.microsoft.com/office/drawing/2014/main" id="{5E64417C-7FDA-4CDE-895A-E0EF926CD4E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171700" y="8039100"/>
            <a:ext cx="1905000" cy="1905000"/>
          </a:xfrm>
        </p:spPr>
        <p:txBody>
          <a:bodyPr/>
          <a:lstStyle>
            <a:lvl1pPr marL="0" indent="0" algn="ctr">
              <a:buFontTx/>
              <a:buNone/>
              <a:defRPr sz="2400"/>
            </a:lvl1pPr>
          </a:lstStyle>
          <a:p>
            <a:r>
              <a:rPr lang="sv-SE"/>
              <a:t>QR kod</a:t>
            </a:r>
          </a:p>
        </p:txBody>
      </p:sp>
      <p:sp>
        <p:nvSpPr>
          <p:cNvPr id="12" name="Platshållare för text 2">
            <a:extLst>
              <a:ext uri="{FF2B5EF4-FFF2-40B4-BE49-F238E27FC236}">
                <a16:creationId xmlns:a16="http://schemas.microsoft.com/office/drawing/2014/main" id="{6990B406-8A9C-4E0F-9F09-A83FCC9F575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152650" y="1771650"/>
            <a:ext cx="16954500" cy="1924050"/>
          </a:xfrm>
        </p:spPr>
        <p:txBody>
          <a:bodyPr anchor="b"/>
          <a:lstStyle>
            <a:lvl1pPr marL="0" indent="0">
              <a:buFontTx/>
              <a:buNone/>
              <a:defRPr sz="980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sv-SE"/>
              <a:t>Tack text</a:t>
            </a:r>
          </a:p>
        </p:txBody>
      </p:sp>
      <p:sp>
        <p:nvSpPr>
          <p:cNvPr id="13" name="Rektangel 12">
            <a:extLst>
              <a:ext uri="{FF2B5EF4-FFF2-40B4-BE49-F238E27FC236}">
                <a16:creationId xmlns:a16="http://schemas.microsoft.com/office/drawing/2014/main" id="{4CC1065F-5CF1-432C-83DD-3A4C623FA1D6}"/>
              </a:ext>
            </a:extLst>
          </p:cNvPr>
          <p:cNvSpPr/>
          <p:nvPr userDrawn="1"/>
        </p:nvSpPr>
        <p:spPr>
          <a:xfrm>
            <a:off x="18032121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tx2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52955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cksida, Beijer, GED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Bildobjekt 3">
            <a:extLst>
              <a:ext uri="{FF2B5EF4-FFF2-40B4-BE49-F238E27FC236}">
                <a16:creationId xmlns:a16="http://schemas.microsoft.com/office/drawing/2014/main" id="{76B9B5E1-8DD2-485B-A42B-8159A2F00F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413716" cy="13716000"/>
          </a:xfrm>
          <a:prstGeom prst="rect">
            <a:avLst/>
          </a:prstGeom>
        </p:spPr>
      </p:pic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87349" y="440803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sz="2700" spc="100" baseline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en-US"/>
              <a:t>Speaker Name</a:t>
            </a:r>
            <a:endParaRPr lang="sv-SE"/>
          </a:p>
        </p:txBody>
      </p:sp>
      <p:pic>
        <p:nvPicPr>
          <p:cNvPr id="664" name="Bildobjekt 663">
            <a:extLst>
              <a:ext uri="{FF2B5EF4-FFF2-40B4-BE49-F238E27FC236}">
                <a16:creationId xmlns:a16="http://schemas.microsoft.com/office/drawing/2014/main" id="{A1CF1136-5E81-44D9-B9F7-4571678441C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670" y="11792042"/>
            <a:ext cx="4961649" cy="1281820"/>
          </a:xfrm>
          <a:prstGeom prst="rect">
            <a:avLst/>
          </a:prstGeom>
        </p:spPr>
      </p:pic>
      <p:sp>
        <p:nvSpPr>
          <p:cNvPr id="667" name="Platshållare för text 4">
            <a:extLst>
              <a:ext uri="{FF2B5EF4-FFF2-40B4-BE49-F238E27FC236}">
                <a16:creationId xmlns:a16="http://schemas.microsoft.com/office/drawing/2014/main" id="{FCF10188-0B8E-47EF-BA53-60DE21E7D4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87349" y="5034779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(Title)</a:t>
            </a:r>
            <a:endParaRPr lang="sv-SE"/>
          </a:p>
        </p:txBody>
      </p:sp>
      <p:sp>
        <p:nvSpPr>
          <p:cNvPr id="668" name="Platshållare för text 4">
            <a:extLst>
              <a:ext uri="{FF2B5EF4-FFF2-40B4-BE49-F238E27FC236}">
                <a16:creationId xmlns:a16="http://schemas.microsoft.com/office/drawing/2014/main" id="{5E19DDAA-A415-4EF7-8334-5C79C70F7C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87349" y="563386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speaker.name@beijer.kva.se</a:t>
            </a:r>
            <a:endParaRPr lang="sv-SE"/>
          </a:p>
        </p:txBody>
      </p:sp>
      <p:sp>
        <p:nvSpPr>
          <p:cNvPr id="669" name="Platshållare för text 4">
            <a:extLst>
              <a:ext uri="{FF2B5EF4-FFF2-40B4-BE49-F238E27FC236}">
                <a16:creationId xmlns:a16="http://schemas.microsoft.com/office/drawing/2014/main" id="{05EC9D4E-E8AA-430F-9011-4FAFFF603A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187349" y="6245932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@speaker.name</a:t>
            </a:r>
            <a:endParaRPr lang="sv-SE"/>
          </a:p>
        </p:txBody>
      </p:sp>
      <p:sp>
        <p:nvSpPr>
          <p:cNvPr id="670" name="Platshållare för text 4">
            <a:extLst>
              <a:ext uri="{FF2B5EF4-FFF2-40B4-BE49-F238E27FC236}">
                <a16:creationId xmlns:a16="http://schemas.microsoft.com/office/drawing/2014/main" id="{ABB43667-0D94-4FB9-8A61-98A38D23C4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87349" y="6858000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Google Scholar ID</a:t>
            </a:r>
            <a:endParaRPr lang="sv-SE"/>
          </a:p>
        </p:txBody>
      </p:sp>
      <p:pic>
        <p:nvPicPr>
          <p:cNvPr id="665" name="Bildobjekt 664">
            <a:extLst>
              <a:ext uri="{FF2B5EF4-FFF2-40B4-BE49-F238E27FC236}">
                <a16:creationId xmlns:a16="http://schemas.microsoft.com/office/drawing/2014/main" id="{3805F311-7A3B-4B4E-9CDF-19E13D593153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988187" y="12321057"/>
            <a:ext cx="3270376" cy="705752"/>
          </a:xfrm>
          <a:prstGeom prst="rect">
            <a:avLst/>
          </a:prstGeom>
        </p:spPr>
      </p:pic>
      <p:sp>
        <p:nvSpPr>
          <p:cNvPr id="671" name="Rektangel 670">
            <a:extLst>
              <a:ext uri="{FF2B5EF4-FFF2-40B4-BE49-F238E27FC236}">
                <a16:creationId xmlns:a16="http://schemas.microsoft.com/office/drawing/2014/main" id="{251FDD40-0875-4E2D-B9A5-6AD2AD894F14}"/>
              </a:ext>
            </a:extLst>
          </p:cNvPr>
          <p:cNvSpPr/>
          <p:nvPr userDrawn="1"/>
        </p:nvSpPr>
        <p:spPr>
          <a:xfrm>
            <a:off x="18900801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tx2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tx2"/>
              </a:solidFill>
            </a:endParaRPr>
          </a:p>
        </p:txBody>
      </p:sp>
      <p:sp>
        <p:nvSpPr>
          <p:cNvPr id="666" name="Platshållare för bild 2">
            <a:extLst>
              <a:ext uri="{FF2B5EF4-FFF2-40B4-BE49-F238E27FC236}">
                <a16:creationId xmlns:a16="http://schemas.microsoft.com/office/drawing/2014/main" id="{FA3DF9FB-D3F7-4C7D-B536-B3F748D3B96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171700" y="8039100"/>
            <a:ext cx="1905000" cy="1905000"/>
          </a:xfrm>
        </p:spPr>
        <p:txBody>
          <a:bodyPr/>
          <a:lstStyle>
            <a:lvl1pPr marL="0" indent="0" algn="ctr">
              <a:buFontTx/>
              <a:buNone/>
              <a:defRPr sz="2400"/>
            </a:lvl1pPr>
          </a:lstStyle>
          <a:p>
            <a:r>
              <a:rPr lang="sv-SE"/>
              <a:t>QR kod</a:t>
            </a:r>
          </a:p>
        </p:txBody>
      </p:sp>
      <p:sp>
        <p:nvSpPr>
          <p:cNvPr id="13" name="Platshållare för text 2">
            <a:extLst>
              <a:ext uri="{FF2B5EF4-FFF2-40B4-BE49-F238E27FC236}">
                <a16:creationId xmlns:a16="http://schemas.microsoft.com/office/drawing/2014/main" id="{6C1FDDF8-EB9E-4824-BD15-7166448A39C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152650" y="1771650"/>
            <a:ext cx="16954500" cy="1924050"/>
          </a:xfrm>
        </p:spPr>
        <p:txBody>
          <a:bodyPr anchor="b"/>
          <a:lstStyle>
            <a:lvl1pPr marL="0" indent="0">
              <a:buFontTx/>
              <a:buNone/>
              <a:defRPr sz="800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sv-SE"/>
              <a:t>Tack text</a:t>
            </a:r>
          </a:p>
        </p:txBody>
      </p:sp>
    </p:spTree>
    <p:extLst>
      <p:ext uri="{BB962C8B-B14F-4D97-AF65-F5344CB8AC3E}">
        <p14:creationId xmlns:p14="http://schemas.microsoft.com/office/powerpoint/2010/main" val="4263478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ubriksida, Beijer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7" name="Bildobjekt 516" descr="En bild som visar elektronik, stereo, dator&#10;&#10;Automatiskt genererad beskrivning">
            <a:extLst>
              <a:ext uri="{FF2B5EF4-FFF2-40B4-BE49-F238E27FC236}">
                <a16:creationId xmlns:a16="http://schemas.microsoft.com/office/drawing/2014/main" id="{7877C58B-9CD0-4CA0-A855-105B6D950D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9"/>
          <a:stretch/>
        </p:blipFill>
        <p:spPr>
          <a:xfrm>
            <a:off x="0" y="0"/>
            <a:ext cx="24382413" cy="13716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231374" y="3512921"/>
            <a:ext cx="19536425" cy="3306979"/>
          </a:xfrm>
        </p:spPr>
        <p:txBody>
          <a:bodyPr anchor="t"/>
          <a:lstStyle>
            <a:lvl1pPr algn="l">
              <a:defRPr sz="5600"/>
            </a:lvl1pPr>
          </a:lstStyle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17" name="Subtitle 2">
            <a:extLst>
              <a:ext uri="{FF2B5EF4-FFF2-40B4-BE49-F238E27FC236}">
                <a16:creationId xmlns:a16="http://schemas.microsoft.com/office/drawing/2014/main" id="{580874CD-1E78-4E3E-9428-AB7770A0D14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231374" y="9228829"/>
            <a:ext cx="19536425" cy="1433738"/>
          </a:xfrm>
        </p:spPr>
        <p:txBody>
          <a:bodyPr/>
          <a:lstStyle>
            <a:lvl1pPr marL="0" indent="0" algn="l">
              <a:buNone/>
              <a:defRPr sz="2600" spc="130" baseline="0"/>
            </a:lvl1pPr>
            <a:lvl2pPr marL="914354" indent="0" algn="ctr">
              <a:buNone/>
              <a:defRPr sz="4000"/>
            </a:lvl2pPr>
            <a:lvl3pPr marL="1828709" indent="0" algn="ctr">
              <a:buNone/>
              <a:defRPr sz="3600"/>
            </a:lvl3pPr>
            <a:lvl4pPr marL="2743063" indent="0" algn="ctr">
              <a:buNone/>
              <a:defRPr sz="3200"/>
            </a:lvl4pPr>
            <a:lvl5pPr marL="3657417" indent="0" algn="ctr">
              <a:buNone/>
              <a:defRPr sz="3200"/>
            </a:lvl5pPr>
            <a:lvl6pPr marL="4571771" indent="0" algn="ctr">
              <a:buNone/>
              <a:defRPr sz="3200"/>
            </a:lvl6pPr>
            <a:lvl7pPr marL="5486126" indent="0" algn="ctr">
              <a:buNone/>
              <a:defRPr sz="3200"/>
            </a:lvl7pPr>
            <a:lvl8pPr marL="6400480" indent="0" algn="ctr">
              <a:buNone/>
              <a:defRPr sz="3200"/>
            </a:lvl8pPr>
            <a:lvl9pPr marL="7314834" indent="0" algn="ctr">
              <a:buNone/>
              <a:defRPr sz="3200"/>
            </a:lvl9pPr>
          </a:lstStyle>
          <a:p>
            <a:r>
              <a:rPr lang="sv-SE"/>
              <a:t>Name of the Event</a:t>
            </a:r>
            <a:endParaRPr lang="en-US" dirty="0"/>
          </a:p>
        </p:txBody>
      </p:sp>
      <p:sp>
        <p:nvSpPr>
          <p:cNvPr id="18" name="Platshållare för datum 10">
            <a:extLst>
              <a:ext uri="{FF2B5EF4-FFF2-40B4-BE49-F238E27FC236}">
                <a16:creationId xmlns:a16="http://schemas.microsoft.com/office/drawing/2014/main" id="{C33B8CF9-FEEC-4AD4-9D48-B005B9D39DE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7899" y="8352967"/>
            <a:ext cx="5486400" cy="73025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2600" spc="150" baseline="0">
                <a:solidFill>
                  <a:schemeClr val="accent5"/>
                </a:solidFill>
              </a:defRPr>
            </a:lvl1pPr>
          </a:lstStyle>
          <a:p>
            <a:fld id="{628A2FC5-2FA7-4770-A32E-ADB0A4CD6EB2}" type="datetime1">
              <a:rPr lang="sv-SE" smtClean="0"/>
              <a:pPr/>
              <a:t>2024-03-11</a:t>
            </a:fld>
            <a:endParaRPr lang="sv-SE"/>
          </a:p>
        </p:txBody>
      </p:sp>
      <p:sp>
        <p:nvSpPr>
          <p:cNvPr id="19" name="Platshållare för text 13">
            <a:extLst>
              <a:ext uri="{FF2B5EF4-FFF2-40B4-BE49-F238E27FC236}">
                <a16:creationId xmlns:a16="http://schemas.microsoft.com/office/drawing/2014/main" id="{F5281311-CDE0-4163-90AC-446F597C62D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220686" y="1877560"/>
            <a:ext cx="19547114" cy="930955"/>
          </a:xfrm>
        </p:spPr>
        <p:txBody>
          <a:bodyPr anchor="b"/>
          <a:lstStyle>
            <a:lvl1pPr marL="0" indent="0">
              <a:buFontTx/>
              <a:buNone/>
              <a:defRPr lang="en-US" sz="3300" b="0" i="0" u="none" strike="noStrike" spc="100" baseline="0" smtClean="0"/>
            </a:lvl1pPr>
          </a:lstStyle>
          <a:p>
            <a:pPr lvl="0"/>
            <a:r>
              <a:rPr lang="en-US" sz="3300" b="0" i="0" u="none" strike="noStrike" baseline="0">
                <a:latin typeface="ArialMT"/>
              </a:rPr>
              <a:t>Beijer Institute of Ecological Economics</a:t>
            </a:r>
            <a:endParaRPr lang="sv-SE"/>
          </a:p>
        </p:txBody>
      </p:sp>
      <p:grpSp>
        <p:nvGrpSpPr>
          <p:cNvPr id="8" name="Grupp 7">
            <a:extLst>
              <a:ext uri="{FF2B5EF4-FFF2-40B4-BE49-F238E27FC236}">
                <a16:creationId xmlns:a16="http://schemas.microsoft.com/office/drawing/2014/main" id="{95BF6496-C8E1-4F87-8264-FA95817AB74E}"/>
              </a:ext>
            </a:extLst>
          </p:cNvPr>
          <p:cNvGrpSpPr/>
          <p:nvPr userDrawn="1"/>
        </p:nvGrpSpPr>
        <p:grpSpPr>
          <a:xfrm>
            <a:off x="2216151" y="11869738"/>
            <a:ext cx="4795838" cy="1100138"/>
            <a:chOff x="2216151" y="11869738"/>
            <a:chExt cx="4795838" cy="1100138"/>
          </a:xfrm>
          <a:solidFill>
            <a:srgbClr val="F9F2E8"/>
          </a:solidFill>
        </p:grpSpPr>
        <p:grpSp>
          <p:nvGrpSpPr>
            <p:cNvPr id="9" name="Group 205">
              <a:extLst>
                <a:ext uri="{FF2B5EF4-FFF2-40B4-BE49-F238E27FC236}">
                  <a16:creationId xmlns:a16="http://schemas.microsoft.com/office/drawing/2014/main" id="{15C32B65-7778-4CF5-B4F9-65FF9F611E58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2216151" y="11869738"/>
              <a:ext cx="4795838" cy="1100138"/>
              <a:chOff x="1396" y="7477"/>
              <a:chExt cx="3021" cy="693"/>
            </a:xfrm>
            <a:grpFill/>
          </p:grpSpPr>
          <p:sp>
            <p:nvSpPr>
              <p:cNvPr id="316" name="Rectangle 5">
                <a:extLst>
                  <a:ext uri="{FF2B5EF4-FFF2-40B4-BE49-F238E27FC236}">
                    <a16:creationId xmlns:a16="http://schemas.microsoft.com/office/drawing/2014/main" id="{BD11602D-5936-44A8-B730-A1A1FCEBBF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664" y="7477"/>
                <a:ext cx="5" cy="69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7" name="Rectangle 6">
                <a:extLst>
                  <a:ext uri="{FF2B5EF4-FFF2-40B4-BE49-F238E27FC236}">
                    <a16:creationId xmlns:a16="http://schemas.microsoft.com/office/drawing/2014/main" id="{10B7859D-66A7-4C98-B251-D6EB402FB8A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4394" y="7791"/>
                <a:ext cx="23" cy="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8" name="Freeform 7">
                <a:extLst>
                  <a:ext uri="{FF2B5EF4-FFF2-40B4-BE49-F238E27FC236}">
                    <a16:creationId xmlns:a16="http://schemas.microsoft.com/office/drawing/2014/main" id="{807F4710-FA20-4BED-A366-F51D1C0C4D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91" y="7547"/>
                <a:ext cx="101" cy="117"/>
              </a:xfrm>
              <a:custGeom>
                <a:avLst/>
                <a:gdLst>
                  <a:gd name="T0" fmla="*/ 58 w 136"/>
                  <a:gd name="T1" fmla="*/ 153 h 157"/>
                  <a:gd name="T2" fmla="*/ 39 w 136"/>
                  <a:gd name="T3" fmla="*/ 133 h 157"/>
                  <a:gd name="T4" fmla="*/ 39 w 136"/>
                  <a:gd name="T5" fmla="*/ 78 h 157"/>
                  <a:gd name="T6" fmla="*/ 39 w 136"/>
                  <a:gd name="T7" fmla="*/ 78 h 157"/>
                  <a:gd name="T8" fmla="*/ 81 w 136"/>
                  <a:gd name="T9" fmla="*/ 134 h 157"/>
                  <a:gd name="T10" fmla="*/ 89 w 136"/>
                  <a:gd name="T11" fmla="*/ 147 h 157"/>
                  <a:gd name="T12" fmla="*/ 76 w 136"/>
                  <a:gd name="T13" fmla="*/ 153 h 157"/>
                  <a:gd name="T14" fmla="*/ 76 w 136"/>
                  <a:gd name="T15" fmla="*/ 157 h 157"/>
                  <a:gd name="T16" fmla="*/ 136 w 136"/>
                  <a:gd name="T17" fmla="*/ 157 h 157"/>
                  <a:gd name="T18" fmla="*/ 136 w 136"/>
                  <a:gd name="T19" fmla="*/ 153 h 157"/>
                  <a:gd name="T20" fmla="*/ 100 w 136"/>
                  <a:gd name="T21" fmla="*/ 128 h 157"/>
                  <a:gd name="T22" fmla="*/ 54 w 136"/>
                  <a:gd name="T23" fmla="*/ 69 h 157"/>
                  <a:gd name="T24" fmla="*/ 95 w 136"/>
                  <a:gd name="T25" fmla="*/ 21 h 157"/>
                  <a:gd name="T26" fmla="*/ 127 w 136"/>
                  <a:gd name="T27" fmla="*/ 4 h 157"/>
                  <a:gd name="T28" fmla="*/ 127 w 136"/>
                  <a:gd name="T29" fmla="*/ 0 h 157"/>
                  <a:gd name="T30" fmla="*/ 75 w 136"/>
                  <a:gd name="T31" fmla="*/ 0 h 157"/>
                  <a:gd name="T32" fmla="*/ 75 w 136"/>
                  <a:gd name="T33" fmla="*/ 4 h 157"/>
                  <a:gd name="T34" fmla="*/ 88 w 136"/>
                  <a:gd name="T35" fmla="*/ 10 h 157"/>
                  <a:gd name="T36" fmla="*/ 83 w 136"/>
                  <a:gd name="T37" fmla="*/ 19 h 157"/>
                  <a:gd name="T38" fmla="*/ 39 w 136"/>
                  <a:gd name="T39" fmla="*/ 71 h 157"/>
                  <a:gd name="T40" fmla="*/ 39 w 136"/>
                  <a:gd name="T41" fmla="*/ 24 h 157"/>
                  <a:gd name="T42" fmla="*/ 58 w 136"/>
                  <a:gd name="T43" fmla="*/ 4 h 157"/>
                  <a:gd name="T44" fmla="*/ 58 w 136"/>
                  <a:gd name="T45" fmla="*/ 0 h 157"/>
                  <a:gd name="T46" fmla="*/ 0 w 136"/>
                  <a:gd name="T47" fmla="*/ 0 h 157"/>
                  <a:gd name="T48" fmla="*/ 0 w 136"/>
                  <a:gd name="T49" fmla="*/ 4 h 157"/>
                  <a:gd name="T50" fmla="*/ 19 w 136"/>
                  <a:gd name="T51" fmla="*/ 24 h 157"/>
                  <a:gd name="T52" fmla="*/ 19 w 136"/>
                  <a:gd name="T53" fmla="*/ 133 h 157"/>
                  <a:gd name="T54" fmla="*/ 0 w 136"/>
                  <a:gd name="T55" fmla="*/ 153 h 157"/>
                  <a:gd name="T56" fmla="*/ 0 w 136"/>
                  <a:gd name="T57" fmla="*/ 157 h 157"/>
                  <a:gd name="T58" fmla="*/ 58 w 136"/>
                  <a:gd name="T59" fmla="*/ 157 h 157"/>
                  <a:gd name="T60" fmla="*/ 58 w 136"/>
                  <a:gd name="T61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7">
                    <a:moveTo>
                      <a:pt x="58" y="153"/>
                    </a:moveTo>
                    <a:cubicBezTo>
                      <a:pt x="46" y="153"/>
                      <a:pt x="39" y="151"/>
                      <a:pt x="39" y="13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0"/>
                      <a:pt x="89" y="144"/>
                      <a:pt x="89" y="147"/>
                    </a:cubicBezTo>
                    <a:cubicBezTo>
                      <a:pt x="89" y="151"/>
                      <a:pt x="85" y="153"/>
                      <a:pt x="76" y="153"/>
                    </a:cubicBezTo>
                    <a:cubicBezTo>
                      <a:pt x="76" y="157"/>
                      <a:pt x="76" y="157"/>
                      <a:pt x="76" y="157"/>
                    </a:cubicBezTo>
                    <a:cubicBezTo>
                      <a:pt x="136" y="157"/>
                      <a:pt x="136" y="157"/>
                      <a:pt x="136" y="157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1"/>
                      <a:pt x="100" y="12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7"/>
                      <a:pt x="115" y="4"/>
                      <a:pt x="127" y="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84" y="4"/>
                      <a:pt x="88" y="6"/>
                      <a:pt x="88" y="10"/>
                    </a:cubicBezTo>
                    <a:cubicBezTo>
                      <a:pt x="88" y="12"/>
                      <a:pt x="85" y="16"/>
                      <a:pt x="83" y="19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8" y="157"/>
                      <a:pt x="58" y="157"/>
                      <a:pt x="58" y="157"/>
                    </a:cubicBezTo>
                    <a:lnTo>
                      <a:pt x="58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9" name="Freeform 8">
                <a:extLst>
                  <a:ext uri="{FF2B5EF4-FFF2-40B4-BE49-F238E27FC236}">
                    <a16:creationId xmlns:a16="http://schemas.microsoft.com/office/drawing/2014/main" id="{536B1985-959E-4F68-BD50-908EF4210B3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9" y="7547"/>
                <a:ext cx="105" cy="119"/>
              </a:xfrm>
              <a:custGeom>
                <a:avLst/>
                <a:gdLst>
                  <a:gd name="T0" fmla="*/ 19 w 142"/>
                  <a:gd name="T1" fmla="*/ 24 h 160"/>
                  <a:gd name="T2" fmla="*/ 19 w 142"/>
                  <a:gd name="T3" fmla="*/ 103 h 160"/>
                  <a:gd name="T4" fmla="*/ 72 w 142"/>
                  <a:gd name="T5" fmla="*/ 160 h 160"/>
                  <a:gd name="T6" fmla="*/ 122 w 142"/>
                  <a:gd name="T7" fmla="*/ 103 h 160"/>
                  <a:gd name="T8" fmla="*/ 122 w 142"/>
                  <a:gd name="T9" fmla="*/ 24 h 160"/>
                  <a:gd name="T10" fmla="*/ 142 w 142"/>
                  <a:gd name="T11" fmla="*/ 4 h 160"/>
                  <a:gd name="T12" fmla="*/ 142 w 142"/>
                  <a:gd name="T13" fmla="*/ 0 h 160"/>
                  <a:gd name="T14" fmla="*/ 90 w 142"/>
                  <a:gd name="T15" fmla="*/ 0 h 160"/>
                  <a:gd name="T16" fmla="*/ 90 w 142"/>
                  <a:gd name="T17" fmla="*/ 4 h 160"/>
                  <a:gd name="T18" fmla="*/ 110 w 142"/>
                  <a:gd name="T19" fmla="*/ 24 h 160"/>
                  <a:gd name="T20" fmla="*/ 110 w 142"/>
                  <a:gd name="T21" fmla="*/ 103 h 160"/>
                  <a:gd name="T22" fmla="*/ 73 w 142"/>
                  <a:gd name="T23" fmla="*/ 150 h 160"/>
                  <a:gd name="T24" fmla="*/ 39 w 142"/>
                  <a:gd name="T25" fmla="*/ 103 h 160"/>
                  <a:gd name="T26" fmla="*/ 39 w 142"/>
                  <a:gd name="T27" fmla="*/ 24 h 160"/>
                  <a:gd name="T28" fmla="*/ 58 w 142"/>
                  <a:gd name="T29" fmla="*/ 4 h 160"/>
                  <a:gd name="T30" fmla="*/ 58 w 142"/>
                  <a:gd name="T31" fmla="*/ 0 h 160"/>
                  <a:gd name="T32" fmla="*/ 0 w 142"/>
                  <a:gd name="T33" fmla="*/ 0 h 160"/>
                  <a:gd name="T34" fmla="*/ 0 w 142"/>
                  <a:gd name="T35" fmla="*/ 4 h 160"/>
                  <a:gd name="T36" fmla="*/ 19 w 142"/>
                  <a:gd name="T37" fmla="*/ 2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60">
                    <a:moveTo>
                      <a:pt x="19" y="24"/>
                    </a:moveTo>
                    <a:cubicBezTo>
                      <a:pt x="19" y="103"/>
                      <a:pt x="19" y="103"/>
                      <a:pt x="19" y="103"/>
                    </a:cubicBezTo>
                    <a:cubicBezTo>
                      <a:pt x="19" y="136"/>
                      <a:pt x="26" y="160"/>
                      <a:pt x="72" y="160"/>
                    </a:cubicBezTo>
                    <a:cubicBezTo>
                      <a:pt x="118" y="160"/>
                      <a:pt x="122" y="135"/>
                      <a:pt x="122" y="10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4"/>
                      <a:pt x="142" y="4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10" y="6"/>
                      <a:pt x="110" y="24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0" y="131"/>
                      <a:pt x="105" y="150"/>
                      <a:pt x="73" y="150"/>
                    </a:cubicBezTo>
                    <a:cubicBezTo>
                      <a:pt x="44" y="150"/>
                      <a:pt x="39" y="127"/>
                      <a:pt x="39" y="10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0" name="Freeform 9">
                <a:extLst>
                  <a:ext uri="{FF2B5EF4-FFF2-40B4-BE49-F238E27FC236}">
                    <a16:creationId xmlns:a16="http://schemas.microsoft.com/office/drawing/2014/main" id="{B0DF34F1-2505-41CD-A66C-A76AE3D632A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6" y="7547"/>
                <a:ext cx="105" cy="117"/>
              </a:xfrm>
              <a:custGeom>
                <a:avLst/>
                <a:gdLst>
                  <a:gd name="T0" fmla="*/ 51 w 141"/>
                  <a:gd name="T1" fmla="*/ 153 h 157"/>
                  <a:gd name="T2" fmla="*/ 32 w 141"/>
                  <a:gd name="T3" fmla="*/ 133 h 157"/>
                  <a:gd name="T4" fmla="*/ 32 w 141"/>
                  <a:gd name="T5" fmla="*/ 21 h 157"/>
                  <a:gd name="T6" fmla="*/ 32 w 141"/>
                  <a:gd name="T7" fmla="*/ 21 h 157"/>
                  <a:gd name="T8" fmla="*/ 105 w 141"/>
                  <a:gd name="T9" fmla="*/ 157 h 157"/>
                  <a:gd name="T10" fmla="*/ 121 w 141"/>
                  <a:gd name="T11" fmla="*/ 157 h 157"/>
                  <a:gd name="T12" fmla="*/ 121 w 141"/>
                  <a:gd name="T13" fmla="*/ 24 h 157"/>
                  <a:gd name="T14" fmla="*/ 141 w 141"/>
                  <a:gd name="T15" fmla="*/ 4 h 157"/>
                  <a:gd name="T16" fmla="*/ 141 w 141"/>
                  <a:gd name="T17" fmla="*/ 0 h 157"/>
                  <a:gd name="T18" fmla="*/ 90 w 141"/>
                  <a:gd name="T19" fmla="*/ 0 h 157"/>
                  <a:gd name="T20" fmla="*/ 90 w 141"/>
                  <a:gd name="T21" fmla="*/ 4 h 157"/>
                  <a:gd name="T22" fmla="*/ 109 w 141"/>
                  <a:gd name="T23" fmla="*/ 24 h 157"/>
                  <a:gd name="T24" fmla="*/ 109 w 141"/>
                  <a:gd name="T25" fmla="*/ 127 h 157"/>
                  <a:gd name="T26" fmla="*/ 108 w 141"/>
                  <a:gd name="T27" fmla="*/ 127 h 157"/>
                  <a:gd name="T28" fmla="*/ 40 w 141"/>
                  <a:gd name="T29" fmla="*/ 0 h 157"/>
                  <a:gd name="T30" fmla="*/ 0 w 141"/>
                  <a:gd name="T31" fmla="*/ 0 h 157"/>
                  <a:gd name="T32" fmla="*/ 0 w 141"/>
                  <a:gd name="T33" fmla="*/ 4 h 157"/>
                  <a:gd name="T34" fmla="*/ 19 w 141"/>
                  <a:gd name="T35" fmla="*/ 24 h 157"/>
                  <a:gd name="T36" fmla="*/ 19 w 141"/>
                  <a:gd name="T37" fmla="*/ 133 h 157"/>
                  <a:gd name="T38" fmla="*/ 0 w 141"/>
                  <a:gd name="T39" fmla="*/ 153 h 157"/>
                  <a:gd name="T40" fmla="*/ 0 w 141"/>
                  <a:gd name="T41" fmla="*/ 157 h 157"/>
                  <a:gd name="T42" fmla="*/ 51 w 141"/>
                  <a:gd name="T43" fmla="*/ 157 h 157"/>
                  <a:gd name="T44" fmla="*/ 51 w 141"/>
                  <a:gd name="T45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7">
                    <a:moveTo>
                      <a:pt x="51" y="153"/>
                    </a:moveTo>
                    <a:cubicBezTo>
                      <a:pt x="39" y="153"/>
                      <a:pt x="32" y="151"/>
                      <a:pt x="32" y="133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105" y="157"/>
                      <a:pt x="105" y="157"/>
                      <a:pt x="105" y="157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1" y="6"/>
                      <a:pt x="128" y="4"/>
                      <a:pt x="141" y="4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8" y="127"/>
                      <a:pt x="108" y="127"/>
                      <a:pt x="108" y="1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1" y="157"/>
                      <a:pt x="51" y="157"/>
                      <a:pt x="51" y="157"/>
                    </a:cubicBezTo>
                    <a:lnTo>
                      <a:pt x="51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1" name="Freeform 10">
                <a:extLst>
                  <a:ext uri="{FF2B5EF4-FFF2-40B4-BE49-F238E27FC236}">
                    <a16:creationId xmlns:a16="http://schemas.microsoft.com/office/drawing/2014/main" id="{08523B20-B5D3-47FC-BC46-1E3683C3F93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40" y="7544"/>
                <a:ext cx="97" cy="122"/>
              </a:xfrm>
              <a:custGeom>
                <a:avLst/>
                <a:gdLst>
                  <a:gd name="T0" fmla="*/ 69 w 129"/>
                  <a:gd name="T1" fmla="*/ 163 h 163"/>
                  <a:gd name="T2" fmla="*/ 111 w 129"/>
                  <a:gd name="T3" fmla="*/ 156 h 163"/>
                  <a:gd name="T4" fmla="*/ 111 w 129"/>
                  <a:gd name="T5" fmla="*/ 97 h 163"/>
                  <a:gd name="T6" fmla="*/ 129 w 129"/>
                  <a:gd name="T7" fmla="*/ 78 h 163"/>
                  <a:gd name="T8" fmla="*/ 129 w 129"/>
                  <a:gd name="T9" fmla="*/ 73 h 163"/>
                  <a:gd name="T10" fmla="*/ 72 w 129"/>
                  <a:gd name="T11" fmla="*/ 73 h 163"/>
                  <a:gd name="T12" fmla="*/ 72 w 129"/>
                  <a:gd name="T13" fmla="*/ 78 h 163"/>
                  <a:gd name="T14" fmla="*/ 91 w 129"/>
                  <a:gd name="T15" fmla="*/ 97 h 163"/>
                  <a:gd name="T16" fmla="*/ 91 w 129"/>
                  <a:gd name="T17" fmla="*/ 150 h 163"/>
                  <a:gd name="T18" fmla="*/ 73 w 129"/>
                  <a:gd name="T19" fmla="*/ 152 h 163"/>
                  <a:gd name="T20" fmla="*/ 22 w 129"/>
                  <a:gd name="T21" fmla="*/ 74 h 163"/>
                  <a:gd name="T22" fmla="*/ 62 w 129"/>
                  <a:gd name="T23" fmla="*/ 10 h 163"/>
                  <a:gd name="T24" fmla="*/ 104 w 129"/>
                  <a:gd name="T25" fmla="*/ 44 h 163"/>
                  <a:gd name="T26" fmla="*/ 110 w 129"/>
                  <a:gd name="T27" fmla="*/ 44 h 163"/>
                  <a:gd name="T28" fmla="*/ 108 w 129"/>
                  <a:gd name="T29" fmla="*/ 7 h 163"/>
                  <a:gd name="T30" fmla="*/ 65 w 129"/>
                  <a:gd name="T31" fmla="*/ 0 h 163"/>
                  <a:gd name="T32" fmla="*/ 0 w 129"/>
                  <a:gd name="T33" fmla="*/ 77 h 163"/>
                  <a:gd name="T34" fmla="*/ 69 w 129"/>
                  <a:gd name="T3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163">
                    <a:moveTo>
                      <a:pt x="69" y="163"/>
                    </a:moveTo>
                    <a:cubicBezTo>
                      <a:pt x="88" y="163"/>
                      <a:pt x="101" y="159"/>
                      <a:pt x="111" y="156"/>
                    </a:cubicBezTo>
                    <a:cubicBezTo>
                      <a:pt x="111" y="97"/>
                      <a:pt x="111" y="97"/>
                      <a:pt x="111" y="97"/>
                    </a:cubicBezTo>
                    <a:cubicBezTo>
                      <a:pt x="111" y="79"/>
                      <a:pt x="118" y="78"/>
                      <a:pt x="129" y="78"/>
                    </a:cubicBezTo>
                    <a:cubicBezTo>
                      <a:pt x="129" y="73"/>
                      <a:pt x="129" y="73"/>
                      <a:pt x="129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83" y="78"/>
                      <a:pt x="91" y="79"/>
                      <a:pt x="91" y="97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87" y="151"/>
                      <a:pt x="83" y="152"/>
                      <a:pt x="73" y="152"/>
                    </a:cubicBezTo>
                    <a:cubicBezTo>
                      <a:pt x="27" y="152"/>
                      <a:pt x="22" y="104"/>
                      <a:pt x="22" y="74"/>
                    </a:cubicBezTo>
                    <a:cubicBezTo>
                      <a:pt x="22" y="46"/>
                      <a:pt x="24" y="10"/>
                      <a:pt x="62" y="10"/>
                    </a:cubicBezTo>
                    <a:cubicBezTo>
                      <a:pt x="93" y="10"/>
                      <a:pt x="102" y="30"/>
                      <a:pt x="104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97" y="4"/>
                      <a:pt x="83" y="0"/>
                      <a:pt x="65" y="0"/>
                    </a:cubicBezTo>
                    <a:cubicBezTo>
                      <a:pt x="14" y="0"/>
                      <a:pt x="0" y="27"/>
                      <a:pt x="0" y="77"/>
                    </a:cubicBezTo>
                    <a:cubicBezTo>
                      <a:pt x="0" y="132"/>
                      <a:pt x="23" y="163"/>
                      <a:pt x="69" y="1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2" name="Freeform 11">
                <a:extLst>
                  <a:ext uri="{FF2B5EF4-FFF2-40B4-BE49-F238E27FC236}">
                    <a16:creationId xmlns:a16="http://schemas.microsoft.com/office/drawing/2014/main" id="{4ADD76BF-62E1-4D81-A9A8-DA9925F7ECC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2" y="7547"/>
                <a:ext cx="75" cy="117"/>
              </a:xfrm>
              <a:custGeom>
                <a:avLst/>
                <a:gdLst>
                  <a:gd name="T0" fmla="*/ 100 w 100"/>
                  <a:gd name="T1" fmla="*/ 123 h 157"/>
                  <a:gd name="T2" fmla="*/ 95 w 100"/>
                  <a:gd name="T3" fmla="*/ 123 h 157"/>
                  <a:gd name="T4" fmla="*/ 68 w 100"/>
                  <a:gd name="T5" fmla="*/ 148 h 157"/>
                  <a:gd name="T6" fmla="*/ 54 w 100"/>
                  <a:gd name="T7" fmla="*/ 148 h 157"/>
                  <a:gd name="T8" fmla="*/ 39 w 100"/>
                  <a:gd name="T9" fmla="*/ 133 h 157"/>
                  <a:gd name="T10" fmla="*/ 39 w 100"/>
                  <a:gd name="T11" fmla="*/ 24 h 157"/>
                  <a:gd name="T12" fmla="*/ 58 w 100"/>
                  <a:gd name="T13" fmla="*/ 4 h 157"/>
                  <a:gd name="T14" fmla="*/ 58 w 100"/>
                  <a:gd name="T15" fmla="*/ 0 h 157"/>
                  <a:gd name="T16" fmla="*/ 0 w 100"/>
                  <a:gd name="T17" fmla="*/ 0 h 157"/>
                  <a:gd name="T18" fmla="*/ 0 w 100"/>
                  <a:gd name="T19" fmla="*/ 4 h 157"/>
                  <a:gd name="T20" fmla="*/ 19 w 100"/>
                  <a:gd name="T21" fmla="*/ 24 h 157"/>
                  <a:gd name="T22" fmla="*/ 19 w 100"/>
                  <a:gd name="T23" fmla="*/ 133 h 157"/>
                  <a:gd name="T24" fmla="*/ 0 w 100"/>
                  <a:gd name="T25" fmla="*/ 153 h 157"/>
                  <a:gd name="T26" fmla="*/ 0 w 100"/>
                  <a:gd name="T27" fmla="*/ 157 h 157"/>
                  <a:gd name="T28" fmla="*/ 99 w 100"/>
                  <a:gd name="T29" fmla="*/ 157 h 157"/>
                  <a:gd name="T30" fmla="*/ 100 w 100"/>
                  <a:gd name="T31" fmla="*/ 1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157">
                    <a:moveTo>
                      <a:pt x="100" y="123"/>
                    </a:moveTo>
                    <a:cubicBezTo>
                      <a:pt x="95" y="123"/>
                      <a:pt x="95" y="123"/>
                      <a:pt x="95" y="123"/>
                    </a:cubicBezTo>
                    <a:cubicBezTo>
                      <a:pt x="91" y="141"/>
                      <a:pt x="87" y="148"/>
                      <a:pt x="68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40" y="148"/>
                      <a:pt x="39" y="147"/>
                      <a:pt x="39" y="13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99" y="157"/>
                      <a:pt x="99" y="157"/>
                      <a:pt x="99" y="157"/>
                    </a:cubicBezTo>
                    <a:lnTo>
                      <a:pt x="100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3" name="Oval 12">
                <a:extLst>
                  <a:ext uri="{FF2B5EF4-FFF2-40B4-BE49-F238E27FC236}">
                    <a16:creationId xmlns:a16="http://schemas.microsoft.com/office/drawing/2014/main" id="{BD32ADB0-B782-443B-8718-24B64C4CFEC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3943" y="7647"/>
                <a:ext cx="18" cy="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4" name="Freeform 13">
                <a:extLst>
                  <a:ext uri="{FF2B5EF4-FFF2-40B4-BE49-F238E27FC236}">
                    <a16:creationId xmlns:a16="http://schemas.microsoft.com/office/drawing/2014/main" id="{B0319E7A-103F-4547-A573-4BD20F720E1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86" y="7728"/>
                <a:ext cx="115" cy="119"/>
              </a:xfrm>
              <a:custGeom>
                <a:avLst/>
                <a:gdLst>
                  <a:gd name="T0" fmla="*/ 25 w 154"/>
                  <a:gd name="T1" fmla="*/ 26 h 160"/>
                  <a:gd name="T2" fmla="*/ 71 w 154"/>
                  <a:gd name="T3" fmla="*/ 160 h 160"/>
                  <a:gd name="T4" fmla="*/ 84 w 154"/>
                  <a:gd name="T5" fmla="*/ 160 h 160"/>
                  <a:gd name="T6" fmla="*/ 129 w 154"/>
                  <a:gd name="T7" fmla="*/ 30 h 160"/>
                  <a:gd name="T8" fmla="*/ 154 w 154"/>
                  <a:gd name="T9" fmla="*/ 5 h 160"/>
                  <a:gd name="T10" fmla="*/ 154 w 154"/>
                  <a:gd name="T11" fmla="*/ 0 h 160"/>
                  <a:gd name="T12" fmla="*/ 105 w 154"/>
                  <a:gd name="T13" fmla="*/ 0 h 160"/>
                  <a:gd name="T14" fmla="*/ 105 w 154"/>
                  <a:gd name="T15" fmla="*/ 5 h 160"/>
                  <a:gd name="T16" fmla="*/ 121 w 154"/>
                  <a:gd name="T17" fmla="*/ 13 h 160"/>
                  <a:gd name="T18" fmla="*/ 118 w 154"/>
                  <a:gd name="T19" fmla="*/ 22 h 160"/>
                  <a:gd name="T20" fmla="*/ 81 w 154"/>
                  <a:gd name="T21" fmla="*/ 131 h 160"/>
                  <a:gd name="T22" fmla="*/ 46 w 154"/>
                  <a:gd name="T23" fmla="*/ 27 h 160"/>
                  <a:gd name="T24" fmla="*/ 43 w 154"/>
                  <a:gd name="T25" fmla="*/ 14 h 160"/>
                  <a:gd name="T26" fmla="*/ 58 w 154"/>
                  <a:gd name="T27" fmla="*/ 5 h 160"/>
                  <a:gd name="T28" fmla="*/ 58 w 154"/>
                  <a:gd name="T29" fmla="*/ 0 h 160"/>
                  <a:gd name="T30" fmla="*/ 0 w 154"/>
                  <a:gd name="T31" fmla="*/ 0 h 160"/>
                  <a:gd name="T32" fmla="*/ 0 w 154"/>
                  <a:gd name="T33" fmla="*/ 5 h 160"/>
                  <a:gd name="T34" fmla="*/ 25 w 154"/>
                  <a:gd name="T3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0">
                    <a:moveTo>
                      <a:pt x="25" y="26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84" y="160"/>
                      <a:pt x="84" y="160"/>
                      <a:pt x="84" y="16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4" y="15"/>
                      <a:pt x="140" y="5"/>
                      <a:pt x="154" y="5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14" y="5"/>
                      <a:pt x="121" y="6"/>
                      <a:pt x="121" y="13"/>
                    </a:cubicBezTo>
                    <a:cubicBezTo>
                      <a:pt x="121" y="15"/>
                      <a:pt x="120" y="19"/>
                      <a:pt x="118" y="22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1"/>
                      <a:pt x="43" y="18"/>
                      <a:pt x="43" y="14"/>
                    </a:cubicBezTo>
                    <a:cubicBezTo>
                      <a:pt x="43" y="8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10"/>
                      <a:pt x="25" y="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5" name="Freeform 14">
                <a:extLst>
                  <a:ext uri="{FF2B5EF4-FFF2-40B4-BE49-F238E27FC236}">
                    <a16:creationId xmlns:a16="http://schemas.microsoft.com/office/drawing/2014/main" id="{2CE51349-8BE0-4183-B250-38772BA2130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08" y="7728"/>
                <a:ext cx="78" cy="118"/>
              </a:xfrm>
              <a:custGeom>
                <a:avLst/>
                <a:gdLst>
                  <a:gd name="T0" fmla="*/ 0 w 105"/>
                  <a:gd name="T1" fmla="*/ 153 h 158"/>
                  <a:gd name="T2" fmla="*/ 0 w 105"/>
                  <a:gd name="T3" fmla="*/ 158 h 158"/>
                  <a:gd name="T4" fmla="*/ 104 w 105"/>
                  <a:gd name="T5" fmla="*/ 158 h 158"/>
                  <a:gd name="T6" fmla="*/ 105 w 105"/>
                  <a:gd name="T7" fmla="*/ 126 h 158"/>
                  <a:gd name="T8" fmla="*/ 100 w 105"/>
                  <a:gd name="T9" fmla="*/ 126 h 158"/>
                  <a:gd name="T10" fmla="*/ 73 w 105"/>
                  <a:gd name="T11" fmla="*/ 148 h 158"/>
                  <a:gd name="T12" fmla="*/ 51 w 105"/>
                  <a:gd name="T13" fmla="*/ 148 h 158"/>
                  <a:gd name="T14" fmla="*/ 39 w 105"/>
                  <a:gd name="T15" fmla="*/ 129 h 158"/>
                  <a:gd name="T16" fmla="*/ 39 w 105"/>
                  <a:gd name="T17" fmla="*/ 80 h 158"/>
                  <a:gd name="T18" fmla="*/ 68 w 105"/>
                  <a:gd name="T19" fmla="*/ 80 h 158"/>
                  <a:gd name="T20" fmla="*/ 88 w 105"/>
                  <a:gd name="T21" fmla="*/ 100 h 158"/>
                  <a:gd name="T22" fmla="*/ 93 w 105"/>
                  <a:gd name="T23" fmla="*/ 100 h 158"/>
                  <a:gd name="T24" fmla="*/ 93 w 105"/>
                  <a:gd name="T25" fmla="*/ 51 h 158"/>
                  <a:gd name="T26" fmla="*/ 88 w 105"/>
                  <a:gd name="T27" fmla="*/ 51 h 158"/>
                  <a:gd name="T28" fmla="*/ 68 w 105"/>
                  <a:gd name="T29" fmla="*/ 71 h 158"/>
                  <a:gd name="T30" fmla="*/ 39 w 105"/>
                  <a:gd name="T31" fmla="*/ 71 h 158"/>
                  <a:gd name="T32" fmla="*/ 39 w 105"/>
                  <a:gd name="T33" fmla="*/ 29 h 158"/>
                  <a:gd name="T34" fmla="*/ 51 w 105"/>
                  <a:gd name="T35" fmla="*/ 9 h 158"/>
                  <a:gd name="T36" fmla="*/ 71 w 105"/>
                  <a:gd name="T37" fmla="*/ 9 h 158"/>
                  <a:gd name="T38" fmla="*/ 97 w 105"/>
                  <a:gd name="T39" fmla="*/ 29 h 158"/>
                  <a:gd name="T40" fmla="*/ 102 w 105"/>
                  <a:gd name="T41" fmla="*/ 29 h 158"/>
                  <a:gd name="T42" fmla="*/ 101 w 105"/>
                  <a:gd name="T43" fmla="*/ 0 h 158"/>
                  <a:gd name="T44" fmla="*/ 0 w 105"/>
                  <a:gd name="T45" fmla="*/ 0 h 158"/>
                  <a:gd name="T46" fmla="*/ 0 w 105"/>
                  <a:gd name="T47" fmla="*/ 5 h 158"/>
                  <a:gd name="T48" fmla="*/ 20 w 105"/>
                  <a:gd name="T49" fmla="*/ 24 h 158"/>
                  <a:gd name="T50" fmla="*/ 20 w 105"/>
                  <a:gd name="T51" fmla="*/ 134 h 158"/>
                  <a:gd name="T52" fmla="*/ 0 w 105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6"/>
                      <a:pt x="105" y="126"/>
                      <a:pt x="105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6" name="Freeform 15">
                <a:extLst>
                  <a:ext uri="{FF2B5EF4-FFF2-40B4-BE49-F238E27FC236}">
                    <a16:creationId xmlns:a16="http://schemas.microsoft.com/office/drawing/2014/main" id="{4CD561D1-CF14-40F2-9C4E-49BAD94F151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98" y="7728"/>
                <a:ext cx="84" cy="118"/>
              </a:xfrm>
              <a:custGeom>
                <a:avLst/>
                <a:gdLst>
                  <a:gd name="T0" fmla="*/ 79 w 114"/>
                  <a:gd name="T1" fmla="*/ 9 h 158"/>
                  <a:gd name="T2" fmla="*/ 108 w 114"/>
                  <a:gd name="T3" fmla="*/ 32 h 158"/>
                  <a:gd name="T4" fmla="*/ 114 w 114"/>
                  <a:gd name="T5" fmla="*/ 32 h 158"/>
                  <a:gd name="T6" fmla="*/ 112 w 114"/>
                  <a:gd name="T7" fmla="*/ 0 h 158"/>
                  <a:gd name="T8" fmla="*/ 2 w 114"/>
                  <a:gd name="T9" fmla="*/ 0 h 158"/>
                  <a:gd name="T10" fmla="*/ 0 w 114"/>
                  <a:gd name="T11" fmla="*/ 32 h 158"/>
                  <a:gd name="T12" fmla="*/ 5 w 114"/>
                  <a:gd name="T13" fmla="*/ 32 h 158"/>
                  <a:gd name="T14" fmla="*/ 34 w 114"/>
                  <a:gd name="T15" fmla="*/ 9 h 158"/>
                  <a:gd name="T16" fmla="*/ 47 w 114"/>
                  <a:gd name="T17" fmla="*/ 9 h 158"/>
                  <a:gd name="T18" fmla="*/ 47 w 114"/>
                  <a:gd name="T19" fmla="*/ 134 h 158"/>
                  <a:gd name="T20" fmla="*/ 26 w 114"/>
                  <a:gd name="T21" fmla="*/ 153 h 158"/>
                  <a:gd name="T22" fmla="*/ 26 w 114"/>
                  <a:gd name="T23" fmla="*/ 158 h 158"/>
                  <a:gd name="T24" fmla="*/ 88 w 114"/>
                  <a:gd name="T25" fmla="*/ 158 h 158"/>
                  <a:gd name="T26" fmla="*/ 88 w 114"/>
                  <a:gd name="T27" fmla="*/ 153 h 158"/>
                  <a:gd name="T28" fmla="*/ 67 w 114"/>
                  <a:gd name="T29" fmla="*/ 134 h 158"/>
                  <a:gd name="T30" fmla="*/ 67 w 114"/>
                  <a:gd name="T31" fmla="*/ 9 h 158"/>
                  <a:gd name="T32" fmla="*/ 79 w 114"/>
                  <a:gd name="T33" fmla="*/ 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58">
                    <a:moveTo>
                      <a:pt x="79" y="9"/>
                    </a:moveTo>
                    <a:cubicBezTo>
                      <a:pt x="100" y="9"/>
                      <a:pt x="107" y="17"/>
                      <a:pt x="108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9"/>
                      <a:pt x="11" y="9"/>
                      <a:pt x="34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134"/>
                      <a:pt x="47" y="134"/>
                      <a:pt x="47" y="134"/>
                    </a:cubicBezTo>
                    <a:cubicBezTo>
                      <a:pt x="47" y="151"/>
                      <a:pt x="39" y="153"/>
                      <a:pt x="26" y="153"/>
                    </a:cubicBezTo>
                    <a:cubicBezTo>
                      <a:pt x="26" y="158"/>
                      <a:pt x="26" y="158"/>
                      <a:pt x="26" y="158"/>
                    </a:cubicBezTo>
                    <a:cubicBezTo>
                      <a:pt x="88" y="158"/>
                      <a:pt x="88" y="158"/>
                      <a:pt x="88" y="158"/>
                    </a:cubicBezTo>
                    <a:cubicBezTo>
                      <a:pt x="88" y="153"/>
                      <a:pt x="88" y="153"/>
                      <a:pt x="88" y="153"/>
                    </a:cubicBezTo>
                    <a:cubicBezTo>
                      <a:pt x="75" y="153"/>
                      <a:pt x="67" y="151"/>
                      <a:pt x="67" y="134"/>
                    </a:cubicBezTo>
                    <a:cubicBezTo>
                      <a:pt x="67" y="9"/>
                      <a:pt x="67" y="9"/>
                      <a:pt x="67" y="9"/>
                    </a:cubicBezTo>
                    <a:lnTo>
                      <a:pt x="79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7" name="Freeform 16">
                <a:extLst>
                  <a:ext uri="{FF2B5EF4-FFF2-40B4-BE49-F238E27FC236}">
                    <a16:creationId xmlns:a16="http://schemas.microsoft.com/office/drawing/2014/main" id="{0A51579D-7174-4F01-8375-C35BC307824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92" y="7728"/>
                <a:ext cx="79" cy="118"/>
              </a:xfrm>
              <a:custGeom>
                <a:avLst/>
                <a:gdLst>
                  <a:gd name="T0" fmla="*/ 0 w 106"/>
                  <a:gd name="T1" fmla="*/ 153 h 158"/>
                  <a:gd name="T2" fmla="*/ 0 w 106"/>
                  <a:gd name="T3" fmla="*/ 158 h 158"/>
                  <a:gd name="T4" fmla="*/ 104 w 106"/>
                  <a:gd name="T5" fmla="*/ 158 h 158"/>
                  <a:gd name="T6" fmla="*/ 106 w 106"/>
                  <a:gd name="T7" fmla="*/ 126 h 158"/>
                  <a:gd name="T8" fmla="*/ 100 w 106"/>
                  <a:gd name="T9" fmla="*/ 126 h 158"/>
                  <a:gd name="T10" fmla="*/ 73 w 106"/>
                  <a:gd name="T11" fmla="*/ 148 h 158"/>
                  <a:gd name="T12" fmla="*/ 51 w 106"/>
                  <a:gd name="T13" fmla="*/ 148 h 158"/>
                  <a:gd name="T14" fmla="*/ 39 w 106"/>
                  <a:gd name="T15" fmla="*/ 129 h 158"/>
                  <a:gd name="T16" fmla="*/ 39 w 106"/>
                  <a:gd name="T17" fmla="*/ 80 h 158"/>
                  <a:gd name="T18" fmla="*/ 68 w 106"/>
                  <a:gd name="T19" fmla="*/ 80 h 158"/>
                  <a:gd name="T20" fmla="*/ 88 w 106"/>
                  <a:gd name="T21" fmla="*/ 100 h 158"/>
                  <a:gd name="T22" fmla="*/ 93 w 106"/>
                  <a:gd name="T23" fmla="*/ 100 h 158"/>
                  <a:gd name="T24" fmla="*/ 93 w 106"/>
                  <a:gd name="T25" fmla="*/ 51 h 158"/>
                  <a:gd name="T26" fmla="*/ 88 w 106"/>
                  <a:gd name="T27" fmla="*/ 51 h 158"/>
                  <a:gd name="T28" fmla="*/ 68 w 106"/>
                  <a:gd name="T29" fmla="*/ 71 h 158"/>
                  <a:gd name="T30" fmla="*/ 39 w 106"/>
                  <a:gd name="T31" fmla="*/ 71 h 158"/>
                  <a:gd name="T32" fmla="*/ 39 w 106"/>
                  <a:gd name="T33" fmla="*/ 29 h 158"/>
                  <a:gd name="T34" fmla="*/ 51 w 106"/>
                  <a:gd name="T35" fmla="*/ 9 h 158"/>
                  <a:gd name="T36" fmla="*/ 71 w 106"/>
                  <a:gd name="T37" fmla="*/ 9 h 158"/>
                  <a:gd name="T38" fmla="*/ 97 w 106"/>
                  <a:gd name="T39" fmla="*/ 29 h 158"/>
                  <a:gd name="T40" fmla="*/ 102 w 106"/>
                  <a:gd name="T41" fmla="*/ 29 h 158"/>
                  <a:gd name="T42" fmla="*/ 101 w 106"/>
                  <a:gd name="T43" fmla="*/ 0 h 158"/>
                  <a:gd name="T44" fmla="*/ 0 w 106"/>
                  <a:gd name="T45" fmla="*/ 0 h 158"/>
                  <a:gd name="T46" fmla="*/ 0 w 106"/>
                  <a:gd name="T47" fmla="*/ 5 h 158"/>
                  <a:gd name="T48" fmla="*/ 20 w 106"/>
                  <a:gd name="T49" fmla="*/ 24 h 158"/>
                  <a:gd name="T50" fmla="*/ 20 w 106"/>
                  <a:gd name="T51" fmla="*/ 134 h 158"/>
                  <a:gd name="T52" fmla="*/ 0 w 106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6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8" name="Freeform 17">
                <a:extLst>
                  <a:ext uri="{FF2B5EF4-FFF2-40B4-BE49-F238E27FC236}">
                    <a16:creationId xmlns:a16="http://schemas.microsoft.com/office/drawing/2014/main" id="{49290FA2-5582-428B-BD48-8943828E145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88" y="7728"/>
                <a:ext cx="105" cy="118"/>
              </a:xfrm>
              <a:custGeom>
                <a:avLst/>
                <a:gdLst>
                  <a:gd name="T0" fmla="*/ 33 w 141"/>
                  <a:gd name="T1" fmla="*/ 22 h 158"/>
                  <a:gd name="T2" fmla="*/ 105 w 141"/>
                  <a:gd name="T3" fmla="*/ 158 h 158"/>
                  <a:gd name="T4" fmla="*/ 122 w 141"/>
                  <a:gd name="T5" fmla="*/ 158 h 158"/>
                  <a:gd name="T6" fmla="*/ 122 w 141"/>
                  <a:gd name="T7" fmla="*/ 24 h 158"/>
                  <a:gd name="T8" fmla="*/ 141 w 141"/>
                  <a:gd name="T9" fmla="*/ 5 h 158"/>
                  <a:gd name="T10" fmla="*/ 141 w 141"/>
                  <a:gd name="T11" fmla="*/ 0 h 158"/>
                  <a:gd name="T12" fmla="*/ 90 w 141"/>
                  <a:gd name="T13" fmla="*/ 0 h 158"/>
                  <a:gd name="T14" fmla="*/ 90 w 141"/>
                  <a:gd name="T15" fmla="*/ 5 h 158"/>
                  <a:gd name="T16" fmla="*/ 109 w 141"/>
                  <a:gd name="T17" fmla="*/ 24 h 158"/>
                  <a:gd name="T18" fmla="*/ 109 w 141"/>
                  <a:gd name="T19" fmla="*/ 127 h 158"/>
                  <a:gd name="T20" fmla="*/ 109 w 141"/>
                  <a:gd name="T21" fmla="*/ 127 h 158"/>
                  <a:gd name="T22" fmla="*/ 41 w 141"/>
                  <a:gd name="T23" fmla="*/ 0 h 158"/>
                  <a:gd name="T24" fmla="*/ 0 w 141"/>
                  <a:gd name="T25" fmla="*/ 0 h 158"/>
                  <a:gd name="T26" fmla="*/ 0 w 141"/>
                  <a:gd name="T27" fmla="*/ 5 h 158"/>
                  <a:gd name="T28" fmla="*/ 20 w 141"/>
                  <a:gd name="T29" fmla="*/ 24 h 158"/>
                  <a:gd name="T30" fmla="*/ 20 w 141"/>
                  <a:gd name="T31" fmla="*/ 134 h 158"/>
                  <a:gd name="T32" fmla="*/ 0 w 141"/>
                  <a:gd name="T33" fmla="*/ 153 h 158"/>
                  <a:gd name="T34" fmla="*/ 0 w 141"/>
                  <a:gd name="T35" fmla="*/ 158 h 158"/>
                  <a:gd name="T36" fmla="*/ 52 w 141"/>
                  <a:gd name="T37" fmla="*/ 158 h 158"/>
                  <a:gd name="T38" fmla="*/ 52 w 141"/>
                  <a:gd name="T39" fmla="*/ 153 h 158"/>
                  <a:gd name="T40" fmla="*/ 32 w 141"/>
                  <a:gd name="T41" fmla="*/ 134 h 158"/>
                  <a:gd name="T42" fmla="*/ 32 w 141"/>
                  <a:gd name="T43" fmla="*/ 22 h 158"/>
                  <a:gd name="T44" fmla="*/ 33 w 141"/>
                  <a:gd name="T45" fmla="*/ 2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33" y="22"/>
                    </a:move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102" y="5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39" y="153"/>
                      <a:pt x="32" y="151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lnTo>
                      <a:pt x="3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9" name="Freeform 18">
                <a:extLst>
                  <a:ext uri="{FF2B5EF4-FFF2-40B4-BE49-F238E27FC236}">
                    <a16:creationId xmlns:a16="http://schemas.microsoft.com/office/drawing/2014/main" id="{380A9BF7-C6F5-4435-99EC-17B7BA49CD8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09" y="7726"/>
                <a:ext cx="70" cy="121"/>
              </a:xfrm>
              <a:custGeom>
                <a:avLst/>
                <a:gdLst>
                  <a:gd name="T0" fmla="*/ 2 w 94"/>
                  <a:gd name="T1" fmla="*/ 40 h 162"/>
                  <a:gd name="T2" fmla="*/ 16 w 94"/>
                  <a:gd name="T3" fmla="*/ 71 h 162"/>
                  <a:gd name="T4" fmla="*/ 73 w 94"/>
                  <a:gd name="T5" fmla="*/ 122 h 162"/>
                  <a:gd name="T6" fmla="*/ 41 w 94"/>
                  <a:gd name="T7" fmla="*/ 151 h 162"/>
                  <a:gd name="T8" fmla="*/ 5 w 94"/>
                  <a:gd name="T9" fmla="*/ 124 h 162"/>
                  <a:gd name="T10" fmla="*/ 0 w 94"/>
                  <a:gd name="T11" fmla="*/ 124 h 162"/>
                  <a:gd name="T12" fmla="*/ 1 w 94"/>
                  <a:gd name="T13" fmla="*/ 158 h 162"/>
                  <a:gd name="T14" fmla="*/ 39 w 94"/>
                  <a:gd name="T15" fmla="*/ 162 h 162"/>
                  <a:gd name="T16" fmla="*/ 94 w 94"/>
                  <a:gd name="T17" fmla="*/ 118 h 162"/>
                  <a:gd name="T18" fmla="*/ 65 w 94"/>
                  <a:gd name="T19" fmla="*/ 75 h 162"/>
                  <a:gd name="T20" fmla="*/ 19 w 94"/>
                  <a:gd name="T21" fmla="*/ 35 h 162"/>
                  <a:gd name="T22" fmla="*/ 47 w 94"/>
                  <a:gd name="T23" fmla="*/ 9 h 162"/>
                  <a:gd name="T24" fmla="*/ 82 w 94"/>
                  <a:gd name="T25" fmla="*/ 36 h 162"/>
                  <a:gd name="T26" fmla="*/ 87 w 94"/>
                  <a:gd name="T27" fmla="*/ 36 h 162"/>
                  <a:gd name="T28" fmla="*/ 86 w 94"/>
                  <a:gd name="T29" fmla="*/ 4 h 162"/>
                  <a:gd name="T30" fmla="*/ 51 w 94"/>
                  <a:gd name="T31" fmla="*/ 0 h 162"/>
                  <a:gd name="T32" fmla="*/ 2 w 94"/>
                  <a:gd name="T33" fmla="*/ 4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2" y="40"/>
                    </a:move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3" y="96"/>
                      <a:pt x="73" y="122"/>
                    </a:cubicBezTo>
                    <a:cubicBezTo>
                      <a:pt x="73" y="138"/>
                      <a:pt x="61" y="151"/>
                      <a:pt x="41" y="151"/>
                    </a:cubicBezTo>
                    <a:cubicBezTo>
                      <a:pt x="18" y="151"/>
                      <a:pt x="7" y="137"/>
                      <a:pt x="5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7" y="159"/>
                      <a:pt x="24" y="162"/>
                      <a:pt x="39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2" y="86"/>
                      <a:pt x="65" y="75"/>
                    </a:cubicBezTo>
                    <a:cubicBezTo>
                      <a:pt x="46" y="63"/>
                      <a:pt x="19" y="56"/>
                      <a:pt x="19" y="35"/>
                    </a:cubicBezTo>
                    <a:cubicBezTo>
                      <a:pt x="19" y="19"/>
                      <a:pt x="32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1" y="0"/>
                    </a:cubicBezTo>
                    <a:cubicBezTo>
                      <a:pt x="24" y="0"/>
                      <a:pt x="2" y="11"/>
                      <a:pt x="2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0" name="Freeform 19">
                <a:extLst>
                  <a:ext uri="{FF2B5EF4-FFF2-40B4-BE49-F238E27FC236}">
                    <a16:creationId xmlns:a16="http://schemas.microsoft.com/office/drawing/2014/main" id="{680B747A-6693-4BAE-99B1-9EC9160CDF2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97" y="7726"/>
                <a:ext cx="209" cy="120"/>
              </a:xfrm>
              <a:custGeom>
                <a:avLst/>
                <a:gdLst>
                  <a:gd name="T0" fmla="*/ 224 w 282"/>
                  <a:gd name="T1" fmla="*/ 155 h 160"/>
                  <a:gd name="T2" fmla="*/ 224 w 282"/>
                  <a:gd name="T3" fmla="*/ 160 h 160"/>
                  <a:gd name="T4" fmla="*/ 282 w 282"/>
                  <a:gd name="T5" fmla="*/ 160 h 160"/>
                  <a:gd name="T6" fmla="*/ 282 w 282"/>
                  <a:gd name="T7" fmla="*/ 155 h 160"/>
                  <a:gd name="T8" fmla="*/ 256 w 282"/>
                  <a:gd name="T9" fmla="*/ 131 h 160"/>
                  <a:gd name="T10" fmla="*/ 210 w 282"/>
                  <a:gd name="T11" fmla="*/ 0 h 160"/>
                  <a:gd name="T12" fmla="*/ 198 w 282"/>
                  <a:gd name="T13" fmla="*/ 0 h 160"/>
                  <a:gd name="T14" fmla="*/ 152 w 282"/>
                  <a:gd name="T15" fmla="*/ 129 h 160"/>
                  <a:gd name="T16" fmla="*/ 131 w 282"/>
                  <a:gd name="T17" fmla="*/ 155 h 160"/>
                  <a:gd name="T18" fmla="*/ 100 w 282"/>
                  <a:gd name="T19" fmla="*/ 131 h 160"/>
                  <a:gd name="T20" fmla="*/ 54 w 282"/>
                  <a:gd name="T21" fmla="*/ 71 h 160"/>
                  <a:gd name="T22" fmla="*/ 95 w 282"/>
                  <a:gd name="T23" fmla="*/ 23 h 160"/>
                  <a:gd name="T24" fmla="*/ 127 w 282"/>
                  <a:gd name="T25" fmla="*/ 7 h 160"/>
                  <a:gd name="T26" fmla="*/ 127 w 282"/>
                  <a:gd name="T27" fmla="*/ 2 h 160"/>
                  <a:gd name="T28" fmla="*/ 75 w 282"/>
                  <a:gd name="T29" fmla="*/ 2 h 160"/>
                  <a:gd name="T30" fmla="*/ 75 w 282"/>
                  <a:gd name="T31" fmla="*/ 7 h 160"/>
                  <a:gd name="T32" fmla="*/ 88 w 282"/>
                  <a:gd name="T33" fmla="*/ 12 h 160"/>
                  <a:gd name="T34" fmla="*/ 83 w 282"/>
                  <a:gd name="T35" fmla="*/ 21 h 160"/>
                  <a:gd name="T36" fmla="*/ 39 w 282"/>
                  <a:gd name="T37" fmla="*/ 73 h 160"/>
                  <a:gd name="T38" fmla="*/ 39 w 282"/>
                  <a:gd name="T39" fmla="*/ 26 h 160"/>
                  <a:gd name="T40" fmla="*/ 58 w 282"/>
                  <a:gd name="T41" fmla="*/ 7 h 160"/>
                  <a:gd name="T42" fmla="*/ 58 w 282"/>
                  <a:gd name="T43" fmla="*/ 2 h 160"/>
                  <a:gd name="T44" fmla="*/ 0 w 282"/>
                  <a:gd name="T45" fmla="*/ 2 h 160"/>
                  <a:gd name="T46" fmla="*/ 0 w 282"/>
                  <a:gd name="T47" fmla="*/ 7 h 160"/>
                  <a:gd name="T48" fmla="*/ 19 w 282"/>
                  <a:gd name="T49" fmla="*/ 26 h 160"/>
                  <a:gd name="T50" fmla="*/ 19 w 282"/>
                  <a:gd name="T51" fmla="*/ 136 h 160"/>
                  <a:gd name="T52" fmla="*/ 0 w 282"/>
                  <a:gd name="T53" fmla="*/ 155 h 160"/>
                  <a:gd name="T54" fmla="*/ 0 w 282"/>
                  <a:gd name="T55" fmla="*/ 160 h 160"/>
                  <a:gd name="T56" fmla="*/ 58 w 282"/>
                  <a:gd name="T57" fmla="*/ 160 h 160"/>
                  <a:gd name="T58" fmla="*/ 58 w 282"/>
                  <a:gd name="T59" fmla="*/ 155 h 160"/>
                  <a:gd name="T60" fmla="*/ 39 w 282"/>
                  <a:gd name="T61" fmla="*/ 136 h 160"/>
                  <a:gd name="T62" fmla="*/ 39 w 282"/>
                  <a:gd name="T63" fmla="*/ 80 h 160"/>
                  <a:gd name="T64" fmla="*/ 39 w 282"/>
                  <a:gd name="T65" fmla="*/ 80 h 160"/>
                  <a:gd name="T66" fmla="*/ 81 w 282"/>
                  <a:gd name="T67" fmla="*/ 136 h 160"/>
                  <a:gd name="T68" fmla="*/ 89 w 282"/>
                  <a:gd name="T69" fmla="*/ 149 h 160"/>
                  <a:gd name="T70" fmla="*/ 76 w 282"/>
                  <a:gd name="T71" fmla="*/ 155 h 160"/>
                  <a:gd name="T72" fmla="*/ 76 w 282"/>
                  <a:gd name="T73" fmla="*/ 160 h 160"/>
                  <a:gd name="T74" fmla="*/ 125 w 282"/>
                  <a:gd name="T75" fmla="*/ 160 h 160"/>
                  <a:gd name="T76" fmla="*/ 136 w 282"/>
                  <a:gd name="T77" fmla="*/ 160 h 160"/>
                  <a:gd name="T78" fmla="*/ 175 w 282"/>
                  <a:gd name="T79" fmla="*/ 160 h 160"/>
                  <a:gd name="T80" fmla="*/ 175 w 282"/>
                  <a:gd name="T81" fmla="*/ 155 h 160"/>
                  <a:gd name="T82" fmla="*/ 160 w 282"/>
                  <a:gd name="T83" fmla="*/ 147 h 160"/>
                  <a:gd name="T84" fmla="*/ 162 w 282"/>
                  <a:gd name="T85" fmla="*/ 136 h 160"/>
                  <a:gd name="T86" fmla="*/ 172 w 282"/>
                  <a:gd name="T87" fmla="*/ 107 h 160"/>
                  <a:gd name="T88" fmla="*/ 227 w 282"/>
                  <a:gd name="T89" fmla="*/ 107 h 160"/>
                  <a:gd name="T90" fmla="*/ 238 w 282"/>
                  <a:gd name="T91" fmla="*/ 137 h 160"/>
                  <a:gd name="T92" fmla="*/ 240 w 282"/>
                  <a:gd name="T93" fmla="*/ 147 h 160"/>
                  <a:gd name="T94" fmla="*/ 224 w 282"/>
                  <a:gd name="T95" fmla="*/ 155 h 160"/>
                  <a:gd name="T96" fmla="*/ 175 w 282"/>
                  <a:gd name="T97" fmla="*/ 98 h 160"/>
                  <a:gd name="T98" fmla="*/ 200 w 282"/>
                  <a:gd name="T99" fmla="*/ 26 h 160"/>
                  <a:gd name="T100" fmla="*/ 224 w 282"/>
                  <a:gd name="T101" fmla="*/ 98 h 160"/>
                  <a:gd name="T102" fmla="*/ 175 w 282"/>
                  <a:gd name="T103" fmla="*/ 9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160">
                    <a:moveTo>
                      <a:pt x="224" y="155"/>
                    </a:move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82" y="160"/>
                      <a:pt x="282" y="160"/>
                      <a:pt x="282" y="160"/>
                    </a:cubicBezTo>
                    <a:cubicBezTo>
                      <a:pt x="282" y="155"/>
                      <a:pt x="282" y="155"/>
                      <a:pt x="282" y="155"/>
                    </a:cubicBezTo>
                    <a:cubicBezTo>
                      <a:pt x="267" y="155"/>
                      <a:pt x="262" y="145"/>
                      <a:pt x="256" y="13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52" y="129"/>
                      <a:pt x="152" y="129"/>
                      <a:pt x="152" y="129"/>
                    </a:cubicBezTo>
                    <a:cubicBezTo>
                      <a:pt x="146" y="145"/>
                      <a:pt x="144" y="153"/>
                      <a:pt x="131" y="155"/>
                    </a:cubicBezTo>
                    <a:cubicBezTo>
                      <a:pt x="119" y="152"/>
                      <a:pt x="109" y="142"/>
                      <a:pt x="100" y="13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106" y="10"/>
                      <a:pt x="115" y="7"/>
                      <a:pt x="127" y="7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84" y="7"/>
                      <a:pt x="88" y="9"/>
                      <a:pt x="88" y="12"/>
                    </a:cubicBezTo>
                    <a:cubicBezTo>
                      <a:pt x="88" y="14"/>
                      <a:pt x="85" y="18"/>
                      <a:pt x="83" y="21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8"/>
                      <a:pt x="46" y="7"/>
                      <a:pt x="58" y="7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7"/>
                      <a:pt x="19" y="8"/>
                      <a:pt x="19" y="2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53"/>
                      <a:pt x="12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8" y="160"/>
                      <a:pt x="58" y="160"/>
                      <a:pt x="58" y="160"/>
                    </a:cubicBezTo>
                    <a:cubicBezTo>
                      <a:pt x="58" y="155"/>
                      <a:pt x="58" y="155"/>
                      <a:pt x="58" y="155"/>
                    </a:cubicBezTo>
                    <a:cubicBezTo>
                      <a:pt x="46" y="155"/>
                      <a:pt x="39" y="153"/>
                      <a:pt x="39" y="136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81" y="136"/>
                      <a:pt x="81" y="136"/>
                      <a:pt x="81" y="136"/>
                    </a:cubicBezTo>
                    <a:cubicBezTo>
                      <a:pt x="86" y="142"/>
                      <a:pt x="89" y="147"/>
                      <a:pt x="89" y="149"/>
                    </a:cubicBezTo>
                    <a:cubicBezTo>
                      <a:pt x="89" y="153"/>
                      <a:pt x="85" y="155"/>
                      <a:pt x="76" y="155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75" y="160"/>
                      <a:pt x="175" y="160"/>
                      <a:pt x="175" y="160"/>
                    </a:cubicBezTo>
                    <a:cubicBezTo>
                      <a:pt x="175" y="155"/>
                      <a:pt x="175" y="155"/>
                      <a:pt x="175" y="155"/>
                    </a:cubicBezTo>
                    <a:cubicBezTo>
                      <a:pt x="167" y="155"/>
                      <a:pt x="160" y="154"/>
                      <a:pt x="160" y="147"/>
                    </a:cubicBezTo>
                    <a:cubicBezTo>
                      <a:pt x="160" y="144"/>
                      <a:pt x="161" y="140"/>
                      <a:pt x="162" y="136"/>
                    </a:cubicBezTo>
                    <a:cubicBezTo>
                      <a:pt x="172" y="107"/>
                      <a:pt x="172" y="107"/>
                      <a:pt x="172" y="107"/>
                    </a:cubicBezTo>
                    <a:cubicBezTo>
                      <a:pt x="227" y="107"/>
                      <a:pt x="227" y="107"/>
                      <a:pt x="227" y="107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39" y="140"/>
                      <a:pt x="240" y="144"/>
                      <a:pt x="240" y="147"/>
                    </a:cubicBezTo>
                    <a:cubicBezTo>
                      <a:pt x="240" y="153"/>
                      <a:pt x="231" y="155"/>
                      <a:pt x="224" y="155"/>
                    </a:cubicBezTo>
                    <a:moveTo>
                      <a:pt x="175" y="98"/>
                    </a:moveTo>
                    <a:cubicBezTo>
                      <a:pt x="200" y="26"/>
                      <a:pt x="200" y="26"/>
                      <a:pt x="200" y="26"/>
                    </a:cubicBezTo>
                    <a:cubicBezTo>
                      <a:pt x="224" y="98"/>
                      <a:pt x="224" y="98"/>
                      <a:pt x="224" y="98"/>
                    </a:cubicBezTo>
                    <a:lnTo>
                      <a:pt x="175" y="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1" name="Freeform 20">
                <a:extLst>
                  <a:ext uri="{FF2B5EF4-FFF2-40B4-BE49-F238E27FC236}">
                    <a16:creationId xmlns:a16="http://schemas.microsoft.com/office/drawing/2014/main" id="{032F457C-8C32-4AA4-B41A-3A25C273A19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209" y="7728"/>
                <a:ext cx="82" cy="118"/>
              </a:xfrm>
              <a:custGeom>
                <a:avLst/>
                <a:gdLst>
                  <a:gd name="T0" fmla="*/ 58 w 110"/>
                  <a:gd name="T1" fmla="*/ 153 h 158"/>
                  <a:gd name="T2" fmla="*/ 39 w 110"/>
                  <a:gd name="T3" fmla="*/ 134 h 158"/>
                  <a:gd name="T4" fmla="*/ 39 w 110"/>
                  <a:gd name="T5" fmla="*/ 82 h 158"/>
                  <a:gd name="T6" fmla="*/ 51 w 110"/>
                  <a:gd name="T7" fmla="*/ 82 h 158"/>
                  <a:gd name="T8" fmla="*/ 110 w 110"/>
                  <a:gd name="T9" fmla="*/ 41 h 158"/>
                  <a:gd name="T10" fmla="*/ 58 w 110"/>
                  <a:gd name="T11" fmla="*/ 0 h 158"/>
                  <a:gd name="T12" fmla="*/ 0 w 110"/>
                  <a:gd name="T13" fmla="*/ 0 h 158"/>
                  <a:gd name="T14" fmla="*/ 0 w 110"/>
                  <a:gd name="T15" fmla="*/ 5 h 158"/>
                  <a:gd name="T16" fmla="*/ 19 w 110"/>
                  <a:gd name="T17" fmla="*/ 24 h 158"/>
                  <a:gd name="T18" fmla="*/ 19 w 110"/>
                  <a:gd name="T19" fmla="*/ 134 h 158"/>
                  <a:gd name="T20" fmla="*/ 0 w 110"/>
                  <a:gd name="T21" fmla="*/ 153 h 158"/>
                  <a:gd name="T22" fmla="*/ 0 w 110"/>
                  <a:gd name="T23" fmla="*/ 158 h 158"/>
                  <a:gd name="T24" fmla="*/ 58 w 110"/>
                  <a:gd name="T25" fmla="*/ 158 h 158"/>
                  <a:gd name="T26" fmla="*/ 58 w 110"/>
                  <a:gd name="T27" fmla="*/ 153 h 158"/>
                  <a:gd name="T28" fmla="*/ 39 w 110"/>
                  <a:gd name="T29" fmla="*/ 29 h 158"/>
                  <a:gd name="T30" fmla="*/ 58 w 110"/>
                  <a:gd name="T31" fmla="*/ 9 h 158"/>
                  <a:gd name="T32" fmla="*/ 90 w 110"/>
                  <a:gd name="T33" fmla="*/ 41 h 158"/>
                  <a:gd name="T34" fmla="*/ 51 w 110"/>
                  <a:gd name="T35" fmla="*/ 72 h 158"/>
                  <a:gd name="T36" fmla="*/ 39 w 110"/>
                  <a:gd name="T37" fmla="*/ 72 h 158"/>
                  <a:gd name="T38" fmla="*/ 39 w 110"/>
                  <a:gd name="T39" fmla="*/ 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158">
                    <a:moveTo>
                      <a:pt x="58" y="153"/>
                    </a:moveTo>
                    <a:cubicBezTo>
                      <a:pt x="46" y="153"/>
                      <a:pt x="39" y="151"/>
                      <a:pt x="39" y="134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75" y="82"/>
                      <a:pt x="110" y="82"/>
                      <a:pt x="110" y="41"/>
                    </a:cubicBezTo>
                    <a:cubicBezTo>
                      <a:pt x="110" y="5"/>
                      <a:pt x="87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6"/>
                      <a:pt x="19" y="24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lnTo>
                      <a:pt x="58" y="153"/>
                    </a:lnTo>
                    <a:close/>
                    <a:moveTo>
                      <a:pt x="39" y="29"/>
                    </a:moveTo>
                    <a:cubicBezTo>
                      <a:pt x="39" y="10"/>
                      <a:pt x="40" y="9"/>
                      <a:pt x="58" y="9"/>
                    </a:cubicBezTo>
                    <a:cubicBezTo>
                      <a:pt x="78" y="9"/>
                      <a:pt x="90" y="18"/>
                      <a:pt x="90" y="41"/>
                    </a:cubicBezTo>
                    <a:cubicBezTo>
                      <a:pt x="90" y="68"/>
                      <a:pt x="74" y="72"/>
                      <a:pt x="51" y="72"/>
                    </a:cubicBezTo>
                    <a:cubicBezTo>
                      <a:pt x="39" y="72"/>
                      <a:pt x="39" y="72"/>
                      <a:pt x="39" y="72"/>
                    </a:cubicBezTo>
                    <a:lnTo>
                      <a:pt x="39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2" name="Freeform 21">
                <a:extLst>
                  <a:ext uri="{FF2B5EF4-FFF2-40B4-BE49-F238E27FC236}">
                    <a16:creationId xmlns:a16="http://schemas.microsoft.com/office/drawing/2014/main" id="{E5A2ED22-E1FA-42E4-82FC-9DE5CF8C29E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0" y="7726"/>
                <a:ext cx="70" cy="121"/>
              </a:xfrm>
              <a:custGeom>
                <a:avLst/>
                <a:gdLst>
                  <a:gd name="T0" fmla="*/ 41 w 94"/>
                  <a:gd name="T1" fmla="*/ 151 h 162"/>
                  <a:gd name="T2" fmla="*/ 6 w 94"/>
                  <a:gd name="T3" fmla="*/ 124 h 162"/>
                  <a:gd name="T4" fmla="*/ 0 w 94"/>
                  <a:gd name="T5" fmla="*/ 124 h 162"/>
                  <a:gd name="T6" fmla="*/ 2 w 94"/>
                  <a:gd name="T7" fmla="*/ 158 h 162"/>
                  <a:gd name="T8" fmla="*/ 40 w 94"/>
                  <a:gd name="T9" fmla="*/ 162 h 162"/>
                  <a:gd name="T10" fmla="*/ 94 w 94"/>
                  <a:gd name="T11" fmla="*/ 118 h 162"/>
                  <a:gd name="T12" fmla="*/ 65 w 94"/>
                  <a:gd name="T13" fmla="*/ 75 h 162"/>
                  <a:gd name="T14" fmla="*/ 20 w 94"/>
                  <a:gd name="T15" fmla="*/ 35 h 162"/>
                  <a:gd name="T16" fmla="*/ 47 w 94"/>
                  <a:gd name="T17" fmla="*/ 9 h 162"/>
                  <a:gd name="T18" fmla="*/ 82 w 94"/>
                  <a:gd name="T19" fmla="*/ 36 h 162"/>
                  <a:gd name="T20" fmla="*/ 87 w 94"/>
                  <a:gd name="T21" fmla="*/ 36 h 162"/>
                  <a:gd name="T22" fmla="*/ 86 w 94"/>
                  <a:gd name="T23" fmla="*/ 4 h 162"/>
                  <a:gd name="T24" fmla="*/ 52 w 94"/>
                  <a:gd name="T25" fmla="*/ 0 h 162"/>
                  <a:gd name="T26" fmla="*/ 2 w 94"/>
                  <a:gd name="T27" fmla="*/ 40 h 162"/>
                  <a:gd name="T28" fmla="*/ 16 w 94"/>
                  <a:gd name="T29" fmla="*/ 71 h 162"/>
                  <a:gd name="T30" fmla="*/ 74 w 94"/>
                  <a:gd name="T31" fmla="*/ 122 h 162"/>
                  <a:gd name="T32" fmla="*/ 41 w 94"/>
                  <a:gd name="T33" fmla="*/ 15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41" y="151"/>
                    </a:moveTo>
                    <a:cubicBezTo>
                      <a:pt x="18" y="151"/>
                      <a:pt x="7" y="137"/>
                      <a:pt x="6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7" y="159"/>
                      <a:pt x="25" y="162"/>
                      <a:pt x="40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3" y="86"/>
                      <a:pt x="65" y="75"/>
                    </a:cubicBezTo>
                    <a:cubicBezTo>
                      <a:pt x="46" y="63"/>
                      <a:pt x="20" y="56"/>
                      <a:pt x="20" y="35"/>
                    </a:cubicBezTo>
                    <a:cubicBezTo>
                      <a:pt x="20" y="19"/>
                      <a:pt x="33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2" y="0"/>
                    </a:cubicBezTo>
                    <a:cubicBezTo>
                      <a:pt x="24" y="0"/>
                      <a:pt x="2" y="11"/>
                      <a:pt x="2" y="40"/>
                    </a:cubicBez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4" y="96"/>
                      <a:pt x="74" y="122"/>
                    </a:cubicBezTo>
                    <a:cubicBezTo>
                      <a:pt x="74" y="138"/>
                      <a:pt x="61" y="151"/>
                      <a:pt x="41" y="1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3" name="Freeform 22">
                <a:extLst>
                  <a:ext uri="{FF2B5EF4-FFF2-40B4-BE49-F238E27FC236}">
                    <a16:creationId xmlns:a16="http://schemas.microsoft.com/office/drawing/2014/main" id="{BFE887D0-9E7A-4D55-8959-B3BC30DF077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87" y="7907"/>
                <a:ext cx="116" cy="119"/>
              </a:xfrm>
              <a:custGeom>
                <a:avLst/>
                <a:gdLst>
                  <a:gd name="T0" fmla="*/ 35 w 156"/>
                  <a:gd name="T1" fmla="*/ 147 h 160"/>
                  <a:gd name="T2" fmla="*/ 37 w 156"/>
                  <a:gd name="T3" fmla="*/ 136 h 160"/>
                  <a:gd name="T4" fmla="*/ 47 w 156"/>
                  <a:gd name="T5" fmla="*/ 108 h 160"/>
                  <a:gd name="T6" fmla="*/ 102 w 156"/>
                  <a:gd name="T7" fmla="*/ 108 h 160"/>
                  <a:gd name="T8" fmla="*/ 113 w 156"/>
                  <a:gd name="T9" fmla="*/ 138 h 160"/>
                  <a:gd name="T10" fmla="*/ 115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3 w 156"/>
                  <a:gd name="T25" fmla="*/ 0 h 160"/>
                  <a:gd name="T26" fmla="*/ 27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5 w 156"/>
                  <a:gd name="T37" fmla="*/ 147 h 160"/>
                  <a:gd name="T38" fmla="*/ 75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5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5" y="147"/>
                    </a:moveTo>
                    <a:cubicBezTo>
                      <a:pt x="35" y="144"/>
                      <a:pt x="36" y="140"/>
                      <a:pt x="37" y="136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3" y="140"/>
                      <a:pt x="115" y="144"/>
                      <a:pt x="115" y="148"/>
                    </a:cubicBezTo>
                    <a:cubicBezTo>
                      <a:pt x="115" y="154"/>
                      <a:pt x="106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2" y="155"/>
                      <a:pt x="35" y="154"/>
                      <a:pt x="35" y="147"/>
                    </a:cubicBezTo>
                    <a:moveTo>
                      <a:pt x="75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5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4" name="Freeform 23">
                <a:extLst>
                  <a:ext uri="{FF2B5EF4-FFF2-40B4-BE49-F238E27FC236}">
                    <a16:creationId xmlns:a16="http://schemas.microsoft.com/office/drawing/2014/main" id="{73FE8073-2FAE-4C42-B2ED-0BCC506A7C6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12" y="7908"/>
                <a:ext cx="101" cy="118"/>
              </a:xfrm>
              <a:custGeom>
                <a:avLst/>
                <a:gdLst>
                  <a:gd name="T0" fmla="*/ 39 w 136"/>
                  <a:gd name="T1" fmla="*/ 134 h 158"/>
                  <a:gd name="T2" fmla="*/ 39 w 136"/>
                  <a:gd name="T3" fmla="*/ 79 h 158"/>
                  <a:gd name="T4" fmla="*/ 39 w 136"/>
                  <a:gd name="T5" fmla="*/ 79 h 158"/>
                  <a:gd name="T6" fmla="*/ 81 w 136"/>
                  <a:gd name="T7" fmla="*/ 134 h 158"/>
                  <a:gd name="T8" fmla="*/ 89 w 136"/>
                  <a:gd name="T9" fmla="*/ 148 h 158"/>
                  <a:gd name="T10" fmla="*/ 76 w 136"/>
                  <a:gd name="T11" fmla="*/ 153 h 158"/>
                  <a:gd name="T12" fmla="*/ 76 w 136"/>
                  <a:gd name="T13" fmla="*/ 158 h 158"/>
                  <a:gd name="T14" fmla="*/ 136 w 136"/>
                  <a:gd name="T15" fmla="*/ 158 h 158"/>
                  <a:gd name="T16" fmla="*/ 136 w 136"/>
                  <a:gd name="T17" fmla="*/ 153 h 158"/>
                  <a:gd name="T18" fmla="*/ 100 w 136"/>
                  <a:gd name="T19" fmla="*/ 129 h 158"/>
                  <a:gd name="T20" fmla="*/ 54 w 136"/>
                  <a:gd name="T21" fmla="*/ 69 h 158"/>
                  <a:gd name="T22" fmla="*/ 95 w 136"/>
                  <a:gd name="T23" fmla="*/ 21 h 158"/>
                  <a:gd name="T24" fmla="*/ 127 w 136"/>
                  <a:gd name="T25" fmla="*/ 5 h 158"/>
                  <a:gd name="T26" fmla="*/ 127 w 136"/>
                  <a:gd name="T27" fmla="*/ 0 h 158"/>
                  <a:gd name="T28" fmla="*/ 76 w 136"/>
                  <a:gd name="T29" fmla="*/ 0 h 158"/>
                  <a:gd name="T30" fmla="*/ 76 w 136"/>
                  <a:gd name="T31" fmla="*/ 5 h 158"/>
                  <a:gd name="T32" fmla="*/ 88 w 136"/>
                  <a:gd name="T33" fmla="*/ 10 h 158"/>
                  <a:gd name="T34" fmla="*/ 83 w 136"/>
                  <a:gd name="T35" fmla="*/ 19 h 158"/>
                  <a:gd name="T36" fmla="*/ 39 w 136"/>
                  <a:gd name="T37" fmla="*/ 72 h 158"/>
                  <a:gd name="T38" fmla="*/ 39 w 136"/>
                  <a:gd name="T39" fmla="*/ 25 h 158"/>
                  <a:gd name="T40" fmla="*/ 58 w 136"/>
                  <a:gd name="T41" fmla="*/ 5 h 158"/>
                  <a:gd name="T42" fmla="*/ 58 w 136"/>
                  <a:gd name="T43" fmla="*/ 0 h 158"/>
                  <a:gd name="T44" fmla="*/ 0 w 136"/>
                  <a:gd name="T45" fmla="*/ 0 h 158"/>
                  <a:gd name="T46" fmla="*/ 0 w 136"/>
                  <a:gd name="T47" fmla="*/ 5 h 158"/>
                  <a:gd name="T48" fmla="*/ 19 w 136"/>
                  <a:gd name="T49" fmla="*/ 25 h 158"/>
                  <a:gd name="T50" fmla="*/ 19 w 136"/>
                  <a:gd name="T51" fmla="*/ 134 h 158"/>
                  <a:gd name="T52" fmla="*/ 0 w 136"/>
                  <a:gd name="T53" fmla="*/ 153 h 158"/>
                  <a:gd name="T54" fmla="*/ 0 w 136"/>
                  <a:gd name="T55" fmla="*/ 158 h 158"/>
                  <a:gd name="T56" fmla="*/ 58 w 136"/>
                  <a:gd name="T57" fmla="*/ 158 h 158"/>
                  <a:gd name="T58" fmla="*/ 58 w 136"/>
                  <a:gd name="T59" fmla="*/ 153 h 158"/>
                  <a:gd name="T60" fmla="*/ 39 w 136"/>
                  <a:gd name="T61" fmla="*/ 13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8">
                    <a:moveTo>
                      <a:pt x="39" y="134"/>
                    </a:moveTo>
                    <a:cubicBezTo>
                      <a:pt x="39" y="79"/>
                      <a:pt x="39" y="79"/>
                      <a:pt x="39" y="79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1"/>
                      <a:pt x="89" y="145"/>
                      <a:pt x="89" y="148"/>
                    </a:cubicBezTo>
                    <a:cubicBezTo>
                      <a:pt x="89" y="152"/>
                      <a:pt x="85" y="153"/>
                      <a:pt x="76" y="153"/>
                    </a:cubicBezTo>
                    <a:cubicBezTo>
                      <a:pt x="76" y="158"/>
                      <a:pt x="76" y="158"/>
                      <a:pt x="76" y="158"/>
                    </a:cubicBezTo>
                    <a:cubicBezTo>
                      <a:pt x="136" y="158"/>
                      <a:pt x="136" y="158"/>
                      <a:pt x="136" y="158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2"/>
                      <a:pt x="100" y="12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8"/>
                      <a:pt x="115" y="5"/>
                      <a:pt x="127" y="5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84" y="5"/>
                      <a:pt x="88" y="7"/>
                      <a:pt x="88" y="10"/>
                    </a:cubicBezTo>
                    <a:cubicBezTo>
                      <a:pt x="88" y="13"/>
                      <a:pt x="86" y="16"/>
                      <a:pt x="83" y="19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5" name="Freeform 24">
                <a:extLst>
                  <a:ext uri="{FF2B5EF4-FFF2-40B4-BE49-F238E27FC236}">
                    <a16:creationId xmlns:a16="http://schemas.microsoft.com/office/drawing/2014/main" id="{355DA04A-F450-438D-8514-F090115270A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16" y="7907"/>
                <a:ext cx="116" cy="119"/>
              </a:xfrm>
              <a:custGeom>
                <a:avLst/>
                <a:gdLst>
                  <a:gd name="T0" fmla="*/ 34 w 156"/>
                  <a:gd name="T1" fmla="*/ 147 h 160"/>
                  <a:gd name="T2" fmla="*/ 37 w 156"/>
                  <a:gd name="T3" fmla="*/ 136 h 160"/>
                  <a:gd name="T4" fmla="*/ 46 w 156"/>
                  <a:gd name="T5" fmla="*/ 108 h 160"/>
                  <a:gd name="T6" fmla="*/ 102 w 156"/>
                  <a:gd name="T7" fmla="*/ 108 h 160"/>
                  <a:gd name="T8" fmla="*/ 112 w 156"/>
                  <a:gd name="T9" fmla="*/ 138 h 160"/>
                  <a:gd name="T10" fmla="*/ 114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2 w 156"/>
                  <a:gd name="T25" fmla="*/ 0 h 160"/>
                  <a:gd name="T26" fmla="*/ 26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4 w 156"/>
                  <a:gd name="T37" fmla="*/ 147 h 160"/>
                  <a:gd name="T38" fmla="*/ 74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4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4" y="147"/>
                    </a:moveTo>
                    <a:cubicBezTo>
                      <a:pt x="34" y="144"/>
                      <a:pt x="36" y="140"/>
                      <a:pt x="37" y="136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40"/>
                      <a:pt x="114" y="144"/>
                      <a:pt x="114" y="148"/>
                    </a:cubicBezTo>
                    <a:cubicBezTo>
                      <a:pt x="114" y="154"/>
                      <a:pt x="105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1" y="155"/>
                      <a:pt x="34" y="154"/>
                      <a:pt x="34" y="147"/>
                    </a:cubicBezTo>
                    <a:moveTo>
                      <a:pt x="74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4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6" name="Freeform 25">
                <a:extLst>
                  <a:ext uri="{FF2B5EF4-FFF2-40B4-BE49-F238E27FC236}">
                    <a16:creationId xmlns:a16="http://schemas.microsoft.com/office/drawing/2014/main" id="{5F25A3E2-4026-43A2-A9EF-19784272088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41" y="7908"/>
                <a:ext cx="96" cy="118"/>
              </a:xfrm>
              <a:custGeom>
                <a:avLst/>
                <a:gdLst>
                  <a:gd name="T0" fmla="*/ 128 w 128"/>
                  <a:gd name="T1" fmla="*/ 80 h 158"/>
                  <a:gd name="T2" fmla="*/ 52 w 128"/>
                  <a:gd name="T3" fmla="*/ 0 h 158"/>
                  <a:gd name="T4" fmla="*/ 0 w 128"/>
                  <a:gd name="T5" fmla="*/ 0 h 158"/>
                  <a:gd name="T6" fmla="*/ 0 w 128"/>
                  <a:gd name="T7" fmla="*/ 5 h 158"/>
                  <a:gd name="T8" fmla="*/ 20 w 128"/>
                  <a:gd name="T9" fmla="*/ 25 h 158"/>
                  <a:gd name="T10" fmla="*/ 20 w 128"/>
                  <a:gd name="T11" fmla="*/ 134 h 158"/>
                  <a:gd name="T12" fmla="*/ 0 w 128"/>
                  <a:gd name="T13" fmla="*/ 153 h 158"/>
                  <a:gd name="T14" fmla="*/ 0 w 128"/>
                  <a:gd name="T15" fmla="*/ 158 h 158"/>
                  <a:gd name="T16" fmla="*/ 52 w 128"/>
                  <a:gd name="T17" fmla="*/ 158 h 158"/>
                  <a:gd name="T18" fmla="*/ 128 w 128"/>
                  <a:gd name="T19" fmla="*/ 80 h 158"/>
                  <a:gd name="T20" fmla="*/ 39 w 128"/>
                  <a:gd name="T21" fmla="*/ 129 h 158"/>
                  <a:gd name="T22" fmla="*/ 39 w 128"/>
                  <a:gd name="T23" fmla="*/ 30 h 158"/>
                  <a:gd name="T24" fmla="*/ 52 w 128"/>
                  <a:gd name="T25" fmla="*/ 10 h 158"/>
                  <a:gd name="T26" fmla="*/ 106 w 128"/>
                  <a:gd name="T27" fmla="*/ 80 h 158"/>
                  <a:gd name="T28" fmla="*/ 52 w 128"/>
                  <a:gd name="T29" fmla="*/ 149 h 158"/>
                  <a:gd name="T30" fmla="*/ 39 w 128"/>
                  <a:gd name="T31" fmla="*/ 1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158">
                    <a:moveTo>
                      <a:pt x="128" y="80"/>
                    </a:moveTo>
                    <a:cubicBezTo>
                      <a:pt x="128" y="9"/>
                      <a:pt x="89" y="0"/>
                      <a:pt x="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87" y="158"/>
                      <a:pt x="128" y="150"/>
                      <a:pt x="128" y="80"/>
                    </a:cubicBezTo>
                    <a:moveTo>
                      <a:pt x="39" y="1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1"/>
                      <a:pt x="41" y="10"/>
                      <a:pt x="52" y="10"/>
                    </a:cubicBezTo>
                    <a:cubicBezTo>
                      <a:pt x="94" y="10"/>
                      <a:pt x="106" y="36"/>
                      <a:pt x="106" y="80"/>
                    </a:cubicBezTo>
                    <a:cubicBezTo>
                      <a:pt x="106" y="127"/>
                      <a:pt x="90" y="149"/>
                      <a:pt x="52" y="149"/>
                    </a:cubicBezTo>
                    <a:cubicBezTo>
                      <a:pt x="41" y="149"/>
                      <a:pt x="39" y="146"/>
                      <a:pt x="39" y="1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7" name="Freeform 26">
                <a:extLst>
                  <a:ext uri="{FF2B5EF4-FFF2-40B4-BE49-F238E27FC236}">
                    <a16:creationId xmlns:a16="http://schemas.microsoft.com/office/drawing/2014/main" id="{005364BF-28C8-4F51-B463-168E34B5DC6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7" y="7908"/>
                <a:ext cx="78" cy="118"/>
              </a:xfrm>
              <a:custGeom>
                <a:avLst/>
                <a:gdLst>
                  <a:gd name="T0" fmla="*/ 72 w 105"/>
                  <a:gd name="T1" fmla="*/ 149 h 158"/>
                  <a:gd name="T2" fmla="*/ 51 w 105"/>
                  <a:gd name="T3" fmla="*/ 149 h 158"/>
                  <a:gd name="T4" fmla="*/ 38 w 105"/>
                  <a:gd name="T5" fmla="*/ 129 h 158"/>
                  <a:gd name="T6" fmla="*/ 38 w 105"/>
                  <a:gd name="T7" fmla="*/ 80 h 158"/>
                  <a:gd name="T8" fmla="*/ 67 w 105"/>
                  <a:gd name="T9" fmla="*/ 80 h 158"/>
                  <a:gd name="T10" fmla="*/ 87 w 105"/>
                  <a:gd name="T11" fmla="*/ 100 h 158"/>
                  <a:gd name="T12" fmla="*/ 92 w 105"/>
                  <a:gd name="T13" fmla="*/ 100 h 158"/>
                  <a:gd name="T14" fmla="*/ 92 w 105"/>
                  <a:gd name="T15" fmla="*/ 51 h 158"/>
                  <a:gd name="T16" fmla="*/ 87 w 105"/>
                  <a:gd name="T17" fmla="*/ 51 h 158"/>
                  <a:gd name="T18" fmla="*/ 67 w 105"/>
                  <a:gd name="T19" fmla="*/ 71 h 158"/>
                  <a:gd name="T20" fmla="*/ 38 w 105"/>
                  <a:gd name="T21" fmla="*/ 71 h 158"/>
                  <a:gd name="T22" fmla="*/ 38 w 105"/>
                  <a:gd name="T23" fmla="*/ 30 h 158"/>
                  <a:gd name="T24" fmla="*/ 51 w 105"/>
                  <a:gd name="T25" fmla="*/ 10 h 158"/>
                  <a:gd name="T26" fmla="*/ 70 w 105"/>
                  <a:gd name="T27" fmla="*/ 10 h 158"/>
                  <a:gd name="T28" fmla="*/ 96 w 105"/>
                  <a:gd name="T29" fmla="*/ 29 h 158"/>
                  <a:gd name="T30" fmla="*/ 101 w 105"/>
                  <a:gd name="T31" fmla="*/ 29 h 158"/>
                  <a:gd name="T32" fmla="*/ 100 w 105"/>
                  <a:gd name="T33" fmla="*/ 0 h 158"/>
                  <a:gd name="T34" fmla="*/ 0 w 105"/>
                  <a:gd name="T35" fmla="*/ 0 h 158"/>
                  <a:gd name="T36" fmla="*/ 0 w 105"/>
                  <a:gd name="T37" fmla="*/ 5 h 158"/>
                  <a:gd name="T38" fmla="*/ 19 w 105"/>
                  <a:gd name="T39" fmla="*/ 25 h 158"/>
                  <a:gd name="T40" fmla="*/ 19 w 105"/>
                  <a:gd name="T41" fmla="*/ 134 h 158"/>
                  <a:gd name="T42" fmla="*/ 0 w 105"/>
                  <a:gd name="T43" fmla="*/ 153 h 158"/>
                  <a:gd name="T44" fmla="*/ 0 w 105"/>
                  <a:gd name="T45" fmla="*/ 158 h 158"/>
                  <a:gd name="T46" fmla="*/ 103 w 105"/>
                  <a:gd name="T47" fmla="*/ 158 h 158"/>
                  <a:gd name="T48" fmla="*/ 105 w 105"/>
                  <a:gd name="T49" fmla="*/ 127 h 158"/>
                  <a:gd name="T50" fmla="*/ 99 w 105"/>
                  <a:gd name="T51" fmla="*/ 127 h 158"/>
                  <a:gd name="T52" fmla="*/ 72 w 105"/>
                  <a:gd name="T53" fmla="*/ 14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72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8" y="147"/>
                      <a:pt x="38" y="129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82" y="80"/>
                      <a:pt x="87" y="87"/>
                      <a:pt x="87" y="100"/>
                    </a:cubicBezTo>
                    <a:cubicBezTo>
                      <a:pt x="92" y="100"/>
                      <a:pt x="92" y="100"/>
                      <a:pt x="92" y="100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67"/>
                      <a:pt x="82" y="71"/>
                      <a:pt x="67" y="71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12"/>
                      <a:pt x="39" y="10"/>
                      <a:pt x="5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6" y="10"/>
                      <a:pt x="93" y="15"/>
                      <a:pt x="96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1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3" y="158"/>
                      <a:pt x="103" y="158"/>
                      <a:pt x="103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6" y="143"/>
                      <a:pt x="89" y="149"/>
                      <a:pt x="72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8" name="Freeform 27">
                <a:extLst>
                  <a:ext uri="{FF2B5EF4-FFF2-40B4-BE49-F238E27FC236}">
                    <a16:creationId xmlns:a16="http://schemas.microsoft.com/office/drawing/2014/main" id="{0F793CF5-1063-4AEC-8996-05FBE7BBFD3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60" y="7908"/>
                <a:ext cx="133" cy="118"/>
              </a:xfrm>
              <a:custGeom>
                <a:avLst/>
                <a:gdLst>
                  <a:gd name="T0" fmla="*/ 141 w 178"/>
                  <a:gd name="T1" fmla="*/ 14 h 158"/>
                  <a:gd name="T2" fmla="*/ 141 w 178"/>
                  <a:gd name="T3" fmla="*/ 134 h 158"/>
                  <a:gd name="T4" fmla="*/ 121 w 178"/>
                  <a:gd name="T5" fmla="*/ 153 h 158"/>
                  <a:gd name="T6" fmla="*/ 121 w 178"/>
                  <a:gd name="T7" fmla="*/ 158 h 158"/>
                  <a:gd name="T8" fmla="*/ 178 w 178"/>
                  <a:gd name="T9" fmla="*/ 158 h 158"/>
                  <a:gd name="T10" fmla="*/ 178 w 178"/>
                  <a:gd name="T11" fmla="*/ 153 h 158"/>
                  <a:gd name="T12" fmla="*/ 159 w 178"/>
                  <a:gd name="T13" fmla="*/ 134 h 158"/>
                  <a:gd name="T14" fmla="*/ 159 w 178"/>
                  <a:gd name="T15" fmla="*/ 25 h 158"/>
                  <a:gd name="T16" fmla="*/ 178 w 178"/>
                  <a:gd name="T17" fmla="*/ 5 h 158"/>
                  <a:gd name="T18" fmla="*/ 178 w 178"/>
                  <a:gd name="T19" fmla="*/ 0 h 158"/>
                  <a:gd name="T20" fmla="*/ 133 w 178"/>
                  <a:gd name="T21" fmla="*/ 0 h 158"/>
                  <a:gd name="T22" fmla="*/ 90 w 178"/>
                  <a:gd name="T23" fmla="*/ 135 h 158"/>
                  <a:gd name="T24" fmla="*/ 89 w 178"/>
                  <a:gd name="T25" fmla="*/ 135 h 158"/>
                  <a:gd name="T26" fmla="*/ 46 w 178"/>
                  <a:gd name="T27" fmla="*/ 0 h 158"/>
                  <a:gd name="T28" fmla="*/ 0 w 178"/>
                  <a:gd name="T29" fmla="*/ 0 h 158"/>
                  <a:gd name="T30" fmla="*/ 0 w 178"/>
                  <a:gd name="T31" fmla="*/ 5 h 158"/>
                  <a:gd name="T32" fmla="*/ 19 w 178"/>
                  <a:gd name="T33" fmla="*/ 25 h 158"/>
                  <a:gd name="T34" fmla="*/ 19 w 178"/>
                  <a:gd name="T35" fmla="*/ 134 h 158"/>
                  <a:gd name="T36" fmla="*/ 0 w 178"/>
                  <a:gd name="T37" fmla="*/ 153 h 158"/>
                  <a:gd name="T38" fmla="*/ 0 w 178"/>
                  <a:gd name="T39" fmla="*/ 158 h 158"/>
                  <a:gd name="T40" fmla="*/ 51 w 178"/>
                  <a:gd name="T41" fmla="*/ 158 h 158"/>
                  <a:gd name="T42" fmla="*/ 51 w 178"/>
                  <a:gd name="T43" fmla="*/ 153 h 158"/>
                  <a:gd name="T44" fmla="*/ 32 w 178"/>
                  <a:gd name="T45" fmla="*/ 134 h 158"/>
                  <a:gd name="T46" fmla="*/ 32 w 178"/>
                  <a:gd name="T47" fmla="*/ 14 h 158"/>
                  <a:gd name="T48" fmla="*/ 32 w 178"/>
                  <a:gd name="T49" fmla="*/ 14 h 158"/>
                  <a:gd name="T50" fmla="*/ 78 w 178"/>
                  <a:gd name="T51" fmla="*/ 158 h 158"/>
                  <a:gd name="T52" fmla="*/ 94 w 178"/>
                  <a:gd name="T53" fmla="*/ 158 h 158"/>
                  <a:gd name="T54" fmla="*/ 140 w 178"/>
                  <a:gd name="T55" fmla="*/ 14 h 158"/>
                  <a:gd name="T56" fmla="*/ 141 w 178"/>
                  <a:gd name="T57" fmla="*/ 1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58">
                    <a:moveTo>
                      <a:pt x="141" y="14"/>
                    </a:moveTo>
                    <a:cubicBezTo>
                      <a:pt x="141" y="134"/>
                      <a:pt x="141" y="134"/>
                      <a:pt x="141" y="134"/>
                    </a:cubicBezTo>
                    <a:cubicBezTo>
                      <a:pt x="141" y="152"/>
                      <a:pt x="133" y="153"/>
                      <a:pt x="121" y="153"/>
                    </a:cubicBezTo>
                    <a:cubicBezTo>
                      <a:pt x="121" y="158"/>
                      <a:pt x="121" y="158"/>
                      <a:pt x="121" y="158"/>
                    </a:cubicBezTo>
                    <a:cubicBezTo>
                      <a:pt x="178" y="158"/>
                      <a:pt x="178" y="158"/>
                      <a:pt x="178" y="158"/>
                    </a:cubicBezTo>
                    <a:cubicBezTo>
                      <a:pt x="178" y="153"/>
                      <a:pt x="178" y="153"/>
                      <a:pt x="178" y="153"/>
                    </a:cubicBezTo>
                    <a:cubicBezTo>
                      <a:pt x="166" y="153"/>
                      <a:pt x="159" y="152"/>
                      <a:pt x="159" y="134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7"/>
                      <a:pt x="166" y="5"/>
                      <a:pt x="178" y="5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94" y="158"/>
                      <a:pt x="94" y="158"/>
                      <a:pt x="94" y="158"/>
                    </a:cubicBezTo>
                    <a:cubicBezTo>
                      <a:pt x="140" y="14"/>
                      <a:pt x="140" y="14"/>
                      <a:pt x="140" y="14"/>
                    </a:cubicBezTo>
                    <a:lnTo>
                      <a:pt x="14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9" name="Freeform 28">
                <a:extLst>
                  <a:ext uri="{FF2B5EF4-FFF2-40B4-BE49-F238E27FC236}">
                    <a16:creationId xmlns:a16="http://schemas.microsoft.com/office/drawing/2014/main" id="{BD7B250F-9006-4970-AFB3-26984D2D42E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16" y="7908"/>
                <a:ext cx="44" cy="118"/>
              </a:xfrm>
              <a:custGeom>
                <a:avLst/>
                <a:gdLst>
                  <a:gd name="T0" fmla="*/ 0 w 58"/>
                  <a:gd name="T1" fmla="*/ 5 h 158"/>
                  <a:gd name="T2" fmla="*/ 19 w 58"/>
                  <a:gd name="T3" fmla="*/ 25 h 158"/>
                  <a:gd name="T4" fmla="*/ 19 w 58"/>
                  <a:gd name="T5" fmla="*/ 134 h 158"/>
                  <a:gd name="T6" fmla="*/ 0 w 58"/>
                  <a:gd name="T7" fmla="*/ 153 h 158"/>
                  <a:gd name="T8" fmla="*/ 0 w 58"/>
                  <a:gd name="T9" fmla="*/ 158 h 158"/>
                  <a:gd name="T10" fmla="*/ 58 w 58"/>
                  <a:gd name="T11" fmla="*/ 158 h 158"/>
                  <a:gd name="T12" fmla="*/ 58 w 58"/>
                  <a:gd name="T13" fmla="*/ 153 h 158"/>
                  <a:gd name="T14" fmla="*/ 39 w 58"/>
                  <a:gd name="T15" fmla="*/ 134 h 158"/>
                  <a:gd name="T16" fmla="*/ 39 w 58"/>
                  <a:gd name="T17" fmla="*/ 25 h 158"/>
                  <a:gd name="T18" fmla="*/ 58 w 58"/>
                  <a:gd name="T19" fmla="*/ 5 h 158"/>
                  <a:gd name="T20" fmla="*/ 58 w 58"/>
                  <a:gd name="T21" fmla="*/ 0 h 158"/>
                  <a:gd name="T22" fmla="*/ 0 w 58"/>
                  <a:gd name="T23" fmla="*/ 0 h 158"/>
                  <a:gd name="T24" fmla="*/ 0 w 58"/>
                  <a:gd name="T2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58">
                    <a:moveTo>
                      <a:pt x="0" y="5"/>
                    </a:move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0" name="Freeform 29">
                <a:extLst>
                  <a:ext uri="{FF2B5EF4-FFF2-40B4-BE49-F238E27FC236}">
                    <a16:creationId xmlns:a16="http://schemas.microsoft.com/office/drawing/2014/main" id="{B1956B6A-9672-4915-B1BE-6898DE1E01A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83" y="7908"/>
                <a:ext cx="78" cy="118"/>
              </a:xfrm>
              <a:custGeom>
                <a:avLst/>
                <a:gdLst>
                  <a:gd name="T0" fmla="*/ 100 w 105"/>
                  <a:gd name="T1" fmla="*/ 127 h 158"/>
                  <a:gd name="T2" fmla="*/ 73 w 105"/>
                  <a:gd name="T3" fmla="*/ 149 h 158"/>
                  <a:gd name="T4" fmla="*/ 51 w 105"/>
                  <a:gd name="T5" fmla="*/ 149 h 158"/>
                  <a:gd name="T6" fmla="*/ 39 w 105"/>
                  <a:gd name="T7" fmla="*/ 129 h 158"/>
                  <a:gd name="T8" fmla="*/ 39 w 105"/>
                  <a:gd name="T9" fmla="*/ 80 h 158"/>
                  <a:gd name="T10" fmla="*/ 68 w 105"/>
                  <a:gd name="T11" fmla="*/ 80 h 158"/>
                  <a:gd name="T12" fmla="*/ 88 w 105"/>
                  <a:gd name="T13" fmla="*/ 100 h 158"/>
                  <a:gd name="T14" fmla="*/ 93 w 105"/>
                  <a:gd name="T15" fmla="*/ 100 h 158"/>
                  <a:gd name="T16" fmla="*/ 93 w 105"/>
                  <a:gd name="T17" fmla="*/ 51 h 158"/>
                  <a:gd name="T18" fmla="*/ 88 w 105"/>
                  <a:gd name="T19" fmla="*/ 51 h 158"/>
                  <a:gd name="T20" fmla="*/ 68 w 105"/>
                  <a:gd name="T21" fmla="*/ 71 h 158"/>
                  <a:gd name="T22" fmla="*/ 39 w 105"/>
                  <a:gd name="T23" fmla="*/ 71 h 158"/>
                  <a:gd name="T24" fmla="*/ 39 w 105"/>
                  <a:gd name="T25" fmla="*/ 30 h 158"/>
                  <a:gd name="T26" fmla="*/ 51 w 105"/>
                  <a:gd name="T27" fmla="*/ 10 h 158"/>
                  <a:gd name="T28" fmla="*/ 71 w 105"/>
                  <a:gd name="T29" fmla="*/ 10 h 158"/>
                  <a:gd name="T30" fmla="*/ 97 w 105"/>
                  <a:gd name="T31" fmla="*/ 29 h 158"/>
                  <a:gd name="T32" fmla="*/ 102 w 105"/>
                  <a:gd name="T33" fmla="*/ 29 h 158"/>
                  <a:gd name="T34" fmla="*/ 101 w 105"/>
                  <a:gd name="T35" fmla="*/ 0 h 158"/>
                  <a:gd name="T36" fmla="*/ 0 w 105"/>
                  <a:gd name="T37" fmla="*/ 0 h 158"/>
                  <a:gd name="T38" fmla="*/ 0 w 105"/>
                  <a:gd name="T39" fmla="*/ 5 h 158"/>
                  <a:gd name="T40" fmla="*/ 20 w 105"/>
                  <a:gd name="T41" fmla="*/ 25 h 158"/>
                  <a:gd name="T42" fmla="*/ 20 w 105"/>
                  <a:gd name="T43" fmla="*/ 134 h 158"/>
                  <a:gd name="T44" fmla="*/ 0 w 105"/>
                  <a:gd name="T45" fmla="*/ 153 h 158"/>
                  <a:gd name="T46" fmla="*/ 0 w 105"/>
                  <a:gd name="T47" fmla="*/ 158 h 158"/>
                  <a:gd name="T48" fmla="*/ 104 w 105"/>
                  <a:gd name="T49" fmla="*/ 158 h 158"/>
                  <a:gd name="T50" fmla="*/ 105 w 105"/>
                  <a:gd name="T51" fmla="*/ 127 h 158"/>
                  <a:gd name="T52" fmla="*/ 100 w 105"/>
                  <a:gd name="T53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100" y="127"/>
                    </a:moveTo>
                    <a:cubicBezTo>
                      <a:pt x="97" y="143"/>
                      <a:pt x="90" y="149"/>
                      <a:pt x="73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7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2"/>
                      <a:pt x="40" y="10"/>
                      <a:pt x="5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87" y="10"/>
                      <a:pt x="94" y="15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lnTo>
                      <a:pt x="100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1" name="Freeform 30">
                <a:extLst>
                  <a:ext uri="{FF2B5EF4-FFF2-40B4-BE49-F238E27FC236}">
                    <a16:creationId xmlns:a16="http://schemas.microsoft.com/office/drawing/2014/main" id="{A952CBA7-BFFF-4B41-BF36-6C0F99D4C9A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85" y="7908"/>
                <a:ext cx="105" cy="118"/>
              </a:xfrm>
              <a:custGeom>
                <a:avLst/>
                <a:gdLst>
                  <a:gd name="T0" fmla="*/ 90 w 141"/>
                  <a:gd name="T1" fmla="*/ 5 h 158"/>
                  <a:gd name="T2" fmla="*/ 109 w 141"/>
                  <a:gd name="T3" fmla="*/ 25 h 158"/>
                  <a:gd name="T4" fmla="*/ 109 w 141"/>
                  <a:gd name="T5" fmla="*/ 128 h 158"/>
                  <a:gd name="T6" fmla="*/ 109 w 141"/>
                  <a:gd name="T7" fmla="*/ 128 h 158"/>
                  <a:gd name="T8" fmla="*/ 40 w 141"/>
                  <a:gd name="T9" fmla="*/ 0 h 158"/>
                  <a:gd name="T10" fmla="*/ 0 w 141"/>
                  <a:gd name="T11" fmla="*/ 0 h 158"/>
                  <a:gd name="T12" fmla="*/ 0 w 141"/>
                  <a:gd name="T13" fmla="*/ 5 h 158"/>
                  <a:gd name="T14" fmla="*/ 19 w 141"/>
                  <a:gd name="T15" fmla="*/ 25 h 158"/>
                  <a:gd name="T16" fmla="*/ 19 w 141"/>
                  <a:gd name="T17" fmla="*/ 134 h 158"/>
                  <a:gd name="T18" fmla="*/ 0 w 141"/>
                  <a:gd name="T19" fmla="*/ 153 h 158"/>
                  <a:gd name="T20" fmla="*/ 0 w 141"/>
                  <a:gd name="T21" fmla="*/ 158 h 158"/>
                  <a:gd name="T22" fmla="*/ 51 w 141"/>
                  <a:gd name="T23" fmla="*/ 158 h 158"/>
                  <a:gd name="T24" fmla="*/ 51 w 141"/>
                  <a:gd name="T25" fmla="*/ 153 h 158"/>
                  <a:gd name="T26" fmla="*/ 32 w 141"/>
                  <a:gd name="T27" fmla="*/ 134 h 158"/>
                  <a:gd name="T28" fmla="*/ 32 w 141"/>
                  <a:gd name="T29" fmla="*/ 22 h 158"/>
                  <a:gd name="T30" fmla="*/ 33 w 141"/>
                  <a:gd name="T31" fmla="*/ 22 h 158"/>
                  <a:gd name="T32" fmla="*/ 105 w 141"/>
                  <a:gd name="T33" fmla="*/ 158 h 158"/>
                  <a:gd name="T34" fmla="*/ 122 w 141"/>
                  <a:gd name="T35" fmla="*/ 158 h 158"/>
                  <a:gd name="T36" fmla="*/ 122 w 141"/>
                  <a:gd name="T37" fmla="*/ 25 h 158"/>
                  <a:gd name="T38" fmla="*/ 141 w 141"/>
                  <a:gd name="T39" fmla="*/ 5 h 158"/>
                  <a:gd name="T40" fmla="*/ 141 w 141"/>
                  <a:gd name="T41" fmla="*/ 0 h 158"/>
                  <a:gd name="T42" fmla="*/ 90 w 141"/>
                  <a:gd name="T43" fmla="*/ 0 h 158"/>
                  <a:gd name="T44" fmla="*/ 90 w 141"/>
                  <a:gd name="T4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90" y="5"/>
                    </a:moveTo>
                    <a:cubicBezTo>
                      <a:pt x="102" y="5"/>
                      <a:pt x="109" y="7"/>
                      <a:pt x="109" y="25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2" y="7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9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2" name="Freeform 31">
                <a:extLst>
                  <a:ext uri="{FF2B5EF4-FFF2-40B4-BE49-F238E27FC236}">
                    <a16:creationId xmlns:a16="http://schemas.microsoft.com/office/drawing/2014/main" id="{9B7DE494-E0C1-4231-AB27-C3BD2591305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859" y="7508"/>
                <a:ext cx="457" cy="550"/>
              </a:xfrm>
              <a:custGeom>
                <a:avLst/>
                <a:gdLst>
                  <a:gd name="T0" fmla="*/ 597 w 614"/>
                  <a:gd name="T1" fmla="*/ 482 h 737"/>
                  <a:gd name="T2" fmla="*/ 611 w 614"/>
                  <a:gd name="T3" fmla="*/ 353 h 737"/>
                  <a:gd name="T4" fmla="*/ 588 w 614"/>
                  <a:gd name="T5" fmla="*/ 227 h 737"/>
                  <a:gd name="T6" fmla="*/ 510 w 614"/>
                  <a:gd name="T7" fmla="*/ 95 h 737"/>
                  <a:gd name="T8" fmla="*/ 379 w 614"/>
                  <a:gd name="T9" fmla="*/ 12 h 737"/>
                  <a:gd name="T10" fmla="*/ 248 w 614"/>
                  <a:gd name="T11" fmla="*/ 8 h 737"/>
                  <a:gd name="T12" fmla="*/ 131 w 614"/>
                  <a:gd name="T13" fmla="*/ 69 h 737"/>
                  <a:gd name="T14" fmla="*/ 39 w 614"/>
                  <a:gd name="T15" fmla="*/ 192 h 737"/>
                  <a:gd name="T16" fmla="*/ 2 w 614"/>
                  <a:gd name="T17" fmla="*/ 329 h 737"/>
                  <a:gd name="T18" fmla="*/ 9 w 614"/>
                  <a:gd name="T19" fmla="*/ 447 h 737"/>
                  <a:gd name="T20" fmla="*/ 52 w 614"/>
                  <a:gd name="T21" fmla="*/ 570 h 737"/>
                  <a:gd name="T22" fmla="*/ 155 w 614"/>
                  <a:gd name="T23" fmla="*/ 686 h 737"/>
                  <a:gd name="T24" fmla="*/ 300 w 614"/>
                  <a:gd name="T25" fmla="*/ 735 h 737"/>
                  <a:gd name="T26" fmla="*/ 428 w 614"/>
                  <a:gd name="T27" fmla="*/ 705 h 737"/>
                  <a:gd name="T28" fmla="*/ 549 w 614"/>
                  <a:gd name="T29" fmla="*/ 585 h 737"/>
                  <a:gd name="T30" fmla="*/ 568 w 614"/>
                  <a:gd name="T31" fmla="*/ 533 h 737"/>
                  <a:gd name="T32" fmla="*/ 596 w 614"/>
                  <a:gd name="T33" fmla="*/ 465 h 737"/>
                  <a:gd name="T34" fmla="*/ 605 w 614"/>
                  <a:gd name="T35" fmla="*/ 415 h 737"/>
                  <a:gd name="T36" fmla="*/ 607 w 614"/>
                  <a:gd name="T37" fmla="*/ 336 h 737"/>
                  <a:gd name="T38" fmla="*/ 584 w 614"/>
                  <a:gd name="T39" fmla="*/ 248 h 737"/>
                  <a:gd name="T40" fmla="*/ 565 w 614"/>
                  <a:gd name="T41" fmla="*/ 201 h 737"/>
                  <a:gd name="T42" fmla="*/ 531 w 614"/>
                  <a:gd name="T43" fmla="*/ 135 h 737"/>
                  <a:gd name="T44" fmla="*/ 500 w 614"/>
                  <a:gd name="T45" fmla="*/ 95 h 737"/>
                  <a:gd name="T46" fmla="*/ 471 w 614"/>
                  <a:gd name="T47" fmla="*/ 63 h 737"/>
                  <a:gd name="T48" fmla="*/ 433 w 614"/>
                  <a:gd name="T49" fmla="*/ 38 h 737"/>
                  <a:gd name="T50" fmla="*/ 348 w 614"/>
                  <a:gd name="T51" fmla="*/ 11 h 737"/>
                  <a:gd name="T52" fmla="*/ 281 w 614"/>
                  <a:gd name="T53" fmla="*/ 6 h 737"/>
                  <a:gd name="T54" fmla="*/ 219 w 614"/>
                  <a:gd name="T55" fmla="*/ 30 h 737"/>
                  <a:gd name="T56" fmla="*/ 175 w 614"/>
                  <a:gd name="T57" fmla="*/ 52 h 737"/>
                  <a:gd name="T58" fmla="*/ 135 w 614"/>
                  <a:gd name="T59" fmla="*/ 81 h 737"/>
                  <a:gd name="T60" fmla="*/ 98 w 614"/>
                  <a:gd name="T61" fmla="*/ 117 h 737"/>
                  <a:gd name="T62" fmla="*/ 55 w 614"/>
                  <a:gd name="T63" fmla="*/ 167 h 737"/>
                  <a:gd name="T64" fmla="*/ 41 w 614"/>
                  <a:gd name="T65" fmla="*/ 215 h 737"/>
                  <a:gd name="T66" fmla="*/ 21 w 614"/>
                  <a:gd name="T67" fmla="*/ 295 h 737"/>
                  <a:gd name="T68" fmla="*/ 15 w 614"/>
                  <a:gd name="T69" fmla="*/ 373 h 737"/>
                  <a:gd name="T70" fmla="*/ 13 w 614"/>
                  <a:gd name="T71" fmla="*/ 437 h 737"/>
                  <a:gd name="T72" fmla="*/ 33 w 614"/>
                  <a:gd name="T73" fmla="*/ 500 h 737"/>
                  <a:gd name="T74" fmla="*/ 52 w 614"/>
                  <a:gd name="T75" fmla="*/ 548 h 737"/>
                  <a:gd name="T76" fmla="*/ 76 w 614"/>
                  <a:gd name="T77" fmla="*/ 592 h 737"/>
                  <a:gd name="T78" fmla="*/ 127 w 614"/>
                  <a:gd name="T79" fmla="*/ 648 h 737"/>
                  <a:gd name="T80" fmla="*/ 152 w 614"/>
                  <a:gd name="T81" fmla="*/ 680 h 737"/>
                  <a:gd name="T82" fmla="*/ 202 w 614"/>
                  <a:gd name="T83" fmla="*/ 708 h 737"/>
                  <a:gd name="T84" fmla="*/ 254 w 614"/>
                  <a:gd name="T85" fmla="*/ 723 h 737"/>
                  <a:gd name="T86" fmla="*/ 331 w 614"/>
                  <a:gd name="T87" fmla="*/ 721 h 737"/>
                  <a:gd name="T88" fmla="*/ 394 w 614"/>
                  <a:gd name="T89" fmla="*/ 716 h 737"/>
                  <a:gd name="T90" fmla="*/ 445 w 614"/>
                  <a:gd name="T91" fmla="*/ 691 h 737"/>
                  <a:gd name="T92" fmla="*/ 487 w 614"/>
                  <a:gd name="T93" fmla="*/ 659 h 737"/>
                  <a:gd name="T94" fmla="*/ 519 w 614"/>
                  <a:gd name="T95" fmla="*/ 626 h 737"/>
                  <a:gd name="T96" fmla="*/ 535 w 614"/>
                  <a:gd name="T97" fmla="*/ 581 h 737"/>
                  <a:gd name="T98" fmla="*/ 429 w 614"/>
                  <a:gd name="T99" fmla="*/ 685 h 737"/>
                  <a:gd name="T100" fmla="*/ 300 w 614"/>
                  <a:gd name="T101" fmla="*/ 720 h 737"/>
                  <a:gd name="T102" fmla="*/ 182 w 614"/>
                  <a:gd name="T103" fmla="*/ 686 h 737"/>
                  <a:gd name="T104" fmla="*/ 76 w 614"/>
                  <a:gd name="T105" fmla="*/ 580 h 737"/>
                  <a:gd name="T106" fmla="*/ 29 w 614"/>
                  <a:gd name="T107" fmla="*/ 461 h 737"/>
                  <a:gd name="T108" fmla="*/ 19 w 614"/>
                  <a:gd name="T109" fmla="*/ 341 h 737"/>
                  <a:gd name="T110" fmla="*/ 55 w 614"/>
                  <a:gd name="T111" fmla="*/ 198 h 737"/>
                  <a:gd name="T112" fmla="*/ 144 w 614"/>
                  <a:gd name="T113" fmla="*/ 79 h 737"/>
                  <a:gd name="T114" fmla="*/ 255 w 614"/>
                  <a:gd name="T115" fmla="*/ 23 h 737"/>
                  <a:gd name="T116" fmla="*/ 375 w 614"/>
                  <a:gd name="T117" fmla="*/ 27 h 737"/>
                  <a:gd name="T118" fmla="*/ 499 w 614"/>
                  <a:gd name="T119" fmla="*/ 106 h 737"/>
                  <a:gd name="T120" fmla="*/ 574 w 614"/>
                  <a:gd name="T121" fmla="*/ 235 h 737"/>
                  <a:gd name="T122" fmla="*/ 595 w 614"/>
                  <a:gd name="T123" fmla="*/ 359 h 737"/>
                  <a:gd name="T124" fmla="*/ 580 w 614"/>
                  <a:gd name="T125" fmla="*/ 482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4" h="737">
                    <a:moveTo>
                      <a:pt x="542" y="602"/>
                    </a:move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6" y="598"/>
                      <a:pt x="549" y="595"/>
                      <a:pt x="551" y="591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4" y="587"/>
                      <a:pt x="555" y="583"/>
                      <a:pt x="556" y="579"/>
                    </a:cubicBezTo>
                    <a:cubicBezTo>
                      <a:pt x="556" y="579"/>
                      <a:pt x="556" y="579"/>
                      <a:pt x="556" y="579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62" y="573"/>
                      <a:pt x="566" y="567"/>
                      <a:pt x="568" y="556"/>
                    </a:cubicBezTo>
                    <a:cubicBezTo>
                      <a:pt x="568" y="556"/>
                      <a:pt x="568" y="556"/>
                      <a:pt x="568" y="556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74" y="550"/>
                      <a:pt x="578" y="544"/>
                      <a:pt x="579" y="533"/>
                    </a:cubicBezTo>
                    <a:cubicBezTo>
                      <a:pt x="579" y="533"/>
                      <a:pt x="579" y="533"/>
                      <a:pt x="579" y="533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2" y="529"/>
                      <a:pt x="584" y="526"/>
                      <a:pt x="586" y="521"/>
                    </a:cubicBezTo>
                    <a:cubicBezTo>
                      <a:pt x="586" y="521"/>
                      <a:pt x="586" y="521"/>
                      <a:pt x="586" y="521"/>
                    </a:cubicBezTo>
                    <a:cubicBezTo>
                      <a:pt x="587" y="518"/>
                      <a:pt x="588" y="513"/>
                      <a:pt x="589" y="508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93" y="502"/>
                      <a:pt x="596" y="495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600" y="477"/>
                      <a:pt x="602" y="471"/>
                      <a:pt x="602" y="462"/>
                    </a:cubicBezTo>
                    <a:cubicBezTo>
                      <a:pt x="602" y="461"/>
                      <a:pt x="602" y="460"/>
                      <a:pt x="602" y="459"/>
                    </a:cubicBezTo>
                    <a:cubicBezTo>
                      <a:pt x="602" y="459"/>
                      <a:pt x="602" y="459"/>
                      <a:pt x="602" y="459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5" y="454"/>
                      <a:pt x="606" y="450"/>
                      <a:pt x="607" y="446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3"/>
                      <a:pt x="607" y="441"/>
                      <a:pt x="607" y="440"/>
                    </a:cubicBezTo>
                    <a:cubicBezTo>
                      <a:pt x="607" y="437"/>
                      <a:pt x="607" y="435"/>
                      <a:pt x="607" y="433"/>
                    </a:cubicBezTo>
                    <a:cubicBezTo>
                      <a:pt x="607" y="432"/>
                      <a:pt x="607" y="432"/>
                      <a:pt x="607" y="432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9" y="427"/>
                      <a:pt x="611" y="422"/>
                      <a:pt x="611" y="416"/>
                    </a:cubicBezTo>
                    <a:cubicBezTo>
                      <a:pt x="611" y="414"/>
                      <a:pt x="610" y="411"/>
                      <a:pt x="610" y="407"/>
                    </a:cubicBezTo>
                    <a:cubicBezTo>
                      <a:pt x="610" y="407"/>
                      <a:pt x="610" y="407"/>
                      <a:pt x="610" y="407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2" y="402"/>
                      <a:pt x="613" y="398"/>
                      <a:pt x="613" y="393"/>
                    </a:cubicBezTo>
                    <a:cubicBezTo>
                      <a:pt x="613" y="389"/>
                      <a:pt x="612" y="386"/>
                      <a:pt x="611" y="382"/>
                    </a:cubicBezTo>
                    <a:cubicBezTo>
                      <a:pt x="611" y="382"/>
                      <a:pt x="611" y="382"/>
                      <a:pt x="611" y="382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3" y="377"/>
                      <a:pt x="614" y="373"/>
                      <a:pt x="614" y="368"/>
                    </a:cubicBezTo>
                    <a:cubicBezTo>
                      <a:pt x="614" y="368"/>
                      <a:pt x="614" y="368"/>
                      <a:pt x="614" y="368"/>
                    </a:cubicBezTo>
                    <a:cubicBezTo>
                      <a:pt x="614" y="367"/>
                      <a:pt x="614" y="367"/>
                      <a:pt x="614" y="367"/>
                    </a:cubicBezTo>
                    <a:cubicBezTo>
                      <a:pt x="613" y="364"/>
                      <a:pt x="613" y="360"/>
                      <a:pt x="611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2" y="350"/>
                      <a:pt x="613" y="348"/>
                      <a:pt x="613" y="344"/>
                    </a:cubicBezTo>
                    <a:cubicBezTo>
                      <a:pt x="613" y="340"/>
                      <a:pt x="612" y="335"/>
                      <a:pt x="610" y="330"/>
                    </a:cubicBezTo>
                    <a:cubicBezTo>
                      <a:pt x="610" y="329"/>
                      <a:pt x="610" y="329"/>
                      <a:pt x="610" y="329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5"/>
                      <a:pt x="611" y="323"/>
                      <a:pt x="611" y="320"/>
                    </a:cubicBezTo>
                    <a:cubicBezTo>
                      <a:pt x="611" y="316"/>
                      <a:pt x="610" y="310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0"/>
                      <a:pt x="607" y="298"/>
                      <a:pt x="607" y="296"/>
                    </a:cubicBezTo>
                    <a:cubicBezTo>
                      <a:pt x="607" y="294"/>
                      <a:pt x="607" y="293"/>
                      <a:pt x="607" y="291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6"/>
                      <a:pt x="604" y="282"/>
                      <a:pt x="602" y="278"/>
                    </a:cubicBezTo>
                    <a:cubicBezTo>
                      <a:pt x="602" y="278"/>
                      <a:pt x="602" y="278"/>
                      <a:pt x="602" y="278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5"/>
                      <a:pt x="602" y="273"/>
                      <a:pt x="602" y="272"/>
                    </a:cubicBezTo>
                    <a:cubicBezTo>
                      <a:pt x="602" y="267"/>
                      <a:pt x="601" y="260"/>
                      <a:pt x="596" y="253"/>
                    </a:cubicBezTo>
                    <a:cubicBezTo>
                      <a:pt x="596" y="253"/>
                      <a:pt x="596" y="253"/>
                      <a:pt x="596" y="253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0"/>
                      <a:pt x="596" y="249"/>
                      <a:pt x="596" y="248"/>
                    </a:cubicBezTo>
                    <a:cubicBezTo>
                      <a:pt x="596" y="243"/>
                      <a:pt x="594" y="236"/>
                      <a:pt x="589" y="229"/>
                    </a:cubicBezTo>
                    <a:cubicBezTo>
                      <a:pt x="589" y="229"/>
                      <a:pt x="589" y="229"/>
                      <a:pt x="589" y="229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6"/>
                      <a:pt x="588" y="226"/>
                      <a:pt x="588" y="226"/>
                    </a:cubicBezTo>
                    <a:cubicBezTo>
                      <a:pt x="588" y="223"/>
                      <a:pt x="587" y="219"/>
                      <a:pt x="586" y="215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4" y="211"/>
                      <a:pt x="582" y="207"/>
                      <a:pt x="579" y="204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8" y="196"/>
                      <a:pt x="576" y="189"/>
                      <a:pt x="569" y="180"/>
                    </a:cubicBezTo>
                    <a:cubicBezTo>
                      <a:pt x="569" y="180"/>
                      <a:pt x="569" y="180"/>
                      <a:pt x="569" y="180"/>
                    </a:cubicBezTo>
                    <a:cubicBezTo>
                      <a:pt x="568" y="179"/>
                      <a:pt x="568" y="179"/>
                      <a:pt x="568" y="179"/>
                    </a:cubicBezTo>
                    <a:cubicBezTo>
                      <a:pt x="568" y="178"/>
                      <a:pt x="568" y="178"/>
                      <a:pt x="568" y="178"/>
                    </a:cubicBezTo>
                    <a:cubicBezTo>
                      <a:pt x="567" y="172"/>
                      <a:pt x="564" y="165"/>
                      <a:pt x="557" y="158"/>
                    </a:cubicBezTo>
                    <a:cubicBezTo>
                      <a:pt x="556" y="158"/>
                      <a:pt x="556" y="158"/>
                      <a:pt x="556" y="158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5" y="156"/>
                      <a:pt x="555" y="156"/>
                      <a:pt x="555" y="156"/>
                    </a:cubicBezTo>
                    <a:cubicBezTo>
                      <a:pt x="555" y="153"/>
                      <a:pt x="554" y="149"/>
                      <a:pt x="551" y="145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48" y="141"/>
                      <a:pt x="546" y="138"/>
                      <a:pt x="542" y="135"/>
                    </a:cubicBezTo>
                    <a:cubicBezTo>
                      <a:pt x="542" y="135"/>
                      <a:pt x="542" y="135"/>
                      <a:pt x="542" y="135"/>
                    </a:cubicBezTo>
                    <a:cubicBezTo>
                      <a:pt x="541" y="134"/>
                      <a:pt x="541" y="134"/>
                      <a:pt x="541" y="134"/>
                    </a:cubicBezTo>
                    <a:cubicBezTo>
                      <a:pt x="541" y="133"/>
                      <a:pt x="541" y="133"/>
                      <a:pt x="541" y="133"/>
                    </a:cubicBezTo>
                    <a:cubicBezTo>
                      <a:pt x="540" y="127"/>
                      <a:pt x="536" y="121"/>
                      <a:pt x="527" y="115"/>
                    </a:cubicBezTo>
                    <a:cubicBezTo>
                      <a:pt x="527" y="114"/>
                      <a:pt x="527" y="114"/>
                      <a:pt x="527" y="114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4" y="107"/>
                      <a:pt x="519" y="101"/>
                      <a:pt x="510" y="95"/>
                    </a:cubicBezTo>
                    <a:cubicBezTo>
                      <a:pt x="510" y="95"/>
                      <a:pt x="510" y="95"/>
                      <a:pt x="510" y="95"/>
                    </a:cubicBezTo>
                    <a:cubicBezTo>
                      <a:pt x="509" y="94"/>
                      <a:pt x="509" y="94"/>
                      <a:pt x="509" y="94"/>
                    </a:cubicBezTo>
                    <a:cubicBezTo>
                      <a:pt x="509" y="93"/>
                      <a:pt x="509" y="93"/>
                      <a:pt x="509" y="93"/>
                    </a:cubicBezTo>
                    <a:cubicBezTo>
                      <a:pt x="507" y="90"/>
                      <a:pt x="505" y="87"/>
                      <a:pt x="502" y="84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499" y="81"/>
                      <a:pt x="495" y="78"/>
                      <a:pt x="491" y="76"/>
                    </a:cubicBezTo>
                    <a:cubicBezTo>
                      <a:pt x="491" y="76"/>
                      <a:pt x="491" y="76"/>
                      <a:pt x="491" y="76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87" y="69"/>
                      <a:pt x="482" y="63"/>
                      <a:pt x="471" y="59"/>
                    </a:cubicBezTo>
                    <a:cubicBezTo>
                      <a:pt x="471" y="59"/>
                      <a:pt x="471" y="59"/>
                      <a:pt x="471" y="59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67" y="53"/>
                      <a:pt x="461" y="48"/>
                      <a:pt x="450" y="45"/>
                    </a:cubicBezTo>
                    <a:cubicBezTo>
                      <a:pt x="450" y="44"/>
                      <a:pt x="450" y="44"/>
                      <a:pt x="450" y="44"/>
                    </a:cubicBezTo>
                    <a:cubicBezTo>
                      <a:pt x="449" y="44"/>
                      <a:pt x="449" y="44"/>
                      <a:pt x="449" y="44"/>
                    </a:cubicBezTo>
                    <a:cubicBezTo>
                      <a:pt x="449" y="43"/>
                      <a:pt x="449" y="43"/>
                      <a:pt x="449" y="43"/>
                    </a:cubicBezTo>
                    <a:cubicBezTo>
                      <a:pt x="446" y="41"/>
                      <a:pt x="444" y="38"/>
                      <a:pt x="440" y="36"/>
                    </a:cubicBezTo>
                    <a:cubicBezTo>
                      <a:pt x="440" y="36"/>
                      <a:pt x="440" y="36"/>
                      <a:pt x="440" y="36"/>
                    </a:cubicBezTo>
                    <a:cubicBezTo>
                      <a:pt x="436" y="34"/>
                      <a:pt x="432" y="32"/>
                      <a:pt x="427" y="31"/>
                    </a:cubicBezTo>
                    <a:cubicBezTo>
                      <a:pt x="427" y="31"/>
                      <a:pt x="427" y="31"/>
                      <a:pt x="427" y="31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1" y="26"/>
                      <a:pt x="414" y="21"/>
                      <a:pt x="403" y="20"/>
                    </a:cubicBezTo>
                    <a:cubicBezTo>
                      <a:pt x="403" y="20"/>
                      <a:pt x="403" y="20"/>
                      <a:pt x="403" y="20"/>
                    </a:cubicBezTo>
                    <a:cubicBezTo>
                      <a:pt x="402" y="20"/>
                      <a:pt x="402" y="20"/>
                      <a:pt x="402" y="20"/>
                    </a:cubicBezTo>
                    <a:cubicBezTo>
                      <a:pt x="401" y="19"/>
                      <a:pt x="401" y="19"/>
                      <a:pt x="401" y="19"/>
                    </a:cubicBezTo>
                    <a:cubicBezTo>
                      <a:pt x="397" y="15"/>
                      <a:pt x="390" y="12"/>
                      <a:pt x="379" y="12"/>
                    </a:cubicBezTo>
                    <a:cubicBezTo>
                      <a:pt x="379" y="12"/>
                      <a:pt x="379" y="12"/>
                      <a:pt x="379" y="12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4" y="9"/>
                      <a:pt x="371" y="7"/>
                      <a:pt x="366" y="6"/>
                    </a:cubicBezTo>
                    <a:cubicBezTo>
                      <a:pt x="366" y="6"/>
                      <a:pt x="366" y="6"/>
                      <a:pt x="366" y="6"/>
                    </a:cubicBezTo>
                    <a:cubicBezTo>
                      <a:pt x="363" y="6"/>
                      <a:pt x="360" y="5"/>
                      <a:pt x="357" y="5"/>
                    </a:cubicBezTo>
                    <a:cubicBezTo>
                      <a:pt x="355" y="5"/>
                      <a:pt x="354" y="5"/>
                      <a:pt x="352" y="5"/>
                    </a:cubicBezTo>
                    <a:cubicBezTo>
                      <a:pt x="352" y="5"/>
                      <a:pt x="352" y="5"/>
                      <a:pt x="352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0" y="5"/>
                      <a:pt x="350" y="5"/>
                      <a:pt x="350" y="5"/>
                    </a:cubicBezTo>
                    <a:cubicBezTo>
                      <a:pt x="347" y="3"/>
                      <a:pt x="342" y="1"/>
                      <a:pt x="335" y="1"/>
                    </a:cubicBezTo>
                    <a:cubicBezTo>
                      <a:pt x="333" y="1"/>
                      <a:pt x="330" y="2"/>
                      <a:pt x="327" y="2"/>
                    </a:cubicBezTo>
                    <a:cubicBezTo>
                      <a:pt x="327" y="2"/>
                      <a:pt x="327" y="2"/>
                      <a:pt x="327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1" y="1"/>
                      <a:pt x="318" y="0"/>
                      <a:pt x="313" y="0"/>
                    </a:cubicBezTo>
                    <a:cubicBezTo>
                      <a:pt x="309" y="0"/>
                      <a:pt x="305" y="0"/>
                      <a:pt x="301" y="2"/>
                    </a:cubicBezTo>
                    <a:cubicBezTo>
                      <a:pt x="301" y="2"/>
                      <a:pt x="301" y="2"/>
                      <a:pt x="301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6" y="1"/>
                      <a:pt x="293" y="0"/>
                      <a:pt x="290" y="0"/>
                    </a:cubicBezTo>
                    <a:cubicBezTo>
                      <a:pt x="289" y="0"/>
                      <a:pt x="288" y="0"/>
                      <a:pt x="287" y="0"/>
                    </a:cubicBezTo>
                    <a:cubicBezTo>
                      <a:pt x="287" y="0"/>
                      <a:pt x="287" y="0"/>
                      <a:pt x="287" y="0"/>
                    </a:cubicBezTo>
                    <a:cubicBezTo>
                      <a:pt x="283" y="1"/>
                      <a:pt x="279" y="1"/>
                      <a:pt x="274" y="4"/>
                    </a:cubicBezTo>
                    <a:cubicBezTo>
                      <a:pt x="274" y="4"/>
                      <a:pt x="274" y="4"/>
                      <a:pt x="274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0" y="3"/>
                      <a:pt x="268" y="3"/>
                      <a:pt x="266" y="3"/>
                    </a:cubicBezTo>
                    <a:cubicBezTo>
                      <a:pt x="261" y="3"/>
                      <a:pt x="255" y="4"/>
                      <a:pt x="248" y="8"/>
                    </a:cubicBezTo>
                    <a:cubicBezTo>
                      <a:pt x="248" y="8"/>
                      <a:pt x="248" y="8"/>
                      <a:pt x="248" y="8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5" y="8"/>
                      <a:pt x="244" y="8"/>
                      <a:pt x="243" y="8"/>
                    </a:cubicBezTo>
                    <a:cubicBezTo>
                      <a:pt x="238" y="8"/>
                      <a:pt x="231" y="10"/>
                      <a:pt x="223" y="15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2" y="16"/>
                      <a:pt x="222" y="16"/>
                      <a:pt x="222" y="16"/>
                    </a:cubicBezTo>
                    <a:cubicBezTo>
                      <a:pt x="221" y="16"/>
                      <a:pt x="221" y="16"/>
                      <a:pt x="221" y="16"/>
                    </a:cubicBezTo>
                    <a:cubicBezTo>
                      <a:pt x="221" y="16"/>
                      <a:pt x="221" y="16"/>
                      <a:pt x="220" y="16"/>
                    </a:cubicBezTo>
                    <a:cubicBezTo>
                      <a:pt x="217" y="16"/>
                      <a:pt x="213" y="17"/>
                      <a:pt x="210" y="18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5" y="20"/>
                      <a:pt x="202" y="22"/>
                      <a:pt x="198" y="25"/>
                    </a:cubicBezTo>
                    <a:cubicBezTo>
                      <a:pt x="198" y="25"/>
                      <a:pt x="198" y="25"/>
                      <a:pt x="198" y="25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0" y="27"/>
                      <a:pt x="183" y="29"/>
                      <a:pt x="175" y="37"/>
                    </a:cubicBezTo>
                    <a:cubicBezTo>
                      <a:pt x="175" y="37"/>
                      <a:pt x="175" y="37"/>
                      <a:pt x="175" y="37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67" y="39"/>
                      <a:pt x="160" y="43"/>
                      <a:pt x="153" y="51"/>
                    </a:cubicBezTo>
                    <a:cubicBezTo>
                      <a:pt x="153" y="51"/>
                      <a:pt x="153" y="51"/>
                      <a:pt x="153" y="51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48" y="53"/>
                      <a:pt x="145" y="55"/>
                      <a:pt x="141" y="58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37" y="61"/>
                      <a:pt x="135" y="64"/>
                      <a:pt x="132" y="68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30" y="69"/>
                      <a:pt x="130" y="69"/>
                      <a:pt x="130" y="69"/>
                    </a:cubicBezTo>
                    <a:cubicBezTo>
                      <a:pt x="125" y="71"/>
                      <a:pt x="119" y="75"/>
                      <a:pt x="113" y="85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06" y="89"/>
                      <a:pt x="100" y="94"/>
                      <a:pt x="96" y="104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1" y="107"/>
                      <a:pt x="88" y="109"/>
                      <a:pt x="85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2" y="117"/>
                      <a:pt x="80" y="120"/>
                      <a:pt x="79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8" y="126"/>
                      <a:pt x="78" y="126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2" y="130"/>
                      <a:pt x="67" y="135"/>
                      <a:pt x="64" y="146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58" y="151"/>
                      <a:pt x="54" y="157"/>
                      <a:pt x="51" y="168"/>
                    </a:cubicBezTo>
                    <a:cubicBezTo>
                      <a:pt x="51" y="168"/>
                      <a:pt x="51" y="168"/>
                      <a:pt x="51" y="168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48" y="172"/>
                      <a:pt x="45" y="175"/>
                      <a:pt x="43" y="179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1" y="184"/>
                      <a:pt x="40" y="187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4" y="198"/>
                      <a:pt x="30" y="205"/>
                      <a:pt x="29" y="216"/>
                    </a:cubicBezTo>
                    <a:cubicBezTo>
                      <a:pt x="29" y="216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29" y="218"/>
                      <a:pt x="29" y="218"/>
                      <a:pt x="29" y="218"/>
                    </a:cubicBezTo>
                    <a:cubicBezTo>
                      <a:pt x="24" y="222"/>
                      <a:pt x="21" y="229"/>
                      <a:pt x="21" y="240"/>
                    </a:cubicBezTo>
                    <a:cubicBezTo>
                      <a:pt x="21" y="240"/>
                      <a:pt x="21" y="240"/>
                      <a:pt x="21" y="240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0" y="242"/>
                      <a:pt x="20" y="242"/>
                      <a:pt x="20" y="242"/>
                    </a:cubicBezTo>
                    <a:cubicBezTo>
                      <a:pt x="18" y="244"/>
                      <a:pt x="17" y="248"/>
                      <a:pt x="15" y="252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4" y="256"/>
                      <a:pt x="14" y="259"/>
                      <a:pt x="14" y="263"/>
                    </a:cubicBezTo>
                    <a:cubicBezTo>
                      <a:pt x="14" y="264"/>
                      <a:pt x="14" y="265"/>
                      <a:pt x="14" y="265"/>
                    </a:cubicBezTo>
                    <a:cubicBezTo>
                      <a:pt x="14" y="266"/>
                      <a:pt x="14" y="266"/>
                      <a:pt x="14" y="266"/>
                    </a:cubicBezTo>
                    <a:cubicBezTo>
                      <a:pt x="14" y="267"/>
                      <a:pt x="14" y="267"/>
                      <a:pt x="14" y="267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1" y="272"/>
                      <a:pt x="8" y="277"/>
                      <a:pt x="8" y="285"/>
                    </a:cubicBezTo>
                    <a:cubicBezTo>
                      <a:pt x="8" y="287"/>
                      <a:pt x="9" y="289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6" y="296"/>
                      <a:pt x="4" y="301"/>
                      <a:pt x="4" y="308"/>
                    </a:cubicBezTo>
                    <a:cubicBezTo>
                      <a:pt x="4" y="310"/>
                      <a:pt x="5" y="313"/>
                      <a:pt x="5" y="316"/>
                    </a:cubicBezTo>
                    <a:cubicBezTo>
                      <a:pt x="5" y="316"/>
                      <a:pt x="5" y="316"/>
                      <a:pt x="5" y="316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3" y="321"/>
                      <a:pt x="2" y="325"/>
                      <a:pt x="2" y="329"/>
                    </a:cubicBezTo>
                    <a:cubicBezTo>
                      <a:pt x="2" y="329"/>
                      <a:pt x="2" y="329"/>
                      <a:pt x="2" y="329"/>
                    </a:cubicBezTo>
                    <a:cubicBezTo>
                      <a:pt x="1" y="330"/>
                      <a:pt x="1" y="331"/>
                      <a:pt x="1" y="332"/>
                    </a:cubicBezTo>
                    <a:cubicBezTo>
                      <a:pt x="1" y="335"/>
                      <a:pt x="2" y="339"/>
                      <a:pt x="3" y="342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3" y="344"/>
                      <a:pt x="3" y="344"/>
                      <a:pt x="3" y="344"/>
                    </a:cubicBezTo>
                    <a:cubicBezTo>
                      <a:pt x="2" y="344"/>
                      <a:pt x="2" y="344"/>
                      <a:pt x="2" y="344"/>
                    </a:cubicBezTo>
                    <a:cubicBezTo>
                      <a:pt x="1" y="348"/>
                      <a:pt x="0" y="351"/>
                      <a:pt x="0" y="356"/>
                    </a:cubicBezTo>
                    <a:cubicBezTo>
                      <a:pt x="0" y="359"/>
                      <a:pt x="1" y="363"/>
                      <a:pt x="2" y="368"/>
                    </a:cubicBezTo>
                    <a:cubicBezTo>
                      <a:pt x="2" y="368"/>
                      <a:pt x="2" y="368"/>
                      <a:pt x="2" y="368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1" y="373"/>
                      <a:pt x="0" y="376"/>
                      <a:pt x="0" y="380"/>
                    </a:cubicBezTo>
                    <a:cubicBezTo>
                      <a:pt x="0" y="384"/>
                      <a:pt x="1" y="388"/>
                      <a:pt x="3" y="393"/>
                    </a:cubicBezTo>
                    <a:cubicBezTo>
                      <a:pt x="3" y="394"/>
                      <a:pt x="3" y="394"/>
                      <a:pt x="3" y="394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2" y="398"/>
                      <a:pt x="1" y="401"/>
                      <a:pt x="1" y="404"/>
                    </a:cubicBezTo>
                    <a:cubicBezTo>
                      <a:pt x="1" y="405"/>
                      <a:pt x="1" y="406"/>
                      <a:pt x="2" y="407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12"/>
                      <a:pt x="3" y="416"/>
                      <a:pt x="5" y="420"/>
                    </a:cubicBezTo>
                    <a:cubicBezTo>
                      <a:pt x="5" y="420"/>
                      <a:pt x="5" y="420"/>
                      <a:pt x="5" y="420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4"/>
                      <a:pt x="4" y="426"/>
                      <a:pt x="4" y="428"/>
                    </a:cubicBezTo>
                    <a:cubicBezTo>
                      <a:pt x="4" y="433"/>
                      <a:pt x="5" y="439"/>
                      <a:pt x="9" y="445"/>
                    </a:cubicBezTo>
                    <a:cubicBezTo>
                      <a:pt x="9" y="445"/>
                      <a:pt x="9" y="445"/>
                      <a:pt x="9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9"/>
                      <a:pt x="8" y="450"/>
                      <a:pt x="8" y="452"/>
                    </a:cubicBezTo>
                    <a:cubicBezTo>
                      <a:pt x="8" y="457"/>
                      <a:pt x="10" y="463"/>
                      <a:pt x="14" y="470"/>
                    </a:cubicBezTo>
                    <a:cubicBezTo>
                      <a:pt x="14" y="470"/>
                      <a:pt x="14" y="470"/>
                      <a:pt x="14" y="470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3"/>
                      <a:pt x="14" y="475"/>
                      <a:pt x="14" y="476"/>
                    </a:cubicBezTo>
                    <a:cubicBezTo>
                      <a:pt x="14" y="478"/>
                      <a:pt x="14" y="481"/>
                      <a:pt x="15" y="484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7" y="489"/>
                      <a:pt x="18" y="492"/>
                      <a:pt x="21" y="496"/>
                    </a:cubicBezTo>
                    <a:cubicBezTo>
                      <a:pt x="21" y="496"/>
                      <a:pt x="21" y="496"/>
                      <a:pt x="21" y="496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1" y="499"/>
                      <a:pt x="21" y="499"/>
                      <a:pt x="21" y="500"/>
                    </a:cubicBezTo>
                    <a:cubicBezTo>
                      <a:pt x="21" y="505"/>
                      <a:pt x="23" y="512"/>
                      <a:pt x="29" y="520"/>
                    </a:cubicBezTo>
                    <a:cubicBezTo>
                      <a:pt x="29" y="520"/>
                      <a:pt x="29" y="520"/>
                      <a:pt x="29" y="520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3"/>
                      <a:pt x="30" y="523"/>
                    </a:cubicBezTo>
                    <a:cubicBezTo>
                      <a:pt x="30" y="529"/>
                      <a:pt x="32" y="536"/>
                      <a:pt x="39" y="544"/>
                    </a:cubicBezTo>
                    <a:cubicBezTo>
                      <a:pt x="39" y="544"/>
                      <a:pt x="39" y="544"/>
                      <a:pt x="39" y="544"/>
                    </a:cubicBezTo>
                    <a:cubicBezTo>
                      <a:pt x="40" y="545"/>
                      <a:pt x="40" y="545"/>
                      <a:pt x="40" y="545"/>
                    </a:cubicBezTo>
                    <a:cubicBezTo>
                      <a:pt x="40" y="546"/>
                      <a:pt x="40" y="546"/>
                      <a:pt x="40" y="546"/>
                    </a:cubicBezTo>
                    <a:cubicBezTo>
                      <a:pt x="40" y="549"/>
                      <a:pt x="41" y="553"/>
                      <a:pt x="43" y="557"/>
                    </a:cubicBezTo>
                    <a:cubicBezTo>
                      <a:pt x="43" y="557"/>
                      <a:pt x="43" y="557"/>
                      <a:pt x="43" y="557"/>
                    </a:cubicBezTo>
                    <a:cubicBezTo>
                      <a:pt x="45" y="560"/>
                      <a:pt x="47" y="564"/>
                      <a:pt x="51" y="568"/>
                    </a:cubicBezTo>
                    <a:cubicBezTo>
                      <a:pt x="51" y="568"/>
                      <a:pt x="51" y="568"/>
                      <a:pt x="51" y="568"/>
                    </a:cubicBezTo>
                    <a:cubicBezTo>
                      <a:pt x="52" y="569"/>
                      <a:pt x="52" y="569"/>
                      <a:pt x="52" y="569"/>
                    </a:cubicBezTo>
                    <a:cubicBezTo>
                      <a:pt x="52" y="570"/>
                      <a:pt x="52" y="570"/>
                      <a:pt x="52" y="570"/>
                    </a:cubicBezTo>
                    <a:cubicBezTo>
                      <a:pt x="53" y="576"/>
                      <a:pt x="56" y="583"/>
                      <a:pt x="64" y="590"/>
                    </a:cubicBezTo>
                    <a:cubicBezTo>
                      <a:pt x="64" y="590"/>
                      <a:pt x="64" y="590"/>
                      <a:pt x="64" y="590"/>
                    </a:cubicBezTo>
                    <a:cubicBezTo>
                      <a:pt x="65" y="591"/>
                      <a:pt x="65" y="591"/>
                      <a:pt x="65" y="591"/>
                    </a:cubicBezTo>
                    <a:cubicBezTo>
                      <a:pt x="65" y="592"/>
                      <a:pt x="65" y="592"/>
                      <a:pt x="65" y="592"/>
                    </a:cubicBezTo>
                    <a:cubicBezTo>
                      <a:pt x="66" y="598"/>
                      <a:pt x="70" y="604"/>
                      <a:pt x="78" y="611"/>
                    </a:cubicBezTo>
                    <a:cubicBezTo>
                      <a:pt x="78" y="611"/>
                      <a:pt x="78" y="611"/>
                      <a:pt x="78" y="611"/>
                    </a:cubicBezTo>
                    <a:cubicBezTo>
                      <a:pt x="79" y="613"/>
                      <a:pt x="79" y="613"/>
                      <a:pt x="79" y="613"/>
                    </a:cubicBezTo>
                    <a:cubicBezTo>
                      <a:pt x="80" y="613"/>
                      <a:pt x="80" y="613"/>
                      <a:pt x="80" y="613"/>
                    </a:cubicBezTo>
                    <a:cubicBezTo>
                      <a:pt x="80" y="616"/>
                      <a:pt x="82" y="620"/>
                      <a:pt x="85" y="623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8" y="627"/>
                      <a:pt x="91" y="630"/>
                      <a:pt x="95" y="632"/>
                    </a:cubicBezTo>
                    <a:cubicBezTo>
                      <a:pt x="95" y="632"/>
                      <a:pt x="95" y="632"/>
                      <a:pt x="95" y="632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8" y="640"/>
                      <a:pt x="103" y="646"/>
                      <a:pt x="113" y="651"/>
                    </a:cubicBezTo>
                    <a:cubicBezTo>
                      <a:pt x="113" y="651"/>
                      <a:pt x="113" y="651"/>
                      <a:pt x="113" y="651"/>
                    </a:cubicBezTo>
                    <a:cubicBezTo>
                      <a:pt x="114" y="652"/>
                      <a:pt x="114" y="652"/>
                      <a:pt x="114" y="652"/>
                    </a:cubicBezTo>
                    <a:cubicBezTo>
                      <a:pt x="114" y="653"/>
                      <a:pt x="114" y="653"/>
                      <a:pt x="114" y="653"/>
                    </a:cubicBezTo>
                    <a:cubicBezTo>
                      <a:pt x="117" y="658"/>
                      <a:pt x="122" y="664"/>
                      <a:pt x="132" y="668"/>
                    </a:cubicBezTo>
                    <a:cubicBezTo>
                      <a:pt x="132" y="668"/>
                      <a:pt x="132" y="668"/>
                      <a:pt x="132" y="668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5" y="673"/>
                      <a:pt x="137" y="676"/>
                      <a:pt x="141" y="679"/>
                    </a:cubicBezTo>
                    <a:cubicBezTo>
                      <a:pt x="141" y="679"/>
                      <a:pt x="141" y="679"/>
                      <a:pt x="141" y="679"/>
                    </a:cubicBezTo>
                    <a:cubicBezTo>
                      <a:pt x="144" y="681"/>
                      <a:pt x="148" y="683"/>
                      <a:pt x="153" y="685"/>
                    </a:cubicBezTo>
                    <a:cubicBezTo>
                      <a:pt x="153" y="685"/>
                      <a:pt x="153" y="685"/>
                      <a:pt x="153" y="685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8" y="691"/>
                      <a:pt x="164" y="696"/>
                      <a:pt x="175" y="699"/>
                    </a:cubicBezTo>
                    <a:cubicBezTo>
                      <a:pt x="175" y="699"/>
                      <a:pt x="175" y="699"/>
                      <a:pt x="175" y="699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80" y="705"/>
                      <a:pt x="187" y="709"/>
                      <a:pt x="198" y="711"/>
                    </a:cubicBezTo>
                    <a:cubicBezTo>
                      <a:pt x="198" y="711"/>
                      <a:pt x="198" y="711"/>
                      <a:pt x="198" y="711"/>
                    </a:cubicBezTo>
                    <a:cubicBezTo>
                      <a:pt x="199" y="711"/>
                      <a:pt x="199" y="711"/>
                      <a:pt x="199" y="711"/>
                    </a:cubicBezTo>
                    <a:cubicBezTo>
                      <a:pt x="200" y="712"/>
                      <a:pt x="200" y="712"/>
                      <a:pt x="200" y="712"/>
                    </a:cubicBezTo>
                    <a:cubicBezTo>
                      <a:pt x="202" y="714"/>
                      <a:pt x="205" y="716"/>
                      <a:pt x="210" y="718"/>
                    </a:cubicBezTo>
                    <a:cubicBezTo>
                      <a:pt x="210" y="718"/>
                      <a:pt x="210" y="718"/>
                      <a:pt x="210" y="718"/>
                    </a:cubicBezTo>
                    <a:cubicBezTo>
                      <a:pt x="213" y="720"/>
                      <a:pt x="217" y="720"/>
                      <a:pt x="223" y="721"/>
                    </a:cubicBezTo>
                    <a:cubicBezTo>
                      <a:pt x="223" y="721"/>
                      <a:pt x="223" y="721"/>
                      <a:pt x="223" y="721"/>
                    </a:cubicBezTo>
                    <a:cubicBezTo>
                      <a:pt x="225" y="721"/>
                      <a:pt x="225" y="721"/>
                      <a:pt x="225" y="721"/>
                    </a:cubicBezTo>
                    <a:cubicBezTo>
                      <a:pt x="225" y="722"/>
                      <a:pt x="225" y="722"/>
                      <a:pt x="225" y="722"/>
                    </a:cubicBezTo>
                    <a:cubicBezTo>
                      <a:pt x="229" y="725"/>
                      <a:pt x="236" y="728"/>
                      <a:pt x="246" y="728"/>
                    </a:cubicBezTo>
                    <a:cubicBezTo>
                      <a:pt x="247" y="728"/>
                      <a:pt x="247" y="728"/>
                      <a:pt x="248" y="728"/>
                    </a:cubicBezTo>
                    <a:cubicBezTo>
                      <a:pt x="248" y="728"/>
                      <a:pt x="248" y="728"/>
                      <a:pt x="248" y="728"/>
                    </a:cubicBezTo>
                    <a:cubicBezTo>
                      <a:pt x="250" y="728"/>
                      <a:pt x="250" y="728"/>
                      <a:pt x="250" y="728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254" y="731"/>
                      <a:pt x="259" y="733"/>
                      <a:pt x="267" y="733"/>
                    </a:cubicBezTo>
                    <a:cubicBezTo>
                      <a:pt x="269" y="733"/>
                      <a:pt x="271" y="733"/>
                      <a:pt x="273" y="733"/>
                    </a:cubicBezTo>
                    <a:cubicBezTo>
                      <a:pt x="273" y="733"/>
                      <a:pt x="273" y="733"/>
                      <a:pt x="273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8" y="735"/>
                      <a:pt x="282" y="736"/>
                      <a:pt x="287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9" y="736"/>
                      <a:pt x="289" y="736"/>
                      <a:pt x="290" y="736"/>
                    </a:cubicBezTo>
                    <a:cubicBezTo>
                      <a:pt x="293" y="736"/>
                      <a:pt x="296" y="736"/>
                      <a:pt x="300" y="735"/>
                    </a:cubicBezTo>
                    <a:cubicBezTo>
                      <a:pt x="300" y="735"/>
                      <a:pt x="300" y="735"/>
                      <a:pt x="300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5" y="736"/>
                      <a:pt x="308" y="737"/>
                      <a:pt x="312" y="737"/>
                    </a:cubicBezTo>
                    <a:cubicBezTo>
                      <a:pt x="316" y="737"/>
                      <a:pt x="321" y="736"/>
                      <a:pt x="326" y="734"/>
                    </a:cubicBezTo>
                    <a:cubicBezTo>
                      <a:pt x="326" y="734"/>
                      <a:pt x="326" y="734"/>
                      <a:pt x="326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30" y="735"/>
                      <a:pt x="333" y="735"/>
                      <a:pt x="336" y="735"/>
                    </a:cubicBezTo>
                    <a:cubicBezTo>
                      <a:pt x="340" y="735"/>
                      <a:pt x="346" y="734"/>
                      <a:pt x="352" y="731"/>
                    </a:cubicBezTo>
                    <a:cubicBezTo>
                      <a:pt x="352" y="731"/>
                      <a:pt x="352" y="731"/>
                      <a:pt x="352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5" y="731"/>
                      <a:pt x="357" y="731"/>
                      <a:pt x="358" y="731"/>
                    </a:cubicBezTo>
                    <a:cubicBezTo>
                      <a:pt x="361" y="731"/>
                      <a:pt x="363" y="731"/>
                      <a:pt x="366" y="730"/>
                    </a:cubicBezTo>
                    <a:cubicBezTo>
                      <a:pt x="366" y="730"/>
                      <a:pt x="366" y="730"/>
                      <a:pt x="366" y="730"/>
                    </a:cubicBezTo>
                    <a:cubicBezTo>
                      <a:pt x="370" y="729"/>
                      <a:pt x="374" y="727"/>
                      <a:pt x="378" y="725"/>
                    </a:cubicBezTo>
                    <a:cubicBezTo>
                      <a:pt x="379" y="725"/>
                      <a:pt x="379" y="725"/>
                      <a:pt x="379" y="725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1" y="724"/>
                      <a:pt x="382" y="724"/>
                      <a:pt x="382" y="724"/>
                    </a:cubicBezTo>
                    <a:cubicBezTo>
                      <a:pt x="388" y="724"/>
                      <a:pt x="395" y="722"/>
                      <a:pt x="403" y="716"/>
                    </a:cubicBezTo>
                    <a:cubicBezTo>
                      <a:pt x="403" y="716"/>
                      <a:pt x="403" y="716"/>
                      <a:pt x="403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11" y="716"/>
                      <a:pt x="418" y="713"/>
                      <a:pt x="426" y="706"/>
                    </a:cubicBezTo>
                    <a:cubicBezTo>
                      <a:pt x="427" y="705"/>
                      <a:pt x="427" y="705"/>
                      <a:pt x="427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32" y="704"/>
                      <a:pt x="435" y="703"/>
                      <a:pt x="440" y="701"/>
                    </a:cubicBezTo>
                    <a:cubicBezTo>
                      <a:pt x="440" y="701"/>
                      <a:pt x="440" y="701"/>
                      <a:pt x="440" y="701"/>
                    </a:cubicBezTo>
                    <a:cubicBezTo>
                      <a:pt x="443" y="699"/>
                      <a:pt x="446" y="696"/>
                      <a:pt x="450" y="692"/>
                    </a:cubicBezTo>
                    <a:cubicBezTo>
                      <a:pt x="450" y="692"/>
                      <a:pt x="450" y="692"/>
                      <a:pt x="450" y="692"/>
                    </a:cubicBezTo>
                    <a:cubicBezTo>
                      <a:pt x="451" y="691"/>
                      <a:pt x="451" y="691"/>
                      <a:pt x="451" y="691"/>
                    </a:cubicBezTo>
                    <a:cubicBezTo>
                      <a:pt x="452" y="691"/>
                      <a:pt x="452" y="691"/>
                      <a:pt x="452" y="691"/>
                    </a:cubicBezTo>
                    <a:cubicBezTo>
                      <a:pt x="458" y="690"/>
                      <a:pt x="464" y="686"/>
                      <a:pt x="471" y="677"/>
                    </a:cubicBezTo>
                    <a:cubicBezTo>
                      <a:pt x="471" y="677"/>
                      <a:pt x="471" y="677"/>
                      <a:pt x="471" y="677"/>
                    </a:cubicBezTo>
                    <a:cubicBezTo>
                      <a:pt x="472" y="676"/>
                      <a:pt x="472" y="676"/>
                      <a:pt x="472" y="676"/>
                    </a:cubicBezTo>
                    <a:cubicBezTo>
                      <a:pt x="473" y="676"/>
                      <a:pt x="473" y="676"/>
                      <a:pt x="473" y="676"/>
                    </a:cubicBezTo>
                    <a:cubicBezTo>
                      <a:pt x="479" y="674"/>
                      <a:pt x="485" y="670"/>
                      <a:pt x="491" y="661"/>
                    </a:cubicBezTo>
                    <a:cubicBezTo>
                      <a:pt x="491" y="661"/>
                      <a:pt x="491" y="661"/>
                      <a:pt x="491" y="661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6" y="658"/>
                      <a:pt x="499" y="656"/>
                      <a:pt x="502" y="653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5" y="649"/>
                      <a:pt x="508" y="646"/>
                      <a:pt x="510" y="642"/>
                    </a:cubicBezTo>
                    <a:cubicBezTo>
                      <a:pt x="510" y="642"/>
                      <a:pt x="510" y="642"/>
                      <a:pt x="510" y="642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7" y="637"/>
                      <a:pt x="522" y="632"/>
                      <a:pt x="527" y="622"/>
                    </a:cubicBezTo>
                    <a:cubicBezTo>
                      <a:pt x="527" y="622"/>
                      <a:pt x="527" y="622"/>
                      <a:pt x="527" y="622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33" y="618"/>
                      <a:pt x="538" y="612"/>
                      <a:pt x="542" y="602"/>
                    </a:cubicBezTo>
                    <a:close/>
                    <a:moveTo>
                      <a:pt x="551" y="581"/>
                    </a:moveTo>
                    <a:cubicBezTo>
                      <a:pt x="550" y="583"/>
                      <a:pt x="549" y="584"/>
                      <a:pt x="549" y="585"/>
                    </a:cubicBezTo>
                    <a:cubicBezTo>
                      <a:pt x="548" y="585"/>
                      <a:pt x="548" y="585"/>
                      <a:pt x="548" y="585"/>
                    </a:cubicBezTo>
                    <a:cubicBezTo>
                      <a:pt x="548" y="585"/>
                      <a:pt x="547" y="584"/>
                      <a:pt x="546" y="583"/>
                    </a:cubicBezTo>
                    <a:cubicBezTo>
                      <a:pt x="545" y="582"/>
                      <a:pt x="545" y="581"/>
                      <a:pt x="545" y="578"/>
                    </a:cubicBezTo>
                    <a:cubicBezTo>
                      <a:pt x="545" y="578"/>
                      <a:pt x="545" y="578"/>
                      <a:pt x="545" y="577"/>
                    </a:cubicBezTo>
                    <a:cubicBezTo>
                      <a:pt x="545" y="575"/>
                      <a:pt x="545" y="572"/>
                      <a:pt x="546" y="571"/>
                    </a:cubicBezTo>
                    <a:cubicBezTo>
                      <a:pt x="547" y="569"/>
                      <a:pt x="548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50" y="567"/>
                      <a:pt x="551" y="568"/>
                    </a:cubicBezTo>
                    <a:cubicBezTo>
                      <a:pt x="552" y="569"/>
                      <a:pt x="552" y="571"/>
                      <a:pt x="553" y="573"/>
                    </a:cubicBezTo>
                    <a:cubicBezTo>
                      <a:pt x="553" y="573"/>
                      <a:pt x="553" y="574"/>
                      <a:pt x="553" y="574"/>
                    </a:cubicBezTo>
                    <a:cubicBezTo>
                      <a:pt x="553" y="576"/>
                      <a:pt x="552" y="579"/>
                      <a:pt x="551" y="581"/>
                    </a:cubicBezTo>
                    <a:moveTo>
                      <a:pt x="564" y="558"/>
                    </a:moveTo>
                    <a:cubicBezTo>
                      <a:pt x="563" y="560"/>
                      <a:pt x="562" y="561"/>
                      <a:pt x="562" y="562"/>
                    </a:cubicBezTo>
                    <a:cubicBezTo>
                      <a:pt x="562" y="562"/>
                      <a:pt x="562" y="562"/>
                      <a:pt x="562" y="562"/>
                    </a:cubicBezTo>
                    <a:cubicBezTo>
                      <a:pt x="561" y="562"/>
                      <a:pt x="561" y="562"/>
                      <a:pt x="561" y="562"/>
                    </a:cubicBezTo>
                    <a:cubicBezTo>
                      <a:pt x="561" y="562"/>
                      <a:pt x="560" y="561"/>
                      <a:pt x="559" y="560"/>
                    </a:cubicBezTo>
                    <a:cubicBezTo>
                      <a:pt x="558" y="559"/>
                      <a:pt x="557" y="558"/>
                      <a:pt x="557" y="556"/>
                    </a:cubicBezTo>
                    <a:cubicBezTo>
                      <a:pt x="557" y="555"/>
                      <a:pt x="557" y="555"/>
                      <a:pt x="557" y="554"/>
                    </a:cubicBezTo>
                    <a:cubicBezTo>
                      <a:pt x="557" y="552"/>
                      <a:pt x="558" y="549"/>
                      <a:pt x="558" y="548"/>
                    </a:cubicBezTo>
                    <a:cubicBezTo>
                      <a:pt x="559" y="546"/>
                      <a:pt x="560" y="544"/>
                      <a:pt x="560" y="544"/>
                    </a:cubicBezTo>
                    <a:cubicBezTo>
                      <a:pt x="560" y="544"/>
                      <a:pt x="561" y="544"/>
                      <a:pt x="561" y="544"/>
                    </a:cubicBezTo>
                    <a:cubicBezTo>
                      <a:pt x="562" y="544"/>
                      <a:pt x="564" y="546"/>
                      <a:pt x="565" y="550"/>
                    </a:cubicBezTo>
                    <a:cubicBezTo>
                      <a:pt x="565" y="551"/>
                      <a:pt x="565" y="551"/>
                      <a:pt x="565" y="552"/>
                    </a:cubicBezTo>
                    <a:cubicBezTo>
                      <a:pt x="565" y="554"/>
                      <a:pt x="564" y="557"/>
                      <a:pt x="564" y="558"/>
                    </a:cubicBezTo>
                    <a:moveTo>
                      <a:pt x="575" y="535"/>
                    </a:moveTo>
                    <a:cubicBezTo>
                      <a:pt x="574" y="537"/>
                      <a:pt x="573" y="538"/>
                      <a:pt x="573" y="538"/>
                    </a:cubicBezTo>
                    <a:cubicBezTo>
                      <a:pt x="573" y="538"/>
                      <a:pt x="573" y="538"/>
                      <a:pt x="572" y="538"/>
                    </a:cubicBezTo>
                    <a:cubicBezTo>
                      <a:pt x="572" y="538"/>
                      <a:pt x="569" y="536"/>
                      <a:pt x="568" y="533"/>
                    </a:cubicBezTo>
                    <a:cubicBezTo>
                      <a:pt x="568" y="531"/>
                      <a:pt x="568" y="530"/>
                      <a:pt x="568" y="529"/>
                    </a:cubicBezTo>
                    <a:cubicBezTo>
                      <a:pt x="568" y="527"/>
                      <a:pt x="568" y="525"/>
                      <a:pt x="569" y="524"/>
                    </a:cubicBezTo>
                    <a:cubicBezTo>
                      <a:pt x="569" y="522"/>
                      <a:pt x="570" y="521"/>
                      <a:pt x="571" y="520"/>
                    </a:cubicBezTo>
                    <a:cubicBezTo>
                      <a:pt x="571" y="520"/>
                      <a:pt x="571" y="520"/>
                      <a:pt x="571" y="520"/>
                    </a:cubicBezTo>
                    <a:cubicBezTo>
                      <a:pt x="572" y="520"/>
                      <a:pt x="575" y="522"/>
                      <a:pt x="575" y="526"/>
                    </a:cubicBezTo>
                    <a:cubicBezTo>
                      <a:pt x="576" y="527"/>
                      <a:pt x="576" y="528"/>
                      <a:pt x="576" y="529"/>
                    </a:cubicBezTo>
                    <a:cubicBezTo>
                      <a:pt x="576" y="531"/>
                      <a:pt x="575" y="533"/>
                      <a:pt x="575" y="535"/>
                    </a:cubicBezTo>
                    <a:moveTo>
                      <a:pt x="582" y="515"/>
                    </a:move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1" y="515"/>
                      <a:pt x="578" y="514"/>
                      <a:pt x="577" y="510"/>
                    </a:cubicBezTo>
                    <a:cubicBezTo>
                      <a:pt x="577" y="509"/>
                      <a:pt x="577" y="507"/>
                      <a:pt x="577" y="505"/>
                    </a:cubicBezTo>
                    <a:cubicBezTo>
                      <a:pt x="577" y="502"/>
                      <a:pt x="578" y="498"/>
                      <a:pt x="579" y="498"/>
                    </a:cubicBezTo>
                    <a:cubicBezTo>
                      <a:pt x="579" y="498"/>
                      <a:pt x="579" y="497"/>
                      <a:pt x="579" y="497"/>
                    </a:cubicBezTo>
                    <a:cubicBezTo>
                      <a:pt x="580" y="497"/>
                      <a:pt x="583" y="499"/>
                      <a:pt x="584" y="503"/>
                    </a:cubicBezTo>
                    <a:cubicBezTo>
                      <a:pt x="584" y="504"/>
                      <a:pt x="584" y="506"/>
                      <a:pt x="584" y="507"/>
                    </a:cubicBezTo>
                    <a:cubicBezTo>
                      <a:pt x="584" y="511"/>
                      <a:pt x="583" y="515"/>
                      <a:pt x="582" y="515"/>
                    </a:cubicBezTo>
                    <a:moveTo>
                      <a:pt x="590" y="490"/>
                    </a:moveTo>
                    <a:cubicBezTo>
                      <a:pt x="590" y="490"/>
                      <a:pt x="590" y="490"/>
                      <a:pt x="590" y="490"/>
                    </a:cubicBezTo>
                    <a:cubicBezTo>
                      <a:pt x="589" y="490"/>
                      <a:pt x="586" y="489"/>
                      <a:pt x="585" y="485"/>
                    </a:cubicBezTo>
                    <a:cubicBezTo>
                      <a:pt x="584" y="484"/>
                      <a:pt x="584" y="482"/>
                      <a:pt x="584" y="480"/>
                    </a:cubicBezTo>
                    <a:cubicBezTo>
                      <a:pt x="584" y="477"/>
                      <a:pt x="585" y="474"/>
                      <a:pt x="586" y="473"/>
                    </a:cubicBezTo>
                    <a:cubicBezTo>
                      <a:pt x="586" y="473"/>
                      <a:pt x="586" y="473"/>
                      <a:pt x="587" y="473"/>
                    </a:cubicBezTo>
                    <a:cubicBezTo>
                      <a:pt x="587" y="473"/>
                      <a:pt x="587" y="473"/>
                      <a:pt x="587" y="473"/>
                    </a:cubicBezTo>
                    <a:cubicBezTo>
                      <a:pt x="588" y="473"/>
                      <a:pt x="590" y="474"/>
                      <a:pt x="591" y="478"/>
                    </a:cubicBezTo>
                    <a:cubicBezTo>
                      <a:pt x="592" y="480"/>
                      <a:pt x="592" y="482"/>
                      <a:pt x="592" y="483"/>
                    </a:cubicBezTo>
                    <a:cubicBezTo>
                      <a:pt x="592" y="487"/>
                      <a:pt x="591" y="490"/>
                      <a:pt x="590" y="490"/>
                    </a:cubicBezTo>
                    <a:moveTo>
                      <a:pt x="597" y="465"/>
                    </a:moveTo>
                    <a:cubicBezTo>
                      <a:pt x="597" y="465"/>
                      <a:pt x="597" y="465"/>
                      <a:pt x="596" y="465"/>
                    </a:cubicBezTo>
                    <a:cubicBezTo>
                      <a:pt x="595" y="465"/>
                      <a:pt x="593" y="464"/>
                      <a:pt x="591" y="460"/>
                    </a:cubicBezTo>
                    <a:cubicBezTo>
                      <a:pt x="591" y="458"/>
                      <a:pt x="590" y="456"/>
                      <a:pt x="590" y="453"/>
                    </a:cubicBezTo>
                    <a:cubicBezTo>
                      <a:pt x="590" y="451"/>
                      <a:pt x="591" y="448"/>
                      <a:pt x="591" y="448"/>
                    </a:cubicBezTo>
                    <a:cubicBezTo>
                      <a:pt x="592" y="448"/>
                      <a:pt x="592" y="448"/>
                      <a:pt x="592" y="448"/>
                    </a:cubicBezTo>
                    <a:cubicBezTo>
                      <a:pt x="593" y="448"/>
                      <a:pt x="596" y="449"/>
                      <a:pt x="597" y="452"/>
                    </a:cubicBezTo>
                    <a:cubicBezTo>
                      <a:pt x="598" y="454"/>
                      <a:pt x="598" y="457"/>
                      <a:pt x="598" y="459"/>
                    </a:cubicBezTo>
                    <a:cubicBezTo>
                      <a:pt x="598" y="462"/>
                      <a:pt x="598" y="464"/>
                      <a:pt x="597" y="465"/>
                    </a:cubicBezTo>
                    <a:moveTo>
                      <a:pt x="602" y="441"/>
                    </a:moveTo>
                    <a:cubicBezTo>
                      <a:pt x="602" y="441"/>
                      <a:pt x="602" y="441"/>
                      <a:pt x="601" y="441"/>
                    </a:cubicBezTo>
                    <a:cubicBezTo>
                      <a:pt x="600" y="441"/>
                      <a:pt x="597" y="439"/>
                      <a:pt x="596" y="436"/>
                    </a:cubicBezTo>
                    <a:cubicBezTo>
                      <a:pt x="595" y="434"/>
                      <a:pt x="594" y="431"/>
                      <a:pt x="594" y="429"/>
                    </a:cubicBezTo>
                    <a:cubicBezTo>
                      <a:pt x="594" y="426"/>
                      <a:pt x="595" y="425"/>
                      <a:pt x="595" y="424"/>
                    </a:cubicBezTo>
                    <a:cubicBezTo>
                      <a:pt x="595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7" y="424"/>
                      <a:pt x="600" y="425"/>
                      <a:pt x="601" y="428"/>
                    </a:cubicBezTo>
                    <a:cubicBezTo>
                      <a:pt x="602" y="430"/>
                      <a:pt x="603" y="434"/>
                      <a:pt x="603" y="436"/>
                    </a:cubicBezTo>
                    <a:cubicBezTo>
                      <a:pt x="603" y="438"/>
                      <a:pt x="602" y="440"/>
                      <a:pt x="602" y="441"/>
                    </a:cubicBezTo>
                    <a:moveTo>
                      <a:pt x="605" y="415"/>
                    </a:moveTo>
                    <a:cubicBezTo>
                      <a:pt x="605" y="415"/>
                      <a:pt x="605" y="415"/>
                      <a:pt x="604" y="415"/>
                    </a:cubicBezTo>
                    <a:cubicBezTo>
                      <a:pt x="603" y="415"/>
                      <a:pt x="601" y="414"/>
                      <a:pt x="599" y="411"/>
                    </a:cubicBezTo>
                    <a:cubicBezTo>
                      <a:pt x="598" y="408"/>
                      <a:pt x="597" y="405"/>
                      <a:pt x="597" y="402"/>
                    </a:cubicBezTo>
                    <a:cubicBezTo>
                      <a:pt x="597" y="400"/>
                      <a:pt x="598" y="399"/>
                      <a:pt x="598" y="398"/>
                    </a:cubicBezTo>
                    <a:cubicBezTo>
                      <a:pt x="598" y="398"/>
                      <a:pt x="598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600" y="398"/>
                      <a:pt x="602" y="399"/>
                      <a:pt x="604" y="402"/>
                    </a:cubicBezTo>
                    <a:cubicBezTo>
                      <a:pt x="606" y="405"/>
                      <a:pt x="606" y="408"/>
                      <a:pt x="606" y="411"/>
                    </a:cubicBezTo>
                    <a:cubicBezTo>
                      <a:pt x="606" y="412"/>
                      <a:pt x="606" y="414"/>
                      <a:pt x="605" y="415"/>
                    </a:cubicBezTo>
                    <a:moveTo>
                      <a:pt x="607" y="388"/>
                    </a:moveTo>
                    <a:cubicBezTo>
                      <a:pt x="607" y="389"/>
                      <a:pt x="607" y="389"/>
                      <a:pt x="606" y="389"/>
                    </a:cubicBezTo>
                    <a:cubicBezTo>
                      <a:pt x="605" y="389"/>
                      <a:pt x="603" y="388"/>
                      <a:pt x="601" y="385"/>
                    </a:cubicBezTo>
                    <a:cubicBezTo>
                      <a:pt x="599" y="382"/>
                      <a:pt x="598" y="378"/>
                      <a:pt x="598" y="376"/>
                    </a:cubicBezTo>
                    <a:cubicBezTo>
                      <a:pt x="598" y="374"/>
                      <a:pt x="599" y="373"/>
                      <a:pt x="599" y="373"/>
                    </a:cubicBezTo>
                    <a:cubicBezTo>
                      <a:pt x="599" y="373"/>
                      <a:pt x="599" y="372"/>
                      <a:pt x="600" y="372"/>
                    </a:cubicBezTo>
                    <a:cubicBezTo>
                      <a:pt x="600" y="372"/>
                      <a:pt x="600" y="372"/>
                      <a:pt x="600" y="372"/>
                    </a:cubicBezTo>
                    <a:cubicBezTo>
                      <a:pt x="601" y="372"/>
                      <a:pt x="603" y="373"/>
                      <a:pt x="605" y="376"/>
                    </a:cubicBezTo>
                    <a:cubicBezTo>
                      <a:pt x="607" y="379"/>
                      <a:pt x="608" y="383"/>
                      <a:pt x="608" y="386"/>
                    </a:cubicBezTo>
                    <a:cubicBezTo>
                      <a:pt x="608" y="387"/>
                      <a:pt x="608" y="388"/>
                      <a:pt x="607" y="388"/>
                    </a:cubicBezTo>
                    <a:moveTo>
                      <a:pt x="608" y="364"/>
                    </a:moveTo>
                    <a:cubicBezTo>
                      <a:pt x="608" y="364"/>
                      <a:pt x="607" y="364"/>
                      <a:pt x="607" y="364"/>
                    </a:cubicBezTo>
                    <a:cubicBezTo>
                      <a:pt x="605" y="364"/>
                      <a:pt x="603" y="363"/>
                      <a:pt x="601" y="361"/>
                    </a:cubicBezTo>
                    <a:cubicBezTo>
                      <a:pt x="599" y="358"/>
                      <a:pt x="598" y="354"/>
                      <a:pt x="598" y="351"/>
                    </a:cubicBezTo>
                    <a:cubicBezTo>
                      <a:pt x="598" y="350"/>
                      <a:pt x="598" y="349"/>
                      <a:pt x="599" y="348"/>
                    </a:cubicBezTo>
                    <a:cubicBezTo>
                      <a:pt x="599" y="348"/>
                      <a:pt x="599" y="348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1" y="348"/>
                      <a:pt x="603" y="349"/>
                      <a:pt x="605" y="352"/>
                    </a:cubicBezTo>
                    <a:cubicBezTo>
                      <a:pt x="607" y="354"/>
                      <a:pt x="608" y="359"/>
                      <a:pt x="608" y="362"/>
                    </a:cubicBezTo>
                    <a:cubicBezTo>
                      <a:pt x="608" y="363"/>
                      <a:pt x="608" y="363"/>
                      <a:pt x="608" y="364"/>
                    </a:cubicBezTo>
                    <a:moveTo>
                      <a:pt x="607" y="336"/>
                    </a:moveTo>
                    <a:cubicBezTo>
                      <a:pt x="607" y="337"/>
                      <a:pt x="607" y="337"/>
                      <a:pt x="607" y="337"/>
                    </a:cubicBezTo>
                    <a:cubicBezTo>
                      <a:pt x="607" y="338"/>
                      <a:pt x="606" y="338"/>
                      <a:pt x="605" y="338"/>
                    </a:cubicBezTo>
                    <a:cubicBezTo>
                      <a:pt x="604" y="338"/>
                      <a:pt x="602" y="337"/>
                      <a:pt x="600" y="335"/>
                    </a:cubicBezTo>
                    <a:cubicBezTo>
                      <a:pt x="598" y="332"/>
                      <a:pt x="596" y="327"/>
                      <a:pt x="596" y="324"/>
                    </a:cubicBezTo>
                    <a:cubicBezTo>
                      <a:pt x="596" y="324"/>
                      <a:pt x="596" y="323"/>
                      <a:pt x="596" y="323"/>
                    </a:cubicBezTo>
                    <a:cubicBezTo>
                      <a:pt x="597" y="323"/>
                      <a:pt x="597" y="322"/>
                      <a:pt x="598" y="322"/>
                    </a:cubicBezTo>
                    <a:cubicBezTo>
                      <a:pt x="599" y="322"/>
                      <a:pt x="601" y="323"/>
                      <a:pt x="603" y="325"/>
                    </a:cubicBezTo>
                    <a:cubicBezTo>
                      <a:pt x="606" y="328"/>
                      <a:pt x="607" y="333"/>
                      <a:pt x="607" y="336"/>
                    </a:cubicBezTo>
                    <a:moveTo>
                      <a:pt x="604" y="310"/>
                    </a:moveTo>
                    <a:cubicBezTo>
                      <a:pt x="604" y="311"/>
                      <a:pt x="604" y="311"/>
                      <a:pt x="604" y="311"/>
                    </a:cubicBezTo>
                    <a:cubicBezTo>
                      <a:pt x="604" y="312"/>
                      <a:pt x="604" y="312"/>
                      <a:pt x="603" y="312"/>
                    </a:cubicBezTo>
                    <a:cubicBezTo>
                      <a:pt x="601" y="312"/>
                      <a:pt x="599" y="311"/>
                      <a:pt x="597" y="309"/>
                    </a:cubicBezTo>
                    <a:cubicBezTo>
                      <a:pt x="594" y="306"/>
                      <a:pt x="593" y="301"/>
                      <a:pt x="593" y="299"/>
                    </a:cubicBezTo>
                    <a:cubicBezTo>
                      <a:pt x="593" y="298"/>
                      <a:pt x="593" y="298"/>
                      <a:pt x="593" y="297"/>
                    </a:cubicBezTo>
                    <a:cubicBezTo>
                      <a:pt x="593" y="297"/>
                      <a:pt x="593" y="297"/>
                      <a:pt x="595" y="297"/>
                    </a:cubicBezTo>
                    <a:cubicBezTo>
                      <a:pt x="595" y="297"/>
                      <a:pt x="595" y="297"/>
                      <a:pt x="595" y="297"/>
                    </a:cubicBezTo>
                    <a:cubicBezTo>
                      <a:pt x="596" y="297"/>
                      <a:pt x="598" y="298"/>
                      <a:pt x="600" y="300"/>
                    </a:cubicBezTo>
                    <a:cubicBezTo>
                      <a:pt x="603" y="303"/>
                      <a:pt x="604" y="308"/>
                      <a:pt x="604" y="310"/>
                    </a:cubicBezTo>
                    <a:moveTo>
                      <a:pt x="600" y="286"/>
                    </a:moveTo>
                    <a:cubicBezTo>
                      <a:pt x="600" y="286"/>
                      <a:pt x="600" y="287"/>
                      <a:pt x="600" y="287"/>
                    </a:cubicBezTo>
                    <a:cubicBezTo>
                      <a:pt x="600" y="287"/>
                      <a:pt x="600" y="288"/>
                      <a:pt x="599" y="288"/>
                    </a:cubicBezTo>
                    <a:cubicBezTo>
                      <a:pt x="597" y="288"/>
                      <a:pt x="595" y="287"/>
                      <a:pt x="593" y="285"/>
                    </a:cubicBezTo>
                    <a:cubicBezTo>
                      <a:pt x="590" y="282"/>
                      <a:pt x="588" y="277"/>
                      <a:pt x="588" y="274"/>
                    </a:cubicBezTo>
                    <a:cubicBezTo>
                      <a:pt x="588" y="274"/>
                      <a:pt x="588" y="274"/>
                      <a:pt x="588" y="274"/>
                    </a:cubicBezTo>
                    <a:cubicBezTo>
                      <a:pt x="588" y="273"/>
                      <a:pt x="589" y="273"/>
                      <a:pt x="590" y="273"/>
                    </a:cubicBezTo>
                    <a:cubicBezTo>
                      <a:pt x="590" y="273"/>
                      <a:pt x="590" y="273"/>
                      <a:pt x="590" y="273"/>
                    </a:cubicBezTo>
                    <a:cubicBezTo>
                      <a:pt x="591" y="273"/>
                      <a:pt x="593" y="274"/>
                      <a:pt x="595" y="275"/>
                    </a:cubicBezTo>
                    <a:cubicBezTo>
                      <a:pt x="599" y="278"/>
                      <a:pt x="600" y="284"/>
                      <a:pt x="600" y="286"/>
                    </a:cubicBezTo>
                    <a:moveTo>
                      <a:pt x="589" y="250"/>
                    </a:moveTo>
                    <a:cubicBezTo>
                      <a:pt x="592" y="253"/>
                      <a:pt x="595" y="259"/>
                      <a:pt x="595" y="261"/>
                    </a:cubicBezTo>
                    <a:cubicBezTo>
                      <a:pt x="595" y="261"/>
                      <a:pt x="595" y="261"/>
                      <a:pt x="595" y="261"/>
                    </a:cubicBezTo>
                    <a:cubicBezTo>
                      <a:pt x="595" y="262"/>
                      <a:pt x="594" y="262"/>
                      <a:pt x="593" y="262"/>
                    </a:cubicBezTo>
                    <a:cubicBezTo>
                      <a:pt x="591" y="262"/>
                      <a:pt x="589" y="261"/>
                      <a:pt x="587" y="260"/>
                    </a:cubicBezTo>
                    <a:cubicBezTo>
                      <a:pt x="584" y="257"/>
                      <a:pt x="582" y="251"/>
                      <a:pt x="582" y="249"/>
                    </a:cubicBezTo>
                    <a:cubicBezTo>
                      <a:pt x="582" y="249"/>
                      <a:pt x="582" y="249"/>
                      <a:pt x="582" y="249"/>
                    </a:cubicBezTo>
                    <a:cubicBezTo>
                      <a:pt x="582" y="249"/>
                      <a:pt x="582" y="248"/>
                      <a:pt x="582" y="248"/>
                    </a:cubicBezTo>
                    <a:cubicBezTo>
                      <a:pt x="583" y="248"/>
                      <a:pt x="583" y="248"/>
                      <a:pt x="584" y="248"/>
                    </a:cubicBezTo>
                    <a:cubicBezTo>
                      <a:pt x="585" y="248"/>
                      <a:pt x="587" y="249"/>
                      <a:pt x="589" y="250"/>
                    </a:cubicBezTo>
                    <a:moveTo>
                      <a:pt x="580" y="225"/>
                    </a:moveTo>
                    <a:cubicBezTo>
                      <a:pt x="580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3" y="227"/>
                      <a:pt x="585" y="229"/>
                      <a:pt x="586" y="231"/>
                    </a:cubicBezTo>
                    <a:cubicBezTo>
                      <a:pt x="587" y="233"/>
                      <a:pt x="587" y="235"/>
                      <a:pt x="587" y="236"/>
                    </a:cubicBezTo>
                    <a:cubicBezTo>
                      <a:pt x="587" y="236"/>
                      <a:pt x="587" y="236"/>
                      <a:pt x="587" y="236"/>
                    </a:cubicBezTo>
                    <a:cubicBezTo>
                      <a:pt x="587" y="236"/>
                      <a:pt x="587" y="236"/>
                      <a:pt x="587" y="237"/>
                    </a:cubicBezTo>
                    <a:cubicBezTo>
                      <a:pt x="586" y="237"/>
                      <a:pt x="586" y="237"/>
                      <a:pt x="585" y="237"/>
                    </a:cubicBezTo>
                    <a:cubicBezTo>
                      <a:pt x="584" y="237"/>
                      <a:pt x="582" y="236"/>
                      <a:pt x="580" y="235"/>
                    </a:cubicBezTo>
                    <a:cubicBezTo>
                      <a:pt x="578" y="234"/>
                      <a:pt x="577" y="231"/>
                      <a:pt x="575" y="229"/>
                    </a:cubicBezTo>
                    <a:cubicBezTo>
                      <a:pt x="574" y="227"/>
                      <a:pt x="574" y="225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5" y="224"/>
                      <a:pt x="575" y="223"/>
                      <a:pt x="576" y="223"/>
                    </a:cubicBezTo>
                    <a:cubicBezTo>
                      <a:pt x="576" y="223"/>
                      <a:pt x="576" y="223"/>
                      <a:pt x="576" y="223"/>
                    </a:cubicBezTo>
                    <a:cubicBezTo>
                      <a:pt x="577" y="223"/>
                      <a:pt x="579" y="224"/>
                      <a:pt x="580" y="225"/>
                    </a:cubicBezTo>
                    <a:moveTo>
                      <a:pt x="572" y="202"/>
                    </a:moveTo>
                    <a:cubicBezTo>
                      <a:pt x="574" y="204"/>
                      <a:pt x="576" y="206"/>
                      <a:pt x="577" y="208"/>
                    </a:cubicBezTo>
                    <a:cubicBezTo>
                      <a:pt x="578" y="210"/>
                      <a:pt x="579" y="212"/>
                      <a:pt x="579" y="213"/>
                    </a:cubicBezTo>
                    <a:cubicBezTo>
                      <a:pt x="579" y="213"/>
                      <a:pt x="579" y="213"/>
                      <a:pt x="579" y="213"/>
                    </a:cubicBezTo>
                    <a:cubicBezTo>
                      <a:pt x="579" y="213"/>
                      <a:pt x="579" y="213"/>
                      <a:pt x="578" y="213"/>
                    </a:cubicBezTo>
                    <a:cubicBezTo>
                      <a:pt x="578" y="214"/>
                      <a:pt x="577" y="214"/>
                      <a:pt x="577" y="214"/>
                    </a:cubicBezTo>
                    <a:cubicBezTo>
                      <a:pt x="575" y="214"/>
                      <a:pt x="573" y="213"/>
                      <a:pt x="572" y="212"/>
                    </a:cubicBezTo>
                    <a:cubicBezTo>
                      <a:pt x="570" y="211"/>
                      <a:pt x="568" y="209"/>
                      <a:pt x="567" y="207"/>
                    </a:cubicBezTo>
                    <a:cubicBezTo>
                      <a:pt x="565" y="205"/>
                      <a:pt x="565" y="203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1"/>
                    </a:cubicBezTo>
                    <a:cubicBezTo>
                      <a:pt x="566" y="201"/>
                      <a:pt x="566" y="201"/>
                      <a:pt x="567" y="201"/>
                    </a:cubicBezTo>
                    <a:cubicBezTo>
                      <a:pt x="569" y="201"/>
                      <a:pt x="570" y="201"/>
                      <a:pt x="572" y="202"/>
                    </a:cubicBezTo>
                    <a:moveTo>
                      <a:pt x="567" y="184"/>
                    </a:moveTo>
                    <a:cubicBezTo>
                      <a:pt x="568" y="186"/>
                      <a:pt x="569" y="188"/>
                      <a:pt x="569" y="189"/>
                    </a:cubicBezTo>
                    <a:cubicBezTo>
                      <a:pt x="569" y="189"/>
                      <a:pt x="568" y="189"/>
                      <a:pt x="568" y="189"/>
                    </a:cubicBezTo>
                    <a:cubicBezTo>
                      <a:pt x="568" y="190"/>
                      <a:pt x="567" y="190"/>
                      <a:pt x="566" y="190"/>
                    </a:cubicBezTo>
                    <a:cubicBezTo>
                      <a:pt x="564" y="190"/>
                      <a:pt x="563" y="189"/>
                      <a:pt x="561" y="189"/>
                    </a:cubicBezTo>
                    <a:cubicBezTo>
                      <a:pt x="559" y="187"/>
                      <a:pt x="557" y="185"/>
                      <a:pt x="556" y="183"/>
                    </a:cubicBezTo>
                    <a:cubicBezTo>
                      <a:pt x="554" y="181"/>
                      <a:pt x="554" y="179"/>
                      <a:pt x="554" y="179"/>
                    </a:cubicBezTo>
                    <a:cubicBezTo>
                      <a:pt x="554" y="179"/>
                      <a:pt x="554" y="178"/>
                      <a:pt x="554" y="178"/>
                    </a:cubicBezTo>
                    <a:cubicBezTo>
                      <a:pt x="555" y="178"/>
                      <a:pt x="555" y="178"/>
                      <a:pt x="557" y="178"/>
                    </a:cubicBezTo>
                    <a:cubicBezTo>
                      <a:pt x="558" y="178"/>
                      <a:pt x="559" y="178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3" y="180"/>
                      <a:pt x="565" y="182"/>
                      <a:pt x="567" y="184"/>
                    </a:cubicBezTo>
                    <a:moveTo>
                      <a:pt x="548" y="156"/>
                    </a:moveTo>
                    <a:cubicBezTo>
                      <a:pt x="550" y="157"/>
                      <a:pt x="553" y="159"/>
                      <a:pt x="554" y="161"/>
                    </a:cubicBezTo>
                    <a:cubicBezTo>
                      <a:pt x="556" y="163"/>
                      <a:pt x="556" y="164"/>
                      <a:pt x="557" y="165"/>
                    </a:cubicBezTo>
                    <a:cubicBezTo>
                      <a:pt x="557" y="165"/>
                      <a:pt x="557" y="165"/>
                      <a:pt x="557" y="165"/>
                    </a:cubicBezTo>
                    <a:cubicBezTo>
                      <a:pt x="557" y="165"/>
                      <a:pt x="556" y="166"/>
                      <a:pt x="556" y="166"/>
                    </a:cubicBezTo>
                    <a:cubicBezTo>
                      <a:pt x="555" y="166"/>
                      <a:pt x="554" y="167"/>
                      <a:pt x="553" y="167"/>
                    </a:cubicBezTo>
                    <a:cubicBezTo>
                      <a:pt x="552" y="167"/>
                      <a:pt x="551" y="166"/>
                      <a:pt x="549" y="166"/>
                    </a:cubicBezTo>
                    <a:cubicBezTo>
                      <a:pt x="547" y="165"/>
                      <a:pt x="545" y="163"/>
                      <a:pt x="543" y="161"/>
                    </a:cubicBezTo>
                    <a:cubicBezTo>
                      <a:pt x="542" y="159"/>
                      <a:pt x="541" y="157"/>
                      <a:pt x="541" y="156"/>
                    </a:cubicBezTo>
                    <a:cubicBezTo>
                      <a:pt x="541" y="156"/>
                      <a:pt x="541" y="156"/>
                      <a:pt x="541" y="156"/>
                    </a:cubicBezTo>
                    <a:cubicBezTo>
                      <a:pt x="541" y="156"/>
                      <a:pt x="541" y="156"/>
                      <a:pt x="542" y="156"/>
                    </a:cubicBezTo>
                    <a:cubicBezTo>
                      <a:pt x="542" y="155"/>
                      <a:pt x="543" y="155"/>
                      <a:pt x="544" y="155"/>
                    </a:cubicBezTo>
                    <a:cubicBezTo>
                      <a:pt x="545" y="155"/>
                      <a:pt x="547" y="155"/>
                      <a:pt x="548" y="156"/>
                    </a:cubicBezTo>
                    <a:moveTo>
                      <a:pt x="531" y="135"/>
                    </a:moveTo>
                    <a:cubicBezTo>
                      <a:pt x="531" y="135"/>
                      <a:pt x="531" y="135"/>
                      <a:pt x="531" y="135"/>
                    </a:cubicBezTo>
                    <a:cubicBezTo>
                      <a:pt x="532" y="135"/>
                      <a:pt x="534" y="135"/>
                      <a:pt x="535" y="135"/>
                    </a:cubicBezTo>
                    <a:cubicBezTo>
                      <a:pt x="535" y="135"/>
                      <a:pt x="535" y="135"/>
                      <a:pt x="535" y="135"/>
                    </a:cubicBezTo>
                    <a:cubicBezTo>
                      <a:pt x="537" y="136"/>
                      <a:pt x="539" y="138"/>
                      <a:pt x="541" y="140"/>
                    </a:cubicBezTo>
                    <a:cubicBezTo>
                      <a:pt x="543" y="141"/>
                      <a:pt x="544" y="143"/>
                      <a:pt x="544" y="144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4" y="144"/>
                      <a:pt x="544" y="145"/>
                      <a:pt x="543" y="145"/>
                    </a:cubicBezTo>
                    <a:cubicBezTo>
                      <a:pt x="542" y="145"/>
                      <a:pt x="541" y="146"/>
                      <a:pt x="540" y="146"/>
                    </a:cubicBezTo>
                    <a:cubicBezTo>
                      <a:pt x="539" y="146"/>
                      <a:pt x="538" y="145"/>
                      <a:pt x="536" y="145"/>
                    </a:cubicBezTo>
                    <a:cubicBezTo>
                      <a:pt x="534" y="144"/>
                      <a:pt x="532" y="142"/>
                      <a:pt x="530" y="141"/>
                    </a:cubicBezTo>
                    <a:cubicBezTo>
                      <a:pt x="529" y="139"/>
                      <a:pt x="528" y="137"/>
                      <a:pt x="528" y="136"/>
                    </a:cubicBezTo>
                    <a:cubicBezTo>
                      <a:pt x="528" y="136"/>
                      <a:pt x="528" y="136"/>
                      <a:pt x="528" y="136"/>
                    </a:cubicBezTo>
                    <a:cubicBezTo>
                      <a:pt x="528" y="136"/>
                      <a:pt x="528" y="136"/>
                      <a:pt x="528" y="135"/>
                    </a:cubicBezTo>
                    <a:cubicBezTo>
                      <a:pt x="529" y="135"/>
                      <a:pt x="530" y="135"/>
                      <a:pt x="531" y="135"/>
                    </a:cubicBezTo>
                    <a:close/>
                    <a:moveTo>
                      <a:pt x="513" y="115"/>
                    </a:moveTo>
                    <a:cubicBezTo>
                      <a:pt x="514" y="114"/>
                      <a:pt x="515" y="114"/>
                      <a:pt x="516" y="114"/>
                    </a:cubicBezTo>
                    <a:cubicBezTo>
                      <a:pt x="517" y="114"/>
                      <a:pt x="518" y="114"/>
                      <a:pt x="519" y="115"/>
                    </a:cubicBezTo>
                    <a:cubicBezTo>
                      <a:pt x="521" y="115"/>
                      <a:pt x="524" y="117"/>
                      <a:pt x="526" y="118"/>
                    </a:cubicBezTo>
                    <a:cubicBezTo>
                      <a:pt x="527" y="120"/>
                      <a:pt x="529" y="122"/>
                      <a:pt x="529" y="123"/>
                    </a:cubicBezTo>
                    <a:cubicBezTo>
                      <a:pt x="529" y="123"/>
                      <a:pt x="529" y="123"/>
                      <a:pt x="529" y="123"/>
                    </a:cubicBezTo>
                    <a:cubicBezTo>
                      <a:pt x="529" y="123"/>
                      <a:pt x="528" y="123"/>
                      <a:pt x="528" y="124"/>
                    </a:cubicBezTo>
                    <a:cubicBezTo>
                      <a:pt x="527" y="124"/>
                      <a:pt x="526" y="124"/>
                      <a:pt x="524" y="124"/>
                    </a:cubicBezTo>
                    <a:cubicBezTo>
                      <a:pt x="523" y="124"/>
                      <a:pt x="522" y="124"/>
                      <a:pt x="521" y="124"/>
                    </a:cubicBezTo>
                    <a:cubicBezTo>
                      <a:pt x="519" y="123"/>
                      <a:pt x="517" y="122"/>
                      <a:pt x="515" y="120"/>
                    </a:cubicBezTo>
                    <a:cubicBezTo>
                      <a:pt x="513" y="119"/>
                      <a:pt x="512" y="117"/>
                      <a:pt x="512" y="116"/>
                    </a:cubicBezTo>
                    <a:cubicBezTo>
                      <a:pt x="512" y="116"/>
                      <a:pt x="512" y="116"/>
                      <a:pt x="512" y="116"/>
                    </a:cubicBezTo>
                    <a:cubicBezTo>
                      <a:pt x="512" y="116"/>
                      <a:pt x="512" y="115"/>
                      <a:pt x="513" y="115"/>
                    </a:cubicBezTo>
                    <a:moveTo>
                      <a:pt x="496" y="96"/>
                    </a:moveTo>
                    <a:cubicBezTo>
                      <a:pt x="497" y="95"/>
                      <a:pt x="498" y="95"/>
                      <a:pt x="500" y="95"/>
                    </a:cubicBezTo>
                    <a:cubicBezTo>
                      <a:pt x="500" y="95"/>
                      <a:pt x="500" y="95"/>
                      <a:pt x="500" y="95"/>
                    </a:cubicBezTo>
                    <a:cubicBezTo>
                      <a:pt x="500" y="95"/>
                      <a:pt x="501" y="95"/>
                      <a:pt x="502" y="95"/>
                    </a:cubicBezTo>
                    <a:cubicBezTo>
                      <a:pt x="504" y="95"/>
                      <a:pt x="507" y="97"/>
                      <a:pt x="509" y="98"/>
                    </a:cubicBezTo>
                    <a:cubicBezTo>
                      <a:pt x="511" y="100"/>
                      <a:pt x="512" y="102"/>
                      <a:pt x="512" y="102"/>
                    </a:cubicBezTo>
                    <a:cubicBezTo>
                      <a:pt x="512" y="102"/>
                      <a:pt x="512" y="102"/>
                      <a:pt x="512" y="102"/>
                    </a:cubicBezTo>
                    <a:cubicBezTo>
                      <a:pt x="512" y="103"/>
                      <a:pt x="512" y="103"/>
                      <a:pt x="511" y="104"/>
                    </a:cubicBezTo>
                    <a:cubicBezTo>
                      <a:pt x="510" y="104"/>
                      <a:pt x="509" y="105"/>
                      <a:pt x="507" y="104"/>
                    </a:cubicBezTo>
                    <a:cubicBezTo>
                      <a:pt x="506" y="104"/>
                      <a:pt x="506" y="104"/>
                      <a:pt x="505" y="104"/>
                    </a:cubicBezTo>
                    <a:cubicBezTo>
                      <a:pt x="502" y="104"/>
                      <a:pt x="500" y="102"/>
                      <a:pt x="498" y="101"/>
                    </a:cubicBezTo>
                    <a:cubicBezTo>
                      <a:pt x="496" y="99"/>
                      <a:pt x="495" y="98"/>
                      <a:pt x="495" y="97"/>
                    </a:cubicBezTo>
                    <a:cubicBezTo>
                      <a:pt x="495" y="97"/>
                      <a:pt x="495" y="97"/>
                      <a:pt x="495" y="97"/>
                    </a:cubicBezTo>
                    <a:cubicBezTo>
                      <a:pt x="495" y="97"/>
                      <a:pt x="495" y="96"/>
                      <a:pt x="496" y="96"/>
                    </a:cubicBezTo>
                    <a:moveTo>
                      <a:pt x="477" y="80"/>
                    </a:moveTo>
                    <a:cubicBezTo>
                      <a:pt x="477" y="80"/>
                      <a:pt x="478" y="79"/>
                      <a:pt x="478" y="79"/>
                    </a:cubicBezTo>
                    <a:cubicBezTo>
                      <a:pt x="479" y="78"/>
                      <a:pt x="481" y="78"/>
                      <a:pt x="483" y="78"/>
                    </a:cubicBezTo>
                    <a:cubicBezTo>
                      <a:pt x="483" y="78"/>
                      <a:pt x="483" y="78"/>
                      <a:pt x="483" y="78"/>
                    </a:cubicBezTo>
                    <a:cubicBezTo>
                      <a:pt x="483" y="78"/>
                      <a:pt x="484" y="78"/>
                      <a:pt x="484" y="78"/>
                    </a:cubicBezTo>
                    <a:cubicBezTo>
                      <a:pt x="484" y="78"/>
                      <a:pt x="484" y="78"/>
                      <a:pt x="484" y="78"/>
                    </a:cubicBezTo>
                    <a:cubicBezTo>
                      <a:pt x="487" y="78"/>
                      <a:pt x="489" y="79"/>
                      <a:pt x="491" y="81"/>
                    </a:cubicBezTo>
                    <a:cubicBezTo>
                      <a:pt x="493" y="82"/>
                      <a:pt x="494" y="84"/>
                      <a:pt x="495" y="84"/>
                    </a:cubicBezTo>
                    <a:cubicBezTo>
                      <a:pt x="495" y="84"/>
                      <a:pt x="495" y="84"/>
                      <a:pt x="495" y="85"/>
                    </a:cubicBezTo>
                    <a:cubicBezTo>
                      <a:pt x="495" y="85"/>
                      <a:pt x="494" y="85"/>
                      <a:pt x="493" y="86"/>
                    </a:cubicBezTo>
                    <a:cubicBezTo>
                      <a:pt x="493" y="87"/>
                      <a:pt x="491" y="87"/>
                      <a:pt x="489" y="87"/>
                    </a:cubicBezTo>
                    <a:cubicBezTo>
                      <a:pt x="489" y="87"/>
                      <a:pt x="488" y="87"/>
                      <a:pt x="488" y="87"/>
                    </a:cubicBezTo>
                    <a:cubicBezTo>
                      <a:pt x="485" y="86"/>
                      <a:pt x="483" y="85"/>
                      <a:pt x="481" y="84"/>
                    </a:cubicBezTo>
                    <a:cubicBezTo>
                      <a:pt x="479" y="83"/>
                      <a:pt x="478" y="81"/>
                      <a:pt x="477" y="80"/>
                    </a:cubicBezTo>
                    <a:close/>
                    <a:moveTo>
                      <a:pt x="459" y="62"/>
                    </a:moveTo>
                    <a:cubicBezTo>
                      <a:pt x="460" y="62"/>
                      <a:pt x="461" y="61"/>
                      <a:pt x="463" y="61"/>
                    </a:cubicBezTo>
                    <a:cubicBezTo>
                      <a:pt x="463" y="61"/>
                      <a:pt x="464" y="61"/>
                      <a:pt x="464" y="61"/>
                    </a:cubicBezTo>
                    <a:cubicBezTo>
                      <a:pt x="466" y="61"/>
                      <a:pt x="469" y="62"/>
                      <a:pt x="471" y="63"/>
                    </a:cubicBezTo>
                    <a:cubicBezTo>
                      <a:pt x="473" y="65"/>
                      <a:pt x="475" y="66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8"/>
                      <a:pt x="474" y="69"/>
                    </a:cubicBezTo>
                    <a:cubicBezTo>
                      <a:pt x="473" y="69"/>
                      <a:pt x="471" y="70"/>
                      <a:pt x="469" y="70"/>
                    </a:cubicBezTo>
                    <a:cubicBezTo>
                      <a:pt x="469" y="70"/>
                      <a:pt x="468" y="70"/>
                      <a:pt x="468" y="70"/>
                    </a:cubicBezTo>
                    <a:cubicBezTo>
                      <a:pt x="466" y="70"/>
                      <a:pt x="463" y="69"/>
                      <a:pt x="461" y="68"/>
                    </a:cubicBezTo>
                    <a:cubicBezTo>
                      <a:pt x="459" y="67"/>
                      <a:pt x="458" y="65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8" y="63"/>
                      <a:pt x="459" y="62"/>
                    </a:cubicBezTo>
                    <a:moveTo>
                      <a:pt x="437" y="48"/>
                    </a:moveTo>
                    <a:cubicBezTo>
                      <a:pt x="438" y="47"/>
                      <a:pt x="440" y="47"/>
                      <a:pt x="442" y="47"/>
                    </a:cubicBezTo>
                    <a:cubicBezTo>
                      <a:pt x="443" y="47"/>
                      <a:pt x="443" y="47"/>
                      <a:pt x="443" y="47"/>
                    </a:cubicBezTo>
                    <a:cubicBezTo>
                      <a:pt x="445" y="47"/>
                      <a:pt x="448" y="47"/>
                      <a:pt x="450" y="48"/>
                    </a:cubicBezTo>
                    <a:cubicBezTo>
                      <a:pt x="452" y="49"/>
                      <a:pt x="454" y="50"/>
                      <a:pt x="454" y="51"/>
                    </a:cubicBezTo>
                    <a:cubicBezTo>
                      <a:pt x="454" y="51"/>
                      <a:pt x="454" y="51"/>
                      <a:pt x="454" y="51"/>
                    </a:cubicBezTo>
                    <a:cubicBezTo>
                      <a:pt x="454" y="52"/>
                      <a:pt x="454" y="53"/>
                      <a:pt x="452" y="53"/>
                    </a:cubicBezTo>
                    <a:cubicBezTo>
                      <a:pt x="451" y="54"/>
                      <a:pt x="450" y="55"/>
                      <a:pt x="448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44" y="55"/>
                      <a:pt x="442" y="54"/>
                      <a:pt x="440" y="53"/>
                    </a:cubicBezTo>
                    <a:cubicBezTo>
                      <a:pt x="438" y="52"/>
                      <a:pt x="436" y="51"/>
                      <a:pt x="436" y="50"/>
                    </a:cubicBezTo>
                    <a:cubicBezTo>
                      <a:pt x="436" y="50"/>
                      <a:pt x="436" y="50"/>
                      <a:pt x="436" y="50"/>
                    </a:cubicBezTo>
                    <a:cubicBezTo>
                      <a:pt x="436" y="50"/>
                      <a:pt x="436" y="49"/>
                      <a:pt x="437" y="48"/>
                    </a:cubicBezTo>
                    <a:moveTo>
                      <a:pt x="421" y="35"/>
                    </a:moveTo>
                    <a:cubicBezTo>
                      <a:pt x="421" y="35"/>
                      <a:pt x="421" y="35"/>
                      <a:pt x="421" y="35"/>
                    </a:cubicBezTo>
                    <a:cubicBezTo>
                      <a:pt x="421" y="34"/>
                      <a:pt x="422" y="34"/>
                      <a:pt x="423" y="34"/>
                    </a:cubicBezTo>
                    <a:cubicBezTo>
                      <a:pt x="425" y="34"/>
                      <a:pt x="427" y="35"/>
                      <a:pt x="429" y="36"/>
                    </a:cubicBezTo>
                    <a:cubicBezTo>
                      <a:pt x="431" y="37"/>
                      <a:pt x="432" y="38"/>
                      <a:pt x="433" y="38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33" y="39"/>
                      <a:pt x="432" y="40"/>
                      <a:pt x="431" y="41"/>
                    </a:cubicBezTo>
                    <a:cubicBezTo>
                      <a:pt x="430" y="41"/>
                      <a:pt x="429" y="42"/>
                      <a:pt x="427" y="42"/>
                    </a:cubicBezTo>
                    <a:cubicBezTo>
                      <a:pt x="426" y="42"/>
                      <a:pt x="426" y="42"/>
                      <a:pt x="425" y="42"/>
                    </a:cubicBezTo>
                    <a:cubicBezTo>
                      <a:pt x="423" y="42"/>
                      <a:pt x="420" y="42"/>
                      <a:pt x="419" y="41"/>
                    </a:cubicBezTo>
                    <a:cubicBezTo>
                      <a:pt x="417" y="40"/>
                      <a:pt x="415" y="39"/>
                      <a:pt x="415" y="39"/>
                    </a:cubicBezTo>
                    <a:cubicBezTo>
                      <a:pt x="415" y="39"/>
                      <a:pt x="415" y="39"/>
                      <a:pt x="415" y="39"/>
                    </a:cubicBezTo>
                    <a:cubicBezTo>
                      <a:pt x="415" y="38"/>
                      <a:pt x="416" y="35"/>
                      <a:pt x="421" y="35"/>
                    </a:cubicBezTo>
                    <a:moveTo>
                      <a:pt x="397" y="24"/>
                    </a:moveTo>
                    <a:cubicBezTo>
                      <a:pt x="398" y="24"/>
                      <a:pt x="399" y="24"/>
                      <a:pt x="400" y="24"/>
                    </a:cubicBezTo>
                    <a:cubicBezTo>
                      <a:pt x="402" y="24"/>
                      <a:pt x="404" y="24"/>
                      <a:pt x="406" y="25"/>
                    </a:cubicBezTo>
                    <a:cubicBezTo>
                      <a:pt x="407" y="25"/>
                      <a:pt x="409" y="26"/>
                      <a:pt x="409" y="26"/>
                    </a:cubicBezTo>
                    <a:cubicBezTo>
                      <a:pt x="409" y="26"/>
                      <a:pt x="409" y="27"/>
                      <a:pt x="409" y="27"/>
                    </a:cubicBezTo>
                    <a:cubicBezTo>
                      <a:pt x="409" y="28"/>
                      <a:pt x="407" y="30"/>
                      <a:pt x="403" y="31"/>
                    </a:cubicBezTo>
                    <a:cubicBezTo>
                      <a:pt x="402" y="31"/>
                      <a:pt x="401" y="32"/>
                      <a:pt x="400" y="31"/>
                    </a:cubicBezTo>
                    <a:cubicBezTo>
                      <a:pt x="396" y="31"/>
                      <a:pt x="392" y="30"/>
                      <a:pt x="391" y="29"/>
                    </a:cubicBezTo>
                    <a:cubicBezTo>
                      <a:pt x="391" y="29"/>
                      <a:pt x="391" y="29"/>
                      <a:pt x="391" y="28"/>
                    </a:cubicBezTo>
                    <a:cubicBezTo>
                      <a:pt x="391" y="27"/>
                      <a:pt x="393" y="25"/>
                      <a:pt x="397" y="24"/>
                    </a:cubicBezTo>
                    <a:moveTo>
                      <a:pt x="372" y="16"/>
                    </a:moveTo>
                    <a:cubicBezTo>
                      <a:pt x="373" y="15"/>
                      <a:pt x="376" y="15"/>
                      <a:pt x="377" y="15"/>
                    </a:cubicBezTo>
                    <a:cubicBezTo>
                      <a:pt x="381" y="15"/>
                      <a:pt x="384" y="16"/>
                      <a:pt x="384" y="17"/>
                    </a:cubicBezTo>
                    <a:cubicBezTo>
                      <a:pt x="384" y="17"/>
                      <a:pt x="384" y="17"/>
                      <a:pt x="384" y="18"/>
                    </a:cubicBezTo>
                    <a:cubicBezTo>
                      <a:pt x="384" y="19"/>
                      <a:pt x="383" y="21"/>
                      <a:pt x="379" y="22"/>
                    </a:cubicBezTo>
                    <a:cubicBezTo>
                      <a:pt x="377" y="23"/>
                      <a:pt x="376" y="23"/>
                      <a:pt x="374" y="23"/>
                    </a:cubicBezTo>
                    <a:cubicBezTo>
                      <a:pt x="371" y="23"/>
                      <a:pt x="368" y="22"/>
                      <a:pt x="367" y="21"/>
                    </a:cubicBezTo>
                    <a:cubicBezTo>
                      <a:pt x="367" y="21"/>
                      <a:pt x="367" y="21"/>
                      <a:pt x="367" y="21"/>
                    </a:cubicBezTo>
                    <a:cubicBezTo>
                      <a:pt x="367" y="20"/>
                      <a:pt x="368" y="17"/>
                      <a:pt x="372" y="16"/>
                    </a:cubicBezTo>
                    <a:moveTo>
                      <a:pt x="348" y="11"/>
                    </a:moveTo>
                    <a:cubicBezTo>
                      <a:pt x="348" y="11"/>
                      <a:pt x="348" y="11"/>
                      <a:pt x="348" y="11"/>
                    </a:cubicBezTo>
                    <a:cubicBezTo>
                      <a:pt x="350" y="10"/>
                      <a:pt x="352" y="9"/>
                      <a:pt x="355" y="9"/>
                    </a:cubicBezTo>
                    <a:cubicBezTo>
                      <a:pt x="357" y="9"/>
                      <a:pt x="360" y="10"/>
                      <a:pt x="360" y="11"/>
                    </a:cubicBezTo>
                    <a:cubicBezTo>
                      <a:pt x="360" y="11"/>
                      <a:pt x="360" y="11"/>
                      <a:pt x="360" y="11"/>
                    </a:cubicBezTo>
                    <a:cubicBezTo>
                      <a:pt x="360" y="12"/>
                      <a:pt x="359" y="15"/>
                      <a:pt x="356" y="16"/>
                    </a:cubicBezTo>
                    <a:cubicBezTo>
                      <a:pt x="353" y="17"/>
                      <a:pt x="351" y="18"/>
                      <a:pt x="348" y="18"/>
                    </a:cubicBezTo>
                    <a:cubicBezTo>
                      <a:pt x="346" y="18"/>
                      <a:pt x="344" y="17"/>
                      <a:pt x="343" y="17"/>
                    </a:cubicBezTo>
                    <a:cubicBezTo>
                      <a:pt x="343" y="17"/>
                      <a:pt x="343" y="16"/>
                      <a:pt x="343" y="16"/>
                    </a:cubicBezTo>
                    <a:cubicBezTo>
                      <a:pt x="343" y="15"/>
                      <a:pt x="344" y="12"/>
                      <a:pt x="348" y="11"/>
                    </a:cubicBezTo>
                    <a:moveTo>
                      <a:pt x="322" y="8"/>
                    </a:moveTo>
                    <a:cubicBezTo>
                      <a:pt x="324" y="6"/>
                      <a:pt x="328" y="6"/>
                      <a:pt x="330" y="6"/>
                    </a:cubicBezTo>
                    <a:cubicBezTo>
                      <a:pt x="332" y="6"/>
                      <a:pt x="334" y="6"/>
                      <a:pt x="334" y="6"/>
                    </a:cubicBezTo>
                    <a:cubicBezTo>
                      <a:pt x="334" y="7"/>
                      <a:pt x="334" y="7"/>
                      <a:pt x="334" y="7"/>
                    </a:cubicBezTo>
                    <a:cubicBezTo>
                      <a:pt x="334" y="8"/>
                      <a:pt x="333" y="11"/>
                      <a:pt x="330" y="13"/>
                    </a:cubicBezTo>
                    <a:cubicBezTo>
                      <a:pt x="328" y="14"/>
                      <a:pt x="324" y="15"/>
                      <a:pt x="322" y="15"/>
                    </a:cubicBezTo>
                    <a:cubicBezTo>
                      <a:pt x="320" y="15"/>
                      <a:pt x="319" y="14"/>
                      <a:pt x="318" y="14"/>
                    </a:cubicBezTo>
                    <a:cubicBezTo>
                      <a:pt x="318" y="14"/>
                      <a:pt x="318" y="14"/>
                      <a:pt x="318" y="13"/>
                    </a:cubicBezTo>
                    <a:cubicBezTo>
                      <a:pt x="318" y="12"/>
                      <a:pt x="319" y="10"/>
                      <a:pt x="322" y="8"/>
                    </a:cubicBezTo>
                    <a:moveTo>
                      <a:pt x="295" y="8"/>
                    </a:moveTo>
                    <a:cubicBezTo>
                      <a:pt x="298" y="5"/>
                      <a:pt x="303" y="4"/>
                      <a:pt x="306" y="4"/>
                    </a:cubicBezTo>
                    <a:cubicBezTo>
                      <a:pt x="307" y="4"/>
                      <a:pt x="307" y="5"/>
                      <a:pt x="308" y="5"/>
                    </a:cubicBezTo>
                    <a:cubicBezTo>
                      <a:pt x="308" y="5"/>
                      <a:pt x="308" y="5"/>
                      <a:pt x="308" y="6"/>
                    </a:cubicBezTo>
                    <a:cubicBezTo>
                      <a:pt x="308" y="7"/>
                      <a:pt x="307" y="10"/>
                      <a:pt x="304" y="11"/>
                    </a:cubicBezTo>
                    <a:cubicBezTo>
                      <a:pt x="302" y="14"/>
                      <a:pt x="297" y="15"/>
                      <a:pt x="295" y="15"/>
                    </a:cubicBezTo>
                    <a:cubicBezTo>
                      <a:pt x="294" y="15"/>
                      <a:pt x="293" y="14"/>
                      <a:pt x="292" y="14"/>
                    </a:cubicBezTo>
                    <a:cubicBezTo>
                      <a:pt x="292" y="14"/>
                      <a:pt x="292" y="14"/>
                      <a:pt x="292" y="13"/>
                    </a:cubicBezTo>
                    <a:cubicBezTo>
                      <a:pt x="292" y="12"/>
                      <a:pt x="293" y="10"/>
                      <a:pt x="295" y="8"/>
                    </a:cubicBezTo>
                    <a:close/>
                    <a:moveTo>
                      <a:pt x="271" y="10"/>
                    </a:moveTo>
                    <a:cubicBezTo>
                      <a:pt x="271" y="10"/>
                      <a:pt x="271" y="10"/>
                      <a:pt x="271" y="10"/>
                    </a:cubicBezTo>
                    <a:cubicBezTo>
                      <a:pt x="274" y="7"/>
                      <a:pt x="279" y="6"/>
                      <a:pt x="281" y="6"/>
                    </a:cubicBezTo>
                    <a:cubicBezTo>
                      <a:pt x="282" y="6"/>
                      <a:pt x="283" y="6"/>
                      <a:pt x="283" y="6"/>
                    </a:cubicBezTo>
                    <a:cubicBezTo>
                      <a:pt x="283" y="6"/>
                      <a:pt x="283" y="6"/>
                      <a:pt x="283" y="7"/>
                    </a:cubicBezTo>
                    <a:cubicBezTo>
                      <a:pt x="283" y="9"/>
                      <a:pt x="282" y="11"/>
                      <a:pt x="280" y="13"/>
                    </a:cubicBezTo>
                    <a:cubicBezTo>
                      <a:pt x="277" y="16"/>
                      <a:pt x="272" y="17"/>
                      <a:pt x="270" y="17"/>
                    </a:cubicBezTo>
                    <a:cubicBezTo>
                      <a:pt x="269" y="17"/>
                      <a:pt x="269" y="17"/>
                      <a:pt x="269" y="17"/>
                    </a:cubicBezTo>
                    <a:cubicBezTo>
                      <a:pt x="268" y="17"/>
                      <a:pt x="268" y="16"/>
                      <a:pt x="268" y="15"/>
                    </a:cubicBezTo>
                    <a:cubicBezTo>
                      <a:pt x="268" y="14"/>
                      <a:pt x="269" y="12"/>
                      <a:pt x="271" y="10"/>
                    </a:cubicBezTo>
                    <a:moveTo>
                      <a:pt x="245" y="15"/>
                    </a:moveTo>
                    <a:cubicBezTo>
                      <a:pt x="248" y="12"/>
                      <a:pt x="254" y="10"/>
                      <a:pt x="256" y="10"/>
                    </a:cubicBezTo>
                    <a:cubicBezTo>
                      <a:pt x="256" y="10"/>
                      <a:pt x="257" y="10"/>
                      <a:pt x="257" y="10"/>
                    </a:cubicBezTo>
                    <a:cubicBezTo>
                      <a:pt x="257" y="10"/>
                      <a:pt x="257" y="10"/>
                      <a:pt x="257" y="10"/>
                    </a:cubicBezTo>
                    <a:cubicBezTo>
                      <a:pt x="257" y="11"/>
                      <a:pt x="257" y="11"/>
                      <a:pt x="257" y="12"/>
                    </a:cubicBezTo>
                    <a:cubicBezTo>
                      <a:pt x="257" y="13"/>
                      <a:pt x="257" y="15"/>
                      <a:pt x="255" y="17"/>
                    </a:cubicBezTo>
                    <a:cubicBezTo>
                      <a:pt x="252" y="20"/>
                      <a:pt x="246" y="22"/>
                      <a:pt x="244" y="22"/>
                    </a:cubicBezTo>
                    <a:cubicBezTo>
                      <a:pt x="244" y="22"/>
                      <a:pt x="244" y="22"/>
                      <a:pt x="244" y="22"/>
                    </a:cubicBezTo>
                    <a:cubicBezTo>
                      <a:pt x="243" y="22"/>
                      <a:pt x="243" y="22"/>
                      <a:pt x="243" y="22"/>
                    </a:cubicBezTo>
                    <a:cubicBezTo>
                      <a:pt x="243" y="21"/>
                      <a:pt x="243" y="21"/>
                      <a:pt x="243" y="20"/>
                    </a:cubicBezTo>
                    <a:cubicBezTo>
                      <a:pt x="243" y="19"/>
                      <a:pt x="244" y="17"/>
                      <a:pt x="245" y="15"/>
                    </a:cubicBezTo>
                    <a:moveTo>
                      <a:pt x="220" y="23"/>
                    </a:moveTo>
                    <a:cubicBezTo>
                      <a:pt x="222" y="21"/>
                      <a:pt x="224" y="19"/>
                      <a:pt x="226" y="18"/>
                    </a:cubicBezTo>
                    <a:cubicBezTo>
                      <a:pt x="228" y="17"/>
                      <a:pt x="230" y="16"/>
                      <a:pt x="231" y="16"/>
                    </a:cubicBezTo>
                    <a:cubicBezTo>
                      <a:pt x="231" y="16"/>
                      <a:pt x="231" y="16"/>
                      <a:pt x="231" y="16"/>
                    </a:cubicBezTo>
                    <a:cubicBezTo>
                      <a:pt x="231" y="16"/>
                      <a:pt x="231" y="17"/>
                      <a:pt x="232" y="17"/>
                    </a:cubicBezTo>
                    <a:cubicBezTo>
                      <a:pt x="232" y="17"/>
                      <a:pt x="232" y="18"/>
                      <a:pt x="232" y="19"/>
                    </a:cubicBezTo>
                    <a:cubicBezTo>
                      <a:pt x="232" y="20"/>
                      <a:pt x="231" y="22"/>
                      <a:pt x="230" y="24"/>
                    </a:cubicBezTo>
                    <a:cubicBezTo>
                      <a:pt x="229" y="26"/>
                      <a:pt x="226" y="27"/>
                      <a:pt x="224" y="28"/>
                    </a:cubicBezTo>
                    <a:cubicBezTo>
                      <a:pt x="222" y="29"/>
                      <a:pt x="220" y="30"/>
                      <a:pt x="220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29"/>
                    </a:cubicBezTo>
                    <a:cubicBezTo>
                      <a:pt x="219" y="29"/>
                      <a:pt x="218" y="28"/>
                      <a:pt x="218" y="28"/>
                    </a:cubicBezTo>
                    <a:cubicBezTo>
                      <a:pt x="218" y="26"/>
                      <a:pt x="219" y="25"/>
                      <a:pt x="220" y="23"/>
                    </a:cubicBezTo>
                    <a:moveTo>
                      <a:pt x="197" y="32"/>
                    </a:moveTo>
                    <a:cubicBezTo>
                      <a:pt x="199" y="30"/>
                      <a:pt x="201" y="28"/>
                      <a:pt x="203" y="27"/>
                    </a:cubicBezTo>
                    <a:cubicBezTo>
                      <a:pt x="205" y="26"/>
                      <a:pt x="207" y="25"/>
                      <a:pt x="207" y="25"/>
                    </a:cubicBezTo>
                    <a:cubicBezTo>
                      <a:pt x="207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6"/>
                    </a:cubicBezTo>
                    <a:cubicBezTo>
                      <a:pt x="209" y="26"/>
                      <a:pt x="209" y="27"/>
                      <a:pt x="209" y="28"/>
                    </a:cubicBezTo>
                    <a:cubicBezTo>
                      <a:pt x="209" y="29"/>
                      <a:pt x="208" y="31"/>
                      <a:pt x="207" y="32"/>
                    </a:cubicBezTo>
                    <a:cubicBezTo>
                      <a:pt x="206" y="34"/>
                      <a:pt x="204" y="36"/>
                      <a:pt x="202" y="38"/>
                    </a:cubicBezTo>
                    <a:cubicBezTo>
                      <a:pt x="200" y="39"/>
                      <a:pt x="198" y="40"/>
                      <a:pt x="197" y="40"/>
                    </a:cubicBezTo>
                    <a:cubicBezTo>
                      <a:pt x="197" y="40"/>
                      <a:pt x="197" y="40"/>
                      <a:pt x="197" y="40"/>
                    </a:cubicBezTo>
                    <a:cubicBezTo>
                      <a:pt x="197" y="40"/>
                      <a:pt x="197" y="39"/>
                      <a:pt x="197" y="39"/>
                    </a:cubicBezTo>
                    <a:cubicBezTo>
                      <a:pt x="196" y="39"/>
                      <a:pt x="196" y="38"/>
                      <a:pt x="196" y="37"/>
                    </a:cubicBezTo>
                    <a:cubicBezTo>
                      <a:pt x="196" y="36"/>
                      <a:pt x="197" y="34"/>
                      <a:pt x="197" y="32"/>
                    </a:cubicBezTo>
                    <a:moveTo>
                      <a:pt x="174" y="45"/>
                    </a:moveTo>
                    <a:cubicBezTo>
                      <a:pt x="174" y="45"/>
                      <a:pt x="174" y="45"/>
                      <a:pt x="174" y="45"/>
                    </a:cubicBezTo>
                    <a:cubicBezTo>
                      <a:pt x="175" y="42"/>
                      <a:pt x="177" y="40"/>
                      <a:pt x="179" y="39"/>
                    </a:cubicBezTo>
                    <a:cubicBezTo>
                      <a:pt x="181" y="37"/>
                      <a:pt x="183" y="36"/>
                      <a:pt x="184" y="36"/>
                    </a:cubicBezTo>
                    <a:cubicBezTo>
                      <a:pt x="184" y="36"/>
                      <a:pt x="184" y="37"/>
                      <a:pt x="185" y="37"/>
                    </a:cubicBezTo>
                    <a:cubicBezTo>
                      <a:pt x="185" y="38"/>
                      <a:pt x="185" y="39"/>
                      <a:pt x="185" y="40"/>
                    </a:cubicBezTo>
                    <a:cubicBezTo>
                      <a:pt x="185" y="41"/>
                      <a:pt x="185" y="42"/>
                      <a:pt x="184" y="44"/>
                    </a:cubicBezTo>
                    <a:cubicBezTo>
                      <a:pt x="183" y="46"/>
                      <a:pt x="181" y="48"/>
                      <a:pt x="179" y="50"/>
                    </a:cubicBezTo>
                    <a:cubicBezTo>
                      <a:pt x="178" y="51"/>
                      <a:pt x="176" y="52"/>
                      <a:pt x="175" y="52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5" y="52"/>
                      <a:pt x="174" y="52"/>
                      <a:pt x="174" y="51"/>
                    </a:cubicBezTo>
                    <a:cubicBezTo>
                      <a:pt x="174" y="51"/>
                      <a:pt x="173" y="50"/>
                      <a:pt x="173" y="49"/>
                    </a:cubicBezTo>
                    <a:cubicBezTo>
                      <a:pt x="173" y="48"/>
                      <a:pt x="174" y="46"/>
                      <a:pt x="174" y="45"/>
                    </a:cubicBezTo>
                    <a:moveTo>
                      <a:pt x="153" y="59"/>
                    </a:moveTo>
                    <a:cubicBezTo>
                      <a:pt x="153" y="57"/>
                      <a:pt x="155" y="55"/>
                      <a:pt x="157" y="53"/>
                    </a:cubicBezTo>
                    <a:cubicBezTo>
                      <a:pt x="159" y="51"/>
                      <a:pt x="161" y="50"/>
                      <a:pt x="161" y="50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1" y="50"/>
                      <a:pt x="162" y="50"/>
                      <a:pt x="162" y="51"/>
                    </a:cubicBezTo>
                    <a:cubicBezTo>
                      <a:pt x="163" y="51"/>
                      <a:pt x="163" y="53"/>
                      <a:pt x="163" y="54"/>
                    </a:cubicBezTo>
                    <a:cubicBezTo>
                      <a:pt x="163" y="55"/>
                      <a:pt x="163" y="56"/>
                      <a:pt x="162" y="57"/>
                    </a:cubicBezTo>
                    <a:cubicBezTo>
                      <a:pt x="161" y="60"/>
                      <a:pt x="160" y="62"/>
                      <a:pt x="158" y="63"/>
                    </a:cubicBezTo>
                    <a:cubicBezTo>
                      <a:pt x="156" y="65"/>
                      <a:pt x="154" y="66"/>
                      <a:pt x="154" y="66"/>
                    </a:cubicBezTo>
                    <a:cubicBezTo>
                      <a:pt x="154" y="66"/>
                      <a:pt x="154" y="66"/>
                      <a:pt x="154" y="66"/>
                    </a:cubicBezTo>
                    <a:cubicBezTo>
                      <a:pt x="153" y="66"/>
                      <a:pt x="153" y="66"/>
                      <a:pt x="153" y="65"/>
                    </a:cubicBezTo>
                    <a:cubicBezTo>
                      <a:pt x="152" y="65"/>
                      <a:pt x="152" y="64"/>
                      <a:pt x="152" y="62"/>
                    </a:cubicBezTo>
                    <a:cubicBezTo>
                      <a:pt x="152" y="61"/>
                      <a:pt x="152" y="60"/>
                      <a:pt x="153" y="59"/>
                    </a:cubicBezTo>
                    <a:moveTo>
                      <a:pt x="133" y="75"/>
                    </a:move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2"/>
                      <a:pt x="135" y="70"/>
                      <a:pt x="137" y="68"/>
                    </a:cubicBezTo>
                    <a:cubicBezTo>
                      <a:pt x="139" y="66"/>
                      <a:pt x="140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2" y="65"/>
                      <a:pt x="142" y="66"/>
                    </a:cubicBezTo>
                    <a:cubicBezTo>
                      <a:pt x="143" y="66"/>
                      <a:pt x="143" y="68"/>
                      <a:pt x="143" y="69"/>
                    </a:cubicBezTo>
                    <a:cubicBezTo>
                      <a:pt x="143" y="70"/>
                      <a:pt x="143" y="71"/>
                      <a:pt x="143" y="72"/>
                    </a:cubicBezTo>
                    <a:cubicBezTo>
                      <a:pt x="142" y="74"/>
                      <a:pt x="141" y="77"/>
                      <a:pt x="139" y="78"/>
                    </a:cubicBezTo>
                    <a:cubicBezTo>
                      <a:pt x="138" y="80"/>
                      <a:pt x="136" y="81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1"/>
                      <a:pt x="134" y="81"/>
                      <a:pt x="134" y="81"/>
                    </a:cubicBezTo>
                    <a:cubicBezTo>
                      <a:pt x="133" y="80"/>
                      <a:pt x="133" y="79"/>
                      <a:pt x="133" y="77"/>
                    </a:cubicBezTo>
                    <a:cubicBezTo>
                      <a:pt x="133" y="76"/>
                      <a:pt x="133" y="75"/>
                      <a:pt x="133" y="75"/>
                    </a:cubicBezTo>
                    <a:moveTo>
                      <a:pt x="114" y="92"/>
                    </a:moveTo>
                    <a:cubicBezTo>
                      <a:pt x="114" y="92"/>
                      <a:pt x="114" y="92"/>
                      <a:pt x="114" y="92"/>
                    </a:cubicBezTo>
                    <a:cubicBezTo>
                      <a:pt x="115" y="90"/>
                      <a:pt x="116" y="87"/>
                      <a:pt x="117" y="85"/>
                    </a:cubicBezTo>
                    <a:cubicBezTo>
                      <a:pt x="119" y="84"/>
                      <a:pt x="121" y="82"/>
                      <a:pt x="121" y="82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2" y="82"/>
                      <a:pt x="122" y="82"/>
                      <a:pt x="123" y="83"/>
                    </a:cubicBezTo>
                    <a:cubicBezTo>
                      <a:pt x="123" y="84"/>
                      <a:pt x="124" y="85"/>
                      <a:pt x="124" y="87"/>
                    </a:cubicBezTo>
                    <a:cubicBezTo>
                      <a:pt x="124" y="88"/>
                      <a:pt x="124" y="88"/>
                      <a:pt x="123" y="89"/>
                    </a:cubicBezTo>
                    <a:cubicBezTo>
                      <a:pt x="123" y="91"/>
                      <a:pt x="122" y="94"/>
                      <a:pt x="120" y="96"/>
                    </a:cubicBezTo>
                    <a:cubicBezTo>
                      <a:pt x="119" y="98"/>
                      <a:pt x="117" y="99"/>
                      <a:pt x="117" y="99"/>
                    </a:cubicBezTo>
                    <a:cubicBezTo>
                      <a:pt x="117" y="99"/>
                      <a:pt x="116" y="99"/>
                      <a:pt x="116" y="99"/>
                    </a:cubicBezTo>
                    <a:cubicBezTo>
                      <a:pt x="116" y="99"/>
                      <a:pt x="116" y="99"/>
                      <a:pt x="115" y="98"/>
                    </a:cubicBezTo>
                    <a:cubicBezTo>
                      <a:pt x="114" y="97"/>
                      <a:pt x="114" y="96"/>
                      <a:pt x="114" y="94"/>
                    </a:cubicBezTo>
                    <a:cubicBezTo>
                      <a:pt x="114" y="94"/>
                      <a:pt x="114" y="93"/>
                      <a:pt x="114" y="92"/>
                    </a:cubicBezTo>
                    <a:moveTo>
                      <a:pt x="97" y="112"/>
                    </a:moveTo>
                    <a:cubicBezTo>
                      <a:pt x="97" y="112"/>
                      <a:pt x="97" y="112"/>
                      <a:pt x="97" y="112"/>
                    </a:cubicBezTo>
                    <a:cubicBezTo>
                      <a:pt x="97" y="109"/>
                      <a:pt x="98" y="107"/>
                      <a:pt x="99" y="105"/>
                    </a:cubicBezTo>
                    <a:cubicBezTo>
                      <a:pt x="101" y="103"/>
                      <a:pt x="102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4" y="101"/>
                      <a:pt x="105" y="102"/>
                    </a:cubicBezTo>
                    <a:cubicBezTo>
                      <a:pt x="105" y="103"/>
                      <a:pt x="106" y="105"/>
                      <a:pt x="106" y="107"/>
                    </a:cubicBezTo>
                    <a:cubicBezTo>
                      <a:pt x="106" y="107"/>
                      <a:pt x="106" y="107"/>
                      <a:pt x="106" y="108"/>
                    </a:cubicBezTo>
                    <a:cubicBezTo>
                      <a:pt x="105" y="110"/>
                      <a:pt x="104" y="113"/>
                      <a:pt x="103" y="115"/>
                    </a:cubicBezTo>
                    <a:cubicBezTo>
                      <a:pt x="102" y="117"/>
                      <a:pt x="100" y="118"/>
                      <a:pt x="100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9" y="118"/>
                      <a:pt x="98" y="118"/>
                      <a:pt x="98" y="117"/>
                    </a:cubicBezTo>
                    <a:cubicBezTo>
                      <a:pt x="97" y="116"/>
                      <a:pt x="97" y="115"/>
                      <a:pt x="97" y="113"/>
                    </a:cubicBezTo>
                    <a:cubicBezTo>
                      <a:pt x="97" y="112"/>
                      <a:pt x="97" y="112"/>
                      <a:pt x="97" y="112"/>
                    </a:cubicBezTo>
                    <a:moveTo>
                      <a:pt x="82" y="131"/>
                    </a:moveTo>
                    <a:cubicBezTo>
                      <a:pt x="82" y="129"/>
                      <a:pt x="83" y="126"/>
                      <a:pt x="84" y="124"/>
                    </a:cubicBezTo>
                    <a:cubicBezTo>
                      <a:pt x="85" y="122"/>
                      <a:pt x="86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8" y="120"/>
                      <a:pt x="89" y="121"/>
                    </a:cubicBezTo>
                    <a:cubicBezTo>
                      <a:pt x="90" y="122"/>
                      <a:pt x="90" y="124"/>
                      <a:pt x="90" y="126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90" y="129"/>
                      <a:pt x="89" y="132"/>
                      <a:pt x="88" y="134"/>
                    </a:cubicBezTo>
                    <a:cubicBezTo>
                      <a:pt x="87" y="136"/>
                      <a:pt x="86" y="137"/>
                      <a:pt x="85" y="138"/>
                    </a:cubicBezTo>
                    <a:cubicBezTo>
                      <a:pt x="85" y="138"/>
                      <a:pt x="85" y="138"/>
                      <a:pt x="85" y="138"/>
                    </a:cubicBezTo>
                    <a:cubicBezTo>
                      <a:pt x="84" y="138"/>
                      <a:pt x="84" y="137"/>
                      <a:pt x="83" y="136"/>
                    </a:cubicBezTo>
                    <a:cubicBezTo>
                      <a:pt x="82" y="135"/>
                      <a:pt x="82" y="133"/>
                      <a:pt x="82" y="131"/>
                    </a:cubicBezTo>
                    <a:close/>
                    <a:moveTo>
                      <a:pt x="69" y="145"/>
                    </a:moveTo>
                    <a:cubicBezTo>
                      <a:pt x="70" y="143"/>
                      <a:pt x="71" y="142"/>
                      <a:pt x="72" y="141"/>
                    </a:cubicBezTo>
                    <a:cubicBezTo>
                      <a:pt x="72" y="141"/>
                      <a:pt x="72" y="141"/>
                      <a:pt x="72" y="141"/>
                    </a:cubicBezTo>
                    <a:cubicBezTo>
                      <a:pt x="72" y="141"/>
                      <a:pt x="73" y="142"/>
                      <a:pt x="74" y="143"/>
                    </a:cubicBezTo>
                    <a:cubicBezTo>
                      <a:pt x="75" y="144"/>
                      <a:pt x="75" y="145"/>
                      <a:pt x="75" y="148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75" y="151"/>
                      <a:pt x="75" y="153"/>
                      <a:pt x="74" y="155"/>
                    </a:cubicBezTo>
                    <a:cubicBezTo>
                      <a:pt x="73" y="157"/>
                      <a:pt x="71" y="159"/>
                      <a:pt x="71" y="159"/>
                    </a:cubicBezTo>
                    <a:cubicBezTo>
                      <a:pt x="71" y="159"/>
                      <a:pt x="71" y="159"/>
                      <a:pt x="71" y="159"/>
                    </a:cubicBezTo>
                    <a:cubicBezTo>
                      <a:pt x="70" y="159"/>
                      <a:pt x="69" y="159"/>
                      <a:pt x="69" y="158"/>
                    </a:cubicBezTo>
                    <a:cubicBezTo>
                      <a:pt x="68" y="157"/>
                      <a:pt x="67" y="155"/>
                      <a:pt x="67" y="153"/>
                    </a:cubicBezTo>
                    <a:cubicBezTo>
                      <a:pt x="67" y="153"/>
                      <a:pt x="67" y="152"/>
                      <a:pt x="67" y="152"/>
                    </a:cubicBezTo>
                    <a:cubicBezTo>
                      <a:pt x="67" y="150"/>
                      <a:pt x="68" y="147"/>
                      <a:pt x="69" y="145"/>
                    </a:cubicBezTo>
                    <a:moveTo>
                      <a:pt x="55" y="167"/>
                    </a:moveTo>
                    <a:cubicBezTo>
                      <a:pt x="56" y="165"/>
                      <a:pt x="57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9" y="164"/>
                      <a:pt x="59" y="164"/>
                      <a:pt x="60" y="165"/>
                    </a:cubicBezTo>
                    <a:cubicBezTo>
                      <a:pt x="61" y="166"/>
                      <a:pt x="62" y="168"/>
                      <a:pt x="62" y="170"/>
                    </a:cubicBezTo>
                    <a:cubicBezTo>
                      <a:pt x="62" y="170"/>
                      <a:pt x="62" y="171"/>
                      <a:pt x="62" y="172"/>
                    </a:cubicBezTo>
                    <a:cubicBezTo>
                      <a:pt x="62" y="174"/>
                      <a:pt x="61" y="176"/>
                      <a:pt x="61" y="178"/>
                    </a:cubicBezTo>
                    <a:cubicBezTo>
                      <a:pt x="60" y="180"/>
                      <a:pt x="59" y="181"/>
                      <a:pt x="58" y="181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8" y="182"/>
                      <a:pt x="57" y="181"/>
                      <a:pt x="56" y="180"/>
                    </a:cubicBezTo>
                    <a:cubicBezTo>
                      <a:pt x="55" y="179"/>
                      <a:pt x="55" y="178"/>
                      <a:pt x="54" y="176"/>
                    </a:cubicBezTo>
                    <a:cubicBezTo>
                      <a:pt x="54" y="175"/>
                      <a:pt x="54" y="174"/>
                      <a:pt x="54" y="174"/>
                    </a:cubicBezTo>
                    <a:cubicBezTo>
                      <a:pt x="54" y="171"/>
                      <a:pt x="55" y="169"/>
                      <a:pt x="55" y="167"/>
                    </a:cubicBezTo>
                    <a:moveTo>
                      <a:pt x="44" y="189"/>
                    </a:moveTo>
                    <a:cubicBezTo>
                      <a:pt x="45" y="187"/>
                      <a:pt x="46" y="186"/>
                      <a:pt x="46" y="186"/>
                    </a:cubicBezTo>
                    <a:cubicBezTo>
                      <a:pt x="47" y="186"/>
                      <a:pt x="47" y="185"/>
                      <a:pt x="47" y="185"/>
                    </a:cubicBezTo>
                    <a:cubicBezTo>
                      <a:pt x="47" y="185"/>
                      <a:pt x="48" y="186"/>
                      <a:pt x="49" y="187"/>
                    </a:cubicBezTo>
                    <a:cubicBezTo>
                      <a:pt x="50" y="188"/>
                      <a:pt x="51" y="189"/>
                      <a:pt x="51" y="191"/>
                    </a:cubicBezTo>
                    <a:cubicBezTo>
                      <a:pt x="51" y="192"/>
                      <a:pt x="51" y="193"/>
                      <a:pt x="51" y="194"/>
                    </a:cubicBezTo>
                    <a:cubicBezTo>
                      <a:pt x="51" y="196"/>
                      <a:pt x="51" y="198"/>
                      <a:pt x="50" y="200"/>
                    </a:cubicBezTo>
                    <a:cubicBezTo>
                      <a:pt x="49" y="202"/>
                      <a:pt x="48" y="203"/>
                      <a:pt x="48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47" y="204"/>
                      <a:pt x="44" y="202"/>
                      <a:pt x="44" y="198"/>
                    </a:cubicBezTo>
                    <a:cubicBezTo>
                      <a:pt x="43" y="197"/>
                      <a:pt x="43" y="196"/>
                      <a:pt x="43" y="195"/>
                    </a:cubicBezTo>
                    <a:cubicBezTo>
                      <a:pt x="43" y="193"/>
                      <a:pt x="44" y="191"/>
                      <a:pt x="44" y="189"/>
                    </a:cubicBezTo>
                    <a:moveTo>
                      <a:pt x="34" y="213"/>
                    </a:moveTo>
                    <a:cubicBezTo>
                      <a:pt x="35" y="211"/>
                      <a:pt x="35" y="210"/>
                      <a:pt x="36" y="210"/>
                    </a:cubicBezTo>
                    <a:cubicBezTo>
                      <a:pt x="36" y="209"/>
                      <a:pt x="36" y="209"/>
                      <a:pt x="36" y="209"/>
                    </a:cubicBezTo>
                    <a:cubicBezTo>
                      <a:pt x="37" y="209"/>
                      <a:pt x="40" y="211"/>
                      <a:pt x="41" y="215"/>
                    </a:cubicBezTo>
                    <a:cubicBezTo>
                      <a:pt x="41" y="216"/>
                      <a:pt x="41" y="218"/>
                      <a:pt x="41" y="219"/>
                    </a:cubicBezTo>
                    <a:cubicBezTo>
                      <a:pt x="41" y="223"/>
                      <a:pt x="40" y="227"/>
                      <a:pt x="39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7" y="227"/>
                      <a:pt x="35" y="226"/>
                      <a:pt x="34" y="222"/>
                    </a:cubicBezTo>
                    <a:cubicBezTo>
                      <a:pt x="33" y="221"/>
                      <a:pt x="33" y="219"/>
                      <a:pt x="33" y="218"/>
                    </a:cubicBezTo>
                    <a:cubicBezTo>
                      <a:pt x="33" y="216"/>
                      <a:pt x="34" y="214"/>
                      <a:pt x="34" y="213"/>
                    </a:cubicBezTo>
                    <a:moveTo>
                      <a:pt x="27" y="234"/>
                    </a:moveTo>
                    <a:cubicBezTo>
                      <a:pt x="27" y="234"/>
                      <a:pt x="27" y="234"/>
                      <a:pt x="27" y="234"/>
                    </a:cubicBezTo>
                    <a:cubicBezTo>
                      <a:pt x="28" y="234"/>
                      <a:pt x="31" y="236"/>
                      <a:pt x="32" y="239"/>
                    </a:cubicBezTo>
                    <a:cubicBezTo>
                      <a:pt x="32" y="241"/>
                      <a:pt x="33" y="243"/>
                      <a:pt x="33" y="244"/>
                    </a:cubicBezTo>
                    <a:cubicBezTo>
                      <a:pt x="33" y="248"/>
                      <a:pt x="31" y="251"/>
                      <a:pt x="31" y="252"/>
                    </a:cubicBezTo>
                    <a:cubicBezTo>
                      <a:pt x="31" y="252"/>
                      <a:pt x="31" y="252"/>
                      <a:pt x="30" y="252"/>
                    </a:cubicBezTo>
                    <a:cubicBezTo>
                      <a:pt x="29" y="252"/>
                      <a:pt x="27" y="250"/>
                      <a:pt x="26" y="247"/>
                    </a:cubicBezTo>
                    <a:cubicBezTo>
                      <a:pt x="25" y="245"/>
                      <a:pt x="25" y="243"/>
                      <a:pt x="25" y="242"/>
                    </a:cubicBezTo>
                    <a:cubicBezTo>
                      <a:pt x="25" y="238"/>
                      <a:pt x="26" y="235"/>
                      <a:pt x="27" y="234"/>
                    </a:cubicBezTo>
                    <a:moveTo>
                      <a:pt x="20" y="258"/>
                    </a:moveTo>
                    <a:cubicBezTo>
                      <a:pt x="20" y="258"/>
                      <a:pt x="20" y="258"/>
                      <a:pt x="20" y="258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1" y="258"/>
                      <a:pt x="24" y="259"/>
                      <a:pt x="25" y="263"/>
                    </a:cubicBezTo>
                    <a:cubicBezTo>
                      <a:pt x="26" y="265"/>
                      <a:pt x="26" y="267"/>
                      <a:pt x="26" y="269"/>
                    </a:cubicBezTo>
                    <a:cubicBezTo>
                      <a:pt x="26" y="272"/>
                      <a:pt x="25" y="275"/>
                      <a:pt x="25" y="275"/>
                    </a:cubicBezTo>
                    <a:cubicBezTo>
                      <a:pt x="25" y="275"/>
                      <a:pt x="25" y="275"/>
                      <a:pt x="24" y="275"/>
                    </a:cubicBezTo>
                    <a:cubicBezTo>
                      <a:pt x="23" y="275"/>
                      <a:pt x="21" y="274"/>
                      <a:pt x="19" y="270"/>
                    </a:cubicBezTo>
                    <a:cubicBezTo>
                      <a:pt x="19" y="268"/>
                      <a:pt x="18" y="266"/>
                      <a:pt x="18" y="264"/>
                    </a:cubicBezTo>
                    <a:cubicBezTo>
                      <a:pt x="18" y="261"/>
                      <a:pt x="19" y="259"/>
                      <a:pt x="20" y="258"/>
                    </a:cubicBezTo>
                    <a:moveTo>
                      <a:pt x="14" y="284"/>
                    </a:moveTo>
                    <a:cubicBezTo>
                      <a:pt x="14" y="283"/>
                      <a:pt x="14" y="283"/>
                      <a:pt x="15" y="283"/>
                    </a:cubicBezTo>
                    <a:cubicBezTo>
                      <a:pt x="16" y="283"/>
                      <a:pt x="18" y="285"/>
                      <a:pt x="20" y="288"/>
                    </a:cubicBezTo>
                    <a:cubicBezTo>
                      <a:pt x="21" y="290"/>
                      <a:pt x="21" y="293"/>
                      <a:pt x="21" y="295"/>
                    </a:cubicBezTo>
                    <a:cubicBezTo>
                      <a:pt x="21" y="297"/>
                      <a:pt x="20" y="300"/>
                      <a:pt x="20" y="300"/>
                    </a:cubicBezTo>
                    <a:cubicBezTo>
                      <a:pt x="20" y="301"/>
                      <a:pt x="20" y="301"/>
                      <a:pt x="19" y="301"/>
                    </a:cubicBezTo>
                    <a:cubicBezTo>
                      <a:pt x="18" y="301"/>
                      <a:pt x="16" y="299"/>
                      <a:pt x="14" y="296"/>
                    </a:cubicBezTo>
                    <a:cubicBezTo>
                      <a:pt x="13" y="294"/>
                      <a:pt x="13" y="291"/>
                      <a:pt x="13" y="289"/>
                    </a:cubicBezTo>
                    <a:cubicBezTo>
                      <a:pt x="13" y="286"/>
                      <a:pt x="13" y="284"/>
                      <a:pt x="14" y="284"/>
                    </a:cubicBezTo>
                    <a:moveTo>
                      <a:pt x="10" y="310"/>
                    </a:moveTo>
                    <a:cubicBezTo>
                      <a:pt x="10" y="310"/>
                      <a:pt x="10" y="310"/>
                      <a:pt x="10" y="310"/>
                    </a:cubicBezTo>
                    <a:cubicBezTo>
                      <a:pt x="10" y="309"/>
                      <a:pt x="10" y="309"/>
                      <a:pt x="10" y="309"/>
                    </a:cubicBezTo>
                    <a:cubicBezTo>
                      <a:pt x="12" y="309"/>
                      <a:pt x="14" y="310"/>
                      <a:pt x="16" y="314"/>
                    </a:cubicBezTo>
                    <a:cubicBezTo>
                      <a:pt x="17" y="316"/>
                      <a:pt x="18" y="319"/>
                      <a:pt x="17" y="322"/>
                    </a:cubicBezTo>
                    <a:cubicBezTo>
                      <a:pt x="17" y="324"/>
                      <a:pt x="17" y="325"/>
                      <a:pt x="17" y="326"/>
                    </a:cubicBezTo>
                    <a:cubicBezTo>
                      <a:pt x="17" y="326"/>
                      <a:pt x="16" y="326"/>
                      <a:pt x="16" y="326"/>
                    </a:cubicBezTo>
                    <a:cubicBezTo>
                      <a:pt x="15" y="326"/>
                      <a:pt x="12" y="325"/>
                      <a:pt x="11" y="322"/>
                    </a:cubicBezTo>
                    <a:cubicBezTo>
                      <a:pt x="9" y="319"/>
                      <a:pt x="9" y="316"/>
                      <a:pt x="9" y="313"/>
                    </a:cubicBezTo>
                    <a:cubicBezTo>
                      <a:pt x="9" y="312"/>
                      <a:pt x="9" y="310"/>
                      <a:pt x="10" y="310"/>
                    </a:cubicBezTo>
                    <a:moveTo>
                      <a:pt x="7" y="334"/>
                    </a:moveTo>
                    <a:cubicBezTo>
                      <a:pt x="7" y="334"/>
                      <a:pt x="7" y="334"/>
                      <a:pt x="7" y="334"/>
                    </a:cubicBezTo>
                    <a:cubicBezTo>
                      <a:pt x="7" y="334"/>
                      <a:pt x="7" y="334"/>
                      <a:pt x="8" y="334"/>
                    </a:cubicBezTo>
                    <a:cubicBezTo>
                      <a:pt x="9" y="334"/>
                      <a:pt x="12" y="335"/>
                      <a:pt x="13" y="338"/>
                    </a:cubicBezTo>
                    <a:cubicBezTo>
                      <a:pt x="15" y="340"/>
                      <a:pt x="16" y="344"/>
                      <a:pt x="16" y="347"/>
                    </a:cubicBezTo>
                    <a:cubicBezTo>
                      <a:pt x="16" y="348"/>
                      <a:pt x="15" y="350"/>
                      <a:pt x="15" y="350"/>
                    </a:cubicBezTo>
                    <a:cubicBezTo>
                      <a:pt x="15" y="350"/>
                      <a:pt x="15" y="350"/>
                      <a:pt x="14" y="350"/>
                    </a:cubicBezTo>
                    <a:cubicBezTo>
                      <a:pt x="13" y="350"/>
                      <a:pt x="10" y="349"/>
                      <a:pt x="9" y="346"/>
                    </a:cubicBezTo>
                    <a:cubicBezTo>
                      <a:pt x="7" y="344"/>
                      <a:pt x="6" y="340"/>
                      <a:pt x="6" y="337"/>
                    </a:cubicBezTo>
                    <a:cubicBezTo>
                      <a:pt x="6" y="336"/>
                      <a:pt x="7" y="334"/>
                      <a:pt x="7" y="334"/>
                    </a:cubicBezTo>
                    <a:moveTo>
                      <a:pt x="6" y="360"/>
                    </a:moveTo>
                    <a:cubicBezTo>
                      <a:pt x="6" y="360"/>
                      <a:pt x="6" y="360"/>
                      <a:pt x="7" y="360"/>
                    </a:cubicBezTo>
                    <a:cubicBezTo>
                      <a:pt x="8" y="360"/>
                      <a:pt x="11" y="361"/>
                      <a:pt x="12" y="364"/>
                    </a:cubicBezTo>
                    <a:cubicBezTo>
                      <a:pt x="14" y="367"/>
                      <a:pt x="15" y="371"/>
                      <a:pt x="15" y="373"/>
                    </a:cubicBezTo>
                    <a:cubicBezTo>
                      <a:pt x="15" y="375"/>
                      <a:pt x="15" y="375"/>
                      <a:pt x="15" y="376"/>
                    </a:cubicBezTo>
                    <a:cubicBezTo>
                      <a:pt x="15" y="376"/>
                      <a:pt x="14" y="376"/>
                      <a:pt x="14" y="376"/>
                    </a:cubicBezTo>
                    <a:cubicBezTo>
                      <a:pt x="12" y="376"/>
                      <a:pt x="10" y="375"/>
                      <a:pt x="8" y="373"/>
                    </a:cubicBezTo>
                    <a:cubicBezTo>
                      <a:pt x="6" y="370"/>
                      <a:pt x="5" y="366"/>
                      <a:pt x="5" y="363"/>
                    </a:cubicBezTo>
                    <a:cubicBezTo>
                      <a:pt x="5" y="362"/>
                      <a:pt x="6" y="361"/>
                      <a:pt x="6" y="360"/>
                    </a:cubicBezTo>
                    <a:moveTo>
                      <a:pt x="6" y="387"/>
                    </a:moveTo>
                    <a:cubicBezTo>
                      <a:pt x="6" y="386"/>
                      <a:pt x="6" y="386"/>
                      <a:pt x="7" y="386"/>
                    </a:cubicBezTo>
                    <a:cubicBezTo>
                      <a:pt x="9" y="386"/>
                      <a:pt x="11" y="387"/>
                      <a:pt x="13" y="389"/>
                    </a:cubicBezTo>
                    <a:cubicBezTo>
                      <a:pt x="15" y="392"/>
                      <a:pt x="16" y="397"/>
                      <a:pt x="16" y="400"/>
                    </a:cubicBezTo>
                    <a:cubicBezTo>
                      <a:pt x="16" y="400"/>
                      <a:pt x="16" y="401"/>
                      <a:pt x="16" y="401"/>
                    </a:cubicBezTo>
                    <a:cubicBezTo>
                      <a:pt x="16" y="402"/>
                      <a:pt x="15" y="402"/>
                      <a:pt x="15" y="402"/>
                    </a:cubicBezTo>
                    <a:cubicBezTo>
                      <a:pt x="13" y="402"/>
                      <a:pt x="11" y="401"/>
                      <a:pt x="9" y="399"/>
                    </a:cubicBezTo>
                    <a:cubicBezTo>
                      <a:pt x="7" y="396"/>
                      <a:pt x="6" y="391"/>
                      <a:pt x="6" y="388"/>
                    </a:cubicBezTo>
                    <a:cubicBezTo>
                      <a:pt x="6" y="387"/>
                      <a:pt x="6" y="387"/>
                      <a:pt x="6" y="387"/>
                    </a:cubicBezTo>
                    <a:moveTo>
                      <a:pt x="8" y="412"/>
                    </a:moveTo>
                    <a:cubicBezTo>
                      <a:pt x="8" y="412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9" y="411"/>
                    </a:cubicBezTo>
                    <a:cubicBezTo>
                      <a:pt x="11" y="411"/>
                      <a:pt x="13" y="412"/>
                      <a:pt x="15" y="414"/>
                    </a:cubicBezTo>
                    <a:cubicBezTo>
                      <a:pt x="17" y="417"/>
                      <a:pt x="19" y="422"/>
                      <a:pt x="19" y="424"/>
                    </a:cubicBezTo>
                    <a:cubicBezTo>
                      <a:pt x="19" y="425"/>
                      <a:pt x="18" y="425"/>
                      <a:pt x="18" y="426"/>
                    </a:cubicBezTo>
                    <a:cubicBezTo>
                      <a:pt x="18" y="426"/>
                      <a:pt x="18" y="426"/>
                      <a:pt x="17" y="426"/>
                    </a:cubicBezTo>
                    <a:cubicBezTo>
                      <a:pt x="16" y="426"/>
                      <a:pt x="14" y="425"/>
                      <a:pt x="12" y="423"/>
                    </a:cubicBezTo>
                    <a:cubicBezTo>
                      <a:pt x="9" y="420"/>
                      <a:pt x="8" y="415"/>
                      <a:pt x="8" y="412"/>
                    </a:cubicBezTo>
                    <a:moveTo>
                      <a:pt x="16" y="449"/>
                    </a:moveTo>
                    <a:cubicBezTo>
                      <a:pt x="13" y="446"/>
                      <a:pt x="11" y="441"/>
                      <a:pt x="11" y="438"/>
                    </a:cubicBezTo>
                    <a:cubicBezTo>
                      <a:pt x="11" y="438"/>
                      <a:pt x="11" y="437"/>
                      <a:pt x="11" y="437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1" y="437"/>
                      <a:pt x="12" y="437"/>
                      <a:pt x="13" y="437"/>
                    </a:cubicBezTo>
                    <a:cubicBezTo>
                      <a:pt x="14" y="437"/>
                      <a:pt x="16" y="437"/>
                      <a:pt x="18" y="439"/>
                    </a:cubicBezTo>
                    <a:cubicBezTo>
                      <a:pt x="21" y="442"/>
                      <a:pt x="23" y="448"/>
                      <a:pt x="23" y="450"/>
                    </a:cubicBezTo>
                    <a:cubicBezTo>
                      <a:pt x="23" y="450"/>
                      <a:pt x="23" y="451"/>
                      <a:pt x="23" y="451"/>
                    </a:cubicBezTo>
                    <a:cubicBezTo>
                      <a:pt x="23" y="451"/>
                      <a:pt x="22" y="451"/>
                      <a:pt x="21" y="451"/>
                    </a:cubicBezTo>
                    <a:cubicBezTo>
                      <a:pt x="20" y="451"/>
                      <a:pt x="18" y="451"/>
                      <a:pt x="16" y="449"/>
                    </a:cubicBezTo>
                    <a:moveTo>
                      <a:pt x="21" y="474"/>
                    </a:moveTo>
                    <a:cubicBezTo>
                      <a:pt x="18" y="471"/>
                      <a:pt x="16" y="466"/>
                      <a:pt x="16" y="464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7" y="462"/>
                      <a:pt x="17" y="462"/>
                      <a:pt x="18" y="462"/>
                    </a:cubicBezTo>
                    <a:cubicBezTo>
                      <a:pt x="19" y="462"/>
                      <a:pt x="21" y="463"/>
                      <a:pt x="23" y="465"/>
                    </a:cubicBezTo>
                    <a:cubicBezTo>
                      <a:pt x="27" y="468"/>
                      <a:pt x="28" y="473"/>
                      <a:pt x="28" y="475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7"/>
                      <a:pt x="27" y="477"/>
                      <a:pt x="27" y="477"/>
                    </a:cubicBezTo>
                    <a:cubicBezTo>
                      <a:pt x="25" y="477"/>
                      <a:pt x="23" y="476"/>
                      <a:pt x="21" y="474"/>
                    </a:cubicBezTo>
                    <a:moveTo>
                      <a:pt x="28" y="498"/>
                    </a:moveTo>
                    <a:cubicBezTo>
                      <a:pt x="24" y="495"/>
                      <a:pt x="22" y="490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3" y="486"/>
                    </a:cubicBezTo>
                    <a:cubicBezTo>
                      <a:pt x="23" y="486"/>
                      <a:pt x="23" y="486"/>
                      <a:pt x="24" y="486"/>
                    </a:cubicBezTo>
                    <a:cubicBezTo>
                      <a:pt x="26" y="486"/>
                      <a:pt x="27" y="487"/>
                      <a:pt x="29" y="488"/>
                    </a:cubicBezTo>
                    <a:cubicBezTo>
                      <a:pt x="31" y="490"/>
                      <a:pt x="33" y="492"/>
                      <a:pt x="34" y="494"/>
                    </a:cubicBezTo>
                    <a:cubicBezTo>
                      <a:pt x="35" y="496"/>
                      <a:pt x="35" y="498"/>
                      <a:pt x="35" y="499"/>
                    </a:cubicBezTo>
                    <a:cubicBezTo>
                      <a:pt x="35" y="499"/>
                      <a:pt x="35" y="499"/>
                      <a:pt x="35" y="499"/>
                    </a:cubicBezTo>
                    <a:cubicBezTo>
                      <a:pt x="35" y="499"/>
                      <a:pt x="35" y="499"/>
                      <a:pt x="35" y="500"/>
                    </a:cubicBezTo>
                    <a:cubicBezTo>
                      <a:pt x="34" y="500"/>
                      <a:pt x="34" y="500"/>
                      <a:pt x="33" y="500"/>
                    </a:cubicBezTo>
                    <a:cubicBezTo>
                      <a:pt x="32" y="500"/>
                      <a:pt x="30" y="499"/>
                      <a:pt x="28" y="498"/>
                    </a:cubicBezTo>
                    <a:moveTo>
                      <a:pt x="37" y="523"/>
                    </a:moveTo>
                    <a:cubicBezTo>
                      <a:pt x="35" y="521"/>
                      <a:pt x="33" y="519"/>
                      <a:pt x="32" y="517"/>
                    </a:cubicBezTo>
                    <a:cubicBezTo>
                      <a:pt x="31" y="515"/>
                      <a:pt x="30" y="513"/>
                      <a:pt x="30" y="512"/>
                    </a:cubicBezTo>
                    <a:cubicBezTo>
                      <a:pt x="30" y="512"/>
                      <a:pt x="30" y="512"/>
                      <a:pt x="30" y="512"/>
                    </a:cubicBezTo>
                    <a:cubicBezTo>
                      <a:pt x="30" y="512"/>
                      <a:pt x="30" y="512"/>
                      <a:pt x="31" y="511"/>
                    </a:cubicBezTo>
                    <a:cubicBezTo>
                      <a:pt x="31" y="511"/>
                      <a:pt x="32" y="511"/>
                      <a:pt x="33" y="511"/>
                    </a:cubicBezTo>
                    <a:cubicBezTo>
                      <a:pt x="34" y="511"/>
                      <a:pt x="36" y="512"/>
                      <a:pt x="37" y="513"/>
                    </a:cubicBezTo>
                    <a:cubicBezTo>
                      <a:pt x="39" y="514"/>
                      <a:pt x="41" y="516"/>
                      <a:pt x="42" y="518"/>
                    </a:cubicBezTo>
                    <a:cubicBezTo>
                      <a:pt x="43" y="520"/>
                      <a:pt x="44" y="522"/>
                      <a:pt x="44" y="523"/>
                    </a:cubicBezTo>
                    <a:cubicBezTo>
                      <a:pt x="44" y="523"/>
                      <a:pt x="44" y="523"/>
                      <a:pt x="44" y="523"/>
                    </a:cubicBezTo>
                    <a:cubicBezTo>
                      <a:pt x="44" y="523"/>
                      <a:pt x="44" y="524"/>
                      <a:pt x="44" y="524"/>
                    </a:cubicBezTo>
                    <a:cubicBezTo>
                      <a:pt x="43" y="524"/>
                      <a:pt x="42" y="524"/>
                      <a:pt x="42" y="524"/>
                    </a:cubicBezTo>
                    <a:cubicBezTo>
                      <a:pt x="40" y="524"/>
                      <a:pt x="39" y="524"/>
                      <a:pt x="37" y="523"/>
                    </a:cubicBezTo>
                    <a:moveTo>
                      <a:pt x="47" y="546"/>
                    </a:moveTo>
                    <a:cubicBezTo>
                      <a:pt x="45" y="545"/>
                      <a:pt x="43" y="543"/>
                      <a:pt x="42" y="541"/>
                    </a:cubicBezTo>
                    <a:cubicBezTo>
                      <a:pt x="40" y="539"/>
                      <a:pt x="40" y="537"/>
                      <a:pt x="40" y="537"/>
                    </a:cubicBezTo>
                    <a:cubicBezTo>
                      <a:pt x="40" y="537"/>
                      <a:pt x="40" y="537"/>
                      <a:pt x="40" y="537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1" y="535"/>
                      <a:pt x="42" y="535"/>
                      <a:pt x="42" y="535"/>
                    </a:cubicBezTo>
                    <a:cubicBezTo>
                      <a:pt x="42" y="535"/>
                      <a:pt x="42" y="535"/>
                      <a:pt x="42" y="535"/>
                    </a:cubicBezTo>
                    <a:cubicBezTo>
                      <a:pt x="44" y="535"/>
                      <a:pt x="45" y="536"/>
                      <a:pt x="47" y="537"/>
                    </a:cubicBezTo>
                    <a:cubicBezTo>
                      <a:pt x="49" y="538"/>
                      <a:pt x="51" y="540"/>
                      <a:pt x="52" y="542"/>
                    </a:cubicBezTo>
                    <a:cubicBezTo>
                      <a:pt x="54" y="544"/>
                      <a:pt x="54" y="546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3" y="548"/>
                      <a:pt x="53" y="548"/>
                      <a:pt x="52" y="548"/>
                    </a:cubicBezTo>
                    <a:cubicBezTo>
                      <a:pt x="50" y="548"/>
                      <a:pt x="49" y="547"/>
                      <a:pt x="47" y="546"/>
                    </a:cubicBezTo>
                    <a:close/>
                    <a:moveTo>
                      <a:pt x="58" y="568"/>
                    </a:moveTo>
                    <a:cubicBezTo>
                      <a:pt x="56" y="567"/>
                      <a:pt x="54" y="565"/>
                      <a:pt x="53" y="563"/>
                    </a:cubicBezTo>
                    <a:cubicBezTo>
                      <a:pt x="51" y="561"/>
                      <a:pt x="50" y="559"/>
                      <a:pt x="50" y="559"/>
                    </a:cubicBezTo>
                    <a:cubicBezTo>
                      <a:pt x="50" y="559"/>
                      <a:pt x="50" y="559"/>
                      <a:pt x="50" y="559"/>
                    </a:cubicBezTo>
                    <a:cubicBezTo>
                      <a:pt x="50" y="559"/>
                      <a:pt x="50" y="558"/>
                      <a:pt x="51" y="558"/>
                    </a:cubicBezTo>
                    <a:cubicBezTo>
                      <a:pt x="51" y="558"/>
                      <a:pt x="52" y="557"/>
                      <a:pt x="53" y="557"/>
                    </a:cubicBezTo>
                    <a:cubicBezTo>
                      <a:pt x="55" y="557"/>
                      <a:pt x="56" y="558"/>
                      <a:pt x="58" y="559"/>
                    </a:cubicBezTo>
                    <a:cubicBezTo>
                      <a:pt x="60" y="560"/>
                      <a:pt x="62" y="562"/>
                      <a:pt x="63" y="564"/>
                    </a:cubicBezTo>
                    <a:cubicBezTo>
                      <a:pt x="65" y="565"/>
                      <a:pt x="65" y="567"/>
                      <a:pt x="66" y="568"/>
                    </a:cubicBezTo>
                    <a:cubicBezTo>
                      <a:pt x="66" y="568"/>
                      <a:pt x="66" y="568"/>
                      <a:pt x="66" y="568"/>
                    </a:cubicBezTo>
                    <a:cubicBezTo>
                      <a:pt x="66" y="568"/>
                      <a:pt x="65" y="569"/>
                      <a:pt x="65" y="569"/>
                    </a:cubicBezTo>
                    <a:cubicBezTo>
                      <a:pt x="64" y="569"/>
                      <a:pt x="64" y="570"/>
                      <a:pt x="62" y="570"/>
                    </a:cubicBezTo>
                    <a:cubicBezTo>
                      <a:pt x="61" y="569"/>
                      <a:pt x="60" y="569"/>
                      <a:pt x="58" y="568"/>
                    </a:cubicBezTo>
                    <a:moveTo>
                      <a:pt x="72" y="591"/>
                    </a:moveTo>
                    <a:cubicBezTo>
                      <a:pt x="72" y="591"/>
                      <a:pt x="72" y="591"/>
                      <a:pt x="72" y="591"/>
                    </a:cubicBezTo>
                    <a:cubicBezTo>
                      <a:pt x="70" y="590"/>
                      <a:pt x="67" y="588"/>
                      <a:pt x="66" y="586"/>
                    </a:cubicBezTo>
                    <a:cubicBezTo>
                      <a:pt x="64" y="584"/>
                      <a:pt x="63" y="583"/>
                      <a:pt x="63" y="582"/>
                    </a:cubicBezTo>
                    <a:cubicBezTo>
                      <a:pt x="63" y="582"/>
                      <a:pt x="63" y="582"/>
                      <a:pt x="63" y="582"/>
                    </a:cubicBezTo>
                    <a:cubicBezTo>
                      <a:pt x="63" y="582"/>
                      <a:pt x="63" y="581"/>
                      <a:pt x="64" y="581"/>
                    </a:cubicBezTo>
                    <a:cubicBezTo>
                      <a:pt x="64" y="580"/>
                      <a:pt x="65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8" y="580"/>
                      <a:pt x="69" y="580"/>
                      <a:pt x="70" y="581"/>
                    </a:cubicBezTo>
                    <a:cubicBezTo>
                      <a:pt x="73" y="582"/>
                      <a:pt x="75" y="584"/>
                      <a:pt x="76" y="586"/>
                    </a:cubicBezTo>
                    <a:cubicBezTo>
                      <a:pt x="78" y="587"/>
                      <a:pt x="79" y="589"/>
                      <a:pt x="79" y="590"/>
                    </a:cubicBezTo>
                    <a:cubicBezTo>
                      <a:pt x="79" y="590"/>
                      <a:pt x="79" y="590"/>
                      <a:pt x="79" y="590"/>
                    </a:cubicBezTo>
                    <a:cubicBezTo>
                      <a:pt x="79" y="590"/>
                      <a:pt x="79" y="591"/>
                      <a:pt x="78" y="591"/>
                    </a:cubicBezTo>
                    <a:cubicBezTo>
                      <a:pt x="78" y="591"/>
                      <a:pt x="77" y="592"/>
                      <a:pt x="76" y="592"/>
                    </a:cubicBezTo>
                    <a:cubicBezTo>
                      <a:pt x="74" y="592"/>
                      <a:pt x="73" y="591"/>
                      <a:pt x="72" y="591"/>
                    </a:cubicBezTo>
                    <a:moveTo>
                      <a:pt x="90" y="613"/>
                    </a:moveTo>
                    <a:cubicBezTo>
                      <a:pt x="89" y="613"/>
                      <a:pt x="88" y="613"/>
                      <a:pt x="87" y="612"/>
                    </a:cubicBezTo>
                    <a:cubicBezTo>
                      <a:pt x="84" y="611"/>
                      <a:pt x="82" y="610"/>
                      <a:pt x="80" y="608"/>
                    </a:cubicBezTo>
                    <a:cubicBezTo>
                      <a:pt x="79" y="606"/>
                      <a:pt x="78" y="604"/>
                      <a:pt x="78" y="604"/>
                    </a:cubicBezTo>
                    <a:cubicBezTo>
                      <a:pt x="78" y="604"/>
                      <a:pt x="78" y="604"/>
                      <a:pt x="78" y="604"/>
                    </a:cubicBezTo>
                    <a:cubicBezTo>
                      <a:pt x="78" y="603"/>
                      <a:pt x="78" y="603"/>
                      <a:pt x="78" y="603"/>
                    </a:cubicBezTo>
                    <a:cubicBezTo>
                      <a:pt x="79" y="602"/>
                      <a:pt x="80" y="602"/>
                      <a:pt x="82" y="602"/>
                    </a:cubicBezTo>
                    <a:cubicBezTo>
                      <a:pt x="82" y="602"/>
                      <a:pt x="82" y="602"/>
                      <a:pt x="82" y="602"/>
                    </a:cubicBezTo>
                    <a:cubicBezTo>
                      <a:pt x="83" y="602"/>
                      <a:pt x="84" y="602"/>
                      <a:pt x="85" y="603"/>
                    </a:cubicBezTo>
                    <a:cubicBezTo>
                      <a:pt x="87" y="603"/>
                      <a:pt x="89" y="605"/>
                      <a:pt x="91" y="607"/>
                    </a:cubicBezTo>
                    <a:cubicBezTo>
                      <a:pt x="93" y="608"/>
                      <a:pt x="94" y="610"/>
                      <a:pt x="94" y="611"/>
                    </a:cubicBezTo>
                    <a:cubicBezTo>
                      <a:pt x="94" y="611"/>
                      <a:pt x="94" y="611"/>
                      <a:pt x="94" y="611"/>
                    </a:cubicBezTo>
                    <a:cubicBezTo>
                      <a:pt x="94" y="611"/>
                      <a:pt x="94" y="612"/>
                      <a:pt x="93" y="612"/>
                    </a:cubicBezTo>
                    <a:cubicBezTo>
                      <a:pt x="92" y="612"/>
                      <a:pt x="91" y="613"/>
                      <a:pt x="90" y="613"/>
                    </a:cubicBezTo>
                    <a:moveTo>
                      <a:pt x="108" y="631"/>
                    </a:moveTo>
                    <a:cubicBezTo>
                      <a:pt x="108" y="631"/>
                      <a:pt x="106" y="632"/>
                      <a:pt x="105" y="632"/>
                    </a:cubicBezTo>
                    <a:cubicBezTo>
                      <a:pt x="104" y="632"/>
                      <a:pt x="103" y="631"/>
                      <a:pt x="102" y="631"/>
                    </a:cubicBezTo>
                    <a:cubicBezTo>
                      <a:pt x="100" y="631"/>
                      <a:pt x="98" y="629"/>
                      <a:pt x="96" y="628"/>
                    </a:cubicBezTo>
                    <a:cubicBezTo>
                      <a:pt x="94" y="626"/>
                      <a:pt x="93" y="624"/>
                      <a:pt x="93" y="624"/>
                    </a:cubicBezTo>
                    <a:cubicBezTo>
                      <a:pt x="93" y="624"/>
                      <a:pt x="93" y="623"/>
                      <a:pt x="93" y="623"/>
                    </a:cubicBezTo>
                    <a:cubicBezTo>
                      <a:pt x="93" y="623"/>
                      <a:pt x="93" y="623"/>
                      <a:pt x="93" y="622"/>
                    </a:cubicBezTo>
                    <a:cubicBezTo>
                      <a:pt x="94" y="622"/>
                      <a:pt x="95" y="621"/>
                      <a:pt x="97" y="621"/>
                    </a:cubicBezTo>
                    <a:cubicBezTo>
                      <a:pt x="98" y="621"/>
                      <a:pt x="99" y="622"/>
                      <a:pt x="100" y="622"/>
                    </a:cubicBezTo>
                    <a:cubicBezTo>
                      <a:pt x="102" y="622"/>
                      <a:pt x="104" y="624"/>
                      <a:pt x="106" y="625"/>
                    </a:cubicBezTo>
                    <a:cubicBezTo>
                      <a:pt x="108" y="627"/>
                      <a:pt x="109" y="629"/>
                      <a:pt x="109" y="629"/>
                    </a:cubicBezTo>
                    <a:cubicBezTo>
                      <a:pt x="109" y="629"/>
                      <a:pt x="109" y="629"/>
                      <a:pt x="109" y="630"/>
                    </a:cubicBezTo>
                    <a:cubicBezTo>
                      <a:pt x="109" y="630"/>
                      <a:pt x="109" y="630"/>
                      <a:pt x="108" y="631"/>
                    </a:cubicBezTo>
                    <a:moveTo>
                      <a:pt x="127" y="648"/>
                    </a:moveTo>
                    <a:cubicBezTo>
                      <a:pt x="127" y="648"/>
                      <a:pt x="127" y="649"/>
                      <a:pt x="126" y="649"/>
                    </a:cubicBezTo>
                    <a:cubicBezTo>
                      <a:pt x="125" y="650"/>
                      <a:pt x="124" y="650"/>
                      <a:pt x="122" y="650"/>
                    </a:cubicBezTo>
                    <a:cubicBezTo>
                      <a:pt x="122" y="650"/>
                      <a:pt x="121" y="650"/>
                      <a:pt x="121" y="650"/>
                    </a:cubicBezTo>
                    <a:cubicBezTo>
                      <a:pt x="120" y="650"/>
                      <a:pt x="120" y="650"/>
                      <a:pt x="120" y="650"/>
                    </a:cubicBezTo>
                    <a:cubicBezTo>
                      <a:pt x="118" y="650"/>
                      <a:pt x="115" y="648"/>
                      <a:pt x="113" y="647"/>
                    </a:cubicBezTo>
                    <a:cubicBezTo>
                      <a:pt x="112" y="646"/>
                      <a:pt x="110" y="644"/>
                      <a:pt x="110" y="643"/>
                    </a:cubicBezTo>
                    <a:cubicBezTo>
                      <a:pt x="110" y="643"/>
                      <a:pt x="110" y="643"/>
                      <a:pt x="110" y="643"/>
                    </a:cubicBezTo>
                    <a:cubicBezTo>
                      <a:pt x="110" y="643"/>
                      <a:pt x="110" y="642"/>
                      <a:pt x="111" y="642"/>
                    </a:cubicBezTo>
                    <a:cubicBezTo>
                      <a:pt x="112" y="641"/>
                      <a:pt x="113" y="641"/>
                      <a:pt x="115" y="641"/>
                    </a:cubicBezTo>
                    <a:cubicBezTo>
                      <a:pt x="116" y="641"/>
                      <a:pt x="116" y="641"/>
                      <a:pt x="117" y="641"/>
                    </a:cubicBezTo>
                    <a:cubicBezTo>
                      <a:pt x="119" y="641"/>
                      <a:pt x="122" y="643"/>
                      <a:pt x="124" y="644"/>
                    </a:cubicBezTo>
                    <a:cubicBezTo>
                      <a:pt x="126" y="645"/>
                      <a:pt x="127" y="647"/>
                      <a:pt x="127" y="648"/>
                    </a:cubicBezTo>
                    <a:close/>
                    <a:moveTo>
                      <a:pt x="145" y="666"/>
                    </a:moveTo>
                    <a:cubicBezTo>
                      <a:pt x="144" y="667"/>
                      <a:pt x="143" y="668"/>
                      <a:pt x="141" y="667"/>
                    </a:cubicBezTo>
                    <a:cubicBezTo>
                      <a:pt x="140" y="667"/>
                      <a:pt x="140" y="667"/>
                      <a:pt x="140" y="667"/>
                    </a:cubicBezTo>
                    <a:cubicBezTo>
                      <a:pt x="137" y="667"/>
                      <a:pt x="135" y="666"/>
                      <a:pt x="133" y="665"/>
                    </a:cubicBezTo>
                    <a:cubicBezTo>
                      <a:pt x="131" y="664"/>
                      <a:pt x="129" y="662"/>
                      <a:pt x="129" y="661"/>
                    </a:cubicBezTo>
                    <a:cubicBezTo>
                      <a:pt x="129" y="661"/>
                      <a:pt x="129" y="661"/>
                      <a:pt x="129" y="661"/>
                    </a:cubicBezTo>
                    <a:cubicBezTo>
                      <a:pt x="129" y="661"/>
                      <a:pt x="129" y="660"/>
                      <a:pt x="130" y="660"/>
                    </a:cubicBezTo>
                    <a:cubicBezTo>
                      <a:pt x="131" y="659"/>
                      <a:pt x="133" y="658"/>
                      <a:pt x="135" y="659"/>
                    </a:cubicBezTo>
                    <a:cubicBezTo>
                      <a:pt x="135" y="659"/>
                      <a:pt x="135" y="659"/>
                      <a:pt x="136" y="659"/>
                    </a:cubicBezTo>
                    <a:cubicBezTo>
                      <a:pt x="138" y="659"/>
                      <a:pt x="141" y="660"/>
                      <a:pt x="143" y="661"/>
                    </a:cubicBezTo>
                    <a:cubicBezTo>
                      <a:pt x="145" y="662"/>
                      <a:pt x="146" y="664"/>
                      <a:pt x="147" y="665"/>
                    </a:cubicBezTo>
                    <a:cubicBezTo>
                      <a:pt x="147" y="665"/>
                      <a:pt x="147" y="665"/>
                      <a:pt x="147" y="665"/>
                    </a:cubicBezTo>
                    <a:cubicBezTo>
                      <a:pt x="147" y="665"/>
                      <a:pt x="146" y="666"/>
                      <a:pt x="145" y="666"/>
                    </a:cubicBezTo>
                    <a:moveTo>
                      <a:pt x="165" y="681"/>
                    </a:moveTo>
                    <a:cubicBezTo>
                      <a:pt x="164" y="682"/>
                      <a:pt x="162" y="682"/>
                      <a:pt x="160" y="682"/>
                    </a:cubicBezTo>
                    <a:cubicBezTo>
                      <a:pt x="160" y="682"/>
                      <a:pt x="160" y="682"/>
                      <a:pt x="160" y="682"/>
                    </a:cubicBezTo>
                    <a:cubicBezTo>
                      <a:pt x="157" y="682"/>
                      <a:pt x="154" y="681"/>
                      <a:pt x="152" y="680"/>
                    </a:cubicBezTo>
                    <a:cubicBezTo>
                      <a:pt x="150" y="679"/>
                      <a:pt x="149" y="678"/>
                      <a:pt x="148" y="677"/>
                    </a:cubicBezTo>
                    <a:cubicBezTo>
                      <a:pt x="148" y="677"/>
                      <a:pt x="148" y="677"/>
                      <a:pt x="148" y="677"/>
                    </a:cubicBezTo>
                    <a:cubicBezTo>
                      <a:pt x="148" y="676"/>
                      <a:pt x="149" y="676"/>
                      <a:pt x="150" y="675"/>
                    </a:cubicBezTo>
                    <a:cubicBezTo>
                      <a:pt x="151" y="674"/>
                      <a:pt x="153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7" y="674"/>
                      <a:pt x="160" y="675"/>
                      <a:pt x="162" y="676"/>
                    </a:cubicBezTo>
                    <a:cubicBezTo>
                      <a:pt x="164" y="677"/>
                      <a:pt x="166" y="678"/>
                      <a:pt x="166" y="679"/>
                    </a:cubicBezTo>
                    <a:cubicBezTo>
                      <a:pt x="166" y="679"/>
                      <a:pt x="166" y="679"/>
                      <a:pt x="166" y="679"/>
                    </a:cubicBezTo>
                    <a:cubicBezTo>
                      <a:pt x="166" y="679"/>
                      <a:pt x="166" y="680"/>
                      <a:pt x="165" y="681"/>
                    </a:cubicBezTo>
                    <a:moveTo>
                      <a:pt x="187" y="694"/>
                    </a:moveTo>
                    <a:cubicBezTo>
                      <a:pt x="186" y="695"/>
                      <a:pt x="184" y="696"/>
                      <a:pt x="182" y="696"/>
                    </a:cubicBezTo>
                    <a:cubicBezTo>
                      <a:pt x="182" y="696"/>
                      <a:pt x="182" y="696"/>
                      <a:pt x="182" y="696"/>
                    </a:cubicBezTo>
                    <a:cubicBezTo>
                      <a:pt x="181" y="696"/>
                      <a:pt x="181" y="696"/>
                      <a:pt x="180" y="696"/>
                    </a:cubicBezTo>
                    <a:cubicBezTo>
                      <a:pt x="178" y="696"/>
                      <a:pt x="176" y="695"/>
                      <a:pt x="174" y="694"/>
                    </a:cubicBezTo>
                    <a:cubicBezTo>
                      <a:pt x="172" y="694"/>
                      <a:pt x="170" y="692"/>
                      <a:pt x="170" y="692"/>
                    </a:cubicBezTo>
                    <a:cubicBezTo>
                      <a:pt x="170" y="692"/>
                      <a:pt x="170" y="692"/>
                      <a:pt x="170" y="692"/>
                    </a:cubicBezTo>
                    <a:cubicBezTo>
                      <a:pt x="170" y="691"/>
                      <a:pt x="170" y="690"/>
                      <a:pt x="171" y="690"/>
                    </a:cubicBezTo>
                    <a:cubicBezTo>
                      <a:pt x="173" y="689"/>
                      <a:pt x="174" y="688"/>
                      <a:pt x="176" y="688"/>
                    </a:cubicBezTo>
                    <a:cubicBezTo>
                      <a:pt x="177" y="688"/>
                      <a:pt x="177" y="688"/>
                      <a:pt x="177" y="688"/>
                    </a:cubicBezTo>
                    <a:cubicBezTo>
                      <a:pt x="179" y="688"/>
                      <a:pt x="182" y="689"/>
                      <a:pt x="184" y="689"/>
                    </a:cubicBezTo>
                    <a:cubicBezTo>
                      <a:pt x="186" y="690"/>
                      <a:pt x="188" y="691"/>
                      <a:pt x="188" y="692"/>
                    </a:cubicBezTo>
                    <a:cubicBezTo>
                      <a:pt x="188" y="692"/>
                      <a:pt x="188" y="692"/>
                      <a:pt x="188" y="692"/>
                    </a:cubicBezTo>
                    <a:cubicBezTo>
                      <a:pt x="188" y="693"/>
                      <a:pt x="188" y="694"/>
                      <a:pt x="187" y="694"/>
                    </a:cubicBezTo>
                    <a:moveTo>
                      <a:pt x="205" y="708"/>
                    </a:moveTo>
                    <a:cubicBezTo>
                      <a:pt x="204" y="708"/>
                      <a:pt x="203" y="708"/>
                      <a:pt x="202" y="708"/>
                    </a:cubicBezTo>
                    <a:cubicBezTo>
                      <a:pt x="200" y="708"/>
                      <a:pt x="198" y="707"/>
                      <a:pt x="197" y="707"/>
                    </a:cubicBezTo>
                    <a:cubicBezTo>
                      <a:pt x="195" y="706"/>
                      <a:pt x="194" y="705"/>
                      <a:pt x="193" y="705"/>
                    </a:cubicBezTo>
                    <a:cubicBezTo>
                      <a:pt x="193" y="705"/>
                      <a:pt x="193" y="704"/>
                      <a:pt x="193" y="704"/>
                    </a:cubicBezTo>
                    <a:cubicBezTo>
                      <a:pt x="193" y="704"/>
                      <a:pt x="193" y="703"/>
                      <a:pt x="194" y="702"/>
                    </a:cubicBezTo>
                    <a:cubicBezTo>
                      <a:pt x="195" y="701"/>
                      <a:pt x="197" y="701"/>
                      <a:pt x="199" y="700"/>
                    </a:cubicBezTo>
                    <a:cubicBezTo>
                      <a:pt x="200" y="700"/>
                      <a:pt x="201" y="700"/>
                      <a:pt x="202" y="700"/>
                    </a:cubicBezTo>
                    <a:cubicBezTo>
                      <a:pt x="204" y="700"/>
                      <a:pt x="206" y="701"/>
                      <a:pt x="208" y="701"/>
                    </a:cubicBezTo>
                    <a:cubicBezTo>
                      <a:pt x="209" y="702"/>
                      <a:pt x="211" y="703"/>
                      <a:pt x="211" y="703"/>
                    </a:cubicBezTo>
                    <a:cubicBezTo>
                      <a:pt x="211" y="703"/>
                      <a:pt x="211" y="703"/>
                      <a:pt x="211" y="703"/>
                    </a:cubicBezTo>
                    <a:cubicBezTo>
                      <a:pt x="211" y="704"/>
                      <a:pt x="209" y="707"/>
                      <a:pt x="205" y="708"/>
                    </a:cubicBezTo>
                    <a:moveTo>
                      <a:pt x="228" y="716"/>
                    </a:moveTo>
                    <a:cubicBezTo>
                      <a:pt x="227" y="717"/>
                      <a:pt x="225" y="717"/>
                      <a:pt x="224" y="717"/>
                    </a:cubicBezTo>
                    <a:cubicBezTo>
                      <a:pt x="222" y="717"/>
                      <a:pt x="220" y="717"/>
                      <a:pt x="219" y="716"/>
                    </a:cubicBezTo>
                    <a:cubicBezTo>
                      <a:pt x="217" y="716"/>
                      <a:pt x="216" y="715"/>
                      <a:pt x="216" y="715"/>
                    </a:cubicBezTo>
                    <a:cubicBezTo>
                      <a:pt x="216" y="715"/>
                      <a:pt x="216" y="714"/>
                      <a:pt x="216" y="714"/>
                    </a:cubicBezTo>
                    <a:cubicBezTo>
                      <a:pt x="216" y="713"/>
                      <a:pt x="218" y="711"/>
                      <a:pt x="221" y="710"/>
                    </a:cubicBezTo>
                    <a:cubicBezTo>
                      <a:pt x="223" y="709"/>
                      <a:pt x="224" y="709"/>
                      <a:pt x="226" y="709"/>
                    </a:cubicBezTo>
                    <a:cubicBezTo>
                      <a:pt x="229" y="709"/>
                      <a:pt x="233" y="710"/>
                      <a:pt x="234" y="711"/>
                    </a:cubicBezTo>
                    <a:cubicBezTo>
                      <a:pt x="234" y="711"/>
                      <a:pt x="234" y="712"/>
                      <a:pt x="234" y="712"/>
                    </a:cubicBezTo>
                    <a:cubicBezTo>
                      <a:pt x="234" y="713"/>
                      <a:pt x="232" y="715"/>
                      <a:pt x="228" y="716"/>
                    </a:cubicBezTo>
                    <a:moveTo>
                      <a:pt x="254" y="723"/>
                    </a:moveTo>
                    <a:cubicBezTo>
                      <a:pt x="252" y="724"/>
                      <a:pt x="249" y="724"/>
                      <a:pt x="247" y="724"/>
                    </a:cubicBezTo>
                    <a:cubicBezTo>
                      <a:pt x="244" y="724"/>
                      <a:pt x="242" y="723"/>
                      <a:pt x="241" y="723"/>
                    </a:cubicBezTo>
                    <a:cubicBezTo>
                      <a:pt x="241" y="723"/>
                      <a:pt x="241" y="723"/>
                      <a:pt x="241" y="722"/>
                    </a:cubicBezTo>
                    <a:cubicBezTo>
                      <a:pt x="241" y="721"/>
                      <a:pt x="243" y="718"/>
                      <a:pt x="246" y="717"/>
                    </a:cubicBezTo>
                    <a:cubicBezTo>
                      <a:pt x="248" y="717"/>
                      <a:pt x="250" y="716"/>
                      <a:pt x="252" y="716"/>
                    </a:cubicBezTo>
                    <a:cubicBezTo>
                      <a:pt x="255" y="716"/>
                      <a:pt x="258" y="717"/>
                      <a:pt x="258" y="718"/>
                    </a:cubicBezTo>
                    <a:cubicBezTo>
                      <a:pt x="258" y="718"/>
                      <a:pt x="258" y="718"/>
                      <a:pt x="258" y="718"/>
                    </a:cubicBezTo>
                    <a:cubicBezTo>
                      <a:pt x="259" y="719"/>
                      <a:pt x="257" y="722"/>
                      <a:pt x="254" y="723"/>
                    </a:cubicBezTo>
                    <a:moveTo>
                      <a:pt x="280" y="727"/>
                    </a:moveTo>
                    <a:cubicBezTo>
                      <a:pt x="280" y="727"/>
                      <a:pt x="280" y="727"/>
                      <a:pt x="280" y="727"/>
                    </a:cubicBezTo>
                    <a:cubicBezTo>
                      <a:pt x="277" y="729"/>
                      <a:pt x="274" y="729"/>
                      <a:pt x="272" y="729"/>
                    </a:cubicBezTo>
                    <a:cubicBezTo>
                      <a:pt x="270" y="729"/>
                      <a:pt x="268" y="729"/>
                      <a:pt x="267" y="728"/>
                    </a:cubicBezTo>
                    <a:cubicBezTo>
                      <a:pt x="267" y="728"/>
                      <a:pt x="267" y="728"/>
                      <a:pt x="267" y="727"/>
                    </a:cubicBezTo>
                    <a:cubicBezTo>
                      <a:pt x="267" y="726"/>
                      <a:pt x="268" y="724"/>
                      <a:pt x="271" y="722"/>
                    </a:cubicBezTo>
                    <a:cubicBezTo>
                      <a:pt x="274" y="721"/>
                      <a:pt x="277" y="721"/>
                      <a:pt x="279" y="721"/>
                    </a:cubicBezTo>
                    <a:cubicBezTo>
                      <a:pt x="279" y="721"/>
                      <a:pt x="279" y="721"/>
                      <a:pt x="279" y="721"/>
                    </a:cubicBezTo>
                    <a:cubicBezTo>
                      <a:pt x="281" y="721"/>
                      <a:pt x="283" y="721"/>
                      <a:pt x="284" y="721"/>
                    </a:cubicBezTo>
                    <a:cubicBezTo>
                      <a:pt x="284" y="721"/>
                      <a:pt x="284" y="722"/>
                      <a:pt x="284" y="722"/>
                    </a:cubicBezTo>
                    <a:cubicBezTo>
                      <a:pt x="284" y="723"/>
                      <a:pt x="283" y="726"/>
                      <a:pt x="280" y="727"/>
                    </a:cubicBezTo>
                    <a:moveTo>
                      <a:pt x="304" y="729"/>
                    </a:moveTo>
                    <a:cubicBezTo>
                      <a:pt x="301" y="731"/>
                      <a:pt x="297" y="732"/>
                      <a:pt x="295" y="731"/>
                    </a:cubicBezTo>
                    <a:cubicBezTo>
                      <a:pt x="293" y="731"/>
                      <a:pt x="292" y="731"/>
                      <a:pt x="292" y="731"/>
                    </a:cubicBezTo>
                    <a:cubicBezTo>
                      <a:pt x="292" y="731"/>
                      <a:pt x="291" y="731"/>
                      <a:pt x="291" y="730"/>
                    </a:cubicBezTo>
                    <a:cubicBezTo>
                      <a:pt x="291" y="729"/>
                      <a:pt x="293" y="726"/>
                      <a:pt x="295" y="725"/>
                    </a:cubicBezTo>
                    <a:cubicBezTo>
                      <a:pt x="298" y="723"/>
                      <a:pt x="302" y="722"/>
                      <a:pt x="305" y="722"/>
                    </a:cubicBezTo>
                    <a:cubicBezTo>
                      <a:pt x="305" y="722"/>
                      <a:pt x="305" y="722"/>
                      <a:pt x="305" y="722"/>
                    </a:cubicBezTo>
                    <a:cubicBezTo>
                      <a:pt x="306" y="722"/>
                      <a:pt x="307" y="722"/>
                      <a:pt x="307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4"/>
                    </a:cubicBezTo>
                    <a:cubicBezTo>
                      <a:pt x="308" y="725"/>
                      <a:pt x="307" y="727"/>
                      <a:pt x="304" y="729"/>
                    </a:cubicBezTo>
                    <a:moveTo>
                      <a:pt x="330" y="728"/>
                    </a:moveTo>
                    <a:cubicBezTo>
                      <a:pt x="327" y="730"/>
                      <a:pt x="323" y="732"/>
                      <a:pt x="320" y="731"/>
                    </a:cubicBezTo>
                    <a:cubicBezTo>
                      <a:pt x="319" y="731"/>
                      <a:pt x="319" y="731"/>
                      <a:pt x="318" y="731"/>
                    </a:cubicBezTo>
                    <a:cubicBezTo>
                      <a:pt x="318" y="731"/>
                      <a:pt x="318" y="731"/>
                      <a:pt x="318" y="730"/>
                    </a:cubicBezTo>
                    <a:cubicBezTo>
                      <a:pt x="318" y="729"/>
                      <a:pt x="319" y="726"/>
                      <a:pt x="321" y="724"/>
                    </a:cubicBezTo>
                    <a:cubicBezTo>
                      <a:pt x="324" y="722"/>
                      <a:pt x="329" y="721"/>
                      <a:pt x="331" y="721"/>
                    </a:cubicBezTo>
                    <a:cubicBezTo>
                      <a:pt x="332" y="721"/>
                      <a:pt x="333" y="721"/>
                      <a:pt x="333" y="721"/>
                    </a:cubicBezTo>
                    <a:cubicBezTo>
                      <a:pt x="333" y="721"/>
                      <a:pt x="333" y="721"/>
                      <a:pt x="334" y="722"/>
                    </a:cubicBezTo>
                    <a:cubicBezTo>
                      <a:pt x="334" y="724"/>
                      <a:pt x="333" y="726"/>
                      <a:pt x="330" y="728"/>
                    </a:cubicBezTo>
                    <a:moveTo>
                      <a:pt x="356" y="724"/>
                    </a:moveTo>
                    <a:cubicBezTo>
                      <a:pt x="356" y="724"/>
                      <a:pt x="356" y="724"/>
                      <a:pt x="356" y="724"/>
                    </a:cubicBezTo>
                    <a:cubicBezTo>
                      <a:pt x="353" y="727"/>
                      <a:pt x="348" y="729"/>
                      <a:pt x="346" y="729"/>
                    </a:cubicBezTo>
                    <a:cubicBezTo>
                      <a:pt x="345" y="729"/>
                      <a:pt x="345" y="729"/>
                      <a:pt x="345" y="729"/>
                    </a:cubicBezTo>
                    <a:cubicBezTo>
                      <a:pt x="344" y="728"/>
                      <a:pt x="344" y="728"/>
                      <a:pt x="344" y="727"/>
                    </a:cubicBezTo>
                    <a:cubicBezTo>
                      <a:pt x="344" y="726"/>
                      <a:pt x="345" y="723"/>
                      <a:pt x="347" y="722"/>
                    </a:cubicBezTo>
                    <a:cubicBezTo>
                      <a:pt x="350" y="719"/>
                      <a:pt x="355" y="717"/>
                      <a:pt x="357" y="717"/>
                    </a:cubicBezTo>
                    <a:cubicBezTo>
                      <a:pt x="358" y="717"/>
                      <a:pt x="358" y="717"/>
                      <a:pt x="358" y="717"/>
                    </a:cubicBezTo>
                    <a:cubicBezTo>
                      <a:pt x="358" y="717"/>
                      <a:pt x="359" y="717"/>
                      <a:pt x="359" y="719"/>
                    </a:cubicBezTo>
                    <a:cubicBezTo>
                      <a:pt x="359" y="720"/>
                      <a:pt x="358" y="722"/>
                      <a:pt x="356" y="724"/>
                    </a:cubicBezTo>
                    <a:moveTo>
                      <a:pt x="380" y="718"/>
                    </a:moveTo>
                    <a:cubicBezTo>
                      <a:pt x="377" y="721"/>
                      <a:pt x="372" y="724"/>
                      <a:pt x="369" y="724"/>
                    </a:cubicBezTo>
                    <a:cubicBezTo>
                      <a:pt x="369" y="724"/>
                      <a:pt x="369" y="724"/>
                      <a:pt x="369" y="724"/>
                    </a:cubicBezTo>
                    <a:cubicBezTo>
                      <a:pt x="369" y="724"/>
                      <a:pt x="369" y="724"/>
                      <a:pt x="369" y="723"/>
                    </a:cubicBezTo>
                    <a:cubicBezTo>
                      <a:pt x="368" y="723"/>
                      <a:pt x="368" y="722"/>
                      <a:pt x="368" y="722"/>
                    </a:cubicBezTo>
                    <a:cubicBezTo>
                      <a:pt x="368" y="720"/>
                      <a:pt x="369" y="718"/>
                      <a:pt x="370" y="716"/>
                    </a:cubicBezTo>
                    <a:cubicBezTo>
                      <a:pt x="373" y="713"/>
                      <a:pt x="379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2" y="711"/>
                      <a:pt x="382" y="711"/>
                      <a:pt x="382" y="711"/>
                    </a:cubicBezTo>
                    <a:cubicBezTo>
                      <a:pt x="382" y="712"/>
                      <a:pt x="382" y="712"/>
                      <a:pt x="382" y="713"/>
                    </a:cubicBezTo>
                    <a:cubicBezTo>
                      <a:pt x="382" y="714"/>
                      <a:pt x="382" y="716"/>
                      <a:pt x="380" y="718"/>
                    </a:cubicBezTo>
                    <a:moveTo>
                      <a:pt x="405" y="709"/>
                    </a:moveTo>
                    <a:cubicBezTo>
                      <a:pt x="403" y="711"/>
                      <a:pt x="401" y="713"/>
                      <a:pt x="399" y="714"/>
                    </a:cubicBezTo>
                    <a:cubicBezTo>
                      <a:pt x="397" y="715"/>
                      <a:pt x="395" y="716"/>
                      <a:pt x="395" y="716"/>
                    </a:cubicBezTo>
                    <a:cubicBezTo>
                      <a:pt x="394" y="716"/>
                      <a:pt x="394" y="716"/>
                      <a:pt x="394" y="716"/>
                    </a:cubicBezTo>
                    <a:cubicBezTo>
                      <a:pt x="394" y="716"/>
                      <a:pt x="394" y="716"/>
                      <a:pt x="394" y="715"/>
                    </a:cubicBezTo>
                    <a:cubicBezTo>
                      <a:pt x="393" y="715"/>
                      <a:pt x="393" y="714"/>
                      <a:pt x="393" y="713"/>
                    </a:cubicBezTo>
                    <a:cubicBezTo>
                      <a:pt x="393" y="712"/>
                      <a:pt x="394" y="710"/>
                      <a:pt x="395" y="709"/>
                    </a:cubicBezTo>
                    <a:cubicBezTo>
                      <a:pt x="396" y="707"/>
                      <a:pt x="398" y="705"/>
                      <a:pt x="400" y="704"/>
                    </a:cubicBezTo>
                    <a:cubicBezTo>
                      <a:pt x="402" y="702"/>
                      <a:pt x="404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6" y="702"/>
                      <a:pt x="406" y="702"/>
                    </a:cubicBezTo>
                    <a:cubicBezTo>
                      <a:pt x="406" y="703"/>
                      <a:pt x="406" y="703"/>
                      <a:pt x="406" y="704"/>
                    </a:cubicBezTo>
                    <a:cubicBezTo>
                      <a:pt x="406" y="706"/>
                      <a:pt x="406" y="707"/>
                      <a:pt x="405" y="709"/>
                    </a:cubicBezTo>
                    <a:moveTo>
                      <a:pt x="428" y="698"/>
                    </a:moveTo>
                    <a:cubicBezTo>
                      <a:pt x="428" y="698"/>
                      <a:pt x="428" y="698"/>
                      <a:pt x="428" y="698"/>
                    </a:cubicBezTo>
                    <a:cubicBezTo>
                      <a:pt x="427" y="700"/>
                      <a:pt x="425" y="702"/>
                      <a:pt x="423" y="703"/>
                    </a:cubicBezTo>
                    <a:cubicBezTo>
                      <a:pt x="421" y="705"/>
                      <a:pt x="419" y="706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8" y="705"/>
                      <a:pt x="418" y="705"/>
                      <a:pt x="418" y="705"/>
                    </a:cubicBezTo>
                    <a:cubicBezTo>
                      <a:pt x="418" y="704"/>
                      <a:pt x="417" y="704"/>
                      <a:pt x="417" y="703"/>
                    </a:cubicBezTo>
                    <a:cubicBezTo>
                      <a:pt x="417" y="701"/>
                      <a:pt x="418" y="700"/>
                      <a:pt x="419" y="698"/>
                    </a:cubicBezTo>
                    <a:cubicBezTo>
                      <a:pt x="420" y="696"/>
                      <a:pt x="422" y="694"/>
                      <a:pt x="424" y="693"/>
                    </a:cubicBezTo>
                    <a:cubicBezTo>
                      <a:pt x="426" y="691"/>
                      <a:pt x="427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9" y="691"/>
                      <a:pt x="429" y="691"/>
                    </a:cubicBezTo>
                    <a:cubicBezTo>
                      <a:pt x="429" y="692"/>
                      <a:pt x="429" y="692"/>
                      <a:pt x="429" y="693"/>
                    </a:cubicBezTo>
                    <a:cubicBezTo>
                      <a:pt x="429" y="695"/>
                      <a:pt x="429" y="696"/>
                      <a:pt x="428" y="698"/>
                    </a:cubicBezTo>
                    <a:moveTo>
                      <a:pt x="450" y="685"/>
                    </a:moveTo>
                    <a:cubicBezTo>
                      <a:pt x="449" y="687"/>
                      <a:pt x="447" y="690"/>
                      <a:pt x="445" y="691"/>
                    </a:cubicBezTo>
                    <a:cubicBezTo>
                      <a:pt x="445" y="691"/>
                      <a:pt x="445" y="692"/>
                      <a:pt x="444" y="692"/>
                    </a:cubicBezTo>
                    <a:cubicBezTo>
                      <a:pt x="443" y="693"/>
                      <a:pt x="441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3"/>
                    </a:cubicBezTo>
                    <a:cubicBezTo>
                      <a:pt x="439" y="692"/>
                      <a:pt x="439" y="691"/>
                      <a:pt x="439" y="690"/>
                    </a:cubicBezTo>
                    <a:cubicBezTo>
                      <a:pt x="439" y="689"/>
                      <a:pt x="439" y="688"/>
                      <a:pt x="440" y="686"/>
                    </a:cubicBezTo>
                    <a:cubicBezTo>
                      <a:pt x="441" y="684"/>
                      <a:pt x="443" y="682"/>
                      <a:pt x="444" y="680"/>
                    </a:cubicBezTo>
                    <a:cubicBezTo>
                      <a:pt x="446" y="679"/>
                      <a:pt x="448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50" y="679"/>
                    </a:cubicBezTo>
                    <a:cubicBezTo>
                      <a:pt x="450" y="679"/>
                      <a:pt x="450" y="680"/>
                      <a:pt x="450" y="681"/>
                    </a:cubicBezTo>
                    <a:cubicBezTo>
                      <a:pt x="450" y="683"/>
                      <a:pt x="450" y="684"/>
                      <a:pt x="450" y="685"/>
                    </a:cubicBezTo>
                    <a:moveTo>
                      <a:pt x="471" y="670"/>
                    </a:moveTo>
                    <a:cubicBezTo>
                      <a:pt x="470" y="672"/>
                      <a:pt x="468" y="674"/>
                      <a:pt x="467" y="676"/>
                    </a:cubicBezTo>
                    <a:cubicBezTo>
                      <a:pt x="465" y="678"/>
                      <a:pt x="463" y="679"/>
                      <a:pt x="463" y="679"/>
                    </a:cubicBezTo>
                    <a:cubicBezTo>
                      <a:pt x="462" y="679"/>
                      <a:pt x="462" y="679"/>
                      <a:pt x="462" y="679"/>
                    </a:cubicBezTo>
                    <a:cubicBezTo>
                      <a:pt x="462" y="679"/>
                      <a:pt x="462" y="679"/>
                      <a:pt x="461" y="678"/>
                    </a:cubicBezTo>
                    <a:cubicBezTo>
                      <a:pt x="461" y="678"/>
                      <a:pt x="461" y="676"/>
                      <a:pt x="461" y="675"/>
                    </a:cubicBezTo>
                    <a:cubicBezTo>
                      <a:pt x="461" y="674"/>
                      <a:pt x="461" y="673"/>
                      <a:pt x="461" y="672"/>
                    </a:cubicBezTo>
                    <a:cubicBezTo>
                      <a:pt x="462" y="670"/>
                      <a:pt x="463" y="667"/>
                      <a:pt x="465" y="666"/>
                    </a:cubicBezTo>
                    <a:cubicBezTo>
                      <a:pt x="467" y="664"/>
                      <a:pt x="469" y="663"/>
                      <a:pt x="469" y="663"/>
                    </a:cubicBezTo>
                    <a:cubicBezTo>
                      <a:pt x="469" y="663"/>
                      <a:pt x="469" y="663"/>
                      <a:pt x="469" y="663"/>
                    </a:cubicBezTo>
                    <a:cubicBezTo>
                      <a:pt x="470" y="663"/>
                      <a:pt x="470" y="663"/>
                      <a:pt x="470" y="663"/>
                    </a:cubicBezTo>
                    <a:cubicBezTo>
                      <a:pt x="471" y="664"/>
                      <a:pt x="471" y="665"/>
                      <a:pt x="471" y="667"/>
                    </a:cubicBezTo>
                    <a:cubicBezTo>
                      <a:pt x="471" y="668"/>
                      <a:pt x="471" y="669"/>
                      <a:pt x="471" y="670"/>
                    </a:cubicBezTo>
                    <a:moveTo>
                      <a:pt x="490" y="653"/>
                    </a:moveTo>
                    <a:cubicBezTo>
                      <a:pt x="490" y="653"/>
                      <a:pt x="490" y="653"/>
                      <a:pt x="490" y="653"/>
                    </a:cubicBezTo>
                    <a:cubicBezTo>
                      <a:pt x="490" y="655"/>
                      <a:pt x="489" y="658"/>
                      <a:pt x="487" y="659"/>
                    </a:cubicBezTo>
                    <a:cubicBezTo>
                      <a:pt x="486" y="661"/>
                      <a:pt x="484" y="663"/>
                      <a:pt x="483" y="663"/>
                    </a:cubicBezTo>
                    <a:cubicBezTo>
                      <a:pt x="483" y="663"/>
                      <a:pt x="483" y="663"/>
                      <a:pt x="483" y="663"/>
                    </a:cubicBezTo>
                    <a:cubicBezTo>
                      <a:pt x="483" y="663"/>
                      <a:pt x="482" y="662"/>
                      <a:pt x="482" y="662"/>
                    </a:cubicBezTo>
                    <a:cubicBezTo>
                      <a:pt x="481" y="661"/>
                      <a:pt x="481" y="660"/>
                      <a:pt x="481" y="658"/>
                    </a:cubicBezTo>
                    <a:cubicBezTo>
                      <a:pt x="481" y="657"/>
                      <a:pt x="481" y="656"/>
                      <a:pt x="481" y="656"/>
                    </a:cubicBezTo>
                    <a:cubicBezTo>
                      <a:pt x="482" y="653"/>
                      <a:pt x="483" y="651"/>
                      <a:pt x="485" y="649"/>
                    </a:cubicBezTo>
                    <a:cubicBezTo>
                      <a:pt x="486" y="647"/>
                      <a:pt x="488" y="646"/>
                      <a:pt x="488" y="646"/>
                    </a:cubicBezTo>
                    <a:cubicBezTo>
                      <a:pt x="488" y="646"/>
                      <a:pt x="488" y="646"/>
                      <a:pt x="489" y="646"/>
                    </a:cubicBezTo>
                    <a:cubicBezTo>
                      <a:pt x="489" y="646"/>
                      <a:pt x="489" y="646"/>
                      <a:pt x="489" y="646"/>
                    </a:cubicBezTo>
                    <a:cubicBezTo>
                      <a:pt x="489" y="646"/>
                      <a:pt x="489" y="646"/>
                      <a:pt x="490" y="647"/>
                    </a:cubicBezTo>
                    <a:cubicBezTo>
                      <a:pt x="490" y="647"/>
                      <a:pt x="491" y="649"/>
                      <a:pt x="491" y="650"/>
                    </a:cubicBezTo>
                    <a:cubicBezTo>
                      <a:pt x="491" y="651"/>
                      <a:pt x="491" y="652"/>
                      <a:pt x="490" y="653"/>
                    </a:cubicBezTo>
                    <a:moveTo>
                      <a:pt x="508" y="635"/>
                    </a:moveTo>
                    <a:cubicBezTo>
                      <a:pt x="507" y="638"/>
                      <a:pt x="506" y="640"/>
                      <a:pt x="505" y="642"/>
                    </a:cubicBezTo>
                    <a:cubicBezTo>
                      <a:pt x="503" y="644"/>
                      <a:pt x="502" y="645"/>
                      <a:pt x="501" y="646"/>
                    </a:cubicBezTo>
                    <a:cubicBezTo>
                      <a:pt x="501" y="646"/>
                      <a:pt x="501" y="646"/>
                      <a:pt x="501" y="646"/>
                    </a:cubicBezTo>
                    <a:cubicBezTo>
                      <a:pt x="501" y="646"/>
                      <a:pt x="500" y="645"/>
                      <a:pt x="499" y="644"/>
                    </a:cubicBezTo>
                    <a:cubicBezTo>
                      <a:pt x="499" y="643"/>
                      <a:pt x="498" y="642"/>
                      <a:pt x="498" y="640"/>
                    </a:cubicBezTo>
                    <a:cubicBezTo>
                      <a:pt x="498" y="640"/>
                      <a:pt x="499" y="639"/>
                      <a:pt x="499" y="639"/>
                    </a:cubicBezTo>
                    <a:cubicBezTo>
                      <a:pt x="499" y="636"/>
                      <a:pt x="500" y="634"/>
                      <a:pt x="502" y="632"/>
                    </a:cubicBezTo>
                    <a:cubicBezTo>
                      <a:pt x="503" y="630"/>
                      <a:pt x="504" y="629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6" y="628"/>
                      <a:pt x="506" y="629"/>
                      <a:pt x="507" y="629"/>
                    </a:cubicBezTo>
                    <a:cubicBezTo>
                      <a:pt x="507" y="630"/>
                      <a:pt x="508" y="632"/>
                      <a:pt x="508" y="634"/>
                    </a:cubicBezTo>
                    <a:cubicBezTo>
                      <a:pt x="508" y="634"/>
                      <a:pt x="508" y="635"/>
                      <a:pt x="508" y="635"/>
                    </a:cubicBezTo>
                    <a:moveTo>
                      <a:pt x="524" y="615"/>
                    </a:moveTo>
                    <a:cubicBezTo>
                      <a:pt x="524" y="617"/>
                      <a:pt x="523" y="620"/>
                      <a:pt x="522" y="622"/>
                    </a:cubicBezTo>
                    <a:cubicBezTo>
                      <a:pt x="521" y="624"/>
                      <a:pt x="519" y="626"/>
                      <a:pt x="519" y="626"/>
                    </a:cubicBezTo>
                    <a:cubicBezTo>
                      <a:pt x="519" y="626"/>
                      <a:pt x="519" y="626"/>
                      <a:pt x="519" y="626"/>
                    </a:cubicBezTo>
                    <a:cubicBezTo>
                      <a:pt x="518" y="626"/>
                      <a:pt x="517" y="626"/>
                      <a:pt x="517" y="625"/>
                    </a:cubicBezTo>
                    <a:cubicBezTo>
                      <a:pt x="516" y="624"/>
                      <a:pt x="516" y="622"/>
                      <a:pt x="516" y="620"/>
                    </a:cubicBezTo>
                    <a:cubicBezTo>
                      <a:pt x="516" y="620"/>
                      <a:pt x="516" y="620"/>
                      <a:pt x="516" y="620"/>
                    </a:cubicBezTo>
                    <a:cubicBezTo>
                      <a:pt x="516" y="617"/>
                      <a:pt x="517" y="614"/>
                      <a:pt x="518" y="612"/>
                    </a:cubicBezTo>
                    <a:cubicBezTo>
                      <a:pt x="519" y="610"/>
                      <a:pt x="521" y="609"/>
                      <a:pt x="521" y="608"/>
                    </a:cubicBezTo>
                    <a:cubicBezTo>
                      <a:pt x="521" y="608"/>
                      <a:pt x="522" y="608"/>
                      <a:pt x="522" y="608"/>
                    </a:cubicBezTo>
                    <a:cubicBezTo>
                      <a:pt x="522" y="608"/>
                      <a:pt x="522" y="608"/>
                      <a:pt x="522" y="608"/>
                    </a:cubicBezTo>
                    <a:cubicBezTo>
                      <a:pt x="522" y="608"/>
                      <a:pt x="523" y="609"/>
                      <a:pt x="523" y="610"/>
                    </a:cubicBezTo>
                    <a:cubicBezTo>
                      <a:pt x="524" y="611"/>
                      <a:pt x="524" y="612"/>
                      <a:pt x="524" y="614"/>
                    </a:cubicBezTo>
                    <a:cubicBezTo>
                      <a:pt x="524" y="615"/>
                      <a:pt x="524" y="615"/>
                      <a:pt x="524" y="615"/>
                    </a:cubicBezTo>
                    <a:moveTo>
                      <a:pt x="540" y="595"/>
                    </a:moveTo>
                    <a:cubicBezTo>
                      <a:pt x="540" y="597"/>
                      <a:pt x="539" y="599"/>
                      <a:pt x="538" y="601"/>
                    </a:cubicBezTo>
                    <a:cubicBezTo>
                      <a:pt x="537" y="603"/>
                      <a:pt x="535" y="605"/>
                      <a:pt x="535" y="605"/>
                    </a:cubicBezTo>
                    <a:cubicBezTo>
                      <a:pt x="535" y="605"/>
                      <a:pt x="535" y="605"/>
                      <a:pt x="535" y="605"/>
                    </a:cubicBezTo>
                    <a:cubicBezTo>
                      <a:pt x="534" y="605"/>
                      <a:pt x="533" y="605"/>
                      <a:pt x="533" y="604"/>
                    </a:cubicBezTo>
                    <a:cubicBezTo>
                      <a:pt x="532" y="603"/>
                      <a:pt x="531" y="601"/>
                      <a:pt x="531" y="599"/>
                    </a:cubicBezTo>
                    <a:cubicBezTo>
                      <a:pt x="531" y="596"/>
                      <a:pt x="532" y="594"/>
                      <a:pt x="533" y="592"/>
                    </a:cubicBezTo>
                    <a:cubicBezTo>
                      <a:pt x="534" y="589"/>
                      <a:pt x="536" y="588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7" y="587"/>
                      <a:pt x="538" y="588"/>
                      <a:pt x="538" y="589"/>
                    </a:cubicBezTo>
                    <a:cubicBezTo>
                      <a:pt x="539" y="590"/>
                      <a:pt x="540" y="592"/>
                      <a:pt x="540" y="594"/>
                    </a:cubicBezTo>
                    <a:lnTo>
                      <a:pt x="540" y="595"/>
                    </a:lnTo>
                    <a:close/>
                    <a:moveTo>
                      <a:pt x="541" y="573"/>
                    </a:move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39" y="576"/>
                      <a:pt x="537" y="578"/>
                      <a:pt x="535" y="581"/>
                    </a:cubicBezTo>
                    <a:cubicBezTo>
                      <a:pt x="535" y="581"/>
                      <a:pt x="535" y="581"/>
                      <a:pt x="535" y="581"/>
                    </a:cubicBezTo>
                    <a:cubicBezTo>
                      <a:pt x="534" y="582"/>
                      <a:pt x="534" y="582"/>
                      <a:pt x="534" y="582"/>
                    </a:cubicBezTo>
                    <a:cubicBezTo>
                      <a:pt x="532" y="585"/>
                      <a:pt x="530" y="589"/>
                      <a:pt x="528" y="595"/>
                    </a:cubicBezTo>
                    <a:cubicBezTo>
                      <a:pt x="528" y="595"/>
                      <a:pt x="528" y="595"/>
                      <a:pt x="528" y="595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2" y="599"/>
                      <a:pt x="518" y="605"/>
                      <a:pt x="513" y="614"/>
                    </a:cubicBezTo>
                    <a:cubicBezTo>
                      <a:pt x="513" y="614"/>
                      <a:pt x="513" y="614"/>
                      <a:pt x="513" y="614"/>
                    </a:cubicBezTo>
                    <a:cubicBezTo>
                      <a:pt x="512" y="615"/>
                      <a:pt x="512" y="615"/>
                      <a:pt x="512" y="615"/>
                    </a:cubicBezTo>
                    <a:cubicBezTo>
                      <a:pt x="512" y="616"/>
                      <a:pt x="512" y="616"/>
                      <a:pt x="512" y="616"/>
                    </a:cubicBezTo>
                    <a:cubicBezTo>
                      <a:pt x="507" y="619"/>
                      <a:pt x="502" y="624"/>
                      <a:pt x="497" y="633"/>
                    </a:cubicBezTo>
                    <a:cubicBezTo>
                      <a:pt x="497" y="633"/>
                      <a:pt x="497" y="633"/>
                      <a:pt x="497" y="633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3" y="635"/>
                      <a:pt x="491" y="637"/>
                      <a:pt x="489" y="639"/>
                    </a:cubicBezTo>
                    <a:cubicBezTo>
                      <a:pt x="489" y="639"/>
                      <a:pt x="489" y="639"/>
                      <a:pt x="489" y="639"/>
                    </a:cubicBezTo>
                    <a:cubicBezTo>
                      <a:pt x="488" y="640"/>
                      <a:pt x="488" y="640"/>
                      <a:pt x="488" y="640"/>
                    </a:cubicBezTo>
                    <a:cubicBezTo>
                      <a:pt x="485" y="642"/>
                      <a:pt x="482" y="646"/>
                      <a:pt x="479" y="651"/>
                    </a:cubicBez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78" y="652"/>
                      <a:pt x="478" y="652"/>
                      <a:pt x="478" y="652"/>
                    </a:cubicBezTo>
                    <a:cubicBezTo>
                      <a:pt x="477" y="652"/>
                      <a:pt x="477" y="652"/>
                      <a:pt x="477" y="652"/>
                    </a:cubicBezTo>
                    <a:cubicBezTo>
                      <a:pt x="472" y="654"/>
                      <a:pt x="467" y="658"/>
                      <a:pt x="460" y="666"/>
                    </a:cubicBezTo>
                    <a:cubicBezTo>
                      <a:pt x="460" y="666"/>
                      <a:pt x="460" y="666"/>
                      <a:pt x="460" y="666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3" y="669"/>
                      <a:pt x="447" y="673"/>
                      <a:pt x="440" y="680"/>
                    </a:cubicBezTo>
                    <a:cubicBezTo>
                      <a:pt x="440" y="680"/>
                      <a:pt x="440" y="680"/>
                      <a:pt x="440" y="680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6" y="682"/>
                      <a:pt x="433" y="683"/>
                      <a:pt x="429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26" y="687"/>
                      <a:pt x="422" y="689"/>
                      <a:pt x="418" y="693"/>
                    </a:cubicBezTo>
                    <a:cubicBezTo>
                      <a:pt x="418" y="693"/>
                      <a:pt x="418" y="693"/>
                      <a:pt x="418" y="693"/>
                    </a:cubicBezTo>
                    <a:cubicBezTo>
                      <a:pt x="417" y="694"/>
                      <a:pt x="417" y="694"/>
                      <a:pt x="417" y="694"/>
                    </a:cubicBezTo>
                    <a:cubicBezTo>
                      <a:pt x="416" y="694"/>
                      <a:pt x="416" y="694"/>
                      <a:pt x="416" y="694"/>
                    </a:cubicBezTo>
                    <a:cubicBezTo>
                      <a:pt x="411" y="694"/>
                      <a:pt x="404" y="697"/>
                      <a:pt x="396" y="703"/>
                    </a:cubicBezTo>
                    <a:cubicBezTo>
                      <a:pt x="396" y="703"/>
                      <a:pt x="396" y="703"/>
                      <a:pt x="396" y="703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88" y="704"/>
                      <a:pt x="382" y="706"/>
                      <a:pt x="373" y="711"/>
                    </a:cubicBezTo>
                    <a:cubicBezTo>
                      <a:pt x="373" y="711"/>
                      <a:pt x="373" y="711"/>
                      <a:pt x="373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0" y="711"/>
                      <a:pt x="370" y="711"/>
                      <a:pt x="369" y="711"/>
                    </a:cubicBezTo>
                    <a:cubicBezTo>
                      <a:pt x="367" y="711"/>
                      <a:pt x="365" y="711"/>
                      <a:pt x="363" y="712"/>
                    </a:cubicBezTo>
                    <a:cubicBezTo>
                      <a:pt x="363" y="712"/>
                      <a:pt x="363" y="712"/>
                      <a:pt x="363" y="712"/>
                    </a:cubicBezTo>
                    <a:cubicBezTo>
                      <a:pt x="361" y="712"/>
                      <a:pt x="361" y="712"/>
                      <a:pt x="361" y="712"/>
                    </a:cubicBezTo>
                    <a:cubicBezTo>
                      <a:pt x="357" y="713"/>
                      <a:pt x="353" y="714"/>
                      <a:pt x="348" y="716"/>
                    </a:cubicBezTo>
                    <a:cubicBezTo>
                      <a:pt x="348" y="716"/>
                      <a:pt x="348" y="716"/>
                      <a:pt x="348" y="716"/>
                    </a:cubicBezTo>
                    <a:cubicBezTo>
                      <a:pt x="347" y="717"/>
                      <a:pt x="347" y="717"/>
                      <a:pt x="347" y="717"/>
                    </a:cubicBezTo>
                    <a:cubicBezTo>
                      <a:pt x="346" y="717"/>
                      <a:pt x="346" y="717"/>
                      <a:pt x="346" y="717"/>
                    </a:cubicBezTo>
                    <a:cubicBezTo>
                      <a:pt x="345" y="716"/>
                      <a:pt x="343" y="716"/>
                      <a:pt x="341" y="716"/>
                    </a:cubicBezTo>
                    <a:cubicBezTo>
                      <a:pt x="336" y="716"/>
                      <a:pt x="331" y="717"/>
                      <a:pt x="324" y="719"/>
                    </a:cubicBezTo>
                    <a:cubicBezTo>
                      <a:pt x="324" y="719"/>
                      <a:pt x="324" y="719"/>
                      <a:pt x="324" y="719"/>
                    </a:cubicBezTo>
                    <a:cubicBezTo>
                      <a:pt x="322" y="720"/>
                      <a:pt x="322" y="720"/>
                      <a:pt x="322" y="720"/>
                    </a:cubicBezTo>
                    <a:cubicBezTo>
                      <a:pt x="322" y="719"/>
                      <a:pt x="322" y="719"/>
                      <a:pt x="322" y="719"/>
                    </a:cubicBezTo>
                    <a:cubicBezTo>
                      <a:pt x="320" y="719"/>
                      <a:pt x="317" y="718"/>
                      <a:pt x="314" y="718"/>
                    </a:cubicBezTo>
                    <a:cubicBezTo>
                      <a:pt x="310" y="718"/>
                      <a:pt x="305" y="719"/>
                      <a:pt x="300" y="720"/>
                    </a:cubicBezTo>
                    <a:cubicBezTo>
                      <a:pt x="300" y="720"/>
                      <a:pt x="300" y="720"/>
                      <a:pt x="300" y="720"/>
                    </a:cubicBezTo>
                    <a:cubicBezTo>
                      <a:pt x="299" y="720"/>
                      <a:pt x="299" y="720"/>
                      <a:pt x="299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6" y="719"/>
                      <a:pt x="293" y="718"/>
                      <a:pt x="290" y="718"/>
                    </a:cubicBezTo>
                    <a:cubicBezTo>
                      <a:pt x="290" y="718"/>
                      <a:pt x="290" y="718"/>
                      <a:pt x="290" y="718"/>
                    </a:cubicBezTo>
                    <a:cubicBezTo>
                      <a:pt x="288" y="718"/>
                      <a:pt x="288" y="718"/>
                      <a:pt x="288" y="718"/>
                    </a:cubicBezTo>
                    <a:cubicBezTo>
                      <a:pt x="287" y="717"/>
                      <a:pt x="285" y="717"/>
                      <a:pt x="284" y="717"/>
                    </a:cubicBezTo>
                    <a:cubicBezTo>
                      <a:pt x="281" y="717"/>
                      <a:pt x="278" y="717"/>
                      <a:pt x="274" y="718"/>
                    </a:cubicBezTo>
                    <a:cubicBezTo>
                      <a:pt x="274" y="718"/>
                      <a:pt x="274" y="718"/>
                      <a:pt x="274" y="718"/>
                    </a:cubicBezTo>
                    <a:cubicBezTo>
                      <a:pt x="273" y="718"/>
                      <a:pt x="273" y="718"/>
                      <a:pt x="273" y="718"/>
                    </a:cubicBezTo>
                    <a:cubicBezTo>
                      <a:pt x="273" y="717"/>
                      <a:pt x="273" y="717"/>
                      <a:pt x="273" y="717"/>
                    </a:cubicBezTo>
                    <a:cubicBezTo>
                      <a:pt x="268" y="715"/>
                      <a:pt x="262" y="713"/>
                      <a:pt x="252" y="713"/>
                    </a:cubicBezTo>
                    <a:cubicBezTo>
                      <a:pt x="251" y="713"/>
                      <a:pt x="251" y="713"/>
                      <a:pt x="251" y="713"/>
                    </a:cubicBezTo>
                    <a:cubicBezTo>
                      <a:pt x="250" y="713"/>
                      <a:pt x="250" y="713"/>
                      <a:pt x="250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4" y="709"/>
                      <a:pt x="238" y="708"/>
                      <a:pt x="227" y="706"/>
                    </a:cubicBezTo>
                    <a:cubicBezTo>
                      <a:pt x="227" y="706"/>
                      <a:pt x="227" y="706"/>
                      <a:pt x="227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4" y="704"/>
                      <a:pt x="221" y="703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7" y="701"/>
                      <a:pt x="217" y="701"/>
                      <a:pt x="217" y="701"/>
                    </a:cubicBezTo>
                    <a:cubicBezTo>
                      <a:pt x="214" y="699"/>
                      <a:pt x="209" y="698"/>
                      <a:pt x="204" y="697"/>
                    </a:cubicBezTo>
                    <a:cubicBezTo>
                      <a:pt x="204" y="697"/>
                      <a:pt x="204" y="697"/>
                      <a:pt x="204" y="697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198" y="692"/>
                      <a:pt x="192" y="688"/>
                      <a:pt x="182" y="686"/>
                    </a:cubicBezTo>
                    <a:cubicBezTo>
                      <a:pt x="182" y="686"/>
                      <a:pt x="182" y="686"/>
                      <a:pt x="182" y="686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77" y="680"/>
                      <a:pt x="172" y="676"/>
                      <a:pt x="162" y="672"/>
                    </a:cubicBezTo>
                    <a:cubicBezTo>
                      <a:pt x="162" y="672"/>
                      <a:pt x="162" y="672"/>
                      <a:pt x="162" y="672"/>
                    </a:cubicBezTo>
                    <a:cubicBezTo>
                      <a:pt x="161" y="672"/>
                      <a:pt x="161" y="672"/>
                      <a:pt x="161" y="672"/>
                    </a:cubicBezTo>
                    <a:cubicBezTo>
                      <a:pt x="160" y="671"/>
                      <a:pt x="160" y="671"/>
                      <a:pt x="160" y="671"/>
                    </a:cubicBezTo>
                    <a:cubicBezTo>
                      <a:pt x="159" y="669"/>
                      <a:pt x="157" y="667"/>
                      <a:pt x="154" y="664"/>
                    </a:cubicBezTo>
                    <a:cubicBezTo>
                      <a:pt x="154" y="664"/>
                      <a:pt x="154" y="664"/>
                      <a:pt x="154" y="664"/>
                    </a:cubicBezTo>
                    <a:cubicBezTo>
                      <a:pt x="151" y="662"/>
                      <a:pt x="147" y="659"/>
                      <a:pt x="142" y="657"/>
                    </a:cubicBezTo>
                    <a:cubicBezTo>
                      <a:pt x="141" y="657"/>
                      <a:pt x="141" y="657"/>
                      <a:pt x="141" y="657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37" y="651"/>
                      <a:pt x="133" y="645"/>
                      <a:pt x="124" y="640"/>
                    </a:cubicBezTo>
                    <a:cubicBezTo>
                      <a:pt x="123" y="640"/>
                      <a:pt x="123" y="640"/>
                      <a:pt x="123" y="640"/>
                    </a:cubicBezTo>
                    <a:cubicBezTo>
                      <a:pt x="123" y="639"/>
                      <a:pt x="123" y="639"/>
                      <a:pt x="123" y="639"/>
                    </a:cubicBezTo>
                    <a:cubicBezTo>
                      <a:pt x="122" y="639"/>
                      <a:pt x="122" y="639"/>
                      <a:pt x="122" y="639"/>
                    </a:cubicBezTo>
                    <a:cubicBezTo>
                      <a:pt x="120" y="634"/>
                      <a:pt x="116" y="628"/>
                      <a:pt x="107" y="622"/>
                    </a:cubicBezTo>
                    <a:cubicBezTo>
                      <a:pt x="107" y="622"/>
                      <a:pt x="107" y="622"/>
                      <a:pt x="107" y="622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5" y="618"/>
                      <a:pt x="104" y="616"/>
                      <a:pt x="101" y="613"/>
                    </a:cubicBezTo>
                    <a:cubicBezTo>
                      <a:pt x="100" y="611"/>
                      <a:pt x="100" y="611"/>
                      <a:pt x="100" y="611"/>
                    </a:cubicBezTo>
                    <a:cubicBezTo>
                      <a:pt x="98" y="608"/>
                      <a:pt x="95" y="605"/>
                      <a:pt x="91" y="602"/>
                    </a:cubicBezTo>
                    <a:cubicBezTo>
                      <a:pt x="91" y="602"/>
                      <a:pt x="91" y="602"/>
                      <a:pt x="91" y="602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89" y="595"/>
                      <a:pt x="85" y="589"/>
                      <a:pt x="77" y="582"/>
                    </a:cubicBezTo>
                    <a:cubicBezTo>
                      <a:pt x="77" y="582"/>
                      <a:pt x="77" y="582"/>
                      <a:pt x="77" y="582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5" y="574"/>
                      <a:pt x="72" y="568"/>
                      <a:pt x="65" y="560"/>
                    </a:cubicBezTo>
                    <a:cubicBezTo>
                      <a:pt x="65" y="560"/>
                      <a:pt x="65" y="560"/>
                      <a:pt x="65" y="560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6"/>
                      <a:pt x="63" y="554"/>
                      <a:pt x="62" y="551"/>
                    </a:cubicBezTo>
                    <a:cubicBezTo>
                      <a:pt x="62" y="551"/>
                      <a:pt x="62" y="551"/>
                      <a:pt x="62" y="551"/>
                    </a:cubicBezTo>
                    <a:cubicBezTo>
                      <a:pt x="61" y="549"/>
                      <a:pt x="61" y="549"/>
                      <a:pt x="61" y="549"/>
                    </a:cubicBezTo>
                    <a:cubicBezTo>
                      <a:pt x="60" y="546"/>
                      <a:pt x="57" y="542"/>
                      <a:pt x="54" y="537"/>
                    </a:cubicBezTo>
                    <a:cubicBezTo>
                      <a:pt x="53" y="537"/>
                      <a:pt x="53" y="537"/>
                      <a:pt x="53" y="537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0"/>
                      <a:pt x="50" y="523"/>
                      <a:pt x="44" y="515"/>
                    </a:cubicBezTo>
                    <a:cubicBezTo>
                      <a:pt x="44" y="514"/>
                      <a:pt x="44" y="514"/>
                      <a:pt x="44" y="514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07"/>
                      <a:pt x="42" y="500"/>
                      <a:pt x="36" y="491"/>
                    </a:cubicBezTo>
                    <a:cubicBezTo>
                      <a:pt x="36" y="491"/>
                      <a:pt x="36" y="491"/>
                      <a:pt x="36" y="491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89"/>
                      <a:pt x="36" y="488"/>
                      <a:pt x="36" y="487"/>
                    </a:cubicBezTo>
                    <a:cubicBezTo>
                      <a:pt x="36" y="486"/>
                      <a:pt x="36" y="483"/>
                      <a:pt x="35" y="481"/>
                    </a:cubicBezTo>
                    <a:cubicBezTo>
                      <a:pt x="35" y="481"/>
                      <a:pt x="35" y="481"/>
                      <a:pt x="35" y="481"/>
                    </a:cubicBezTo>
                    <a:cubicBezTo>
                      <a:pt x="35" y="480"/>
                      <a:pt x="35" y="480"/>
                      <a:pt x="35" y="480"/>
                    </a:cubicBezTo>
                    <a:cubicBezTo>
                      <a:pt x="34" y="476"/>
                      <a:pt x="32" y="471"/>
                      <a:pt x="30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4"/>
                      <a:pt x="29" y="462"/>
                      <a:pt x="29" y="461"/>
                    </a:cubicBezTo>
                    <a:cubicBezTo>
                      <a:pt x="29" y="456"/>
                      <a:pt x="28" y="450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4" y="440"/>
                      <a:pt x="24" y="440"/>
                      <a:pt x="24" y="440"/>
                    </a:cubicBezTo>
                    <a:cubicBezTo>
                      <a:pt x="25" y="439"/>
                      <a:pt x="25" y="437"/>
                      <a:pt x="25" y="435"/>
                    </a:cubicBezTo>
                    <a:cubicBezTo>
                      <a:pt x="25" y="430"/>
                      <a:pt x="24" y="425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4"/>
                      <a:pt x="22" y="412"/>
                      <a:pt x="22" y="409"/>
                    </a:cubicBezTo>
                    <a:cubicBezTo>
                      <a:pt x="22" y="409"/>
                      <a:pt x="22" y="408"/>
                      <a:pt x="22" y="407"/>
                    </a:cubicBezTo>
                    <a:cubicBezTo>
                      <a:pt x="22" y="407"/>
                      <a:pt x="22" y="407"/>
                      <a:pt x="22" y="407"/>
                    </a:cubicBezTo>
                    <a:cubicBezTo>
                      <a:pt x="21" y="406"/>
                      <a:pt x="21" y="406"/>
                      <a:pt x="21" y="406"/>
                    </a:cubicBezTo>
                    <a:cubicBezTo>
                      <a:pt x="21" y="402"/>
                      <a:pt x="21" y="397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1"/>
                      <a:pt x="19" y="391"/>
                      <a:pt x="19" y="391"/>
                    </a:cubicBezTo>
                    <a:cubicBezTo>
                      <a:pt x="19" y="390"/>
                      <a:pt x="19" y="390"/>
                      <a:pt x="19" y="390"/>
                    </a:cubicBezTo>
                    <a:cubicBezTo>
                      <a:pt x="20" y="388"/>
                      <a:pt x="20" y="384"/>
                      <a:pt x="20" y="381"/>
                    </a:cubicBezTo>
                    <a:cubicBezTo>
                      <a:pt x="20" y="377"/>
                      <a:pt x="20" y="373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9" y="362"/>
                      <a:pt x="20" y="359"/>
                      <a:pt x="20" y="354"/>
                    </a:cubicBezTo>
                    <a:cubicBezTo>
                      <a:pt x="20" y="351"/>
                      <a:pt x="20" y="347"/>
                      <a:pt x="19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20" y="338"/>
                      <a:pt x="21" y="335"/>
                      <a:pt x="21" y="331"/>
                    </a:cubicBezTo>
                    <a:cubicBezTo>
                      <a:pt x="21" y="331"/>
                      <a:pt x="21" y="331"/>
                      <a:pt x="21" y="331"/>
                    </a:cubicBezTo>
                    <a:cubicBezTo>
                      <a:pt x="22" y="329"/>
                      <a:pt x="22" y="327"/>
                      <a:pt x="22" y="325"/>
                    </a:cubicBezTo>
                    <a:cubicBezTo>
                      <a:pt x="22" y="323"/>
                      <a:pt x="22" y="320"/>
                      <a:pt x="21" y="317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2" y="315"/>
                      <a:pt x="22" y="315"/>
                      <a:pt x="22" y="315"/>
                    </a:cubicBezTo>
                    <a:cubicBezTo>
                      <a:pt x="24" y="311"/>
                      <a:pt x="25" y="305"/>
                      <a:pt x="25" y="297"/>
                    </a:cubicBezTo>
                    <a:cubicBezTo>
                      <a:pt x="25" y="296"/>
                      <a:pt x="25" y="294"/>
                      <a:pt x="25" y="292"/>
                    </a:cubicBezTo>
                    <a:cubicBezTo>
                      <a:pt x="25" y="292"/>
                      <a:pt x="25" y="292"/>
                      <a:pt x="25" y="292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8" y="286"/>
                      <a:pt x="30" y="279"/>
                      <a:pt x="30" y="269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7"/>
                      <a:pt x="30" y="267"/>
                      <a:pt x="30" y="267"/>
                    </a:cubicBezTo>
                    <a:cubicBezTo>
                      <a:pt x="31" y="267"/>
                      <a:pt x="31" y="267"/>
                      <a:pt x="31" y="267"/>
                    </a:cubicBezTo>
                    <a:cubicBezTo>
                      <a:pt x="32" y="265"/>
                      <a:pt x="33" y="262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4"/>
                      <a:pt x="37" y="249"/>
                      <a:pt x="37" y="243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7" y="242"/>
                      <a:pt x="37" y="242"/>
                      <a:pt x="37" y="242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41" y="237"/>
                      <a:pt x="44" y="231"/>
                      <a:pt x="45" y="220"/>
                    </a:cubicBezTo>
                    <a:cubicBezTo>
                      <a:pt x="45" y="220"/>
                      <a:pt x="45" y="220"/>
                      <a:pt x="45" y="220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50" y="214"/>
                      <a:pt x="53" y="208"/>
                      <a:pt x="55" y="198"/>
                    </a:cubicBezTo>
                    <a:cubicBezTo>
                      <a:pt x="55" y="197"/>
                      <a:pt x="55" y="197"/>
                      <a:pt x="55" y="197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7" y="194"/>
                      <a:pt x="59" y="192"/>
                      <a:pt x="61" y="189"/>
                    </a:cubicBezTo>
                    <a:cubicBezTo>
                      <a:pt x="61" y="189"/>
                      <a:pt x="61" y="189"/>
                      <a:pt x="61" y="189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4"/>
                      <a:pt x="65" y="180"/>
                      <a:pt x="66" y="175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72" y="169"/>
                      <a:pt x="75" y="163"/>
                      <a:pt x="79" y="153"/>
                    </a:cubicBezTo>
                    <a:cubicBezTo>
                      <a:pt x="79" y="153"/>
                      <a:pt x="79" y="153"/>
                      <a:pt x="79" y="153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4" y="148"/>
                      <a:pt x="89" y="143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2"/>
                      <a:pt x="93" y="132"/>
                      <a:pt x="93" y="132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6" y="130"/>
                      <a:pt x="98" y="129"/>
                      <a:pt x="100" y="126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4" y="122"/>
                      <a:pt x="106" y="118"/>
                      <a:pt x="109" y="113"/>
                    </a:cubicBez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5" y="109"/>
                      <a:pt x="120" y="104"/>
                      <a:pt x="125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32" y="92"/>
                      <a:pt x="137" y="87"/>
                      <a:pt x="144" y="79"/>
                    </a:cubicBezTo>
                    <a:cubicBezTo>
                      <a:pt x="144" y="79"/>
                      <a:pt x="144" y="79"/>
                      <a:pt x="144" y="79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7"/>
                      <a:pt x="150" y="76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7" y="71"/>
                      <a:pt x="160" y="68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71" y="61"/>
                      <a:pt x="177" y="58"/>
                      <a:pt x="184" y="50"/>
                    </a:cubicBezTo>
                    <a:cubicBezTo>
                      <a:pt x="185" y="50"/>
                      <a:pt x="185" y="50"/>
                      <a:pt x="185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92" y="49"/>
                      <a:pt x="198" y="46"/>
                      <a:pt x="206" y="39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39"/>
                      <a:pt x="207" y="39"/>
                      <a:pt x="207" y="39"/>
                    </a:cubicBezTo>
                    <a:cubicBezTo>
                      <a:pt x="208" y="39"/>
                      <a:pt x="208" y="39"/>
                      <a:pt x="208" y="39"/>
                    </a:cubicBezTo>
                    <a:cubicBezTo>
                      <a:pt x="210" y="38"/>
                      <a:pt x="213" y="38"/>
                      <a:pt x="216" y="37"/>
                    </a:cubicBezTo>
                    <a:cubicBezTo>
                      <a:pt x="216" y="37"/>
                      <a:pt x="216" y="37"/>
                      <a:pt x="216" y="37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21" y="35"/>
                      <a:pt x="225" y="33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2" y="29"/>
                      <a:pt x="232" y="29"/>
                      <a:pt x="232" y="29"/>
                    </a:cubicBezTo>
                    <a:cubicBezTo>
                      <a:pt x="238" y="29"/>
                      <a:pt x="244" y="28"/>
                      <a:pt x="253" y="23"/>
                    </a:cubicBezTo>
                    <a:cubicBezTo>
                      <a:pt x="253" y="23"/>
                      <a:pt x="253" y="23"/>
                      <a:pt x="253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6" y="23"/>
                      <a:pt x="257" y="23"/>
                      <a:pt x="259" y="23"/>
                    </a:cubicBezTo>
                    <a:cubicBezTo>
                      <a:pt x="264" y="23"/>
                      <a:pt x="269" y="22"/>
                      <a:pt x="277" y="19"/>
                    </a:cubicBezTo>
                    <a:cubicBezTo>
                      <a:pt x="277" y="19"/>
                      <a:pt x="277" y="19"/>
                      <a:pt x="277" y="19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81" y="19"/>
                      <a:pt x="283" y="20"/>
                      <a:pt x="286" y="20"/>
                    </a:cubicBezTo>
                    <a:cubicBezTo>
                      <a:pt x="286" y="20"/>
                      <a:pt x="287" y="20"/>
                      <a:pt x="287" y="20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92" y="19"/>
                      <a:pt x="297" y="19"/>
                      <a:pt x="302" y="17"/>
                    </a:cubicBezTo>
                    <a:cubicBezTo>
                      <a:pt x="302" y="17"/>
                      <a:pt x="302" y="17"/>
                      <a:pt x="302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7" y="18"/>
                      <a:pt x="311" y="19"/>
                      <a:pt x="315" y="19"/>
                    </a:cubicBezTo>
                    <a:cubicBezTo>
                      <a:pt x="319" y="19"/>
                      <a:pt x="322" y="19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32" y="20"/>
                      <a:pt x="337" y="21"/>
                      <a:pt x="345" y="21"/>
                    </a:cubicBezTo>
                    <a:cubicBezTo>
                      <a:pt x="346" y="21"/>
                      <a:pt x="348" y="21"/>
                      <a:pt x="351" y="21"/>
                    </a:cubicBezTo>
                    <a:cubicBezTo>
                      <a:pt x="351" y="21"/>
                      <a:pt x="351" y="21"/>
                      <a:pt x="351" y="21"/>
                    </a:cubicBezTo>
                    <a:cubicBezTo>
                      <a:pt x="352" y="21"/>
                      <a:pt x="352" y="21"/>
                      <a:pt x="352" y="21"/>
                    </a:cubicBezTo>
                    <a:cubicBezTo>
                      <a:pt x="352" y="22"/>
                      <a:pt x="352" y="22"/>
                      <a:pt x="352" y="22"/>
                    </a:cubicBezTo>
                    <a:cubicBezTo>
                      <a:pt x="354" y="23"/>
                      <a:pt x="357" y="24"/>
                      <a:pt x="360" y="25"/>
                    </a:cubicBezTo>
                    <a:cubicBezTo>
                      <a:pt x="360" y="25"/>
                      <a:pt x="360" y="25"/>
                      <a:pt x="360" y="25"/>
                    </a:cubicBezTo>
                    <a:cubicBezTo>
                      <a:pt x="361" y="25"/>
                      <a:pt x="361" y="25"/>
                      <a:pt x="361" y="25"/>
                    </a:cubicBezTo>
                    <a:cubicBezTo>
                      <a:pt x="365" y="26"/>
                      <a:pt x="370" y="27"/>
                      <a:pt x="375" y="27"/>
                    </a:cubicBezTo>
                    <a:cubicBezTo>
                      <a:pt x="375" y="27"/>
                      <a:pt x="375" y="27"/>
                      <a:pt x="375" y="27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81" y="31"/>
                      <a:pt x="388" y="34"/>
                      <a:pt x="398" y="35"/>
                    </a:cubicBezTo>
                    <a:cubicBezTo>
                      <a:pt x="398" y="35"/>
                      <a:pt x="398" y="35"/>
                      <a:pt x="398" y="35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4" y="40"/>
                      <a:pt x="410" y="43"/>
                      <a:pt x="420" y="45"/>
                    </a:cubicBezTo>
                    <a:cubicBezTo>
                      <a:pt x="420" y="45"/>
                      <a:pt x="420" y="45"/>
                      <a:pt x="420" y="45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3" y="48"/>
                      <a:pt x="425" y="50"/>
                      <a:pt x="428" y="52"/>
                    </a:cubicBezTo>
                    <a:cubicBezTo>
                      <a:pt x="428" y="52"/>
                      <a:pt x="428" y="52"/>
                      <a:pt x="428" y="52"/>
                    </a:cubicBezTo>
                    <a:cubicBezTo>
                      <a:pt x="429" y="52"/>
                      <a:pt x="429" y="52"/>
                      <a:pt x="429" y="52"/>
                    </a:cubicBezTo>
                    <a:cubicBezTo>
                      <a:pt x="433" y="55"/>
                      <a:pt x="437" y="57"/>
                      <a:pt x="442" y="58"/>
                    </a:cubicBezTo>
                    <a:cubicBezTo>
                      <a:pt x="442" y="58"/>
                      <a:pt x="442" y="58"/>
                      <a:pt x="442" y="58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9"/>
                    </a:cubicBezTo>
                    <a:cubicBezTo>
                      <a:pt x="447" y="64"/>
                      <a:pt x="452" y="68"/>
                      <a:pt x="462" y="72"/>
                    </a:cubicBezTo>
                    <a:cubicBezTo>
                      <a:pt x="462" y="73"/>
                      <a:pt x="462" y="73"/>
                      <a:pt x="462" y="73"/>
                    </a:cubicBezTo>
                    <a:cubicBezTo>
                      <a:pt x="463" y="73"/>
                      <a:pt x="463" y="73"/>
                      <a:pt x="463" y="73"/>
                    </a:cubicBezTo>
                    <a:cubicBezTo>
                      <a:pt x="463" y="74"/>
                      <a:pt x="463" y="74"/>
                      <a:pt x="463" y="74"/>
                    </a:cubicBezTo>
                    <a:cubicBezTo>
                      <a:pt x="466" y="78"/>
                      <a:pt x="471" y="83"/>
                      <a:pt x="481" y="88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3" y="92"/>
                      <a:pt x="485" y="94"/>
                      <a:pt x="487" y="96"/>
                    </a:cubicBezTo>
                    <a:cubicBezTo>
                      <a:pt x="488" y="98"/>
                      <a:pt x="488" y="98"/>
                      <a:pt x="488" y="98"/>
                    </a:cubicBezTo>
                    <a:cubicBezTo>
                      <a:pt x="491" y="101"/>
                      <a:pt x="494" y="103"/>
                      <a:pt x="499" y="106"/>
                    </a:cubicBezTo>
                    <a:cubicBezTo>
                      <a:pt x="499" y="106"/>
                      <a:pt x="499" y="106"/>
                      <a:pt x="499" y="106"/>
                    </a:cubicBezTo>
                    <a:cubicBezTo>
                      <a:pt x="500" y="107"/>
                      <a:pt x="500" y="107"/>
                      <a:pt x="500" y="107"/>
                    </a:cubicBezTo>
                    <a:cubicBezTo>
                      <a:pt x="500" y="108"/>
                      <a:pt x="500" y="108"/>
                      <a:pt x="500" y="108"/>
                    </a:cubicBezTo>
                    <a:cubicBezTo>
                      <a:pt x="502" y="113"/>
                      <a:pt x="506" y="118"/>
                      <a:pt x="515" y="125"/>
                    </a:cubicBezTo>
                    <a:cubicBezTo>
                      <a:pt x="515" y="125"/>
                      <a:pt x="515" y="125"/>
                      <a:pt x="515" y="125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8" y="132"/>
                      <a:pt x="521" y="138"/>
                      <a:pt x="529" y="145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1" y="149"/>
                      <a:pt x="532" y="152"/>
                      <a:pt x="534" y="155"/>
                    </a:cubicBezTo>
                    <a:cubicBezTo>
                      <a:pt x="534" y="155"/>
                      <a:pt x="534" y="155"/>
                      <a:pt x="534" y="155"/>
                    </a:cubicBezTo>
                    <a:cubicBezTo>
                      <a:pt x="536" y="159"/>
                      <a:pt x="539" y="163"/>
                      <a:pt x="543" y="167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5" y="174"/>
                      <a:pt x="548" y="180"/>
                      <a:pt x="555" y="188"/>
                    </a:cubicBezTo>
                    <a:cubicBezTo>
                      <a:pt x="555" y="188"/>
                      <a:pt x="555" y="188"/>
                      <a:pt x="555" y="188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6"/>
                      <a:pt x="558" y="202"/>
                      <a:pt x="565" y="211"/>
                    </a:cubicBezTo>
                    <a:cubicBezTo>
                      <a:pt x="565" y="211"/>
                      <a:pt x="565" y="211"/>
                      <a:pt x="565" y="211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5"/>
                      <a:pt x="566" y="218"/>
                      <a:pt x="567" y="222"/>
                    </a:cubicBezTo>
                    <a:cubicBezTo>
                      <a:pt x="567" y="222"/>
                      <a:pt x="567" y="222"/>
                      <a:pt x="567" y="222"/>
                    </a:cubicBezTo>
                    <a:cubicBezTo>
                      <a:pt x="568" y="226"/>
                      <a:pt x="571" y="230"/>
                      <a:pt x="574" y="235"/>
                    </a:cubicBezTo>
                    <a:cubicBezTo>
                      <a:pt x="574" y="235"/>
                      <a:pt x="574" y="235"/>
                      <a:pt x="574" y="235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7"/>
                      <a:pt x="574" y="237"/>
                      <a:pt x="574" y="237"/>
                    </a:cubicBezTo>
                    <a:cubicBezTo>
                      <a:pt x="574" y="243"/>
                      <a:pt x="576" y="250"/>
                      <a:pt x="581" y="258"/>
                    </a:cubicBezTo>
                    <a:cubicBezTo>
                      <a:pt x="581" y="259"/>
                      <a:pt x="581" y="259"/>
                      <a:pt x="581" y="259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1"/>
                      <a:pt x="581" y="262"/>
                      <a:pt x="581" y="262"/>
                    </a:cubicBezTo>
                    <a:cubicBezTo>
                      <a:pt x="581" y="268"/>
                      <a:pt x="583" y="274"/>
                      <a:pt x="587" y="282"/>
                    </a:cubicBezTo>
                    <a:cubicBezTo>
                      <a:pt x="587" y="283"/>
                      <a:pt x="587" y="283"/>
                      <a:pt x="587" y="283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5"/>
                      <a:pt x="587" y="287"/>
                      <a:pt x="587" y="288"/>
                    </a:cubicBezTo>
                    <a:cubicBezTo>
                      <a:pt x="587" y="290"/>
                      <a:pt x="587" y="292"/>
                      <a:pt x="587" y="294"/>
                    </a:cubicBezTo>
                    <a:cubicBezTo>
                      <a:pt x="588" y="298"/>
                      <a:pt x="589" y="303"/>
                      <a:pt x="591" y="308"/>
                    </a:cubicBezTo>
                    <a:cubicBezTo>
                      <a:pt x="591" y="308"/>
                      <a:pt x="591" y="308"/>
                      <a:pt x="591" y="308"/>
                    </a:cubicBezTo>
                    <a:cubicBezTo>
                      <a:pt x="591" y="309"/>
                      <a:pt x="591" y="309"/>
                      <a:pt x="591" y="309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1" y="311"/>
                      <a:pt x="591" y="314"/>
                      <a:pt x="591" y="316"/>
                    </a:cubicBezTo>
                    <a:cubicBezTo>
                      <a:pt x="591" y="320"/>
                      <a:pt x="592" y="326"/>
                      <a:pt x="594" y="332"/>
                    </a:cubicBezTo>
                    <a:cubicBezTo>
                      <a:pt x="594" y="332"/>
                      <a:pt x="594" y="332"/>
                      <a:pt x="594" y="332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3" y="336"/>
                      <a:pt x="593" y="339"/>
                      <a:pt x="593" y="342"/>
                    </a:cubicBezTo>
                    <a:cubicBezTo>
                      <a:pt x="593" y="346"/>
                      <a:pt x="594" y="351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4" y="361"/>
                      <a:pt x="594" y="364"/>
                      <a:pt x="594" y="367"/>
                    </a:cubicBezTo>
                    <a:cubicBezTo>
                      <a:pt x="594" y="367"/>
                      <a:pt x="594" y="367"/>
                      <a:pt x="594" y="367"/>
                    </a:cubicBezTo>
                    <a:cubicBezTo>
                      <a:pt x="594" y="369"/>
                      <a:pt x="594" y="369"/>
                      <a:pt x="594" y="369"/>
                    </a:cubicBezTo>
                    <a:cubicBezTo>
                      <a:pt x="594" y="369"/>
                      <a:pt x="594" y="370"/>
                      <a:pt x="594" y="371"/>
                    </a:cubicBezTo>
                    <a:cubicBezTo>
                      <a:pt x="594" y="374"/>
                      <a:pt x="594" y="378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4"/>
                      <a:pt x="595" y="384"/>
                      <a:pt x="595" y="384"/>
                    </a:cubicBezTo>
                    <a:cubicBezTo>
                      <a:pt x="595" y="385"/>
                      <a:pt x="595" y="385"/>
                      <a:pt x="595" y="385"/>
                    </a:cubicBezTo>
                    <a:cubicBezTo>
                      <a:pt x="594" y="388"/>
                      <a:pt x="593" y="392"/>
                      <a:pt x="593" y="398"/>
                    </a:cubicBezTo>
                    <a:cubicBezTo>
                      <a:pt x="593" y="400"/>
                      <a:pt x="593" y="404"/>
                      <a:pt x="594" y="407"/>
                    </a:cubicBezTo>
                    <a:cubicBezTo>
                      <a:pt x="594" y="408"/>
                      <a:pt x="594" y="408"/>
                      <a:pt x="594" y="408"/>
                    </a:cubicBezTo>
                    <a:cubicBezTo>
                      <a:pt x="594" y="409"/>
                      <a:pt x="594" y="409"/>
                      <a:pt x="594" y="409"/>
                    </a:cubicBezTo>
                    <a:cubicBezTo>
                      <a:pt x="593" y="409"/>
                      <a:pt x="593" y="409"/>
                      <a:pt x="593" y="409"/>
                    </a:cubicBezTo>
                    <a:cubicBezTo>
                      <a:pt x="591" y="413"/>
                      <a:pt x="590" y="418"/>
                      <a:pt x="590" y="425"/>
                    </a:cubicBezTo>
                    <a:cubicBezTo>
                      <a:pt x="590" y="427"/>
                      <a:pt x="590" y="430"/>
                      <a:pt x="591" y="432"/>
                    </a:cubicBezTo>
                    <a:cubicBezTo>
                      <a:pt x="591" y="432"/>
                      <a:pt x="591" y="432"/>
                      <a:pt x="591" y="432"/>
                    </a:cubicBezTo>
                    <a:cubicBezTo>
                      <a:pt x="591" y="433"/>
                      <a:pt x="591" y="433"/>
                      <a:pt x="591" y="433"/>
                    </a:cubicBezTo>
                    <a:cubicBezTo>
                      <a:pt x="590" y="434"/>
                      <a:pt x="590" y="434"/>
                      <a:pt x="590" y="434"/>
                    </a:cubicBezTo>
                    <a:cubicBezTo>
                      <a:pt x="589" y="436"/>
                      <a:pt x="588" y="439"/>
                      <a:pt x="587" y="442"/>
                    </a:cubicBezTo>
                    <a:cubicBezTo>
                      <a:pt x="587" y="442"/>
                      <a:pt x="587" y="442"/>
                      <a:pt x="587" y="442"/>
                    </a:cubicBezTo>
                    <a:cubicBezTo>
                      <a:pt x="587" y="443"/>
                      <a:pt x="587" y="443"/>
                      <a:pt x="587" y="443"/>
                    </a:cubicBezTo>
                    <a:cubicBezTo>
                      <a:pt x="586" y="446"/>
                      <a:pt x="586" y="450"/>
                      <a:pt x="586" y="454"/>
                    </a:cubicBezTo>
                    <a:cubicBezTo>
                      <a:pt x="586" y="455"/>
                      <a:pt x="586" y="456"/>
                      <a:pt x="586" y="457"/>
                    </a:cubicBezTo>
                    <a:cubicBezTo>
                      <a:pt x="586" y="458"/>
                      <a:pt x="586" y="458"/>
                      <a:pt x="586" y="458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2" y="464"/>
                      <a:pt x="581" y="471"/>
                      <a:pt x="580" y="481"/>
                    </a:cubicBezTo>
                    <a:cubicBezTo>
                      <a:pt x="580" y="482"/>
                      <a:pt x="580" y="482"/>
                      <a:pt x="580" y="482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76" y="488"/>
                      <a:pt x="574" y="494"/>
                      <a:pt x="573" y="505"/>
                    </a:cubicBezTo>
                    <a:cubicBezTo>
                      <a:pt x="573" y="505"/>
                      <a:pt x="573" y="505"/>
                      <a:pt x="573" y="505"/>
                    </a:cubicBezTo>
                    <a:cubicBezTo>
                      <a:pt x="573" y="506"/>
                      <a:pt x="573" y="506"/>
                      <a:pt x="573" y="506"/>
                    </a:cubicBezTo>
                    <a:cubicBezTo>
                      <a:pt x="572" y="507"/>
                      <a:pt x="572" y="507"/>
                      <a:pt x="572" y="507"/>
                    </a:cubicBezTo>
                    <a:cubicBezTo>
                      <a:pt x="571" y="509"/>
                      <a:pt x="569" y="511"/>
                      <a:pt x="568" y="514"/>
                    </a:cubicBezTo>
                    <a:cubicBezTo>
                      <a:pt x="567" y="515"/>
                      <a:pt x="567" y="515"/>
                      <a:pt x="567" y="515"/>
                    </a:cubicBezTo>
                    <a:cubicBezTo>
                      <a:pt x="566" y="519"/>
                      <a:pt x="565" y="523"/>
                      <a:pt x="564" y="529"/>
                    </a:cubicBezTo>
                    <a:cubicBezTo>
                      <a:pt x="564" y="529"/>
                      <a:pt x="564" y="529"/>
                      <a:pt x="564" y="529"/>
                    </a:cubicBezTo>
                    <a:cubicBezTo>
                      <a:pt x="563" y="530"/>
                      <a:pt x="563" y="530"/>
                      <a:pt x="563" y="530"/>
                    </a:cubicBezTo>
                    <a:cubicBezTo>
                      <a:pt x="563" y="531"/>
                      <a:pt x="563" y="531"/>
                      <a:pt x="563" y="531"/>
                    </a:cubicBezTo>
                    <a:cubicBezTo>
                      <a:pt x="559" y="535"/>
                      <a:pt x="556" y="541"/>
                      <a:pt x="553" y="551"/>
                    </a:cubicBezTo>
                    <a:cubicBezTo>
                      <a:pt x="553" y="552"/>
                      <a:pt x="553" y="552"/>
                      <a:pt x="553" y="552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48" y="557"/>
                      <a:pt x="545" y="563"/>
                      <a:pt x="542" y="573"/>
                    </a:cubicBezTo>
                    <a:lnTo>
                      <a:pt x="541" y="5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3" name="Freeform 32">
                <a:extLst>
                  <a:ext uri="{FF2B5EF4-FFF2-40B4-BE49-F238E27FC236}">
                    <a16:creationId xmlns:a16="http://schemas.microsoft.com/office/drawing/2014/main" id="{7EAA6B20-8142-4F6C-81D1-DDAAA0C3595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56" y="7911"/>
                <a:ext cx="62" cy="36"/>
              </a:xfrm>
              <a:custGeom>
                <a:avLst/>
                <a:gdLst>
                  <a:gd name="T0" fmla="*/ 83 w 83"/>
                  <a:gd name="T1" fmla="*/ 10 h 48"/>
                  <a:gd name="T2" fmla="*/ 67 w 83"/>
                  <a:gd name="T3" fmla="*/ 11 h 48"/>
                  <a:gd name="T4" fmla="*/ 61 w 83"/>
                  <a:gd name="T5" fmla="*/ 19 h 48"/>
                  <a:gd name="T6" fmla="*/ 54 w 83"/>
                  <a:gd name="T7" fmla="*/ 21 h 48"/>
                  <a:gd name="T8" fmla="*/ 48 w 83"/>
                  <a:gd name="T9" fmla="*/ 7 h 48"/>
                  <a:gd name="T10" fmla="*/ 42 w 83"/>
                  <a:gd name="T11" fmla="*/ 0 h 48"/>
                  <a:gd name="T12" fmla="*/ 41 w 83"/>
                  <a:gd name="T13" fmla="*/ 0 h 48"/>
                  <a:gd name="T14" fmla="*/ 36 w 83"/>
                  <a:gd name="T15" fmla="*/ 7 h 48"/>
                  <a:gd name="T16" fmla="*/ 34 w 83"/>
                  <a:gd name="T17" fmla="*/ 19 h 48"/>
                  <a:gd name="T18" fmla="*/ 23 w 83"/>
                  <a:gd name="T19" fmla="*/ 20 h 48"/>
                  <a:gd name="T20" fmla="*/ 25 w 83"/>
                  <a:gd name="T21" fmla="*/ 13 h 48"/>
                  <a:gd name="T22" fmla="*/ 7 w 83"/>
                  <a:gd name="T23" fmla="*/ 6 h 48"/>
                  <a:gd name="T24" fmla="*/ 10 w 83"/>
                  <a:gd name="T25" fmla="*/ 19 h 48"/>
                  <a:gd name="T26" fmla="*/ 38 w 83"/>
                  <a:gd name="T27" fmla="*/ 48 h 48"/>
                  <a:gd name="T28" fmla="*/ 41 w 83"/>
                  <a:gd name="T29" fmla="*/ 48 h 48"/>
                  <a:gd name="T30" fmla="*/ 64 w 83"/>
                  <a:gd name="T31" fmla="*/ 42 h 48"/>
                  <a:gd name="T32" fmla="*/ 46 w 83"/>
                  <a:gd name="T33" fmla="*/ 10 h 48"/>
                  <a:gd name="T34" fmla="*/ 47 w 83"/>
                  <a:gd name="T35" fmla="*/ 17 h 48"/>
                  <a:gd name="T36" fmla="*/ 46 w 83"/>
                  <a:gd name="T37" fmla="*/ 10 h 48"/>
                  <a:gd name="T38" fmla="*/ 37 w 83"/>
                  <a:gd name="T39" fmla="*/ 9 h 48"/>
                  <a:gd name="T40" fmla="*/ 35 w 83"/>
                  <a:gd name="T41" fmla="*/ 17 h 48"/>
                  <a:gd name="T42" fmla="*/ 14 w 83"/>
                  <a:gd name="T43" fmla="*/ 16 h 48"/>
                  <a:gd name="T44" fmla="*/ 10 w 83"/>
                  <a:gd name="T45" fmla="*/ 10 h 48"/>
                  <a:gd name="T46" fmla="*/ 21 w 83"/>
                  <a:gd name="T47" fmla="*/ 14 h 48"/>
                  <a:gd name="T48" fmla="*/ 19 w 83"/>
                  <a:gd name="T49" fmla="*/ 19 h 48"/>
                  <a:gd name="T50" fmla="*/ 20 w 83"/>
                  <a:gd name="T51" fmla="*/ 33 h 48"/>
                  <a:gd name="T52" fmla="*/ 26 w 83"/>
                  <a:gd name="T53" fmla="*/ 30 h 48"/>
                  <a:gd name="T54" fmla="*/ 17 w 83"/>
                  <a:gd name="T55" fmla="*/ 27 h 48"/>
                  <a:gd name="T56" fmla="*/ 34 w 83"/>
                  <a:gd name="T57" fmla="*/ 27 h 48"/>
                  <a:gd name="T58" fmla="*/ 39 w 83"/>
                  <a:gd name="T59" fmla="*/ 31 h 48"/>
                  <a:gd name="T60" fmla="*/ 19 w 83"/>
                  <a:gd name="T61" fmla="*/ 34 h 48"/>
                  <a:gd name="T62" fmla="*/ 23 w 83"/>
                  <a:gd name="T63" fmla="*/ 43 h 48"/>
                  <a:gd name="T64" fmla="*/ 25 w 83"/>
                  <a:gd name="T65" fmla="*/ 39 h 48"/>
                  <a:gd name="T66" fmla="*/ 26 w 83"/>
                  <a:gd name="T67" fmla="*/ 42 h 48"/>
                  <a:gd name="T68" fmla="*/ 28 w 83"/>
                  <a:gd name="T69" fmla="*/ 38 h 48"/>
                  <a:gd name="T70" fmla="*/ 35 w 83"/>
                  <a:gd name="T71" fmla="*/ 45 h 48"/>
                  <a:gd name="T72" fmla="*/ 35 w 83"/>
                  <a:gd name="T73" fmla="*/ 38 h 48"/>
                  <a:gd name="T74" fmla="*/ 37 w 83"/>
                  <a:gd name="T75" fmla="*/ 45 h 48"/>
                  <a:gd name="T76" fmla="*/ 39 w 83"/>
                  <a:gd name="T77" fmla="*/ 45 h 48"/>
                  <a:gd name="T78" fmla="*/ 38 w 83"/>
                  <a:gd name="T79" fmla="*/ 6 h 48"/>
                  <a:gd name="T80" fmla="*/ 44 w 83"/>
                  <a:gd name="T81" fmla="*/ 8 h 48"/>
                  <a:gd name="T82" fmla="*/ 41 w 83"/>
                  <a:gd name="T83" fmla="*/ 9 h 48"/>
                  <a:gd name="T84" fmla="*/ 42 w 83"/>
                  <a:gd name="T85" fmla="*/ 38 h 48"/>
                  <a:gd name="T86" fmla="*/ 49 w 83"/>
                  <a:gd name="T87" fmla="*/ 45 h 48"/>
                  <a:gd name="T88" fmla="*/ 49 w 83"/>
                  <a:gd name="T89" fmla="*/ 38 h 48"/>
                  <a:gd name="T90" fmla="*/ 52 w 83"/>
                  <a:gd name="T91" fmla="*/ 45 h 48"/>
                  <a:gd name="T92" fmla="*/ 54 w 83"/>
                  <a:gd name="T93" fmla="*/ 44 h 48"/>
                  <a:gd name="T94" fmla="*/ 57 w 83"/>
                  <a:gd name="T95" fmla="*/ 43 h 48"/>
                  <a:gd name="T96" fmla="*/ 57 w 83"/>
                  <a:gd name="T97" fmla="*/ 40 h 48"/>
                  <a:gd name="T98" fmla="*/ 59 w 83"/>
                  <a:gd name="T99" fmla="*/ 43 h 48"/>
                  <a:gd name="T100" fmla="*/ 56 w 83"/>
                  <a:gd name="T101" fmla="*/ 30 h 48"/>
                  <a:gd name="T102" fmla="*/ 62 w 83"/>
                  <a:gd name="T103" fmla="*/ 34 h 48"/>
                  <a:gd name="T104" fmla="*/ 44 w 83"/>
                  <a:gd name="T105" fmla="*/ 35 h 48"/>
                  <a:gd name="T106" fmla="*/ 50 w 83"/>
                  <a:gd name="T107" fmla="*/ 29 h 48"/>
                  <a:gd name="T108" fmla="*/ 44 w 83"/>
                  <a:gd name="T109" fmla="*/ 24 h 48"/>
                  <a:gd name="T110" fmla="*/ 64 w 83"/>
                  <a:gd name="T111" fmla="*/ 19 h 48"/>
                  <a:gd name="T112" fmla="*/ 62 w 83"/>
                  <a:gd name="T113" fmla="*/ 14 h 48"/>
                  <a:gd name="T114" fmla="*/ 73 w 83"/>
                  <a:gd name="T115" fmla="*/ 11 h 48"/>
                  <a:gd name="T116" fmla="*/ 69 w 83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8">
                    <a:moveTo>
                      <a:pt x="73" y="20"/>
                    </a:moveTo>
                    <a:cubicBezTo>
                      <a:pt x="77" y="16"/>
                      <a:pt x="81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3" y="8"/>
                      <a:pt x="78" y="7"/>
                      <a:pt x="76" y="7"/>
                    </a:cubicBezTo>
                    <a:cubicBezTo>
                      <a:pt x="74" y="7"/>
                      <a:pt x="72" y="7"/>
                      <a:pt x="71" y="8"/>
                    </a:cubicBezTo>
                    <a:cubicBezTo>
                      <a:pt x="70" y="9"/>
                      <a:pt x="67" y="11"/>
                      <a:pt x="67" y="11"/>
                    </a:cubicBezTo>
                    <a:cubicBezTo>
                      <a:pt x="64" y="11"/>
                      <a:pt x="59" y="9"/>
                      <a:pt x="58" y="14"/>
                    </a:cubicBezTo>
                    <a:cubicBezTo>
                      <a:pt x="58" y="15"/>
                      <a:pt x="59" y="17"/>
                      <a:pt x="60" y="18"/>
                    </a:cubicBezTo>
                    <a:cubicBezTo>
                      <a:pt x="60" y="18"/>
                      <a:pt x="61" y="19"/>
                      <a:pt x="61" y="19"/>
                    </a:cubicBezTo>
                    <a:cubicBezTo>
                      <a:pt x="61" y="19"/>
                      <a:pt x="61" y="20"/>
                      <a:pt x="60" y="20"/>
                    </a:cubicBezTo>
                    <a:cubicBezTo>
                      <a:pt x="58" y="22"/>
                      <a:pt x="56" y="22"/>
                      <a:pt x="56" y="22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0" y="21"/>
                      <a:pt x="51" y="22"/>
                      <a:pt x="49" y="19"/>
                    </a:cubicBezTo>
                    <a:cubicBezTo>
                      <a:pt x="52" y="19"/>
                      <a:pt x="54" y="16"/>
                      <a:pt x="54" y="13"/>
                    </a:cubicBezTo>
                    <a:cubicBezTo>
                      <a:pt x="54" y="10"/>
                      <a:pt x="51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6"/>
                      <a:pt x="48" y="6"/>
                    </a:cubicBezTo>
                    <a:cubicBezTo>
                      <a:pt x="48" y="3"/>
                      <a:pt x="45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6" y="2"/>
                      <a:pt x="36" y="6"/>
                    </a:cubicBezTo>
                    <a:cubicBezTo>
                      <a:pt x="36" y="6"/>
                      <a:pt x="36" y="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2" y="6"/>
                      <a:pt x="29" y="9"/>
                      <a:pt x="29" y="13"/>
                    </a:cubicBezTo>
                    <a:cubicBezTo>
                      <a:pt x="29" y="16"/>
                      <a:pt x="31" y="18"/>
                      <a:pt x="34" y="19"/>
                    </a:cubicBezTo>
                    <a:cubicBezTo>
                      <a:pt x="32" y="21"/>
                      <a:pt x="32" y="20"/>
                      <a:pt x="28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5" y="21"/>
                      <a:pt x="23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2" y="17"/>
                      <a:pt x="23" y="17"/>
                    </a:cubicBezTo>
                    <a:cubicBezTo>
                      <a:pt x="24" y="16"/>
                      <a:pt x="25" y="14"/>
                      <a:pt x="25" y="13"/>
                    </a:cubicBezTo>
                    <a:cubicBezTo>
                      <a:pt x="25" y="9"/>
                      <a:pt x="19" y="10"/>
                      <a:pt x="17" y="10"/>
                    </a:cubicBezTo>
                    <a:cubicBezTo>
                      <a:pt x="17" y="10"/>
                      <a:pt x="13" y="7"/>
                      <a:pt x="12" y="7"/>
                    </a:cubicBezTo>
                    <a:cubicBezTo>
                      <a:pt x="11" y="6"/>
                      <a:pt x="9" y="6"/>
                      <a:pt x="7" y="6"/>
                    </a:cubicBezTo>
                    <a:cubicBezTo>
                      <a:pt x="5" y="5"/>
                      <a:pt x="1" y="6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6" y="15"/>
                      <a:pt x="10" y="19"/>
                    </a:cubicBezTo>
                    <a:cubicBezTo>
                      <a:pt x="12" y="22"/>
                      <a:pt x="15" y="29"/>
                      <a:pt x="16" y="32"/>
                    </a:cubicBezTo>
                    <a:cubicBezTo>
                      <a:pt x="16" y="32"/>
                      <a:pt x="18" y="41"/>
                      <a:pt x="18" y="41"/>
                    </a:cubicBezTo>
                    <a:cubicBezTo>
                      <a:pt x="19" y="46"/>
                      <a:pt x="30" y="47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51" y="48"/>
                      <a:pt x="63" y="47"/>
                      <a:pt x="64" y="42"/>
                    </a:cubicBezTo>
                    <a:cubicBezTo>
                      <a:pt x="64" y="42"/>
                      <a:pt x="66" y="33"/>
                      <a:pt x="66" y="33"/>
                    </a:cubicBezTo>
                    <a:cubicBezTo>
                      <a:pt x="67" y="30"/>
                      <a:pt x="70" y="24"/>
                      <a:pt x="73" y="20"/>
                    </a:cubicBezTo>
                    <a:moveTo>
                      <a:pt x="46" y="10"/>
                    </a:moveTo>
                    <a:cubicBezTo>
                      <a:pt x="47" y="9"/>
                      <a:pt x="47" y="9"/>
                      <a:pt x="48" y="9"/>
                    </a:cubicBezTo>
                    <a:cubicBezTo>
                      <a:pt x="50" y="9"/>
                      <a:pt x="51" y="11"/>
                      <a:pt x="51" y="13"/>
                    </a:cubicBezTo>
                    <a:cubicBezTo>
                      <a:pt x="51" y="15"/>
                      <a:pt x="50" y="17"/>
                      <a:pt x="47" y="17"/>
                    </a:cubicBezTo>
                    <a:cubicBezTo>
                      <a:pt x="45" y="17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cubicBezTo>
                      <a:pt x="45" y="11"/>
                      <a:pt x="46" y="10"/>
                      <a:pt x="46" y="10"/>
                    </a:cubicBezTo>
                    <a:moveTo>
                      <a:pt x="32" y="13"/>
                    </a:moveTo>
                    <a:cubicBezTo>
                      <a:pt x="32" y="11"/>
                      <a:pt x="33" y="9"/>
                      <a:pt x="35" y="9"/>
                    </a:cubicBezTo>
                    <a:cubicBezTo>
                      <a:pt x="36" y="9"/>
                      <a:pt x="36" y="9"/>
                      <a:pt x="37" y="9"/>
                    </a:cubicBezTo>
                    <a:cubicBezTo>
                      <a:pt x="37" y="10"/>
                      <a:pt x="38" y="11"/>
                      <a:pt x="39" y="11"/>
                    </a:cubicBezTo>
                    <a:cubicBezTo>
                      <a:pt x="39" y="12"/>
                      <a:pt x="39" y="12"/>
                      <a:pt x="39" y="13"/>
                    </a:cubicBezTo>
                    <a:cubicBezTo>
                      <a:pt x="39" y="15"/>
                      <a:pt x="37" y="17"/>
                      <a:pt x="35" y="17"/>
                    </a:cubicBezTo>
                    <a:cubicBezTo>
                      <a:pt x="33" y="17"/>
                      <a:pt x="32" y="15"/>
                      <a:pt x="32" y="13"/>
                    </a:cubicBezTo>
                    <a:moveTo>
                      <a:pt x="16" y="21"/>
                    </a:moveTo>
                    <a:cubicBezTo>
                      <a:pt x="15" y="20"/>
                      <a:pt x="16" y="16"/>
                      <a:pt x="14" y="16"/>
                    </a:cubicBezTo>
                    <a:cubicBezTo>
                      <a:pt x="11" y="17"/>
                      <a:pt x="7" y="11"/>
                      <a:pt x="4" y="9"/>
                    </a:cubicBezTo>
                    <a:cubicBezTo>
                      <a:pt x="5" y="9"/>
                      <a:pt x="6" y="8"/>
                      <a:pt x="7" y="8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1" y="11"/>
                      <a:pt x="12" y="12"/>
                      <a:pt x="14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9" y="19"/>
                    </a:cubicBezTo>
                    <a:cubicBezTo>
                      <a:pt x="20" y="23"/>
                      <a:pt x="17" y="23"/>
                      <a:pt x="16" y="21"/>
                    </a:cubicBezTo>
                    <a:moveTo>
                      <a:pt x="19" y="34"/>
                    </a:moveTo>
                    <a:cubicBezTo>
                      <a:pt x="19" y="34"/>
                      <a:pt x="20" y="34"/>
                      <a:pt x="20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2" y="33"/>
                      <a:pt x="25" y="32"/>
                    </a:cubicBezTo>
                    <a:cubicBezTo>
                      <a:pt x="26" y="32"/>
                      <a:pt x="26" y="31"/>
                      <a:pt x="26" y="30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20" y="29"/>
                      <a:pt x="18" y="30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21" y="25"/>
                      <a:pt x="30" y="24"/>
                      <a:pt x="39" y="24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2" y="28"/>
                      <a:pt x="32" y="29"/>
                    </a:cubicBezTo>
                    <a:cubicBezTo>
                      <a:pt x="32" y="30"/>
                      <a:pt x="33" y="31"/>
                      <a:pt x="34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4" y="36"/>
                      <a:pt x="20" y="38"/>
                    </a:cubicBezTo>
                    <a:cubicBezTo>
                      <a:pt x="20" y="37"/>
                      <a:pt x="20" y="35"/>
                      <a:pt x="19" y="34"/>
                    </a:cubicBezTo>
                    <a:moveTo>
                      <a:pt x="26" y="42"/>
                    </a:moveTo>
                    <a:cubicBezTo>
                      <a:pt x="26" y="42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3" y="43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2" y="41"/>
                      <a:pt x="22" y="40"/>
                      <a:pt x="23" y="40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5" y="39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2"/>
                      <a:pt x="26" y="42"/>
                    </a:cubicBezTo>
                    <a:moveTo>
                      <a:pt x="30" y="44"/>
                    </a:moveTo>
                    <a:cubicBezTo>
                      <a:pt x="29" y="44"/>
                      <a:pt x="28" y="44"/>
                      <a:pt x="27" y="44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9" y="38"/>
                      <a:pt x="30" y="38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3" y="45"/>
                      <a:pt x="33" y="45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4" y="38"/>
                      <a:pt x="35" y="38"/>
                    </a:cubicBezTo>
                    <a:lnTo>
                      <a:pt x="35" y="45"/>
                    </a:lnTo>
                    <a:close/>
                    <a:moveTo>
                      <a:pt x="39" y="45"/>
                    </a:moveTo>
                    <a:cubicBezTo>
                      <a:pt x="39" y="45"/>
                      <a:pt x="37" y="45"/>
                      <a:pt x="37" y="45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8"/>
                      <a:pt x="39" y="38"/>
                    </a:cubicBezTo>
                    <a:lnTo>
                      <a:pt x="39" y="45"/>
                    </a:lnTo>
                    <a:close/>
                    <a:moveTo>
                      <a:pt x="41" y="9"/>
                    </a:moveTo>
                    <a:cubicBezTo>
                      <a:pt x="40" y="9"/>
                      <a:pt x="39" y="8"/>
                      <a:pt x="39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4"/>
                      <a:pt x="40" y="2"/>
                      <a:pt x="42" y="2"/>
                    </a:cubicBezTo>
                    <a:cubicBezTo>
                      <a:pt x="44" y="2"/>
                      <a:pt x="45" y="4"/>
                      <a:pt x="45" y="6"/>
                    </a:cubicBezTo>
                    <a:cubicBezTo>
                      <a:pt x="45" y="7"/>
                      <a:pt x="45" y="7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5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38"/>
                      <a:pt x="42" y="38"/>
                    </a:cubicBezTo>
                    <a:cubicBezTo>
                      <a:pt x="43" y="38"/>
                      <a:pt x="45" y="38"/>
                      <a:pt x="45" y="38"/>
                    </a:cubicBezTo>
                    <a:lnTo>
                      <a:pt x="45" y="45"/>
                    </a:lnTo>
                    <a:close/>
                    <a:moveTo>
                      <a:pt x="49" y="45"/>
                    </a:moveTo>
                    <a:cubicBezTo>
                      <a:pt x="48" y="45"/>
                      <a:pt x="48" y="45"/>
                      <a:pt x="47" y="45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49" y="38"/>
                    </a:cubicBezTo>
                    <a:lnTo>
                      <a:pt x="49" y="45"/>
                    </a:lnTo>
                    <a:close/>
                    <a:moveTo>
                      <a:pt x="54" y="44"/>
                    </a:moveTo>
                    <a:cubicBezTo>
                      <a:pt x="54" y="44"/>
                      <a:pt x="53" y="45"/>
                      <a:pt x="52" y="45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3" y="39"/>
                      <a:pt x="54" y="39"/>
                      <a:pt x="54" y="39"/>
                    </a:cubicBezTo>
                    <a:lnTo>
                      <a:pt x="54" y="44"/>
                    </a:lnTo>
                    <a:close/>
                    <a:moveTo>
                      <a:pt x="59" y="43"/>
                    </a:moveTo>
                    <a:cubicBezTo>
                      <a:pt x="59" y="44"/>
                      <a:pt x="58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7" y="42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8" y="40"/>
                      <a:pt x="59" y="40"/>
                      <a:pt x="59" y="40"/>
                    </a:cubicBezTo>
                    <a:cubicBezTo>
                      <a:pt x="60" y="41"/>
                      <a:pt x="60" y="41"/>
                      <a:pt x="61" y="42"/>
                    </a:cubicBezTo>
                    <a:cubicBezTo>
                      <a:pt x="60" y="42"/>
                      <a:pt x="60" y="43"/>
                      <a:pt x="59" y="43"/>
                    </a:cubicBezTo>
                    <a:moveTo>
                      <a:pt x="64" y="31"/>
                    </a:moveTo>
                    <a:cubicBezTo>
                      <a:pt x="63" y="30"/>
                      <a:pt x="60" y="29"/>
                      <a:pt x="59" y="29"/>
                    </a:cubicBezTo>
                    <a:cubicBezTo>
                      <a:pt x="58" y="28"/>
                      <a:pt x="56" y="29"/>
                      <a:pt x="56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61" y="33"/>
                      <a:pt x="62" y="34"/>
                      <a:pt x="63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3" y="34"/>
                      <a:pt x="63" y="35"/>
                      <a:pt x="63" y="35"/>
                    </a:cubicBezTo>
                    <a:cubicBezTo>
                      <a:pt x="63" y="36"/>
                      <a:pt x="62" y="38"/>
                      <a:pt x="62" y="39"/>
                    </a:cubicBezTo>
                    <a:cubicBezTo>
                      <a:pt x="58" y="36"/>
                      <a:pt x="50" y="35"/>
                      <a:pt x="44" y="35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50" y="31"/>
                      <a:pt x="50" y="29"/>
                    </a:cubicBezTo>
                    <a:cubicBezTo>
                      <a:pt x="50" y="28"/>
                      <a:pt x="49" y="27"/>
                      <a:pt x="48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53" y="24"/>
                      <a:pt x="62" y="26"/>
                      <a:pt x="65" y="28"/>
                    </a:cubicBezTo>
                    <a:cubicBezTo>
                      <a:pt x="65" y="29"/>
                      <a:pt x="65" y="30"/>
                      <a:pt x="64" y="31"/>
                    </a:cubicBezTo>
                    <a:moveTo>
                      <a:pt x="64" y="19"/>
                    </a:moveTo>
                    <a:cubicBezTo>
                      <a:pt x="64" y="18"/>
                      <a:pt x="63" y="16"/>
                      <a:pt x="62" y="16"/>
                    </a:cubicBezTo>
                    <a:cubicBezTo>
                      <a:pt x="62" y="16"/>
                      <a:pt x="61" y="16"/>
                      <a:pt x="62" y="15"/>
                    </a:cubicBezTo>
                    <a:cubicBezTo>
                      <a:pt x="62" y="15"/>
                      <a:pt x="62" y="15"/>
                      <a:pt x="62" y="14"/>
                    </a:cubicBezTo>
                    <a:cubicBezTo>
                      <a:pt x="63" y="14"/>
                      <a:pt x="65" y="14"/>
                      <a:pt x="67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3"/>
                      <a:pt x="72" y="12"/>
                      <a:pt x="73" y="11"/>
                    </a:cubicBezTo>
                    <a:cubicBezTo>
                      <a:pt x="74" y="10"/>
                      <a:pt x="75" y="10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76" y="12"/>
                      <a:pt x="72" y="18"/>
                      <a:pt x="69" y="17"/>
                    </a:cubicBezTo>
                    <a:cubicBezTo>
                      <a:pt x="67" y="17"/>
                      <a:pt x="68" y="21"/>
                      <a:pt x="67" y="22"/>
                    </a:cubicBezTo>
                    <a:cubicBezTo>
                      <a:pt x="66" y="24"/>
                      <a:pt x="62" y="23"/>
                      <a:pt x="64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4" name="Freeform 33">
                <a:extLst>
                  <a:ext uri="{FF2B5EF4-FFF2-40B4-BE49-F238E27FC236}">
                    <a16:creationId xmlns:a16="http://schemas.microsoft.com/office/drawing/2014/main" id="{DD873CCF-FE71-4778-85B7-8419527E267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5" y="7852"/>
                <a:ext cx="62" cy="36"/>
              </a:xfrm>
              <a:custGeom>
                <a:avLst/>
                <a:gdLst>
                  <a:gd name="T0" fmla="*/ 74 w 83"/>
                  <a:gd name="T1" fmla="*/ 15 h 49"/>
                  <a:gd name="T2" fmla="*/ 75 w 83"/>
                  <a:gd name="T3" fmla="*/ 2 h 49"/>
                  <a:gd name="T4" fmla="*/ 58 w 83"/>
                  <a:gd name="T5" fmla="*/ 11 h 49"/>
                  <a:gd name="T6" fmla="*/ 61 w 83"/>
                  <a:gd name="T7" fmla="*/ 17 h 49"/>
                  <a:gd name="T8" fmla="*/ 50 w 83"/>
                  <a:gd name="T9" fmla="*/ 18 h 49"/>
                  <a:gd name="T10" fmla="*/ 47 w 83"/>
                  <a:gd name="T11" fmla="*/ 6 h 49"/>
                  <a:gd name="T12" fmla="*/ 40 w 83"/>
                  <a:gd name="T13" fmla="*/ 0 h 49"/>
                  <a:gd name="T14" fmla="*/ 39 w 83"/>
                  <a:gd name="T15" fmla="*/ 0 h 49"/>
                  <a:gd name="T16" fmla="*/ 35 w 83"/>
                  <a:gd name="T17" fmla="*/ 8 h 49"/>
                  <a:gd name="T18" fmla="*/ 30 w 83"/>
                  <a:gd name="T19" fmla="*/ 23 h 49"/>
                  <a:gd name="T20" fmla="*/ 23 w 83"/>
                  <a:gd name="T21" fmla="*/ 22 h 49"/>
                  <a:gd name="T22" fmla="*/ 17 w 83"/>
                  <a:gd name="T23" fmla="*/ 14 h 49"/>
                  <a:gd name="T24" fmla="*/ 0 w 83"/>
                  <a:gd name="T25" fmla="*/ 15 h 49"/>
                  <a:gd name="T26" fmla="*/ 19 w 83"/>
                  <a:gd name="T27" fmla="*/ 36 h 49"/>
                  <a:gd name="T28" fmla="*/ 44 w 83"/>
                  <a:gd name="T29" fmla="*/ 48 h 49"/>
                  <a:gd name="T30" fmla="*/ 49 w 83"/>
                  <a:gd name="T31" fmla="*/ 48 h 49"/>
                  <a:gd name="T32" fmla="*/ 52 w 83"/>
                  <a:gd name="T33" fmla="*/ 44 h 49"/>
                  <a:gd name="T34" fmla="*/ 54 w 83"/>
                  <a:gd name="T35" fmla="*/ 44 h 49"/>
                  <a:gd name="T36" fmla="*/ 56 w 83"/>
                  <a:gd name="T37" fmla="*/ 37 h 49"/>
                  <a:gd name="T38" fmla="*/ 57 w 83"/>
                  <a:gd name="T39" fmla="*/ 43 h 49"/>
                  <a:gd name="T40" fmla="*/ 62 w 83"/>
                  <a:gd name="T41" fmla="*/ 40 h 49"/>
                  <a:gd name="T42" fmla="*/ 62 w 83"/>
                  <a:gd name="T43" fmla="*/ 37 h 49"/>
                  <a:gd name="T44" fmla="*/ 64 w 83"/>
                  <a:gd name="T45" fmla="*/ 40 h 49"/>
                  <a:gd name="T46" fmla="*/ 67 w 83"/>
                  <a:gd name="T47" fmla="*/ 10 h 49"/>
                  <a:gd name="T48" fmla="*/ 75 w 83"/>
                  <a:gd name="T49" fmla="*/ 4 h 49"/>
                  <a:gd name="T50" fmla="*/ 68 w 83"/>
                  <a:gd name="T51" fmla="*/ 18 h 49"/>
                  <a:gd name="T52" fmla="*/ 62 w 83"/>
                  <a:gd name="T53" fmla="*/ 12 h 49"/>
                  <a:gd name="T54" fmla="*/ 47 w 83"/>
                  <a:gd name="T55" fmla="*/ 9 h 49"/>
                  <a:gd name="T56" fmla="*/ 44 w 83"/>
                  <a:gd name="T57" fmla="*/ 13 h 49"/>
                  <a:gd name="T58" fmla="*/ 44 w 83"/>
                  <a:gd name="T59" fmla="*/ 6 h 49"/>
                  <a:gd name="T60" fmla="*/ 41 w 83"/>
                  <a:gd name="T61" fmla="*/ 10 h 49"/>
                  <a:gd name="T62" fmla="*/ 37 w 83"/>
                  <a:gd name="T63" fmla="*/ 7 h 49"/>
                  <a:gd name="T64" fmla="*/ 35 w 83"/>
                  <a:gd name="T65" fmla="*/ 11 h 49"/>
                  <a:gd name="T66" fmla="*/ 39 w 83"/>
                  <a:gd name="T67" fmla="*/ 14 h 49"/>
                  <a:gd name="T68" fmla="*/ 17 w 83"/>
                  <a:gd name="T69" fmla="*/ 25 h 49"/>
                  <a:gd name="T70" fmla="*/ 7 w 83"/>
                  <a:gd name="T71" fmla="*/ 14 h 49"/>
                  <a:gd name="T72" fmla="*/ 17 w 83"/>
                  <a:gd name="T73" fmla="*/ 17 h 49"/>
                  <a:gd name="T74" fmla="*/ 22 w 83"/>
                  <a:gd name="T75" fmla="*/ 18 h 49"/>
                  <a:gd name="T76" fmla="*/ 23 w 83"/>
                  <a:gd name="T77" fmla="*/ 38 h 49"/>
                  <a:gd name="T78" fmla="*/ 28 w 83"/>
                  <a:gd name="T79" fmla="*/ 35 h 49"/>
                  <a:gd name="T80" fmla="*/ 21 w 83"/>
                  <a:gd name="T81" fmla="*/ 34 h 49"/>
                  <a:gd name="T82" fmla="*/ 41 w 83"/>
                  <a:gd name="T83" fmla="*/ 28 h 49"/>
                  <a:gd name="T84" fmla="*/ 37 w 83"/>
                  <a:gd name="T85" fmla="*/ 32 h 49"/>
                  <a:gd name="T86" fmla="*/ 25 w 83"/>
                  <a:gd name="T87" fmla="*/ 41 h 49"/>
                  <a:gd name="T88" fmla="*/ 27 w 83"/>
                  <a:gd name="T89" fmla="*/ 45 h 49"/>
                  <a:gd name="T90" fmla="*/ 29 w 83"/>
                  <a:gd name="T91" fmla="*/ 42 h 49"/>
                  <a:gd name="T92" fmla="*/ 30 w 83"/>
                  <a:gd name="T93" fmla="*/ 44 h 49"/>
                  <a:gd name="T94" fmla="*/ 32 w 83"/>
                  <a:gd name="T95" fmla="*/ 41 h 49"/>
                  <a:gd name="T96" fmla="*/ 33 w 83"/>
                  <a:gd name="T97" fmla="*/ 46 h 49"/>
                  <a:gd name="T98" fmla="*/ 39 w 83"/>
                  <a:gd name="T99" fmla="*/ 39 h 49"/>
                  <a:gd name="T100" fmla="*/ 42 w 83"/>
                  <a:gd name="T101" fmla="*/ 46 h 49"/>
                  <a:gd name="T102" fmla="*/ 45 w 83"/>
                  <a:gd name="T103" fmla="*/ 45 h 49"/>
                  <a:gd name="T104" fmla="*/ 45 w 83"/>
                  <a:gd name="T105" fmla="*/ 24 h 49"/>
                  <a:gd name="T106" fmla="*/ 61 w 83"/>
                  <a:gd name="T107" fmla="*/ 26 h 49"/>
                  <a:gd name="T108" fmla="*/ 66 w 83"/>
                  <a:gd name="T109" fmla="*/ 31 h 49"/>
                  <a:gd name="T110" fmla="*/ 66 w 83"/>
                  <a:gd name="T111" fmla="*/ 36 h 49"/>
                  <a:gd name="T112" fmla="*/ 51 w 83"/>
                  <a:gd name="T113" fmla="*/ 31 h 49"/>
                  <a:gd name="T114" fmla="*/ 46 w 83"/>
                  <a:gd name="T115" fmla="*/ 27 h 49"/>
                  <a:gd name="T116" fmla="*/ 50 w 83"/>
                  <a:gd name="T1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9">
                    <a:moveTo>
                      <a:pt x="68" y="38"/>
                    </a:moveTo>
                    <a:cubicBezTo>
                      <a:pt x="68" y="38"/>
                      <a:pt x="69" y="29"/>
                      <a:pt x="69" y="29"/>
                    </a:cubicBezTo>
                    <a:cubicBezTo>
                      <a:pt x="70" y="26"/>
                      <a:pt x="72" y="19"/>
                      <a:pt x="74" y="15"/>
                    </a:cubicBezTo>
                    <a:cubicBezTo>
                      <a:pt x="77" y="11"/>
                      <a:pt x="80" y="6"/>
                      <a:pt x="82" y="6"/>
                    </a:cubicBezTo>
                    <a:cubicBezTo>
                      <a:pt x="82" y="5"/>
                      <a:pt x="83" y="4"/>
                      <a:pt x="82" y="4"/>
                    </a:cubicBezTo>
                    <a:cubicBezTo>
                      <a:pt x="82" y="2"/>
                      <a:pt x="77" y="1"/>
                      <a:pt x="75" y="2"/>
                    </a:cubicBezTo>
                    <a:cubicBezTo>
                      <a:pt x="73" y="2"/>
                      <a:pt x="71" y="2"/>
                      <a:pt x="70" y="3"/>
                    </a:cubicBezTo>
                    <a:cubicBezTo>
                      <a:pt x="69" y="4"/>
                      <a:pt x="66" y="7"/>
                      <a:pt x="66" y="7"/>
                    </a:cubicBezTo>
                    <a:cubicBezTo>
                      <a:pt x="64" y="8"/>
                      <a:pt x="58" y="7"/>
                      <a:pt x="58" y="11"/>
                    </a:cubicBezTo>
                    <a:cubicBezTo>
                      <a:pt x="58" y="12"/>
                      <a:pt x="60" y="15"/>
                      <a:pt x="61" y="15"/>
                    </a:cubicBezTo>
                    <a:cubicBezTo>
                      <a:pt x="61" y="15"/>
                      <a:pt x="62" y="16"/>
                      <a:pt x="62" y="16"/>
                    </a:cubicBezTo>
                    <a:cubicBezTo>
                      <a:pt x="62" y="17"/>
                      <a:pt x="62" y="17"/>
                      <a:pt x="61" y="17"/>
                    </a:cubicBezTo>
                    <a:cubicBezTo>
                      <a:pt x="59" y="19"/>
                      <a:pt x="57" y="20"/>
                      <a:pt x="57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2" y="19"/>
                      <a:pt x="52" y="20"/>
                      <a:pt x="50" y="18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3" y="8"/>
                      <a:pt x="50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6" y="2"/>
                      <a:pt x="43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1"/>
                      <a:pt x="34" y="4"/>
                      <a:pt x="35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8"/>
                      <a:pt x="29" y="12"/>
                      <a:pt x="29" y="15"/>
                    </a:cubicBezTo>
                    <a:cubicBezTo>
                      <a:pt x="30" y="18"/>
                      <a:pt x="32" y="20"/>
                      <a:pt x="35" y="20"/>
                    </a:cubicBezTo>
                    <a:cubicBezTo>
                      <a:pt x="33" y="23"/>
                      <a:pt x="34" y="22"/>
                      <a:pt x="30" y="23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6" y="24"/>
                      <a:pt x="24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1"/>
                      <a:pt x="23" y="21"/>
                      <a:pt x="24" y="20"/>
                    </a:cubicBezTo>
                    <a:cubicBezTo>
                      <a:pt x="25" y="20"/>
                      <a:pt x="26" y="17"/>
                      <a:pt x="25" y="16"/>
                    </a:cubicBezTo>
                    <a:cubicBezTo>
                      <a:pt x="24" y="12"/>
                      <a:pt x="19" y="14"/>
                      <a:pt x="17" y="14"/>
                    </a:cubicBezTo>
                    <a:cubicBezTo>
                      <a:pt x="17" y="14"/>
                      <a:pt x="13" y="12"/>
                      <a:pt x="12" y="12"/>
                    </a:cubicBezTo>
                    <a:cubicBezTo>
                      <a:pt x="10" y="11"/>
                      <a:pt x="9" y="11"/>
                      <a:pt x="7" y="12"/>
                    </a:cubicBezTo>
                    <a:cubicBezTo>
                      <a:pt x="5" y="12"/>
                      <a:pt x="0" y="13"/>
                      <a:pt x="0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3" y="18"/>
                      <a:pt x="7" y="21"/>
                      <a:pt x="11" y="24"/>
                    </a:cubicBezTo>
                    <a:cubicBezTo>
                      <a:pt x="14" y="27"/>
                      <a:pt x="18" y="33"/>
                      <a:pt x="19" y="36"/>
                    </a:cubicBezTo>
                    <a:cubicBezTo>
                      <a:pt x="19" y="36"/>
                      <a:pt x="23" y="44"/>
                      <a:pt x="23" y="45"/>
                    </a:cubicBezTo>
                    <a:cubicBezTo>
                      <a:pt x="24" y="49"/>
                      <a:pt x="36" y="49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7" y="46"/>
                      <a:pt x="68" y="43"/>
                      <a:pt x="68" y="38"/>
                    </a:cubicBezTo>
                    <a:moveTo>
                      <a:pt x="52" y="44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7"/>
                      <a:pt x="53" y="37"/>
                      <a:pt x="53" y="37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2" y="44"/>
                    </a:cubicBezTo>
                    <a:moveTo>
                      <a:pt x="57" y="43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7"/>
                      <a:pt x="58" y="37"/>
                      <a:pt x="59" y="37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9" y="42"/>
                      <a:pt x="58" y="43"/>
                      <a:pt x="57" y="43"/>
                    </a:cubicBezTo>
                    <a:moveTo>
                      <a:pt x="64" y="40"/>
                    </a:moveTo>
                    <a:cubicBezTo>
                      <a:pt x="64" y="41"/>
                      <a:pt x="63" y="41"/>
                      <a:pt x="62" y="41"/>
                    </a:cubicBezTo>
                    <a:cubicBezTo>
                      <a:pt x="62" y="41"/>
                      <a:pt x="62" y="40"/>
                      <a:pt x="62" y="40"/>
                    </a:cubicBezTo>
                    <a:cubicBezTo>
                      <a:pt x="61" y="40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1" y="37"/>
                      <a:pt x="62" y="37"/>
                    </a:cubicBezTo>
                    <a:cubicBezTo>
                      <a:pt x="62" y="37"/>
                      <a:pt x="63" y="37"/>
                      <a:pt x="64" y="37"/>
                    </a:cubicBezTo>
                    <a:cubicBezTo>
                      <a:pt x="64" y="38"/>
                      <a:pt x="65" y="38"/>
                      <a:pt x="65" y="39"/>
                    </a:cubicBezTo>
                    <a:cubicBezTo>
                      <a:pt x="65" y="39"/>
                      <a:pt x="65" y="40"/>
                      <a:pt x="64" y="40"/>
                    </a:cubicBezTo>
                    <a:moveTo>
                      <a:pt x="62" y="12"/>
                    </a:moveTo>
                    <a:cubicBezTo>
                      <a:pt x="62" y="12"/>
                      <a:pt x="62" y="12"/>
                      <a:pt x="62" y="11"/>
                    </a:cubicBezTo>
                    <a:cubicBezTo>
                      <a:pt x="63" y="11"/>
                      <a:pt x="65" y="10"/>
                      <a:pt x="67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9"/>
                      <a:pt x="71" y="8"/>
                      <a:pt x="72" y="7"/>
                    </a:cubicBezTo>
                    <a:cubicBezTo>
                      <a:pt x="73" y="6"/>
                      <a:pt x="74" y="5"/>
                      <a:pt x="75" y="4"/>
                    </a:cubicBezTo>
                    <a:cubicBezTo>
                      <a:pt x="76" y="4"/>
                      <a:pt x="78" y="4"/>
                      <a:pt x="79" y="5"/>
                    </a:cubicBezTo>
                    <a:cubicBezTo>
                      <a:pt x="75" y="7"/>
                      <a:pt x="73" y="14"/>
                      <a:pt x="70" y="13"/>
                    </a:cubicBezTo>
                    <a:cubicBezTo>
                      <a:pt x="67" y="13"/>
                      <a:pt x="69" y="17"/>
                      <a:pt x="68" y="18"/>
                    </a:cubicBezTo>
                    <a:cubicBezTo>
                      <a:pt x="67" y="20"/>
                      <a:pt x="64" y="20"/>
                      <a:pt x="64" y="16"/>
                    </a:cubicBezTo>
                    <a:cubicBezTo>
                      <a:pt x="65" y="14"/>
                      <a:pt x="63" y="13"/>
                      <a:pt x="62" y="13"/>
                    </a:cubicBezTo>
                    <a:cubicBezTo>
                      <a:pt x="62" y="13"/>
                      <a:pt x="62" y="13"/>
                      <a:pt x="62" y="12"/>
                    </a:cubicBezTo>
                    <a:moveTo>
                      <a:pt x="44" y="11"/>
                    </a:moveTo>
                    <a:cubicBezTo>
                      <a:pt x="45" y="11"/>
                      <a:pt x="45" y="10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9" y="9"/>
                      <a:pt x="51" y="10"/>
                      <a:pt x="51" y="12"/>
                    </a:cubicBezTo>
                    <a:cubicBezTo>
                      <a:pt x="52" y="14"/>
                      <a:pt x="50" y="16"/>
                      <a:pt x="48" y="16"/>
                    </a:cubicBezTo>
                    <a:cubicBezTo>
                      <a:pt x="46" y="16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moveTo>
                      <a:pt x="40" y="3"/>
                    </a:moveTo>
                    <a:cubicBezTo>
                      <a:pt x="42" y="3"/>
                      <a:pt x="44" y="4"/>
                      <a:pt x="44" y="6"/>
                    </a:cubicBezTo>
                    <a:cubicBezTo>
                      <a:pt x="44" y="6"/>
                      <a:pt x="44" y="7"/>
                      <a:pt x="44" y="7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10"/>
                      <a:pt x="40" y="10"/>
                      <a:pt x="40" y="10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8" y="8"/>
                      <a:pt x="37" y="7"/>
                      <a:pt x="37" y="7"/>
                    </a:cubicBezTo>
                    <a:cubicBezTo>
                      <a:pt x="37" y="5"/>
                      <a:pt x="38" y="3"/>
                      <a:pt x="40" y="3"/>
                    </a:cubicBezTo>
                    <a:moveTo>
                      <a:pt x="32" y="15"/>
                    </a:moveTo>
                    <a:cubicBezTo>
                      <a:pt x="32" y="13"/>
                      <a:pt x="33" y="11"/>
                      <a:pt x="35" y="11"/>
                    </a:cubicBezTo>
                    <a:cubicBezTo>
                      <a:pt x="36" y="10"/>
                      <a:pt x="36" y="10"/>
                      <a:pt x="36" y="11"/>
                    </a:cubicBezTo>
                    <a:cubicBezTo>
                      <a:pt x="37" y="11"/>
                      <a:pt x="38" y="12"/>
                      <a:pt x="39" y="12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40" y="16"/>
                      <a:pt x="38" y="17"/>
                      <a:pt x="36" y="18"/>
                    </a:cubicBezTo>
                    <a:cubicBezTo>
                      <a:pt x="34" y="18"/>
                      <a:pt x="32" y="17"/>
                      <a:pt x="32" y="15"/>
                    </a:cubicBezTo>
                    <a:moveTo>
                      <a:pt x="17" y="25"/>
                    </a:moveTo>
                    <a:cubicBezTo>
                      <a:pt x="17" y="24"/>
                      <a:pt x="17" y="20"/>
                      <a:pt x="15" y="21"/>
                    </a:cubicBezTo>
                    <a:cubicBezTo>
                      <a:pt x="12" y="22"/>
                      <a:pt x="8" y="17"/>
                      <a:pt x="3" y="15"/>
                    </a:cubicBezTo>
                    <a:cubicBezTo>
                      <a:pt x="4" y="15"/>
                      <a:pt x="6" y="14"/>
                      <a:pt x="7" y="14"/>
                    </a:cubicBezTo>
                    <a:cubicBezTo>
                      <a:pt x="8" y="14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21" y="17"/>
                      <a:pt x="21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9"/>
                      <a:pt x="20" y="21"/>
                      <a:pt x="21" y="22"/>
                    </a:cubicBezTo>
                    <a:cubicBezTo>
                      <a:pt x="22" y="26"/>
                      <a:pt x="19" y="27"/>
                      <a:pt x="17" y="25"/>
                    </a:cubicBezTo>
                    <a:moveTo>
                      <a:pt x="23" y="38"/>
                    </a:move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5" y="36"/>
                      <a:pt x="28" y="35"/>
                    </a:cubicBezTo>
                    <a:cubicBezTo>
                      <a:pt x="29" y="34"/>
                      <a:pt x="30" y="33"/>
                      <a:pt x="29" y="32"/>
                    </a:cubicBezTo>
                    <a:cubicBezTo>
                      <a:pt x="29" y="31"/>
                      <a:pt x="28" y="30"/>
                      <a:pt x="26" y="31"/>
                    </a:cubicBezTo>
                    <a:cubicBezTo>
                      <a:pt x="25" y="31"/>
                      <a:pt x="23" y="32"/>
                      <a:pt x="21" y="34"/>
                    </a:cubicBezTo>
                    <a:cubicBezTo>
                      <a:pt x="21" y="33"/>
                      <a:pt x="20" y="32"/>
                      <a:pt x="20" y="31"/>
                    </a:cubicBezTo>
                    <a:cubicBezTo>
                      <a:pt x="23" y="28"/>
                      <a:pt x="32" y="26"/>
                      <a:pt x="41" y="24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28"/>
                      <a:pt x="35" y="30"/>
                      <a:pt x="35" y="31"/>
                    </a:cubicBezTo>
                    <a:cubicBezTo>
                      <a:pt x="35" y="32"/>
                      <a:pt x="36" y="33"/>
                      <a:pt x="37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36" y="36"/>
                      <a:pt x="28" y="38"/>
                      <a:pt x="25" y="41"/>
                    </a:cubicBezTo>
                    <a:cubicBezTo>
                      <a:pt x="24" y="40"/>
                      <a:pt x="24" y="39"/>
                      <a:pt x="23" y="38"/>
                    </a:cubicBezTo>
                    <a:moveTo>
                      <a:pt x="30" y="46"/>
                    </a:moveTo>
                    <a:cubicBezTo>
                      <a:pt x="29" y="46"/>
                      <a:pt x="28" y="46"/>
                      <a:pt x="27" y="45"/>
                    </a:cubicBezTo>
                    <a:cubicBezTo>
                      <a:pt x="27" y="45"/>
                      <a:pt x="26" y="45"/>
                      <a:pt x="26" y="44"/>
                    </a:cubicBezTo>
                    <a:cubicBezTo>
                      <a:pt x="26" y="44"/>
                      <a:pt x="26" y="43"/>
                      <a:pt x="27" y="43"/>
                    </a:cubicBezTo>
                    <a:cubicBezTo>
                      <a:pt x="27" y="42"/>
                      <a:pt x="28" y="42"/>
                      <a:pt x="29" y="42"/>
                    </a:cubicBezTo>
                    <a:cubicBezTo>
                      <a:pt x="29" y="42"/>
                      <a:pt x="30" y="42"/>
                      <a:pt x="30" y="43"/>
                    </a:cubicBezTo>
                    <a:cubicBezTo>
                      <a:pt x="30" y="43"/>
                      <a:pt x="30" y="43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5"/>
                      <a:pt x="30" y="46"/>
                    </a:cubicBezTo>
                    <a:moveTo>
                      <a:pt x="33" y="46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0"/>
                      <a:pt x="33" y="40"/>
                      <a:pt x="34" y="40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4" y="46"/>
                      <a:pt x="33" y="46"/>
                      <a:pt x="33" y="46"/>
                    </a:cubicBezTo>
                    <a:moveTo>
                      <a:pt x="38" y="46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8" y="39"/>
                      <a:pt x="38" y="39"/>
                      <a:pt x="39" y="39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6"/>
                      <a:pt x="39" y="46"/>
                      <a:pt x="38" y="46"/>
                    </a:cubicBezTo>
                    <a:moveTo>
                      <a:pt x="42" y="46"/>
                    </a:move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38"/>
                      <a:pt x="43" y="38"/>
                      <a:pt x="43" y="38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2" y="46"/>
                      <a:pt x="42" y="46"/>
                    </a:cubicBezTo>
                    <a:moveTo>
                      <a:pt x="46" y="27"/>
                    </a:moveTo>
                    <a:cubicBezTo>
                      <a:pt x="45" y="24"/>
                      <a:pt x="45" y="24"/>
                      <a:pt x="45" y="24"/>
                    </a:cubicBezTo>
                    <a:cubicBezTo>
                      <a:pt x="55" y="22"/>
                      <a:pt x="63" y="23"/>
                      <a:pt x="68" y="24"/>
                    </a:cubicBezTo>
                    <a:cubicBezTo>
                      <a:pt x="67" y="25"/>
                      <a:pt x="67" y="26"/>
                      <a:pt x="67" y="27"/>
                    </a:cubicBezTo>
                    <a:cubicBezTo>
                      <a:pt x="65" y="26"/>
                      <a:pt x="62" y="26"/>
                      <a:pt x="61" y="26"/>
                    </a:cubicBezTo>
                    <a:cubicBezTo>
                      <a:pt x="60" y="26"/>
                      <a:pt x="59" y="27"/>
                      <a:pt x="59" y="28"/>
                    </a:cubicBezTo>
                    <a:cubicBezTo>
                      <a:pt x="59" y="29"/>
                      <a:pt x="60" y="30"/>
                      <a:pt x="61" y="30"/>
                    </a:cubicBezTo>
                    <a:cubicBezTo>
                      <a:pt x="64" y="30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3"/>
                      <a:pt x="66" y="34"/>
                      <a:pt x="66" y="36"/>
                    </a:cubicBezTo>
                    <a:cubicBezTo>
                      <a:pt x="62" y="34"/>
                      <a:pt x="53" y="34"/>
                      <a:pt x="47" y="35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0"/>
                      <a:pt x="53" y="29"/>
                      <a:pt x="53" y="28"/>
                    </a:cubicBezTo>
                    <a:cubicBezTo>
                      <a:pt x="53" y="27"/>
                      <a:pt x="52" y="26"/>
                      <a:pt x="51" y="26"/>
                    </a:cubicBezTo>
                    <a:lnTo>
                      <a:pt x="46" y="27"/>
                    </a:lnTo>
                    <a:close/>
                    <a:moveTo>
                      <a:pt x="46" y="37"/>
                    </a:moveTo>
                    <a:cubicBezTo>
                      <a:pt x="47" y="37"/>
                      <a:pt x="49" y="37"/>
                      <a:pt x="49" y="37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48" y="45"/>
                      <a:pt x="47" y="45"/>
                    </a:cubicBezTo>
                    <a:cubicBezTo>
                      <a:pt x="47" y="43"/>
                      <a:pt x="46" y="38"/>
                      <a:pt x="46" y="3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5" name="Freeform 34">
                <a:extLst>
                  <a:ext uri="{FF2B5EF4-FFF2-40B4-BE49-F238E27FC236}">
                    <a16:creationId xmlns:a16="http://schemas.microsoft.com/office/drawing/2014/main" id="{C6C4321B-5978-4746-BEFE-535FAE1F9C3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97" y="7852"/>
                <a:ext cx="61" cy="36"/>
              </a:xfrm>
              <a:custGeom>
                <a:avLst/>
                <a:gdLst>
                  <a:gd name="T0" fmla="*/ 14 w 82"/>
                  <a:gd name="T1" fmla="*/ 38 h 49"/>
                  <a:gd name="T2" fmla="*/ 35 w 82"/>
                  <a:gd name="T3" fmla="*/ 48 h 49"/>
                  <a:gd name="T4" fmla="*/ 38 w 82"/>
                  <a:gd name="T5" fmla="*/ 48 h 49"/>
                  <a:gd name="T6" fmla="*/ 71 w 82"/>
                  <a:gd name="T7" fmla="*/ 24 h 49"/>
                  <a:gd name="T8" fmla="*/ 75 w 82"/>
                  <a:gd name="T9" fmla="*/ 11 h 49"/>
                  <a:gd name="T10" fmla="*/ 57 w 82"/>
                  <a:gd name="T11" fmla="*/ 15 h 49"/>
                  <a:gd name="T12" fmla="*/ 58 w 82"/>
                  <a:gd name="T13" fmla="*/ 22 h 49"/>
                  <a:gd name="T14" fmla="*/ 47 w 82"/>
                  <a:gd name="T15" fmla="*/ 20 h 49"/>
                  <a:gd name="T16" fmla="*/ 47 w 82"/>
                  <a:gd name="T17" fmla="*/ 8 h 49"/>
                  <a:gd name="T18" fmla="*/ 43 w 82"/>
                  <a:gd name="T19" fmla="*/ 0 h 49"/>
                  <a:gd name="T20" fmla="*/ 42 w 82"/>
                  <a:gd name="T21" fmla="*/ 0 h 49"/>
                  <a:gd name="T22" fmla="*/ 35 w 82"/>
                  <a:gd name="T23" fmla="*/ 6 h 49"/>
                  <a:gd name="T24" fmla="*/ 27 w 82"/>
                  <a:gd name="T25" fmla="*/ 19 h 49"/>
                  <a:gd name="T26" fmla="*/ 20 w 82"/>
                  <a:gd name="T27" fmla="*/ 16 h 49"/>
                  <a:gd name="T28" fmla="*/ 16 w 82"/>
                  <a:gd name="T29" fmla="*/ 7 h 49"/>
                  <a:gd name="T30" fmla="*/ 0 w 82"/>
                  <a:gd name="T31" fmla="*/ 3 h 49"/>
                  <a:gd name="T32" fmla="*/ 21 w 82"/>
                  <a:gd name="T33" fmla="*/ 39 h 49"/>
                  <a:gd name="T34" fmla="*/ 18 w 82"/>
                  <a:gd name="T35" fmla="*/ 40 h 49"/>
                  <a:gd name="T36" fmla="*/ 20 w 82"/>
                  <a:gd name="T37" fmla="*/ 37 h 49"/>
                  <a:gd name="T38" fmla="*/ 25 w 82"/>
                  <a:gd name="T39" fmla="*/ 43 h 49"/>
                  <a:gd name="T40" fmla="*/ 26 w 82"/>
                  <a:gd name="T41" fmla="*/ 36 h 49"/>
                  <a:gd name="T42" fmla="*/ 28 w 82"/>
                  <a:gd name="T43" fmla="*/ 43 h 49"/>
                  <a:gd name="T44" fmla="*/ 30 w 82"/>
                  <a:gd name="T45" fmla="*/ 44 h 49"/>
                  <a:gd name="T46" fmla="*/ 33 w 82"/>
                  <a:gd name="T47" fmla="*/ 37 h 49"/>
                  <a:gd name="T48" fmla="*/ 40 w 82"/>
                  <a:gd name="T49" fmla="*/ 45 h 49"/>
                  <a:gd name="T50" fmla="*/ 41 w 82"/>
                  <a:gd name="T51" fmla="*/ 38 h 49"/>
                  <a:gd name="T52" fmla="*/ 42 w 82"/>
                  <a:gd name="T53" fmla="*/ 46 h 49"/>
                  <a:gd name="T54" fmla="*/ 44 w 82"/>
                  <a:gd name="T55" fmla="*/ 46 h 49"/>
                  <a:gd name="T56" fmla="*/ 48 w 82"/>
                  <a:gd name="T57" fmla="*/ 40 h 49"/>
                  <a:gd name="T58" fmla="*/ 55 w 82"/>
                  <a:gd name="T59" fmla="*/ 45 h 49"/>
                  <a:gd name="T60" fmla="*/ 52 w 82"/>
                  <a:gd name="T61" fmla="*/ 43 h 49"/>
                  <a:gd name="T62" fmla="*/ 55 w 82"/>
                  <a:gd name="T63" fmla="*/ 42 h 49"/>
                  <a:gd name="T64" fmla="*/ 61 w 82"/>
                  <a:gd name="T65" fmla="*/ 17 h 49"/>
                  <a:gd name="T66" fmla="*/ 72 w 82"/>
                  <a:gd name="T67" fmla="*/ 15 h 49"/>
                  <a:gd name="T68" fmla="*/ 67 w 82"/>
                  <a:gd name="T69" fmla="*/ 21 h 49"/>
                  <a:gd name="T70" fmla="*/ 60 w 82"/>
                  <a:gd name="T71" fmla="*/ 18 h 49"/>
                  <a:gd name="T72" fmla="*/ 62 w 82"/>
                  <a:gd name="T73" fmla="*/ 31 h 49"/>
                  <a:gd name="T74" fmla="*/ 53 w 82"/>
                  <a:gd name="T75" fmla="*/ 32 h 49"/>
                  <a:gd name="T76" fmla="*/ 59 w 82"/>
                  <a:gd name="T77" fmla="*/ 36 h 49"/>
                  <a:gd name="T78" fmla="*/ 40 w 82"/>
                  <a:gd name="T79" fmla="*/ 35 h 49"/>
                  <a:gd name="T80" fmla="*/ 47 w 82"/>
                  <a:gd name="T81" fmla="*/ 30 h 49"/>
                  <a:gd name="T82" fmla="*/ 41 w 82"/>
                  <a:gd name="T83" fmla="*/ 24 h 49"/>
                  <a:gd name="T84" fmla="*/ 47 w 82"/>
                  <a:gd name="T85" fmla="*/ 10 h 49"/>
                  <a:gd name="T86" fmla="*/ 43 w 82"/>
                  <a:gd name="T87" fmla="*/ 13 h 49"/>
                  <a:gd name="T88" fmla="*/ 42 w 82"/>
                  <a:gd name="T89" fmla="*/ 2 h 49"/>
                  <a:gd name="T90" fmla="*/ 42 w 82"/>
                  <a:gd name="T91" fmla="*/ 9 h 49"/>
                  <a:gd name="T92" fmla="*/ 38 w 82"/>
                  <a:gd name="T93" fmla="*/ 7 h 49"/>
                  <a:gd name="T94" fmla="*/ 31 w 82"/>
                  <a:gd name="T95" fmla="*/ 12 h 49"/>
                  <a:gd name="T96" fmla="*/ 38 w 82"/>
                  <a:gd name="T97" fmla="*/ 11 h 49"/>
                  <a:gd name="T98" fmla="*/ 31 w 82"/>
                  <a:gd name="T99" fmla="*/ 12 h 49"/>
                  <a:gd name="T100" fmla="*/ 31 w 82"/>
                  <a:gd name="T101" fmla="*/ 26 h 49"/>
                  <a:gd name="T102" fmla="*/ 35 w 82"/>
                  <a:gd name="T103" fmla="*/ 31 h 49"/>
                  <a:gd name="T104" fmla="*/ 16 w 82"/>
                  <a:gd name="T105" fmla="*/ 31 h 49"/>
                  <a:gd name="T106" fmla="*/ 21 w 82"/>
                  <a:gd name="T107" fmla="*/ 30 h 49"/>
                  <a:gd name="T108" fmla="*/ 15 w 82"/>
                  <a:gd name="T109" fmla="*/ 27 h 49"/>
                  <a:gd name="T110" fmla="*/ 7 w 82"/>
                  <a:gd name="T111" fmla="*/ 4 h 49"/>
                  <a:gd name="T112" fmla="*/ 15 w 82"/>
                  <a:gd name="T113" fmla="*/ 10 h 49"/>
                  <a:gd name="T114" fmla="*/ 20 w 82"/>
                  <a:gd name="T115" fmla="*/ 12 h 49"/>
                  <a:gd name="T116" fmla="*/ 12 w 82"/>
                  <a:gd name="T117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49">
                    <a:moveTo>
                      <a:pt x="8" y="15"/>
                    </a:moveTo>
                    <a:cubicBezTo>
                      <a:pt x="10" y="19"/>
                      <a:pt x="12" y="26"/>
                      <a:pt x="13" y="28"/>
                    </a:cubicBezTo>
                    <a:cubicBezTo>
                      <a:pt x="13" y="29"/>
                      <a:pt x="14" y="38"/>
                      <a:pt x="14" y="38"/>
                    </a:cubicBezTo>
                    <a:cubicBezTo>
                      <a:pt x="14" y="43"/>
                      <a:pt x="25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6" y="49"/>
                      <a:pt x="58" y="49"/>
                      <a:pt x="59" y="45"/>
                    </a:cubicBezTo>
                    <a:cubicBezTo>
                      <a:pt x="59" y="44"/>
                      <a:pt x="63" y="36"/>
                      <a:pt x="63" y="36"/>
                    </a:cubicBezTo>
                    <a:cubicBezTo>
                      <a:pt x="64" y="33"/>
                      <a:pt x="68" y="27"/>
                      <a:pt x="71" y="24"/>
                    </a:cubicBezTo>
                    <a:cubicBezTo>
                      <a:pt x="75" y="20"/>
                      <a:pt x="80" y="17"/>
                      <a:pt x="81" y="17"/>
                    </a:cubicBezTo>
                    <a:cubicBezTo>
                      <a:pt x="82" y="17"/>
                      <a:pt x="82" y="16"/>
                      <a:pt x="82" y="15"/>
                    </a:cubicBezTo>
                    <a:cubicBezTo>
                      <a:pt x="82" y="13"/>
                      <a:pt x="77" y="11"/>
                      <a:pt x="75" y="11"/>
                    </a:cubicBezTo>
                    <a:cubicBezTo>
                      <a:pt x="74" y="11"/>
                      <a:pt x="72" y="11"/>
                      <a:pt x="70" y="12"/>
                    </a:cubicBezTo>
                    <a:cubicBezTo>
                      <a:pt x="69" y="12"/>
                      <a:pt x="66" y="14"/>
                      <a:pt x="66" y="14"/>
                    </a:cubicBezTo>
                    <a:cubicBezTo>
                      <a:pt x="63" y="14"/>
                      <a:pt x="58" y="12"/>
                      <a:pt x="57" y="15"/>
                    </a:cubicBezTo>
                    <a:cubicBezTo>
                      <a:pt x="56" y="17"/>
                      <a:pt x="57" y="19"/>
                      <a:pt x="58" y="20"/>
                    </a:cubicBezTo>
                    <a:cubicBezTo>
                      <a:pt x="59" y="20"/>
                      <a:pt x="59" y="21"/>
                      <a:pt x="59" y="22"/>
                    </a:cubicBezTo>
                    <a:cubicBezTo>
                      <a:pt x="59" y="22"/>
                      <a:pt x="59" y="22"/>
                      <a:pt x="58" y="22"/>
                    </a:cubicBezTo>
                    <a:cubicBezTo>
                      <a:pt x="56" y="23"/>
                      <a:pt x="53" y="24"/>
                      <a:pt x="53" y="24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8" y="22"/>
                      <a:pt x="49" y="23"/>
                      <a:pt x="47" y="20"/>
                    </a:cubicBezTo>
                    <a:cubicBezTo>
                      <a:pt x="50" y="20"/>
                      <a:pt x="52" y="18"/>
                      <a:pt x="53" y="15"/>
                    </a:cubicBezTo>
                    <a:cubicBezTo>
                      <a:pt x="53" y="11"/>
                      <a:pt x="51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4"/>
                      <a:pt x="46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6" y="2"/>
                      <a:pt x="36" y="5"/>
                    </a:cubicBezTo>
                    <a:cubicBezTo>
                      <a:pt x="35" y="5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2" y="5"/>
                      <a:pt x="29" y="8"/>
                      <a:pt x="28" y="11"/>
                    </a:cubicBezTo>
                    <a:cubicBezTo>
                      <a:pt x="28" y="14"/>
                      <a:pt x="29" y="17"/>
                      <a:pt x="32" y="18"/>
                    </a:cubicBezTo>
                    <a:cubicBezTo>
                      <a:pt x="30" y="20"/>
                      <a:pt x="30" y="19"/>
                      <a:pt x="27" y="19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3" y="19"/>
                      <a:pt x="21" y="17"/>
                    </a:cubicBezTo>
                    <a:cubicBezTo>
                      <a:pt x="20" y="17"/>
                      <a:pt x="20" y="16"/>
                      <a:pt x="20" y="16"/>
                    </a:cubicBezTo>
                    <a:cubicBezTo>
                      <a:pt x="20" y="16"/>
                      <a:pt x="21" y="15"/>
                      <a:pt x="21" y="15"/>
                    </a:cubicBezTo>
                    <a:cubicBezTo>
                      <a:pt x="22" y="14"/>
                      <a:pt x="24" y="12"/>
                      <a:pt x="24" y="11"/>
                    </a:cubicBezTo>
                    <a:cubicBezTo>
                      <a:pt x="24" y="7"/>
                      <a:pt x="18" y="8"/>
                      <a:pt x="16" y="7"/>
                    </a:cubicBezTo>
                    <a:cubicBezTo>
                      <a:pt x="16" y="7"/>
                      <a:pt x="13" y="4"/>
                      <a:pt x="12" y="3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6" y="1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5" y="11"/>
                      <a:pt x="8" y="15"/>
                    </a:cubicBezTo>
                    <a:moveTo>
                      <a:pt x="21" y="39"/>
                    </a:moveTo>
                    <a:cubicBezTo>
                      <a:pt x="21" y="39"/>
                      <a:pt x="21" y="39"/>
                      <a:pt x="21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19" y="41"/>
                      <a:pt x="18" y="40"/>
                      <a:pt x="18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1" y="37"/>
                      <a:pt x="21" y="38"/>
                      <a:pt x="21" y="38"/>
                    </a:cubicBezTo>
                    <a:cubicBezTo>
                      <a:pt x="21" y="38"/>
                      <a:pt x="21" y="39"/>
                      <a:pt x="21" y="39"/>
                    </a:cubicBezTo>
                    <a:moveTo>
                      <a:pt x="25" y="43"/>
                    </a:moveTo>
                    <a:cubicBezTo>
                      <a:pt x="24" y="42"/>
                      <a:pt x="23" y="42"/>
                      <a:pt x="23" y="4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6"/>
                      <a:pt x="26" y="36"/>
                    </a:cubicBezTo>
                    <a:lnTo>
                      <a:pt x="25" y="43"/>
                    </a:lnTo>
                    <a:close/>
                    <a:moveTo>
                      <a:pt x="30" y="44"/>
                    </a:moveTo>
                    <a:cubicBezTo>
                      <a:pt x="29" y="44"/>
                      <a:pt x="28" y="44"/>
                      <a:pt x="28" y="43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1" y="37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2" y="44"/>
                      <a:pt x="32" y="44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4" y="37"/>
                      <a:pt x="35" y="37"/>
                      <a:pt x="36" y="37"/>
                    </a:cubicBezTo>
                    <a:cubicBezTo>
                      <a:pt x="36" y="37"/>
                      <a:pt x="35" y="43"/>
                      <a:pt x="35" y="45"/>
                    </a:cubicBezTo>
                    <a:moveTo>
                      <a:pt x="40" y="45"/>
                    </a:moveTo>
                    <a:cubicBezTo>
                      <a:pt x="40" y="45"/>
                      <a:pt x="37" y="45"/>
                      <a:pt x="38" y="45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41" y="38"/>
                      <a:pt x="41" y="38"/>
                    </a:cubicBezTo>
                    <a:lnTo>
                      <a:pt x="40" y="45"/>
                    </a:lnTo>
                    <a:close/>
                    <a:moveTo>
                      <a:pt x="44" y="46"/>
                    </a:moveTo>
                    <a:cubicBezTo>
                      <a:pt x="43" y="46"/>
                      <a:pt x="43" y="46"/>
                      <a:pt x="42" y="46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9"/>
                      <a:pt x="44" y="39"/>
                      <a:pt x="45" y="39"/>
                    </a:cubicBezTo>
                    <a:lnTo>
                      <a:pt x="44" y="46"/>
                    </a:lnTo>
                    <a:close/>
                    <a:moveTo>
                      <a:pt x="49" y="46"/>
                    </a:moveTo>
                    <a:cubicBezTo>
                      <a:pt x="49" y="46"/>
                      <a:pt x="48" y="46"/>
                      <a:pt x="47" y="46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lnTo>
                      <a:pt x="49" y="46"/>
                    </a:lnTo>
                    <a:close/>
                    <a:moveTo>
                      <a:pt x="55" y="45"/>
                    </a:moveTo>
                    <a:cubicBezTo>
                      <a:pt x="54" y="46"/>
                      <a:pt x="53" y="46"/>
                      <a:pt x="53" y="46"/>
                    </a:cubicBezTo>
                    <a:cubicBezTo>
                      <a:pt x="52" y="45"/>
                      <a:pt x="52" y="45"/>
                      <a:pt x="52" y="44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1"/>
                    </a:cubicBezTo>
                    <a:cubicBezTo>
                      <a:pt x="54" y="41"/>
                      <a:pt x="55" y="42"/>
                      <a:pt x="55" y="42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5" y="45"/>
                      <a:pt x="55" y="45"/>
                    </a:cubicBezTo>
                    <a:moveTo>
                      <a:pt x="61" y="17"/>
                    </a:moveTo>
                    <a:cubicBezTo>
                      <a:pt x="62" y="17"/>
                      <a:pt x="64" y="17"/>
                      <a:pt x="65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9" y="17"/>
                      <a:pt x="71" y="16"/>
                      <a:pt x="72" y="15"/>
                    </a:cubicBezTo>
                    <a:cubicBezTo>
                      <a:pt x="73" y="15"/>
                      <a:pt x="74" y="14"/>
                      <a:pt x="75" y="14"/>
                    </a:cubicBezTo>
                    <a:cubicBezTo>
                      <a:pt x="76" y="14"/>
                      <a:pt x="78" y="15"/>
                      <a:pt x="79" y="15"/>
                    </a:cubicBezTo>
                    <a:cubicBezTo>
                      <a:pt x="74" y="16"/>
                      <a:pt x="70" y="22"/>
                      <a:pt x="67" y="21"/>
                    </a:cubicBezTo>
                    <a:cubicBezTo>
                      <a:pt x="65" y="20"/>
                      <a:pt x="66" y="24"/>
                      <a:pt x="65" y="25"/>
                    </a:cubicBezTo>
                    <a:cubicBezTo>
                      <a:pt x="63" y="27"/>
                      <a:pt x="60" y="26"/>
                      <a:pt x="62" y="22"/>
                    </a:cubicBezTo>
                    <a:cubicBezTo>
                      <a:pt x="62" y="21"/>
                      <a:pt x="61" y="19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1" y="17"/>
                    </a:cubicBezTo>
                    <a:moveTo>
                      <a:pt x="62" y="31"/>
                    </a:moveTo>
                    <a:cubicBezTo>
                      <a:pt x="62" y="32"/>
                      <a:pt x="61" y="33"/>
                      <a:pt x="61" y="33"/>
                    </a:cubicBezTo>
                    <a:cubicBezTo>
                      <a:pt x="59" y="32"/>
                      <a:pt x="57" y="31"/>
                      <a:pt x="56" y="31"/>
                    </a:cubicBezTo>
                    <a:cubicBezTo>
                      <a:pt x="54" y="30"/>
                      <a:pt x="53" y="31"/>
                      <a:pt x="53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7" y="36"/>
                      <a:pt x="59" y="37"/>
                      <a:pt x="59" y="37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9"/>
                      <a:pt x="58" y="40"/>
                      <a:pt x="57" y="41"/>
                    </a:cubicBezTo>
                    <a:cubicBezTo>
                      <a:pt x="54" y="38"/>
                      <a:pt x="46" y="36"/>
                      <a:pt x="40" y="35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2"/>
                      <a:pt x="47" y="32"/>
                      <a:pt x="47" y="30"/>
                    </a:cubicBezTo>
                    <a:cubicBezTo>
                      <a:pt x="47" y="29"/>
                      <a:pt x="47" y="28"/>
                      <a:pt x="45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50" y="25"/>
                      <a:pt x="59" y="28"/>
                      <a:pt x="62" y="31"/>
                    </a:cubicBezTo>
                    <a:moveTo>
                      <a:pt x="46" y="10"/>
                    </a:moveTo>
                    <a:cubicBezTo>
                      <a:pt x="46" y="10"/>
                      <a:pt x="47" y="10"/>
                      <a:pt x="47" y="10"/>
                    </a:cubicBezTo>
                    <a:cubicBezTo>
                      <a:pt x="49" y="11"/>
                      <a:pt x="50" y="12"/>
                      <a:pt x="50" y="14"/>
                    </a:cubicBezTo>
                    <a:cubicBezTo>
                      <a:pt x="50" y="16"/>
                      <a:pt x="48" y="18"/>
                      <a:pt x="46" y="17"/>
                    </a:cubicBezTo>
                    <a:cubicBezTo>
                      <a:pt x="44" y="17"/>
                      <a:pt x="43" y="15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1"/>
                      <a:pt x="45" y="11"/>
                      <a:pt x="46" y="10"/>
                    </a:cubicBezTo>
                    <a:moveTo>
                      <a:pt x="42" y="2"/>
                    </a:moveTo>
                    <a:cubicBezTo>
                      <a:pt x="44" y="3"/>
                      <a:pt x="45" y="5"/>
                      <a:pt x="45" y="6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9"/>
                      <a:pt x="40" y="9"/>
                      <a:pt x="40" y="9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4"/>
                      <a:pt x="40" y="2"/>
                      <a:pt x="42" y="2"/>
                    </a:cubicBezTo>
                    <a:moveTo>
                      <a:pt x="31" y="12"/>
                    </a:moveTo>
                    <a:cubicBezTo>
                      <a:pt x="31" y="10"/>
                      <a:pt x="33" y="8"/>
                      <a:pt x="35" y="9"/>
                    </a:cubicBezTo>
                    <a:cubicBezTo>
                      <a:pt x="35" y="9"/>
                      <a:pt x="36" y="9"/>
                      <a:pt x="36" y="9"/>
                    </a:cubicBezTo>
                    <a:cubicBezTo>
                      <a:pt x="37" y="10"/>
                      <a:pt x="37" y="10"/>
                      <a:pt x="38" y="11"/>
                    </a:cubicBezTo>
                    <a:cubicBezTo>
                      <a:pt x="38" y="11"/>
                      <a:pt x="38" y="12"/>
                      <a:pt x="38" y="13"/>
                    </a:cubicBezTo>
                    <a:cubicBezTo>
                      <a:pt x="38" y="15"/>
                      <a:pt x="36" y="16"/>
                      <a:pt x="34" y="16"/>
                    </a:cubicBezTo>
                    <a:cubicBezTo>
                      <a:pt x="32" y="15"/>
                      <a:pt x="31" y="14"/>
                      <a:pt x="31" y="12"/>
                    </a:cubicBezTo>
                    <a:moveTo>
                      <a:pt x="37" y="23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29" y="27"/>
                      <a:pt x="29" y="28"/>
                    </a:cubicBezTo>
                    <a:cubicBezTo>
                      <a:pt x="29" y="29"/>
                      <a:pt x="30" y="30"/>
                      <a:pt x="31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4"/>
                      <a:pt x="20" y="33"/>
                      <a:pt x="16" y="35"/>
                    </a:cubicBezTo>
                    <a:cubicBezTo>
                      <a:pt x="16" y="34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8" y="30"/>
                      <a:pt x="21" y="30"/>
                    </a:cubicBezTo>
                    <a:cubicBezTo>
                      <a:pt x="22" y="30"/>
                      <a:pt x="23" y="29"/>
                      <a:pt x="23" y="28"/>
                    </a:cubicBezTo>
                    <a:cubicBezTo>
                      <a:pt x="23" y="26"/>
                      <a:pt x="22" y="26"/>
                      <a:pt x="21" y="26"/>
                    </a:cubicBezTo>
                    <a:cubicBezTo>
                      <a:pt x="20" y="26"/>
                      <a:pt x="17" y="26"/>
                      <a:pt x="15" y="27"/>
                    </a:cubicBezTo>
                    <a:cubicBezTo>
                      <a:pt x="15" y="26"/>
                      <a:pt x="15" y="25"/>
                      <a:pt x="14" y="24"/>
                    </a:cubicBezTo>
                    <a:cubicBezTo>
                      <a:pt x="19" y="22"/>
                      <a:pt x="27" y="22"/>
                      <a:pt x="37" y="23"/>
                    </a:cubicBezTo>
                    <a:moveTo>
                      <a:pt x="7" y="4"/>
                    </a:move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0"/>
                      <a:pt x="19" y="11"/>
                      <a:pt x="20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17" y="14"/>
                      <a:pt x="18" y="16"/>
                    </a:cubicBezTo>
                    <a:cubicBezTo>
                      <a:pt x="18" y="20"/>
                      <a:pt x="15" y="20"/>
                      <a:pt x="14" y="18"/>
                    </a:cubicBezTo>
                    <a:cubicBezTo>
                      <a:pt x="13" y="17"/>
                      <a:pt x="15" y="12"/>
                      <a:pt x="12" y="13"/>
                    </a:cubicBezTo>
                    <a:cubicBezTo>
                      <a:pt x="9" y="13"/>
                      <a:pt x="7" y="7"/>
                      <a:pt x="3" y="4"/>
                    </a:cubicBezTo>
                    <a:cubicBezTo>
                      <a:pt x="4" y="4"/>
                      <a:pt x="6" y="4"/>
                      <a:pt x="7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6" name="Freeform 35">
                <a:extLst>
                  <a:ext uri="{FF2B5EF4-FFF2-40B4-BE49-F238E27FC236}">
                    <a16:creationId xmlns:a16="http://schemas.microsoft.com/office/drawing/2014/main" id="{B2CA1A0A-6C7D-444E-8DD9-917B5CD640C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0" y="7683"/>
                <a:ext cx="66" cy="52"/>
              </a:xfrm>
              <a:custGeom>
                <a:avLst/>
                <a:gdLst>
                  <a:gd name="T0" fmla="*/ 19 w 89"/>
                  <a:gd name="T1" fmla="*/ 62 h 69"/>
                  <a:gd name="T2" fmla="*/ 88 w 89"/>
                  <a:gd name="T3" fmla="*/ 3 h 69"/>
                  <a:gd name="T4" fmla="*/ 87 w 89"/>
                  <a:gd name="T5" fmla="*/ 1 h 69"/>
                  <a:gd name="T6" fmla="*/ 17 w 89"/>
                  <a:gd name="T7" fmla="*/ 57 h 69"/>
                  <a:gd name="T8" fmla="*/ 14 w 89"/>
                  <a:gd name="T9" fmla="*/ 52 h 69"/>
                  <a:gd name="T10" fmla="*/ 78 w 89"/>
                  <a:gd name="T11" fmla="*/ 6 h 69"/>
                  <a:gd name="T12" fmla="*/ 78 w 89"/>
                  <a:gd name="T13" fmla="*/ 5 h 69"/>
                  <a:gd name="T14" fmla="*/ 12 w 89"/>
                  <a:gd name="T15" fmla="*/ 49 h 69"/>
                  <a:gd name="T16" fmla="*/ 19 w 89"/>
                  <a:gd name="T17" fmla="*/ 6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19" y="62"/>
                    </a:moveTo>
                    <a:cubicBezTo>
                      <a:pt x="24" y="57"/>
                      <a:pt x="85" y="5"/>
                      <a:pt x="88" y="3"/>
                    </a:cubicBezTo>
                    <a:cubicBezTo>
                      <a:pt x="89" y="1"/>
                      <a:pt x="88" y="0"/>
                      <a:pt x="87" y="1"/>
                    </a:cubicBezTo>
                    <a:cubicBezTo>
                      <a:pt x="84" y="3"/>
                      <a:pt x="19" y="56"/>
                      <a:pt x="17" y="57"/>
                    </a:cubicBezTo>
                    <a:cubicBezTo>
                      <a:pt x="14" y="60"/>
                      <a:pt x="10" y="56"/>
                      <a:pt x="14" y="52"/>
                    </a:cubicBezTo>
                    <a:cubicBezTo>
                      <a:pt x="20" y="48"/>
                      <a:pt x="78" y="5"/>
                      <a:pt x="78" y="6"/>
                    </a:cubicBezTo>
                    <a:cubicBezTo>
                      <a:pt x="77" y="7"/>
                      <a:pt x="78" y="5"/>
                      <a:pt x="78" y="5"/>
                    </a:cubicBezTo>
                    <a:cubicBezTo>
                      <a:pt x="77" y="6"/>
                      <a:pt x="24" y="41"/>
                      <a:pt x="12" y="49"/>
                    </a:cubicBezTo>
                    <a:cubicBezTo>
                      <a:pt x="0" y="58"/>
                      <a:pt x="10" y="69"/>
                      <a:pt x="19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7" name="Freeform 36">
                <a:extLst>
                  <a:ext uri="{FF2B5EF4-FFF2-40B4-BE49-F238E27FC236}">
                    <a16:creationId xmlns:a16="http://schemas.microsoft.com/office/drawing/2014/main" id="{EAE6A6F3-19FF-4EF0-9839-D53EC7B6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7" y="7662"/>
                <a:ext cx="62" cy="38"/>
              </a:xfrm>
              <a:custGeom>
                <a:avLst/>
                <a:gdLst>
                  <a:gd name="T0" fmla="*/ 72 w 83"/>
                  <a:gd name="T1" fmla="*/ 4 h 50"/>
                  <a:gd name="T2" fmla="*/ 12 w 83"/>
                  <a:gd name="T3" fmla="*/ 33 h 50"/>
                  <a:gd name="T4" fmla="*/ 16 w 83"/>
                  <a:gd name="T5" fmla="*/ 45 h 50"/>
                  <a:gd name="T6" fmla="*/ 81 w 83"/>
                  <a:gd name="T7" fmla="*/ 2 h 50"/>
                  <a:gd name="T8" fmla="*/ 81 w 83"/>
                  <a:gd name="T9" fmla="*/ 1 h 50"/>
                  <a:gd name="T10" fmla="*/ 15 w 83"/>
                  <a:gd name="T11" fmla="*/ 41 h 50"/>
                  <a:gd name="T12" fmla="*/ 13 w 83"/>
                  <a:gd name="T13" fmla="*/ 36 h 50"/>
                  <a:gd name="T14" fmla="*/ 72 w 83"/>
                  <a:gd name="T15" fmla="*/ 4 h 50"/>
                  <a:gd name="T16" fmla="*/ 72 w 83"/>
                  <a:gd name="T1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50">
                    <a:moveTo>
                      <a:pt x="72" y="4"/>
                    </a:moveTo>
                    <a:cubicBezTo>
                      <a:pt x="72" y="4"/>
                      <a:pt x="22" y="28"/>
                      <a:pt x="12" y="33"/>
                    </a:cubicBezTo>
                    <a:cubicBezTo>
                      <a:pt x="0" y="39"/>
                      <a:pt x="7" y="50"/>
                      <a:pt x="16" y="45"/>
                    </a:cubicBezTo>
                    <a:cubicBezTo>
                      <a:pt x="20" y="42"/>
                      <a:pt x="79" y="4"/>
                      <a:pt x="81" y="2"/>
                    </a:cubicBezTo>
                    <a:cubicBezTo>
                      <a:pt x="83" y="2"/>
                      <a:pt x="82" y="0"/>
                      <a:pt x="81" y="1"/>
                    </a:cubicBezTo>
                    <a:cubicBezTo>
                      <a:pt x="78" y="2"/>
                      <a:pt x="17" y="40"/>
                      <a:pt x="15" y="41"/>
                    </a:cubicBezTo>
                    <a:cubicBezTo>
                      <a:pt x="11" y="43"/>
                      <a:pt x="9" y="39"/>
                      <a:pt x="13" y="36"/>
                    </a:cubicBezTo>
                    <a:cubicBezTo>
                      <a:pt x="18" y="34"/>
                      <a:pt x="73" y="4"/>
                      <a:pt x="72" y="4"/>
                    </a:cubicBezTo>
                    <a:cubicBezTo>
                      <a:pt x="72" y="5"/>
                      <a:pt x="73" y="3"/>
                      <a:pt x="7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8" name="Freeform 37">
                <a:extLst>
                  <a:ext uri="{FF2B5EF4-FFF2-40B4-BE49-F238E27FC236}">
                    <a16:creationId xmlns:a16="http://schemas.microsoft.com/office/drawing/2014/main" id="{4A42491D-0443-4635-A4E0-F472642AA4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78" y="7643"/>
                <a:ext cx="50" cy="19"/>
              </a:xfrm>
              <a:custGeom>
                <a:avLst/>
                <a:gdLst>
                  <a:gd name="T0" fmla="*/ 14 w 68"/>
                  <a:gd name="T1" fmla="*/ 22 h 26"/>
                  <a:gd name="T2" fmla="*/ 67 w 68"/>
                  <a:gd name="T3" fmla="*/ 2 h 26"/>
                  <a:gd name="T4" fmla="*/ 66 w 68"/>
                  <a:gd name="T5" fmla="*/ 1 h 26"/>
                  <a:gd name="T6" fmla="*/ 14 w 68"/>
                  <a:gd name="T7" fmla="*/ 18 h 26"/>
                  <a:gd name="T8" fmla="*/ 14 w 68"/>
                  <a:gd name="T9" fmla="*/ 13 h 26"/>
                  <a:gd name="T10" fmla="*/ 57 w 68"/>
                  <a:gd name="T11" fmla="*/ 2 h 26"/>
                  <a:gd name="T12" fmla="*/ 58 w 68"/>
                  <a:gd name="T13" fmla="*/ 1 h 26"/>
                  <a:gd name="T14" fmla="*/ 13 w 68"/>
                  <a:gd name="T15" fmla="*/ 10 h 26"/>
                  <a:gd name="T16" fmla="*/ 14 w 68"/>
                  <a:gd name="T17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6">
                    <a:moveTo>
                      <a:pt x="14" y="22"/>
                    </a:moveTo>
                    <a:cubicBezTo>
                      <a:pt x="20" y="20"/>
                      <a:pt x="64" y="3"/>
                      <a:pt x="67" y="2"/>
                    </a:cubicBezTo>
                    <a:cubicBezTo>
                      <a:pt x="68" y="2"/>
                      <a:pt x="68" y="0"/>
                      <a:pt x="66" y="1"/>
                    </a:cubicBezTo>
                    <a:cubicBezTo>
                      <a:pt x="64" y="2"/>
                      <a:pt x="17" y="18"/>
                      <a:pt x="14" y="18"/>
                    </a:cubicBezTo>
                    <a:cubicBezTo>
                      <a:pt x="11" y="19"/>
                      <a:pt x="9" y="15"/>
                      <a:pt x="14" y="13"/>
                    </a:cubicBezTo>
                    <a:cubicBezTo>
                      <a:pt x="19" y="12"/>
                      <a:pt x="55" y="3"/>
                      <a:pt x="57" y="2"/>
                    </a:cubicBezTo>
                    <a:cubicBezTo>
                      <a:pt x="57" y="2"/>
                      <a:pt x="58" y="1"/>
                      <a:pt x="58" y="1"/>
                    </a:cubicBezTo>
                    <a:cubicBezTo>
                      <a:pt x="57" y="1"/>
                      <a:pt x="24" y="7"/>
                      <a:pt x="13" y="10"/>
                    </a:cubicBezTo>
                    <a:cubicBezTo>
                      <a:pt x="0" y="13"/>
                      <a:pt x="5" y="26"/>
                      <a:pt x="14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9" name="Freeform 38">
                <a:extLst>
                  <a:ext uri="{FF2B5EF4-FFF2-40B4-BE49-F238E27FC236}">
                    <a16:creationId xmlns:a16="http://schemas.microsoft.com/office/drawing/2014/main" id="{3CF8C19F-8D65-4AF1-B6BA-C2A6E74B2E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56" y="7687"/>
                <a:ext cx="19" cy="38"/>
              </a:xfrm>
              <a:custGeom>
                <a:avLst/>
                <a:gdLst>
                  <a:gd name="T0" fmla="*/ 10 w 26"/>
                  <a:gd name="T1" fmla="*/ 45 h 51"/>
                  <a:gd name="T2" fmla="*/ 26 w 26"/>
                  <a:gd name="T3" fmla="*/ 1 h 51"/>
                  <a:gd name="T4" fmla="*/ 25 w 26"/>
                  <a:gd name="T5" fmla="*/ 1 h 51"/>
                  <a:gd name="T6" fmla="*/ 8 w 26"/>
                  <a:gd name="T7" fmla="*/ 43 h 51"/>
                  <a:gd name="T8" fmla="*/ 6 w 26"/>
                  <a:gd name="T9" fmla="*/ 42 h 51"/>
                  <a:gd name="T10" fmla="*/ 22 w 26"/>
                  <a:gd name="T11" fmla="*/ 6 h 51"/>
                  <a:gd name="T12" fmla="*/ 22 w 26"/>
                  <a:gd name="T13" fmla="*/ 6 h 51"/>
                  <a:gd name="T14" fmla="*/ 4 w 26"/>
                  <a:gd name="T15" fmla="*/ 41 h 51"/>
                  <a:gd name="T16" fmla="*/ 10 w 26"/>
                  <a:gd name="T17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10" y="45"/>
                    </a:moveTo>
                    <a:cubicBezTo>
                      <a:pt x="11" y="41"/>
                      <a:pt x="25" y="3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4" y="3"/>
                      <a:pt x="9" y="42"/>
                      <a:pt x="8" y="43"/>
                    </a:cubicBezTo>
                    <a:cubicBezTo>
                      <a:pt x="8" y="46"/>
                      <a:pt x="4" y="45"/>
                      <a:pt x="6" y="42"/>
                    </a:cubicBezTo>
                    <a:cubicBezTo>
                      <a:pt x="7" y="38"/>
                      <a:pt x="21" y="8"/>
                      <a:pt x="22" y="6"/>
                    </a:cubicBezTo>
                    <a:cubicBezTo>
                      <a:pt x="22" y="6"/>
                      <a:pt x="22" y="5"/>
                      <a:pt x="22" y="6"/>
                    </a:cubicBezTo>
                    <a:cubicBezTo>
                      <a:pt x="22" y="6"/>
                      <a:pt x="7" y="34"/>
                      <a:pt x="4" y="41"/>
                    </a:cubicBezTo>
                    <a:cubicBezTo>
                      <a:pt x="0" y="49"/>
                      <a:pt x="8" y="51"/>
                      <a:pt x="10" y="4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0" name="Freeform 39">
                <a:extLst>
                  <a:ext uri="{FF2B5EF4-FFF2-40B4-BE49-F238E27FC236}">
                    <a16:creationId xmlns:a16="http://schemas.microsoft.com/office/drawing/2014/main" id="{EAA366F5-F1A2-4D93-8B29-9D037EB5F2A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2" y="7692"/>
                <a:ext cx="21" cy="37"/>
              </a:xfrm>
              <a:custGeom>
                <a:avLst/>
                <a:gdLst>
                  <a:gd name="T0" fmla="*/ 10 w 28"/>
                  <a:gd name="T1" fmla="*/ 44 h 50"/>
                  <a:gd name="T2" fmla="*/ 28 w 28"/>
                  <a:gd name="T3" fmla="*/ 2 h 50"/>
                  <a:gd name="T4" fmla="*/ 27 w 28"/>
                  <a:gd name="T5" fmla="*/ 1 h 50"/>
                  <a:gd name="T6" fmla="*/ 8 w 28"/>
                  <a:gd name="T7" fmla="*/ 42 h 50"/>
                  <a:gd name="T8" fmla="*/ 5 w 28"/>
                  <a:gd name="T9" fmla="*/ 41 h 50"/>
                  <a:gd name="T10" fmla="*/ 24 w 28"/>
                  <a:gd name="T11" fmla="*/ 6 h 50"/>
                  <a:gd name="T12" fmla="*/ 24 w 28"/>
                  <a:gd name="T13" fmla="*/ 6 h 50"/>
                  <a:gd name="T14" fmla="*/ 3 w 28"/>
                  <a:gd name="T15" fmla="*/ 40 h 50"/>
                  <a:gd name="T16" fmla="*/ 10 w 28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10" y="44"/>
                    </a:moveTo>
                    <a:cubicBezTo>
                      <a:pt x="11" y="41"/>
                      <a:pt x="27" y="3"/>
                      <a:pt x="28" y="2"/>
                    </a:cubicBezTo>
                    <a:cubicBezTo>
                      <a:pt x="28" y="1"/>
                      <a:pt x="27" y="0"/>
                      <a:pt x="27" y="1"/>
                    </a:cubicBezTo>
                    <a:cubicBezTo>
                      <a:pt x="26" y="3"/>
                      <a:pt x="9" y="41"/>
                      <a:pt x="8" y="42"/>
                    </a:cubicBezTo>
                    <a:cubicBezTo>
                      <a:pt x="7" y="45"/>
                      <a:pt x="4" y="44"/>
                      <a:pt x="5" y="41"/>
                    </a:cubicBezTo>
                    <a:cubicBezTo>
                      <a:pt x="7" y="37"/>
                      <a:pt x="23" y="7"/>
                      <a:pt x="24" y="6"/>
                    </a:cubicBezTo>
                    <a:cubicBezTo>
                      <a:pt x="24" y="6"/>
                      <a:pt x="24" y="5"/>
                      <a:pt x="24" y="6"/>
                    </a:cubicBezTo>
                    <a:cubicBezTo>
                      <a:pt x="23" y="6"/>
                      <a:pt x="7" y="33"/>
                      <a:pt x="3" y="40"/>
                    </a:cubicBezTo>
                    <a:cubicBezTo>
                      <a:pt x="0" y="47"/>
                      <a:pt x="8" y="50"/>
                      <a:pt x="10" y="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1" name="Freeform 40">
                <a:extLst>
                  <a:ext uri="{FF2B5EF4-FFF2-40B4-BE49-F238E27FC236}">
                    <a16:creationId xmlns:a16="http://schemas.microsoft.com/office/drawing/2014/main" id="{A56DC01A-2CB1-4514-8874-2D7197450C5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1" y="7693"/>
                <a:ext cx="21" cy="38"/>
              </a:xfrm>
              <a:custGeom>
                <a:avLst/>
                <a:gdLst>
                  <a:gd name="T0" fmla="*/ 24 w 28"/>
                  <a:gd name="T1" fmla="*/ 40 h 51"/>
                  <a:gd name="T2" fmla="*/ 4 w 28"/>
                  <a:gd name="T3" fmla="*/ 6 h 51"/>
                  <a:gd name="T4" fmla="*/ 4 w 28"/>
                  <a:gd name="T5" fmla="*/ 6 h 51"/>
                  <a:gd name="T6" fmla="*/ 22 w 28"/>
                  <a:gd name="T7" fmla="*/ 41 h 51"/>
                  <a:gd name="T8" fmla="*/ 20 w 28"/>
                  <a:gd name="T9" fmla="*/ 43 h 51"/>
                  <a:gd name="T10" fmla="*/ 1 w 28"/>
                  <a:gd name="T11" fmla="*/ 1 h 51"/>
                  <a:gd name="T12" fmla="*/ 0 w 28"/>
                  <a:gd name="T13" fmla="*/ 2 h 51"/>
                  <a:gd name="T14" fmla="*/ 18 w 28"/>
                  <a:gd name="T15" fmla="*/ 44 h 51"/>
                  <a:gd name="T16" fmla="*/ 24 w 28"/>
                  <a:gd name="T17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24" y="40"/>
                    </a:moveTo>
                    <a:cubicBezTo>
                      <a:pt x="21" y="33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8"/>
                      <a:pt x="21" y="38"/>
                      <a:pt x="22" y="41"/>
                    </a:cubicBezTo>
                    <a:cubicBezTo>
                      <a:pt x="24" y="44"/>
                      <a:pt x="21" y="45"/>
                      <a:pt x="20" y="43"/>
                    </a:cubicBezTo>
                    <a:cubicBezTo>
                      <a:pt x="19" y="41"/>
                      <a:pt x="2" y="3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4"/>
                      <a:pt x="17" y="41"/>
                      <a:pt x="18" y="44"/>
                    </a:cubicBezTo>
                    <a:cubicBezTo>
                      <a:pt x="20" y="51"/>
                      <a:pt x="28" y="48"/>
                      <a:pt x="24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2" name="Freeform 41">
                <a:extLst>
                  <a:ext uri="{FF2B5EF4-FFF2-40B4-BE49-F238E27FC236}">
                    <a16:creationId xmlns:a16="http://schemas.microsoft.com/office/drawing/2014/main" id="{251C54FA-927D-49FD-897A-F9BBD6AF25F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4" y="7688"/>
                <a:ext cx="17" cy="25"/>
              </a:xfrm>
              <a:custGeom>
                <a:avLst/>
                <a:gdLst>
                  <a:gd name="T0" fmla="*/ 19 w 23"/>
                  <a:gd name="T1" fmla="*/ 4 h 33"/>
                  <a:gd name="T2" fmla="*/ 19 w 23"/>
                  <a:gd name="T3" fmla="*/ 4 h 33"/>
                  <a:gd name="T4" fmla="*/ 3 w 23"/>
                  <a:gd name="T5" fmla="*/ 26 h 33"/>
                  <a:gd name="T6" fmla="*/ 8 w 23"/>
                  <a:gd name="T7" fmla="*/ 29 h 33"/>
                  <a:gd name="T8" fmla="*/ 22 w 23"/>
                  <a:gd name="T9" fmla="*/ 1 h 33"/>
                  <a:gd name="T10" fmla="*/ 22 w 23"/>
                  <a:gd name="T11" fmla="*/ 1 h 33"/>
                  <a:gd name="T12" fmla="*/ 7 w 23"/>
                  <a:gd name="T13" fmla="*/ 28 h 33"/>
                  <a:gd name="T14" fmla="*/ 5 w 23"/>
                  <a:gd name="T15" fmla="*/ 27 h 33"/>
                  <a:gd name="T16" fmla="*/ 19 w 23"/>
                  <a:gd name="T1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3">
                    <a:moveTo>
                      <a:pt x="19" y="4"/>
                    </a:move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6" y="22"/>
                      <a:pt x="3" y="26"/>
                    </a:cubicBezTo>
                    <a:cubicBezTo>
                      <a:pt x="0" y="31"/>
                      <a:pt x="7" y="33"/>
                      <a:pt x="8" y="29"/>
                    </a:cubicBezTo>
                    <a:cubicBezTo>
                      <a:pt x="9" y="27"/>
                      <a:pt x="22" y="2"/>
                      <a:pt x="22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1" y="2"/>
                      <a:pt x="7" y="27"/>
                      <a:pt x="7" y="28"/>
                    </a:cubicBezTo>
                    <a:cubicBezTo>
                      <a:pt x="6" y="29"/>
                      <a:pt x="4" y="29"/>
                      <a:pt x="5" y="27"/>
                    </a:cubicBezTo>
                    <a:cubicBezTo>
                      <a:pt x="6" y="25"/>
                      <a:pt x="19" y="4"/>
                      <a:pt x="19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3" name="Freeform 42">
                <a:extLst>
                  <a:ext uri="{FF2B5EF4-FFF2-40B4-BE49-F238E27FC236}">
                    <a16:creationId xmlns:a16="http://schemas.microsoft.com/office/drawing/2014/main" id="{7BF45FFA-56BF-487D-9F17-E2C31CEC4C4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0" y="7690"/>
                <a:ext cx="18" cy="17"/>
              </a:xfrm>
              <a:custGeom>
                <a:avLst/>
                <a:gdLst>
                  <a:gd name="T0" fmla="*/ 22 w 23"/>
                  <a:gd name="T1" fmla="*/ 1 h 23"/>
                  <a:gd name="T2" fmla="*/ 22 w 23"/>
                  <a:gd name="T3" fmla="*/ 1 h 23"/>
                  <a:gd name="T4" fmla="*/ 9 w 23"/>
                  <a:gd name="T5" fmla="*/ 16 h 23"/>
                  <a:gd name="T6" fmla="*/ 7 w 23"/>
                  <a:gd name="T7" fmla="*/ 13 h 23"/>
                  <a:gd name="T8" fmla="*/ 17 w 23"/>
                  <a:gd name="T9" fmla="*/ 4 h 23"/>
                  <a:gd name="T10" fmla="*/ 17 w 23"/>
                  <a:gd name="T11" fmla="*/ 4 h 23"/>
                  <a:gd name="T12" fmla="*/ 6 w 23"/>
                  <a:gd name="T13" fmla="*/ 12 h 23"/>
                  <a:gd name="T14" fmla="*/ 10 w 23"/>
                  <a:gd name="T15" fmla="*/ 18 h 23"/>
                  <a:gd name="T16" fmla="*/ 22 w 23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1"/>
                    </a:moveTo>
                    <a:cubicBezTo>
                      <a:pt x="23" y="1"/>
                      <a:pt x="22" y="0"/>
                      <a:pt x="22" y="1"/>
                    </a:cubicBezTo>
                    <a:cubicBezTo>
                      <a:pt x="21" y="2"/>
                      <a:pt x="10" y="15"/>
                      <a:pt x="9" y="16"/>
                    </a:cubicBezTo>
                    <a:cubicBezTo>
                      <a:pt x="7" y="18"/>
                      <a:pt x="5" y="16"/>
                      <a:pt x="7" y="13"/>
                    </a:cubicBezTo>
                    <a:cubicBezTo>
                      <a:pt x="9" y="11"/>
                      <a:pt x="17" y="5"/>
                      <a:pt x="17" y="4"/>
                    </a:cubicBezTo>
                    <a:cubicBezTo>
                      <a:pt x="17" y="4"/>
                      <a:pt x="18" y="4"/>
                      <a:pt x="17" y="4"/>
                    </a:cubicBezTo>
                    <a:cubicBezTo>
                      <a:pt x="17" y="4"/>
                      <a:pt x="11" y="6"/>
                      <a:pt x="6" y="12"/>
                    </a:cubicBezTo>
                    <a:cubicBezTo>
                      <a:pt x="0" y="18"/>
                      <a:pt x="6" y="23"/>
                      <a:pt x="10" y="18"/>
                    </a:cubicBezTo>
                    <a:cubicBezTo>
                      <a:pt x="13" y="15"/>
                      <a:pt x="21" y="3"/>
                      <a:pt x="2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4" name="Freeform 43">
                <a:extLst>
                  <a:ext uri="{FF2B5EF4-FFF2-40B4-BE49-F238E27FC236}">
                    <a16:creationId xmlns:a16="http://schemas.microsoft.com/office/drawing/2014/main" id="{E7C390C4-D2D6-4F06-9EF4-3BE4DD8F11C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26"/>
                <a:ext cx="27" cy="8"/>
              </a:xfrm>
              <a:custGeom>
                <a:avLst/>
                <a:gdLst>
                  <a:gd name="T0" fmla="*/ 29 w 37"/>
                  <a:gd name="T1" fmla="*/ 5 h 11"/>
                  <a:gd name="T2" fmla="*/ 11 w 37"/>
                  <a:gd name="T3" fmla="*/ 1 h 11"/>
                  <a:gd name="T4" fmla="*/ 9 w 37"/>
                  <a:gd name="T5" fmla="*/ 11 h 11"/>
                  <a:gd name="T6" fmla="*/ 36 w 37"/>
                  <a:gd name="T7" fmla="*/ 8 h 11"/>
                  <a:gd name="T8" fmla="*/ 36 w 37"/>
                  <a:gd name="T9" fmla="*/ 7 h 11"/>
                  <a:gd name="T10" fmla="*/ 10 w 37"/>
                  <a:gd name="T11" fmla="*/ 8 h 11"/>
                  <a:gd name="T12" fmla="*/ 11 w 37"/>
                  <a:gd name="T13" fmla="*/ 3 h 11"/>
                  <a:gd name="T14" fmla="*/ 28 w 37"/>
                  <a:gd name="T15" fmla="*/ 6 h 11"/>
                  <a:gd name="T16" fmla="*/ 29 w 37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9" y="5"/>
                    </a:moveTo>
                    <a:cubicBezTo>
                      <a:pt x="28" y="5"/>
                      <a:pt x="21" y="1"/>
                      <a:pt x="11" y="1"/>
                    </a:cubicBezTo>
                    <a:cubicBezTo>
                      <a:pt x="0" y="0"/>
                      <a:pt x="1" y="11"/>
                      <a:pt x="9" y="11"/>
                    </a:cubicBezTo>
                    <a:cubicBezTo>
                      <a:pt x="14" y="10"/>
                      <a:pt x="34" y="9"/>
                      <a:pt x="36" y="8"/>
                    </a:cubicBezTo>
                    <a:cubicBezTo>
                      <a:pt x="37" y="8"/>
                      <a:pt x="37" y="7"/>
                      <a:pt x="36" y="7"/>
                    </a:cubicBezTo>
                    <a:cubicBezTo>
                      <a:pt x="34" y="7"/>
                      <a:pt x="12" y="8"/>
                      <a:pt x="10" y="8"/>
                    </a:cubicBezTo>
                    <a:cubicBezTo>
                      <a:pt x="7" y="7"/>
                      <a:pt x="7" y="3"/>
                      <a:pt x="11" y="3"/>
                    </a:cubicBezTo>
                    <a:cubicBezTo>
                      <a:pt x="16" y="4"/>
                      <a:pt x="28" y="6"/>
                      <a:pt x="28" y="6"/>
                    </a:cubicBezTo>
                    <a:cubicBezTo>
                      <a:pt x="29" y="6"/>
                      <a:pt x="29" y="5"/>
                      <a:pt x="29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5" name="Freeform 44">
                <a:extLst>
                  <a:ext uri="{FF2B5EF4-FFF2-40B4-BE49-F238E27FC236}">
                    <a16:creationId xmlns:a16="http://schemas.microsoft.com/office/drawing/2014/main" id="{C23AE43F-A127-4218-B01A-7CAB55D5C2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12"/>
                <a:ext cx="27" cy="10"/>
              </a:xfrm>
              <a:custGeom>
                <a:avLst/>
                <a:gdLst>
                  <a:gd name="T0" fmla="*/ 9 w 37"/>
                  <a:gd name="T1" fmla="*/ 11 h 13"/>
                  <a:gd name="T2" fmla="*/ 36 w 37"/>
                  <a:gd name="T3" fmla="*/ 13 h 13"/>
                  <a:gd name="T4" fmla="*/ 36 w 37"/>
                  <a:gd name="T5" fmla="*/ 11 h 13"/>
                  <a:gd name="T6" fmla="*/ 11 w 37"/>
                  <a:gd name="T7" fmla="*/ 8 h 13"/>
                  <a:gd name="T8" fmla="*/ 12 w 37"/>
                  <a:gd name="T9" fmla="*/ 4 h 13"/>
                  <a:gd name="T10" fmla="*/ 29 w 37"/>
                  <a:gd name="T11" fmla="*/ 9 h 13"/>
                  <a:gd name="T12" fmla="*/ 29 w 37"/>
                  <a:gd name="T13" fmla="*/ 9 h 13"/>
                  <a:gd name="T14" fmla="*/ 12 w 37"/>
                  <a:gd name="T15" fmla="*/ 2 h 13"/>
                  <a:gd name="T16" fmla="*/ 9 w 37"/>
                  <a:gd name="T1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9" y="11"/>
                    </a:moveTo>
                    <a:cubicBezTo>
                      <a:pt x="14" y="12"/>
                      <a:pt x="33" y="12"/>
                      <a:pt x="36" y="13"/>
                    </a:cubicBezTo>
                    <a:cubicBezTo>
                      <a:pt x="37" y="13"/>
                      <a:pt x="37" y="11"/>
                      <a:pt x="36" y="11"/>
                    </a:cubicBezTo>
                    <a:cubicBezTo>
                      <a:pt x="34" y="11"/>
                      <a:pt x="12" y="9"/>
                      <a:pt x="11" y="8"/>
                    </a:cubicBezTo>
                    <a:cubicBezTo>
                      <a:pt x="7" y="8"/>
                      <a:pt x="8" y="4"/>
                      <a:pt x="12" y="4"/>
                    </a:cubicBezTo>
                    <a:cubicBezTo>
                      <a:pt x="16" y="5"/>
                      <a:pt x="28" y="9"/>
                      <a:pt x="29" y="9"/>
                    </a:cubicBezTo>
                    <a:cubicBezTo>
                      <a:pt x="29" y="9"/>
                      <a:pt x="30" y="9"/>
                      <a:pt x="29" y="9"/>
                    </a:cubicBezTo>
                    <a:cubicBezTo>
                      <a:pt x="28" y="8"/>
                      <a:pt x="22" y="4"/>
                      <a:pt x="12" y="2"/>
                    </a:cubicBezTo>
                    <a:cubicBezTo>
                      <a:pt x="1" y="0"/>
                      <a:pt x="0" y="11"/>
                      <a:pt x="9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6" name="Freeform 45">
                <a:extLst>
                  <a:ext uri="{FF2B5EF4-FFF2-40B4-BE49-F238E27FC236}">
                    <a16:creationId xmlns:a16="http://schemas.microsoft.com/office/drawing/2014/main" id="{1BE7CBFB-0C4A-4EF3-9445-B4C03711099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3" y="7599"/>
                <a:ext cx="21" cy="13"/>
              </a:xfrm>
              <a:custGeom>
                <a:avLst/>
                <a:gdLst>
                  <a:gd name="T0" fmla="*/ 14 w 27"/>
                  <a:gd name="T1" fmla="*/ 5 h 18"/>
                  <a:gd name="T2" fmla="*/ 7 w 27"/>
                  <a:gd name="T3" fmla="*/ 11 h 18"/>
                  <a:gd name="T4" fmla="*/ 25 w 27"/>
                  <a:gd name="T5" fmla="*/ 18 h 18"/>
                  <a:gd name="T6" fmla="*/ 26 w 27"/>
                  <a:gd name="T7" fmla="*/ 17 h 18"/>
                  <a:gd name="T8" fmla="*/ 10 w 27"/>
                  <a:gd name="T9" fmla="*/ 10 h 18"/>
                  <a:gd name="T10" fmla="*/ 12 w 27"/>
                  <a:gd name="T11" fmla="*/ 7 h 18"/>
                  <a:gd name="T12" fmla="*/ 20 w 27"/>
                  <a:gd name="T13" fmla="*/ 13 h 18"/>
                  <a:gd name="T14" fmla="*/ 21 w 27"/>
                  <a:gd name="T15" fmla="*/ 13 h 18"/>
                  <a:gd name="T16" fmla="*/ 14 w 27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14" y="5"/>
                    </a:moveTo>
                    <a:cubicBezTo>
                      <a:pt x="5" y="0"/>
                      <a:pt x="0" y="8"/>
                      <a:pt x="7" y="11"/>
                    </a:cubicBezTo>
                    <a:cubicBezTo>
                      <a:pt x="11" y="13"/>
                      <a:pt x="23" y="17"/>
                      <a:pt x="25" y="18"/>
                    </a:cubicBezTo>
                    <a:cubicBezTo>
                      <a:pt x="26" y="18"/>
                      <a:pt x="27" y="17"/>
                      <a:pt x="26" y="17"/>
                    </a:cubicBezTo>
                    <a:cubicBezTo>
                      <a:pt x="24" y="16"/>
                      <a:pt x="11" y="10"/>
                      <a:pt x="10" y="10"/>
                    </a:cubicBezTo>
                    <a:cubicBezTo>
                      <a:pt x="7" y="8"/>
                      <a:pt x="9" y="5"/>
                      <a:pt x="12" y="7"/>
                    </a:cubicBezTo>
                    <a:cubicBezTo>
                      <a:pt x="16" y="9"/>
                      <a:pt x="21" y="13"/>
                      <a:pt x="20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2" y="10"/>
                      <a:pt x="14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7" name="Freeform 46">
                <a:extLst>
                  <a:ext uri="{FF2B5EF4-FFF2-40B4-BE49-F238E27FC236}">
                    <a16:creationId xmlns:a16="http://schemas.microsoft.com/office/drawing/2014/main" id="{CF9E6AB6-EFE1-4F2F-BBDD-15346E4B92C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6" y="7586"/>
                <a:ext cx="24" cy="20"/>
              </a:xfrm>
              <a:custGeom>
                <a:avLst/>
                <a:gdLst>
                  <a:gd name="T0" fmla="*/ 26 w 32"/>
                  <a:gd name="T1" fmla="*/ 19 h 26"/>
                  <a:gd name="T2" fmla="*/ 13 w 32"/>
                  <a:gd name="T3" fmla="*/ 7 h 26"/>
                  <a:gd name="T4" fmla="*/ 7 w 32"/>
                  <a:gd name="T5" fmla="*/ 14 h 26"/>
                  <a:gd name="T6" fmla="*/ 30 w 32"/>
                  <a:gd name="T7" fmla="*/ 26 h 26"/>
                  <a:gd name="T8" fmla="*/ 31 w 32"/>
                  <a:gd name="T9" fmla="*/ 25 h 26"/>
                  <a:gd name="T10" fmla="*/ 9 w 32"/>
                  <a:gd name="T11" fmla="*/ 12 h 26"/>
                  <a:gd name="T12" fmla="*/ 11 w 32"/>
                  <a:gd name="T13" fmla="*/ 9 h 26"/>
                  <a:gd name="T14" fmla="*/ 26 w 32"/>
                  <a:gd name="T15" fmla="*/ 19 h 26"/>
                  <a:gd name="T16" fmla="*/ 26 w 32"/>
                  <a:gd name="T17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6">
                    <a:moveTo>
                      <a:pt x="26" y="19"/>
                    </a:moveTo>
                    <a:cubicBezTo>
                      <a:pt x="26" y="19"/>
                      <a:pt x="20" y="13"/>
                      <a:pt x="13" y="7"/>
                    </a:cubicBezTo>
                    <a:cubicBezTo>
                      <a:pt x="5" y="0"/>
                      <a:pt x="0" y="10"/>
                      <a:pt x="7" y="14"/>
                    </a:cubicBezTo>
                    <a:cubicBezTo>
                      <a:pt x="10" y="17"/>
                      <a:pt x="28" y="25"/>
                      <a:pt x="30" y="26"/>
                    </a:cubicBezTo>
                    <a:cubicBezTo>
                      <a:pt x="31" y="26"/>
                      <a:pt x="32" y="25"/>
                      <a:pt x="31" y="25"/>
                    </a:cubicBezTo>
                    <a:cubicBezTo>
                      <a:pt x="29" y="23"/>
                      <a:pt x="10" y="13"/>
                      <a:pt x="9" y="12"/>
                    </a:cubicBezTo>
                    <a:cubicBezTo>
                      <a:pt x="7" y="10"/>
                      <a:pt x="8" y="7"/>
                      <a:pt x="11" y="9"/>
                    </a:cubicBezTo>
                    <a:cubicBezTo>
                      <a:pt x="15" y="12"/>
                      <a:pt x="26" y="20"/>
                      <a:pt x="26" y="19"/>
                    </a:cubicBezTo>
                    <a:cubicBezTo>
                      <a:pt x="25" y="19"/>
                      <a:pt x="27" y="20"/>
                      <a:pt x="26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8" name="Freeform 47">
                <a:extLst>
                  <a:ext uri="{FF2B5EF4-FFF2-40B4-BE49-F238E27FC236}">
                    <a16:creationId xmlns:a16="http://schemas.microsoft.com/office/drawing/2014/main" id="{9C4A43EF-3507-42FC-BFD6-B07F261ED9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2" y="7582"/>
                <a:ext cx="13" cy="15"/>
              </a:xfrm>
              <a:custGeom>
                <a:avLst/>
                <a:gdLst>
                  <a:gd name="T0" fmla="*/ 17 w 18"/>
                  <a:gd name="T1" fmla="*/ 20 h 20"/>
                  <a:gd name="T2" fmla="*/ 17 w 18"/>
                  <a:gd name="T3" fmla="*/ 19 h 20"/>
                  <a:gd name="T4" fmla="*/ 5 w 18"/>
                  <a:gd name="T5" fmla="*/ 8 h 20"/>
                  <a:gd name="T6" fmla="*/ 7 w 18"/>
                  <a:gd name="T7" fmla="*/ 6 h 20"/>
                  <a:gd name="T8" fmla="*/ 15 w 18"/>
                  <a:gd name="T9" fmla="*/ 15 h 20"/>
                  <a:gd name="T10" fmla="*/ 15 w 18"/>
                  <a:gd name="T11" fmla="*/ 15 h 20"/>
                  <a:gd name="T12" fmla="*/ 8 w 18"/>
                  <a:gd name="T13" fmla="*/ 5 h 20"/>
                  <a:gd name="T14" fmla="*/ 3 w 18"/>
                  <a:gd name="T15" fmla="*/ 9 h 20"/>
                  <a:gd name="T16" fmla="*/ 17 w 18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7" y="20"/>
                    </a:moveTo>
                    <a:cubicBezTo>
                      <a:pt x="17" y="20"/>
                      <a:pt x="18" y="20"/>
                      <a:pt x="17" y="19"/>
                    </a:cubicBezTo>
                    <a:cubicBezTo>
                      <a:pt x="17" y="18"/>
                      <a:pt x="6" y="9"/>
                      <a:pt x="5" y="8"/>
                    </a:cubicBezTo>
                    <a:cubicBezTo>
                      <a:pt x="4" y="7"/>
                      <a:pt x="5" y="4"/>
                      <a:pt x="7" y="6"/>
                    </a:cubicBezTo>
                    <a:cubicBezTo>
                      <a:pt x="9" y="9"/>
                      <a:pt x="15" y="15"/>
                      <a:pt x="15" y="15"/>
                    </a:cubicBezTo>
                    <a:cubicBezTo>
                      <a:pt x="15" y="15"/>
                      <a:pt x="16" y="15"/>
                      <a:pt x="15" y="15"/>
                    </a:cubicBezTo>
                    <a:cubicBezTo>
                      <a:pt x="15" y="14"/>
                      <a:pt x="12" y="10"/>
                      <a:pt x="8" y="5"/>
                    </a:cubicBezTo>
                    <a:cubicBezTo>
                      <a:pt x="4" y="0"/>
                      <a:pt x="0" y="6"/>
                      <a:pt x="3" y="9"/>
                    </a:cubicBezTo>
                    <a:cubicBezTo>
                      <a:pt x="5" y="11"/>
                      <a:pt x="16" y="19"/>
                      <a:pt x="17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9" name="Freeform 48">
                <a:extLst>
                  <a:ext uri="{FF2B5EF4-FFF2-40B4-BE49-F238E27FC236}">
                    <a16:creationId xmlns:a16="http://schemas.microsoft.com/office/drawing/2014/main" id="{049783BF-A021-48D0-AC7A-95868F77F6C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83" y="7580"/>
                <a:ext cx="6" cy="14"/>
              </a:xfrm>
              <a:custGeom>
                <a:avLst/>
                <a:gdLst>
                  <a:gd name="T0" fmla="*/ 5 w 8"/>
                  <a:gd name="T1" fmla="*/ 14 h 19"/>
                  <a:gd name="T2" fmla="*/ 7 w 8"/>
                  <a:gd name="T3" fmla="*/ 6 h 19"/>
                  <a:gd name="T4" fmla="*/ 0 w 8"/>
                  <a:gd name="T5" fmla="*/ 6 h 19"/>
                  <a:gd name="T6" fmla="*/ 3 w 8"/>
                  <a:gd name="T7" fmla="*/ 18 h 19"/>
                  <a:gd name="T8" fmla="*/ 3 w 8"/>
                  <a:gd name="T9" fmla="*/ 18 h 19"/>
                  <a:gd name="T10" fmla="*/ 2 w 8"/>
                  <a:gd name="T11" fmla="*/ 6 h 19"/>
                  <a:gd name="T12" fmla="*/ 5 w 8"/>
                  <a:gd name="T13" fmla="*/ 6 h 19"/>
                  <a:gd name="T14" fmla="*/ 5 w 8"/>
                  <a:gd name="T15" fmla="*/ 13 h 19"/>
                  <a:gd name="T16" fmla="*/ 5 w 8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5" y="14"/>
                    </a:moveTo>
                    <a:cubicBezTo>
                      <a:pt x="5" y="13"/>
                      <a:pt x="6" y="12"/>
                      <a:pt x="7" y="6"/>
                    </a:cubicBezTo>
                    <a:cubicBezTo>
                      <a:pt x="8" y="0"/>
                      <a:pt x="1" y="1"/>
                      <a:pt x="0" y="6"/>
                    </a:cubicBezTo>
                    <a:cubicBezTo>
                      <a:pt x="0" y="9"/>
                      <a:pt x="3" y="17"/>
                      <a:pt x="3" y="18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4" y="17"/>
                      <a:pt x="2" y="7"/>
                      <a:pt x="2" y="6"/>
                    </a:cubicBezTo>
                    <a:cubicBezTo>
                      <a:pt x="3" y="4"/>
                      <a:pt x="5" y="4"/>
                      <a:pt x="5" y="6"/>
                    </a:cubicBezTo>
                    <a:cubicBezTo>
                      <a:pt x="5" y="9"/>
                      <a:pt x="5" y="14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0" name="Freeform 49">
                <a:extLst>
                  <a:ext uri="{FF2B5EF4-FFF2-40B4-BE49-F238E27FC236}">
                    <a16:creationId xmlns:a16="http://schemas.microsoft.com/office/drawing/2014/main" id="{DDE587B1-1FF9-4B0D-B9DF-19B23C25C1B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0" y="7666"/>
                <a:ext cx="19" cy="15"/>
              </a:xfrm>
              <a:custGeom>
                <a:avLst/>
                <a:gdLst>
                  <a:gd name="T0" fmla="*/ 11 w 26"/>
                  <a:gd name="T1" fmla="*/ 16 h 20"/>
                  <a:gd name="T2" fmla="*/ 26 w 26"/>
                  <a:gd name="T3" fmla="*/ 2 h 20"/>
                  <a:gd name="T4" fmla="*/ 25 w 26"/>
                  <a:gd name="T5" fmla="*/ 1 h 20"/>
                  <a:gd name="T6" fmla="*/ 10 w 26"/>
                  <a:gd name="T7" fmla="*/ 14 h 20"/>
                  <a:gd name="T8" fmla="*/ 8 w 26"/>
                  <a:gd name="T9" fmla="*/ 11 h 20"/>
                  <a:gd name="T10" fmla="*/ 20 w 26"/>
                  <a:gd name="T11" fmla="*/ 4 h 20"/>
                  <a:gd name="T12" fmla="*/ 20 w 26"/>
                  <a:gd name="T13" fmla="*/ 3 h 20"/>
                  <a:gd name="T14" fmla="*/ 7 w 26"/>
                  <a:gd name="T15" fmla="*/ 9 h 20"/>
                  <a:gd name="T16" fmla="*/ 11 w 26"/>
                  <a:gd name="T1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1" y="16"/>
                    </a:moveTo>
                    <a:cubicBezTo>
                      <a:pt x="14" y="13"/>
                      <a:pt x="24" y="3"/>
                      <a:pt x="26" y="2"/>
                    </a:cubicBezTo>
                    <a:cubicBezTo>
                      <a:pt x="26" y="1"/>
                      <a:pt x="26" y="0"/>
                      <a:pt x="25" y="1"/>
                    </a:cubicBezTo>
                    <a:cubicBezTo>
                      <a:pt x="24" y="2"/>
                      <a:pt x="11" y="13"/>
                      <a:pt x="10" y="14"/>
                    </a:cubicBezTo>
                    <a:cubicBezTo>
                      <a:pt x="8" y="15"/>
                      <a:pt x="6" y="13"/>
                      <a:pt x="8" y="11"/>
                    </a:cubicBezTo>
                    <a:cubicBezTo>
                      <a:pt x="11" y="9"/>
                      <a:pt x="21" y="3"/>
                      <a:pt x="20" y="4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3"/>
                      <a:pt x="13" y="4"/>
                      <a:pt x="7" y="9"/>
                    </a:cubicBezTo>
                    <a:cubicBezTo>
                      <a:pt x="0" y="14"/>
                      <a:pt x="6" y="20"/>
                      <a:pt x="11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1" name="Freeform 50">
                <a:extLst>
                  <a:ext uri="{FF2B5EF4-FFF2-40B4-BE49-F238E27FC236}">
                    <a16:creationId xmlns:a16="http://schemas.microsoft.com/office/drawing/2014/main" id="{CB810F28-D31E-4020-847B-8FB6763847C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5" y="7723"/>
                <a:ext cx="12" cy="18"/>
              </a:xfrm>
              <a:custGeom>
                <a:avLst/>
                <a:gdLst>
                  <a:gd name="T0" fmla="*/ 4 w 16"/>
                  <a:gd name="T1" fmla="*/ 13 h 25"/>
                  <a:gd name="T2" fmla="*/ 8 w 16"/>
                  <a:gd name="T3" fmla="*/ 19 h 25"/>
                  <a:gd name="T4" fmla="*/ 16 w 16"/>
                  <a:gd name="T5" fmla="*/ 1 h 25"/>
                  <a:gd name="T6" fmla="*/ 15 w 16"/>
                  <a:gd name="T7" fmla="*/ 0 h 25"/>
                  <a:gd name="T8" fmla="*/ 7 w 16"/>
                  <a:gd name="T9" fmla="*/ 17 h 25"/>
                  <a:gd name="T10" fmla="*/ 6 w 16"/>
                  <a:gd name="T11" fmla="*/ 15 h 25"/>
                  <a:gd name="T12" fmla="*/ 12 w 16"/>
                  <a:gd name="T13" fmla="*/ 5 h 25"/>
                  <a:gd name="T14" fmla="*/ 12 w 16"/>
                  <a:gd name="T15" fmla="*/ 4 h 25"/>
                  <a:gd name="T16" fmla="*/ 4 w 16"/>
                  <a:gd name="T17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13"/>
                    </a:moveTo>
                    <a:cubicBezTo>
                      <a:pt x="0" y="20"/>
                      <a:pt x="6" y="25"/>
                      <a:pt x="8" y="19"/>
                    </a:cubicBezTo>
                    <a:cubicBezTo>
                      <a:pt x="10" y="16"/>
                      <a:pt x="15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2"/>
                      <a:pt x="8" y="16"/>
                      <a:pt x="7" y="17"/>
                    </a:cubicBezTo>
                    <a:cubicBezTo>
                      <a:pt x="6" y="19"/>
                      <a:pt x="4" y="17"/>
                      <a:pt x="6" y="15"/>
                    </a:cubicBezTo>
                    <a:cubicBezTo>
                      <a:pt x="7" y="12"/>
                      <a:pt x="12" y="5"/>
                      <a:pt x="12" y="5"/>
                    </a:cubicBezTo>
                    <a:cubicBezTo>
                      <a:pt x="12" y="5"/>
                      <a:pt x="13" y="4"/>
                      <a:pt x="12" y="4"/>
                    </a:cubicBezTo>
                    <a:cubicBezTo>
                      <a:pt x="12" y="5"/>
                      <a:pt x="8" y="7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2" name="Freeform 51">
                <a:extLst>
                  <a:ext uri="{FF2B5EF4-FFF2-40B4-BE49-F238E27FC236}">
                    <a16:creationId xmlns:a16="http://schemas.microsoft.com/office/drawing/2014/main" id="{70E4FE6F-6BB2-4750-80B5-B5E6AEB565C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45" y="7647"/>
                <a:ext cx="100" cy="51"/>
              </a:xfrm>
              <a:custGeom>
                <a:avLst/>
                <a:gdLst>
                  <a:gd name="T0" fmla="*/ 18 w 135"/>
                  <a:gd name="T1" fmla="*/ 64 h 69"/>
                  <a:gd name="T2" fmla="*/ 134 w 135"/>
                  <a:gd name="T3" fmla="*/ 3 h 69"/>
                  <a:gd name="T4" fmla="*/ 133 w 135"/>
                  <a:gd name="T5" fmla="*/ 1 h 69"/>
                  <a:gd name="T6" fmla="*/ 18 w 135"/>
                  <a:gd name="T7" fmla="*/ 59 h 69"/>
                  <a:gd name="T8" fmla="*/ 16 w 135"/>
                  <a:gd name="T9" fmla="*/ 54 h 69"/>
                  <a:gd name="T10" fmla="*/ 123 w 135"/>
                  <a:gd name="T11" fmla="*/ 4 h 69"/>
                  <a:gd name="T12" fmla="*/ 123 w 135"/>
                  <a:gd name="T13" fmla="*/ 4 h 69"/>
                  <a:gd name="T14" fmla="*/ 14 w 135"/>
                  <a:gd name="T15" fmla="*/ 50 h 69"/>
                  <a:gd name="T16" fmla="*/ 18 w 135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8" y="64"/>
                    </a:moveTo>
                    <a:cubicBezTo>
                      <a:pt x="24" y="60"/>
                      <a:pt x="131" y="5"/>
                      <a:pt x="134" y="3"/>
                    </a:cubicBezTo>
                    <a:cubicBezTo>
                      <a:pt x="135" y="2"/>
                      <a:pt x="135" y="0"/>
                      <a:pt x="133" y="1"/>
                    </a:cubicBezTo>
                    <a:cubicBezTo>
                      <a:pt x="130" y="3"/>
                      <a:pt x="20" y="58"/>
                      <a:pt x="18" y="59"/>
                    </a:cubicBezTo>
                    <a:cubicBezTo>
                      <a:pt x="13" y="61"/>
                      <a:pt x="11" y="56"/>
                      <a:pt x="16" y="54"/>
                    </a:cubicBezTo>
                    <a:cubicBezTo>
                      <a:pt x="22" y="51"/>
                      <a:pt x="124" y="4"/>
                      <a:pt x="123" y="4"/>
                    </a:cubicBezTo>
                    <a:cubicBezTo>
                      <a:pt x="122" y="5"/>
                      <a:pt x="124" y="3"/>
                      <a:pt x="123" y="4"/>
                    </a:cubicBezTo>
                    <a:cubicBezTo>
                      <a:pt x="122" y="4"/>
                      <a:pt x="27" y="45"/>
                      <a:pt x="14" y="50"/>
                    </a:cubicBezTo>
                    <a:cubicBezTo>
                      <a:pt x="0" y="56"/>
                      <a:pt x="7" y="69"/>
                      <a:pt x="18" y="6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3" name="Freeform 52">
                <a:extLst>
                  <a:ext uri="{FF2B5EF4-FFF2-40B4-BE49-F238E27FC236}">
                    <a16:creationId xmlns:a16="http://schemas.microsoft.com/office/drawing/2014/main" id="{8A2E31CE-C4E7-4BD2-9A6B-E7931C2CB82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8" y="7679"/>
                <a:ext cx="101" cy="112"/>
              </a:xfrm>
              <a:custGeom>
                <a:avLst/>
                <a:gdLst>
                  <a:gd name="T0" fmla="*/ 19 w 135"/>
                  <a:gd name="T1" fmla="*/ 141 h 150"/>
                  <a:gd name="T2" fmla="*/ 51 w 135"/>
                  <a:gd name="T3" fmla="*/ 103 h 150"/>
                  <a:gd name="T4" fmla="*/ 64 w 135"/>
                  <a:gd name="T5" fmla="*/ 104 h 150"/>
                  <a:gd name="T6" fmla="*/ 132 w 135"/>
                  <a:gd name="T7" fmla="*/ 10 h 150"/>
                  <a:gd name="T8" fmla="*/ 131 w 135"/>
                  <a:gd name="T9" fmla="*/ 9 h 150"/>
                  <a:gd name="T10" fmla="*/ 61 w 135"/>
                  <a:gd name="T11" fmla="*/ 100 h 150"/>
                  <a:gd name="T12" fmla="*/ 57 w 135"/>
                  <a:gd name="T13" fmla="*/ 96 h 150"/>
                  <a:gd name="T14" fmla="*/ 115 w 135"/>
                  <a:gd name="T15" fmla="*/ 27 h 150"/>
                  <a:gd name="T16" fmla="*/ 134 w 135"/>
                  <a:gd name="T17" fmla="*/ 3 h 150"/>
                  <a:gd name="T18" fmla="*/ 133 w 135"/>
                  <a:gd name="T19" fmla="*/ 2 h 150"/>
                  <a:gd name="T20" fmla="*/ 17 w 135"/>
                  <a:gd name="T21" fmla="*/ 137 h 150"/>
                  <a:gd name="T22" fmla="*/ 13 w 135"/>
                  <a:gd name="T23" fmla="*/ 132 h 150"/>
                  <a:gd name="T24" fmla="*/ 125 w 135"/>
                  <a:gd name="T25" fmla="*/ 8 h 150"/>
                  <a:gd name="T26" fmla="*/ 125 w 135"/>
                  <a:gd name="T27" fmla="*/ 8 h 150"/>
                  <a:gd name="T28" fmla="*/ 10 w 135"/>
                  <a:gd name="T29" fmla="*/ 129 h 150"/>
                  <a:gd name="T30" fmla="*/ 19 w 135"/>
                  <a:gd name="T31" fmla="*/ 14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9" y="141"/>
                    </a:moveTo>
                    <a:cubicBezTo>
                      <a:pt x="21" y="139"/>
                      <a:pt x="34" y="123"/>
                      <a:pt x="51" y="103"/>
                    </a:cubicBezTo>
                    <a:cubicBezTo>
                      <a:pt x="51" y="109"/>
                      <a:pt x="59" y="111"/>
                      <a:pt x="64" y="104"/>
                    </a:cubicBezTo>
                    <a:cubicBezTo>
                      <a:pt x="67" y="99"/>
                      <a:pt x="130" y="13"/>
                      <a:pt x="132" y="10"/>
                    </a:cubicBezTo>
                    <a:cubicBezTo>
                      <a:pt x="133" y="9"/>
                      <a:pt x="132" y="7"/>
                      <a:pt x="131" y="9"/>
                    </a:cubicBezTo>
                    <a:cubicBezTo>
                      <a:pt x="129" y="11"/>
                      <a:pt x="63" y="98"/>
                      <a:pt x="61" y="100"/>
                    </a:cubicBezTo>
                    <a:cubicBezTo>
                      <a:pt x="58" y="104"/>
                      <a:pt x="54" y="101"/>
                      <a:pt x="57" y="96"/>
                    </a:cubicBezTo>
                    <a:cubicBezTo>
                      <a:pt x="60" y="92"/>
                      <a:pt x="97" y="47"/>
                      <a:pt x="115" y="27"/>
                    </a:cubicBezTo>
                    <a:cubicBezTo>
                      <a:pt x="126" y="13"/>
                      <a:pt x="134" y="4"/>
                      <a:pt x="134" y="3"/>
                    </a:cubicBezTo>
                    <a:cubicBezTo>
                      <a:pt x="135" y="2"/>
                      <a:pt x="134" y="0"/>
                      <a:pt x="133" y="2"/>
                    </a:cubicBezTo>
                    <a:cubicBezTo>
                      <a:pt x="131" y="4"/>
                      <a:pt x="19" y="135"/>
                      <a:pt x="17" y="137"/>
                    </a:cubicBezTo>
                    <a:cubicBezTo>
                      <a:pt x="14" y="140"/>
                      <a:pt x="9" y="137"/>
                      <a:pt x="13" y="132"/>
                    </a:cubicBezTo>
                    <a:cubicBezTo>
                      <a:pt x="17" y="127"/>
                      <a:pt x="126" y="8"/>
                      <a:pt x="125" y="8"/>
                    </a:cubicBezTo>
                    <a:cubicBezTo>
                      <a:pt x="125" y="9"/>
                      <a:pt x="126" y="7"/>
                      <a:pt x="125" y="8"/>
                    </a:cubicBezTo>
                    <a:cubicBezTo>
                      <a:pt x="124" y="8"/>
                      <a:pt x="20" y="119"/>
                      <a:pt x="10" y="129"/>
                    </a:cubicBezTo>
                    <a:cubicBezTo>
                      <a:pt x="0" y="141"/>
                      <a:pt x="12" y="150"/>
                      <a:pt x="19" y="1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4" name="Freeform 53">
                <a:extLst>
                  <a:ext uri="{FF2B5EF4-FFF2-40B4-BE49-F238E27FC236}">
                    <a16:creationId xmlns:a16="http://schemas.microsoft.com/office/drawing/2014/main" id="{0344DA05-D29D-477F-92C4-AEE79D4BD34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1" y="7682"/>
                <a:ext cx="66" cy="51"/>
              </a:xfrm>
              <a:custGeom>
                <a:avLst/>
                <a:gdLst>
                  <a:gd name="T0" fmla="*/ 70 w 89"/>
                  <a:gd name="T1" fmla="*/ 61 h 69"/>
                  <a:gd name="T2" fmla="*/ 77 w 89"/>
                  <a:gd name="T3" fmla="*/ 49 h 69"/>
                  <a:gd name="T4" fmla="*/ 12 w 89"/>
                  <a:gd name="T5" fmla="*/ 5 h 69"/>
                  <a:gd name="T6" fmla="*/ 12 w 89"/>
                  <a:gd name="T7" fmla="*/ 6 h 69"/>
                  <a:gd name="T8" fmla="*/ 75 w 89"/>
                  <a:gd name="T9" fmla="*/ 52 h 69"/>
                  <a:gd name="T10" fmla="*/ 72 w 89"/>
                  <a:gd name="T11" fmla="*/ 57 h 69"/>
                  <a:gd name="T12" fmla="*/ 3 w 89"/>
                  <a:gd name="T13" fmla="*/ 1 h 69"/>
                  <a:gd name="T14" fmla="*/ 1 w 89"/>
                  <a:gd name="T15" fmla="*/ 2 h 69"/>
                  <a:gd name="T16" fmla="*/ 70 w 89"/>
                  <a:gd name="T17" fmla="*/ 6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70" y="61"/>
                    </a:moveTo>
                    <a:cubicBezTo>
                      <a:pt x="80" y="69"/>
                      <a:pt x="89" y="57"/>
                      <a:pt x="77" y="49"/>
                    </a:cubicBezTo>
                    <a:cubicBezTo>
                      <a:pt x="66" y="41"/>
                      <a:pt x="13" y="5"/>
                      <a:pt x="12" y="5"/>
                    </a:cubicBezTo>
                    <a:cubicBezTo>
                      <a:pt x="11" y="5"/>
                      <a:pt x="12" y="7"/>
                      <a:pt x="12" y="6"/>
                    </a:cubicBezTo>
                    <a:cubicBezTo>
                      <a:pt x="11" y="5"/>
                      <a:pt x="69" y="48"/>
                      <a:pt x="75" y="52"/>
                    </a:cubicBezTo>
                    <a:cubicBezTo>
                      <a:pt x="79" y="55"/>
                      <a:pt x="76" y="60"/>
                      <a:pt x="72" y="57"/>
                    </a:cubicBezTo>
                    <a:cubicBezTo>
                      <a:pt x="70" y="56"/>
                      <a:pt x="5" y="3"/>
                      <a:pt x="3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4"/>
                      <a:pt x="65" y="57"/>
                      <a:pt x="70" y="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5" name="Freeform 54">
                <a:extLst>
                  <a:ext uri="{FF2B5EF4-FFF2-40B4-BE49-F238E27FC236}">
                    <a16:creationId xmlns:a16="http://schemas.microsoft.com/office/drawing/2014/main" id="{D4329413-BB6E-4486-A766-2875B247757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2" y="7661"/>
                <a:ext cx="61" cy="37"/>
              </a:xfrm>
              <a:custGeom>
                <a:avLst/>
                <a:gdLst>
                  <a:gd name="T0" fmla="*/ 67 w 82"/>
                  <a:gd name="T1" fmla="*/ 41 h 50"/>
                  <a:gd name="T2" fmla="*/ 2 w 82"/>
                  <a:gd name="T3" fmla="*/ 1 h 50"/>
                  <a:gd name="T4" fmla="*/ 1 w 82"/>
                  <a:gd name="T5" fmla="*/ 2 h 50"/>
                  <a:gd name="T6" fmla="*/ 67 w 82"/>
                  <a:gd name="T7" fmla="*/ 44 h 50"/>
                  <a:gd name="T8" fmla="*/ 71 w 82"/>
                  <a:gd name="T9" fmla="*/ 33 h 50"/>
                  <a:gd name="T10" fmla="*/ 10 w 82"/>
                  <a:gd name="T11" fmla="*/ 3 h 50"/>
                  <a:gd name="T12" fmla="*/ 10 w 82"/>
                  <a:gd name="T13" fmla="*/ 4 h 50"/>
                  <a:gd name="T14" fmla="*/ 69 w 82"/>
                  <a:gd name="T15" fmla="*/ 36 h 50"/>
                  <a:gd name="T16" fmla="*/ 67 w 82"/>
                  <a:gd name="T17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50">
                    <a:moveTo>
                      <a:pt x="67" y="41"/>
                    </a:moveTo>
                    <a:cubicBezTo>
                      <a:pt x="65" y="40"/>
                      <a:pt x="4" y="2"/>
                      <a:pt x="2" y="1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3" y="4"/>
                      <a:pt x="62" y="41"/>
                      <a:pt x="67" y="44"/>
                    </a:cubicBezTo>
                    <a:cubicBezTo>
                      <a:pt x="75" y="50"/>
                      <a:pt x="82" y="39"/>
                      <a:pt x="71" y="33"/>
                    </a:cubicBezTo>
                    <a:cubicBezTo>
                      <a:pt x="60" y="28"/>
                      <a:pt x="11" y="3"/>
                      <a:pt x="10" y="3"/>
                    </a:cubicBezTo>
                    <a:cubicBezTo>
                      <a:pt x="9" y="3"/>
                      <a:pt x="11" y="5"/>
                      <a:pt x="10" y="4"/>
                    </a:cubicBezTo>
                    <a:cubicBezTo>
                      <a:pt x="9" y="3"/>
                      <a:pt x="64" y="33"/>
                      <a:pt x="69" y="36"/>
                    </a:cubicBezTo>
                    <a:cubicBezTo>
                      <a:pt x="73" y="38"/>
                      <a:pt x="71" y="43"/>
                      <a:pt x="67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6" name="Freeform 55">
                <a:extLst>
                  <a:ext uri="{FF2B5EF4-FFF2-40B4-BE49-F238E27FC236}">
                    <a16:creationId xmlns:a16="http://schemas.microsoft.com/office/drawing/2014/main" id="{54EDF210-E734-4CD2-A8EB-B7824433851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0" y="7644"/>
                <a:ext cx="50" cy="18"/>
              </a:xfrm>
              <a:custGeom>
                <a:avLst/>
                <a:gdLst>
                  <a:gd name="T0" fmla="*/ 55 w 68"/>
                  <a:gd name="T1" fmla="*/ 9 h 25"/>
                  <a:gd name="T2" fmla="*/ 11 w 68"/>
                  <a:gd name="T3" fmla="*/ 1 h 25"/>
                  <a:gd name="T4" fmla="*/ 11 w 68"/>
                  <a:gd name="T5" fmla="*/ 2 h 25"/>
                  <a:gd name="T6" fmla="*/ 54 w 68"/>
                  <a:gd name="T7" fmla="*/ 13 h 25"/>
                  <a:gd name="T8" fmla="*/ 54 w 68"/>
                  <a:gd name="T9" fmla="*/ 18 h 25"/>
                  <a:gd name="T10" fmla="*/ 2 w 68"/>
                  <a:gd name="T11" fmla="*/ 0 h 25"/>
                  <a:gd name="T12" fmla="*/ 2 w 68"/>
                  <a:gd name="T13" fmla="*/ 2 h 25"/>
                  <a:gd name="T14" fmla="*/ 54 w 68"/>
                  <a:gd name="T15" fmla="*/ 21 h 25"/>
                  <a:gd name="T16" fmla="*/ 55 w 68"/>
                  <a:gd name="T17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5">
                    <a:moveTo>
                      <a:pt x="55" y="9"/>
                    </a:moveTo>
                    <a:cubicBezTo>
                      <a:pt x="44" y="6"/>
                      <a:pt x="11" y="1"/>
                      <a:pt x="11" y="1"/>
                    </a:cubicBezTo>
                    <a:cubicBezTo>
                      <a:pt x="10" y="1"/>
                      <a:pt x="12" y="2"/>
                      <a:pt x="11" y="2"/>
                    </a:cubicBezTo>
                    <a:cubicBezTo>
                      <a:pt x="10" y="1"/>
                      <a:pt x="49" y="11"/>
                      <a:pt x="54" y="13"/>
                    </a:cubicBezTo>
                    <a:cubicBezTo>
                      <a:pt x="59" y="14"/>
                      <a:pt x="57" y="19"/>
                      <a:pt x="54" y="18"/>
                    </a:cubicBezTo>
                    <a:cubicBezTo>
                      <a:pt x="52" y="17"/>
                      <a:pt x="5" y="1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  <a:cubicBezTo>
                      <a:pt x="4" y="3"/>
                      <a:pt x="49" y="20"/>
                      <a:pt x="54" y="21"/>
                    </a:cubicBezTo>
                    <a:cubicBezTo>
                      <a:pt x="64" y="25"/>
                      <a:pt x="68" y="13"/>
                      <a:pt x="55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7" name="Freeform 56">
                <a:extLst>
                  <a:ext uri="{FF2B5EF4-FFF2-40B4-BE49-F238E27FC236}">
                    <a16:creationId xmlns:a16="http://schemas.microsoft.com/office/drawing/2014/main" id="{922DEC32-A69D-4FA4-B4C5-F6DB005B26C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8" y="7688"/>
                <a:ext cx="20" cy="38"/>
              </a:xfrm>
              <a:custGeom>
                <a:avLst/>
                <a:gdLst>
                  <a:gd name="T0" fmla="*/ 22 w 26"/>
                  <a:gd name="T1" fmla="*/ 41 h 51"/>
                  <a:gd name="T2" fmla="*/ 4 w 26"/>
                  <a:gd name="T3" fmla="*/ 5 h 51"/>
                  <a:gd name="T4" fmla="*/ 4 w 26"/>
                  <a:gd name="T5" fmla="*/ 6 h 51"/>
                  <a:gd name="T6" fmla="*/ 20 w 26"/>
                  <a:gd name="T7" fmla="*/ 42 h 51"/>
                  <a:gd name="T8" fmla="*/ 18 w 26"/>
                  <a:gd name="T9" fmla="*/ 43 h 51"/>
                  <a:gd name="T10" fmla="*/ 1 w 26"/>
                  <a:gd name="T11" fmla="*/ 1 h 51"/>
                  <a:gd name="T12" fmla="*/ 0 w 26"/>
                  <a:gd name="T13" fmla="*/ 1 h 51"/>
                  <a:gd name="T14" fmla="*/ 16 w 26"/>
                  <a:gd name="T15" fmla="*/ 45 h 51"/>
                  <a:gd name="T16" fmla="*/ 22 w 26"/>
                  <a:gd name="T17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22" y="41"/>
                    </a:moveTo>
                    <a:cubicBezTo>
                      <a:pt x="20" y="33"/>
                      <a:pt x="5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5" y="7"/>
                      <a:pt x="19" y="38"/>
                      <a:pt x="20" y="42"/>
                    </a:cubicBezTo>
                    <a:cubicBezTo>
                      <a:pt x="22" y="44"/>
                      <a:pt x="19" y="45"/>
                      <a:pt x="18" y="43"/>
                    </a:cubicBezTo>
                    <a:cubicBezTo>
                      <a:pt x="17" y="42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5" y="41"/>
                      <a:pt x="16" y="45"/>
                    </a:cubicBezTo>
                    <a:cubicBezTo>
                      <a:pt x="18" y="51"/>
                      <a:pt x="26" y="48"/>
                      <a:pt x="22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8" name="Freeform 57">
                <a:extLst>
                  <a:ext uri="{FF2B5EF4-FFF2-40B4-BE49-F238E27FC236}">
                    <a16:creationId xmlns:a16="http://schemas.microsoft.com/office/drawing/2014/main" id="{E7CD3778-3B1B-40AD-9546-9612616A7D4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5" y="7691"/>
                <a:ext cx="16" cy="25"/>
              </a:xfrm>
              <a:custGeom>
                <a:avLst/>
                <a:gdLst>
                  <a:gd name="T0" fmla="*/ 16 w 22"/>
                  <a:gd name="T1" fmla="*/ 28 h 33"/>
                  <a:gd name="T2" fmla="*/ 1 w 22"/>
                  <a:gd name="T3" fmla="*/ 1 h 33"/>
                  <a:gd name="T4" fmla="*/ 0 w 22"/>
                  <a:gd name="T5" fmla="*/ 1 h 33"/>
                  <a:gd name="T6" fmla="*/ 14 w 22"/>
                  <a:gd name="T7" fmla="*/ 29 h 33"/>
                  <a:gd name="T8" fmla="*/ 19 w 22"/>
                  <a:gd name="T9" fmla="*/ 26 h 33"/>
                  <a:gd name="T10" fmla="*/ 4 w 22"/>
                  <a:gd name="T11" fmla="*/ 4 h 33"/>
                  <a:gd name="T12" fmla="*/ 3 w 22"/>
                  <a:gd name="T13" fmla="*/ 4 h 33"/>
                  <a:gd name="T14" fmla="*/ 18 w 22"/>
                  <a:gd name="T15" fmla="*/ 27 h 33"/>
                  <a:gd name="T16" fmla="*/ 16 w 22"/>
                  <a:gd name="T17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6" y="28"/>
                    </a:moveTo>
                    <a:cubicBezTo>
                      <a:pt x="15" y="27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3" y="26"/>
                      <a:pt x="14" y="29"/>
                    </a:cubicBezTo>
                    <a:cubicBezTo>
                      <a:pt x="16" y="33"/>
                      <a:pt x="22" y="31"/>
                      <a:pt x="19" y="26"/>
                    </a:cubicBezTo>
                    <a:cubicBezTo>
                      <a:pt x="17" y="21"/>
                      <a:pt x="4" y="4"/>
                      <a:pt x="4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17" y="24"/>
                      <a:pt x="18" y="27"/>
                    </a:cubicBezTo>
                    <a:cubicBezTo>
                      <a:pt x="19" y="28"/>
                      <a:pt x="17" y="29"/>
                      <a:pt x="16" y="2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9" name="Freeform 58">
                <a:extLst>
                  <a:ext uri="{FF2B5EF4-FFF2-40B4-BE49-F238E27FC236}">
                    <a16:creationId xmlns:a16="http://schemas.microsoft.com/office/drawing/2014/main" id="{B7244FE5-FE8B-49DE-A45C-36AA4AD3891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3" y="7689"/>
                <a:ext cx="17" cy="17"/>
              </a:xfrm>
              <a:custGeom>
                <a:avLst/>
                <a:gdLst>
                  <a:gd name="T0" fmla="*/ 6 w 23"/>
                  <a:gd name="T1" fmla="*/ 4 h 23"/>
                  <a:gd name="T2" fmla="*/ 6 w 23"/>
                  <a:gd name="T3" fmla="*/ 5 h 23"/>
                  <a:gd name="T4" fmla="*/ 16 w 23"/>
                  <a:gd name="T5" fmla="*/ 14 h 23"/>
                  <a:gd name="T6" fmla="*/ 14 w 23"/>
                  <a:gd name="T7" fmla="*/ 16 h 23"/>
                  <a:gd name="T8" fmla="*/ 1 w 23"/>
                  <a:gd name="T9" fmla="*/ 1 h 23"/>
                  <a:gd name="T10" fmla="*/ 1 w 23"/>
                  <a:gd name="T11" fmla="*/ 1 h 23"/>
                  <a:gd name="T12" fmla="*/ 13 w 23"/>
                  <a:gd name="T13" fmla="*/ 18 h 23"/>
                  <a:gd name="T14" fmla="*/ 18 w 23"/>
                  <a:gd name="T15" fmla="*/ 12 h 23"/>
                  <a:gd name="T16" fmla="*/ 6 w 23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14" y="11"/>
                      <a:pt x="16" y="14"/>
                    </a:cubicBezTo>
                    <a:cubicBezTo>
                      <a:pt x="18" y="16"/>
                      <a:pt x="16" y="18"/>
                      <a:pt x="14" y="16"/>
                    </a:cubicBezTo>
                    <a:cubicBezTo>
                      <a:pt x="13" y="15"/>
                      <a:pt x="3" y="2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3"/>
                      <a:pt x="11" y="15"/>
                      <a:pt x="13" y="18"/>
                    </a:cubicBezTo>
                    <a:cubicBezTo>
                      <a:pt x="17" y="23"/>
                      <a:pt x="23" y="18"/>
                      <a:pt x="18" y="12"/>
                    </a:cubicBezTo>
                    <a:cubicBezTo>
                      <a:pt x="12" y="6"/>
                      <a:pt x="6" y="4"/>
                      <a:pt x="6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0" name="Freeform 59">
                <a:extLst>
                  <a:ext uri="{FF2B5EF4-FFF2-40B4-BE49-F238E27FC236}">
                    <a16:creationId xmlns:a16="http://schemas.microsoft.com/office/drawing/2014/main" id="{C6CF7BCB-278A-4E8A-A9F6-57E2B513B35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3" y="7626"/>
                <a:ext cx="28" cy="8"/>
              </a:xfrm>
              <a:custGeom>
                <a:avLst/>
                <a:gdLst>
                  <a:gd name="T0" fmla="*/ 27 w 37"/>
                  <a:gd name="T1" fmla="*/ 8 h 11"/>
                  <a:gd name="T2" fmla="*/ 2 w 37"/>
                  <a:gd name="T3" fmla="*/ 7 h 11"/>
                  <a:gd name="T4" fmla="*/ 2 w 37"/>
                  <a:gd name="T5" fmla="*/ 9 h 11"/>
                  <a:gd name="T6" fmla="*/ 28 w 37"/>
                  <a:gd name="T7" fmla="*/ 11 h 11"/>
                  <a:gd name="T8" fmla="*/ 26 w 37"/>
                  <a:gd name="T9" fmla="*/ 1 h 11"/>
                  <a:gd name="T10" fmla="*/ 9 w 37"/>
                  <a:gd name="T11" fmla="*/ 6 h 11"/>
                  <a:gd name="T12" fmla="*/ 9 w 37"/>
                  <a:gd name="T13" fmla="*/ 6 h 11"/>
                  <a:gd name="T14" fmla="*/ 27 w 37"/>
                  <a:gd name="T15" fmla="*/ 4 h 11"/>
                  <a:gd name="T16" fmla="*/ 27 w 37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7" y="8"/>
                    </a:moveTo>
                    <a:cubicBezTo>
                      <a:pt x="26" y="8"/>
                      <a:pt x="4" y="7"/>
                      <a:pt x="2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4" y="9"/>
                      <a:pt x="24" y="11"/>
                      <a:pt x="28" y="11"/>
                    </a:cubicBezTo>
                    <a:cubicBezTo>
                      <a:pt x="37" y="11"/>
                      <a:pt x="37" y="0"/>
                      <a:pt x="26" y="1"/>
                    </a:cubicBezTo>
                    <a:cubicBezTo>
                      <a:pt x="17" y="1"/>
                      <a:pt x="9" y="5"/>
                      <a:pt x="9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22" y="4"/>
                      <a:pt x="27" y="4"/>
                    </a:cubicBezTo>
                    <a:cubicBezTo>
                      <a:pt x="31" y="3"/>
                      <a:pt x="31" y="8"/>
                      <a:pt x="27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1" name="Freeform 60">
                <a:extLst>
                  <a:ext uri="{FF2B5EF4-FFF2-40B4-BE49-F238E27FC236}">
                    <a16:creationId xmlns:a16="http://schemas.microsoft.com/office/drawing/2014/main" id="{D2543499-1997-4B53-B10F-EA2D715F9F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612"/>
                <a:ext cx="27" cy="10"/>
              </a:xfrm>
              <a:custGeom>
                <a:avLst/>
                <a:gdLst>
                  <a:gd name="T0" fmla="*/ 27 w 37"/>
                  <a:gd name="T1" fmla="*/ 9 h 13"/>
                  <a:gd name="T2" fmla="*/ 1 w 37"/>
                  <a:gd name="T3" fmla="*/ 11 h 13"/>
                  <a:gd name="T4" fmla="*/ 2 w 37"/>
                  <a:gd name="T5" fmla="*/ 13 h 13"/>
                  <a:gd name="T6" fmla="*/ 28 w 37"/>
                  <a:gd name="T7" fmla="*/ 12 h 13"/>
                  <a:gd name="T8" fmla="*/ 25 w 37"/>
                  <a:gd name="T9" fmla="*/ 2 h 13"/>
                  <a:gd name="T10" fmla="*/ 8 w 37"/>
                  <a:gd name="T11" fmla="*/ 9 h 13"/>
                  <a:gd name="T12" fmla="*/ 8 w 37"/>
                  <a:gd name="T13" fmla="*/ 9 h 13"/>
                  <a:gd name="T14" fmla="*/ 26 w 37"/>
                  <a:gd name="T15" fmla="*/ 5 h 13"/>
                  <a:gd name="T16" fmla="*/ 27 w 37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27" y="9"/>
                    </a:moveTo>
                    <a:cubicBezTo>
                      <a:pt x="25" y="9"/>
                      <a:pt x="3" y="11"/>
                      <a:pt x="1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4" y="13"/>
                      <a:pt x="23" y="12"/>
                      <a:pt x="28" y="12"/>
                    </a:cubicBezTo>
                    <a:cubicBezTo>
                      <a:pt x="37" y="11"/>
                      <a:pt x="36" y="0"/>
                      <a:pt x="25" y="2"/>
                    </a:cubicBezTo>
                    <a:cubicBezTo>
                      <a:pt x="15" y="4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21" y="5"/>
                      <a:pt x="26" y="5"/>
                    </a:cubicBezTo>
                    <a:cubicBezTo>
                      <a:pt x="29" y="4"/>
                      <a:pt x="30" y="8"/>
                      <a:pt x="27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2" name="Freeform 61">
                <a:extLst>
                  <a:ext uri="{FF2B5EF4-FFF2-40B4-BE49-F238E27FC236}">
                    <a16:creationId xmlns:a16="http://schemas.microsoft.com/office/drawing/2014/main" id="{CB224C0B-91DD-40CD-9CC4-08568267B6A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8" y="7599"/>
                <a:ext cx="21" cy="13"/>
              </a:xfrm>
              <a:custGeom>
                <a:avLst/>
                <a:gdLst>
                  <a:gd name="T0" fmla="*/ 13 w 28"/>
                  <a:gd name="T1" fmla="*/ 5 h 18"/>
                  <a:gd name="T2" fmla="*/ 6 w 28"/>
                  <a:gd name="T3" fmla="*/ 13 h 18"/>
                  <a:gd name="T4" fmla="*/ 7 w 28"/>
                  <a:gd name="T5" fmla="*/ 13 h 18"/>
                  <a:gd name="T6" fmla="*/ 15 w 28"/>
                  <a:gd name="T7" fmla="*/ 7 h 18"/>
                  <a:gd name="T8" fmla="*/ 18 w 28"/>
                  <a:gd name="T9" fmla="*/ 10 h 18"/>
                  <a:gd name="T10" fmla="*/ 1 w 28"/>
                  <a:gd name="T11" fmla="*/ 17 h 18"/>
                  <a:gd name="T12" fmla="*/ 2 w 28"/>
                  <a:gd name="T13" fmla="*/ 18 h 18"/>
                  <a:gd name="T14" fmla="*/ 20 w 28"/>
                  <a:gd name="T15" fmla="*/ 11 h 18"/>
                  <a:gd name="T16" fmla="*/ 13 w 28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8">
                    <a:moveTo>
                      <a:pt x="13" y="5"/>
                    </a:moveTo>
                    <a:cubicBezTo>
                      <a:pt x="5" y="10"/>
                      <a:pt x="7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11" y="9"/>
                      <a:pt x="15" y="7"/>
                    </a:cubicBezTo>
                    <a:cubicBezTo>
                      <a:pt x="18" y="5"/>
                      <a:pt x="21" y="8"/>
                      <a:pt x="18" y="10"/>
                    </a:cubicBezTo>
                    <a:cubicBezTo>
                      <a:pt x="16" y="10"/>
                      <a:pt x="3" y="16"/>
                      <a:pt x="1" y="17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4" y="17"/>
                      <a:pt x="16" y="13"/>
                      <a:pt x="20" y="11"/>
                    </a:cubicBezTo>
                    <a:cubicBezTo>
                      <a:pt x="28" y="8"/>
                      <a:pt x="22" y="0"/>
                      <a:pt x="1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3" name="Freeform 62">
                <a:extLst>
                  <a:ext uri="{FF2B5EF4-FFF2-40B4-BE49-F238E27FC236}">
                    <a16:creationId xmlns:a16="http://schemas.microsoft.com/office/drawing/2014/main" id="{26926670-2316-4A8F-9906-22BFA358CEF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03" y="7586"/>
                <a:ext cx="23" cy="20"/>
              </a:xfrm>
              <a:custGeom>
                <a:avLst/>
                <a:gdLst>
                  <a:gd name="T0" fmla="*/ 19 w 31"/>
                  <a:gd name="T1" fmla="*/ 7 h 26"/>
                  <a:gd name="T2" fmla="*/ 5 w 31"/>
                  <a:gd name="T3" fmla="*/ 19 h 26"/>
                  <a:gd name="T4" fmla="*/ 6 w 31"/>
                  <a:gd name="T5" fmla="*/ 19 h 26"/>
                  <a:gd name="T6" fmla="*/ 20 w 31"/>
                  <a:gd name="T7" fmla="*/ 9 h 26"/>
                  <a:gd name="T8" fmla="*/ 23 w 31"/>
                  <a:gd name="T9" fmla="*/ 12 h 26"/>
                  <a:gd name="T10" fmla="*/ 1 w 31"/>
                  <a:gd name="T11" fmla="*/ 25 h 26"/>
                  <a:gd name="T12" fmla="*/ 2 w 31"/>
                  <a:gd name="T13" fmla="*/ 26 h 26"/>
                  <a:gd name="T14" fmla="*/ 25 w 31"/>
                  <a:gd name="T15" fmla="*/ 14 h 26"/>
                  <a:gd name="T16" fmla="*/ 19 w 31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6">
                    <a:moveTo>
                      <a:pt x="19" y="7"/>
                    </a:moveTo>
                    <a:cubicBezTo>
                      <a:pt x="12" y="13"/>
                      <a:pt x="6" y="19"/>
                      <a:pt x="5" y="19"/>
                    </a:cubicBezTo>
                    <a:cubicBezTo>
                      <a:pt x="5" y="20"/>
                      <a:pt x="7" y="19"/>
                      <a:pt x="6" y="19"/>
                    </a:cubicBezTo>
                    <a:cubicBezTo>
                      <a:pt x="5" y="20"/>
                      <a:pt x="17" y="12"/>
                      <a:pt x="20" y="9"/>
                    </a:cubicBezTo>
                    <a:cubicBezTo>
                      <a:pt x="23" y="7"/>
                      <a:pt x="25" y="10"/>
                      <a:pt x="23" y="12"/>
                    </a:cubicBezTo>
                    <a:cubicBezTo>
                      <a:pt x="21" y="13"/>
                      <a:pt x="3" y="23"/>
                      <a:pt x="1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4" y="25"/>
                      <a:pt x="21" y="17"/>
                      <a:pt x="25" y="14"/>
                    </a:cubicBezTo>
                    <a:cubicBezTo>
                      <a:pt x="31" y="10"/>
                      <a:pt x="27" y="0"/>
                      <a:pt x="19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4" name="Freeform 63">
                <a:extLst>
                  <a:ext uri="{FF2B5EF4-FFF2-40B4-BE49-F238E27FC236}">
                    <a16:creationId xmlns:a16="http://schemas.microsoft.com/office/drawing/2014/main" id="{EEC771AE-8206-41DC-8FF2-7D39B6A9AA5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6" y="7580"/>
                <a:ext cx="13" cy="15"/>
              </a:xfrm>
              <a:custGeom>
                <a:avLst/>
                <a:gdLst>
                  <a:gd name="T0" fmla="*/ 0 w 18"/>
                  <a:gd name="T1" fmla="*/ 19 h 20"/>
                  <a:gd name="T2" fmla="*/ 1 w 18"/>
                  <a:gd name="T3" fmla="*/ 19 h 20"/>
                  <a:gd name="T4" fmla="*/ 14 w 18"/>
                  <a:gd name="T5" fmla="*/ 9 h 20"/>
                  <a:gd name="T6" fmla="*/ 9 w 18"/>
                  <a:gd name="T7" fmla="*/ 5 h 20"/>
                  <a:gd name="T8" fmla="*/ 2 w 18"/>
                  <a:gd name="T9" fmla="*/ 15 h 20"/>
                  <a:gd name="T10" fmla="*/ 3 w 18"/>
                  <a:gd name="T11" fmla="*/ 15 h 20"/>
                  <a:gd name="T12" fmla="*/ 11 w 18"/>
                  <a:gd name="T13" fmla="*/ 6 h 20"/>
                  <a:gd name="T14" fmla="*/ 12 w 18"/>
                  <a:gd name="T15" fmla="*/ 8 h 20"/>
                  <a:gd name="T16" fmla="*/ 0 w 18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0" y="19"/>
                    </a:moveTo>
                    <a:cubicBezTo>
                      <a:pt x="0" y="19"/>
                      <a:pt x="0" y="20"/>
                      <a:pt x="1" y="19"/>
                    </a:cubicBezTo>
                    <a:cubicBezTo>
                      <a:pt x="2" y="18"/>
                      <a:pt x="12" y="11"/>
                      <a:pt x="14" y="9"/>
                    </a:cubicBezTo>
                    <a:cubicBezTo>
                      <a:pt x="18" y="5"/>
                      <a:pt x="13" y="0"/>
                      <a:pt x="9" y="5"/>
                    </a:cubicBezTo>
                    <a:cubicBezTo>
                      <a:pt x="5" y="10"/>
                      <a:pt x="2" y="14"/>
                      <a:pt x="2" y="15"/>
                    </a:cubicBezTo>
                    <a:cubicBezTo>
                      <a:pt x="2" y="15"/>
                      <a:pt x="3" y="14"/>
                      <a:pt x="3" y="15"/>
                    </a:cubicBezTo>
                    <a:cubicBezTo>
                      <a:pt x="2" y="15"/>
                      <a:pt x="9" y="8"/>
                      <a:pt x="11" y="6"/>
                    </a:cubicBezTo>
                    <a:cubicBezTo>
                      <a:pt x="12" y="4"/>
                      <a:pt x="14" y="6"/>
                      <a:pt x="12" y="8"/>
                    </a:cubicBezTo>
                    <a:cubicBezTo>
                      <a:pt x="12" y="9"/>
                      <a:pt x="1" y="18"/>
                      <a:pt x="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5" name="Freeform 64">
                <a:extLst>
                  <a:ext uri="{FF2B5EF4-FFF2-40B4-BE49-F238E27FC236}">
                    <a16:creationId xmlns:a16="http://schemas.microsoft.com/office/drawing/2014/main" id="{6E1C7D7C-C4D5-430E-A182-6A32D7EE02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65"/>
                <a:ext cx="19" cy="15"/>
              </a:xfrm>
              <a:custGeom>
                <a:avLst/>
                <a:gdLst>
                  <a:gd name="T0" fmla="*/ 17 w 26"/>
                  <a:gd name="T1" fmla="*/ 13 h 20"/>
                  <a:gd name="T2" fmla="*/ 2 w 26"/>
                  <a:gd name="T3" fmla="*/ 0 h 20"/>
                  <a:gd name="T4" fmla="*/ 1 w 26"/>
                  <a:gd name="T5" fmla="*/ 1 h 20"/>
                  <a:gd name="T6" fmla="*/ 16 w 26"/>
                  <a:gd name="T7" fmla="*/ 15 h 20"/>
                  <a:gd name="T8" fmla="*/ 19 w 26"/>
                  <a:gd name="T9" fmla="*/ 9 h 20"/>
                  <a:gd name="T10" fmla="*/ 7 w 26"/>
                  <a:gd name="T11" fmla="*/ 3 h 20"/>
                  <a:gd name="T12" fmla="*/ 7 w 26"/>
                  <a:gd name="T13" fmla="*/ 3 h 20"/>
                  <a:gd name="T14" fmla="*/ 18 w 26"/>
                  <a:gd name="T15" fmla="*/ 10 h 20"/>
                  <a:gd name="T16" fmla="*/ 17 w 26"/>
                  <a:gd name="T1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7" y="13"/>
                    </a:moveTo>
                    <a:cubicBezTo>
                      <a:pt x="15" y="12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13" y="13"/>
                      <a:pt x="16" y="15"/>
                    </a:cubicBezTo>
                    <a:cubicBezTo>
                      <a:pt x="21" y="20"/>
                      <a:pt x="26" y="14"/>
                      <a:pt x="19" y="9"/>
                    </a:cubicBezTo>
                    <a:cubicBezTo>
                      <a:pt x="13" y="4"/>
                      <a:pt x="7" y="3"/>
                      <a:pt x="7" y="3"/>
                    </a:cubicBezTo>
                    <a:cubicBezTo>
                      <a:pt x="6" y="2"/>
                      <a:pt x="7" y="4"/>
                      <a:pt x="7" y="3"/>
                    </a:cubicBezTo>
                    <a:cubicBezTo>
                      <a:pt x="6" y="3"/>
                      <a:pt x="15" y="8"/>
                      <a:pt x="18" y="10"/>
                    </a:cubicBezTo>
                    <a:cubicBezTo>
                      <a:pt x="21" y="12"/>
                      <a:pt x="19" y="15"/>
                      <a:pt x="17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6" name="Freeform 65">
                <a:extLst>
                  <a:ext uri="{FF2B5EF4-FFF2-40B4-BE49-F238E27FC236}">
                    <a16:creationId xmlns:a16="http://schemas.microsoft.com/office/drawing/2014/main" id="{0D1E41C5-C7F5-4A60-839F-78D4B0224F5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722"/>
                <a:ext cx="12" cy="19"/>
              </a:xfrm>
              <a:custGeom>
                <a:avLst/>
                <a:gdLst>
                  <a:gd name="T0" fmla="*/ 9 w 16"/>
                  <a:gd name="T1" fmla="*/ 18 h 25"/>
                  <a:gd name="T2" fmla="*/ 1 w 16"/>
                  <a:gd name="T3" fmla="*/ 1 h 25"/>
                  <a:gd name="T4" fmla="*/ 1 w 16"/>
                  <a:gd name="T5" fmla="*/ 2 h 25"/>
                  <a:gd name="T6" fmla="*/ 8 w 16"/>
                  <a:gd name="T7" fmla="*/ 20 h 25"/>
                  <a:gd name="T8" fmla="*/ 12 w 16"/>
                  <a:gd name="T9" fmla="*/ 14 h 25"/>
                  <a:gd name="T10" fmla="*/ 4 w 16"/>
                  <a:gd name="T11" fmla="*/ 5 h 25"/>
                  <a:gd name="T12" fmla="*/ 4 w 16"/>
                  <a:gd name="T13" fmla="*/ 5 h 25"/>
                  <a:gd name="T14" fmla="*/ 11 w 16"/>
                  <a:gd name="T15" fmla="*/ 15 h 25"/>
                  <a:gd name="T16" fmla="*/ 9 w 16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9" y="18"/>
                    </a:moveTo>
                    <a:cubicBezTo>
                      <a:pt x="9" y="16"/>
                      <a:pt x="2" y="2"/>
                      <a:pt x="1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7" y="16"/>
                      <a:pt x="8" y="20"/>
                    </a:cubicBezTo>
                    <a:cubicBezTo>
                      <a:pt x="11" y="25"/>
                      <a:pt x="16" y="21"/>
                      <a:pt x="12" y="14"/>
                    </a:cubicBezTo>
                    <a:cubicBezTo>
                      <a:pt x="9" y="8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0" y="13"/>
                      <a:pt x="11" y="15"/>
                    </a:cubicBezTo>
                    <a:cubicBezTo>
                      <a:pt x="12" y="18"/>
                      <a:pt x="10" y="20"/>
                      <a:pt x="9" y="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7" name="Freeform 66">
                <a:extLst>
                  <a:ext uri="{FF2B5EF4-FFF2-40B4-BE49-F238E27FC236}">
                    <a16:creationId xmlns:a16="http://schemas.microsoft.com/office/drawing/2014/main" id="{FB07FFF3-1FEF-42F1-9CE0-6928209A453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7" y="7647"/>
                <a:ext cx="101" cy="51"/>
              </a:xfrm>
              <a:custGeom>
                <a:avLst/>
                <a:gdLst>
                  <a:gd name="T0" fmla="*/ 121 w 135"/>
                  <a:gd name="T1" fmla="*/ 49 h 69"/>
                  <a:gd name="T2" fmla="*/ 12 w 135"/>
                  <a:gd name="T3" fmla="*/ 3 h 69"/>
                  <a:gd name="T4" fmla="*/ 12 w 135"/>
                  <a:gd name="T5" fmla="*/ 4 h 69"/>
                  <a:gd name="T6" fmla="*/ 120 w 135"/>
                  <a:gd name="T7" fmla="*/ 53 h 69"/>
                  <a:gd name="T8" fmla="*/ 118 w 135"/>
                  <a:gd name="T9" fmla="*/ 58 h 69"/>
                  <a:gd name="T10" fmla="*/ 2 w 135"/>
                  <a:gd name="T11" fmla="*/ 0 h 69"/>
                  <a:gd name="T12" fmla="*/ 2 w 135"/>
                  <a:gd name="T13" fmla="*/ 2 h 69"/>
                  <a:gd name="T14" fmla="*/ 117 w 135"/>
                  <a:gd name="T15" fmla="*/ 63 h 69"/>
                  <a:gd name="T16" fmla="*/ 121 w 135"/>
                  <a:gd name="T17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21" y="49"/>
                    </a:moveTo>
                    <a:cubicBezTo>
                      <a:pt x="108" y="44"/>
                      <a:pt x="13" y="3"/>
                      <a:pt x="12" y="3"/>
                    </a:cubicBezTo>
                    <a:cubicBezTo>
                      <a:pt x="11" y="3"/>
                      <a:pt x="13" y="4"/>
                      <a:pt x="12" y="4"/>
                    </a:cubicBezTo>
                    <a:cubicBezTo>
                      <a:pt x="11" y="3"/>
                      <a:pt x="114" y="50"/>
                      <a:pt x="120" y="53"/>
                    </a:cubicBezTo>
                    <a:cubicBezTo>
                      <a:pt x="125" y="55"/>
                      <a:pt x="122" y="60"/>
                      <a:pt x="118" y="58"/>
                    </a:cubicBezTo>
                    <a:cubicBezTo>
                      <a:pt x="115" y="57"/>
                      <a:pt x="5" y="2"/>
                      <a:pt x="2" y="0"/>
                    </a:cubicBezTo>
                    <a:cubicBezTo>
                      <a:pt x="1" y="0"/>
                      <a:pt x="0" y="1"/>
                      <a:pt x="2" y="2"/>
                    </a:cubicBezTo>
                    <a:cubicBezTo>
                      <a:pt x="5" y="4"/>
                      <a:pt x="111" y="59"/>
                      <a:pt x="117" y="63"/>
                    </a:cubicBezTo>
                    <a:cubicBezTo>
                      <a:pt x="128" y="69"/>
                      <a:pt x="135" y="55"/>
                      <a:pt x="121" y="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8" name="Freeform 67">
                <a:extLst>
                  <a:ext uri="{FF2B5EF4-FFF2-40B4-BE49-F238E27FC236}">
                    <a16:creationId xmlns:a16="http://schemas.microsoft.com/office/drawing/2014/main" id="{F47238DE-1F6B-4C26-B5DC-4D039C37401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82"/>
                <a:ext cx="100" cy="112"/>
              </a:xfrm>
              <a:custGeom>
                <a:avLst/>
                <a:gdLst>
                  <a:gd name="T0" fmla="*/ 10 w 135"/>
                  <a:gd name="T1" fmla="*/ 7 h 150"/>
                  <a:gd name="T2" fmla="*/ 10 w 135"/>
                  <a:gd name="T3" fmla="*/ 8 h 150"/>
                  <a:gd name="T4" fmla="*/ 122 w 135"/>
                  <a:gd name="T5" fmla="*/ 132 h 150"/>
                  <a:gd name="T6" fmla="*/ 118 w 135"/>
                  <a:gd name="T7" fmla="*/ 136 h 150"/>
                  <a:gd name="T8" fmla="*/ 2 w 135"/>
                  <a:gd name="T9" fmla="*/ 1 h 150"/>
                  <a:gd name="T10" fmla="*/ 1 w 135"/>
                  <a:gd name="T11" fmla="*/ 3 h 150"/>
                  <a:gd name="T12" fmla="*/ 19 w 135"/>
                  <a:gd name="T13" fmla="*/ 25 h 150"/>
                  <a:gd name="T14" fmla="*/ 78 w 135"/>
                  <a:gd name="T15" fmla="*/ 96 h 150"/>
                  <a:gd name="T16" fmla="*/ 74 w 135"/>
                  <a:gd name="T17" fmla="*/ 100 h 150"/>
                  <a:gd name="T18" fmla="*/ 4 w 135"/>
                  <a:gd name="T19" fmla="*/ 9 h 150"/>
                  <a:gd name="T20" fmla="*/ 3 w 135"/>
                  <a:gd name="T21" fmla="*/ 10 h 150"/>
                  <a:gd name="T22" fmla="*/ 72 w 135"/>
                  <a:gd name="T23" fmla="*/ 104 h 150"/>
                  <a:gd name="T24" fmla="*/ 85 w 135"/>
                  <a:gd name="T25" fmla="*/ 102 h 150"/>
                  <a:gd name="T26" fmla="*/ 116 w 135"/>
                  <a:gd name="T27" fmla="*/ 140 h 150"/>
                  <a:gd name="T28" fmla="*/ 125 w 135"/>
                  <a:gd name="T29" fmla="*/ 129 h 150"/>
                  <a:gd name="T30" fmla="*/ 10 w 135"/>
                  <a:gd name="T31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0" y="7"/>
                    </a:moveTo>
                    <a:cubicBezTo>
                      <a:pt x="10" y="7"/>
                      <a:pt x="11" y="9"/>
                      <a:pt x="10" y="8"/>
                    </a:cubicBezTo>
                    <a:cubicBezTo>
                      <a:pt x="9" y="7"/>
                      <a:pt x="118" y="127"/>
                      <a:pt x="122" y="132"/>
                    </a:cubicBezTo>
                    <a:cubicBezTo>
                      <a:pt x="126" y="136"/>
                      <a:pt x="121" y="140"/>
                      <a:pt x="118" y="136"/>
                    </a:cubicBezTo>
                    <a:cubicBezTo>
                      <a:pt x="117" y="135"/>
                      <a:pt x="4" y="4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3"/>
                      <a:pt x="9" y="12"/>
                      <a:pt x="19" y="25"/>
                    </a:cubicBezTo>
                    <a:cubicBezTo>
                      <a:pt x="36" y="45"/>
                      <a:pt x="75" y="92"/>
                      <a:pt x="78" y="96"/>
                    </a:cubicBezTo>
                    <a:cubicBezTo>
                      <a:pt x="82" y="100"/>
                      <a:pt x="77" y="104"/>
                      <a:pt x="74" y="100"/>
                    </a:cubicBezTo>
                    <a:cubicBezTo>
                      <a:pt x="73" y="98"/>
                      <a:pt x="6" y="11"/>
                      <a:pt x="4" y="9"/>
                    </a:cubicBezTo>
                    <a:cubicBezTo>
                      <a:pt x="3" y="7"/>
                      <a:pt x="2" y="9"/>
                      <a:pt x="3" y="10"/>
                    </a:cubicBezTo>
                    <a:cubicBezTo>
                      <a:pt x="5" y="13"/>
                      <a:pt x="68" y="98"/>
                      <a:pt x="72" y="104"/>
                    </a:cubicBezTo>
                    <a:cubicBezTo>
                      <a:pt x="77" y="111"/>
                      <a:pt x="84" y="108"/>
                      <a:pt x="85" y="102"/>
                    </a:cubicBezTo>
                    <a:cubicBezTo>
                      <a:pt x="102" y="123"/>
                      <a:pt x="115" y="138"/>
                      <a:pt x="116" y="140"/>
                    </a:cubicBezTo>
                    <a:cubicBezTo>
                      <a:pt x="123" y="150"/>
                      <a:pt x="135" y="140"/>
                      <a:pt x="125" y="129"/>
                    </a:cubicBezTo>
                    <a:cubicBezTo>
                      <a:pt x="116" y="119"/>
                      <a:pt x="11" y="8"/>
                      <a:pt x="1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9" name="Freeform 68">
                <a:extLst>
                  <a:ext uri="{FF2B5EF4-FFF2-40B4-BE49-F238E27FC236}">
                    <a16:creationId xmlns:a16="http://schemas.microsoft.com/office/drawing/2014/main" id="{DAB8ACB1-DAE6-4517-BB72-F903DAAEA59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47" y="7723"/>
                <a:ext cx="278" cy="298"/>
              </a:xfrm>
              <a:custGeom>
                <a:avLst/>
                <a:gdLst>
                  <a:gd name="T0" fmla="*/ 341 w 374"/>
                  <a:gd name="T1" fmla="*/ 190 h 399"/>
                  <a:gd name="T2" fmla="*/ 241 w 374"/>
                  <a:gd name="T3" fmla="*/ 112 h 399"/>
                  <a:gd name="T4" fmla="*/ 243 w 374"/>
                  <a:gd name="T5" fmla="*/ 84 h 399"/>
                  <a:gd name="T6" fmla="*/ 237 w 374"/>
                  <a:gd name="T7" fmla="*/ 34 h 399"/>
                  <a:gd name="T8" fmla="*/ 199 w 374"/>
                  <a:gd name="T9" fmla="*/ 31 h 399"/>
                  <a:gd name="T10" fmla="*/ 189 w 374"/>
                  <a:gd name="T11" fmla="*/ 0 h 399"/>
                  <a:gd name="T12" fmla="*/ 174 w 374"/>
                  <a:gd name="T13" fmla="*/ 31 h 399"/>
                  <a:gd name="T14" fmla="*/ 135 w 374"/>
                  <a:gd name="T15" fmla="*/ 40 h 399"/>
                  <a:gd name="T16" fmla="*/ 133 w 374"/>
                  <a:gd name="T17" fmla="*/ 87 h 399"/>
                  <a:gd name="T18" fmla="*/ 68 w 374"/>
                  <a:gd name="T19" fmla="*/ 181 h 399"/>
                  <a:gd name="T20" fmla="*/ 21 w 374"/>
                  <a:gd name="T21" fmla="*/ 193 h 399"/>
                  <a:gd name="T22" fmla="*/ 26 w 374"/>
                  <a:gd name="T23" fmla="*/ 280 h 399"/>
                  <a:gd name="T24" fmla="*/ 80 w 374"/>
                  <a:gd name="T25" fmla="*/ 360 h 399"/>
                  <a:gd name="T26" fmla="*/ 203 w 374"/>
                  <a:gd name="T27" fmla="*/ 356 h 399"/>
                  <a:gd name="T28" fmla="*/ 299 w 374"/>
                  <a:gd name="T29" fmla="*/ 337 h 399"/>
                  <a:gd name="T30" fmla="*/ 232 w 374"/>
                  <a:gd name="T31" fmla="*/ 97 h 399"/>
                  <a:gd name="T32" fmla="*/ 151 w 374"/>
                  <a:gd name="T33" fmla="*/ 91 h 399"/>
                  <a:gd name="T34" fmla="*/ 211 w 374"/>
                  <a:gd name="T35" fmla="*/ 83 h 399"/>
                  <a:gd name="T36" fmla="*/ 194 w 374"/>
                  <a:gd name="T37" fmla="*/ 84 h 399"/>
                  <a:gd name="T38" fmla="*/ 164 w 374"/>
                  <a:gd name="T39" fmla="*/ 83 h 399"/>
                  <a:gd name="T40" fmla="*/ 256 w 374"/>
                  <a:gd name="T41" fmla="*/ 65 h 399"/>
                  <a:gd name="T42" fmla="*/ 245 w 374"/>
                  <a:gd name="T43" fmla="*/ 41 h 399"/>
                  <a:gd name="T44" fmla="*/ 230 w 374"/>
                  <a:gd name="T45" fmla="*/ 60 h 399"/>
                  <a:gd name="T46" fmla="*/ 232 w 374"/>
                  <a:gd name="T47" fmla="*/ 39 h 399"/>
                  <a:gd name="T48" fmla="*/ 218 w 374"/>
                  <a:gd name="T49" fmla="*/ 33 h 399"/>
                  <a:gd name="T50" fmla="*/ 200 w 374"/>
                  <a:gd name="T51" fmla="*/ 70 h 399"/>
                  <a:gd name="T52" fmla="*/ 200 w 374"/>
                  <a:gd name="T53" fmla="*/ 50 h 399"/>
                  <a:gd name="T54" fmla="*/ 194 w 374"/>
                  <a:gd name="T55" fmla="*/ 10 h 399"/>
                  <a:gd name="T56" fmla="*/ 188 w 374"/>
                  <a:gd name="T57" fmla="*/ 51 h 399"/>
                  <a:gd name="T58" fmla="*/ 183 w 374"/>
                  <a:gd name="T59" fmla="*/ 57 h 399"/>
                  <a:gd name="T60" fmla="*/ 176 w 374"/>
                  <a:gd name="T61" fmla="*/ 50 h 399"/>
                  <a:gd name="T62" fmla="*/ 172 w 374"/>
                  <a:gd name="T63" fmla="*/ 36 h 399"/>
                  <a:gd name="T64" fmla="*/ 155 w 374"/>
                  <a:gd name="T65" fmla="*/ 41 h 399"/>
                  <a:gd name="T66" fmla="*/ 147 w 374"/>
                  <a:gd name="T67" fmla="*/ 70 h 399"/>
                  <a:gd name="T68" fmla="*/ 141 w 374"/>
                  <a:gd name="T69" fmla="*/ 46 h 399"/>
                  <a:gd name="T70" fmla="*/ 116 w 374"/>
                  <a:gd name="T71" fmla="*/ 62 h 399"/>
                  <a:gd name="T72" fmla="*/ 130 w 374"/>
                  <a:gd name="T73" fmla="*/ 52 h 399"/>
                  <a:gd name="T74" fmla="*/ 186 w 374"/>
                  <a:gd name="T75" fmla="*/ 74 h 399"/>
                  <a:gd name="T76" fmla="*/ 142 w 374"/>
                  <a:gd name="T77" fmla="*/ 90 h 399"/>
                  <a:gd name="T78" fmla="*/ 25 w 374"/>
                  <a:gd name="T79" fmla="*/ 270 h 399"/>
                  <a:gd name="T80" fmla="*/ 56 w 374"/>
                  <a:gd name="T81" fmla="*/ 291 h 399"/>
                  <a:gd name="T82" fmla="*/ 68 w 374"/>
                  <a:gd name="T83" fmla="*/ 301 h 399"/>
                  <a:gd name="T84" fmla="*/ 75 w 374"/>
                  <a:gd name="T85" fmla="*/ 345 h 399"/>
                  <a:gd name="T86" fmla="*/ 167 w 374"/>
                  <a:gd name="T87" fmla="*/ 372 h 399"/>
                  <a:gd name="T88" fmla="*/ 114 w 374"/>
                  <a:gd name="T89" fmla="*/ 360 h 399"/>
                  <a:gd name="T90" fmla="*/ 92 w 374"/>
                  <a:gd name="T91" fmla="*/ 311 h 399"/>
                  <a:gd name="T92" fmla="*/ 52 w 374"/>
                  <a:gd name="T93" fmla="*/ 228 h 399"/>
                  <a:gd name="T94" fmla="*/ 20 w 374"/>
                  <a:gd name="T95" fmla="*/ 124 h 399"/>
                  <a:gd name="T96" fmla="*/ 96 w 374"/>
                  <a:gd name="T97" fmla="*/ 300 h 399"/>
                  <a:gd name="T98" fmla="*/ 91 w 374"/>
                  <a:gd name="T99" fmla="*/ 228 h 399"/>
                  <a:gd name="T100" fmla="*/ 246 w 374"/>
                  <a:gd name="T101" fmla="*/ 333 h 399"/>
                  <a:gd name="T102" fmla="*/ 346 w 374"/>
                  <a:gd name="T103" fmla="*/ 107 h 399"/>
                  <a:gd name="T104" fmla="*/ 343 w 374"/>
                  <a:gd name="T105" fmla="*/ 168 h 399"/>
                  <a:gd name="T106" fmla="*/ 335 w 374"/>
                  <a:gd name="T107" fmla="*/ 231 h 399"/>
                  <a:gd name="T108" fmla="*/ 249 w 374"/>
                  <a:gd name="T109" fmla="*/ 345 h 399"/>
                  <a:gd name="T110" fmla="*/ 314 w 374"/>
                  <a:gd name="T111" fmla="*/ 287 h 399"/>
                  <a:gd name="T112" fmla="*/ 267 w 374"/>
                  <a:gd name="T113" fmla="*/ 365 h 399"/>
                  <a:gd name="T114" fmla="*/ 302 w 374"/>
                  <a:gd name="T115" fmla="*/ 360 h 399"/>
                  <a:gd name="T116" fmla="*/ 282 w 374"/>
                  <a:gd name="T117" fmla="*/ 337 h 399"/>
                  <a:gd name="T118" fmla="*/ 305 w 374"/>
                  <a:gd name="T119" fmla="*/ 306 h 399"/>
                  <a:gd name="T120" fmla="*/ 338 w 374"/>
                  <a:gd name="T121" fmla="*/ 268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4" h="399">
                    <a:moveTo>
                      <a:pt x="366" y="267"/>
                    </a:moveTo>
                    <a:cubicBezTo>
                      <a:pt x="360" y="264"/>
                      <a:pt x="355" y="265"/>
                      <a:pt x="353" y="265"/>
                    </a:cubicBezTo>
                    <a:cubicBezTo>
                      <a:pt x="352" y="265"/>
                      <a:pt x="350" y="265"/>
                      <a:pt x="352" y="264"/>
                    </a:cubicBezTo>
                    <a:cubicBezTo>
                      <a:pt x="353" y="263"/>
                      <a:pt x="355" y="263"/>
                      <a:pt x="358" y="262"/>
                    </a:cubicBezTo>
                    <a:cubicBezTo>
                      <a:pt x="361" y="261"/>
                      <a:pt x="360" y="260"/>
                      <a:pt x="356" y="258"/>
                    </a:cubicBezTo>
                    <a:cubicBezTo>
                      <a:pt x="352" y="256"/>
                      <a:pt x="343" y="256"/>
                      <a:pt x="339" y="256"/>
                    </a:cubicBezTo>
                    <a:cubicBezTo>
                      <a:pt x="336" y="256"/>
                      <a:pt x="327" y="260"/>
                      <a:pt x="324" y="262"/>
                    </a:cubicBezTo>
                    <a:cubicBezTo>
                      <a:pt x="321" y="265"/>
                      <a:pt x="320" y="264"/>
                      <a:pt x="322" y="260"/>
                    </a:cubicBezTo>
                    <a:cubicBezTo>
                      <a:pt x="324" y="256"/>
                      <a:pt x="326" y="250"/>
                      <a:pt x="334" y="239"/>
                    </a:cubicBezTo>
                    <a:cubicBezTo>
                      <a:pt x="341" y="230"/>
                      <a:pt x="349" y="223"/>
                      <a:pt x="351" y="221"/>
                    </a:cubicBezTo>
                    <a:cubicBezTo>
                      <a:pt x="353" y="219"/>
                      <a:pt x="352" y="217"/>
                      <a:pt x="350" y="216"/>
                    </a:cubicBezTo>
                    <a:cubicBezTo>
                      <a:pt x="348" y="215"/>
                      <a:pt x="343" y="215"/>
                      <a:pt x="341" y="215"/>
                    </a:cubicBezTo>
                    <a:cubicBezTo>
                      <a:pt x="340" y="216"/>
                      <a:pt x="341" y="214"/>
                      <a:pt x="343" y="212"/>
                    </a:cubicBezTo>
                    <a:cubicBezTo>
                      <a:pt x="345" y="210"/>
                      <a:pt x="362" y="199"/>
                      <a:pt x="362" y="199"/>
                    </a:cubicBezTo>
                    <a:cubicBezTo>
                      <a:pt x="364" y="198"/>
                      <a:pt x="365" y="196"/>
                      <a:pt x="364" y="194"/>
                    </a:cubicBezTo>
                    <a:cubicBezTo>
                      <a:pt x="361" y="192"/>
                      <a:pt x="359" y="192"/>
                      <a:pt x="353" y="193"/>
                    </a:cubicBezTo>
                    <a:cubicBezTo>
                      <a:pt x="346" y="194"/>
                      <a:pt x="341" y="197"/>
                      <a:pt x="340" y="197"/>
                    </a:cubicBezTo>
                    <a:cubicBezTo>
                      <a:pt x="338" y="198"/>
                      <a:pt x="335" y="200"/>
                      <a:pt x="341" y="190"/>
                    </a:cubicBezTo>
                    <a:cubicBezTo>
                      <a:pt x="347" y="180"/>
                      <a:pt x="363" y="166"/>
                      <a:pt x="367" y="164"/>
                    </a:cubicBezTo>
                    <a:cubicBezTo>
                      <a:pt x="370" y="161"/>
                      <a:pt x="370" y="160"/>
                      <a:pt x="368" y="159"/>
                    </a:cubicBezTo>
                    <a:cubicBezTo>
                      <a:pt x="367" y="157"/>
                      <a:pt x="366" y="157"/>
                      <a:pt x="361" y="157"/>
                    </a:cubicBezTo>
                    <a:cubicBezTo>
                      <a:pt x="356" y="157"/>
                      <a:pt x="349" y="159"/>
                      <a:pt x="349" y="159"/>
                    </a:cubicBezTo>
                    <a:cubicBezTo>
                      <a:pt x="346" y="161"/>
                      <a:pt x="346" y="161"/>
                      <a:pt x="346" y="161"/>
                    </a:cubicBezTo>
                    <a:cubicBezTo>
                      <a:pt x="346" y="161"/>
                      <a:pt x="346" y="160"/>
                      <a:pt x="347" y="159"/>
                    </a:cubicBezTo>
                    <a:cubicBezTo>
                      <a:pt x="347" y="158"/>
                      <a:pt x="352" y="151"/>
                      <a:pt x="356" y="137"/>
                    </a:cubicBezTo>
                    <a:cubicBezTo>
                      <a:pt x="361" y="124"/>
                      <a:pt x="357" y="112"/>
                      <a:pt x="357" y="112"/>
                    </a:cubicBezTo>
                    <a:cubicBezTo>
                      <a:pt x="355" y="109"/>
                      <a:pt x="353" y="109"/>
                      <a:pt x="353" y="109"/>
                    </a:cubicBezTo>
                    <a:cubicBezTo>
                      <a:pt x="353" y="109"/>
                      <a:pt x="352" y="107"/>
                      <a:pt x="352" y="106"/>
                    </a:cubicBezTo>
                    <a:cubicBezTo>
                      <a:pt x="351" y="105"/>
                      <a:pt x="350" y="101"/>
                      <a:pt x="349" y="100"/>
                    </a:cubicBezTo>
                    <a:cubicBezTo>
                      <a:pt x="349" y="99"/>
                      <a:pt x="344" y="93"/>
                      <a:pt x="343" y="101"/>
                    </a:cubicBezTo>
                    <a:cubicBezTo>
                      <a:pt x="343" y="109"/>
                      <a:pt x="341" y="118"/>
                      <a:pt x="336" y="132"/>
                    </a:cubicBezTo>
                    <a:cubicBezTo>
                      <a:pt x="331" y="147"/>
                      <a:pt x="321" y="161"/>
                      <a:pt x="321" y="161"/>
                    </a:cubicBezTo>
                    <a:cubicBezTo>
                      <a:pt x="314" y="168"/>
                      <a:pt x="312" y="172"/>
                      <a:pt x="310" y="174"/>
                    </a:cubicBezTo>
                    <a:cubicBezTo>
                      <a:pt x="308" y="176"/>
                      <a:pt x="307" y="178"/>
                      <a:pt x="306" y="180"/>
                    </a:cubicBezTo>
                    <a:cubicBezTo>
                      <a:pt x="302" y="171"/>
                      <a:pt x="295" y="156"/>
                      <a:pt x="281" y="141"/>
                    </a:cubicBezTo>
                    <a:cubicBezTo>
                      <a:pt x="265" y="124"/>
                      <a:pt x="241" y="112"/>
                      <a:pt x="241" y="112"/>
                    </a:cubicBezTo>
                    <a:cubicBezTo>
                      <a:pt x="239" y="111"/>
                      <a:pt x="235" y="109"/>
                      <a:pt x="231" y="107"/>
                    </a:cubicBezTo>
                    <a:cubicBezTo>
                      <a:pt x="231" y="107"/>
                      <a:pt x="231" y="107"/>
                      <a:pt x="231" y="107"/>
                    </a:cubicBezTo>
                    <a:cubicBezTo>
                      <a:pt x="232" y="107"/>
                      <a:pt x="234" y="106"/>
                      <a:pt x="234" y="105"/>
                    </a:cubicBezTo>
                    <a:cubicBezTo>
                      <a:pt x="235" y="103"/>
                      <a:pt x="234" y="100"/>
                      <a:pt x="234" y="100"/>
                    </a:cubicBezTo>
                    <a:cubicBezTo>
                      <a:pt x="234" y="100"/>
                      <a:pt x="234" y="99"/>
                      <a:pt x="235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7" y="97"/>
                      <a:pt x="237" y="97"/>
                    </a:cubicBezTo>
                    <a:cubicBezTo>
                      <a:pt x="237" y="96"/>
                      <a:pt x="237" y="96"/>
                      <a:pt x="237" y="95"/>
                    </a:cubicBezTo>
                    <a:cubicBezTo>
                      <a:pt x="237" y="95"/>
                      <a:pt x="237" y="94"/>
                      <a:pt x="237" y="93"/>
                    </a:cubicBezTo>
                    <a:cubicBezTo>
                      <a:pt x="237" y="93"/>
                      <a:pt x="238" y="93"/>
                      <a:pt x="238" y="93"/>
                    </a:cubicBezTo>
                    <a:cubicBezTo>
                      <a:pt x="238" y="92"/>
                      <a:pt x="238" y="92"/>
                      <a:pt x="238" y="92"/>
                    </a:cubicBezTo>
                    <a:cubicBezTo>
                      <a:pt x="238" y="92"/>
                      <a:pt x="238" y="91"/>
                      <a:pt x="239" y="90"/>
                    </a:cubicBezTo>
                    <a:cubicBezTo>
                      <a:pt x="239" y="91"/>
                      <a:pt x="239" y="91"/>
                      <a:pt x="239" y="91"/>
                    </a:cubicBezTo>
                    <a:cubicBezTo>
                      <a:pt x="240" y="90"/>
                      <a:pt x="241" y="90"/>
                      <a:pt x="242" y="89"/>
                    </a:cubicBezTo>
                    <a:cubicBezTo>
                      <a:pt x="242" y="88"/>
                      <a:pt x="242" y="88"/>
                      <a:pt x="242" y="87"/>
                    </a:cubicBezTo>
                    <a:cubicBezTo>
                      <a:pt x="242" y="87"/>
                      <a:pt x="242" y="86"/>
                      <a:pt x="242" y="86"/>
                    </a:cubicBezTo>
                    <a:cubicBezTo>
                      <a:pt x="243" y="85"/>
                      <a:pt x="243" y="85"/>
                      <a:pt x="243" y="84"/>
                    </a:cubicBezTo>
                    <a:cubicBezTo>
                      <a:pt x="243" y="84"/>
                      <a:pt x="243" y="84"/>
                      <a:pt x="243" y="84"/>
                    </a:cubicBezTo>
                    <a:cubicBezTo>
                      <a:pt x="247" y="84"/>
                      <a:pt x="249" y="81"/>
                      <a:pt x="250" y="77"/>
                    </a:cubicBezTo>
                    <a:cubicBezTo>
                      <a:pt x="253" y="77"/>
                      <a:pt x="256" y="74"/>
                      <a:pt x="256" y="70"/>
                    </a:cubicBezTo>
                    <a:cubicBezTo>
                      <a:pt x="256" y="70"/>
                      <a:pt x="256" y="69"/>
                      <a:pt x="256" y="69"/>
                    </a:cubicBezTo>
                    <a:cubicBezTo>
                      <a:pt x="259" y="69"/>
                      <a:pt x="262" y="66"/>
                      <a:pt x="262" y="62"/>
                    </a:cubicBezTo>
                    <a:cubicBezTo>
                      <a:pt x="262" y="59"/>
                      <a:pt x="261" y="57"/>
                      <a:pt x="259" y="56"/>
                    </a:cubicBezTo>
                    <a:cubicBezTo>
                      <a:pt x="259" y="55"/>
                      <a:pt x="260" y="54"/>
                      <a:pt x="260" y="53"/>
                    </a:cubicBezTo>
                    <a:cubicBezTo>
                      <a:pt x="260" y="49"/>
                      <a:pt x="257" y="46"/>
                      <a:pt x="253" y="46"/>
                    </a:cubicBezTo>
                    <a:cubicBezTo>
                      <a:pt x="252" y="46"/>
                      <a:pt x="251" y="46"/>
                      <a:pt x="251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1" y="46"/>
                    </a:cubicBezTo>
                    <a:cubicBezTo>
                      <a:pt x="251" y="45"/>
                      <a:pt x="251" y="44"/>
                      <a:pt x="251" y="44"/>
                    </a:cubicBezTo>
                    <a:cubicBezTo>
                      <a:pt x="251" y="41"/>
                      <a:pt x="248" y="38"/>
                      <a:pt x="245" y="38"/>
                    </a:cubicBezTo>
                    <a:cubicBezTo>
                      <a:pt x="243" y="38"/>
                      <a:pt x="242" y="39"/>
                      <a:pt x="241" y="40"/>
                    </a:cubicBezTo>
                    <a:cubicBezTo>
                      <a:pt x="241" y="40"/>
                      <a:pt x="241" y="40"/>
                      <a:pt x="241" y="40"/>
                    </a:cubicBezTo>
                    <a:cubicBezTo>
                      <a:pt x="240" y="40"/>
                      <a:pt x="240" y="40"/>
                      <a:pt x="240" y="39"/>
                    </a:cubicBezTo>
                    <a:cubicBezTo>
                      <a:pt x="240" y="38"/>
                      <a:pt x="240" y="35"/>
                      <a:pt x="237" y="34"/>
                    </a:cubicBezTo>
                    <a:cubicBezTo>
                      <a:pt x="236" y="34"/>
                      <a:pt x="235" y="34"/>
                      <a:pt x="235" y="34"/>
                    </a:cubicBezTo>
                    <a:cubicBezTo>
                      <a:pt x="233" y="34"/>
                      <a:pt x="231" y="35"/>
                      <a:pt x="231" y="36"/>
                    </a:cubicBezTo>
                    <a:cubicBezTo>
                      <a:pt x="230" y="36"/>
                      <a:pt x="228" y="36"/>
                      <a:pt x="227" y="35"/>
                    </a:cubicBezTo>
                    <a:cubicBezTo>
                      <a:pt x="227" y="33"/>
                      <a:pt x="227" y="32"/>
                      <a:pt x="224" y="31"/>
                    </a:cubicBezTo>
                    <a:cubicBezTo>
                      <a:pt x="224" y="31"/>
                      <a:pt x="223" y="31"/>
                      <a:pt x="223" y="31"/>
                    </a:cubicBezTo>
                    <a:cubicBezTo>
                      <a:pt x="222" y="31"/>
                      <a:pt x="221" y="31"/>
                      <a:pt x="221" y="31"/>
                    </a:cubicBezTo>
                    <a:cubicBezTo>
                      <a:pt x="220" y="31"/>
                      <a:pt x="220" y="30"/>
                      <a:pt x="218" y="29"/>
                    </a:cubicBezTo>
                    <a:cubicBezTo>
                      <a:pt x="218" y="29"/>
                      <a:pt x="217" y="29"/>
                      <a:pt x="217" y="29"/>
                    </a:cubicBezTo>
                    <a:cubicBezTo>
                      <a:pt x="216" y="29"/>
                      <a:pt x="215" y="30"/>
                      <a:pt x="215" y="30"/>
                    </a:cubicBezTo>
                    <a:cubicBezTo>
                      <a:pt x="214" y="29"/>
                      <a:pt x="213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9"/>
                      <a:pt x="209" y="29"/>
                      <a:pt x="209" y="30"/>
                    </a:cubicBezTo>
                    <a:cubicBezTo>
                      <a:pt x="208" y="29"/>
                      <a:pt x="207" y="29"/>
                      <a:pt x="206" y="29"/>
                    </a:cubicBezTo>
                    <a:cubicBezTo>
                      <a:pt x="206" y="29"/>
                      <a:pt x="206" y="29"/>
                      <a:pt x="206" y="29"/>
                    </a:cubicBezTo>
                    <a:cubicBezTo>
                      <a:pt x="204" y="29"/>
                      <a:pt x="203" y="30"/>
                      <a:pt x="203" y="30"/>
                    </a:cubicBezTo>
                    <a:cubicBezTo>
                      <a:pt x="203" y="31"/>
                      <a:pt x="202" y="31"/>
                      <a:pt x="202" y="31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1"/>
                      <a:pt x="200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7" y="31"/>
                      <a:pt x="195" y="31"/>
                      <a:pt x="194" y="31"/>
                    </a:cubicBezTo>
                    <a:cubicBezTo>
                      <a:pt x="193" y="31"/>
                      <a:pt x="193" y="31"/>
                      <a:pt x="193" y="30"/>
                    </a:cubicBezTo>
                    <a:cubicBezTo>
                      <a:pt x="193" y="30"/>
                      <a:pt x="193" y="30"/>
                      <a:pt x="193" y="29"/>
                    </a:cubicBezTo>
                    <a:cubicBezTo>
                      <a:pt x="195" y="28"/>
                      <a:pt x="197" y="25"/>
                      <a:pt x="197" y="22"/>
                    </a:cubicBezTo>
                    <a:cubicBezTo>
                      <a:pt x="197" y="19"/>
                      <a:pt x="195" y="16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7" y="12"/>
                      <a:pt x="197" y="11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6"/>
                      <a:pt x="196" y="5"/>
                      <a:pt x="195" y="5"/>
                    </a:cubicBezTo>
                    <a:cubicBezTo>
                      <a:pt x="194" y="5"/>
                      <a:pt x="194" y="5"/>
                      <a:pt x="194" y="5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92" y="2"/>
                      <a:pt x="192" y="2"/>
                      <a:pt x="192" y="2"/>
                    </a:cubicBezTo>
                    <a:cubicBezTo>
                      <a:pt x="192" y="1"/>
                      <a:pt x="191" y="0"/>
                      <a:pt x="190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4" y="0"/>
                      <a:pt x="183" y="1"/>
                      <a:pt x="183" y="2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1" y="5"/>
                      <a:pt x="181" y="5"/>
                      <a:pt x="181" y="5"/>
                    </a:cubicBezTo>
                    <a:cubicBezTo>
                      <a:pt x="180" y="5"/>
                      <a:pt x="180" y="5"/>
                      <a:pt x="180" y="5"/>
                    </a:cubicBezTo>
                    <a:cubicBezTo>
                      <a:pt x="179" y="5"/>
                      <a:pt x="178" y="6"/>
                      <a:pt x="178" y="7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2"/>
                      <a:pt x="179" y="13"/>
                      <a:pt x="180" y="13"/>
                    </a:cubicBezTo>
                    <a:cubicBezTo>
                      <a:pt x="181" y="13"/>
                      <a:pt x="181" y="13"/>
                      <a:pt x="181" y="13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83" y="15"/>
                      <a:pt x="183" y="15"/>
                      <a:pt x="183" y="15"/>
                    </a:cubicBezTo>
                    <a:cubicBezTo>
                      <a:pt x="180" y="16"/>
                      <a:pt x="178" y="19"/>
                      <a:pt x="178" y="22"/>
                    </a:cubicBezTo>
                    <a:cubicBezTo>
                      <a:pt x="178" y="25"/>
                      <a:pt x="180" y="28"/>
                      <a:pt x="182" y="29"/>
                    </a:cubicBezTo>
                    <a:cubicBezTo>
                      <a:pt x="182" y="29"/>
                      <a:pt x="182" y="30"/>
                      <a:pt x="182" y="30"/>
                    </a:cubicBezTo>
                    <a:cubicBezTo>
                      <a:pt x="182" y="30"/>
                      <a:pt x="182" y="30"/>
                      <a:pt x="181" y="31"/>
                    </a:cubicBezTo>
                    <a:cubicBezTo>
                      <a:pt x="180" y="31"/>
                      <a:pt x="178" y="31"/>
                      <a:pt x="177" y="31"/>
                    </a:cubicBezTo>
                    <a:cubicBezTo>
                      <a:pt x="176" y="31"/>
                      <a:pt x="175" y="31"/>
                      <a:pt x="174" y="31"/>
                    </a:cubicBezTo>
                    <a:cubicBezTo>
                      <a:pt x="173" y="30"/>
                      <a:pt x="171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29"/>
                      <a:pt x="168" y="29"/>
                      <a:pt x="168" y="30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66" y="29"/>
                      <a:pt x="165" y="29"/>
                      <a:pt x="164" y="29"/>
                    </a:cubicBezTo>
                    <a:cubicBezTo>
                      <a:pt x="163" y="29"/>
                      <a:pt x="162" y="29"/>
                      <a:pt x="161" y="30"/>
                    </a:cubicBezTo>
                    <a:cubicBezTo>
                      <a:pt x="161" y="30"/>
                      <a:pt x="160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6" y="30"/>
                      <a:pt x="155" y="30"/>
                      <a:pt x="155" y="31"/>
                    </a:cubicBezTo>
                    <a:cubicBezTo>
                      <a:pt x="154" y="31"/>
                      <a:pt x="154" y="31"/>
                      <a:pt x="153" y="31"/>
                    </a:cubicBezTo>
                    <a:cubicBezTo>
                      <a:pt x="153" y="31"/>
                      <a:pt x="152" y="31"/>
                      <a:pt x="152" y="31"/>
                    </a:cubicBezTo>
                    <a:cubicBezTo>
                      <a:pt x="150" y="32"/>
                      <a:pt x="149" y="33"/>
                      <a:pt x="149" y="35"/>
                    </a:cubicBezTo>
                    <a:cubicBezTo>
                      <a:pt x="148" y="36"/>
                      <a:pt x="145" y="36"/>
                      <a:pt x="144" y="37"/>
                    </a:cubicBezTo>
                    <a:cubicBezTo>
                      <a:pt x="143" y="35"/>
                      <a:pt x="142" y="34"/>
                      <a:pt x="140" y="34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7" y="35"/>
                      <a:pt x="135" y="36"/>
                      <a:pt x="135" y="39"/>
                    </a:cubicBezTo>
                    <a:cubicBezTo>
                      <a:pt x="135" y="39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4" y="39"/>
                      <a:pt x="133" y="38"/>
                      <a:pt x="131" y="38"/>
                    </a:cubicBezTo>
                    <a:cubicBezTo>
                      <a:pt x="128" y="38"/>
                      <a:pt x="125" y="40"/>
                      <a:pt x="125" y="43"/>
                    </a:cubicBezTo>
                    <a:cubicBezTo>
                      <a:pt x="125" y="44"/>
                      <a:pt x="125" y="45"/>
                      <a:pt x="125" y="45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5" y="46"/>
                      <a:pt x="124" y="46"/>
                      <a:pt x="123" y="46"/>
                    </a:cubicBezTo>
                    <a:cubicBezTo>
                      <a:pt x="120" y="46"/>
                      <a:pt x="116" y="48"/>
                      <a:pt x="116" y="52"/>
                    </a:cubicBezTo>
                    <a:cubicBezTo>
                      <a:pt x="116" y="53"/>
                      <a:pt x="116" y="54"/>
                      <a:pt x="116" y="55"/>
                    </a:cubicBezTo>
                    <a:cubicBezTo>
                      <a:pt x="115" y="57"/>
                      <a:pt x="114" y="59"/>
                      <a:pt x="114" y="62"/>
                    </a:cubicBezTo>
                    <a:cubicBezTo>
                      <a:pt x="114" y="65"/>
                      <a:pt x="116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70"/>
                      <a:pt x="120" y="71"/>
                      <a:pt x="120" y="72"/>
                    </a:cubicBezTo>
                    <a:cubicBezTo>
                      <a:pt x="120" y="75"/>
                      <a:pt x="123" y="77"/>
                      <a:pt x="126" y="78"/>
                    </a:cubicBezTo>
                    <a:cubicBezTo>
                      <a:pt x="126" y="81"/>
                      <a:pt x="129" y="84"/>
                      <a:pt x="133" y="84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33" y="85"/>
                      <a:pt x="133" y="85"/>
                      <a:pt x="134" y="86"/>
                    </a:cubicBezTo>
                    <a:cubicBezTo>
                      <a:pt x="134" y="86"/>
                      <a:pt x="133" y="86"/>
                      <a:pt x="133" y="87"/>
                    </a:cubicBezTo>
                    <a:cubicBezTo>
                      <a:pt x="133" y="88"/>
                      <a:pt x="134" y="88"/>
                      <a:pt x="134" y="89"/>
                    </a:cubicBezTo>
                    <a:cubicBezTo>
                      <a:pt x="135" y="90"/>
                      <a:pt x="136" y="90"/>
                      <a:pt x="137" y="91"/>
                    </a:cubicBezTo>
                    <a:cubicBezTo>
                      <a:pt x="137" y="91"/>
                      <a:pt x="137" y="90"/>
                      <a:pt x="137" y="90"/>
                    </a:cubicBezTo>
                    <a:cubicBezTo>
                      <a:pt x="137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2"/>
                      <a:pt x="138" y="92"/>
                    </a:cubicBezTo>
                    <a:cubicBezTo>
                      <a:pt x="139" y="94"/>
                      <a:pt x="139" y="95"/>
                      <a:pt x="139" y="95"/>
                    </a:cubicBezTo>
                    <a:cubicBezTo>
                      <a:pt x="139" y="96"/>
                      <a:pt x="139" y="97"/>
                      <a:pt x="139" y="97"/>
                    </a:cubicBezTo>
                    <a:cubicBezTo>
                      <a:pt x="139" y="97"/>
                      <a:pt x="140" y="98"/>
                      <a:pt x="140" y="98"/>
                    </a:cubicBezTo>
                    <a:cubicBezTo>
                      <a:pt x="140" y="98"/>
                      <a:pt x="141" y="98"/>
                      <a:pt x="141" y="99"/>
                    </a:cubicBezTo>
                    <a:cubicBezTo>
                      <a:pt x="142" y="99"/>
                      <a:pt x="142" y="100"/>
                      <a:pt x="142" y="100"/>
                    </a:cubicBezTo>
                    <a:cubicBezTo>
                      <a:pt x="142" y="100"/>
                      <a:pt x="141" y="103"/>
                      <a:pt x="142" y="105"/>
                    </a:cubicBezTo>
                    <a:cubicBezTo>
                      <a:pt x="142" y="106"/>
                      <a:pt x="145" y="107"/>
                      <a:pt x="145" y="107"/>
                    </a:cubicBezTo>
                    <a:cubicBezTo>
                      <a:pt x="144" y="107"/>
                      <a:pt x="145" y="107"/>
                      <a:pt x="145" y="107"/>
                    </a:cubicBezTo>
                    <a:cubicBezTo>
                      <a:pt x="139" y="109"/>
                      <a:pt x="135" y="111"/>
                      <a:pt x="134" y="112"/>
                    </a:cubicBezTo>
                    <a:cubicBezTo>
                      <a:pt x="134" y="112"/>
                      <a:pt x="110" y="124"/>
                      <a:pt x="94" y="141"/>
                    </a:cubicBezTo>
                    <a:cubicBezTo>
                      <a:pt x="79" y="157"/>
                      <a:pt x="72" y="171"/>
                      <a:pt x="68" y="181"/>
                    </a:cubicBezTo>
                    <a:cubicBezTo>
                      <a:pt x="67" y="180"/>
                      <a:pt x="67" y="178"/>
                      <a:pt x="66" y="177"/>
                    </a:cubicBezTo>
                    <a:cubicBezTo>
                      <a:pt x="61" y="170"/>
                      <a:pt x="57" y="165"/>
                      <a:pt x="53" y="161"/>
                    </a:cubicBezTo>
                    <a:cubicBezTo>
                      <a:pt x="53" y="161"/>
                      <a:pt x="43" y="145"/>
                      <a:pt x="38" y="131"/>
                    </a:cubicBezTo>
                    <a:cubicBezTo>
                      <a:pt x="33" y="117"/>
                      <a:pt x="31" y="109"/>
                      <a:pt x="30" y="101"/>
                    </a:cubicBezTo>
                    <a:cubicBezTo>
                      <a:pt x="30" y="93"/>
                      <a:pt x="25" y="100"/>
                      <a:pt x="25" y="101"/>
                    </a:cubicBezTo>
                    <a:cubicBezTo>
                      <a:pt x="24" y="102"/>
                      <a:pt x="22" y="106"/>
                      <a:pt x="22" y="107"/>
                    </a:cubicBezTo>
                    <a:cubicBezTo>
                      <a:pt x="21" y="108"/>
                      <a:pt x="21" y="109"/>
                      <a:pt x="21" y="109"/>
                    </a:cubicBezTo>
                    <a:cubicBezTo>
                      <a:pt x="21" y="109"/>
                      <a:pt x="19" y="109"/>
                      <a:pt x="17" y="112"/>
                    </a:cubicBezTo>
                    <a:cubicBezTo>
                      <a:pt x="17" y="112"/>
                      <a:pt x="13" y="123"/>
                      <a:pt x="18" y="137"/>
                    </a:cubicBezTo>
                    <a:cubicBezTo>
                      <a:pt x="22" y="151"/>
                      <a:pt x="26" y="158"/>
                      <a:pt x="27" y="159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5" y="159"/>
                      <a:pt x="17" y="157"/>
                      <a:pt x="13" y="157"/>
                    </a:cubicBezTo>
                    <a:cubicBezTo>
                      <a:pt x="8" y="157"/>
                      <a:pt x="7" y="157"/>
                      <a:pt x="6" y="159"/>
                    </a:cubicBezTo>
                    <a:cubicBezTo>
                      <a:pt x="4" y="160"/>
                      <a:pt x="4" y="161"/>
                      <a:pt x="7" y="164"/>
                    </a:cubicBezTo>
                    <a:cubicBezTo>
                      <a:pt x="11" y="166"/>
                      <a:pt x="27" y="180"/>
                      <a:pt x="33" y="190"/>
                    </a:cubicBezTo>
                    <a:cubicBezTo>
                      <a:pt x="39" y="200"/>
                      <a:pt x="36" y="198"/>
                      <a:pt x="34" y="197"/>
                    </a:cubicBezTo>
                    <a:cubicBezTo>
                      <a:pt x="33" y="197"/>
                      <a:pt x="28" y="194"/>
                      <a:pt x="21" y="193"/>
                    </a:cubicBezTo>
                    <a:cubicBezTo>
                      <a:pt x="15" y="192"/>
                      <a:pt x="13" y="192"/>
                      <a:pt x="10" y="195"/>
                    </a:cubicBezTo>
                    <a:cubicBezTo>
                      <a:pt x="9" y="196"/>
                      <a:pt x="10" y="198"/>
                      <a:pt x="11" y="199"/>
                    </a:cubicBezTo>
                    <a:cubicBezTo>
                      <a:pt x="11" y="199"/>
                      <a:pt x="29" y="211"/>
                      <a:pt x="31" y="212"/>
                    </a:cubicBezTo>
                    <a:cubicBezTo>
                      <a:pt x="33" y="214"/>
                      <a:pt x="34" y="216"/>
                      <a:pt x="33" y="215"/>
                    </a:cubicBezTo>
                    <a:cubicBezTo>
                      <a:pt x="31" y="215"/>
                      <a:pt x="26" y="215"/>
                      <a:pt x="24" y="216"/>
                    </a:cubicBezTo>
                    <a:cubicBezTo>
                      <a:pt x="22" y="217"/>
                      <a:pt x="21" y="219"/>
                      <a:pt x="23" y="221"/>
                    </a:cubicBezTo>
                    <a:cubicBezTo>
                      <a:pt x="24" y="223"/>
                      <a:pt x="33" y="230"/>
                      <a:pt x="40" y="239"/>
                    </a:cubicBezTo>
                    <a:cubicBezTo>
                      <a:pt x="48" y="251"/>
                      <a:pt x="50" y="257"/>
                      <a:pt x="52" y="260"/>
                    </a:cubicBezTo>
                    <a:cubicBezTo>
                      <a:pt x="54" y="264"/>
                      <a:pt x="53" y="265"/>
                      <a:pt x="50" y="263"/>
                    </a:cubicBezTo>
                    <a:cubicBezTo>
                      <a:pt x="47" y="260"/>
                      <a:pt x="38" y="256"/>
                      <a:pt x="35" y="256"/>
                    </a:cubicBezTo>
                    <a:cubicBezTo>
                      <a:pt x="31" y="256"/>
                      <a:pt x="22" y="257"/>
                      <a:pt x="18" y="258"/>
                    </a:cubicBezTo>
                    <a:cubicBezTo>
                      <a:pt x="13" y="260"/>
                      <a:pt x="13" y="261"/>
                      <a:pt x="16" y="262"/>
                    </a:cubicBezTo>
                    <a:cubicBezTo>
                      <a:pt x="19" y="263"/>
                      <a:pt x="21" y="263"/>
                      <a:pt x="22" y="264"/>
                    </a:cubicBezTo>
                    <a:cubicBezTo>
                      <a:pt x="24" y="265"/>
                      <a:pt x="22" y="265"/>
                      <a:pt x="21" y="265"/>
                    </a:cubicBezTo>
                    <a:cubicBezTo>
                      <a:pt x="19" y="265"/>
                      <a:pt x="14" y="264"/>
                      <a:pt x="8" y="267"/>
                    </a:cubicBezTo>
                    <a:cubicBezTo>
                      <a:pt x="2" y="270"/>
                      <a:pt x="2" y="273"/>
                      <a:pt x="0" y="276"/>
                    </a:cubicBezTo>
                    <a:cubicBezTo>
                      <a:pt x="0" y="278"/>
                      <a:pt x="1" y="279"/>
                      <a:pt x="4" y="279"/>
                    </a:cubicBezTo>
                    <a:cubicBezTo>
                      <a:pt x="7" y="278"/>
                      <a:pt x="21" y="278"/>
                      <a:pt x="26" y="280"/>
                    </a:cubicBezTo>
                    <a:cubicBezTo>
                      <a:pt x="30" y="281"/>
                      <a:pt x="31" y="282"/>
                      <a:pt x="29" y="283"/>
                    </a:cubicBezTo>
                    <a:cubicBezTo>
                      <a:pt x="27" y="283"/>
                      <a:pt x="23" y="286"/>
                      <a:pt x="20" y="288"/>
                    </a:cubicBezTo>
                    <a:cubicBezTo>
                      <a:pt x="18" y="291"/>
                      <a:pt x="16" y="293"/>
                      <a:pt x="18" y="292"/>
                    </a:cubicBezTo>
                    <a:cubicBezTo>
                      <a:pt x="21" y="292"/>
                      <a:pt x="27" y="292"/>
                      <a:pt x="39" y="297"/>
                    </a:cubicBezTo>
                    <a:cubicBezTo>
                      <a:pt x="52" y="303"/>
                      <a:pt x="64" y="311"/>
                      <a:pt x="68" y="315"/>
                    </a:cubicBezTo>
                    <a:cubicBezTo>
                      <a:pt x="72" y="319"/>
                      <a:pt x="71" y="319"/>
                      <a:pt x="69" y="319"/>
                    </a:cubicBezTo>
                    <a:cubicBezTo>
                      <a:pt x="66" y="318"/>
                      <a:pt x="60" y="315"/>
                      <a:pt x="54" y="316"/>
                    </a:cubicBezTo>
                    <a:cubicBezTo>
                      <a:pt x="48" y="316"/>
                      <a:pt x="39" y="317"/>
                      <a:pt x="34" y="320"/>
                    </a:cubicBezTo>
                    <a:cubicBezTo>
                      <a:pt x="30" y="323"/>
                      <a:pt x="31" y="324"/>
                      <a:pt x="33" y="324"/>
                    </a:cubicBezTo>
                    <a:cubicBezTo>
                      <a:pt x="36" y="324"/>
                      <a:pt x="52" y="329"/>
                      <a:pt x="59" y="331"/>
                    </a:cubicBezTo>
                    <a:cubicBezTo>
                      <a:pt x="65" y="333"/>
                      <a:pt x="72" y="336"/>
                      <a:pt x="76" y="338"/>
                    </a:cubicBezTo>
                    <a:cubicBezTo>
                      <a:pt x="79" y="340"/>
                      <a:pt x="72" y="343"/>
                      <a:pt x="69" y="345"/>
                    </a:cubicBezTo>
                    <a:cubicBezTo>
                      <a:pt x="67" y="347"/>
                      <a:pt x="69" y="347"/>
                      <a:pt x="70" y="348"/>
                    </a:cubicBezTo>
                    <a:cubicBezTo>
                      <a:pt x="72" y="349"/>
                      <a:pt x="79" y="347"/>
                      <a:pt x="79" y="348"/>
                    </a:cubicBezTo>
                    <a:cubicBezTo>
                      <a:pt x="80" y="350"/>
                      <a:pt x="75" y="350"/>
                      <a:pt x="72" y="355"/>
                    </a:cubicBezTo>
                    <a:cubicBezTo>
                      <a:pt x="69" y="359"/>
                      <a:pt x="67" y="362"/>
                      <a:pt x="67" y="366"/>
                    </a:cubicBezTo>
                    <a:cubicBezTo>
                      <a:pt x="67" y="370"/>
                      <a:pt x="68" y="367"/>
                      <a:pt x="69" y="366"/>
                    </a:cubicBezTo>
                    <a:cubicBezTo>
                      <a:pt x="71" y="365"/>
                      <a:pt x="77" y="362"/>
                      <a:pt x="80" y="360"/>
                    </a:cubicBezTo>
                    <a:cubicBezTo>
                      <a:pt x="82" y="359"/>
                      <a:pt x="86" y="357"/>
                      <a:pt x="88" y="357"/>
                    </a:cubicBezTo>
                    <a:cubicBezTo>
                      <a:pt x="91" y="356"/>
                      <a:pt x="86" y="362"/>
                      <a:pt x="88" y="364"/>
                    </a:cubicBezTo>
                    <a:cubicBezTo>
                      <a:pt x="90" y="366"/>
                      <a:pt x="94" y="365"/>
                      <a:pt x="98" y="363"/>
                    </a:cubicBezTo>
                    <a:cubicBezTo>
                      <a:pt x="101" y="362"/>
                      <a:pt x="105" y="359"/>
                      <a:pt x="106" y="360"/>
                    </a:cubicBezTo>
                    <a:cubicBezTo>
                      <a:pt x="108" y="361"/>
                      <a:pt x="102" y="366"/>
                      <a:pt x="105" y="368"/>
                    </a:cubicBezTo>
                    <a:cubicBezTo>
                      <a:pt x="109" y="371"/>
                      <a:pt x="120" y="368"/>
                      <a:pt x="120" y="368"/>
                    </a:cubicBezTo>
                    <a:cubicBezTo>
                      <a:pt x="146" y="366"/>
                      <a:pt x="155" y="384"/>
                      <a:pt x="156" y="388"/>
                    </a:cubicBezTo>
                    <a:cubicBezTo>
                      <a:pt x="156" y="392"/>
                      <a:pt x="152" y="394"/>
                      <a:pt x="150" y="395"/>
                    </a:cubicBezTo>
                    <a:cubicBezTo>
                      <a:pt x="148" y="395"/>
                      <a:pt x="151" y="398"/>
                      <a:pt x="161" y="399"/>
                    </a:cubicBezTo>
                    <a:cubicBezTo>
                      <a:pt x="166" y="399"/>
                      <a:pt x="175" y="398"/>
                      <a:pt x="180" y="386"/>
                    </a:cubicBezTo>
                    <a:cubicBezTo>
                      <a:pt x="184" y="376"/>
                      <a:pt x="172" y="358"/>
                      <a:pt x="171" y="356"/>
                    </a:cubicBezTo>
                    <a:cubicBezTo>
                      <a:pt x="170" y="355"/>
                      <a:pt x="169" y="353"/>
                      <a:pt x="168" y="352"/>
                    </a:cubicBezTo>
                    <a:cubicBezTo>
                      <a:pt x="171" y="354"/>
                      <a:pt x="173" y="355"/>
                      <a:pt x="175" y="356"/>
                    </a:cubicBezTo>
                    <a:cubicBezTo>
                      <a:pt x="177" y="358"/>
                      <a:pt x="182" y="362"/>
                      <a:pt x="187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94" y="362"/>
                      <a:pt x="197" y="358"/>
                      <a:pt x="200" y="357"/>
                    </a:cubicBezTo>
                    <a:cubicBezTo>
                      <a:pt x="201" y="356"/>
                      <a:pt x="202" y="355"/>
                      <a:pt x="203" y="355"/>
                    </a:cubicBezTo>
                    <a:cubicBezTo>
                      <a:pt x="203" y="355"/>
                      <a:pt x="203" y="356"/>
                      <a:pt x="203" y="356"/>
                    </a:cubicBezTo>
                    <a:cubicBezTo>
                      <a:pt x="202" y="358"/>
                      <a:pt x="190" y="376"/>
                      <a:pt x="194" y="386"/>
                    </a:cubicBezTo>
                    <a:cubicBezTo>
                      <a:pt x="199" y="397"/>
                      <a:pt x="208" y="398"/>
                      <a:pt x="214" y="398"/>
                    </a:cubicBezTo>
                    <a:cubicBezTo>
                      <a:pt x="223" y="398"/>
                      <a:pt x="227" y="395"/>
                      <a:pt x="224" y="394"/>
                    </a:cubicBezTo>
                    <a:cubicBezTo>
                      <a:pt x="222" y="393"/>
                      <a:pt x="218" y="392"/>
                      <a:pt x="219" y="387"/>
                    </a:cubicBezTo>
                    <a:cubicBezTo>
                      <a:pt x="219" y="383"/>
                      <a:pt x="228" y="366"/>
                      <a:pt x="255" y="368"/>
                    </a:cubicBezTo>
                    <a:cubicBezTo>
                      <a:pt x="255" y="368"/>
                      <a:pt x="265" y="371"/>
                      <a:pt x="269" y="368"/>
                    </a:cubicBezTo>
                    <a:cubicBezTo>
                      <a:pt x="272" y="365"/>
                      <a:pt x="267" y="361"/>
                      <a:pt x="268" y="360"/>
                    </a:cubicBezTo>
                    <a:cubicBezTo>
                      <a:pt x="269" y="358"/>
                      <a:pt x="273" y="361"/>
                      <a:pt x="277" y="363"/>
                    </a:cubicBezTo>
                    <a:cubicBezTo>
                      <a:pt x="280" y="365"/>
                      <a:pt x="284" y="365"/>
                      <a:pt x="286" y="363"/>
                    </a:cubicBezTo>
                    <a:cubicBezTo>
                      <a:pt x="288" y="362"/>
                      <a:pt x="283" y="356"/>
                      <a:pt x="286" y="356"/>
                    </a:cubicBezTo>
                    <a:cubicBezTo>
                      <a:pt x="288" y="357"/>
                      <a:pt x="292" y="359"/>
                      <a:pt x="294" y="360"/>
                    </a:cubicBezTo>
                    <a:cubicBezTo>
                      <a:pt x="297" y="361"/>
                      <a:pt x="304" y="364"/>
                      <a:pt x="305" y="365"/>
                    </a:cubicBezTo>
                    <a:cubicBezTo>
                      <a:pt x="306" y="366"/>
                      <a:pt x="307" y="369"/>
                      <a:pt x="307" y="365"/>
                    </a:cubicBezTo>
                    <a:cubicBezTo>
                      <a:pt x="307" y="362"/>
                      <a:pt x="305" y="359"/>
                      <a:pt x="302" y="354"/>
                    </a:cubicBezTo>
                    <a:cubicBezTo>
                      <a:pt x="299" y="350"/>
                      <a:pt x="294" y="349"/>
                      <a:pt x="295" y="348"/>
                    </a:cubicBezTo>
                    <a:cubicBezTo>
                      <a:pt x="295" y="346"/>
                      <a:pt x="301" y="347"/>
                      <a:pt x="302" y="347"/>
                    </a:cubicBezTo>
                    <a:cubicBezTo>
                      <a:pt x="304" y="346"/>
                      <a:pt x="308" y="347"/>
                      <a:pt x="306" y="345"/>
                    </a:cubicBezTo>
                    <a:cubicBezTo>
                      <a:pt x="304" y="343"/>
                      <a:pt x="297" y="338"/>
                      <a:pt x="299" y="337"/>
                    </a:cubicBezTo>
                    <a:cubicBezTo>
                      <a:pt x="303" y="336"/>
                      <a:pt x="309" y="332"/>
                      <a:pt x="315" y="330"/>
                    </a:cubicBezTo>
                    <a:cubicBezTo>
                      <a:pt x="322" y="328"/>
                      <a:pt x="338" y="323"/>
                      <a:pt x="341" y="323"/>
                    </a:cubicBezTo>
                    <a:cubicBezTo>
                      <a:pt x="343" y="323"/>
                      <a:pt x="344" y="322"/>
                      <a:pt x="340" y="319"/>
                    </a:cubicBezTo>
                    <a:cubicBezTo>
                      <a:pt x="335" y="317"/>
                      <a:pt x="326" y="316"/>
                      <a:pt x="320" y="315"/>
                    </a:cubicBezTo>
                    <a:cubicBezTo>
                      <a:pt x="314" y="315"/>
                      <a:pt x="308" y="318"/>
                      <a:pt x="305" y="318"/>
                    </a:cubicBezTo>
                    <a:cubicBezTo>
                      <a:pt x="303" y="319"/>
                      <a:pt x="302" y="318"/>
                      <a:pt x="306" y="314"/>
                    </a:cubicBezTo>
                    <a:cubicBezTo>
                      <a:pt x="310" y="311"/>
                      <a:pt x="322" y="302"/>
                      <a:pt x="335" y="297"/>
                    </a:cubicBezTo>
                    <a:cubicBezTo>
                      <a:pt x="347" y="291"/>
                      <a:pt x="353" y="292"/>
                      <a:pt x="356" y="292"/>
                    </a:cubicBezTo>
                    <a:cubicBezTo>
                      <a:pt x="358" y="292"/>
                      <a:pt x="356" y="290"/>
                      <a:pt x="354" y="288"/>
                    </a:cubicBezTo>
                    <a:cubicBezTo>
                      <a:pt x="351" y="285"/>
                      <a:pt x="347" y="283"/>
                      <a:pt x="345" y="282"/>
                    </a:cubicBezTo>
                    <a:cubicBezTo>
                      <a:pt x="343" y="282"/>
                      <a:pt x="344" y="281"/>
                      <a:pt x="348" y="280"/>
                    </a:cubicBezTo>
                    <a:cubicBezTo>
                      <a:pt x="352" y="278"/>
                      <a:pt x="367" y="278"/>
                      <a:pt x="370" y="279"/>
                    </a:cubicBezTo>
                    <a:cubicBezTo>
                      <a:pt x="373" y="279"/>
                      <a:pt x="374" y="278"/>
                      <a:pt x="373" y="276"/>
                    </a:cubicBezTo>
                    <a:cubicBezTo>
                      <a:pt x="372" y="272"/>
                      <a:pt x="371" y="269"/>
                      <a:pt x="366" y="267"/>
                    </a:cubicBezTo>
                    <a:moveTo>
                      <a:pt x="235" y="95"/>
                    </a:moveTo>
                    <a:cubicBezTo>
                      <a:pt x="235" y="96"/>
                      <a:pt x="234" y="96"/>
                      <a:pt x="234" y="97"/>
                    </a:cubicBezTo>
                    <a:cubicBezTo>
                      <a:pt x="234" y="97"/>
                      <a:pt x="234" y="97"/>
                      <a:pt x="234" y="97"/>
                    </a:cubicBezTo>
                    <a:cubicBezTo>
                      <a:pt x="232" y="97"/>
                      <a:pt x="232" y="97"/>
                      <a:pt x="232" y="97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34" y="91"/>
                      <a:pt x="234" y="91"/>
                      <a:pt x="234" y="91"/>
                    </a:cubicBezTo>
                    <a:cubicBezTo>
                      <a:pt x="235" y="91"/>
                      <a:pt x="235" y="91"/>
                      <a:pt x="235" y="91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6" y="93"/>
                      <a:pt x="235" y="94"/>
                      <a:pt x="235" y="95"/>
                    </a:cubicBezTo>
                    <a:moveTo>
                      <a:pt x="151" y="91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7" y="87"/>
                      <a:pt x="149" y="86"/>
                      <a:pt x="154" y="85"/>
                    </a:cubicBezTo>
                    <a:cubicBezTo>
                      <a:pt x="157" y="84"/>
                      <a:pt x="159" y="84"/>
                      <a:pt x="161" y="83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64" y="92"/>
                      <a:pt x="164" y="92"/>
                      <a:pt x="164" y="92"/>
                    </a:cubicBezTo>
                    <a:cubicBezTo>
                      <a:pt x="163" y="92"/>
                      <a:pt x="162" y="93"/>
                      <a:pt x="161" y="93"/>
                    </a:cubicBezTo>
                    <a:cubicBezTo>
                      <a:pt x="159" y="93"/>
                      <a:pt x="150" y="96"/>
                      <a:pt x="147" y="97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1" y="91"/>
                    </a:lnTo>
                    <a:close/>
                    <a:moveTo>
                      <a:pt x="228" y="96"/>
                    </a:moveTo>
                    <a:cubicBezTo>
                      <a:pt x="224" y="95"/>
                      <a:pt x="216" y="93"/>
                      <a:pt x="214" y="93"/>
                    </a:cubicBezTo>
                    <a:cubicBezTo>
                      <a:pt x="214" y="93"/>
                      <a:pt x="213" y="92"/>
                      <a:pt x="211" y="92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6" y="84"/>
                      <a:pt x="219" y="84"/>
                      <a:pt x="222" y="85"/>
                    </a:cubicBezTo>
                    <a:cubicBezTo>
                      <a:pt x="226" y="86"/>
                      <a:pt x="228" y="87"/>
                      <a:pt x="232" y="89"/>
                    </a:cubicBezTo>
                    <a:cubicBezTo>
                      <a:pt x="224" y="91"/>
                      <a:pt x="224" y="91"/>
                      <a:pt x="224" y="91"/>
                    </a:cubicBezTo>
                    <a:cubicBezTo>
                      <a:pt x="223" y="92"/>
                      <a:pt x="223" y="92"/>
                      <a:pt x="223" y="92"/>
                    </a:cubicBezTo>
                    <a:lnTo>
                      <a:pt x="228" y="96"/>
                    </a:lnTo>
                    <a:close/>
                    <a:moveTo>
                      <a:pt x="217" y="88"/>
                    </a:moveTo>
                    <a:cubicBezTo>
                      <a:pt x="210" y="90"/>
                      <a:pt x="210" y="90"/>
                      <a:pt x="210" y="90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11" y="83"/>
                      <a:pt x="211" y="83"/>
                      <a:pt x="211" y="83"/>
                    </a:cubicBezTo>
                    <a:cubicBezTo>
                      <a:pt x="211" y="83"/>
                      <a:pt x="211" y="83"/>
                      <a:pt x="211" y="83"/>
                    </a:cubicBezTo>
                    <a:lnTo>
                      <a:pt x="217" y="88"/>
                    </a:lnTo>
                    <a:close/>
                    <a:moveTo>
                      <a:pt x="201" y="85"/>
                    </a:moveTo>
                    <a:cubicBezTo>
                      <a:pt x="200" y="86"/>
                      <a:pt x="200" y="86"/>
                      <a:pt x="200" y="86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3" y="90"/>
                      <a:pt x="195" y="89"/>
                      <a:pt x="188" y="89"/>
                    </a:cubicBezTo>
                    <a:cubicBezTo>
                      <a:pt x="197" y="85"/>
                      <a:pt x="197" y="85"/>
                      <a:pt x="197" y="85"/>
                    </a:cubicBezTo>
                    <a:cubicBezTo>
                      <a:pt x="197" y="83"/>
                      <a:pt x="197" y="83"/>
                      <a:pt x="197" y="83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6" y="80"/>
                      <a:pt x="202" y="80"/>
                      <a:pt x="206" y="81"/>
                    </a:cubicBezTo>
                    <a:cubicBezTo>
                      <a:pt x="207" y="81"/>
                      <a:pt x="208" y="81"/>
                      <a:pt x="209" y="82"/>
                    </a:cubicBezTo>
                    <a:lnTo>
                      <a:pt x="201" y="85"/>
                    </a:lnTo>
                    <a:close/>
                    <a:moveTo>
                      <a:pt x="194" y="84"/>
                    </a:moveTo>
                    <a:cubicBezTo>
                      <a:pt x="194" y="84"/>
                      <a:pt x="194" y="84"/>
                      <a:pt x="194" y="84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1" y="84"/>
                      <a:pt x="181" y="84"/>
                      <a:pt x="181" y="84"/>
                    </a:cubicBezTo>
                    <a:cubicBezTo>
                      <a:pt x="187" y="80"/>
                      <a:pt x="187" y="80"/>
                      <a:pt x="187" y="80"/>
                    </a:cubicBezTo>
                    <a:cubicBezTo>
                      <a:pt x="187" y="80"/>
                      <a:pt x="187" y="80"/>
                      <a:pt x="187" y="80"/>
                    </a:cubicBezTo>
                    <a:lnTo>
                      <a:pt x="194" y="84"/>
                    </a:lnTo>
                    <a:close/>
                    <a:moveTo>
                      <a:pt x="177" y="83"/>
                    </a:move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5"/>
                      <a:pt x="178" y="85"/>
                      <a:pt x="178" y="85"/>
                    </a:cubicBezTo>
                    <a:cubicBezTo>
                      <a:pt x="187" y="89"/>
                      <a:pt x="187" y="89"/>
                      <a:pt x="187" y="89"/>
                    </a:cubicBezTo>
                    <a:cubicBezTo>
                      <a:pt x="187" y="89"/>
                      <a:pt x="186" y="89"/>
                      <a:pt x="186" y="89"/>
                    </a:cubicBezTo>
                    <a:cubicBezTo>
                      <a:pt x="179" y="89"/>
                      <a:pt x="172" y="91"/>
                      <a:pt x="167" y="92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2"/>
                      <a:pt x="169" y="81"/>
                      <a:pt x="170" y="81"/>
                    </a:cubicBezTo>
                    <a:cubicBezTo>
                      <a:pt x="174" y="80"/>
                      <a:pt x="181" y="80"/>
                      <a:pt x="184" y="79"/>
                    </a:cubicBezTo>
                    <a:lnTo>
                      <a:pt x="177" y="83"/>
                    </a:lnTo>
                    <a:close/>
                    <a:moveTo>
                      <a:pt x="171" y="86"/>
                    </a:moveTo>
                    <a:cubicBezTo>
                      <a:pt x="171" y="86"/>
                      <a:pt x="171" y="86"/>
                      <a:pt x="171" y="86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64" y="83"/>
                      <a:pt x="164" y="83"/>
                      <a:pt x="164" y="83"/>
                    </a:cubicBezTo>
                    <a:cubicBezTo>
                      <a:pt x="164" y="83"/>
                      <a:pt x="164" y="83"/>
                      <a:pt x="164" y="83"/>
                    </a:cubicBezTo>
                    <a:lnTo>
                      <a:pt x="171" y="86"/>
                    </a:lnTo>
                    <a:close/>
                    <a:moveTo>
                      <a:pt x="148" y="100"/>
                    </a:moveTo>
                    <a:cubicBezTo>
                      <a:pt x="151" y="98"/>
                      <a:pt x="172" y="93"/>
                      <a:pt x="187" y="93"/>
                    </a:cubicBezTo>
                    <a:cubicBezTo>
                      <a:pt x="207" y="93"/>
                      <a:pt x="219" y="97"/>
                      <a:pt x="229" y="101"/>
                    </a:cubicBezTo>
                    <a:cubicBezTo>
                      <a:pt x="230" y="101"/>
                      <a:pt x="230" y="103"/>
                      <a:pt x="230" y="104"/>
                    </a:cubicBezTo>
                    <a:cubicBezTo>
                      <a:pt x="229" y="105"/>
                      <a:pt x="228" y="105"/>
                      <a:pt x="226" y="105"/>
                    </a:cubicBezTo>
                    <a:cubicBezTo>
                      <a:pt x="223" y="103"/>
                      <a:pt x="205" y="98"/>
                      <a:pt x="188" y="98"/>
                    </a:cubicBezTo>
                    <a:cubicBezTo>
                      <a:pt x="171" y="98"/>
                      <a:pt x="153" y="103"/>
                      <a:pt x="150" y="104"/>
                    </a:cubicBezTo>
                    <a:cubicBezTo>
                      <a:pt x="149" y="105"/>
                      <a:pt x="147" y="105"/>
                      <a:pt x="146" y="103"/>
                    </a:cubicBezTo>
                    <a:cubicBezTo>
                      <a:pt x="146" y="102"/>
                      <a:pt x="147" y="101"/>
                      <a:pt x="148" y="100"/>
                    </a:cubicBezTo>
                    <a:moveTo>
                      <a:pt x="243" y="81"/>
                    </a:moveTo>
                    <a:cubicBezTo>
                      <a:pt x="241" y="81"/>
                      <a:pt x="240" y="80"/>
                      <a:pt x="240" y="78"/>
                    </a:cubicBezTo>
                    <a:cubicBezTo>
                      <a:pt x="240" y="76"/>
                      <a:pt x="241" y="75"/>
                      <a:pt x="243" y="75"/>
                    </a:cubicBezTo>
                    <a:cubicBezTo>
                      <a:pt x="245" y="75"/>
                      <a:pt x="246" y="76"/>
                      <a:pt x="246" y="78"/>
                    </a:cubicBezTo>
                    <a:cubicBezTo>
                      <a:pt x="246" y="80"/>
                      <a:pt x="245" y="81"/>
                      <a:pt x="243" y="81"/>
                    </a:cubicBezTo>
                    <a:moveTo>
                      <a:pt x="259" y="62"/>
                    </a:moveTo>
                    <a:cubicBezTo>
                      <a:pt x="259" y="64"/>
                      <a:pt x="258" y="65"/>
                      <a:pt x="256" y="65"/>
                    </a:cubicBezTo>
                    <a:cubicBezTo>
                      <a:pt x="254" y="65"/>
                      <a:pt x="253" y="64"/>
                      <a:pt x="253" y="62"/>
                    </a:cubicBezTo>
                    <a:cubicBezTo>
                      <a:pt x="253" y="60"/>
                      <a:pt x="254" y="59"/>
                      <a:pt x="256" y="59"/>
                    </a:cubicBezTo>
                    <a:cubicBezTo>
                      <a:pt x="258" y="59"/>
                      <a:pt x="259" y="60"/>
                      <a:pt x="259" y="62"/>
                    </a:cubicBezTo>
                    <a:moveTo>
                      <a:pt x="254" y="49"/>
                    </a:moveTo>
                    <a:cubicBezTo>
                      <a:pt x="255" y="49"/>
                      <a:pt x="257" y="50"/>
                      <a:pt x="257" y="52"/>
                    </a:cubicBezTo>
                    <a:cubicBezTo>
                      <a:pt x="257" y="54"/>
                      <a:pt x="255" y="55"/>
                      <a:pt x="254" y="55"/>
                    </a:cubicBezTo>
                    <a:cubicBezTo>
                      <a:pt x="252" y="55"/>
                      <a:pt x="251" y="54"/>
                      <a:pt x="251" y="52"/>
                    </a:cubicBezTo>
                    <a:cubicBezTo>
                      <a:pt x="251" y="50"/>
                      <a:pt x="252" y="49"/>
                      <a:pt x="254" y="49"/>
                    </a:cubicBezTo>
                    <a:moveTo>
                      <a:pt x="250" y="68"/>
                    </a:moveTo>
                    <a:cubicBezTo>
                      <a:pt x="251" y="68"/>
                      <a:pt x="253" y="69"/>
                      <a:pt x="253" y="71"/>
                    </a:cubicBezTo>
                    <a:cubicBezTo>
                      <a:pt x="253" y="73"/>
                      <a:pt x="251" y="74"/>
                      <a:pt x="250" y="74"/>
                    </a:cubicBezTo>
                    <a:cubicBezTo>
                      <a:pt x="248" y="74"/>
                      <a:pt x="247" y="73"/>
                      <a:pt x="247" y="71"/>
                    </a:cubicBezTo>
                    <a:cubicBezTo>
                      <a:pt x="247" y="69"/>
                      <a:pt x="248" y="68"/>
                      <a:pt x="250" y="68"/>
                    </a:cubicBezTo>
                    <a:moveTo>
                      <a:pt x="245" y="41"/>
                    </a:moveTo>
                    <a:cubicBezTo>
                      <a:pt x="247" y="41"/>
                      <a:pt x="249" y="42"/>
                      <a:pt x="249" y="44"/>
                    </a:cubicBezTo>
                    <a:cubicBezTo>
                      <a:pt x="249" y="46"/>
                      <a:pt x="247" y="47"/>
                      <a:pt x="245" y="47"/>
                    </a:cubicBezTo>
                    <a:cubicBezTo>
                      <a:pt x="244" y="47"/>
                      <a:pt x="242" y="46"/>
                      <a:pt x="242" y="44"/>
                    </a:cubicBezTo>
                    <a:cubicBezTo>
                      <a:pt x="242" y="42"/>
                      <a:pt x="244" y="41"/>
                      <a:pt x="245" y="41"/>
                    </a:cubicBezTo>
                    <a:moveTo>
                      <a:pt x="239" y="49"/>
                    </a:moveTo>
                    <a:cubicBezTo>
                      <a:pt x="239" y="48"/>
                      <a:pt x="239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41" y="48"/>
                      <a:pt x="244" y="51"/>
                      <a:pt x="246" y="52"/>
                    </a:cubicBezTo>
                    <a:cubicBezTo>
                      <a:pt x="247" y="53"/>
                      <a:pt x="248" y="55"/>
                      <a:pt x="249" y="57"/>
                    </a:cubicBezTo>
                    <a:cubicBezTo>
                      <a:pt x="249" y="58"/>
                      <a:pt x="249" y="58"/>
                      <a:pt x="249" y="59"/>
                    </a:cubicBezTo>
                    <a:cubicBezTo>
                      <a:pt x="249" y="60"/>
                      <a:pt x="249" y="60"/>
                      <a:pt x="248" y="62"/>
                    </a:cubicBezTo>
                    <a:cubicBezTo>
                      <a:pt x="247" y="64"/>
                      <a:pt x="245" y="68"/>
                      <a:pt x="242" y="70"/>
                    </a:cubicBezTo>
                    <a:cubicBezTo>
                      <a:pt x="240" y="73"/>
                      <a:pt x="237" y="75"/>
                      <a:pt x="237" y="76"/>
                    </a:cubicBezTo>
                    <a:cubicBezTo>
                      <a:pt x="236" y="76"/>
                      <a:pt x="236" y="77"/>
                      <a:pt x="235" y="78"/>
                    </a:cubicBezTo>
                    <a:cubicBezTo>
                      <a:pt x="235" y="78"/>
                      <a:pt x="235" y="79"/>
                      <a:pt x="235" y="79"/>
                    </a:cubicBezTo>
                    <a:cubicBezTo>
                      <a:pt x="234" y="79"/>
                      <a:pt x="233" y="78"/>
                      <a:pt x="231" y="78"/>
                    </a:cubicBezTo>
                    <a:cubicBezTo>
                      <a:pt x="230" y="77"/>
                      <a:pt x="229" y="77"/>
                      <a:pt x="228" y="77"/>
                    </a:cubicBezTo>
                    <a:cubicBezTo>
                      <a:pt x="229" y="76"/>
                      <a:pt x="229" y="76"/>
                      <a:pt x="229" y="76"/>
                    </a:cubicBezTo>
                    <a:cubicBezTo>
                      <a:pt x="233" y="73"/>
                      <a:pt x="236" y="66"/>
                      <a:pt x="237" y="63"/>
                    </a:cubicBezTo>
                    <a:cubicBezTo>
                      <a:pt x="239" y="58"/>
                      <a:pt x="239" y="53"/>
                      <a:pt x="239" y="50"/>
                    </a:cubicBezTo>
                    <a:cubicBezTo>
                      <a:pt x="239" y="49"/>
                      <a:pt x="239" y="49"/>
                      <a:pt x="239" y="49"/>
                    </a:cubicBezTo>
                    <a:moveTo>
                      <a:pt x="230" y="60"/>
                    </a:moveTo>
                    <a:cubicBezTo>
                      <a:pt x="231" y="60"/>
                      <a:pt x="233" y="61"/>
                      <a:pt x="233" y="63"/>
                    </a:cubicBezTo>
                    <a:cubicBezTo>
                      <a:pt x="233" y="65"/>
                      <a:pt x="231" y="66"/>
                      <a:pt x="230" y="66"/>
                    </a:cubicBezTo>
                    <a:cubicBezTo>
                      <a:pt x="228" y="66"/>
                      <a:pt x="226" y="65"/>
                      <a:pt x="226" y="63"/>
                    </a:cubicBezTo>
                    <a:cubicBezTo>
                      <a:pt x="226" y="61"/>
                      <a:pt x="228" y="60"/>
                      <a:pt x="230" y="60"/>
                    </a:cubicBezTo>
                    <a:moveTo>
                      <a:pt x="229" y="55"/>
                    </a:moveTo>
                    <a:cubicBezTo>
                      <a:pt x="229" y="53"/>
                      <a:pt x="230" y="52"/>
                      <a:pt x="232" y="52"/>
                    </a:cubicBezTo>
                    <a:cubicBezTo>
                      <a:pt x="233" y="52"/>
                      <a:pt x="235" y="53"/>
                      <a:pt x="235" y="55"/>
                    </a:cubicBezTo>
                    <a:cubicBezTo>
                      <a:pt x="235" y="57"/>
                      <a:pt x="233" y="58"/>
                      <a:pt x="232" y="58"/>
                    </a:cubicBezTo>
                    <a:cubicBezTo>
                      <a:pt x="230" y="58"/>
                      <a:pt x="229" y="57"/>
                      <a:pt x="229" y="55"/>
                    </a:cubicBezTo>
                    <a:moveTo>
                      <a:pt x="229" y="70"/>
                    </a:moveTo>
                    <a:cubicBezTo>
                      <a:pt x="229" y="72"/>
                      <a:pt x="227" y="74"/>
                      <a:pt x="226" y="74"/>
                    </a:cubicBezTo>
                    <a:cubicBezTo>
                      <a:pt x="224" y="74"/>
                      <a:pt x="222" y="72"/>
                      <a:pt x="222" y="70"/>
                    </a:cubicBezTo>
                    <a:cubicBezTo>
                      <a:pt x="222" y="69"/>
                      <a:pt x="224" y="67"/>
                      <a:pt x="226" y="67"/>
                    </a:cubicBezTo>
                    <a:cubicBezTo>
                      <a:pt x="227" y="67"/>
                      <a:pt x="229" y="69"/>
                      <a:pt x="229" y="70"/>
                    </a:cubicBezTo>
                    <a:moveTo>
                      <a:pt x="235" y="36"/>
                    </a:moveTo>
                    <a:cubicBezTo>
                      <a:pt x="236" y="36"/>
                      <a:pt x="238" y="37"/>
                      <a:pt x="238" y="39"/>
                    </a:cubicBezTo>
                    <a:cubicBezTo>
                      <a:pt x="238" y="41"/>
                      <a:pt x="236" y="42"/>
                      <a:pt x="235" y="42"/>
                    </a:cubicBezTo>
                    <a:cubicBezTo>
                      <a:pt x="233" y="42"/>
                      <a:pt x="232" y="41"/>
                      <a:pt x="232" y="39"/>
                    </a:cubicBezTo>
                    <a:cubicBezTo>
                      <a:pt x="232" y="37"/>
                      <a:pt x="233" y="36"/>
                      <a:pt x="235" y="36"/>
                    </a:cubicBezTo>
                    <a:moveTo>
                      <a:pt x="231" y="43"/>
                    </a:moveTo>
                    <a:cubicBezTo>
                      <a:pt x="233" y="43"/>
                      <a:pt x="234" y="44"/>
                      <a:pt x="234" y="46"/>
                    </a:cubicBezTo>
                    <a:cubicBezTo>
                      <a:pt x="234" y="48"/>
                      <a:pt x="233" y="49"/>
                      <a:pt x="231" y="49"/>
                    </a:cubicBezTo>
                    <a:cubicBezTo>
                      <a:pt x="229" y="49"/>
                      <a:pt x="228" y="48"/>
                      <a:pt x="228" y="46"/>
                    </a:cubicBezTo>
                    <a:cubicBezTo>
                      <a:pt x="228" y="44"/>
                      <a:pt x="229" y="43"/>
                      <a:pt x="231" y="43"/>
                    </a:cubicBezTo>
                    <a:moveTo>
                      <a:pt x="227" y="37"/>
                    </a:moveTo>
                    <a:cubicBezTo>
                      <a:pt x="228" y="37"/>
                      <a:pt x="230" y="38"/>
                      <a:pt x="230" y="40"/>
                    </a:cubicBezTo>
                    <a:cubicBezTo>
                      <a:pt x="230" y="41"/>
                      <a:pt x="228" y="43"/>
                      <a:pt x="227" y="43"/>
                    </a:cubicBezTo>
                    <a:cubicBezTo>
                      <a:pt x="225" y="43"/>
                      <a:pt x="224" y="41"/>
                      <a:pt x="224" y="40"/>
                    </a:cubicBezTo>
                    <a:cubicBezTo>
                      <a:pt x="224" y="38"/>
                      <a:pt x="225" y="37"/>
                      <a:pt x="227" y="37"/>
                    </a:cubicBezTo>
                    <a:moveTo>
                      <a:pt x="222" y="33"/>
                    </a:moveTo>
                    <a:cubicBezTo>
                      <a:pt x="223" y="33"/>
                      <a:pt x="225" y="34"/>
                      <a:pt x="225" y="35"/>
                    </a:cubicBezTo>
                    <a:cubicBezTo>
                      <a:pt x="225" y="37"/>
                      <a:pt x="223" y="38"/>
                      <a:pt x="222" y="38"/>
                    </a:cubicBezTo>
                    <a:cubicBezTo>
                      <a:pt x="221" y="38"/>
                      <a:pt x="219" y="37"/>
                      <a:pt x="219" y="35"/>
                    </a:cubicBezTo>
                    <a:cubicBezTo>
                      <a:pt x="219" y="34"/>
                      <a:pt x="221" y="33"/>
                      <a:pt x="222" y="33"/>
                    </a:cubicBezTo>
                    <a:moveTo>
                      <a:pt x="216" y="31"/>
                    </a:moveTo>
                    <a:cubicBezTo>
                      <a:pt x="218" y="31"/>
                      <a:pt x="218" y="32"/>
                      <a:pt x="218" y="33"/>
                    </a:cubicBezTo>
                    <a:cubicBezTo>
                      <a:pt x="218" y="34"/>
                      <a:pt x="218" y="35"/>
                      <a:pt x="216" y="35"/>
                    </a:cubicBezTo>
                    <a:cubicBezTo>
                      <a:pt x="215" y="35"/>
                      <a:pt x="214" y="34"/>
                      <a:pt x="214" y="33"/>
                    </a:cubicBezTo>
                    <a:cubicBezTo>
                      <a:pt x="214" y="32"/>
                      <a:pt x="215" y="31"/>
                      <a:pt x="216" y="31"/>
                    </a:cubicBezTo>
                    <a:moveTo>
                      <a:pt x="211" y="30"/>
                    </a:moveTo>
                    <a:cubicBezTo>
                      <a:pt x="212" y="30"/>
                      <a:pt x="213" y="31"/>
                      <a:pt x="213" y="32"/>
                    </a:cubicBezTo>
                    <a:cubicBezTo>
                      <a:pt x="213" y="33"/>
                      <a:pt x="212" y="34"/>
                      <a:pt x="211" y="34"/>
                    </a:cubicBezTo>
                    <a:cubicBezTo>
                      <a:pt x="210" y="34"/>
                      <a:pt x="210" y="33"/>
                      <a:pt x="210" y="32"/>
                    </a:cubicBezTo>
                    <a:cubicBezTo>
                      <a:pt x="210" y="31"/>
                      <a:pt x="210" y="30"/>
                      <a:pt x="211" y="30"/>
                    </a:cubicBezTo>
                    <a:moveTo>
                      <a:pt x="206" y="30"/>
                    </a:moveTo>
                    <a:cubicBezTo>
                      <a:pt x="206" y="30"/>
                      <a:pt x="207" y="31"/>
                      <a:pt x="207" y="32"/>
                    </a:cubicBezTo>
                    <a:cubicBezTo>
                      <a:pt x="207" y="33"/>
                      <a:pt x="207" y="33"/>
                      <a:pt x="207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5" y="34"/>
                      <a:pt x="205" y="34"/>
                      <a:pt x="204" y="33"/>
                    </a:cubicBezTo>
                    <a:cubicBezTo>
                      <a:pt x="204" y="33"/>
                      <a:pt x="204" y="33"/>
                      <a:pt x="204" y="33"/>
                    </a:cubicBezTo>
                    <a:cubicBezTo>
                      <a:pt x="204" y="33"/>
                      <a:pt x="204" y="32"/>
                      <a:pt x="204" y="32"/>
                    </a:cubicBezTo>
                    <a:cubicBezTo>
                      <a:pt x="204" y="31"/>
                      <a:pt x="205" y="30"/>
                      <a:pt x="206" y="30"/>
                    </a:cubicBezTo>
                    <a:moveTo>
                      <a:pt x="200" y="70"/>
                    </a:moveTo>
                    <a:cubicBezTo>
                      <a:pt x="202" y="66"/>
                      <a:pt x="203" y="60"/>
                      <a:pt x="203" y="54"/>
                    </a:cubicBezTo>
                    <a:cubicBezTo>
                      <a:pt x="203" y="48"/>
                      <a:pt x="202" y="42"/>
                      <a:pt x="201" y="37"/>
                    </a:cubicBezTo>
                    <a:cubicBezTo>
                      <a:pt x="201" y="36"/>
                      <a:pt x="201" y="36"/>
                      <a:pt x="201" y="36"/>
                    </a:cubicBezTo>
                    <a:cubicBezTo>
                      <a:pt x="201" y="36"/>
                      <a:pt x="202" y="36"/>
                      <a:pt x="202" y="36"/>
                    </a:cubicBezTo>
                    <a:cubicBezTo>
                      <a:pt x="203" y="36"/>
                      <a:pt x="209" y="37"/>
                      <a:pt x="214" y="38"/>
                    </a:cubicBezTo>
                    <a:cubicBezTo>
                      <a:pt x="220" y="39"/>
                      <a:pt x="220" y="41"/>
                      <a:pt x="222" y="43"/>
                    </a:cubicBezTo>
                    <a:cubicBezTo>
                      <a:pt x="223" y="44"/>
                      <a:pt x="225" y="49"/>
                      <a:pt x="225" y="51"/>
                    </a:cubicBezTo>
                    <a:cubicBezTo>
                      <a:pt x="225" y="52"/>
                      <a:pt x="225" y="52"/>
                      <a:pt x="224" y="52"/>
                    </a:cubicBezTo>
                    <a:cubicBezTo>
                      <a:pt x="224" y="57"/>
                      <a:pt x="224" y="62"/>
                      <a:pt x="217" y="73"/>
                    </a:cubicBezTo>
                    <a:cubicBezTo>
                      <a:pt x="217" y="73"/>
                      <a:pt x="217" y="73"/>
                      <a:pt x="216" y="73"/>
                    </a:cubicBezTo>
                    <a:cubicBezTo>
                      <a:pt x="216" y="73"/>
                      <a:pt x="216" y="73"/>
                      <a:pt x="216" y="73"/>
                    </a:cubicBezTo>
                    <a:cubicBezTo>
                      <a:pt x="213" y="72"/>
                      <a:pt x="203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moveTo>
                      <a:pt x="196" y="37"/>
                    </a:moveTo>
                    <a:cubicBezTo>
                      <a:pt x="195" y="36"/>
                      <a:pt x="196" y="34"/>
                      <a:pt x="197" y="34"/>
                    </a:cubicBezTo>
                    <a:cubicBezTo>
                      <a:pt x="197" y="34"/>
                      <a:pt x="198" y="35"/>
                      <a:pt x="198" y="36"/>
                    </a:cubicBezTo>
                    <a:cubicBezTo>
                      <a:pt x="198" y="37"/>
                      <a:pt x="200" y="44"/>
                      <a:pt x="200" y="50"/>
                    </a:cubicBezTo>
                    <a:cubicBezTo>
                      <a:pt x="200" y="59"/>
                      <a:pt x="198" y="66"/>
                      <a:pt x="196" y="69"/>
                    </a:cubicBezTo>
                    <a:cubicBezTo>
                      <a:pt x="196" y="70"/>
                      <a:pt x="196" y="70"/>
                      <a:pt x="195" y="70"/>
                    </a:cubicBezTo>
                    <a:cubicBezTo>
                      <a:pt x="194" y="70"/>
                      <a:pt x="193" y="69"/>
                      <a:pt x="194" y="68"/>
                    </a:cubicBezTo>
                    <a:cubicBezTo>
                      <a:pt x="195" y="67"/>
                      <a:pt x="196" y="59"/>
                      <a:pt x="196" y="50"/>
                    </a:cubicBezTo>
                    <a:cubicBezTo>
                      <a:pt x="196" y="44"/>
                      <a:pt x="196" y="37"/>
                      <a:pt x="196" y="37"/>
                    </a:cubicBezTo>
                    <a:moveTo>
                      <a:pt x="182" y="11"/>
                    </a:moveTo>
                    <a:cubicBezTo>
                      <a:pt x="181" y="11"/>
                      <a:pt x="181" y="11"/>
                      <a:pt x="181" y="10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7"/>
                      <a:pt x="181" y="7"/>
                      <a:pt x="182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3"/>
                      <a:pt x="186" y="2"/>
                      <a:pt x="187" y="2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2"/>
                      <a:pt x="190" y="3"/>
                      <a:pt x="190" y="4"/>
                    </a:cubicBezTo>
                    <a:cubicBezTo>
                      <a:pt x="190" y="7"/>
                      <a:pt x="190" y="7"/>
                      <a:pt x="190" y="7"/>
                    </a:cubicBezTo>
                    <a:cubicBezTo>
                      <a:pt x="193" y="7"/>
                      <a:pt x="193" y="7"/>
                      <a:pt x="193" y="7"/>
                    </a:cubicBezTo>
                    <a:cubicBezTo>
                      <a:pt x="194" y="7"/>
                      <a:pt x="194" y="7"/>
                      <a:pt x="194" y="8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4" y="11"/>
                      <a:pt x="194" y="11"/>
                      <a:pt x="193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90" y="14"/>
                      <a:pt x="189" y="15"/>
                      <a:pt x="189" y="15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6" y="15"/>
                      <a:pt x="185" y="14"/>
                      <a:pt x="185" y="13"/>
                    </a:cubicBezTo>
                    <a:cubicBezTo>
                      <a:pt x="185" y="11"/>
                      <a:pt x="185" y="11"/>
                      <a:pt x="185" y="11"/>
                    </a:cubicBezTo>
                    <a:lnTo>
                      <a:pt x="182" y="11"/>
                    </a:lnTo>
                    <a:close/>
                    <a:moveTo>
                      <a:pt x="182" y="22"/>
                    </a:moveTo>
                    <a:cubicBezTo>
                      <a:pt x="182" y="19"/>
                      <a:pt x="185" y="17"/>
                      <a:pt x="188" y="17"/>
                    </a:cubicBezTo>
                    <a:cubicBezTo>
                      <a:pt x="191" y="17"/>
                      <a:pt x="193" y="19"/>
                      <a:pt x="193" y="22"/>
                    </a:cubicBezTo>
                    <a:cubicBezTo>
                      <a:pt x="193" y="25"/>
                      <a:pt x="191" y="28"/>
                      <a:pt x="188" y="28"/>
                    </a:cubicBezTo>
                    <a:cubicBezTo>
                      <a:pt x="185" y="28"/>
                      <a:pt x="182" y="25"/>
                      <a:pt x="182" y="22"/>
                    </a:cubicBezTo>
                    <a:moveTo>
                      <a:pt x="187" y="43"/>
                    </a:moveTo>
                    <a:cubicBezTo>
                      <a:pt x="187" y="43"/>
                      <a:pt x="187" y="43"/>
                      <a:pt x="187" y="43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3"/>
                      <a:pt x="191" y="45"/>
                      <a:pt x="191" y="47"/>
                    </a:cubicBezTo>
                    <a:cubicBezTo>
                      <a:pt x="191" y="49"/>
                      <a:pt x="190" y="50"/>
                      <a:pt x="188" y="51"/>
                    </a:cubicBezTo>
                    <a:cubicBezTo>
                      <a:pt x="188" y="51"/>
                      <a:pt x="188" y="51"/>
                      <a:pt x="187" y="51"/>
                    </a:cubicBezTo>
                    <a:cubicBezTo>
                      <a:pt x="187" y="51"/>
                      <a:pt x="187" y="51"/>
                      <a:pt x="187" y="51"/>
                    </a:cubicBezTo>
                    <a:cubicBezTo>
                      <a:pt x="185" y="51"/>
                      <a:pt x="183" y="49"/>
                      <a:pt x="183" y="47"/>
                    </a:cubicBezTo>
                    <a:cubicBezTo>
                      <a:pt x="183" y="45"/>
                      <a:pt x="185" y="43"/>
                      <a:pt x="187" y="43"/>
                    </a:cubicBezTo>
                    <a:moveTo>
                      <a:pt x="183" y="37"/>
                    </a:moveTo>
                    <a:cubicBezTo>
                      <a:pt x="183" y="35"/>
                      <a:pt x="185" y="33"/>
                      <a:pt x="187" y="33"/>
                    </a:cubicBezTo>
                    <a:cubicBezTo>
                      <a:pt x="187" y="33"/>
                      <a:pt x="187" y="33"/>
                      <a:pt x="188" y="33"/>
                    </a:cubicBezTo>
                    <a:cubicBezTo>
                      <a:pt x="188" y="33"/>
                      <a:pt x="188" y="33"/>
                      <a:pt x="188" y="33"/>
                    </a:cubicBezTo>
                    <a:cubicBezTo>
                      <a:pt x="188" y="33"/>
                      <a:pt x="188" y="33"/>
                      <a:pt x="189" y="33"/>
                    </a:cubicBezTo>
                    <a:cubicBezTo>
                      <a:pt x="190" y="33"/>
                      <a:pt x="191" y="35"/>
                      <a:pt x="191" y="37"/>
                    </a:cubicBezTo>
                    <a:cubicBezTo>
                      <a:pt x="191" y="38"/>
                      <a:pt x="190" y="40"/>
                      <a:pt x="188" y="41"/>
                    </a:cubicBezTo>
                    <a:cubicBezTo>
                      <a:pt x="188" y="41"/>
                      <a:pt x="188" y="41"/>
                      <a:pt x="187" y="41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5" y="40"/>
                      <a:pt x="183" y="39"/>
                      <a:pt x="183" y="37"/>
                    </a:cubicBezTo>
                    <a:moveTo>
                      <a:pt x="188" y="61"/>
                    </a:moveTo>
                    <a:cubicBezTo>
                      <a:pt x="188" y="61"/>
                      <a:pt x="188" y="61"/>
                      <a:pt x="187" y="61"/>
                    </a:cubicBezTo>
                    <a:cubicBezTo>
                      <a:pt x="187" y="61"/>
                      <a:pt x="187" y="61"/>
                      <a:pt x="187" y="61"/>
                    </a:cubicBezTo>
                    <a:cubicBezTo>
                      <a:pt x="185" y="61"/>
                      <a:pt x="183" y="59"/>
                      <a:pt x="183" y="57"/>
                    </a:cubicBezTo>
                    <a:cubicBezTo>
                      <a:pt x="183" y="55"/>
                      <a:pt x="185" y="54"/>
                      <a:pt x="187" y="53"/>
                    </a:cubicBezTo>
                    <a:cubicBezTo>
                      <a:pt x="187" y="53"/>
                      <a:pt x="187" y="53"/>
                      <a:pt x="187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90" y="54"/>
                      <a:pt x="192" y="55"/>
                      <a:pt x="192" y="57"/>
                    </a:cubicBezTo>
                    <a:cubicBezTo>
                      <a:pt x="192" y="59"/>
                      <a:pt x="190" y="61"/>
                      <a:pt x="188" y="61"/>
                    </a:cubicBezTo>
                    <a:moveTo>
                      <a:pt x="192" y="68"/>
                    </a:moveTo>
                    <a:cubicBezTo>
                      <a:pt x="192" y="70"/>
                      <a:pt x="190" y="72"/>
                      <a:pt x="187" y="72"/>
                    </a:cubicBezTo>
                    <a:cubicBezTo>
                      <a:pt x="185" y="72"/>
                      <a:pt x="183" y="70"/>
                      <a:pt x="183" y="68"/>
                    </a:cubicBezTo>
                    <a:cubicBezTo>
                      <a:pt x="183" y="65"/>
                      <a:pt x="185" y="64"/>
                      <a:pt x="187" y="64"/>
                    </a:cubicBezTo>
                    <a:cubicBezTo>
                      <a:pt x="190" y="64"/>
                      <a:pt x="192" y="65"/>
                      <a:pt x="192" y="68"/>
                    </a:cubicBezTo>
                    <a:moveTo>
                      <a:pt x="177" y="37"/>
                    </a:moveTo>
                    <a:cubicBezTo>
                      <a:pt x="177" y="36"/>
                      <a:pt x="178" y="34"/>
                      <a:pt x="179" y="34"/>
                    </a:cubicBezTo>
                    <a:cubicBezTo>
                      <a:pt x="180" y="34"/>
                      <a:pt x="179" y="36"/>
                      <a:pt x="179" y="37"/>
                    </a:cubicBezTo>
                    <a:cubicBezTo>
                      <a:pt x="179" y="37"/>
                      <a:pt x="179" y="44"/>
                      <a:pt x="179" y="50"/>
                    </a:cubicBezTo>
                    <a:cubicBezTo>
                      <a:pt x="179" y="59"/>
                      <a:pt x="180" y="67"/>
                      <a:pt x="181" y="69"/>
                    </a:cubicBezTo>
                    <a:cubicBezTo>
                      <a:pt x="182" y="69"/>
                      <a:pt x="181" y="70"/>
                      <a:pt x="180" y="70"/>
                    </a:cubicBezTo>
                    <a:cubicBezTo>
                      <a:pt x="180" y="70"/>
                      <a:pt x="179" y="70"/>
                      <a:pt x="179" y="69"/>
                    </a:cubicBezTo>
                    <a:cubicBezTo>
                      <a:pt x="177" y="66"/>
                      <a:pt x="175" y="59"/>
                      <a:pt x="176" y="50"/>
                    </a:cubicBezTo>
                    <a:cubicBezTo>
                      <a:pt x="176" y="44"/>
                      <a:pt x="177" y="37"/>
                      <a:pt x="177" y="37"/>
                    </a:cubicBezTo>
                    <a:moveTo>
                      <a:pt x="170" y="30"/>
                    </a:moveTo>
                    <a:cubicBezTo>
                      <a:pt x="171" y="30"/>
                      <a:pt x="171" y="31"/>
                      <a:pt x="171" y="32"/>
                    </a:cubicBezTo>
                    <a:cubicBezTo>
                      <a:pt x="171" y="33"/>
                      <a:pt x="171" y="34"/>
                      <a:pt x="170" y="34"/>
                    </a:cubicBezTo>
                    <a:cubicBezTo>
                      <a:pt x="169" y="34"/>
                      <a:pt x="168" y="33"/>
                      <a:pt x="168" y="32"/>
                    </a:cubicBezTo>
                    <a:cubicBezTo>
                      <a:pt x="168" y="31"/>
                      <a:pt x="169" y="30"/>
                      <a:pt x="170" y="30"/>
                    </a:cubicBezTo>
                    <a:moveTo>
                      <a:pt x="165" y="30"/>
                    </a:moveTo>
                    <a:cubicBezTo>
                      <a:pt x="166" y="30"/>
                      <a:pt x="167" y="31"/>
                      <a:pt x="167" y="32"/>
                    </a:cubicBezTo>
                    <a:cubicBezTo>
                      <a:pt x="167" y="33"/>
                      <a:pt x="166" y="34"/>
                      <a:pt x="165" y="34"/>
                    </a:cubicBezTo>
                    <a:cubicBezTo>
                      <a:pt x="164" y="34"/>
                      <a:pt x="163" y="33"/>
                      <a:pt x="163" y="32"/>
                    </a:cubicBezTo>
                    <a:cubicBezTo>
                      <a:pt x="163" y="31"/>
                      <a:pt x="164" y="30"/>
                      <a:pt x="165" y="30"/>
                    </a:cubicBezTo>
                    <a:moveTo>
                      <a:pt x="159" y="31"/>
                    </a:moveTo>
                    <a:cubicBezTo>
                      <a:pt x="160" y="31"/>
                      <a:pt x="161" y="32"/>
                      <a:pt x="161" y="33"/>
                    </a:cubicBezTo>
                    <a:cubicBezTo>
                      <a:pt x="161" y="34"/>
                      <a:pt x="160" y="35"/>
                      <a:pt x="159" y="35"/>
                    </a:cubicBezTo>
                    <a:cubicBezTo>
                      <a:pt x="158" y="35"/>
                      <a:pt x="157" y="34"/>
                      <a:pt x="157" y="33"/>
                    </a:cubicBezTo>
                    <a:cubicBezTo>
                      <a:pt x="157" y="32"/>
                      <a:pt x="158" y="31"/>
                      <a:pt x="159" y="31"/>
                    </a:cubicBezTo>
                    <a:moveTo>
                      <a:pt x="163" y="38"/>
                    </a:moveTo>
                    <a:cubicBezTo>
                      <a:pt x="168" y="37"/>
                      <a:pt x="172" y="36"/>
                      <a:pt x="172" y="36"/>
                    </a:cubicBezTo>
                    <a:cubicBezTo>
                      <a:pt x="173" y="36"/>
                      <a:pt x="173" y="36"/>
                      <a:pt x="173" y="36"/>
                    </a:cubicBezTo>
                    <a:cubicBezTo>
                      <a:pt x="173" y="36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41"/>
                      <a:pt x="172" y="46"/>
                      <a:pt x="172" y="50"/>
                    </a:cubicBezTo>
                    <a:cubicBezTo>
                      <a:pt x="172" y="58"/>
                      <a:pt x="174" y="66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3" y="70"/>
                      <a:pt x="162" y="71"/>
                      <a:pt x="159" y="72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59" y="72"/>
                      <a:pt x="159" y="72"/>
                      <a:pt x="159" y="71"/>
                    </a:cubicBezTo>
                    <a:cubicBezTo>
                      <a:pt x="159" y="71"/>
                      <a:pt x="158" y="71"/>
                      <a:pt x="158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4" y="64"/>
                      <a:pt x="153" y="59"/>
                      <a:pt x="152" y="49"/>
                    </a:cubicBezTo>
                    <a:cubicBezTo>
                      <a:pt x="152" y="46"/>
                      <a:pt x="154" y="43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6" y="40"/>
                      <a:pt x="158" y="39"/>
                      <a:pt x="163" y="38"/>
                    </a:cubicBezTo>
                    <a:moveTo>
                      <a:pt x="146" y="59"/>
                    </a:moveTo>
                    <a:cubicBezTo>
                      <a:pt x="148" y="59"/>
                      <a:pt x="150" y="61"/>
                      <a:pt x="150" y="63"/>
                    </a:cubicBezTo>
                    <a:cubicBezTo>
                      <a:pt x="150" y="64"/>
                      <a:pt x="148" y="66"/>
                      <a:pt x="146" y="66"/>
                    </a:cubicBezTo>
                    <a:cubicBezTo>
                      <a:pt x="145" y="66"/>
                      <a:pt x="143" y="64"/>
                      <a:pt x="143" y="63"/>
                    </a:cubicBezTo>
                    <a:cubicBezTo>
                      <a:pt x="143" y="61"/>
                      <a:pt x="145" y="59"/>
                      <a:pt x="146" y="59"/>
                    </a:cubicBezTo>
                    <a:moveTo>
                      <a:pt x="141" y="54"/>
                    </a:moveTo>
                    <a:cubicBezTo>
                      <a:pt x="141" y="53"/>
                      <a:pt x="142" y="51"/>
                      <a:pt x="144" y="51"/>
                    </a:cubicBezTo>
                    <a:cubicBezTo>
                      <a:pt x="146" y="51"/>
                      <a:pt x="147" y="53"/>
                      <a:pt x="147" y="54"/>
                    </a:cubicBezTo>
                    <a:cubicBezTo>
                      <a:pt x="147" y="56"/>
                      <a:pt x="146" y="58"/>
                      <a:pt x="144" y="58"/>
                    </a:cubicBezTo>
                    <a:cubicBezTo>
                      <a:pt x="142" y="58"/>
                      <a:pt x="141" y="56"/>
                      <a:pt x="141" y="54"/>
                    </a:cubicBezTo>
                    <a:moveTo>
                      <a:pt x="150" y="67"/>
                    </a:moveTo>
                    <a:cubicBezTo>
                      <a:pt x="152" y="67"/>
                      <a:pt x="154" y="69"/>
                      <a:pt x="154" y="70"/>
                    </a:cubicBezTo>
                    <a:cubicBezTo>
                      <a:pt x="154" y="72"/>
                      <a:pt x="152" y="74"/>
                      <a:pt x="150" y="74"/>
                    </a:cubicBezTo>
                    <a:cubicBezTo>
                      <a:pt x="150" y="74"/>
                      <a:pt x="150" y="74"/>
                      <a:pt x="149" y="73"/>
                    </a:cubicBezTo>
                    <a:cubicBezTo>
                      <a:pt x="148" y="73"/>
                      <a:pt x="148" y="73"/>
                      <a:pt x="148" y="72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7" y="69"/>
                      <a:pt x="149" y="67"/>
                      <a:pt x="150" y="67"/>
                    </a:cubicBezTo>
                    <a:moveTo>
                      <a:pt x="153" y="33"/>
                    </a:moveTo>
                    <a:cubicBezTo>
                      <a:pt x="155" y="33"/>
                      <a:pt x="156" y="34"/>
                      <a:pt x="156" y="35"/>
                    </a:cubicBezTo>
                    <a:cubicBezTo>
                      <a:pt x="156" y="37"/>
                      <a:pt x="155" y="38"/>
                      <a:pt x="153" y="38"/>
                    </a:cubicBezTo>
                    <a:cubicBezTo>
                      <a:pt x="153" y="38"/>
                      <a:pt x="152" y="38"/>
                      <a:pt x="152" y="37"/>
                    </a:cubicBezTo>
                    <a:cubicBezTo>
                      <a:pt x="151" y="37"/>
                      <a:pt x="151" y="36"/>
                      <a:pt x="151" y="35"/>
                    </a:cubicBezTo>
                    <a:cubicBezTo>
                      <a:pt x="151" y="34"/>
                      <a:pt x="152" y="33"/>
                      <a:pt x="153" y="33"/>
                    </a:cubicBezTo>
                    <a:moveTo>
                      <a:pt x="149" y="37"/>
                    </a:moveTo>
                    <a:cubicBezTo>
                      <a:pt x="150" y="37"/>
                      <a:pt x="151" y="38"/>
                      <a:pt x="151" y="40"/>
                    </a:cubicBezTo>
                    <a:cubicBezTo>
                      <a:pt x="151" y="41"/>
                      <a:pt x="150" y="43"/>
                      <a:pt x="149" y="43"/>
                    </a:cubicBezTo>
                    <a:cubicBezTo>
                      <a:pt x="147" y="43"/>
                      <a:pt x="146" y="41"/>
                      <a:pt x="146" y="40"/>
                    </a:cubicBezTo>
                    <a:cubicBezTo>
                      <a:pt x="146" y="38"/>
                      <a:pt x="147" y="37"/>
                      <a:pt x="149" y="37"/>
                    </a:cubicBezTo>
                    <a:moveTo>
                      <a:pt x="144" y="43"/>
                    </a:moveTo>
                    <a:cubicBezTo>
                      <a:pt x="145" y="43"/>
                      <a:pt x="145" y="43"/>
                      <a:pt x="145" y="43"/>
                    </a:cubicBezTo>
                    <a:cubicBezTo>
                      <a:pt x="147" y="44"/>
                      <a:pt x="148" y="45"/>
                      <a:pt x="148" y="46"/>
                    </a:cubicBezTo>
                    <a:cubicBezTo>
                      <a:pt x="148" y="48"/>
                      <a:pt x="146" y="49"/>
                      <a:pt x="144" y="49"/>
                    </a:cubicBezTo>
                    <a:cubicBezTo>
                      <a:pt x="143" y="49"/>
                      <a:pt x="142" y="48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1" y="45"/>
                      <a:pt x="143" y="43"/>
                      <a:pt x="144" y="43"/>
                    </a:cubicBezTo>
                    <a:moveTo>
                      <a:pt x="140" y="36"/>
                    </a:moveTo>
                    <a:cubicBezTo>
                      <a:pt x="142" y="36"/>
                      <a:pt x="143" y="37"/>
                      <a:pt x="143" y="39"/>
                    </a:cubicBezTo>
                    <a:cubicBezTo>
                      <a:pt x="143" y="41"/>
                      <a:pt x="142" y="42"/>
                      <a:pt x="140" y="42"/>
                    </a:cubicBezTo>
                    <a:cubicBezTo>
                      <a:pt x="139" y="42"/>
                      <a:pt x="137" y="41"/>
                      <a:pt x="137" y="39"/>
                    </a:cubicBezTo>
                    <a:cubicBezTo>
                      <a:pt x="137" y="37"/>
                      <a:pt x="139" y="36"/>
                      <a:pt x="140" y="36"/>
                    </a:cubicBezTo>
                    <a:moveTo>
                      <a:pt x="130" y="41"/>
                    </a:moveTo>
                    <a:cubicBezTo>
                      <a:pt x="132" y="41"/>
                      <a:pt x="133" y="42"/>
                      <a:pt x="133" y="44"/>
                    </a:cubicBezTo>
                    <a:cubicBezTo>
                      <a:pt x="133" y="46"/>
                      <a:pt x="132" y="47"/>
                      <a:pt x="130" y="47"/>
                    </a:cubicBezTo>
                    <a:cubicBezTo>
                      <a:pt x="128" y="47"/>
                      <a:pt x="127" y="46"/>
                      <a:pt x="127" y="44"/>
                    </a:cubicBezTo>
                    <a:cubicBezTo>
                      <a:pt x="127" y="42"/>
                      <a:pt x="128" y="41"/>
                      <a:pt x="130" y="41"/>
                    </a:cubicBezTo>
                    <a:moveTo>
                      <a:pt x="122" y="49"/>
                    </a:moveTo>
                    <a:cubicBezTo>
                      <a:pt x="123" y="49"/>
                      <a:pt x="125" y="50"/>
                      <a:pt x="125" y="52"/>
                    </a:cubicBezTo>
                    <a:cubicBezTo>
                      <a:pt x="125" y="54"/>
                      <a:pt x="123" y="55"/>
                      <a:pt x="122" y="55"/>
                    </a:cubicBezTo>
                    <a:cubicBezTo>
                      <a:pt x="120" y="55"/>
                      <a:pt x="118" y="54"/>
                      <a:pt x="118" y="52"/>
                    </a:cubicBezTo>
                    <a:cubicBezTo>
                      <a:pt x="118" y="50"/>
                      <a:pt x="120" y="49"/>
                      <a:pt x="122" y="49"/>
                    </a:cubicBezTo>
                    <a:moveTo>
                      <a:pt x="119" y="65"/>
                    </a:moveTo>
                    <a:cubicBezTo>
                      <a:pt x="118" y="65"/>
                      <a:pt x="116" y="64"/>
                      <a:pt x="116" y="62"/>
                    </a:cubicBezTo>
                    <a:cubicBezTo>
                      <a:pt x="116" y="60"/>
                      <a:pt x="118" y="59"/>
                      <a:pt x="119" y="59"/>
                    </a:cubicBezTo>
                    <a:cubicBezTo>
                      <a:pt x="121" y="59"/>
                      <a:pt x="123" y="60"/>
                      <a:pt x="123" y="62"/>
                    </a:cubicBezTo>
                    <a:cubicBezTo>
                      <a:pt x="123" y="64"/>
                      <a:pt x="121" y="65"/>
                      <a:pt x="119" y="65"/>
                    </a:cubicBezTo>
                    <a:moveTo>
                      <a:pt x="125" y="74"/>
                    </a:moveTo>
                    <a:cubicBezTo>
                      <a:pt x="123" y="74"/>
                      <a:pt x="122" y="73"/>
                      <a:pt x="122" y="71"/>
                    </a:cubicBezTo>
                    <a:cubicBezTo>
                      <a:pt x="122" y="70"/>
                      <a:pt x="123" y="68"/>
                      <a:pt x="125" y="68"/>
                    </a:cubicBezTo>
                    <a:cubicBezTo>
                      <a:pt x="127" y="68"/>
                      <a:pt x="128" y="70"/>
                      <a:pt x="128" y="71"/>
                    </a:cubicBezTo>
                    <a:cubicBezTo>
                      <a:pt x="128" y="73"/>
                      <a:pt x="127" y="74"/>
                      <a:pt x="125" y="74"/>
                    </a:cubicBezTo>
                    <a:moveTo>
                      <a:pt x="132" y="81"/>
                    </a:moveTo>
                    <a:cubicBezTo>
                      <a:pt x="131" y="81"/>
                      <a:pt x="129" y="80"/>
                      <a:pt x="129" y="78"/>
                    </a:cubicBezTo>
                    <a:cubicBezTo>
                      <a:pt x="129" y="76"/>
                      <a:pt x="131" y="75"/>
                      <a:pt x="132" y="75"/>
                    </a:cubicBezTo>
                    <a:cubicBezTo>
                      <a:pt x="134" y="75"/>
                      <a:pt x="136" y="76"/>
                      <a:pt x="136" y="78"/>
                    </a:cubicBezTo>
                    <a:cubicBezTo>
                      <a:pt x="136" y="80"/>
                      <a:pt x="134" y="81"/>
                      <a:pt x="132" y="81"/>
                    </a:cubicBezTo>
                    <a:moveTo>
                      <a:pt x="132" y="68"/>
                    </a:moveTo>
                    <a:cubicBezTo>
                      <a:pt x="131" y="67"/>
                      <a:pt x="129" y="65"/>
                      <a:pt x="128" y="63"/>
                    </a:cubicBezTo>
                    <a:cubicBezTo>
                      <a:pt x="127" y="61"/>
                      <a:pt x="127" y="60"/>
                      <a:pt x="127" y="59"/>
                    </a:cubicBezTo>
                    <a:cubicBezTo>
                      <a:pt x="127" y="58"/>
                      <a:pt x="127" y="57"/>
                      <a:pt x="128" y="56"/>
                    </a:cubicBezTo>
                    <a:cubicBezTo>
                      <a:pt x="129" y="54"/>
                      <a:pt x="129" y="54"/>
                      <a:pt x="130" y="52"/>
                    </a:cubicBezTo>
                    <a:cubicBezTo>
                      <a:pt x="131" y="51"/>
                      <a:pt x="131" y="51"/>
                      <a:pt x="134" y="49"/>
                    </a:cubicBezTo>
                    <a:cubicBezTo>
                      <a:pt x="135" y="48"/>
                      <a:pt x="135" y="48"/>
                      <a:pt x="136" y="47"/>
                    </a:cubicBezTo>
                    <a:cubicBezTo>
                      <a:pt x="136" y="47"/>
                      <a:pt x="136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7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7" y="48"/>
                      <a:pt x="137" y="49"/>
                      <a:pt x="137" y="51"/>
                    </a:cubicBezTo>
                    <a:cubicBezTo>
                      <a:pt x="137" y="60"/>
                      <a:pt x="139" y="68"/>
                      <a:pt x="147" y="76"/>
                    </a:cubicBezTo>
                    <a:cubicBezTo>
                      <a:pt x="146" y="77"/>
                      <a:pt x="145" y="77"/>
                      <a:pt x="144" y="77"/>
                    </a:cubicBezTo>
                    <a:cubicBezTo>
                      <a:pt x="142" y="78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8"/>
                    </a:cubicBezTo>
                    <a:cubicBezTo>
                      <a:pt x="140" y="76"/>
                      <a:pt x="134" y="70"/>
                      <a:pt x="132" y="68"/>
                    </a:cubicBezTo>
                    <a:moveTo>
                      <a:pt x="138" y="87"/>
                    </a:moveTo>
                    <a:cubicBezTo>
                      <a:pt x="137" y="86"/>
                      <a:pt x="138" y="85"/>
                      <a:pt x="138" y="85"/>
                    </a:cubicBezTo>
                    <a:cubicBezTo>
                      <a:pt x="139" y="84"/>
                      <a:pt x="146" y="81"/>
                      <a:pt x="157" y="78"/>
                    </a:cubicBezTo>
                    <a:cubicBezTo>
                      <a:pt x="168" y="75"/>
                      <a:pt x="175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8" y="74"/>
                      <a:pt x="188" y="74"/>
                      <a:pt x="188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200" y="74"/>
                      <a:pt x="207" y="75"/>
                      <a:pt x="218" y="78"/>
                    </a:cubicBezTo>
                    <a:cubicBezTo>
                      <a:pt x="229" y="81"/>
                      <a:pt x="236" y="84"/>
                      <a:pt x="237" y="85"/>
                    </a:cubicBezTo>
                    <a:cubicBezTo>
                      <a:pt x="238" y="85"/>
                      <a:pt x="238" y="86"/>
                      <a:pt x="237" y="87"/>
                    </a:cubicBezTo>
                    <a:cubicBezTo>
                      <a:pt x="237" y="87"/>
                      <a:pt x="236" y="88"/>
                      <a:pt x="235" y="87"/>
                    </a:cubicBezTo>
                    <a:cubicBezTo>
                      <a:pt x="235" y="87"/>
                      <a:pt x="228" y="84"/>
                      <a:pt x="217" y="81"/>
                    </a:cubicBezTo>
                    <a:cubicBezTo>
                      <a:pt x="206" y="78"/>
                      <a:pt x="199" y="77"/>
                      <a:pt x="188" y="77"/>
                    </a:cubicBezTo>
                    <a:cubicBezTo>
                      <a:pt x="176" y="77"/>
                      <a:pt x="169" y="78"/>
                      <a:pt x="158" y="81"/>
                    </a:cubicBezTo>
                    <a:cubicBezTo>
                      <a:pt x="147" y="84"/>
                      <a:pt x="140" y="87"/>
                      <a:pt x="140" y="87"/>
                    </a:cubicBezTo>
                    <a:cubicBezTo>
                      <a:pt x="139" y="88"/>
                      <a:pt x="138" y="87"/>
                      <a:pt x="138" y="87"/>
                    </a:cubicBezTo>
                    <a:moveTo>
                      <a:pt x="143" y="97"/>
                    </a:moveTo>
                    <a:cubicBezTo>
                      <a:pt x="142" y="97"/>
                      <a:pt x="142" y="97"/>
                      <a:pt x="142" y="97"/>
                    </a:cubicBezTo>
                    <a:cubicBezTo>
                      <a:pt x="141" y="96"/>
                      <a:pt x="141" y="96"/>
                      <a:pt x="141" y="95"/>
                    </a:cubicBezTo>
                    <a:cubicBezTo>
                      <a:pt x="140" y="93"/>
                      <a:pt x="140" y="92"/>
                      <a:pt x="140" y="91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2"/>
                      <a:pt x="148" y="92"/>
                      <a:pt x="148" y="92"/>
                    </a:cubicBezTo>
                    <a:cubicBezTo>
                      <a:pt x="148" y="92"/>
                      <a:pt x="148" y="92"/>
                      <a:pt x="148" y="92"/>
                    </a:cubicBezTo>
                    <a:lnTo>
                      <a:pt x="143" y="97"/>
                    </a:lnTo>
                    <a:close/>
                    <a:moveTo>
                      <a:pt x="69" y="310"/>
                    </a:moveTo>
                    <a:cubicBezTo>
                      <a:pt x="63" y="305"/>
                      <a:pt x="63" y="305"/>
                      <a:pt x="63" y="305"/>
                    </a:cubicBezTo>
                    <a:cubicBezTo>
                      <a:pt x="58" y="301"/>
                      <a:pt x="42" y="292"/>
                      <a:pt x="38" y="291"/>
                    </a:cubicBezTo>
                    <a:cubicBezTo>
                      <a:pt x="36" y="290"/>
                      <a:pt x="29" y="289"/>
                      <a:pt x="24" y="289"/>
                    </a:cubicBezTo>
                    <a:cubicBezTo>
                      <a:pt x="25" y="288"/>
                      <a:pt x="27" y="287"/>
                      <a:pt x="30" y="286"/>
                    </a:cubicBezTo>
                    <a:cubicBezTo>
                      <a:pt x="31" y="286"/>
                      <a:pt x="31" y="286"/>
                      <a:pt x="31" y="286"/>
                    </a:cubicBezTo>
                    <a:cubicBezTo>
                      <a:pt x="37" y="284"/>
                      <a:pt x="43" y="285"/>
                      <a:pt x="49" y="288"/>
                    </a:cubicBezTo>
                    <a:cubicBezTo>
                      <a:pt x="50" y="288"/>
                      <a:pt x="50" y="288"/>
                      <a:pt x="50" y="288"/>
                    </a:cubicBezTo>
                    <a:cubicBezTo>
                      <a:pt x="51" y="287"/>
                      <a:pt x="51" y="287"/>
                      <a:pt x="51" y="287"/>
                    </a:cubicBezTo>
                    <a:cubicBezTo>
                      <a:pt x="51" y="285"/>
                      <a:pt x="47" y="282"/>
                      <a:pt x="40" y="278"/>
                    </a:cubicBezTo>
                    <a:cubicBezTo>
                      <a:pt x="37" y="277"/>
                      <a:pt x="37" y="277"/>
                      <a:pt x="37" y="277"/>
                    </a:cubicBezTo>
                    <a:cubicBezTo>
                      <a:pt x="37" y="277"/>
                      <a:pt x="36" y="277"/>
                      <a:pt x="36" y="277"/>
                    </a:cubicBezTo>
                    <a:cubicBezTo>
                      <a:pt x="29" y="274"/>
                      <a:pt x="8" y="276"/>
                      <a:pt x="5" y="276"/>
                    </a:cubicBezTo>
                    <a:cubicBezTo>
                      <a:pt x="2" y="276"/>
                      <a:pt x="6" y="273"/>
                      <a:pt x="5" y="273"/>
                    </a:cubicBezTo>
                    <a:cubicBezTo>
                      <a:pt x="6" y="271"/>
                      <a:pt x="11" y="267"/>
                      <a:pt x="25" y="270"/>
                    </a:cubicBezTo>
                    <a:cubicBezTo>
                      <a:pt x="25" y="270"/>
                      <a:pt x="37" y="271"/>
                      <a:pt x="37" y="270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33" y="267"/>
                      <a:pt x="33" y="267"/>
                      <a:pt x="33" y="267"/>
                    </a:cubicBezTo>
                    <a:cubicBezTo>
                      <a:pt x="30" y="265"/>
                      <a:pt x="26" y="263"/>
                      <a:pt x="23" y="261"/>
                    </a:cubicBezTo>
                    <a:cubicBezTo>
                      <a:pt x="23" y="258"/>
                      <a:pt x="37" y="260"/>
                      <a:pt x="37" y="260"/>
                    </a:cubicBezTo>
                    <a:cubicBezTo>
                      <a:pt x="41" y="262"/>
                      <a:pt x="47" y="264"/>
                      <a:pt x="51" y="268"/>
                    </a:cubicBezTo>
                    <a:cubicBezTo>
                      <a:pt x="52" y="269"/>
                      <a:pt x="53" y="271"/>
                      <a:pt x="54" y="272"/>
                    </a:cubicBezTo>
                    <a:cubicBezTo>
                      <a:pt x="54" y="274"/>
                      <a:pt x="55" y="276"/>
                      <a:pt x="55" y="277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1" y="277"/>
                      <a:pt x="49" y="278"/>
                      <a:pt x="49" y="278"/>
                    </a:cubicBezTo>
                    <a:cubicBezTo>
                      <a:pt x="49" y="279"/>
                      <a:pt x="49" y="281"/>
                      <a:pt x="50" y="281"/>
                    </a:cubicBezTo>
                    <a:cubicBezTo>
                      <a:pt x="52" y="283"/>
                      <a:pt x="55" y="286"/>
                      <a:pt x="59" y="288"/>
                    </a:cubicBezTo>
                    <a:cubicBezTo>
                      <a:pt x="58" y="288"/>
                      <a:pt x="57" y="288"/>
                      <a:pt x="56" y="288"/>
                    </a:cubicBezTo>
                    <a:cubicBezTo>
                      <a:pt x="56" y="288"/>
                      <a:pt x="55" y="288"/>
                      <a:pt x="55" y="289"/>
                    </a:cubicBezTo>
                    <a:cubicBezTo>
                      <a:pt x="55" y="289"/>
                      <a:pt x="55" y="289"/>
                      <a:pt x="55" y="289"/>
                    </a:cubicBezTo>
                    <a:cubicBezTo>
                      <a:pt x="55" y="290"/>
                      <a:pt x="55" y="290"/>
                      <a:pt x="55" y="290"/>
                    </a:cubicBezTo>
                    <a:cubicBezTo>
                      <a:pt x="56" y="291"/>
                      <a:pt x="56" y="291"/>
                      <a:pt x="56" y="291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8" y="292"/>
                      <a:pt x="62" y="295"/>
                      <a:pt x="62" y="296"/>
                    </a:cubicBezTo>
                    <a:cubicBezTo>
                      <a:pt x="62" y="297"/>
                      <a:pt x="63" y="301"/>
                      <a:pt x="69" y="306"/>
                    </a:cubicBezTo>
                    <a:cubicBezTo>
                      <a:pt x="77" y="312"/>
                      <a:pt x="77" y="312"/>
                      <a:pt x="77" y="312"/>
                    </a:cubicBezTo>
                    <a:cubicBezTo>
                      <a:pt x="79" y="314"/>
                      <a:pt x="92" y="327"/>
                      <a:pt x="86" y="328"/>
                    </a:cubicBezTo>
                    <a:cubicBezTo>
                      <a:pt x="85" y="327"/>
                      <a:pt x="76" y="320"/>
                      <a:pt x="69" y="310"/>
                    </a:cubicBezTo>
                    <a:moveTo>
                      <a:pt x="67" y="296"/>
                    </a:moveTo>
                    <a:cubicBezTo>
                      <a:pt x="63" y="293"/>
                      <a:pt x="61" y="287"/>
                      <a:pt x="60" y="286"/>
                    </a:cubicBezTo>
                    <a:cubicBezTo>
                      <a:pt x="76" y="291"/>
                      <a:pt x="85" y="311"/>
                      <a:pt x="91" y="314"/>
                    </a:cubicBezTo>
                    <a:cubicBezTo>
                      <a:pt x="103" y="331"/>
                      <a:pt x="103" y="331"/>
                      <a:pt x="103" y="331"/>
                    </a:cubicBezTo>
                    <a:cubicBezTo>
                      <a:pt x="103" y="331"/>
                      <a:pt x="102" y="333"/>
                      <a:pt x="102" y="334"/>
                    </a:cubicBezTo>
                    <a:cubicBezTo>
                      <a:pt x="102" y="334"/>
                      <a:pt x="102" y="334"/>
                      <a:pt x="102" y="334"/>
                    </a:cubicBezTo>
                    <a:cubicBezTo>
                      <a:pt x="99" y="335"/>
                      <a:pt x="99" y="335"/>
                      <a:pt x="99" y="335"/>
                    </a:cubicBezTo>
                    <a:cubicBezTo>
                      <a:pt x="97" y="335"/>
                      <a:pt x="90" y="323"/>
                      <a:pt x="87" y="319"/>
                    </a:cubicBezTo>
                    <a:cubicBezTo>
                      <a:pt x="84" y="314"/>
                      <a:pt x="84" y="314"/>
                      <a:pt x="84" y="314"/>
                    </a:cubicBezTo>
                    <a:cubicBezTo>
                      <a:pt x="82" y="313"/>
                      <a:pt x="78" y="309"/>
                      <a:pt x="75" y="306"/>
                    </a:cubicBezTo>
                    <a:cubicBezTo>
                      <a:pt x="73" y="304"/>
                      <a:pt x="70" y="301"/>
                      <a:pt x="69" y="301"/>
                    </a:cubicBezTo>
                    <a:cubicBezTo>
                      <a:pt x="69" y="301"/>
                      <a:pt x="68" y="301"/>
                      <a:pt x="68" y="301"/>
                    </a:cubicBezTo>
                    <a:cubicBezTo>
                      <a:pt x="68" y="300"/>
                      <a:pt x="68" y="299"/>
                      <a:pt x="68" y="299"/>
                    </a:cubicBezTo>
                    <a:lnTo>
                      <a:pt x="67" y="296"/>
                    </a:lnTo>
                    <a:close/>
                    <a:moveTo>
                      <a:pt x="65" y="327"/>
                    </a:moveTo>
                    <a:cubicBezTo>
                      <a:pt x="65" y="326"/>
                      <a:pt x="64" y="327"/>
                      <a:pt x="64" y="327"/>
                    </a:cubicBezTo>
                    <a:cubicBezTo>
                      <a:pt x="63" y="327"/>
                      <a:pt x="62" y="328"/>
                      <a:pt x="61" y="327"/>
                    </a:cubicBezTo>
                    <a:cubicBezTo>
                      <a:pt x="60" y="327"/>
                      <a:pt x="58" y="326"/>
                      <a:pt x="53" y="325"/>
                    </a:cubicBezTo>
                    <a:cubicBezTo>
                      <a:pt x="49" y="324"/>
                      <a:pt x="42" y="322"/>
                      <a:pt x="39" y="321"/>
                    </a:cubicBezTo>
                    <a:cubicBezTo>
                      <a:pt x="42" y="320"/>
                      <a:pt x="50" y="318"/>
                      <a:pt x="67" y="322"/>
                    </a:cubicBezTo>
                    <a:cubicBezTo>
                      <a:pt x="71" y="323"/>
                      <a:pt x="76" y="325"/>
                      <a:pt x="81" y="327"/>
                    </a:cubicBezTo>
                    <a:cubicBezTo>
                      <a:pt x="83" y="328"/>
                      <a:pt x="90" y="334"/>
                      <a:pt x="92" y="337"/>
                    </a:cubicBezTo>
                    <a:cubicBezTo>
                      <a:pt x="92" y="337"/>
                      <a:pt x="92" y="338"/>
                      <a:pt x="92" y="338"/>
                    </a:cubicBezTo>
                    <a:cubicBezTo>
                      <a:pt x="92" y="338"/>
                      <a:pt x="91" y="338"/>
                      <a:pt x="91" y="338"/>
                    </a:cubicBezTo>
                    <a:cubicBezTo>
                      <a:pt x="87" y="341"/>
                      <a:pt x="87" y="341"/>
                      <a:pt x="87" y="341"/>
                    </a:cubicBezTo>
                    <a:cubicBezTo>
                      <a:pt x="86" y="341"/>
                      <a:pt x="86" y="340"/>
                      <a:pt x="85" y="339"/>
                    </a:cubicBezTo>
                    <a:cubicBezTo>
                      <a:pt x="82" y="335"/>
                      <a:pt x="82" y="335"/>
                      <a:pt x="82" y="335"/>
                    </a:cubicBezTo>
                    <a:cubicBezTo>
                      <a:pt x="76" y="330"/>
                      <a:pt x="69" y="328"/>
                      <a:pt x="65" y="327"/>
                    </a:cubicBezTo>
                    <a:moveTo>
                      <a:pt x="77" y="345"/>
                    </a:moveTo>
                    <a:cubicBezTo>
                      <a:pt x="75" y="345"/>
                      <a:pt x="75" y="345"/>
                      <a:pt x="75" y="345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8" y="342"/>
                      <a:pt x="78" y="340"/>
                      <a:pt x="81" y="341"/>
                    </a:cubicBezTo>
                    <a:cubicBezTo>
                      <a:pt x="82" y="341"/>
                      <a:pt x="82" y="341"/>
                      <a:pt x="82" y="341"/>
                    </a:cubicBezTo>
                    <a:cubicBezTo>
                      <a:pt x="83" y="342"/>
                      <a:pt x="84" y="343"/>
                      <a:pt x="84" y="345"/>
                    </a:cubicBezTo>
                    <a:cubicBezTo>
                      <a:pt x="83" y="346"/>
                      <a:pt x="82" y="346"/>
                      <a:pt x="77" y="345"/>
                    </a:cubicBezTo>
                    <a:moveTo>
                      <a:pt x="82" y="355"/>
                    </a:moveTo>
                    <a:cubicBezTo>
                      <a:pt x="74" y="360"/>
                      <a:pt x="75" y="359"/>
                      <a:pt x="73" y="360"/>
                    </a:cubicBezTo>
                    <a:cubicBezTo>
                      <a:pt x="72" y="355"/>
                      <a:pt x="95" y="337"/>
                      <a:pt x="104" y="336"/>
                    </a:cubicBezTo>
                    <a:cubicBezTo>
                      <a:pt x="105" y="336"/>
                      <a:pt x="106" y="339"/>
                      <a:pt x="106" y="341"/>
                    </a:cubicBezTo>
                    <a:cubicBezTo>
                      <a:pt x="107" y="342"/>
                      <a:pt x="111" y="345"/>
                      <a:pt x="111" y="345"/>
                    </a:cubicBezTo>
                    <a:cubicBezTo>
                      <a:pt x="112" y="345"/>
                      <a:pt x="122" y="348"/>
                      <a:pt x="124" y="348"/>
                    </a:cubicBezTo>
                    <a:cubicBezTo>
                      <a:pt x="121" y="348"/>
                      <a:pt x="98" y="345"/>
                      <a:pt x="82" y="355"/>
                    </a:cubicBezTo>
                    <a:moveTo>
                      <a:pt x="101" y="357"/>
                    </a:moveTo>
                    <a:cubicBezTo>
                      <a:pt x="101" y="357"/>
                      <a:pt x="95" y="363"/>
                      <a:pt x="91" y="361"/>
                    </a:cubicBezTo>
                    <a:cubicBezTo>
                      <a:pt x="87" y="360"/>
                      <a:pt x="94" y="355"/>
                      <a:pt x="95" y="353"/>
                    </a:cubicBezTo>
                    <a:cubicBezTo>
                      <a:pt x="101" y="350"/>
                      <a:pt x="120" y="349"/>
                      <a:pt x="128" y="350"/>
                    </a:cubicBezTo>
                    <a:cubicBezTo>
                      <a:pt x="136" y="352"/>
                      <a:pt x="145" y="353"/>
                      <a:pt x="150" y="356"/>
                    </a:cubicBezTo>
                    <a:cubicBezTo>
                      <a:pt x="157" y="359"/>
                      <a:pt x="164" y="365"/>
                      <a:pt x="167" y="372"/>
                    </a:cubicBezTo>
                    <a:cubicBezTo>
                      <a:pt x="170" y="379"/>
                      <a:pt x="170" y="384"/>
                      <a:pt x="168" y="383"/>
                    </a:cubicBezTo>
                    <a:cubicBezTo>
                      <a:pt x="165" y="382"/>
                      <a:pt x="168" y="383"/>
                      <a:pt x="164" y="374"/>
                    </a:cubicBezTo>
                    <a:cubicBezTo>
                      <a:pt x="162" y="371"/>
                      <a:pt x="161" y="368"/>
                      <a:pt x="152" y="362"/>
                    </a:cubicBezTo>
                    <a:cubicBezTo>
                      <a:pt x="135" y="356"/>
                      <a:pt x="135" y="356"/>
                      <a:pt x="135" y="356"/>
                    </a:cubicBezTo>
                    <a:cubicBezTo>
                      <a:pt x="129" y="355"/>
                      <a:pt x="113" y="353"/>
                      <a:pt x="101" y="357"/>
                    </a:cubicBezTo>
                    <a:moveTo>
                      <a:pt x="161" y="394"/>
                    </a:moveTo>
                    <a:cubicBezTo>
                      <a:pt x="158" y="395"/>
                      <a:pt x="158" y="393"/>
                      <a:pt x="158" y="393"/>
                    </a:cubicBezTo>
                    <a:cubicBezTo>
                      <a:pt x="158" y="393"/>
                      <a:pt x="158" y="392"/>
                      <a:pt x="158" y="392"/>
                    </a:cubicBezTo>
                    <a:cubicBezTo>
                      <a:pt x="159" y="390"/>
                      <a:pt x="160" y="389"/>
                      <a:pt x="160" y="388"/>
                    </a:cubicBezTo>
                    <a:cubicBezTo>
                      <a:pt x="160" y="385"/>
                      <a:pt x="157" y="382"/>
                      <a:pt x="156" y="379"/>
                    </a:cubicBezTo>
                    <a:cubicBezTo>
                      <a:pt x="155" y="379"/>
                      <a:pt x="155" y="379"/>
                      <a:pt x="155" y="379"/>
                    </a:cubicBezTo>
                    <a:cubicBezTo>
                      <a:pt x="152" y="375"/>
                      <a:pt x="148" y="372"/>
                      <a:pt x="144" y="369"/>
                    </a:cubicBezTo>
                    <a:cubicBezTo>
                      <a:pt x="141" y="367"/>
                      <a:pt x="136" y="366"/>
                      <a:pt x="132" y="365"/>
                    </a:cubicBezTo>
                    <a:cubicBezTo>
                      <a:pt x="131" y="365"/>
                      <a:pt x="131" y="365"/>
                      <a:pt x="131" y="365"/>
                    </a:cubicBezTo>
                    <a:cubicBezTo>
                      <a:pt x="127" y="364"/>
                      <a:pt x="121" y="365"/>
                      <a:pt x="116" y="365"/>
                    </a:cubicBezTo>
                    <a:cubicBezTo>
                      <a:pt x="113" y="365"/>
                      <a:pt x="108" y="366"/>
                      <a:pt x="108" y="365"/>
                    </a:cubicBezTo>
                    <a:cubicBezTo>
                      <a:pt x="108" y="365"/>
                      <a:pt x="108" y="364"/>
                      <a:pt x="108" y="364"/>
                    </a:cubicBezTo>
                    <a:cubicBezTo>
                      <a:pt x="108" y="362"/>
                      <a:pt x="112" y="361"/>
                      <a:pt x="114" y="360"/>
                    </a:cubicBezTo>
                    <a:cubicBezTo>
                      <a:pt x="117" y="359"/>
                      <a:pt x="136" y="356"/>
                      <a:pt x="154" y="367"/>
                    </a:cubicBezTo>
                    <a:cubicBezTo>
                      <a:pt x="158" y="370"/>
                      <a:pt x="166" y="381"/>
                      <a:pt x="166" y="388"/>
                    </a:cubicBezTo>
                    <a:cubicBezTo>
                      <a:pt x="165" y="390"/>
                      <a:pt x="163" y="393"/>
                      <a:pt x="161" y="394"/>
                    </a:cubicBezTo>
                    <a:moveTo>
                      <a:pt x="173" y="367"/>
                    </a:moveTo>
                    <a:cubicBezTo>
                      <a:pt x="177" y="374"/>
                      <a:pt x="177" y="380"/>
                      <a:pt x="176" y="385"/>
                    </a:cubicBezTo>
                    <a:cubicBezTo>
                      <a:pt x="175" y="387"/>
                      <a:pt x="175" y="389"/>
                      <a:pt x="173" y="390"/>
                    </a:cubicBezTo>
                    <a:cubicBezTo>
                      <a:pt x="168" y="397"/>
                      <a:pt x="162" y="396"/>
                      <a:pt x="168" y="390"/>
                    </a:cubicBezTo>
                    <a:cubicBezTo>
                      <a:pt x="168" y="390"/>
                      <a:pt x="172" y="386"/>
                      <a:pt x="172" y="380"/>
                    </a:cubicBezTo>
                    <a:cubicBezTo>
                      <a:pt x="172" y="378"/>
                      <a:pt x="171" y="375"/>
                      <a:pt x="171" y="373"/>
                    </a:cubicBezTo>
                    <a:cubicBezTo>
                      <a:pt x="169" y="370"/>
                      <a:pt x="166" y="365"/>
                      <a:pt x="164" y="362"/>
                    </a:cubicBezTo>
                    <a:cubicBezTo>
                      <a:pt x="158" y="356"/>
                      <a:pt x="153" y="353"/>
                      <a:pt x="145" y="350"/>
                    </a:cubicBezTo>
                    <a:cubicBezTo>
                      <a:pt x="138" y="347"/>
                      <a:pt x="132" y="346"/>
                      <a:pt x="126" y="345"/>
                    </a:cubicBezTo>
                    <a:cubicBezTo>
                      <a:pt x="122" y="345"/>
                      <a:pt x="122" y="345"/>
                      <a:pt x="122" y="345"/>
                    </a:cubicBezTo>
                    <a:cubicBezTo>
                      <a:pt x="117" y="344"/>
                      <a:pt x="112" y="344"/>
                      <a:pt x="110" y="340"/>
                    </a:cubicBezTo>
                    <a:cubicBezTo>
                      <a:pt x="108" y="336"/>
                      <a:pt x="108" y="336"/>
                      <a:pt x="108" y="336"/>
                    </a:cubicBezTo>
                    <a:cubicBezTo>
                      <a:pt x="106" y="333"/>
                      <a:pt x="105" y="330"/>
                      <a:pt x="103" y="326"/>
                    </a:cubicBezTo>
                    <a:cubicBezTo>
                      <a:pt x="103" y="325"/>
                      <a:pt x="102" y="324"/>
                      <a:pt x="102" y="323"/>
                    </a:cubicBezTo>
                    <a:cubicBezTo>
                      <a:pt x="99" y="319"/>
                      <a:pt x="96" y="315"/>
                      <a:pt x="92" y="311"/>
                    </a:cubicBezTo>
                    <a:cubicBezTo>
                      <a:pt x="90" y="308"/>
                      <a:pt x="90" y="308"/>
                      <a:pt x="90" y="308"/>
                    </a:cubicBezTo>
                    <a:cubicBezTo>
                      <a:pt x="82" y="298"/>
                      <a:pt x="82" y="298"/>
                      <a:pt x="82" y="298"/>
                    </a:cubicBezTo>
                    <a:cubicBezTo>
                      <a:pt x="80" y="296"/>
                      <a:pt x="80" y="296"/>
                      <a:pt x="80" y="296"/>
                    </a:cubicBezTo>
                    <a:cubicBezTo>
                      <a:pt x="78" y="294"/>
                      <a:pt x="75" y="291"/>
                      <a:pt x="72" y="290"/>
                    </a:cubicBezTo>
                    <a:cubicBezTo>
                      <a:pt x="69" y="289"/>
                      <a:pt x="67" y="288"/>
                      <a:pt x="64" y="285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60" y="281"/>
                      <a:pt x="60" y="281"/>
                      <a:pt x="60" y="281"/>
                    </a:cubicBezTo>
                    <a:cubicBezTo>
                      <a:pt x="58" y="279"/>
                      <a:pt x="58" y="277"/>
                      <a:pt x="58" y="275"/>
                    </a:cubicBezTo>
                    <a:cubicBezTo>
                      <a:pt x="58" y="274"/>
                      <a:pt x="58" y="274"/>
                      <a:pt x="58" y="274"/>
                    </a:cubicBezTo>
                    <a:cubicBezTo>
                      <a:pt x="57" y="269"/>
                      <a:pt x="57" y="269"/>
                      <a:pt x="57" y="269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6" y="257"/>
                      <a:pt x="47" y="241"/>
                      <a:pt x="39" y="232"/>
                    </a:cubicBezTo>
                    <a:cubicBezTo>
                      <a:pt x="37" y="229"/>
                      <a:pt x="29" y="222"/>
                      <a:pt x="26" y="220"/>
                    </a:cubicBezTo>
                    <a:cubicBezTo>
                      <a:pt x="27" y="220"/>
                      <a:pt x="29" y="219"/>
                      <a:pt x="30" y="219"/>
                    </a:cubicBezTo>
                    <a:cubicBezTo>
                      <a:pt x="33" y="219"/>
                      <a:pt x="37" y="220"/>
                      <a:pt x="40" y="222"/>
                    </a:cubicBezTo>
                    <a:cubicBezTo>
                      <a:pt x="40" y="222"/>
                      <a:pt x="50" y="234"/>
                      <a:pt x="52" y="233"/>
                    </a:cubicBezTo>
                    <a:cubicBezTo>
                      <a:pt x="52" y="232"/>
                      <a:pt x="53" y="232"/>
                      <a:pt x="53" y="231"/>
                    </a:cubicBezTo>
                    <a:cubicBezTo>
                      <a:pt x="53" y="230"/>
                      <a:pt x="53" y="229"/>
                      <a:pt x="52" y="228"/>
                    </a:cubicBezTo>
                    <a:cubicBezTo>
                      <a:pt x="51" y="226"/>
                      <a:pt x="47" y="222"/>
                      <a:pt x="34" y="211"/>
                    </a:cubicBezTo>
                    <a:cubicBezTo>
                      <a:pt x="22" y="200"/>
                      <a:pt x="12" y="199"/>
                      <a:pt x="16" y="197"/>
                    </a:cubicBezTo>
                    <a:cubicBezTo>
                      <a:pt x="21" y="198"/>
                      <a:pt x="31" y="197"/>
                      <a:pt x="40" y="205"/>
                    </a:cubicBezTo>
                    <a:cubicBezTo>
                      <a:pt x="43" y="208"/>
                      <a:pt x="49" y="214"/>
                      <a:pt x="52" y="217"/>
                    </a:cubicBezTo>
                    <a:cubicBezTo>
                      <a:pt x="54" y="220"/>
                      <a:pt x="56" y="219"/>
                      <a:pt x="56" y="219"/>
                    </a:cubicBezTo>
                    <a:cubicBezTo>
                      <a:pt x="52" y="211"/>
                      <a:pt x="52" y="211"/>
                      <a:pt x="52" y="211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3" y="199"/>
                      <a:pt x="41" y="196"/>
                      <a:pt x="39" y="193"/>
                    </a:cubicBezTo>
                    <a:cubicBezTo>
                      <a:pt x="37" y="189"/>
                      <a:pt x="35" y="185"/>
                      <a:pt x="33" y="182"/>
                    </a:cubicBezTo>
                    <a:cubicBezTo>
                      <a:pt x="31" y="179"/>
                      <a:pt x="24" y="174"/>
                      <a:pt x="18" y="169"/>
                    </a:cubicBezTo>
                    <a:cubicBezTo>
                      <a:pt x="15" y="166"/>
                      <a:pt x="11" y="163"/>
                      <a:pt x="10" y="161"/>
                    </a:cubicBezTo>
                    <a:cubicBezTo>
                      <a:pt x="14" y="161"/>
                      <a:pt x="26" y="164"/>
                      <a:pt x="31" y="168"/>
                    </a:cubicBezTo>
                    <a:cubicBezTo>
                      <a:pt x="31" y="169"/>
                      <a:pt x="42" y="181"/>
                      <a:pt x="44" y="184"/>
                    </a:cubicBezTo>
                    <a:cubicBezTo>
                      <a:pt x="45" y="186"/>
                      <a:pt x="47" y="187"/>
                      <a:pt x="48" y="186"/>
                    </a:cubicBezTo>
                    <a:cubicBezTo>
                      <a:pt x="49" y="186"/>
                      <a:pt x="49" y="185"/>
                      <a:pt x="49" y="185"/>
                    </a:cubicBezTo>
                    <a:cubicBezTo>
                      <a:pt x="49" y="184"/>
                      <a:pt x="49" y="183"/>
                      <a:pt x="48" y="182"/>
                    </a:cubicBezTo>
                    <a:cubicBezTo>
                      <a:pt x="43" y="175"/>
                      <a:pt x="29" y="152"/>
                      <a:pt x="27" y="149"/>
                    </a:cubicBezTo>
                    <a:cubicBezTo>
                      <a:pt x="24" y="142"/>
                      <a:pt x="21" y="134"/>
                      <a:pt x="20" y="124"/>
                    </a:cubicBezTo>
                    <a:cubicBezTo>
                      <a:pt x="20" y="124"/>
                      <a:pt x="20" y="123"/>
                      <a:pt x="20" y="122"/>
                    </a:cubicBezTo>
                    <a:cubicBezTo>
                      <a:pt x="20" y="120"/>
                      <a:pt x="20" y="116"/>
                      <a:pt x="20" y="114"/>
                    </a:cubicBezTo>
                    <a:cubicBezTo>
                      <a:pt x="21" y="115"/>
                      <a:pt x="21" y="118"/>
                      <a:pt x="21" y="120"/>
                    </a:cubicBezTo>
                    <a:cubicBezTo>
                      <a:pt x="22" y="123"/>
                      <a:pt x="22" y="125"/>
                      <a:pt x="22" y="125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4" y="114"/>
                      <a:pt x="25" y="112"/>
                      <a:pt x="25" y="108"/>
                    </a:cubicBezTo>
                    <a:cubicBezTo>
                      <a:pt x="25" y="107"/>
                      <a:pt x="26" y="104"/>
                      <a:pt x="26" y="104"/>
                    </a:cubicBezTo>
                    <a:cubicBezTo>
                      <a:pt x="27" y="104"/>
                      <a:pt x="28" y="104"/>
                      <a:pt x="28" y="104"/>
                    </a:cubicBezTo>
                    <a:cubicBezTo>
                      <a:pt x="28" y="104"/>
                      <a:pt x="29" y="106"/>
                      <a:pt x="29" y="107"/>
                    </a:cubicBezTo>
                    <a:cubicBezTo>
                      <a:pt x="28" y="122"/>
                      <a:pt x="35" y="137"/>
                      <a:pt x="35" y="137"/>
                    </a:cubicBezTo>
                    <a:cubicBezTo>
                      <a:pt x="46" y="157"/>
                      <a:pt x="49" y="162"/>
                      <a:pt x="63" y="181"/>
                    </a:cubicBezTo>
                    <a:cubicBezTo>
                      <a:pt x="74" y="195"/>
                      <a:pt x="84" y="213"/>
                      <a:pt x="86" y="230"/>
                    </a:cubicBezTo>
                    <a:cubicBezTo>
                      <a:pt x="88" y="245"/>
                      <a:pt x="84" y="264"/>
                      <a:pt x="82" y="272"/>
                    </a:cubicBezTo>
                    <a:cubicBezTo>
                      <a:pt x="80" y="279"/>
                      <a:pt x="84" y="286"/>
                      <a:pt x="84" y="286"/>
                    </a:cubicBezTo>
                    <a:cubicBezTo>
                      <a:pt x="88" y="293"/>
                      <a:pt x="88" y="289"/>
                      <a:pt x="96" y="300"/>
                    </a:cubicBezTo>
                    <a:cubicBezTo>
                      <a:pt x="102" y="307"/>
                      <a:pt x="106" y="317"/>
                      <a:pt x="109" y="323"/>
                    </a:cubicBezTo>
                    <a:cubicBezTo>
                      <a:pt x="111" y="328"/>
                      <a:pt x="115" y="332"/>
                      <a:pt x="118" y="335"/>
                    </a:cubicBezTo>
                    <a:cubicBezTo>
                      <a:pt x="121" y="339"/>
                      <a:pt x="124" y="339"/>
                      <a:pt x="130" y="339"/>
                    </a:cubicBezTo>
                    <a:cubicBezTo>
                      <a:pt x="145" y="341"/>
                      <a:pt x="145" y="341"/>
                      <a:pt x="145" y="341"/>
                    </a:cubicBezTo>
                    <a:cubicBezTo>
                      <a:pt x="163" y="344"/>
                      <a:pt x="166" y="356"/>
                      <a:pt x="173" y="367"/>
                    </a:cubicBezTo>
                    <a:moveTo>
                      <a:pt x="188" y="356"/>
                    </a:moveTo>
                    <a:cubicBezTo>
                      <a:pt x="180" y="357"/>
                      <a:pt x="170" y="348"/>
                      <a:pt x="165" y="344"/>
                    </a:cubicBezTo>
                    <a:cubicBezTo>
                      <a:pt x="163" y="344"/>
                      <a:pt x="160" y="342"/>
                      <a:pt x="158" y="341"/>
                    </a:cubicBezTo>
                    <a:cubicBezTo>
                      <a:pt x="158" y="341"/>
                      <a:pt x="158" y="341"/>
                      <a:pt x="158" y="341"/>
                    </a:cubicBezTo>
                    <a:cubicBezTo>
                      <a:pt x="152" y="338"/>
                      <a:pt x="152" y="338"/>
                      <a:pt x="152" y="338"/>
                    </a:cubicBezTo>
                    <a:cubicBezTo>
                      <a:pt x="147" y="336"/>
                      <a:pt x="140" y="334"/>
                      <a:pt x="136" y="333"/>
                    </a:cubicBezTo>
                    <a:cubicBezTo>
                      <a:pt x="129" y="333"/>
                      <a:pt x="129" y="333"/>
                      <a:pt x="129" y="333"/>
                    </a:cubicBezTo>
                    <a:cubicBezTo>
                      <a:pt x="120" y="333"/>
                      <a:pt x="117" y="328"/>
                      <a:pt x="115" y="325"/>
                    </a:cubicBezTo>
                    <a:cubicBezTo>
                      <a:pt x="111" y="318"/>
                      <a:pt x="110" y="311"/>
                      <a:pt x="103" y="300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87" y="283"/>
                      <a:pt x="87" y="280"/>
                      <a:pt x="87" y="275"/>
                    </a:cubicBezTo>
                    <a:cubicBezTo>
                      <a:pt x="88" y="263"/>
                      <a:pt x="88" y="263"/>
                      <a:pt x="88" y="263"/>
                    </a:cubicBezTo>
                    <a:cubicBezTo>
                      <a:pt x="90" y="251"/>
                      <a:pt x="92" y="241"/>
                      <a:pt x="91" y="228"/>
                    </a:cubicBezTo>
                    <a:cubicBezTo>
                      <a:pt x="89" y="213"/>
                      <a:pt x="80" y="198"/>
                      <a:pt x="72" y="187"/>
                    </a:cubicBezTo>
                    <a:cubicBezTo>
                      <a:pt x="73" y="186"/>
                      <a:pt x="73" y="184"/>
                      <a:pt x="74" y="182"/>
                    </a:cubicBezTo>
                    <a:cubicBezTo>
                      <a:pt x="74" y="182"/>
                      <a:pt x="85" y="155"/>
                      <a:pt x="103" y="140"/>
                    </a:cubicBezTo>
                    <a:cubicBezTo>
                      <a:pt x="119" y="123"/>
                      <a:pt x="155" y="103"/>
                      <a:pt x="189" y="103"/>
                    </a:cubicBezTo>
                    <a:cubicBezTo>
                      <a:pt x="228" y="104"/>
                      <a:pt x="259" y="127"/>
                      <a:pt x="274" y="141"/>
                    </a:cubicBezTo>
                    <a:cubicBezTo>
                      <a:pt x="282" y="149"/>
                      <a:pt x="293" y="167"/>
                      <a:pt x="293" y="167"/>
                    </a:cubicBezTo>
                    <a:cubicBezTo>
                      <a:pt x="298" y="177"/>
                      <a:pt x="301" y="182"/>
                      <a:pt x="302" y="186"/>
                    </a:cubicBezTo>
                    <a:cubicBezTo>
                      <a:pt x="299" y="190"/>
                      <a:pt x="296" y="194"/>
                      <a:pt x="295" y="197"/>
                    </a:cubicBezTo>
                    <a:cubicBezTo>
                      <a:pt x="288" y="212"/>
                      <a:pt x="288" y="212"/>
                      <a:pt x="288" y="212"/>
                    </a:cubicBezTo>
                    <a:cubicBezTo>
                      <a:pt x="285" y="219"/>
                      <a:pt x="284" y="223"/>
                      <a:pt x="283" y="233"/>
                    </a:cubicBezTo>
                    <a:cubicBezTo>
                      <a:pt x="283" y="244"/>
                      <a:pt x="283" y="244"/>
                      <a:pt x="283" y="244"/>
                    </a:cubicBezTo>
                    <a:cubicBezTo>
                      <a:pt x="284" y="251"/>
                      <a:pt x="285" y="258"/>
                      <a:pt x="286" y="264"/>
                    </a:cubicBezTo>
                    <a:cubicBezTo>
                      <a:pt x="287" y="274"/>
                      <a:pt x="287" y="274"/>
                      <a:pt x="287" y="274"/>
                    </a:cubicBezTo>
                    <a:cubicBezTo>
                      <a:pt x="288" y="279"/>
                      <a:pt x="286" y="283"/>
                      <a:pt x="281" y="287"/>
                    </a:cubicBezTo>
                    <a:cubicBezTo>
                      <a:pt x="277" y="292"/>
                      <a:pt x="277" y="292"/>
                      <a:pt x="277" y="292"/>
                    </a:cubicBezTo>
                    <a:cubicBezTo>
                      <a:pt x="273" y="297"/>
                      <a:pt x="266" y="309"/>
                      <a:pt x="264" y="313"/>
                    </a:cubicBezTo>
                    <a:cubicBezTo>
                      <a:pt x="261" y="320"/>
                      <a:pt x="261" y="320"/>
                      <a:pt x="261" y="320"/>
                    </a:cubicBezTo>
                    <a:cubicBezTo>
                      <a:pt x="258" y="326"/>
                      <a:pt x="255" y="332"/>
                      <a:pt x="246" y="333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22" y="337"/>
                      <a:pt x="218" y="339"/>
                      <a:pt x="215" y="342"/>
                    </a:cubicBezTo>
                    <a:cubicBezTo>
                      <a:pt x="214" y="343"/>
                      <a:pt x="212" y="344"/>
                      <a:pt x="211" y="344"/>
                    </a:cubicBezTo>
                    <a:cubicBezTo>
                      <a:pt x="211" y="344"/>
                      <a:pt x="197" y="357"/>
                      <a:pt x="188" y="356"/>
                    </a:cubicBezTo>
                    <a:moveTo>
                      <a:pt x="201" y="390"/>
                    </a:moveTo>
                    <a:cubicBezTo>
                      <a:pt x="200" y="388"/>
                      <a:pt x="199" y="387"/>
                      <a:pt x="199" y="384"/>
                    </a:cubicBezTo>
                    <a:cubicBezTo>
                      <a:pt x="198" y="380"/>
                      <a:pt x="197" y="374"/>
                      <a:pt x="202" y="367"/>
                    </a:cubicBezTo>
                    <a:cubicBezTo>
                      <a:pt x="209" y="356"/>
                      <a:pt x="212" y="344"/>
                      <a:pt x="230" y="340"/>
                    </a:cubicBezTo>
                    <a:cubicBezTo>
                      <a:pt x="245" y="339"/>
                      <a:pt x="245" y="339"/>
                      <a:pt x="245" y="339"/>
                    </a:cubicBezTo>
                    <a:cubicBezTo>
                      <a:pt x="251" y="338"/>
                      <a:pt x="253" y="338"/>
                      <a:pt x="257" y="334"/>
                    </a:cubicBezTo>
                    <a:cubicBezTo>
                      <a:pt x="260" y="331"/>
                      <a:pt x="264" y="327"/>
                      <a:pt x="266" y="323"/>
                    </a:cubicBezTo>
                    <a:cubicBezTo>
                      <a:pt x="268" y="316"/>
                      <a:pt x="273" y="306"/>
                      <a:pt x="278" y="300"/>
                    </a:cubicBezTo>
                    <a:cubicBezTo>
                      <a:pt x="286" y="289"/>
                      <a:pt x="286" y="292"/>
                      <a:pt x="290" y="286"/>
                    </a:cubicBezTo>
                    <a:cubicBezTo>
                      <a:pt x="291" y="285"/>
                      <a:pt x="294" y="279"/>
                      <a:pt x="293" y="272"/>
                    </a:cubicBezTo>
                    <a:cubicBezTo>
                      <a:pt x="291" y="264"/>
                      <a:pt x="287" y="245"/>
                      <a:pt x="289" y="230"/>
                    </a:cubicBezTo>
                    <a:cubicBezTo>
                      <a:pt x="291" y="213"/>
                      <a:pt x="301" y="195"/>
                      <a:pt x="311" y="181"/>
                    </a:cubicBezTo>
                    <a:cubicBezTo>
                      <a:pt x="325" y="162"/>
                      <a:pt x="329" y="157"/>
                      <a:pt x="339" y="137"/>
                    </a:cubicBezTo>
                    <a:cubicBezTo>
                      <a:pt x="339" y="137"/>
                      <a:pt x="347" y="122"/>
                      <a:pt x="346" y="107"/>
                    </a:cubicBezTo>
                    <a:cubicBezTo>
                      <a:pt x="345" y="106"/>
                      <a:pt x="346" y="105"/>
                      <a:pt x="347" y="105"/>
                    </a:cubicBezTo>
                    <a:cubicBezTo>
                      <a:pt x="347" y="104"/>
                      <a:pt x="349" y="105"/>
                      <a:pt x="349" y="105"/>
                    </a:cubicBezTo>
                    <a:cubicBezTo>
                      <a:pt x="349" y="106"/>
                      <a:pt x="350" y="106"/>
                      <a:pt x="350" y="107"/>
                    </a:cubicBezTo>
                    <a:cubicBezTo>
                      <a:pt x="350" y="111"/>
                      <a:pt x="350" y="114"/>
                      <a:pt x="350" y="117"/>
                    </a:cubicBezTo>
                    <a:cubicBezTo>
                      <a:pt x="349" y="122"/>
                      <a:pt x="349" y="122"/>
                      <a:pt x="349" y="122"/>
                    </a:cubicBezTo>
                    <a:cubicBezTo>
                      <a:pt x="349" y="127"/>
                      <a:pt x="349" y="127"/>
                      <a:pt x="349" y="127"/>
                    </a:cubicBezTo>
                    <a:cubicBezTo>
                      <a:pt x="350" y="128"/>
                      <a:pt x="350" y="128"/>
                      <a:pt x="350" y="128"/>
                    </a:cubicBezTo>
                    <a:cubicBezTo>
                      <a:pt x="350" y="128"/>
                      <a:pt x="352" y="126"/>
                      <a:pt x="352" y="125"/>
                    </a:cubicBezTo>
                    <a:cubicBezTo>
                      <a:pt x="353" y="125"/>
                      <a:pt x="353" y="123"/>
                      <a:pt x="353" y="120"/>
                    </a:cubicBezTo>
                    <a:cubicBezTo>
                      <a:pt x="353" y="119"/>
                      <a:pt x="353" y="117"/>
                      <a:pt x="354" y="116"/>
                    </a:cubicBezTo>
                    <a:cubicBezTo>
                      <a:pt x="354" y="117"/>
                      <a:pt x="355" y="120"/>
                      <a:pt x="355" y="122"/>
                    </a:cubicBezTo>
                    <a:cubicBezTo>
                      <a:pt x="355" y="123"/>
                      <a:pt x="355" y="124"/>
                      <a:pt x="355" y="125"/>
                    </a:cubicBezTo>
                    <a:cubicBezTo>
                      <a:pt x="353" y="135"/>
                      <a:pt x="351" y="142"/>
                      <a:pt x="347" y="149"/>
                    </a:cubicBezTo>
                    <a:cubicBezTo>
                      <a:pt x="345" y="152"/>
                      <a:pt x="331" y="175"/>
                      <a:pt x="326" y="182"/>
                    </a:cubicBezTo>
                    <a:cubicBezTo>
                      <a:pt x="326" y="183"/>
                      <a:pt x="325" y="184"/>
                      <a:pt x="325" y="185"/>
                    </a:cubicBezTo>
                    <a:cubicBezTo>
                      <a:pt x="325" y="185"/>
                      <a:pt x="326" y="186"/>
                      <a:pt x="326" y="186"/>
                    </a:cubicBezTo>
                    <a:cubicBezTo>
                      <a:pt x="327" y="187"/>
                      <a:pt x="329" y="186"/>
                      <a:pt x="330" y="184"/>
                    </a:cubicBezTo>
                    <a:cubicBezTo>
                      <a:pt x="333" y="181"/>
                      <a:pt x="343" y="169"/>
                      <a:pt x="343" y="168"/>
                    </a:cubicBezTo>
                    <a:cubicBezTo>
                      <a:pt x="348" y="164"/>
                      <a:pt x="361" y="161"/>
                      <a:pt x="364" y="161"/>
                    </a:cubicBezTo>
                    <a:cubicBezTo>
                      <a:pt x="363" y="163"/>
                      <a:pt x="359" y="166"/>
                      <a:pt x="356" y="169"/>
                    </a:cubicBezTo>
                    <a:cubicBezTo>
                      <a:pt x="350" y="174"/>
                      <a:pt x="343" y="179"/>
                      <a:pt x="342" y="182"/>
                    </a:cubicBezTo>
                    <a:cubicBezTo>
                      <a:pt x="339" y="185"/>
                      <a:pt x="337" y="189"/>
                      <a:pt x="336" y="193"/>
                    </a:cubicBezTo>
                    <a:cubicBezTo>
                      <a:pt x="334" y="196"/>
                      <a:pt x="331" y="199"/>
                      <a:pt x="329" y="20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17" y="219"/>
                      <a:pt x="317" y="219"/>
                      <a:pt x="317" y="219"/>
                    </a:cubicBezTo>
                    <a:cubicBezTo>
                      <a:pt x="317" y="219"/>
                      <a:pt x="319" y="220"/>
                      <a:pt x="321" y="217"/>
                    </a:cubicBezTo>
                    <a:cubicBezTo>
                      <a:pt x="324" y="214"/>
                      <a:pt x="331" y="208"/>
                      <a:pt x="335" y="205"/>
                    </a:cubicBezTo>
                    <a:cubicBezTo>
                      <a:pt x="343" y="197"/>
                      <a:pt x="353" y="198"/>
                      <a:pt x="358" y="197"/>
                    </a:cubicBezTo>
                    <a:cubicBezTo>
                      <a:pt x="363" y="198"/>
                      <a:pt x="353" y="200"/>
                      <a:pt x="340" y="211"/>
                    </a:cubicBezTo>
                    <a:cubicBezTo>
                      <a:pt x="327" y="222"/>
                      <a:pt x="323" y="226"/>
                      <a:pt x="322" y="228"/>
                    </a:cubicBezTo>
                    <a:cubicBezTo>
                      <a:pt x="322" y="229"/>
                      <a:pt x="322" y="230"/>
                      <a:pt x="322" y="231"/>
                    </a:cubicBezTo>
                    <a:cubicBezTo>
                      <a:pt x="322" y="232"/>
                      <a:pt x="323" y="231"/>
                      <a:pt x="323" y="231"/>
                    </a:cubicBezTo>
                    <a:cubicBezTo>
                      <a:pt x="326" y="229"/>
                      <a:pt x="335" y="222"/>
                      <a:pt x="335" y="222"/>
                    </a:cubicBezTo>
                    <a:cubicBezTo>
                      <a:pt x="337" y="220"/>
                      <a:pt x="342" y="219"/>
                      <a:pt x="344" y="219"/>
                    </a:cubicBezTo>
                    <a:cubicBezTo>
                      <a:pt x="345" y="219"/>
                      <a:pt x="348" y="220"/>
                      <a:pt x="349" y="220"/>
                    </a:cubicBezTo>
                    <a:cubicBezTo>
                      <a:pt x="346" y="222"/>
                      <a:pt x="337" y="229"/>
                      <a:pt x="335" y="231"/>
                    </a:cubicBezTo>
                    <a:cubicBezTo>
                      <a:pt x="327" y="240"/>
                      <a:pt x="319" y="257"/>
                      <a:pt x="318" y="266"/>
                    </a:cubicBezTo>
                    <a:cubicBezTo>
                      <a:pt x="317" y="269"/>
                      <a:pt x="317" y="269"/>
                      <a:pt x="317" y="269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6" y="277"/>
                      <a:pt x="316" y="279"/>
                      <a:pt x="315" y="281"/>
                    </a:cubicBezTo>
                    <a:cubicBezTo>
                      <a:pt x="311" y="284"/>
                      <a:pt x="311" y="284"/>
                      <a:pt x="311" y="284"/>
                    </a:cubicBezTo>
                    <a:cubicBezTo>
                      <a:pt x="310" y="285"/>
                      <a:pt x="310" y="285"/>
                      <a:pt x="310" y="285"/>
                    </a:cubicBezTo>
                    <a:cubicBezTo>
                      <a:pt x="307" y="287"/>
                      <a:pt x="306" y="288"/>
                      <a:pt x="303" y="289"/>
                    </a:cubicBezTo>
                    <a:cubicBezTo>
                      <a:pt x="299" y="291"/>
                      <a:pt x="297" y="293"/>
                      <a:pt x="294" y="296"/>
                    </a:cubicBezTo>
                    <a:cubicBezTo>
                      <a:pt x="293" y="297"/>
                      <a:pt x="293" y="297"/>
                      <a:pt x="293" y="297"/>
                    </a:cubicBezTo>
                    <a:cubicBezTo>
                      <a:pt x="284" y="308"/>
                      <a:pt x="284" y="308"/>
                      <a:pt x="284" y="308"/>
                    </a:cubicBezTo>
                    <a:cubicBezTo>
                      <a:pt x="282" y="310"/>
                      <a:pt x="282" y="310"/>
                      <a:pt x="282" y="310"/>
                    </a:cubicBezTo>
                    <a:cubicBezTo>
                      <a:pt x="279" y="315"/>
                      <a:pt x="276" y="319"/>
                      <a:pt x="273" y="323"/>
                    </a:cubicBezTo>
                    <a:cubicBezTo>
                      <a:pt x="272" y="324"/>
                      <a:pt x="272" y="325"/>
                      <a:pt x="272" y="325"/>
                    </a:cubicBezTo>
                    <a:cubicBezTo>
                      <a:pt x="270" y="329"/>
                      <a:pt x="268" y="333"/>
                      <a:pt x="266" y="336"/>
                    </a:cubicBezTo>
                    <a:cubicBezTo>
                      <a:pt x="264" y="340"/>
                      <a:pt x="264" y="340"/>
                      <a:pt x="264" y="340"/>
                    </a:cubicBezTo>
                    <a:cubicBezTo>
                      <a:pt x="262" y="343"/>
                      <a:pt x="257" y="344"/>
                      <a:pt x="253" y="344"/>
                    </a:cubicBezTo>
                    <a:cubicBezTo>
                      <a:pt x="249" y="345"/>
                      <a:pt x="249" y="345"/>
                      <a:pt x="249" y="345"/>
                    </a:cubicBezTo>
                    <a:cubicBezTo>
                      <a:pt x="243" y="345"/>
                      <a:pt x="237" y="347"/>
                      <a:pt x="230" y="349"/>
                    </a:cubicBezTo>
                    <a:cubicBezTo>
                      <a:pt x="221" y="352"/>
                      <a:pt x="216" y="355"/>
                      <a:pt x="211" y="362"/>
                    </a:cubicBezTo>
                    <a:cubicBezTo>
                      <a:pt x="209" y="364"/>
                      <a:pt x="205" y="370"/>
                      <a:pt x="204" y="373"/>
                    </a:cubicBezTo>
                    <a:cubicBezTo>
                      <a:pt x="203" y="375"/>
                      <a:pt x="203" y="377"/>
                      <a:pt x="203" y="380"/>
                    </a:cubicBezTo>
                    <a:cubicBezTo>
                      <a:pt x="203" y="386"/>
                      <a:pt x="207" y="390"/>
                      <a:pt x="207" y="390"/>
                    </a:cubicBezTo>
                    <a:cubicBezTo>
                      <a:pt x="213" y="396"/>
                      <a:pt x="207" y="396"/>
                      <a:pt x="201" y="390"/>
                    </a:cubicBezTo>
                    <a:moveTo>
                      <a:pt x="305" y="299"/>
                    </a:moveTo>
                    <a:cubicBezTo>
                      <a:pt x="305" y="300"/>
                      <a:pt x="305" y="300"/>
                      <a:pt x="305" y="301"/>
                    </a:cubicBezTo>
                    <a:cubicBezTo>
                      <a:pt x="305" y="301"/>
                      <a:pt x="305" y="301"/>
                      <a:pt x="305" y="301"/>
                    </a:cubicBezTo>
                    <a:cubicBezTo>
                      <a:pt x="305" y="301"/>
                      <a:pt x="302" y="304"/>
                      <a:pt x="300" y="306"/>
                    </a:cubicBezTo>
                    <a:cubicBezTo>
                      <a:pt x="296" y="309"/>
                      <a:pt x="292" y="312"/>
                      <a:pt x="291" y="314"/>
                    </a:cubicBezTo>
                    <a:cubicBezTo>
                      <a:pt x="288" y="319"/>
                      <a:pt x="288" y="319"/>
                      <a:pt x="288" y="319"/>
                    </a:cubicBezTo>
                    <a:cubicBezTo>
                      <a:pt x="285" y="323"/>
                      <a:pt x="277" y="335"/>
                      <a:pt x="275" y="334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1" y="331"/>
                      <a:pt x="271" y="331"/>
                    </a:cubicBezTo>
                    <a:cubicBezTo>
                      <a:pt x="284" y="314"/>
                      <a:pt x="284" y="314"/>
                      <a:pt x="284" y="314"/>
                    </a:cubicBezTo>
                    <a:cubicBezTo>
                      <a:pt x="289" y="311"/>
                      <a:pt x="298" y="292"/>
                      <a:pt x="314" y="287"/>
                    </a:cubicBezTo>
                    <a:cubicBezTo>
                      <a:pt x="313" y="288"/>
                      <a:pt x="309" y="294"/>
                      <a:pt x="304" y="297"/>
                    </a:cubicBezTo>
                    <a:lnTo>
                      <a:pt x="305" y="299"/>
                    </a:lnTo>
                    <a:close/>
                    <a:moveTo>
                      <a:pt x="267" y="365"/>
                    </a:moveTo>
                    <a:cubicBezTo>
                      <a:pt x="266" y="365"/>
                      <a:pt x="262" y="365"/>
                      <a:pt x="258" y="365"/>
                    </a:cubicBezTo>
                    <a:cubicBezTo>
                      <a:pt x="254" y="364"/>
                      <a:pt x="248" y="364"/>
                      <a:pt x="244" y="365"/>
                    </a:cubicBezTo>
                    <a:cubicBezTo>
                      <a:pt x="243" y="365"/>
                      <a:pt x="243" y="365"/>
                      <a:pt x="243" y="365"/>
                    </a:cubicBezTo>
                    <a:cubicBezTo>
                      <a:pt x="239" y="366"/>
                      <a:pt x="234" y="367"/>
                      <a:pt x="230" y="369"/>
                    </a:cubicBezTo>
                    <a:cubicBezTo>
                      <a:pt x="226" y="371"/>
                      <a:pt x="223" y="374"/>
                      <a:pt x="220" y="378"/>
                    </a:cubicBezTo>
                    <a:cubicBezTo>
                      <a:pt x="219" y="379"/>
                      <a:pt x="219" y="379"/>
                      <a:pt x="219" y="379"/>
                    </a:cubicBezTo>
                    <a:cubicBezTo>
                      <a:pt x="217" y="381"/>
                      <a:pt x="215" y="384"/>
                      <a:pt x="215" y="387"/>
                    </a:cubicBezTo>
                    <a:cubicBezTo>
                      <a:pt x="215" y="389"/>
                      <a:pt x="216" y="390"/>
                      <a:pt x="217" y="391"/>
                    </a:cubicBezTo>
                    <a:cubicBezTo>
                      <a:pt x="217" y="392"/>
                      <a:pt x="217" y="392"/>
                      <a:pt x="217" y="392"/>
                    </a:cubicBezTo>
                    <a:cubicBezTo>
                      <a:pt x="217" y="392"/>
                      <a:pt x="216" y="394"/>
                      <a:pt x="214" y="393"/>
                    </a:cubicBezTo>
                    <a:cubicBezTo>
                      <a:pt x="212" y="393"/>
                      <a:pt x="209" y="390"/>
                      <a:pt x="209" y="388"/>
                    </a:cubicBezTo>
                    <a:cubicBezTo>
                      <a:pt x="209" y="380"/>
                      <a:pt x="217" y="370"/>
                      <a:pt x="221" y="367"/>
                    </a:cubicBezTo>
                    <a:cubicBezTo>
                      <a:pt x="238" y="355"/>
                      <a:pt x="258" y="358"/>
                      <a:pt x="260" y="359"/>
                    </a:cubicBezTo>
                    <a:cubicBezTo>
                      <a:pt x="263" y="360"/>
                      <a:pt x="266" y="362"/>
                      <a:pt x="267" y="364"/>
                    </a:cubicBezTo>
                    <a:cubicBezTo>
                      <a:pt x="267" y="364"/>
                      <a:pt x="267" y="364"/>
                      <a:pt x="267" y="365"/>
                    </a:cubicBezTo>
                    <a:moveTo>
                      <a:pt x="284" y="361"/>
                    </a:moveTo>
                    <a:cubicBezTo>
                      <a:pt x="280" y="362"/>
                      <a:pt x="274" y="357"/>
                      <a:pt x="274" y="357"/>
                    </a:cubicBezTo>
                    <a:cubicBezTo>
                      <a:pt x="262" y="352"/>
                      <a:pt x="246" y="355"/>
                      <a:pt x="240" y="356"/>
                    </a:cubicBezTo>
                    <a:cubicBezTo>
                      <a:pt x="223" y="362"/>
                      <a:pt x="223" y="362"/>
                      <a:pt x="223" y="362"/>
                    </a:cubicBezTo>
                    <a:cubicBezTo>
                      <a:pt x="213" y="367"/>
                      <a:pt x="213" y="370"/>
                      <a:pt x="211" y="374"/>
                    </a:cubicBezTo>
                    <a:cubicBezTo>
                      <a:pt x="207" y="382"/>
                      <a:pt x="209" y="382"/>
                      <a:pt x="207" y="382"/>
                    </a:cubicBezTo>
                    <a:cubicBezTo>
                      <a:pt x="205" y="383"/>
                      <a:pt x="205" y="378"/>
                      <a:pt x="208" y="371"/>
                    </a:cubicBezTo>
                    <a:cubicBezTo>
                      <a:pt x="211" y="365"/>
                      <a:pt x="218" y="359"/>
                      <a:pt x="224" y="356"/>
                    </a:cubicBezTo>
                    <a:cubicBezTo>
                      <a:pt x="229" y="353"/>
                      <a:pt x="238" y="351"/>
                      <a:pt x="247" y="350"/>
                    </a:cubicBezTo>
                    <a:cubicBezTo>
                      <a:pt x="255" y="349"/>
                      <a:pt x="274" y="350"/>
                      <a:pt x="279" y="352"/>
                    </a:cubicBezTo>
                    <a:cubicBezTo>
                      <a:pt x="281" y="354"/>
                      <a:pt x="288" y="360"/>
                      <a:pt x="284" y="361"/>
                    </a:cubicBezTo>
                    <a:moveTo>
                      <a:pt x="302" y="360"/>
                    </a:moveTo>
                    <a:cubicBezTo>
                      <a:pt x="300" y="359"/>
                      <a:pt x="301" y="360"/>
                      <a:pt x="292" y="355"/>
                    </a:cubicBezTo>
                    <a:cubicBezTo>
                      <a:pt x="277" y="345"/>
                      <a:pt x="254" y="348"/>
                      <a:pt x="251" y="348"/>
                    </a:cubicBezTo>
                    <a:cubicBezTo>
                      <a:pt x="252" y="347"/>
                      <a:pt x="263" y="345"/>
                      <a:pt x="263" y="345"/>
                    </a:cubicBezTo>
                    <a:cubicBezTo>
                      <a:pt x="263" y="345"/>
                      <a:pt x="267" y="342"/>
                      <a:pt x="268" y="340"/>
                    </a:cubicBezTo>
                    <a:cubicBezTo>
                      <a:pt x="269" y="339"/>
                      <a:pt x="270" y="336"/>
                      <a:pt x="271" y="336"/>
                    </a:cubicBezTo>
                    <a:cubicBezTo>
                      <a:pt x="279" y="337"/>
                      <a:pt x="302" y="354"/>
                      <a:pt x="302" y="360"/>
                    </a:cubicBezTo>
                    <a:moveTo>
                      <a:pt x="299" y="344"/>
                    </a:moveTo>
                    <a:cubicBezTo>
                      <a:pt x="297" y="345"/>
                      <a:pt x="297" y="345"/>
                      <a:pt x="297" y="345"/>
                    </a:cubicBezTo>
                    <a:cubicBezTo>
                      <a:pt x="292" y="344"/>
                      <a:pt x="292" y="344"/>
                      <a:pt x="291" y="343"/>
                    </a:cubicBezTo>
                    <a:cubicBezTo>
                      <a:pt x="290" y="342"/>
                      <a:pt x="292" y="341"/>
                      <a:pt x="292" y="340"/>
                    </a:cubicBezTo>
                    <a:cubicBezTo>
                      <a:pt x="294" y="339"/>
                      <a:pt x="294" y="339"/>
                      <a:pt x="294" y="339"/>
                    </a:cubicBezTo>
                    <a:cubicBezTo>
                      <a:pt x="296" y="338"/>
                      <a:pt x="296" y="341"/>
                      <a:pt x="298" y="343"/>
                    </a:cubicBezTo>
                    <a:lnTo>
                      <a:pt x="299" y="344"/>
                    </a:lnTo>
                    <a:close/>
                    <a:moveTo>
                      <a:pt x="308" y="322"/>
                    </a:moveTo>
                    <a:cubicBezTo>
                      <a:pt x="324" y="318"/>
                      <a:pt x="333" y="320"/>
                      <a:pt x="335" y="321"/>
                    </a:cubicBezTo>
                    <a:cubicBezTo>
                      <a:pt x="333" y="322"/>
                      <a:pt x="326" y="324"/>
                      <a:pt x="321" y="325"/>
                    </a:cubicBezTo>
                    <a:cubicBezTo>
                      <a:pt x="317" y="326"/>
                      <a:pt x="315" y="326"/>
                      <a:pt x="314" y="327"/>
                    </a:cubicBezTo>
                    <a:cubicBezTo>
                      <a:pt x="313" y="328"/>
                      <a:pt x="312" y="327"/>
                      <a:pt x="310" y="327"/>
                    </a:cubicBezTo>
                    <a:cubicBezTo>
                      <a:pt x="308" y="327"/>
                      <a:pt x="309" y="327"/>
                      <a:pt x="307" y="328"/>
                    </a:cubicBezTo>
                    <a:cubicBezTo>
                      <a:pt x="303" y="329"/>
                      <a:pt x="294" y="334"/>
                      <a:pt x="289" y="339"/>
                    </a:cubicBezTo>
                    <a:cubicBezTo>
                      <a:pt x="288" y="340"/>
                      <a:pt x="288" y="340"/>
                      <a:pt x="288" y="340"/>
                    </a:cubicBezTo>
                    <a:cubicBezTo>
                      <a:pt x="287" y="341"/>
                      <a:pt x="284" y="338"/>
                      <a:pt x="284" y="338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3" y="338"/>
                      <a:pt x="283" y="337"/>
                      <a:pt x="282" y="337"/>
                    </a:cubicBezTo>
                    <a:cubicBezTo>
                      <a:pt x="284" y="334"/>
                      <a:pt x="292" y="328"/>
                      <a:pt x="294" y="327"/>
                    </a:cubicBezTo>
                    <a:cubicBezTo>
                      <a:pt x="298" y="324"/>
                      <a:pt x="304" y="322"/>
                      <a:pt x="308" y="322"/>
                    </a:cubicBezTo>
                    <a:moveTo>
                      <a:pt x="369" y="275"/>
                    </a:moveTo>
                    <a:cubicBezTo>
                      <a:pt x="366" y="275"/>
                      <a:pt x="346" y="274"/>
                      <a:pt x="338" y="276"/>
                    </a:cubicBezTo>
                    <a:cubicBezTo>
                      <a:pt x="338" y="277"/>
                      <a:pt x="337" y="277"/>
                      <a:pt x="337" y="277"/>
                    </a:cubicBezTo>
                    <a:cubicBezTo>
                      <a:pt x="335" y="278"/>
                      <a:pt x="335" y="278"/>
                      <a:pt x="335" y="278"/>
                    </a:cubicBezTo>
                    <a:cubicBezTo>
                      <a:pt x="327" y="282"/>
                      <a:pt x="324" y="284"/>
                      <a:pt x="324" y="287"/>
                    </a:cubicBezTo>
                    <a:cubicBezTo>
                      <a:pt x="324" y="288"/>
                      <a:pt x="324" y="288"/>
                      <a:pt x="324" y="288"/>
                    </a:cubicBezTo>
                    <a:cubicBezTo>
                      <a:pt x="325" y="287"/>
                      <a:pt x="325" y="287"/>
                      <a:pt x="325" y="287"/>
                    </a:cubicBezTo>
                    <a:cubicBezTo>
                      <a:pt x="331" y="285"/>
                      <a:pt x="338" y="284"/>
                      <a:pt x="344" y="285"/>
                    </a:cubicBezTo>
                    <a:cubicBezTo>
                      <a:pt x="345" y="286"/>
                      <a:pt x="345" y="286"/>
                      <a:pt x="345" y="286"/>
                    </a:cubicBezTo>
                    <a:cubicBezTo>
                      <a:pt x="347" y="287"/>
                      <a:pt x="349" y="288"/>
                      <a:pt x="350" y="288"/>
                    </a:cubicBezTo>
                    <a:cubicBezTo>
                      <a:pt x="345" y="289"/>
                      <a:pt x="338" y="290"/>
                      <a:pt x="337" y="290"/>
                    </a:cubicBezTo>
                    <a:cubicBezTo>
                      <a:pt x="332" y="292"/>
                      <a:pt x="316" y="301"/>
                      <a:pt x="312" y="305"/>
                    </a:cubicBezTo>
                    <a:cubicBezTo>
                      <a:pt x="306" y="310"/>
                      <a:pt x="306" y="310"/>
                      <a:pt x="306" y="310"/>
                    </a:cubicBezTo>
                    <a:cubicBezTo>
                      <a:pt x="298" y="320"/>
                      <a:pt x="289" y="327"/>
                      <a:pt x="289" y="327"/>
                    </a:cubicBezTo>
                    <a:cubicBezTo>
                      <a:pt x="282" y="327"/>
                      <a:pt x="295" y="314"/>
                      <a:pt x="298" y="311"/>
                    </a:cubicBezTo>
                    <a:cubicBezTo>
                      <a:pt x="305" y="306"/>
                      <a:pt x="305" y="306"/>
                      <a:pt x="305" y="306"/>
                    </a:cubicBezTo>
                    <a:cubicBezTo>
                      <a:pt x="312" y="301"/>
                      <a:pt x="312" y="296"/>
                      <a:pt x="312" y="296"/>
                    </a:cubicBezTo>
                    <a:cubicBezTo>
                      <a:pt x="313" y="295"/>
                      <a:pt x="317" y="292"/>
                      <a:pt x="318" y="292"/>
                    </a:cubicBezTo>
                    <a:cubicBezTo>
                      <a:pt x="319" y="291"/>
                      <a:pt x="319" y="291"/>
                      <a:pt x="319" y="291"/>
                    </a:cubicBezTo>
                    <a:cubicBezTo>
                      <a:pt x="319" y="290"/>
                      <a:pt x="319" y="290"/>
                      <a:pt x="319" y="290"/>
                    </a:cubicBezTo>
                    <a:cubicBezTo>
                      <a:pt x="319" y="290"/>
                      <a:pt x="320" y="289"/>
                      <a:pt x="320" y="289"/>
                    </a:cubicBezTo>
                    <a:cubicBezTo>
                      <a:pt x="320" y="289"/>
                      <a:pt x="320" y="289"/>
                      <a:pt x="319" y="288"/>
                    </a:cubicBezTo>
                    <a:cubicBezTo>
                      <a:pt x="319" y="288"/>
                      <a:pt x="318" y="288"/>
                      <a:pt x="318" y="288"/>
                    </a:cubicBezTo>
                    <a:cubicBezTo>
                      <a:pt x="318" y="288"/>
                      <a:pt x="317" y="288"/>
                      <a:pt x="316" y="288"/>
                    </a:cubicBezTo>
                    <a:cubicBezTo>
                      <a:pt x="319" y="286"/>
                      <a:pt x="323" y="283"/>
                      <a:pt x="325" y="281"/>
                    </a:cubicBezTo>
                    <a:cubicBezTo>
                      <a:pt x="325" y="280"/>
                      <a:pt x="326" y="279"/>
                      <a:pt x="326" y="278"/>
                    </a:cubicBezTo>
                    <a:cubicBezTo>
                      <a:pt x="326" y="278"/>
                      <a:pt x="323" y="276"/>
                      <a:pt x="320" y="278"/>
                    </a:cubicBezTo>
                    <a:cubicBezTo>
                      <a:pt x="320" y="278"/>
                      <a:pt x="320" y="277"/>
                      <a:pt x="320" y="277"/>
                    </a:cubicBezTo>
                    <a:cubicBezTo>
                      <a:pt x="320" y="276"/>
                      <a:pt x="320" y="274"/>
                      <a:pt x="321" y="272"/>
                    </a:cubicBezTo>
                    <a:cubicBezTo>
                      <a:pt x="321" y="270"/>
                      <a:pt x="322" y="269"/>
                      <a:pt x="323" y="268"/>
                    </a:cubicBezTo>
                    <a:cubicBezTo>
                      <a:pt x="327" y="264"/>
                      <a:pt x="333" y="261"/>
                      <a:pt x="338" y="260"/>
                    </a:cubicBezTo>
                    <a:cubicBezTo>
                      <a:pt x="338" y="260"/>
                      <a:pt x="351" y="258"/>
                      <a:pt x="352" y="261"/>
                    </a:cubicBezTo>
                    <a:cubicBezTo>
                      <a:pt x="348" y="263"/>
                      <a:pt x="344" y="265"/>
                      <a:pt x="341" y="266"/>
                    </a:cubicBezTo>
                    <a:cubicBezTo>
                      <a:pt x="338" y="268"/>
                      <a:pt x="338" y="268"/>
                      <a:pt x="338" y="268"/>
                    </a:cubicBezTo>
                    <a:cubicBezTo>
                      <a:pt x="337" y="269"/>
                      <a:pt x="337" y="269"/>
                      <a:pt x="337" y="269"/>
                    </a:cubicBezTo>
                    <a:cubicBezTo>
                      <a:pt x="337" y="270"/>
                      <a:pt x="337" y="270"/>
                      <a:pt x="337" y="270"/>
                    </a:cubicBezTo>
                    <a:cubicBezTo>
                      <a:pt x="338" y="271"/>
                      <a:pt x="349" y="270"/>
                      <a:pt x="349" y="270"/>
                    </a:cubicBezTo>
                    <a:cubicBezTo>
                      <a:pt x="364" y="267"/>
                      <a:pt x="368" y="271"/>
                      <a:pt x="370" y="273"/>
                    </a:cubicBezTo>
                    <a:cubicBezTo>
                      <a:pt x="368" y="273"/>
                      <a:pt x="372" y="275"/>
                      <a:pt x="369" y="2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0" name="Freeform 69">
                <a:extLst>
                  <a:ext uri="{FF2B5EF4-FFF2-40B4-BE49-F238E27FC236}">
                    <a16:creationId xmlns:a16="http://schemas.microsoft.com/office/drawing/2014/main" id="{761E1981-33C6-47E1-B40B-A2622185F2C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6" y="7864"/>
                <a:ext cx="23" cy="70"/>
              </a:xfrm>
              <a:custGeom>
                <a:avLst/>
                <a:gdLst>
                  <a:gd name="T0" fmla="*/ 2 w 31"/>
                  <a:gd name="T1" fmla="*/ 0 h 94"/>
                  <a:gd name="T2" fmla="*/ 0 w 31"/>
                  <a:gd name="T3" fmla="*/ 0 h 94"/>
                  <a:gd name="T4" fmla="*/ 5 w 31"/>
                  <a:gd name="T5" fmla="*/ 8 h 94"/>
                  <a:gd name="T6" fmla="*/ 24 w 31"/>
                  <a:gd name="T7" fmla="*/ 53 h 94"/>
                  <a:gd name="T8" fmla="*/ 19 w 31"/>
                  <a:gd name="T9" fmla="*/ 91 h 94"/>
                  <a:gd name="T10" fmla="*/ 22 w 31"/>
                  <a:gd name="T11" fmla="*/ 93 h 94"/>
                  <a:gd name="T12" fmla="*/ 27 w 31"/>
                  <a:gd name="T13" fmla="*/ 42 h 94"/>
                  <a:gd name="T14" fmla="*/ 2 w 31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5" y="8"/>
                    </a:cubicBezTo>
                    <a:cubicBezTo>
                      <a:pt x="22" y="30"/>
                      <a:pt x="23" y="41"/>
                      <a:pt x="24" y="53"/>
                    </a:cubicBezTo>
                    <a:cubicBezTo>
                      <a:pt x="26" y="65"/>
                      <a:pt x="21" y="88"/>
                      <a:pt x="19" y="91"/>
                    </a:cubicBezTo>
                    <a:cubicBezTo>
                      <a:pt x="18" y="93"/>
                      <a:pt x="21" y="94"/>
                      <a:pt x="22" y="93"/>
                    </a:cubicBezTo>
                    <a:cubicBezTo>
                      <a:pt x="23" y="91"/>
                      <a:pt x="31" y="69"/>
                      <a:pt x="27" y="42"/>
                    </a:cubicBezTo>
                    <a:cubicBezTo>
                      <a:pt x="24" y="23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1" name="Freeform 70">
                <a:extLst>
                  <a:ext uri="{FF2B5EF4-FFF2-40B4-BE49-F238E27FC236}">
                    <a16:creationId xmlns:a16="http://schemas.microsoft.com/office/drawing/2014/main" id="{CFE4D37D-E396-4D69-88AF-2B2A861C1B0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7" y="7896"/>
                <a:ext cx="8" cy="35"/>
              </a:xfrm>
              <a:custGeom>
                <a:avLst/>
                <a:gdLst>
                  <a:gd name="T0" fmla="*/ 4 w 12"/>
                  <a:gd name="T1" fmla="*/ 2 h 47"/>
                  <a:gd name="T2" fmla="*/ 1 w 12"/>
                  <a:gd name="T3" fmla="*/ 4 h 47"/>
                  <a:gd name="T4" fmla="*/ 8 w 12"/>
                  <a:gd name="T5" fmla="*/ 22 h 47"/>
                  <a:gd name="T6" fmla="*/ 8 w 12"/>
                  <a:gd name="T7" fmla="*/ 44 h 47"/>
                  <a:gd name="T8" fmla="*/ 10 w 12"/>
                  <a:gd name="T9" fmla="*/ 45 h 47"/>
                  <a:gd name="T10" fmla="*/ 11 w 12"/>
                  <a:gd name="T11" fmla="*/ 21 h 47"/>
                  <a:gd name="T12" fmla="*/ 4 w 12"/>
                  <a:gd name="T13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4" y="2"/>
                    </a:moveTo>
                    <a:cubicBezTo>
                      <a:pt x="2" y="0"/>
                      <a:pt x="0" y="3"/>
                      <a:pt x="1" y="4"/>
                    </a:cubicBezTo>
                    <a:cubicBezTo>
                      <a:pt x="4" y="8"/>
                      <a:pt x="7" y="19"/>
                      <a:pt x="8" y="22"/>
                    </a:cubicBezTo>
                    <a:cubicBezTo>
                      <a:pt x="8" y="34"/>
                      <a:pt x="8" y="40"/>
                      <a:pt x="8" y="44"/>
                    </a:cubicBezTo>
                    <a:cubicBezTo>
                      <a:pt x="8" y="47"/>
                      <a:pt x="10" y="47"/>
                      <a:pt x="10" y="45"/>
                    </a:cubicBezTo>
                    <a:cubicBezTo>
                      <a:pt x="10" y="39"/>
                      <a:pt x="12" y="37"/>
                      <a:pt x="11" y="21"/>
                    </a:cubicBezTo>
                    <a:cubicBezTo>
                      <a:pt x="10" y="16"/>
                      <a:pt x="7" y="7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2" name="Freeform 71">
                <a:extLst>
                  <a:ext uri="{FF2B5EF4-FFF2-40B4-BE49-F238E27FC236}">
                    <a16:creationId xmlns:a16="http://schemas.microsoft.com/office/drawing/2014/main" id="{DFB4D66C-C44F-4179-9D88-9B37BDCDEDB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92" y="7888"/>
                <a:ext cx="10" cy="44"/>
              </a:xfrm>
              <a:custGeom>
                <a:avLst/>
                <a:gdLst>
                  <a:gd name="T0" fmla="*/ 12 w 14"/>
                  <a:gd name="T1" fmla="*/ 22 h 59"/>
                  <a:gd name="T2" fmla="*/ 4 w 14"/>
                  <a:gd name="T3" fmla="*/ 3 h 59"/>
                  <a:gd name="T4" fmla="*/ 1 w 14"/>
                  <a:gd name="T5" fmla="*/ 5 h 59"/>
                  <a:gd name="T6" fmla="*/ 8 w 14"/>
                  <a:gd name="T7" fmla="*/ 23 h 59"/>
                  <a:gd name="T8" fmla="*/ 7 w 14"/>
                  <a:gd name="T9" fmla="*/ 56 h 59"/>
                  <a:gd name="T10" fmla="*/ 9 w 14"/>
                  <a:gd name="T11" fmla="*/ 57 h 59"/>
                  <a:gd name="T12" fmla="*/ 12 w 14"/>
                  <a:gd name="T13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2" y="22"/>
                    </a:moveTo>
                    <a:cubicBezTo>
                      <a:pt x="11" y="17"/>
                      <a:pt x="7" y="7"/>
                      <a:pt x="4" y="3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8" y="20"/>
                      <a:pt x="8" y="23"/>
                    </a:cubicBezTo>
                    <a:cubicBezTo>
                      <a:pt x="10" y="43"/>
                      <a:pt x="7" y="53"/>
                      <a:pt x="7" y="56"/>
                    </a:cubicBezTo>
                    <a:cubicBezTo>
                      <a:pt x="6" y="59"/>
                      <a:pt x="9" y="59"/>
                      <a:pt x="9" y="57"/>
                    </a:cubicBezTo>
                    <a:cubicBezTo>
                      <a:pt x="9" y="52"/>
                      <a:pt x="14" y="41"/>
                      <a:pt x="1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3" name="Freeform 72">
                <a:extLst>
                  <a:ext uri="{FF2B5EF4-FFF2-40B4-BE49-F238E27FC236}">
                    <a16:creationId xmlns:a16="http://schemas.microsoft.com/office/drawing/2014/main" id="{74AEF637-F1F0-4938-9A99-EA1D1EED52E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4" y="7864"/>
                <a:ext cx="23" cy="70"/>
              </a:xfrm>
              <a:custGeom>
                <a:avLst/>
                <a:gdLst>
                  <a:gd name="T0" fmla="*/ 12 w 31"/>
                  <a:gd name="T1" fmla="*/ 91 h 94"/>
                  <a:gd name="T2" fmla="*/ 7 w 31"/>
                  <a:gd name="T3" fmla="*/ 53 h 94"/>
                  <a:gd name="T4" fmla="*/ 26 w 31"/>
                  <a:gd name="T5" fmla="*/ 8 h 94"/>
                  <a:gd name="T6" fmla="*/ 31 w 31"/>
                  <a:gd name="T7" fmla="*/ 0 h 94"/>
                  <a:gd name="T8" fmla="*/ 30 w 31"/>
                  <a:gd name="T9" fmla="*/ 0 h 94"/>
                  <a:gd name="T10" fmla="*/ 4 w 31"/>
                  <a:gd name="T11" fmla="*/ 42 h 94"/>
                  <a:gd name="T12" fmla="*/ 9 w 31"/>
                  <a:gd name="T13" fmla="*/ 93 h 94"/>
                  <a:gd name="T14" fmla="*/ 12 w 31"/>
                  <a:gd name="T1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12" y="91"/>
                    </a:moveTo>
                    <a:cubicBezTo>
                      <a:pt x="10" y="88"/>
                      <a:pt x="5" y="65"/>
                      <a:pt x="7" y="53"/>
                    </a:cubicBezTo>
                    <a:cubicBezTo>
                      <a:pt x="8" y="41"/>
                      <a:pt x="9" y="30"/>
                      <a:pt x="26" y="8"/>
                    </a:cubicBezTo>
                    <a:cubicBezTo>
                      <a:pt x="29" y="4"/>
                      <a:pt x="31" y="1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7" y="0"/>
                      <a:pt x="7" y="23"/>
                      <a:pt x="4" y="42"/>
                    </a:cubicBezTo>
                    <a:cubicBezTo>
                      <a:pt x="0" y="69"/>
                      <a:pt x="8" y="91"/>
                      <a:pt x="9" y="93"/>
                    </a:cubicBezTo>
                    <a:cubicBezTo>
                      <a:pt x="10" y="94"/>
                      <a:pt x="13" y="93"/>
                      <a:pt x="12" y="9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4" name="Freeform 73">
                <a:extLst>
                  <a:ext uri="{FF2B5EF4-FFF2-40B4-BE49-F238E27FC236}">
                    <a16:creationId xmlns:a16="http://schemas.microsoft.com/office/drawing/2014/main" id="{55650BE3-9FF7-4B5B-B313-D3E8AD5614F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7" y="7896"/>
                <a:ext cx="9" cy="35"/>
              </a:xfrm>
              <a:custGeom>
                <a:avLst/>
                <a:gdLst>
                  <a:gd name="T0" fmla="*/ 1 w 12"/>
                  <a:gd name="T1" fmla="*/ 21 h 47"/>
                  <a:gd name="T2" fmla="*/ 2 w 12"/>
                  <a:gd name="T3" fmla="*/ 45 h 47"/>
                  <a:gd name="T4" fmla="*/ 4 w 12"/>
                  <a:gd name="T5" fmla="*/ 44 h 47"/>
                  <a:gd name="T6" fmla="*/ 4 w 12"/>
                  <a:gd name="T7" fmla="*/ 22 h 47"/>
                  <a:gd name="T8" fmla="*/ 11 w 12"/>
                  <a:gd name="T9" fmla="*/ 4 h 47"/>
                  <a:gd name="T10" fmla="*/ 8 w 12"/>
                  <a:gd name="T11" fmla="*/ 2 h 47"/>
                  <a:gd name="T12" fmla="*/ 1 w 12"/>
                  <a:gd name="T13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" y="21"/>
                    </a:moveTo>
                    <a:cubicBezTo>
                      <a:pt x="0" y="37"/>
                      <a:pt x="2" y="39"/>
                      <a:pt x="2" y="45"/>
                    </a:cubicBezTo>
                    <a:cubicBezTo>
                      <a:pt x="2" y="47"/>
                      <a:pt x="4" y="47"/>
                      <a:pt x="4" y="44"/>
                    </a:cubicBezTo>
                    <a:cubicBezTo>
                      <a:pt x="4" y="40"/>
                      <a:pt x="4" y="34"/>
                      <a:pt x="4" y="22"/>
                    </a:cubicBezTo>
                    <a:cubicBezTo>
                      <a:pt x="5" y="19"/>
                      <a:pt x="8" y="8"/>
                      <a:pt x="11" y="4"/>
                    </a:cubicBezTo>
                    <a:cubicBezTo>
                      <a:pt x="12" y="3"/>
                      <a:pt x="10" y="0"/>
                      <a:pt x="8" y="2"/>
                    </a:cubicBezTo>
                    <a:cubicBezTo>
                      <a:pt x="5" y="7"/>
                      <a:pt x="2" y="16"/>
                      <a:pt x="1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5" name="Freeform 74">
                <a:extLst>
                  <a:ext uri="{FF2B5EF4-FFF2-40B4-BE49-F238E27FC236}">
                    <a16:creationId xmlns:a16="http://schemas.microsoft.com/office/drawing/2014/main" id="{FD546331-6D38-4471-AC1D-837B9C23112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0" y="7888"/>
                <a:ext cx="11" cy="44"/>
              </a:xfrm>
              <a:custGeom>
                <a:avLst/>
                <a:gdLst>
                  <a:gd name="T0" fmla="*/ 6 w 14"/>
                  <a:gd name="T1" fmla="*/ 23 h 59"/>
                  <a:gd name="T2" fmla="*/ 13 w 14"/>
                  <a:gd name="T3" fmla="*/ 5 h 59"/>
                  <a:gd name="T4" fmla="*/ 10 w 14"/>
                  <a:gd name="T5" fmla="*/ 3 h 59"/>
                  <a:gd name="T6" fmla="*/ 2 w 14"/>
                  <a:gd name="T7" fmla="*/ 22 h 59"/>
                  <a:gd name="T8" fmla="*/ 5 w 14"/>
                  <a:gd name="T9" fmla="*/ 57 h 59"/>
                  <a:gd name="T10" fmla="*/ 7 w 14"/>
                  <a:gd name="T11" fmla="*/ 56 h 59"/>
                  <a:gd name="T12" fmla="*/ 6 w 14"/>
                  <a:gd name="T13" fmla="*/ 2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23"/>
                    </a:moveTo>
                    <a:cubicBezTo>
                      <a:pt x="6" y="20"/>
                      <a:pt x="10" y="9"/>
                      <a:pt x="13" y="5"/>
                    </a:cubicBezTo>
                    <a:cubicBezTo>
                      <a:pt x="14" y="3"/>
                      <a:pt x="12" y="0"/>
                      <a:pt x="10" y="3"/>
                    </a:cubicBezTo>
                    <a:cubicBezTo>
                      <a:pt x="7" y="7"/>
                      <a:pt x="3" y="17"/>
                      <a:pt x="2" y="22"/>
                    </a:cubicBezTo>
                    <a:cubicBezTo>
                      <a:pt x="0" y="41"/>
                      <a:pt x="5" y="52"/>
                      <a:pt x="5" y="57"/>
                    </a:cubicBezTo>
                    <a:cubicBezTo>
                      <a:pt x="5" y="59"/>
                      <a:pt x="8" y="59"/>
                      <a:pt x="7" y="56"/>
                    </a:cubicBezTo>
                    <a:cubicBezTo>
                      <a:pt x="7" y="53"/>
                      <a:pt x="4" y="43"/>
                      <a:pt x="6" y="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6" name="Freeform 75">
                <a:extLst>
                  <a:ext uri="{FF2B5EF4-FFF2-40B4-BE49-F238E27FC236}">
                    <a16:creationId xmlns:a16="http://schemas.microsoft.com/office/drawing/2014/main" id="{D5811D5A-85E7-47B9-9D58-AD54D67CAF5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4" y="7861"/>
                <a:ext cx="41" cy="42"/>
              </a:xfrm>
              <a:custGeom>
                <a:avLst/>
                <a:gdLst>
                  <a:gd name="T0" fmla="*/ 46 w 55"/>
                  <a:gd name="T1" fmla="*/ 23 h 56"/>
                  <a:gd name="T2" fmla="*/ 46 w 55"/>
                  <a:gd name="T3" fmla="*/ 23 h 56"/>
                  <a:gd name="T4" fmla="*/ 47 w 55"/>
                  <a:gd name="T5" fmla="*/ 26 h 56"/>
                  <a:gd name="T6" fmla="*/ 43 w 55"/>
                  <a:gd name="T7" fmla="*/ 30 h 56"/>
                  <a:gd name="T8" fmla="*/ 31 w 55"/>
                  <a:gd name="T9" fmla="*/ 35 h 56"/>
                  <a:gd name="T10" fmla="*/ 39 w 55"/>
                  <a:gd name="T11" fmla="*/ 20 h 56"/>
                  <a:gd name="T12" fmla="*/ 41 w 55"/>
                  <a:gd name="T13" fmla="*/ 16 h 56"/>
                  <a:gd name="T14" fmla="*/ 42 w 55"/>
                  <a:gd name="T15" fmla="*/ 16 h 56"/>
                  <a:gd name="T16" fmla="*/ 44 w 55"/>
                  <a:gd name="T17" fmla="*/ 19 h 56"/>
                  <a:gd name="T18" fmla="*/ 44 w 55"/>
                  <a:gd name="T19" fmla="*/ 19 h 56"/>
                  <a:gd name="T20" fmla="*/ 46 w 55"/>
                  <a:gd name="T21" fmla="*/ 19 h 56"/>
                  <a:gd name="T22" fmla="*/ 38 w 55"/>
                  <a:gd name="T23" fmla="*/ 0 h 56"/>
                  <a:gd name="T24" fmla="*/ 36 w 55"/>
                  <a:gd name="T25" fmla="*/ 1 h 56"/>
                  <a:gd name="T26" fmla="*/ 36 w 55"/>
                  <a:gd name="T27" fmla="*/ 1 h 56"/>
                  <a:gd name="T28" fmla="*/ 37 w 55"/>
                  <a:gd name="T29" fmla="*/ 5 h 56"/>
                  <a:gd name="T30" fmla="*/ 35 w 55"/>
                  <a:gd name="T31" fmla="*/ 12 h 56"/>
                  <a:gd name="T32" fmla="*/ 25 w 55"/>
                  <a:gd name="T33" fmla="*/ 30 h 56"/>
                  <a:gd name="T34" fmla="*/ 12 w 55"/>
                  <a:gd name="T35" fmla="*/ 26 h 56"/>
                  <a:gd name="T36" fmla="*/ 2 w 55"/>
                  <a:gd name="T37" fmla="*/ 18 h 56"/>
                  <a:gd name="T38" fmla="*/ 2 w 55"/>
                  <a:gd name="T39" fmla="*/ 18 h 56"/>
                  <a:gd name="T40" fmla="*/ 0 w 55"/>
                  <a:gd name="T41" fmla="*/ 19 h 56"/>
                  <a:gd name="T42" fmla="*/ 7 w 55"/>
                  <a:gd name="T43" fmla="*/ 35 h 56"/>
                  <a:gd name="T44" fmla="*/ 9 w 55"/>
                  <a:gd name="T45" fmla="*/ 34 h 56"/>
                  <a:gd name="T46" fmla="*/ 9 w 55"/>
                  <a:gd name="T47" fmla="*/ 34 h 56"/>
                  <a:gd name="T48" fmla="*/ 8 w 55"/>
                  <a:gd name="T49" fmla="*/ 30 h 56"/>
                  <a:gd name="T50" fmla="*/ 8 w 55"/>
                  <a:gd name="T51" fmla="*/ 30 h 56"/>
                  <a:gd name="T52" fmla="*/ 9 w 55"/>
                  <a:gd name="T53" fmla="*/ 30 h 56"/>
                  <a:gd name="T54" fmla="*/ 12 w 55"/>
                  <a:gd name="T55" fmla="*/ 30 h 56"/>
                  <a:gd name="T56" fmla="*/ 29 w 55"/>
                  <a:gd name="T57" fmla="*/ 36 h 56"/>
                  <a:gd name="T58" fmla="*/ 18 w 55"/>
                  <a:gd name="T59" fmla="*/ 40 h 56"/>
                  <a:gd name="T60" fmla="*/ 14 w 55"/>
                  <a:gd name="T61" fmla="*/ 42 h 56"/>
                  <a:gd name="T62" fmla="*/ 11 w 55"/>
                  <a:gd name="T63" fmla="*/ 38 h 56"/>
                  <a:gd name="T64" fmla="*/ 11 w 55"/>
                  <a:gd name="T65" fmla="*/ 38 h 56"/>
                  <a:gd name="T66" fmla="*/ 9 w 55"/>
                  <a:gd name="T67" fmla="*/ 39 h 56"/>
                  <a:gd name="T68" fmla="*/ 16 w 55"/>
                  <a:gd name="T69" fmla="*/ 56 h 56"/>
                  <a:gd name="T70" fmla="*/ 18 w 55"/>
                  <a:gd name="T71" fmla="*/ 55 h 56"/>
                  <a:gd name="T72" fmla="*/ 18 w 55"/>
                  <a:gd name="T73" fmla="*/ 55 h 56"/>
                  <a:gd name="T74" fmla="*/ 17 w 55"/>
                  <a:gd name="T75" fmla="*/ 52 h 56"/>
                  <a:gd name="T76" fmla="*/ 21 w 55"/>
                  <a:gd name="T77" fmla="*/ 48 h 56"/>
                  <a:gd name="T78" fmla="*/ 46 w 55"/>
                  <a:gd name="T79" fmla="*/ 37 h 56"/>
                  <a:gd name="T80" fmla="*/ 49 w 55"/>
                  <a:gd name="T81" fmla="*/ 36 h 56"/>
                  <a:gd name="T82" fmla="*/ 53 w 55"/>
                  <a:gd name="T83" fmla="*/ 40 h 56"/>
                  <a:gd name="T84" fmla="*/ 53 w 55"/>
                  <a:gd name="T85" fmla="*/ 41 h 56"/>
                  <a:gd name="T86" fmla="*/ 53 w 55"/>
                  <a:gd name="T87" fmla="*/ 40 h 56"/>
                  <a:gd name="T88" fmla="*/ 55 w 55"/>
                  <a:gd name="T89" fmla="*/ 40 h 56"/>
                  <a:gd name="T90" fmla="*/ 48 w 55"/>
                  <a:gd name="T91" fmla="*/ 22 h 56"/>
                  <a:gd name="T92" fmla="*/ 46 w 55"/>
                  <a:gd name="T93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5" h="56">
                    <a:moveTo>
                      <a:pt x="46" y="23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5"/>
                      <a:pt x="47" y="26"/>
                      <a:pt x="47" y="26"/>
                    </a:cubicBezTo>
                    <a:cubicBezTo>
                      <a:pt x="47" y="28"/>
                      <a:pt x="46" y="29"/>
                      <a:pt x="43" y="30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7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3" y="16"/>
                      <a:pt x="43" y="18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2"/>
                      <a:pt x="37" y="4"/>
                      <a:pt x="37" y="5"/>
                    </a:cubicBezTo>
                    <a:cubicBezTo>
                      <a:pt x="37" y="8"/>
                      <a:pt x="36" y="10"/>
                      <a:pt x="35" y="12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7" y="24"/>
                      <a:pt x="4" y="23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11" y="30"/>
                      <a:pt x="12" y="30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6" y="41"/>
                      <a:pt x="15" y="42"/>
                      <a:pt x="14" y="42"/>
                    </a:cubicBezTo>
                    <a:cubicBezTo>
                      <a:pt x="13" y="42"/>
                      <a:pt x="12" y="41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7" y="54"/>
                      <a:pt x="17" y="52"/>
                      <a:pt x="17" y="52"/>
                    </a:cubicBezTo>
                    <a:cubicBezTo>
                      <a:pt x="17" y="50"/>
                      <a:pt x="18" y="49"/>
                      <a:pt x="21" y="48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7" y="37"/>
                      <a:pt x="48" y="36"/>
                      <a:pt x="49" y="36"/>
                    </a:cubicBezTo>
                    <a:cubicBezTo>
                      <a:pt x="51" y="36"/>
                      <a:pt x="52" y="37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48" y="22"/>
                      <a:pt x="48" y="22"/>
                      <a:pt x="48" y="22"/>
                    </a:cubicBezTo>
                    <a:lnTo>
                      <a:pt x="4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7" name="Freeform 76">
                <a:extLst>
                  <a:ext uri="{FF2B5EF4-FFF2-40B4-BE49-F238E27FC236}">
                    <a16:creationId xmlns:a16="http://schemas.microsoft.com/office/drawing/2014/main" id="{6FF4E5FC-A7A8-4A13-8A29-FFDDF3F2C4D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3" y="7835"/>
                <a:ext cx="36" cy="34"/>
              </a:xfrm>
              <a:custGeom>
                <a:avLst/>
                <a:gdLst>
                  <a:gd name="T0" fmla="*/ 37 w 48"/>
                  <a:gd name="T1" fmla="*/ 33 h 46"/>
                  <a:gd name="T2" fmla="*/ 48 w 48"/>
                  <a:gd name="T3" fmla="*/ 21 h 46"/>
                  <a:gd name="T4" fmla="*/ 47 w 48"/>
                  <a:gd name="T5" fmla="*/ 13 h 46"/>
                  <a:gd name="T6" fmla="*/ 34 w 48"/>
                  <a:gd name="T7" fmla="*/ 0 h 46"/>
                  <a:gd name="T8" fmla="*/ 28 w 48"/>
                  <a:gd name="T9" fmla="*/ 1 h 46"/>
                  <a:gd name="T10" fmla="*/ 8 w 48"/>
                  <a:gd name="T11" fmla="*/ 6 h 46"/>
                  <a:gd name="T12" fmla="*/ 5 w 48"/>
                  <a:gd name="T13" fmla="*/ 7 h 46"/>
                  <a:gd name="T14" fmla="*/ 1 w 48"/>
                  <a:gd name="T15" fmla="*/ 2 h 46"/>
                  <a:gd name="T16" fmla="*/ 1 w 48"/>
                  <a:gd name="T17" fmla="*/ 2 h 46"/>
                  <a:gd name="T18" fmla="*/ 0 w 48"/>
                  <a:gd name="T19" fmla="*/ 2 h 46"/>
                  <a:gd name="T20" fmla="*/ 4 w 48"/>
                  <a:gd name="T21" fmla="*/ 19 h 46"/>
                  <a:gd name="T22" fmla="*/ 6 w 48"/>
                  <a:gd name="T23" fmla="*/ 19 h 46"/>
                  <a:gd name="T24" fmla="*/ 6 w 48"/>
                  <a:gd name="T25" fmla="*/ 18 h 46"/>
                  <a:gd name="T26" fmla="*/ 5 w 48"/>
                  <a:gd name="T27" fmla="*/ 15 h 46"/>
                  <a:gd name="T28" fmla="*/ 10 w 48"/>
                  <a:gd name="T29" fmla="*/ 11 h 46"/>
                  <a:gd name="T30" fmla="*/ 30 w 48"/>
                  <a:gd name="T31" fmla="*/ 6 h 46"/>
                  <a:gd name="T32" fmla="*/ 35 w 48"/>
                  <a:gd name="T33" fmla="*/ 5 h 46"/>
                  <a:gd name="T34" fmla="*/ 40 w 48"/>
                  <a:gd name="T35" fmla="*/ 7 h 46"/>
                  <a:gd name="T36" fmla="*/ 40 w 48"/>
                  <a:gd name="T37" fmla="*/ 7 h 46"/>
                  <a:gd name="T38" fmla="*/ 43 w 48"/>
                  <a:gd name="T39" fmla="*/ 13 h 46"/>
                  <a:gd name="T40" fmla="*/ 44 w 48"/>
                  <a:gd name="T41" fmla="*/ 17 h 46"/>
                  <a:gd name="T42" fmla="*/ 43 w 48"/>
                  <a:gd name="T43" fmla="*/ 20 h 46"/>
                  <a:gd name="T44" fmla="*/ 43 w 48"/>
                  <a:gd name="T45" fmla="*/ 21 h 46"/>
                  <a:gd name="T46" fmla="*/ 35 w 48"/>
                  <a:gd name="T47" fmla="*/ 26 h 46"/>
                  <a:gd name="T48" fmla="*/ 15 w 48"/>
                  <a:gd name="T49" fmla="*/ 31 h 46"/>
                  <a:gd name="T50" fmla="*/ 12 w 48"/>
                  <a:gd name="T51" fmla="*/ 32 h 46"/>
                  <a:gd name="T52" fmla="*/ 8 w 48"/>
                  <a:gd name="T53" fmla="*/ 27 h 46"/>
                  <a:gd name="T54" fmla="*/ 8 w 48"/>
                  <a:gd name="T55" fmla="*/ 27 h 46"/>
                  <a:gd name="T56" fmla="*/ 6 w 48"/>
                  <a:gd name="T57" fmla="*/ 27 h 46"/>
                  <a:gd name="T58" fmla="*/ 11 w 48"/>
                  <a:gd name="T59" fmla="*/ 46 h 46"/>
                  <a:gd name="T60" fmla="*/ 13 w 48"/>
                  <a:gd name="T61" fmla="*/ 46 h 46"/>
                  <a:gd name="T62" fmla="*/ 13 w 48"/>
                  <a:gd name="T63" fmla="*/ 46 h 46"/>
                  <a:gd name="T64" fmla="*/ 13 w 48"/>
                  <a:gd name="T65" fmla="*/ 43 h 46"/>
                  <a:gd name="T66" fmla="*/ 17 w 48"/>
                  <a:gd name="T67" fmla="*/ 39 h 46"/>
                  <a:gd name="T68" fmla="*/ 37 w 48"/>
                  <a:gd name="T69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46">
                    <a:moveTo>
                      <a:pt x="37" y="33"/>
                    </a:moveTo>
                    <a:cubicBezTo>
                      <a:pt x="44" y="32"/>
                      <a:pt x="48" y="28"/>
                      <a:pt x="48" y="21"/>
                    </a:cubicBezTo>
                    <a:cubicBezTo>
                      <a:pt x="48" y="19"/>
                      <a:pt x="47" y="16"/>
                      <a:pt x="47" y="13"/>
                    </a:cubicBezTo>
                    <a:cubicBezTo>
                      <a:pt x="44" y="3"/>
                      <a:pt x="39" y="0"/>
                      <a:pt x="34" y="0"/>
                    </a:cubicBezTo>
                    <a:cubicBezTo>
                      <a:pt x="32" y="0"/>
                      <a:pt x="30" y="0"/>
                      <a:pt x="28" y="1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5" y="13"/>
                      <a:pt x="6" y="12"/>
                      <a:pt x="10" y="11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2" y="6"/>
                      <a:pt x="33" y="5"/>
                      <a:pt x="35" y="5"/>
                    </a:cubicBezTo>
                    <a:cubicBezTo>
                      <a:pt x="37" y="5"/>
                      <a:pt x="39" y="6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9"/>
                      <a:pt x="42" y="11"/>
                      <a:pt x="43" y="13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9"/>
                      <a:pt x="43" y="19"/>
                      <a:pt x="43" y="20"/>
                    </a:cubicBezTo>
                    <a:cubicBezTo>
                      <a:pt x="43" y="20"/>
                      <a:pt x="43" y="21"/>
                      <a:pt x="43" y="21"/>
                    </a:cubicBezTo>
                    <a:cubicBezTo>
                      <a:pt x="42" y="23"/>
                      <a:pt x="39" y="25"/>
                      <a:pt x="35" y="26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1"/>
                      <a:pt x="13" y="32"/>
                      <a:pt x="12" y="32"/>
                    </a:cubicBezTo>
                    <a:cubicBezTo>
                      <a:pt x="10" y="32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3" y="40"/>
                      <a:pt x="14" y="40"/>
                      <a:pt x="17" y="39"/>
                    </a:cubicBezTo>
                    <a:lnTo>
                      <a:pt x="37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8" name="Freeform 77">
                <a:extLst>
                  <a:ext uri="{FF2B5EF4-FFF2-40B4-BE49-F238E27FC236}">
                    <a16:creationId xmlns:a16="http://schemas.microsoft.com/office/drawing/2014/main" id="{99A05D17-4C95-4CB2-9EED-8B5FDBFD4AA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94"/>
                <a:ext cx="35" cy="35"/>
              </a:xfrm>
              <a:custGeom>
                <a:avLst/>
                <a:gdLst>
                  <a:gd name="T0" fmla="*/ 8 w 47"/>
                  <a:gd name="T1" fmla="*/ 46 h 46"/>
                  <a:gd name="T2" fmla="*/ 7 w 47"/>
                  <a:gd name="T3" fmla="*/ 44 h 46"/>
                  <a:gd name="T4" fmla="*/ 12 w 47"/>
                  <a:gd name="T5" fmla="*/ 40 h 46"/>
                  <a:gd name="T6" fmla="*/ 39 w 47"/>
                  <a:gd name="T7" fmla="*/ 36 h 46"/>
                  <a:gd name="T8" fmla="*/ 41 w 47"/>
                  <a:gd name="T9" fmla="*/ 36 h 46"/>
                  <a:gd name="T10" fmla="*/ 45 w 47"/>
                  <a:gd name="T11" fmla="*/ 41 h 46"/>
                  <a:gd name="T12" fmla="*/ 45 w 47"/>
                  <a:gd name="T13" fmla="*/ 42 h 46"/>
                  <a:gd name="T14" fmla="*/ 46 w 47"/>
                  <a:gd name="T15" fmla="*/ 42 h 46"/>
                  <a:gd name="T16" fmla="*/ 47 w 47"/>
                  <a:gd name="T17" fmla="*/ 41 h 46"/>
                  <a:gd name="T18" fmla="*/ 45 w 47"/>
                  <a:gd name="T19" fmla="*/ 25 h 46"/>
                  <a:gd name="T20" fmla="*/ 43 w 47"/>
                  <a:gd name="T21" fmla="*/ 25 h 46"/>
                  <a:gd name="T22" fmla="*/ 43 w 47"/>
                  <a:gd name="T23" fmla="*/ 25 h 46"/>
                  <a:gd name="T24" fmla="*/ 44 w 47"/>
                  <a:gd name="T25" fmla="*/ 28 h 46"/>
                  <a:gd name="T26" fmla="*/ 39 w 47"/>
                  <a:gd name="T27" fmla="*/ 32 h 46"/>
                  <a:gd name="T28" fmla="*/ 11 w 47"/>
                  <a:gd name="T29" fmla="*/ 35 h 46"/>
                  <a:gd name="T30" fmla="*/ 44 w 47"/>
                  <a:gd name="T31" fmla="*/ 8 h 46"/>
                  <a:gd name="T32" fmla="*/ 43 w 47"/>
                  <a:gd name="T33" fmla="*/ 1 h 46"/>
                  <a:gd name="T34" fmla="*/ 9 w 47"/>
                  <a:gd name="T35" fmla="*/ 5 h 46"/>
                  <a:gd name="T36" fmla="*/ 6 w 47"/>
                  <a:gd name="T37" fmla="*/ 6 h 46"/>
                  <a:gd name="T38" fmla="*/ 2 w 47"/>
                  <a:gd name="T39" fmla="*/ 0 h 46"/>
                  <a:gd name="T40" fmla="*/ 2 w 47"/>
                  <a:gd name="T41" fmla="*/ 0 h 46"/>
                  <a:gd name="T42" fmla="*/ 0 w 47"/>
                  <a:gd name="T43" fmla="*/ 0 h 46"/>
                  <a:gd name="T44" fmla="*/ 2 w 47"/>
                  <a:gd name="T45" fmla="*/ 17 h 46"/>
                  <a:gd name="T46" fmla="*/ 4 w 47"/>
                  <a:gd name="T47" fmla="*/ 17 h 46"/>
                  <a:gd name="T48" fmla="*/ 4 w 47"/>
                  <a:gd name="T49" fmla="*/ 16 h 46"/>
                  <a:gd name="T50" fmla="*/ 4 w 47"/>
                  <a:gd name="T51" fmla="*/ 14 h 46"/>
                  <a:gd name="T52" fmla="*/ 9 w 47"/>
                  <a:gd name="T53" fmla="*/ 10 h 46"/>
                  <a:gd name="T54" fmla="*/ 35 w 47"/>
                  <a:gd name="T55" fmla="*/ 7 h 46"/>
                  <a:gd name="T56" fmla="*/ 4 w 47"/>
                  <a:gd name="T57" fmla="*/ 32 h 46"/>
                  <a:gd name="T58" fmla="*/ 6 w 47"/>
                  <a:gd name="T59" fmla="*/ 46 h 46"/>
                  <a:gd name="T60" fmla="*/ 8 w 47"/>
                  <a:gd name="T6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6">
                    <a:moveTo>
                      <a:pt x="8" y="46"/>
                    </a:moveTo>
                    <a:cubicBezTo>
                      <a:pt x="7" y="45"/>
                      <a:pt x="7" y="44"/>
                      <a:pt x="7" y="44"/>
                    </a:cubicBezTo>
                    <a:cubicBezTo>
                      <a:pt x="7" y="41"/>
                      <a:pt x="8" y="40"/>
                      <a:pt x="12" y="40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4" y="36"/>
                      <a:pt x="45" y="37"/>
                      <a:pt x="45" y="41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4" y="26"/>
                      <a:pt x="44" y="27"/>
                      <a:pt x="44" y="28"/>
                    </a:cubicBezTo>
                    <a:cubicBezTo>
                      <a:pt x="44" y="31"/>
                      <a:pt x="43" y="31"/>
                      <a:pt x="39" y="32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3" y="6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1"/>
                      <a:pt x="5" y="11"/>
                      <a:pt x="9" y="1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8" y="46"/>
                      <a:pt x="8" y="46"/>
                      <a:pt x="8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9" name="Freeform 78">
                <a:extLst>
                  <a:ext uri="{FF2B5EF4-FFF2-40B4-BE49-F238E27FC236}">
                    <a16:creationId xmlns:a16="http://schemas.microsoft.com/office/drawing/2014/main" id="{74E7339A-B097-4DA9-9EFC-FC22D961E0B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54"/>
                <a:ext cx="32" cy="31"/>
              </a:xfrm>
              <a:custGeom>
                <a:avLst/>
                <a:gdLst>
                  <a:gd name="T0" fmla="*/ 21 w 43"/>
                  <a:gd name="T1" fmla="*/ 42 h 42"/>
                  <a:gd name="T2" fmla="*/ 22 w 43"/>
                  <a:gd name="T3" fmla="*/ 42 h 42"/>
                  <a:gd name="T4" fmla="*/ 22 w 43"/>
                  <a:gd name="T5" fmla="*/ 42 h 42"/>
                  <a:gd name="T6" fmla="*/ 43 w 43"/>
                  <a:gd name="T7" fmla="*/ 23 h 42"/>
                  <a:gd name="T8" fmla="*/ 43 w 43"/>
                  <a:gd name="T9" fmla="*/ 21 h 42"/>
                  <a:gd name="T10" fmla="*/ 41 w 43"/>
                  <a:gd name="T11" fmla="*/ 6 h 42"/>
                  <a:gd name="T12" fmla="*/ 41 w 43"/>
                  <a:gd name="T13" fmla="*/ 6 h 42"/>
                  <a:gd name="T14" fmla="*/ 41 w 43"/>
                  <a:gd name="T15" fmla="*/ 6 h 42"/>
                  <a:gd name="T16" fmla="*/ 27 w 43"/>
                  <a:gd name="T17" fmla="*/ 5 h 42"/>
                  <a:gd name="T18" fmla="*/ 21 w 43"/>
                  <a:gd name="T19" fmla="*/ 1 h 42"/>
                  <a:gd name="T20" fmla="*/ 21 w 43"/>
                  <a:gd name="T21" fmla="*/ 0 h 42"/>
                  <a:gd name="T22" fmla="*/ 21 w 43"/>
                  <a:gd name="T23" fmla="*/ 0 h 42"/>
                  <a:gd name="T24" fmla="*/ 19 w 43"/>
                  <a:gd name="T25" fmla="*/ 0 h 42"/>
                  <a:gd name="T26" fmla="*/ 19 w 43"/>
                  <a:gd name="T27" fmla="*/ 19 h 42"/>
                  <a:gd name="T28" fmla="*/ 21 w 43"/>
                  <a:gd name="T29" fmla="*/ 19 h 42"/>
                  <a:gd name="T30" fmla="*/ 21 w 43"/>
                  <a:gd name="T31" fmla="*/ 18 h 42"/>
                  <a:gd name="T32" fmla="*/ 26 w 43"/>
                  <a:gd name="T33" fmla="*/ 13 h 42"/>
                  <a:gd name="T34" fmla="*/ 27 w 43"/>
                  <a:gd name="T35" fmla="*/ 13 h 42"/>
                  <a:gd name="T36" fmla="*/ 39 w 43"/>
                  <a:gd name="T37" fmla="*/ 14 h 42"/>
                  <a:gd name="T38" fmla="*/ 40 w 43"/>
                  <a:gd name="T39" fmla="*/ 19 h 42"/>
                  <a:gd name="T40" fmla="*/ 40 w 43"/>
                  <a:gd name="T41" fmla="*/ 20 h 42"/>
                  <a:gd name="T42" fmla="*/ 23 w 43"/>
                  <a:gd name="T43" fmla="*/ 34 h 42"/>
                  <a:gd name="T44" fmla="*/ 21 w 43"/>
                  <a:gd name="T45" fmla="*/ 34 h 42"/>
                  <a:gd name="T46" fmla="*/ 3 w 43"/>
                  <a:gd name="T47" fmla="*/ 22 h 42"/>
                  <a:gd name="T48" fmla="*/ 3 w 43"/>
                  <a:gd name="T49" fmla="*/ 22 h 42"/>
                  <a:gd name="T50" fmla="*/ 12 w 43"/>
                  <a:gd name="T51" fmla="*/ 9 h 42"/>
                  <a:gd name="T52" fmla="*/ 12 w 43"/>
                  <a:gd name="T53" fmla="*/ 9 h 42"/>
                  <a:gd name="T54" fmla="*/ 12 w 43"/>
                  <a:gd name="T55" fmla="*/ 7 h 42"/>
                  <a:gd name="T56" fmla="*/ 2 w 43"/>
                  <a:gd name="T57" fmla="*/ 7 h 42"/>
                  <a:gd name="T58" fmla="*/ 2 w 43"/>
                  <a:gd name="T59" fmla="*/ 7 h 42"/>
                  <a:gd name="T60" fmla="*/ 0 w 43"/>
                  <a:gd name="T61" fmla="*/ 22 h 42"/>
                  <a:gd name="T62" fmla="*/ 0 w 43"/>
                  <a:gd name="T63" fmla="*/ 23 h 42"/>
                  <a:gd name="T64" fmla="*/ 21 w 43"/>
                  <a:gd name="T6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21" y="42"/>
                    </a:move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32" y="42"/>
                      <a:pt x="43" y="38"/>
                      <a:pt x="43" y="23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13"/>
                      <a:pt x="42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2" y="5"/>
                      <a:pt x="21" y="4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4"/>
                      <a:pt x="22" y="13"/>
                      <a:pt x="26" y="13"/>
                    </a:cubicBezTo>
                    <a:cubicBezTo>
                      <a:pt x="26" y="13"/>
                      <a:pt x="26" y="13"/>
                      <a:pt x="27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31"/>
                      <a:pt x="33" y="34"/>
                      <a:pt x="23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3" y="33"/>
                      <a:pt x="3" y="3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2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5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0" y="38"/>
                      <a:pt x="9" y="42"/>
                      <a:pt x="21" y="4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0" name="Freeform 79">
                <a:extLst>
                  <a:ext uri="{FF2B5EF4-FFF2-40B4-BE49-F238E27FC236}">
                    <a16:creationId xmlns:a16="http://schemas.microsoft.com/office/drawing/2014/main" id="{132E8FBE-C75A-48DA-9BEE-569915EC10A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0" y="7723"/>
                <a:ext cx="35" cy="26"/>
              </a:xfrm>
              <a:custGeom>
                <a:avLst/>
                <a:gdLst>
                  <a:gd name="T0" fmla="*/ 2 w 47"/>
                  <a:gd name="T1" fmla="*/ 29 h 35"/>
                  <a:gd name="T2" fmla="*/ 6 w 47"/>
                  <a:gd name="T3" fmla="*/ 24 h 35"/>
                  <a:gd name="T4" fmla="*/ 8 w 47"/>
                  <a:gd name="T5" fmla="*/ 24 h 35"/>
                  <a:gd name="T6" fmla="*/ 35 w 47"/>
                  <a:gd name="T7" fmla="*/ 28 h 35"/>
                  <a:gd name="T8" fmla="*/ 39 w 47"/>
                  <a:gd name="T9" fmla="*/ 32 h 35"/>
                  <a:gd name="T10" fmla="*/ 39 w 47"/>
                  <a:gd name="T11" fmla="*/ 35 h 35"/>
                  <a:gd name="T12" fmla="*/ 39 w 47"/>
                  <a:gd name="T13" fmla="*/ 35 h 35"/>
                  <a:gd name="T14" fmla="*/ 39 w 47"/>
                  <a:gd name="T15" fmla="*/ 35 h 35"/>
                  <a:gd name="T16" fmla="*/ 41 w 47"/>
                  <a:gd name="T17" fmla="*/ 35 h 35"/>
                  <a:gd name="T18" fmla="*/ 47 w 47"/>
                  <a:gd name="T19" fmla="*/ 2 h 35"/>
                  <a:gd name="T20" fmla="*/ 37 w 47"/>
                  <a:gd name="T21" fmla="*/ 0 h 35"/>
                  <a:gd name="T22" fmla="*/ 36 w 47"/>
                  <a:gd name="T23" fmla="*/ 2 h 35"/>
                  <a:gd name="T24" fmla="*/ 36 w 47"/>
                  <a:gd name="T25" fmla="*/ 2 h 35"/>
                  <a:gd name="T26" fmla="*/ 42 w 47"/>
                  <a:gd name="T27" fmla="*/ 9 h 35"/>
                  <a:gd name="T28" fmla="*/ 42 w 47"/>
                  <a:gd name="T29" fmla="*/ 12 h 35"/>
                  <a:gd name="T30" fmla="*/ 41 w 47"/>
                  <a:gd name="T31" fmla="*/ 17 h 35"/>
                  <a:gd name="T32" fmla="*/ 38 w 47"/>
                  <a:gd name="T33" fmla="*/ 20 h 35"/>
                  <a:gd name="T34" fmla="*/ 36 w 47"/>
                  <a:gd name="T35" fmla="*/ 20 h 35"/>
                  <a:gd name="T36" fmla="*/ 10 w 47"/>
                  <a:gd name="T37" fmla="*/ 16 h 35"/>
                  <a:gd name="T38" fmla="*/ 5 w 47"/>
                  <a:gd name="T39" fmla="*/ 12 h 35"/>
                  <a:gd name="T40" fmla="*/ 5 w 47"/>
                  <a:gd name="T41" fmla="*/ 9 h 35"/>
                  <a:gd name="T42" fmla="*/ 5 w 47"/>
                  <a:gd name="T43" fmla="*/ 9 h 35"/>
                  <a:gd name="T44" fmla="*/ 3 w 47"/>
                  <a:gd name="T45" fmla="*/ 9 h 35"/>
                  <a:gd name="T46" fmla="*/ 0 w 47"/>
                  <a:gd name="T47" fmla="*/ 28 h 35"/>
                  <a:gd name="T48" fmla="*/ 2 w 47"/>
                  <a:gd name="T4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5">
                    <a:moveTo>
                      <a:pt x="2" y="29"/>
                    </a:moveTo>
                    <a:cubicBezTo>
                      <a:pt x="2" y="25"/>
                      <a:pt x="3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8" y="29"/>
                      <a:pt x="39" y="30"/>
                      <a:pt x="39" y="32"/>
                    </a:cubicBezTo>
                    <a:cubicBezTo>
                      <a:pt x="39" y="33"/>
                      <a:pt x="39" y="34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0" y="4"/>
                      <a:pt x="42" y="5"/>
                      <a:pt x="42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20"/>
                      <a:pt x="40" y="20"/>
                      <a:pt x="38" y="20"/>
                    </a:cubicBezTo>
                    <a:cubicBezTo>
                      <a:pt x="37" y="20"/>
                      <a:pt x="37" y="20"/>
                      <a:pt x="36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5"/>
                      <a:pt x="5" y="15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1" name="Freeform 80">
                <a:extLst>
                  <a:ext uri="{FF2B5EF4-FFF2-40B4-BE49-F238E27FC236}">
                    <a16:creationId xmlns:a16="http://schemas.microsoft.com/office/drawing/2014/main" id="{F14E4874-C3F5-400A-95B5-7D7F4355D30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21" y="7709"/>
                <a:ext cx="7" cy="7"/>
              </a:xfrm>
              <a:custGeom>
                <a:avLst/>
                <a:gdLst>
                  <a:gd name="T0" fmla="*/ 6 w 9"/>
                  <a:gd name="T1" fmla="*/ 0 h 10"/>
                  <a:gd name="T2" fmla="*/ 5 w 9"/>
                  <a:gd name="T3" fmla="*/ 0 h 10"/>
                  <a:gd name="T4" fmla="*/ 1 w 9"/>
                  <a:gd name="T5" fmla="*/ 2 h 10"/>
                  <a:gd name="T6" fmla="*/ 1 w 9"/>
                  <a:gd name="T7" fmla="*/ 2 h 10"/>
                  <a:gd name="T8" fmla="*/ 0 w 9"/>
                  <a:gd name="T9" fmla="*/ 4 h 10"/>
                  <a:gd name="T10" fmla="*/ 0 w 9"/>
                  <a:gd name="T11" fmla="*/ 5 h 10"/>
                  <a:gd name="T12" fmla="*/ 2 w 9"/>
                  <a:gd name="T13" fmla="*/ 9 h 10"/>
                  <a:gd name="T14" fmla="*/ 2 w 9"/>
                  <a:gd name="T15" fmla="*/ 9 h 10"/>
                  <a:gd name="T16" fmla="*/ 3 w 9"/>
                  <a:gd name="T17" fmla="*/ 10 h 10"/>
                  <a:gd name="T18" fmla="*/ 5 w 9"/>
                  <a:gd name="T19" fmla="*/ 10 h 10"/>
                  <a:gd name="T20" fmla="*/ 8 w 9"/>
                  <a:gd name="T21" fmla="*/ 8 h 10"/>
                  <a:gd name="T22" fmla="*/ 8 w 9"/>
                  <a:gd name="T23" fmla="*/ 7 h 10"/>
                  <a:gd name="T24" fmla="*/ 9 w 9"/>
                  <a:gd name="T25" fmla="*/ 6 h 10"/>
                  <a:gd name="T26" fmla="*/ 9 w 9"/>
                  <a:gd name="T27" fmla="*/ 5 h 10"/>
                  <a:gd name="T28" fmla="*/ 8 w 9"/>
                  <a:gd name="T29" fmla="*/ 1 h 10"/>
                  <a:gd name="T30" fmla="*/ 7 w 9"/>
                  <a:gd name="T31" fmla="*/ 1 h 10"/>
                  <a:gd name="T32" fmla="*/ 6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2" name="Freeform 81">
                <a:extLst>
                  <a:ext uri="{FF2B5EF4-FFF2-40B4-BE49-F238E27FC236}">
                    <a16:creationId xmlns:a16="http://schemas.microsoft.com/office/drawing/2014/main" id="{2D00C2D9-8A69-48B5-962D-299F6C6A754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0" y="7658"/>
                <a:ext cx="37" cy="36"/>
              </a:xfrm>
              <a:custGeom>
                <a:avLst/>
                <a:gdLst>
                  <a:gd name="T0" fmla="*/ 2 w 49"/>
                  <a:gd name="T1" fmla="*/ 48 h 48"/>
                  <a:gd name="T2" fmla="*/ 10 w 49"/>
                  <a:gd name="T3" fmla="*/ 43 h 48"/>
                  <a:gd name="T4" fmla="*/ 47 w 49"/>
                  <a:gd name="T5" fmla="*/ 42 h 48"/>
                  <a:gd name="T6" fmla="*/ 49 w 49"/>
                  <a:gd name="T7" fmla="*/ 36 h 48"/>
                  <a:gd name="T8" fmla="*/ 22 w 49"/>
                  <a:gd name="T9" fmla="*/ 10 h 48"/>
                  <a:gd name="T10" fmla="*/ 19 w 49"/>
                  <a:gd name="T11" fmla="*/ 5 h 48"/>
                  <a:gd name="T12" fmla="*/ 20 w 49"/>
                  <a:gd name="T13" fmla="*/ 1 h 48"/>
                  <a:gd name="T14" fmla="*/ 20 w 49"/>
                  <a:gd name="T15" fmla="*/ 1 h 48"/>
                  <a:gd name="T16" fmla="*/ 18 w 49"/>
                  <a:gd name="T17" fmla="*/ 0 h 48"/>
                  <a:gd name="T18" fmla="*/ 12 w 49"/>
                  <a:gd name="T19" fmla="*/ 17 h 48"/>
                  <a:gd name="T20" fmla="*/ 13 w 49"/>
                  <a:gd name="T21" fmla="*/ 18 h 48"/>
                  <a:gd name="T22" fmla="*/ 14 w 49"/>
                  <a:gd name="T23" fmla="*/ 17 h 48"/>
                  <a:gd name="T24" fmla="*/ 17 w 49"/>
                  <a:gd name="T25" fmla="*/ 13 h 48"/>
                  <a:gd name="T26" fmla="*/ 17 w 49"/>
                  <a:gd name="T27" fmla="*/ 13 h 48"/>
                  <a:gd name="T28" fmla="*/ 20 w 49"/>
                  <a:gd name="T29" fmla="*/ 15 h 48"/>
                  <a:gd name="T30" fmla="*/ 41 w 49"/>
                  <a:gd name="T31" fmla="*/ 35 h 48"/>
                  <a:gd name="T32" fmla="*/ 12 w 49"/>
                  <a:gd name="T33" fmla="*/ 35 h 48"/>
                  <a:gd name="T34" fmla="*/ 9 w 49"/>
                  <a:gd name="T35" fmla="*/ 35 h 48"/>
                  <a:gd name="T36" fmla="*/ 8 w 49"/>
                  <a:gd name="T37" fmla="*/ 33 h 48"/>
                  <a:gd name="T38" fmla="*/ 9 w 49"/>
                  <a:gd name="T39" fmla="*/ 29 h 48"/>
                  <a:gd name="T40" fmla="*/ 9 w 49"/>
                  <a:gd name="T41" fmla="*/ 29 h 48"/>
                  <a:gd name="T42" fmla="*/ 7 w 49"/>
                  <a:gd name="T43" fmla="*/ 28 h 48"/>
                  <a:gd name="T44" fmla="*/ 0 w 49"/>
                  <a:gd name="T45" fmla="*/ 47 h 48"/>
                  <a:gd name="T46" fmla="*/ 2 w 49"/>
                  <a:gd name="T4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48">
                    <a:moveTo>
                      <a:pt x="2" y="48"/>
                    </a:moveTo>
                    <a:cubicBezTo>
                      <a:pt x="4" y="43"/>
                      <a:pt x="5" y="43"/>
                      <a:pt x="10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9" y="7"/>
                      <a:pt x="19" y="5"/>
                    </a:cubicBezTo>
                    <a:cubicBezTo>
                      <a:pt x="19" y="4"/>
                      <a:pt x="19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35"/>
                      <a:pt x="10" y="35"/>
                      <a:pt x="9" y="35"/>
                    </a:cubicBezTo>
                    <a:cubicBezTo>
                      <a:pt x="8" y="34"/>
                      <a:pt x="8" y="34"/>
                      <a:pt x="8" y="33"/>
                    </a:cubicBezTo>
                    <a:cubicBezTo>
                      <a:pt x="8" y="32"/>
                      <a:pt x="8" y="31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2" y="48"/>
                      <a:pt x="2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3" name="Freeform 82">
                <a:extLst>
                  <a:ext uri="{FF2B5EF4-FFF2-40B4-BE49-F238E27FC236}">
                    <a16:creationId xmlns:a16="http://schemas.microsoft.com/office/drawing/2014/main" id="{D37E9ACD-329E-4932-A721-744565944DA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17" y="7631"/>
                <a:ext cx="40" cy="37"/>
              </a:xfrm>
              <a:custGeom>
                <a:avLst/>
                <a:gdLst>
                  <a:gd name="T0" fmla="*/ 2 w 54"/>
                  <a:gd name="T1" fmla="*/ 29 h 49"/>
                  <a:gd name="T2" fmla="*/ 6 w 54"/>
                  <a:gd name="T3" fmla="*/ 26 h 49"/>
                  <a:gd name="T4" fmla="*/ 10 w 54"/>
                  <a:gd name="T5" fmla="*/ 27 h 49"/>
                  <a:gd name="T6" fmla="*/ 33 w 54"/>
                  <a:gd name="T7" fmla="*/ 41 h 49"/>
                  <a:gd name="T8" fmla="*/ 37 w 54"/>
                  <a:gd name="T9" fmla="*/ 44 h 49"/>
                  <a:gd name="T10" fmla="*/ 35 w 54"/>
                  <a:gd name="T11" fmla="*/ 48 h 49"/>
                  <a:gd name="T12" fmla="*/ 35 w 54"/>
                  <a:gd name="T13" fmla="*/ 48 h 49"/>
                  <a:gd name="T14" fmla="*/ 35 w 54"/>
                  <a:gd name="T15" fmla="*/ 49 h 49"/>
                  <a:gd name="T16" fmla="*/ 37 w 54"/>
                  <a:gd name="T17" fmla="*/ 49 h 49"/>
                  <a:gd name="T18" fmla="*/ 54 w 54"/>
                  <a:gd name="T19" fmla="*/ 20 h 49"/>
                  <a:gd name="T20" fmla="*/ 46 w 54"/>
                  <a:gd name="T21" fmla="*/ 15 h 49"/>
                  <a:gd name="T22" fmla="*/ 45 w 54"/>
                  <a:gd name="T23" fmla="*/ 17 h 49"/>
                  <a:gd name="T24" fmla="*/ 45 w 54"/>
                  <a:gd name="T25" fmla="*/ 17 h 49"/>
                  <a:gd name="T26" fmla="*/ 48 w 54"/>
                  <a:gd name="T27" fmla="*/ 22 h 49"/>
                  <a:gd name="T28" fmla="*/ 46 w 54"/>
                  <a:gd name="T29" fmla="*/ 27 h 49"/>
                  <a:gd name="T30" fmla="*/ 43 w 54"/>
                  <a:gd name="T31" fmla="*/ 32 h 49"/>
                  <a:gd name="T32" fmla="*/ 40 w 54"/>
                  <a:gd name="T33" fmla="*/ 35 h 49"/>
                  <a:gd name="T34" fmla="*/ 37 w 54"/>
                  <a:gd name="T35" fmla="*/ 34 h 49"/>
                  <a:gd name="T36" fmla="*/ 26 w 54"/>
                  <a:gd name="T37" fmla="*/ 27 h 49"/>
                  <a:gd name="T38" fmla="*/ 31 w 54"/>
                  <a:gd name="T39" fmla="*/ 20 h 49"/>
                  <a:gd name="T40" fmla="*/ 34 w 54"/>
                  <a:gd name="T41" fmla="*/ 16 h 49"/>
                  <a:gd name="T42" fmla="*/ 37 w 54"/>
                  <a:gd name="T43" fmla="*/ 18 h 49"/>
                  <a:gd name="T44" fmla="*/ 38 w 54"/>
                  <a:gd name="T45" fmla="*/ 18 h 49"/>
                  <a:gd name="T46" fmla="*/ 39 w 54"/>
                  <a:gd name="T47" fmla="*/ 16 h 49"/>
                  <a:gd name="T48" fmla="*/ 27 w 54"/>
                  <a:gd name="T49" fmla="*/ 9 h 49"/>
                  <a:gd name="T50" fmla="*/ 26 w 54"/>
                  <a:gd name="T51" fmla="*/ 11 h 49"/>
                  <a:gd name="T52" fmla="*/ 26 w 54"/>
                  <a:gd name="T53" fmla="*/ 11 h 49"/>
                  <a:gd name="T54" fmla="*/ 29 w 54"/>
                  <a:gd name="T55" fmla="*/ 14 h 49"/>
                  <a:gd name="T56" fmla="*/ 28 w 54"/>
                  <a:gd name="T57" fmla="*/ 18 h 49"/>
                  <a:gd name="T58" fmla="*/ 23 w 54"/>
                  <a:gd name="T59" fmla="*/ 26 h 49"/>
                  <a:gd name="T60" fmla="*/ 14 w 54"/>
                  <a:gd name="T61" fmla="*/ 20 h 49"/>
                  <a:gd name="T62" fmla="*/ 11 w 54"/>
                  <a:gd name="T63" fmla="*/ 17 h 49"/>
                  <a:gd name="T64" fmla="*/ 12 w 54"/>
                  <a:gd name="T65" fmla="*/ 15 h 49"/>
                  <a:gd name="T66" fmla="*/ 15 w 54"/>
                  <a:gd name="T67" fmla="*/ 11 h 49"/>
                  <a:gd name="T68" fmla="*/ 21 w 54"/>
                  <a:gd name="T69" fmla="*/ 5 h 49"/>
                  <a:gd name="T70" fmla="*/ 24 w 54"/>
                  <a:gd name="T71" fmla="*/ 6 h 49"/>
                  <a:gd name="T72" fmla="*/ 24 w 54"/>
                  <a:gd name="T73" fmla="*/ 6 h 49"/>
                  <a:gd name="T74" fmla="*/ 26 w 54"/>
                  <a:gd name="T75" fmla="*/ 4 h 49"/>
                  <a:gd name="T76" fmla="*/ 17 w 54"/>
                  <a:gd name="T77" fmla="*/ 0 h 49"/>
                  <a:gd name="T78" fmla="*/ 0 w 54"/>
                  <a:gd name="T79" fmla="*/ 28 h 49"/>
                  <a:gd name="T80" fmla="*/ 2 w 54"/>
                  <a:gd name="T81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49">
                    <a:moveTo>
                      <a:pt x="2" y="29"/>
                    </a:moveTo>
                    <a:cubicBezTo>
                      <a:pt x="4" y="27"/>
                      <a:pt x="5" y="26"/>
                      <a:pt x="6" y="26"/>
                    </a:cubicBezTo>
                    <a:cubicBezTo>
                      <a:pt x="7" y="26"/>
                      <a:pt x="8" y="26"/>
                      <a:pt x="10" y="27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6" y="42"/>
                      <a:pt x="37" y="43"/>
                      <a:pt x="37" y="44"/>
                    </a:cubicBezTo>
                    <a:cubicBezTo>
                      <a:pt x="37" y="45"/>
                      <a:pt x="36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7" y="18"/>
                      <a:pt x="48" y="20"/>
                      <a:pt x="48" y="22"/>
                    </a:cubicBezTo>
                    <a:cubicBezTo>
                      <a:pt x="48" y="23"/>
                      <a:pt x="47" y="25"/>
                      <a:pt x="46" y="27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2" y="34"/>
                      <a:pt x="41" y="35"/>
                      <a:pt x="40" y="35"/>
                    </a:cubicBezTo>
                    <a:cubicBezTo>
                      <a:pt x="40" y="35"/>
                      <a:pt x="39" y="34"/>
                      <a:pt x="37" y="34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7"/>
                      <a:pt x="33" y="16"/>
                      <a:pt x="34" y="16"/>
                    </a:cubicBezTo>
                    <a:cubicBezTo>
                      <a:pt x="35" y="16"/>
                      <a:pt x="36" y="17"/>
                      <a:pt x="37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8" y="12"/>
                      <a:pt x="29" y="13"/>
                      <a:pt x="29" y="14"/>
                    </a:cubicBezTo>
                    <a:cubicBezTo>
                      <a:pt x="29" y="15"/>
                      <a:pt x="29" y="16"/>
                      <a:pt x="28" y="1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1" y="18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5"/>
                      <a:pt x="23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4" name="Freeform 83">
                <a:extLst>
                  <a:ext uri="{FF2B5EF4-FFF2-40B4-BE49-F238E27FC236}">
                    <a16:creationId xmlns:a16="http://schemas.microsoft.com/office/drawing/2014/main" id="{F2E2D2D8-7974-45F7-A6A4-14780C056E5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6" y="7600"/>
                <a:ext cx="37" cy="36"/>
              </a:xfrm>
              <a:custGeom>
                <a:avLst/>
                <a:gdLst>
                  <a:gd name="T0" fmla="*/ 9 w 50"/>
                  <a:gd name="T1" fmla="*/ 33 h 48"/>
                  <a:gd name="T2" fmla="*/ 9 w 50"/>
                  <a:gd name="T3" fmla="*/ 33 h 48"/>
                  <a:gd name="T4" fmla="*/ 6 w 50"/>
                  <a:gd name="T5" fmla="*/ 28 h 48"/>
                  <a:gd name="T6" fmla="*/ 9 w 50"/>
                  <a:gd name="T7" fmla="*/ 21 h 48"/>
                  <a:gd name="T8" fmla="*/ 11 w 50"/>
                  <a:gd name="T9" fmla="*/ 19 h 48"/>
                  <a:gd name="T10" fmla="*/ 35 w 50"/>
                  <a:gd name="T11" fmla="*/ 39 h 48"/>
                  <a:gd name="T12" fmla="*/ 38 w 50"/>
                  <a:gd name="T13" fmla="*/ 43 h 48"/>
                  <a:gd name="T14" fmla="*/ 36 w 50"/>
                  <a:gd name="T15" fmla="*/ 47 h 48"/>
                  <a:gd name="T16" fmla="*/ 36 w 50"/>
                  <a:gd name="T17" fmla="*/ 47 h 48"/>
                  <a:gd name="T18" fmla="*/ 36 w 50"/>
                  <a:gd name="T19" fmla="*/ 47 h 48"/>
                  <a:gd name="T20" fmla="*/ 37 w 50"/>
                  <a:gd name="T21" fmla="*/ 48 h 48"/>
                  <a:gd name="T22" fmla="*/ 50 w 50"/>
                  <a:gd name="T23" fmla="*/ 33 h 48"/>
                  <a:gd name="T24" fmla="*/ 48 w 50"/>
                  <a:gd name="T25" fmla="*/ 31 h 48"/>
                  <a:gd name="T26" fmla="*/ 48 w 50"/>
                  <a:gd name="T27" fmla="*/ 31 h 48"/>
                  <a:gd name="T28" fmla="*/ 44 w 50"/>
                  <a:gd name="T29" fmla="*/ 34 h 48"/>
                  <a:gd name="T30" fmla="*/ 40 w 50"/>
                  <a:gd name="T31" fmla="*/ 32 h 48"/>
                  <a:gd name="T32" fmla="*/ 16 w 50"/>
                  <a:gd name="T33" fmla="*/ 13 h 48"/>
                  <a:gd name="T34" fmla="*/ 17 w 50"/>
                  <a:gd name="T35" fmla="*/ 11 h 48"/>
                  <a:gd name="T36" fmla="*/ 24 w 50"/>
                  <a:gd name="T37" fmla="*/ 6 h 48"/>
                  <a:gd name="T38" fmla="*/ 28 w 50"/>
                  <a:gd name="T39" fmla="*/ 8 h 48"/>
                  <a:gd name="T40" fmla="*/ 29 w 50"/>
                  <a:gd name="T41" fmla="*/ 8 h 48"/>
                  <a:gd name="T42" fmla="*/ 30 w 50"/>
                  <a:gd name="T43" fmla="*/ 6 h 48"/>
                  <a:gd name="T44" fmla="*/ 22 w 50"/>
                  <a:gd name="T45" fmla="*/ 0 h 48"/>
                  <a:gd name="T46" fmla="*/ 0 w 50"/>
                  <a:gd name="T47" fmla="*/ 28 h 48"/>
                  <a:gd name="T48" fmla="*/ 7 w 50"/>
                  <a:gd name="T49" fmla="*/ 35 h 48"/>
                  <a:gd name="T50" fmla="*/ 9 w 50"/>
                  <a:gd name="T51" fmla="*/ 3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9" y="33"/>
                    </a:moveTo>
                    <a:cubicBezTo>
                      <a:pt x="9" y="33"/>
                      <a:pt x="9" y="33"/>
                      <a:pt x="9" y="33"/>
                    </a:cubicBezTo>
                    <a:cubicBezTo>
                      <a:pt x="7" y="31"/>
                      <a:pt x="6" y="29"/>
                      <a:pt x="6" y="28"/>
                    </a:cubicBezTo>
                    <a:cubicBezTo>
                      <a:pt x="6" y="26"/>
                      <a:pt x="7" y="24"/>
                      <a:pt x="9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40"/>
                      <a:pt x="38" y="41"/>
                      <a:pt x="38" y="43"/>
                    </a:cubicBezTo>
                    <a:cubicBezTo>
                      <a:pt x="38" y="44"/>
                      <a:pt x="37" y="45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6" y="34"/>
                      <a:pt x="45" y="34"/>
                      <a:pt x="44" y="34"/>
                    </a:cubicBezTo>
                    <a:cubicBezTo>
                      <a:pt x="43" y="34"/>
                      <a:pt x="42" y="34"/>
                      <a:pt x="40" y="3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8"/>
                      <a:pt x="22" y="6"/>
                      <a:pt x="24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7" y="35"/>
                      <a:pt x="7" y="35"/>
                      <a:pt x="7" y="35"/>
                    </a:cubicBezTo>
                    <a:lnTo>
                      <a:pt x="9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5" name="Freeform 84">
                <a:extLst>
                  <a:ext uri="{FF2B5EF4-FFF2-40B4-BE49-F238E27FC236}">
                    <a16:creationId xmlns:a16="http://schemas.microsoft.com/office/drawing/2014/main" id="{4D9B8426-7D2C-45EF-B369-8D03BBEB5F6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58" y="7577"/>
                <a:ext cx="40" cy="40"/>
              </a:xfrm>
              <a:custGeom>
                <a:avLst/>
                <a:gdLst>
                  <a:gd name="T0" fmla="*/ 2 w 54"/>
                  <a:gd name="T1" fmla="*/ 23 h 53"/>
                  <a:gd name="T2" fmla="*/ 6 w 54"/>
                  <a:gd name="T3" fmla="*/ 21 h 53"/>
                  <a:gd name="T4" fmla="*/ 10 w 54"/>
                  <a:gd name="T5" fmla="*/ 24 h 53"/>
                  <a:gd name="T6" fmla="*/ 28 w 54"/>
                  <a:gd name="T7" fmla="*/ 44 h 53"/>
                  <a:gd name="T8" fmla="*/ 30 w 54"/>
                  <a:gd name="T9" fmla="*/ 48 h 53"/>
                  <a:gd name="T10" fmla="*/ 27 w 54"/>
                  <a:gd name="T11" fmla="*/ 52 h 53"/>
                  <a:gd name="T12" fmla="*/ 27 w 54"/>
                  <a:gd name="T13" fmla="*/ 52 h 53"/>
                  <a:gd name="T14" fmla="*/ 27 w 54"/>
                  <a:gd name="T15" fmla="*/ 52 h 53"/>
                  <a:gd name="T16" fmla="*/ 28 w 54"/>
                  <a:gd name="T17" fmla="*/ 53 h 53"/>
                  <a:gd name="T18" fmla="*/ 54 w 54"/>
                  <a:gd name="T19" fmla="*/ 31 h 53"/>
                  <a:gd name="T20" fmla="*/ 48 w 54"/>
                  <a:gd name="T21" fmla="*/ 23 h 53"/>
                  <a:gd name="T22" fmla="*/ 46 w 54"/>
                  <a:gd name="T23" fmla="*/ 25 h 53"/>
                  <a:gd name="T24" fmla="*/ 46 w 54"/>
                  <a:gd name="T25" fmla="*/ 25 h 53"/>
                  <a:gd name="T26" fmla="*/ 48 w 54"/>
                  <a:gd name="T27" fmla="*/ 29 h 53"/>
                  <a:gd name="T28" fmla="*/ 44 w 54"/>
                  <a:gd name="T29" fmla="*/ 35 h 53"/>
                  <a:gd name="T30" fmla="*/ 39 w 54"/>
                  <a:gd name="T31" fmla="*/ 39 h 53"/>
                  <a:gd name="T32" fmla="*/ 37 w 54"/>
                  <a:gd name="T33" fmla="*/ 41 h 53"/>
                  <a:gd name="T34" fmla="*/ 34 w 54"/>
                  <a:gd name="T35" fmla="*/ 38 h 53"/>
                  <a:gd name="T36" fmla="*/ 25 w 54"/>
                  <a:gd name="T37" fmla="*/ 29 h 53"/>
                  <a:gd name="T38" fmla="*/ 32 w 54"/>
                  <a:gd name="T39" fmla="*/ 23 h 53"/>
                  <a:gd name="T40" fmla="*/ 35 w 54"/>
                  <a:gd name="T41" fmla="*/ 21 h 53"/>
                  <a:gd name="T42" fmla="*/ 39 w 54"/>
                  <a:gd name="T43" fmla="*/ 23 h 53"/>
                  <a:gd name="T44" fmla="*/ 39 w 54"/>
                  <a:gd name="T45" fmla="*/ 24 h 53"/>
                  <a:gd name="T46" fmla="*/ 41 w 54"/>
                  <a:gd name="T47" fmla="*/ 22 h 53"/>
                  <a:gd name="T48" fmla="*/ 32 w 54"/>
                  <a:gd name="T49" fmla="*/ 12 h 53"/>
                  <a:gd name="T50" fmla="*/ 30 w 54"/>
                  <a:gd name="T51" fmla="*/ 14 h 53"/>
                  <a:gd name="T52" fmla="*/ 30 w 54"/>
                  <a:gd name="T53" fmla="*/ 14 h 53"/>
                  <a:gd name="T54" fmla="*/ 32 w 54"/>
                  <a:gd name="T55" fmla="*/ 17 h 53"/>
                  <a:gd name="T56" fmla="*/ 30 w 54"/>
                  <a:gd name="T57" fmla="*/ 21 h 53"/>
                  <a:gd name="T58" fmla="*/ 23 w 54"/>
                  <a:gd name="T59" fmla="*/ 27 h 53"/>
                  <a:gd name="T60" fmla="*/ 16 w 54"/>
                  <a:gd name="T61" fmla="*/ 18 h 53"/>
                  <a:gd name="T62" fmla="*/ 14 w 54"/>
                  <a:gd name="T63" fmla="*/ 15 h 53"/>
                  <a:gd name="T64" fmla="*/ 16 w 54"/>
                  <a:gd name="T65" fmla="*/ 13 h 53"/>
                  <a:gd name="T66" fmla="*/ 19 w 54"/>
                  <a:gd name="T67" fmla="*/ 10 h 53"/>
                  <a:gd name="T68" fmla="*/ 26 w 54"/>
                  <a:gd name="T69" fmla="*/ 6 h 53"/>
                  <a:gd name="T70" fmla="*/ 30 w 54"/>
                  <a:gd name="T71" fmla="*/ 8 h 53"/>
                  <a:gd name="T72" fmla="*/ 30 w 54"/>
                  <a:gd name="T73" fmla="*/ 8 h 53"/>
                  <a:gd name="T74" fmla="*/ 32 w 54"/>
                  <a:gd name="T75" fmla="*/ 7 h 53"/>
                  <a:gd name="T76" fmla="*/ 25 w 54"/>
                  <a:gd name="T77" fmla="*/ 0 h 53"/>
                  <a:gd name="T78" fmla="*/ 0 w 54"/>
                  <a:gd name="T79" fmla="*/ 22 h 53"/>
                  <a:gd name="T80" fmla="*/ 2 w 54"/>
                  <a:gd name="T8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3">
                    <a:moveTo>
                      <a:pt x="2" y="23"/>
                    </a:moveTo>
                    <a:cubicBezTo>
                      <a:pt x="4" y="22"/>
                      <a:pt x="5" y="21"/>
                      <a:pt x="6" y="21"/>
                    </a:cubicBezTo>
                    <a:cubicBezTo>
                      <a:pt x="7" y="21"/>
                      <a:pt x="8" y="22"/>
                      <a:pt x="10" y="2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6"/>
                      <a:pt x="30" y="47"/>
                      <a:pt x="30" y="48"/>
                    </a:cubicBezTo>
                    <a:cubicBezTo>
                      <a:pt x="30" y="49"/>
                      <a:pt x="29" y="50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7" y="26"/>
                      <a:pt x="48" y="28"/>
                      <a:pt x="48" y="29"/>
                    </a:cubicBezTo>
                    <a:cubicBezTo>
                      <a:pt x="48" y="31"/>
                      <a:pt x="47" y="33"/>
                      <a:pt x="44" y="35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40"/>
                      <a:pt x="37" y="41"/>
                      <a:pt x="37" y="41"/>
                    </a:cubicBezTo>
                    <a:cubicBezTo>
                      <a:pt x="36" y="41"/>
                      <a:pt x="35" y="40"/>
                      <a:pt x="34" y="3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4" y="21"/>
                      <a:pt x="35" y="21"/>
                    </a:cubicBezTo>
                    <a:cubicBezTo>
                      <a:pt x="36" y="21"/>
                      <a:pt x="37" y="22"/>
                      <a:pt x="39" y="2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1" y="15"/>
                      <a:pt x="32" y="16"/>
                      <a:pt x="32" y="17"/>
                    </a:cubicBezTo>
                    <a:cubicBezTo>
                      <a:pt x="32" y="18"/>
                      <a:pt x="31" y="19"/>
                      <a:pt x="30" y="21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4" y="16"/>
                      <a:pt x="14" y="15"/>
                    </a:cubicBezTo>
                    <a:cubicBezTo>
                      <a:pt x="14" y="15"/>
                      <a:pt x="15" y="14"/>
                      <a:pt x="16" y="13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2" y="7"/>
                      <a:pt x="24" y="6"/>
                      <a:pt x="26" y="6"/>
                    </a:cubicBezTo>
                    <a:cubicBezTo>
                      <a:pt x="27" y="6"/>
                      <a:pt x="28" y="7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6" name="Freeform 85">
                <a:extLst>
                  <a:ext uri="{FF2B5EF4-FFF2-40B4-BE49-F238E27FC236}">
                    <a16:creationId xmlns:a16="http://schemas.microsoft.com/office/drawing/2014/main" id="{8E2D5C02-1CCF-474C-A364-916A1644A5A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8" y="7552"/>
                <a:ext cx="41" cy="44"/>
              </a:xfrm>
              <a:custGeom>
                <a:avLst/>
                <a:gdLst>
                  <a:gd name="T0" fmla="*/ 1 w 55"/>
                  <a:gd name="T1" fmla="*/ 24 h 59"/>
                  <a:gd name="T2" fmla="*/ 5 w 55"/>
                  <a:gd name="T3" fmla="*/ 23 h 59"/>
                  <a:gd name="T4" fmla="*/ 8 w 55"/>
                  <a:gd name="T5" fmla="*/ 26 h 59"/>
                  <a:gd name="T6" fmla="*/ 22 w 55"/>
                  <a:gd name="T7" fmla="*/ 50 h 59"/>
                  <a:gd name="T8" fmla="*/ 23 w 55"/>
                  <a:gd name="T9" fmla="*/ 53 h 59"/>
                  <a:gd name="T10" fmla="*/ 19 w 55"/>
                  <a:gd name="T11" fmla="*/ 57 h 59"/>
                  <a:gd name="T12" fmla="*/ 19 w 55"/>
                  <a:gd name="T13" fmla="*/ 57 h 59"/>
                  <a:gd name="T14" fmla="*/ 19 w 55"/>
                  <a:gd name="T15" fmla="*/ 58 h 59"/>
                  <a:gd name="T16" fmla="*/ 20 w 55"/>
                  <a:gd name="T17" fmla="*/ 59 h 59"/>
                  <a:gd name="T18" fmla="*/ 35 w 55"/>
                  <a:gd name="T19" fmla="*/ 51 h 59"/>
                  <a:gd name="T20" fmla="*/ 34 w 55"/>
                  <a:gd name="T21" fmla="*/ 49 h 59"/>
                  <a:gd name="T22" fmla="*/ 33 w 55"/>
                  <a:gd name="T23" fmla="*/ 49 h 59"/>
                  <a:gd name="T24" fmla="*/ 30 w 55"/>
                  <a:gd name="T25" fmla="*/ 51 h 59"/>
                  <a:gd name="T26" fmla="*/ 26 w 55"/>
                  <a:gd name="T27" fmla="*/ 47 h 59"/>
                  <a:gd name="T28" fmla="*/ 12 w 55"/>
                  <a:gd name="T29" fmla="*/ 23 h 59"/>
                  <a:gd name="T30" fmla="*/ 49 w 55"/>
                  <a:gd name="T31" fmla="*/ 43 h 59"/>
                  <a:gd name="T32" fmla="*/ 55 w 55"/>
                  <a:gd name="T33" fmla="*/ 39 h 59"/>
                  <a:gd name="T34" fmla="*/ 38 w 55"/>
                  <a:gd name="T35" fmla="*/ 9 h 59"/>
                  <a:gd name="T36" fmla="*/ 37 w 55"/>
                  <a:gd name="T37" fmla="*/ 6 h 59"/>
                  <a:gd name="T38" fmla="*/ 40 w 55"/>
                  <a:gd name="T39" fmla="*/ 2 h 59"/>
                  <a:gd name="T40" fmla="*/ 41 w 55"/>
                  <a:gd name="T41" fmla="*/ 2 h 59"/>
                  <a:gd name="T42" fmla="*/ 40 w 55"/>
                  <a:gd name="T43" fmla="*/ 0 h 59"/>
                  <a:gd name="T44" fmla="*/ 25 w 55"/>
                  <a:gd name="T45" fmla="*/ 8 h 59"/>
                  <a:gd name="T46" fmla="*/ 26 w 55"/>
                  <a:gd name="T47" fmla="*/ 10 h 59"/>
                  <a:gd name="T48" fmla="*/ 26 w 55"/>
                  <a:gd name="T49" fmla="*/ 10 h 59"/>
                  <a:gd name="T50" fmla="*/ 30 w 55"/>
                  <a:gd name="T51" fmla="*/ 8 h 59"/>
                  <a:gd name="T52" fmla="*/ 34 w 55"/>
                  <a:gd name="T53" fmla="*/ 12 h 59"/>
                  <a:gd name="T54" fmla="*/ 47 w 55"/>
                  <a:gd name="T55" fmla="*/ 34 h 59"/>
                  <a:gd name="T56" fmla="*/ 12 w 55"/>
                  <a:gd name="T57" fmla="*/ 16 h 59"/>
                  <a:gd name="T58" fmla="*/ 0 w 55"/>
                  <a:gd name="T59" fmla="*/ 23 h 59"/>
                  <a:gd name="T60" fmla="*/ 0 w 55"/>
                  <a:gd name="T61" fmla="*/ 24 h 59"/>
                  <a:gd name="T62" fmla="*/ 1 w 55"/>
                  <a:gd name="T63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9">
                    <a:moveTo>
                      <a:pt x="1" y="24"/>
                    </a:moveTo>
                    <a:cubicBezTo>
                      <a:pt x="2" y="23"/>
                      <a:pt x="4" y="23"/>
                      <a:pt x="5" y="23"/>
                    </a:cubicBezTo>
                    <a:cubicBezTo>
                      <a:pt x="6" y="23"/>
                      <a:pt x="7" y="24"/>
                      <a:pt x="8" y="26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51"/>
                      <a:pt x="23" y="53"/>
                      <a:pt x="23" y="53"/>
                    </a:cubicBezTo>
                    <a:cubicBezTo>
                      <a:pt x="23" y="55"/>
                      <a:pt x="22" y="56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50"/>
                      <a:pt x="31" y="51"/>
                      <a:pt x="30" y="51"/>
                    </a:cubicBezTo>
                    <a:cubicBezTo>
                      <a:pt x="28" y="51"/>
                      <a:pt x="27" y="50"/>
                      <a:pt x="26" y="4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7" y="8"/>
                      <a:pt x="37" y="6"/>
                      <a:pt x="37" y="6"/>
                    </a:cubicBezTo>
                    <a:cubicBezTo>
                      <a:pt x="37" y="4"/>
                      <a:pt x="38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9" y="8"/>
                      <a:pt x="30" y="8"/>
                    </a:cubicBezTo>
                    <a:cubicBezTo>
                      <a:pt x="32" y="8"/>
                      <a:pt x="33" y="9"/>
                      <a:pt x="34" y="12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7" name="Freeform 86">
                <a:extLst>
                  <a:ext uri="{FF2B5EF4-FFF2-40B4-BE49-F238E27FC236}">
                    <a16:creationId xmlns:a16="http://schemas.microsoft.com/office/drawing/2014/main" id="{6AAEB413-B6C9-439F-B3CE-D5EFFBF5818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32" y="7542"/>
                <a:ext cx="27" cy="34"/>
              </a:xfrm>
              <a:custGeom>
                <a:avLst/>
                <a:gdLst>
                  <a:gd name="T0" fmla="*/ 11 w 36"/>
                  <a:gd name="T1" fmla="*/ 25 h 46"/>
                  <a:gd name="T2" fmla="*/ 28 w 36"/>
                  <a:gd name="T3" fmla="*/ 32 h 46"/>
                  <a:gd name="T4" fmla="*/ 28 w 36"/>
                  <a:gd name="T5" fmla="*/ 34 h 46"/>
                  <a:gd name="T6" fmla="*/ 21 w 36"/>
                  <a:gd name="T7" fmla="*/ 41 h 46"/>
                  <a:gd name="T8" fmla="*/ 17 w 36"/>
                  <a:gd name="T9" fmla="*/ 42 h 46"/>
                  <a:gd name="T10" fmla="*/ 8 w 36"/>
                  <a:gd name="T11" fmla="*/ 36 h 46"/>
                  <a:gd name="T12" fmla="*/ 8 w 36"/>
                  <a:gd name="T13" fmla="*/ 35 h 46"/>
                  <a:gd name="T14" fmla="*/ 5 w 36"/>
                  <a:gd name="T15" fmla="*/ 36 h 46"/>
                  <a:gd name="T16" fmla="*/ 9 w 36"/>
                  <a:gd name="T17" fmla="*/ 46 h 46"/>
                  <a:gd name="T18" fmla="*/ 9 w 36"/>
                  <a:gd name="T19" fmla="*/ 46 h 46"/>
                  <a:gd name="T20" fmla="*/ 21 w 36"/>
                  <a:gd name="T21" fmla="*/ 44 h 46"/>
                  <a:gd name="T22" fmla="*/ 35 w 36"/>
                  <a:gd name="T23" fmla="*/ 34 h 46"/>
                  <a:gd name="T24" fmla="*/ 35 w 36"/>
                  <a:gd name="T25" fmla="*/ 33 h 46"/>
                  <a:gd name="T26" fmla="*/ 36 w 36"/>
                  <a:gd name="T27" fmla="*/ 31 h 46"/>
                  <a:gd name="T28" fmla="*/ 35 w 36"/>
                  <a:gd name="T29" fmla="*/ 28 h 46"/>
                  <a:gd name="T30" fmla="*/ 27 w 36"/>
                  <a:gd name="T31" fmla="*/ 20 h 46"/>
                  <a:gd name="T32" fmla="*/ 7 w 36"/>
                  <a:gd name="T33" fmla="*/ 13 h 46"/>
                  <a:gd name="T34" fmla="*/ 7 w 36"/>
                  <a:gd name="T35" fmla="*/ 11 h 46"/>
                  <a:gd name="T36" fmla="*/ 14 w 36"/>
                  <a:gd name="T37" fmla="*/ 5 h 46"/>
                  <a:gd name="T38" fmla="*/ 18 w 36"/>
                  <a:gd name="T39" fmla="*/ 4 h 46"/>
                  <a:gd name="T40" fmla="*/ 25 w 36"/>
                  <a:gd name="T41" fmla="*/ 10 h 46"/>
                  <a:gd name="T42" fmla="*/ 25 w 36"/>
                  <a:gd name="T43" fmla="*/ 10 h 46"/>
                  <a:gd name="T44" fmla="*/ 26 w 36"/>
                  <a:gd name="T45" fmla="*/ 10 h 46"/>
                  <a:gd name="T46" fmla="*/ 28 w 36"/>
                  <a:gd name="T47" fmla="*/ 9 h 46"/>
                  <a:gd name="T48" fmla="*/ 25 w 36"/>
                  <a:gd name="T49" fmla="*/ 0 h 46"/>
                  <a:gd name="T50" fmla="*/ 24 w 36"/>
                  <a:gd name="T51" fmla="*/ 0 h 46"/>
                  <a:gd name="T52" fmla="*/ 13 w 36"/>
                  <a:gd name="T53" fmla="*/ 2 h 46"/>
                  <a:gd name="T54" fmla="*/ 1 w 36"/>
                  <a:gd name="T55" fmla="*/ 12 h 46"/>
                  <a:gd name="T56" fmla="*/ 0 w 36"/>
                  <a:gd name="T57" fmla="*/ 14 h 46"/>
                  <a:gd name="T58" fmla="*/ 1 w 36"/>
                  <a:gd name="T59" fmla="*/ 17 h 46"/>
                  <a:gd name="T60" fmla="*/ 11 w 36"/>
                  <a:gd name="T61" fmla="*/ 25 h 46"/>
                  <a:gd name="T62" fmla="*/ 1 w 36"/>
                  <a:gd name="T63" fmla="*/ 13 h 46"/>
                  <a:gd name="T64" fmla="*/ 1 w 36"/>
                  <a:gd name="T65" fmla="*/ 14 h 46"/>
                  <a:gd name="T66" fmla="*/ 1 w 36"/>
                  <a:gd name="T67" fmla="*/ 14 h 46"/>
                  <a:gd name="T68" fmla="*/ 1 w 36"/>
                  <a:gd name="T69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11" y="25"/>
                    </a:moveTo>
                    <a:cubicBezTo>
                      <a:pt x="18" y="26"/>
                      <a:pt x="26" y="26"/>
                      <a:pt x="28" y="32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8" y="37"/>
                      <a:pt x="26" y="40"/>
                      <a:pt x="21" y="41"/>
                    </a:cubicBezTo>
                    <a:cubicBezTo>
                      <a:pt x="19" y="41"/>
                      <a:pt x="18" y="42"/>
                      <a:pt x="17" y="42"/>
                    </a:cubicBezTo>
                    <a:cubicBezTo>
                      <a:pt x="11" y="42"/>
                      <a:pt x="9" y="38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6"/>
                      <a:pt x="16" y="46"/>
                      <a:pt x="21" y="44"/>
                    </a:cubicBezTo>
                    <a:cubicBezTo>
                      <a:pt x="29" y="42"/>
                      <a:pt x="34" y="39"/>
                      <a:pt x="35" y="34"/>
                    </a:cubicBezTo>
                    <a:cubicBezTo>
                      <a:pt x="35" y="34"/>
                      <a:pt x="35" y="33"/>
                      <a:pt x="35" y="33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4" y="23"/>
                      <a:pt x="31" y="21"/>
                      <a:pt x="27" y="20"/>
                    </a:cubicBezTo>
                    <a:cubicBezTo>
                      <a:pt x="21" y="18"/>
                      <a:pt x="9" y="18"/>
                      <a:pt x="7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7" y="9"/>
                      <a:pt x="9" y="6"/>
                      <a:pt x="14" y="5"/>
                    </a:cubicBezTo>
                    <a:cubicBezTo>
                      <a:pt x="15" y="5"/>
                      <a:pt x="17" y="4"/>
                      <a:pt x="18" y="4"/>
                    </a:cubicBezTo>
                    <a:cubicBezTo>
                      <a:pt x="22" y="4"/>
                      <a:pt x="24" y="7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6" y="4"/>
                      <a:pt x="2" y="7"/>
                      <a:pt x="1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21"/>
                      <a:pt x="6" y="23"/>
                      <a:pt x="11" y="25"/>
                    </a:cubicBezTo>
                    <a:moveTo>
                      <a:pt x="1" y="13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8" name="Freeform 87">
                <a:extLst>
                  <a:ext uri="{FF2B5EF4-FFF2-40B4-BE49-F238E27FC236}">
                    <a16:creationId xmlns:a16="http://schemas.microsoft.com/office/drawing/2014/main" id="{1055ACD6-116C-4C4F-A2C0-F2E286C4AA8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65" y="7537"/>
                <a:ext cx="104" cy="46"/>
              </a:xfrm>
              <a:custGeom>
                <a:avLst/>
                <a:gdLst>
                  <a:gd name="T0" fmla="*/ 1 w 140"/>
                  <a:gd name="T1" fmla="*/ 4 h 62"/>
                  <a:gd name="T2" fmla="*/ 7 w 140"/>
                  <a:gd name="T3" fmla="*/ 36 h 62"/>
                  <a:gd name="T4" fmla="*/ 2 w 140"/>
                  <a:gd name="T5" fmla="*/ 42 h 62"/>
                  <a:gd name="T6" fmla="*/ 1 w 140"/>
                  <a:gd name="T7" fmla="*/ 42 h 62"/>
                  <a:gd name="T8" fmla="*/ 1 w 140"/>
                  <a:gd name="T9" fmla="*/ 44 h 62"/>
                  <a:gd name="T10" fmla="*/ 20 w 140"/>
                  <a:gd name="T11" fmla="*/ 41 h 62"/>
                  <a:gd name="T12" fmla="*/ 19 w 140"/>
                  <a:gd name="T13" fmla="*/ 41 h 62"/>
                  <a:gd name="T14" fmla="*/ 15 w 140"/>
                  <a:gd name="T15" fmla="*/ 23 h 62"/>
                  <a:gd name="T16" fmla="*/ 28 w 140"/>
                  <a:gd name="T17" fmla="*/ 40 h 62"/>
                  <a:gd name="T18" fmla="*/ 24 w 140"/>
                  <a:gd name="T19" fmla="*/ 41 h 62"/>
                  <a:gd name="T20" fmla="*/ 24 w 140"/>
                  <a:gd name="T21" fmla="*/ 43 h 62"/>
                  <a:gd name="T22" fmla="*/ 45 w 140"/>
                  <a:gd name="T23" fmla="*/ 42 h 62"/>
                  <a:gd name="T24" fmla="*/ 61 w 140"/>
                  <a:gd name="T25" fmla="*/ 43 h 62"/>
                  <a:gd name="T26" fmla="*/ 56 w 140"/>
                  <a:gd name="T27" fmla="*/ 41 h 62"/>
                  <a:gd name="T28" fmla="*/ 57 w 140"/>
                  <a:gd name="T29" fmla="*/ 38 h 62"/>
                  <a:gd name="T30" fmla="*/ 78 w 140"/>
                  <a:gd name="T31" fmla="*/ 36 h 62"/>
                  <a:gd name="T32" fmla="*/ 80 w 140"/>
                  <a:gd name="T33" fmla="*/ 44 h 62"/>
                  <a:gd name="T34" fmla="*/ 77 w 140"/>
                  <a:gd name="T35" fmla="*/ 47 h 62"/>
                  <a:gd name="T36" fmla="*/ 74 w 140"/>
                  <a:gd name="T37" fmla="*/ 46 h 62"/>
                  <a:gd name="T38" fmla="*/ 93 w 140"/>
                  <a:gd name="T39" fmla="*/ 52 h 62"/>
                  <a:gd name="T40" fmla="*/ 111 w 140"/>
                  <a:gd name="T41" fmla="*/ 62 h 62"/>
                  <a:gd name="T42" fmla="*/ 112 w 140"/>
                  <a:gd name="T43" fmla="*/ 60 h 62"/>
                  <a:gd name="T44" fmla="*/ 109 w 140"/>
                  <a:gd name="T45" fmla="*/ 52 h 62"/>
                  <a:gd name="T46" fmla="*/ 116 w 140"/>
                  <a:gd name="T47" fmla="*/ 43 h 62"/>
                  <a:gd name="T48" fmla="*/ 139 w 140"/>
                  <a:gd name="T49" fmla="*/ 41 h 62"/>
                  <a:gd name="T50" fmla="*/ 139 w 140"/>
                  <a:gd name="T51" fmla="*/ 38 h 62"/>
                  <a:gd name="T52" fmla="*/ 129 w 140"/>
                  <a:gd name="T53" fmla="*/ 24 h 62"/>
                  <a:gd name="T54" fmla="*/ 110 w 140"/>
                  <a:gd name="T55" fmla="*/ 17 h 62"/>
                  <a:gd name="T56" fmla="*/ 114 w 140"/>
                  <a:gd name="T57" fmla="*/ 21 h 62"/>
                  <a:gd name="T58" fmla="*/ 102 w 140"/>
                  <a:gd name="T59" fmla="*/ 49 h 62"/>
                  <a:gd name="T60" fmla="*/ 94 w 140"/>
                  <a:gd name="T61" fmla="*/ 51 h 62"/>
                  <a:gd name="T62" fmla="*/ 94 w 140"/>
                  <a:gd name="T63" fmla="*/ 52 h 62"/>
                  <a:gd name="T64" fmla="*/ 94 w 140"/>
                  <a:gd name="T65" fmla="*/ 50 h 62"/>
                  <a:gd name="T66" fmla="*/ 87 w 140"/>
                  <a:gd name="T67" fmla="*/ 43 h 62"/>
                  <a:gd name="T68" fmla="*/ 74 w 140"/>
                  <a:gd name="T69" fmla="*/ 5 h 62"/>
                  <a:gd name="T70" fmla="*/ 47 w 140"/>
                  <a:gd name="T71" fmla="*/ 40 h 62"/>
                  <a:gd name="T72" fmla="*/ 44 w 140"/>
                  <a:gd name="T73" fmla="*/ 40 h 62"/>
                  <a:gd name="T74" fmla="*/ 44 w 140"/>
                  <a:gd name="T75" fmla="*/ 40 h 62"/>
                  <a:gd name="T76" fmla="*/ 21 w 140"/>
                  <a:gd name="T77" fmla="*/ 20 h 62"/>
                  <a:gd name="T78" fmla="*/ 40 w 140"/>
                  <a:gd name="T79" fmla="*/ 2 h 62"/>
                  <a:gd name="T80" fmla="*/ 41 w 140"/>
                  <a:gd name="T81" fmla="*/ 0 h 62"/>
                  <a:gd name="T82" fmla="*/ 23 w 140"/>
                  <a:gd name="T83" fmla="*/ 3 h 62"/>
                  <a:gd name="T84" fmla="*/ 25 w 140"/>
                  <a:gd name="T85" fmla="*/ 3 h 62"/>
                  <a:gd name="T86" fmla="*/ 28 w 140"/>
                  <a:gd name="T87" fmla="*/ 4 h 62"/>
                  <a:gd name="T88" fmla="*/ 25 w 140"/>
                  <a:gd name="T89" fmla="*/ 7 h 62"/>
                  <a:gd name="T90" fmla="*/ 14 w 140"/>
                  <a:gd name="T91" fmla="*/ 9 h 62"/>
                  <a:gd name="T92" fmla="*/ 18 w 140"/>
                  <a:gd name="T93" fmla="*/ 3 h 62"/>
                  <a:gd name="T94" fmla="*/ 19 w 140"/>
                  <a:gd name="T95" fmla="*/ 1 h 62"/>
                  <a:gd name="T96" fmla="*/ 0 w 140"/>
                  <a:gd name="T97" fmla="*/ 4 h 62"/>
                  <a:gd name="T98" fmla="*/ 123 w 140"/>
                  <a:gd name="T99" fmla="*/ 25 h 62"/>
                  <a:gd name="T100" fmla="*/ 132 w 140"/>
                  <a:gd name="T101" fmla="*/ 33 h 62"/>
                  <a:gd name="T102" fmla="*/ 124 w 140"/>
                  <a:gd name="T103" fmla="*/ 43 h 62"/>
                  <a:gd name="T104" fmla="*/ 115 w 140"/>
                  <a:gd name="T105" fmla="*/ 39 h 62"/>
                  <a:gd name="T106" fmla="*/ 74 w 140"/>
                  <a:gd name="T107" fmla="*/ 13 h 62"/>
                  <a:gd name="T108" fmla="*/ 63 w 140"/>
                  <a:gd name="T10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" h="62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5" y="4"/>
                      <a:pt x="6" y="5"/>
                      <a:pt x="6" y="9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41"/>
                      <a:pt x="6" y="42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19" y="41"/>
                      <a:pt x="19" y="41"/>
                    </a:cubicBezTo>
                    <a:cubicBezTo>
                      <a:pt x="16" y="41"/>
                      <a:pt x="15" y="40"/>
                      <a:pt x="15" y="36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8"/>
                      <a:pt x="28" y="39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1"/>
                      <a:pt x="27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7" y="43"/>
                      <a:pt x="56" y="42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39"/>
                      <a:pt x="57" y="39"/>
                      <a:pt x="57" y="38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79" y="46"/>
                      <a:pt x="79" y="47"/>
                      <a:pt x="77" y="47"/>
                    </a:cubicBezTo>
                    <a:cubicBezTo>
                      <a:pt x="76" y="47"/>
                      <a:pt x="75" y="47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09" y="58"/>
                      <a:pt x="108" y="57"/>
                      <a:pt x="108" y="56"/>
                    </a:cubicBezTo>
                    <a:cubicBezTo>
                      <a:pt x="108" y="55"/>
                      <a:pt x="108" y="54"/>
                      <a:pt x="109" y="52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20" y="45"/>
                      <a:pt x="125" y="47"/>
                      <a:pt x="129" y="47"/>
                    </a:cubicBezTo>
                    <a:cubicBezTo>
                      <a:pt x="133" y="47"/>
                      <a:pt x="136" y="46"/>
                      <a:pt x="139" y="41"/>
                    </a:cubicBezTo>
                    <a:cubicBezTo>
                      <a:pt x="139" y="40"/>
                      <a:pt x="139" y="40"/>
                      <a:pt x="139" y="39"/>
                    </a:cubicBezTo>
                    <a:cubicBezTo>
                      <a:pt x="139" y="38"/>
                      <a:pt x="139" y="38"/>
                      <a:pt x="139" y="38"/>
                    </a:cubicBez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1"/>
                      <a:pt x="135" y="27"/>
                      <a:pt x="129" y="24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3" y="18"/>
                      <a:pt x="114" y="19"/>
                      <a:pt x="114" y="21"/>
                    </a:cubicBezTo>
                    <a:cubicBezTo>
                      <a:pt x="114" y="22"/>
                      <a:pt x="114" y="23"/>
                      <a:pt x="113" y="25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0" y="52"/>
                      <a:pt x="99" y="53"/>
                      <a:pt x="98" y="53"/>
                    </a:cubicBezTo>
                    <a:cubicBezTo>
                      <a:pt x="97" y="53"/>
                      <a:pt x="96" y="52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9" y="49"/>
                      <a:pt x="88" y="48"/>
                      <a:pt x="87" y="43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9"/>
                      <a:pt x="49" y="40"/>
                      <a:pt x="47" y="40"/>
                    </a:cubicBezTo>
                    <a:cubicBezTo>
                      <a:pt x="46" y="40"/>
                      <a:pt x="45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39" y="40"/>
                      <a:pt x="36" y="38"/>
                      <a:pt x="34" y="35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4"/>
                      <a:pt x="35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3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6"/>
                      <a:pt x="25" y="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4"/>
                      <a:pt x="15" y="4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  <a:moveTo>
                      <a:pt x="120" y="28"/>
                    </a:moveTo>
                    <a:cubicBezTo>
                      <a:pt x="121" y="26"/>
                      <a:pt x="122" y="25"/>
                      <a:pt x="123" y="25"/>
                    </a:cubicBezTo>
                    <a:cubicBezTo>
                      <a:pt x="124" y="25"/>
                      <a:pt x="125" y="25"/>
                      <a:pt x="126" y="26"/>
                    </a:cubicBezTo>
                    <a:cubicBezTo>
                      <a:pt x="130" y="28"/>
                      <a:pt x="132" y="30"/>
                      <a:pt x="132" y="33"/>
                    </a:cubicBezTo>
                    <a:cubicBezTo>
                      <a:pt x="132" y="34"/>
                      <a:pt x="132" y="36"/>
                      <a:pt x="131" y="37"/>
                    </a:cubicBezTo>
                    <a:cubicBezTo>
                      <a:pt x="129" y="41"/>
                      <a:pt x="127" y="43"/>
                      <a:pt x="124" y="43"/>
                    </a:cubicBezTo>
                    <a:cubicBezTo>
                      <a:pt x="122" y="43"/>
                      <a:pt x="119" y="42"/>
                      <a:pt x="117" y="40"/>
                    </a:cubicBezTo>
                    <a:cubicBezTo>
                      <a:pt x="115" y="39"/>
                      <a:pt x="115" y="39"/>
                      <a:pt x="115" y="39"/>
                    </a:cubicBezTo>
                    <a:lnTo>
                      <a:pt x="120" y="28"/>
                    </a:lnTo>
                    <a:close/>
                    <a:moveTo>
                      <a:pt x="74" y="1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63" y="29"/>
                      <a:pt x="63" y="29"/>
                      <a:pt x="63" y="29"/>
                    </a:cubicBezTo>
                    <a:lnTo>
                      <a:pt x="74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9" name="Freeform 88">
                <a:extLst>
                  <a:ext uri="{FF2B5EF4-FFF2-40B4-BE49-F238E27FC236}">
                    <a16:creationId xmlns:a16="http://schemas.microsoft.com/office/drawing/2014/main" id="{5106E758-CD6A-43CD-9D54-136DB914DCA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2" y="7568"/>
                <a:ext cx="35" cy="32"/>
              </a:xfrm>
              <a:custGeom>
                <a:avLst/>
                <a:gdLst>
                  <a:gd name="T0" fmla="*/ 8 w 47"/>
                  <a:gd name="T1" fmla="*/ 22 h 43"/>
                  <a:gd name="T2" fmla="*/ 8 w 47"/>
                  <a:gd name="T3" fmla="*/ 21 h 43"/>
                  <a:gd name="T4" fmla="*/ 6 w 47"/>
                  <a:gd name="T5" fmla="*/ 20 h 43"/>
                  <a:gd name="T6" fmla="*/ 0 w 47"/>
                  <a:gd name="T7" fmla="*/ 29 h 43"/>
                  <a:gd name="T8" fmla="*/ 1 w 47"/>
                  <a:gd name="T9" fmla="*/ 29 h 43"/>
                  <a:gd name="T10" fmla="*/ 10 w 47"/>
                  <a:gd name="T11" fmla="*/ 38 h 43"/>
                  <a:gd name="T12" fmla="*/ 23 w 47"/>
                  <a:gd name="T13" fmla="*/ 43 h 43"/>
                  <a:gd name="T14" fmla="*/ 23 w 47"/>
                  <a:gd name="T15" fmla="*/ 43 h 43"/>
                  <a:gd name="T16" fmla="*/ 32 w 47"/>
                  <a:gd name="T17" fmla="*/ 39 h 43"/>
                  <a:gd name="T18" fmla="*/ 34 w 47"/>
                  <a:gd name="T19" fmla="*/ 33 h 43"/>
                  <a:gd name="T20" fmla="*/ 33 w 47"/>
                  <a:gd name="T21" fmla="*/ 30 h 43"/>
                  <a:gd name="T22" fmla="*/ 33 w 47"/>
                  <a:gd name="T23" fmla="*/ 30 h 43"/>
                  <a:gd name="T24" fmla="*/ 32 w 47"/>
                  <a:gd name="T25" fmla="*/ 27 h 43"/>
                  <a:gd name="T26" fmla="*/ 25 w 47"/>
                  <a:gd name="T27" fmla="*/ 10 h 43"/>
                  <a:gd name="T28" fmla="*/ 26 w 47"/>
                  <a:gd name="T29" fmla="*/ 7 h 43"/>
                  <a:gd name="T30" fmla="*/ 30 w 47"/>
                  <a:gd name="T31" fmla="*/ 5 h 43"/>
                  <a:gd name="T32" fmla="*/ 36 w 47"/>
                  <a:gd name="T33" fmla="*/ 8 h 43"/>
                  <a:gd name="T34" fmla="*/ 41 w 47"/>
                  <a:gd name="T35" fmla="*/ 15 h 43"/>
                  <a:gd name="T36" fmla="*/ 39 w 47"/>
                  <a:gd name="T37" fmla="*/ 20 h 43"/>
                  <a:gd name="T38" fmla="*/ 39 w 47"/>
                  <a:gd name="T39" fmla="*/ 20 h 43"/>
                  <a:gd name="T40" fmla="*/ 39 w 47"/>
                  <a:gd name="T41" fmla="*/ 20 h 43"/>
                  <a:gd name="T42" fmla="*/ 41 w 47"/>
                  <a:gd name="T43" fmla="*/ 21 h 43"/>
                  <a:gd name="T44" fmla="*/ 47 w 47"/>
                  <a:gd name="T45" fmla="*/ 13 h 43"/>
                  <a:gd name="T46" fmla="*/ 47 w 47"/>
                  <a:gd name="T47" fmla="*/ 13 h 43"/>
                  <a:gd name="T48" fmla="*/ 38 w 47"/>
                  <a:gd name="T49" fmla="*/ 5 h 43"/>
                  <a:gd name="T50" fmla="*/ 27 w 47"/>
                  <a:gd name="T51" fmla="*/ 0 h 43"/>
                  <a:gd name="T52" fmla="*/ 19 w 47"/>
                  <a:gd name="T53" fmla="*/ 4 h 43"/>
                  <a:gd name="T54" fmla="*/ 17 w 47"/>
                  <a:gd name="T55" fmla="*/ 10 h 43"/>
                  <a:gd name="T56" fmla="*/ 19 w 47"/>
                  <a:gd name="T57" fmla="*/ 17 h 43"/>
                  <a:gd name="T58" fmla="*/ 25 w 47"/>
                  <a:gd name="T59" fmla="*/ 32 h 43"/>
                  <a:gd name="T60" fmla="*/ 24 w 47"/>
                  <a:gd name="T61" fmla="*/ 36 h 43"/>
                  <a:gd name="T62" fmla="*/ 19 w 47"/>
                  <a:gd name="T63" fmla="*/ 38 h 43"/>
                  <a:gd name="T64" fmla="*/ 12 w 47"/>
                  <a:gd name="T65" fmla="*/ 35 h 43"/>
                  <a:gd name="T66" fmla="*/ 7 w 47"/>
                  <a:gd name="T67" fmla="*/ 27 h 43"/>
                  <a:gd name="T68" fmla="*/ 8 w 47"/>
                  <a:gd name="T6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43">
                    <a:moveTo>
                      <a:pt x="8" y="22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5" y="35"/>
                      <a:pt x="10" y="38"/>
                    </a:cubicBezTo>
                    <a:cubicBezTo>
                      <a:pt x="14" y="41"/>
                      <a:pt x="19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6" y="43"/>
                      <a:pt x="29" y="42"/>
                      <a:pt x="32" y="39"/>
                    </a:cubicBezTo>
                    <a:cubicBezTo>
                      <a:pt x="33" y="37"/>
                      <a:pt x="34" y="35"/>
                      <a:pt x="34" y="33"/>
                    </a:cubicBezTo>
                    <a:cubicBezTo>
                      <a:pt x="34" y="32"/>
                      <a:pt x="33" y="31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1" y="22"/>
                      <a:pt x="25" y="15"/>
                      <a:pt x="25" y="10"/>
                    </a:cubicBezTo>
                    <a:cubicBezTo>
                      <a:pt x="25" y="9"/>
                      <a:pt x="25" y="8"/>
                      <a:pt x="26" y="7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5"/>
                      <a:pt x="34" y="6"/>
                      <a:pt x="36" y="8"/>
                    </a:cubicBezTo>
                    <a:cubicBezTo>
                      <a:pt x="40" y="10"/>
                      <a:pt x="41" y="13"/>
                      <a:pt x="41" y="15"/>
                    </a:cubicBezTo>
                    <a:cubicBezTo>
                      <a:pt x="41" y="17"/>
                      <a:pt x="40" y="18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11"/>
                      <a:pt x="42" y="8"/>
                      <a:pt x="38" y="5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3" y="0"/>
                      <a:pt x="21" y="2"/>
                      <a:pt x="19" y="4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17" y="13"/>
                      <a:pt x="18" y="15"/>
                      <a:pt x="19" y="17"/>
                    </a:cubicBezTo>
                    <a:cubicBezTo>
                      <a:pt x="21" y="23"/>
                      <a:pt x="25" y="28"/>
                      <a:pt x="25" y="32"/>
                    </a:cubicBezTo>
                    <a:cubicBezTo>
                      <a:pt x="25" y="33"/>
                      <a:pt x="24" y="34"/>
                      <a:pt x="24" y="36"/>
                    </a:cubicBezTo>
                    <a:cubicBezTo>
                      <a:pt x="22" y="37"/>
                      <a:pt x="21" y="38"/>
                      <a:pt x="19" y="38"/>
                    </a:cubicBezTo>
                    <a:cubicBezTo>
                      <a:pt x="17" y="38"/>
                      <a:pt x="15" y="37"/>
                      <a:pt x="12" y="35"/>
                    </a:cubicBezTo>
                    <a:cubicBezTo>
                      <a:pt x="8" y="32"/>
                      <a:pt x="7" y="29"/>
                      <a:pt x="7" y="27"/>
                    </a:cubicBezTo>
                    <a:cubicBezTo>
                      <a:pt x="7" y="25"/>
                      <a:pt x="8" y="23"/>
                      <a:pt x="8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0" name="Freeform 89">
                <a:extLst>
                  <a:ext uri="{FF2B5EF4-FFF2-40B4-BE49-F238E27FC236}">
                    <a16:creationId xmlns:a16="http://schemas.microsoft.com/office/drawing/2014/main" id="{792AF743-56E2-4477-85E0-B5B40028706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82" y="7594"/>
                <a:ext cx="94" cy="124"/>
              </a:xfrm>
              <a:custGeom>
                <a:avLst/>
                <a:gdLst>
                  <a:gd name="T0" fmla="*/ 66 w 127"/>
                  <a:gd name="T1" fmla="*/ 95 h 166"/>
                  <a:gd name="T2" fmla="*/ 70 w 127"/>
                  <a:gd name="T3" fmla="*/ 93 h 166"/>
                  <a:gd name="T4" fmla="*/ 79 w 127"/>
                  <a:gd name="T5" fmla="*/ 114 h 166"/>
                  <a:gd name="T6" fmla="*/ 73 w 127"/>
                  <a:gd name="T7" fmla="*/ 112 h 166"/>
                  <a:gd name="T8" fmla="*/ 80 w 127"/>
                  <a:gd name="T9" fmla="*/ 131 h 166"/>
                  <a:gd name="T10" fmla="*/ 102 w 127"/>
                  <a:gd name="T11" fmla="*/ 166 h 166"/>
                  <a:gd name="T12" fmla="*/ 125 w 127"/>
                  <a:gd name="T13" fmla="*/ 137 h 166"/>
                  <a:gd name="T14" fmla="*/ 118 w 127"/>
                  <a:gd name="T15" fmla="*/ 120 h 166"/>
                  <a:gd name="T16" fmla="*/ 88 w 127"/>
                  <a:gd name="T17" fmla="*/ 134 h 166"/>
                  <a:gd name="T18" fmla="*/ 81 w 127"/>
                  <a:gd name="T19" fmla="*/ 130 h 166"/>
                  <a:gd name="T20" fmla="*/ 80 w 127"/>
                  <a:gd name="T21" fmla="*/ 126 h 166"/>
                  <a:gd name="T22" fmla="*/ 106 w 127"/>
                  <a:gd name="T23" fmla="*/ 88 h 166"/>
                  <a:gd name="T24" fmla="*/ 60 w 127"/>
                  <a:gd name="T25" fmla="*/ 84 h 166"/>
                  <a:gd name="T26" fmla="*/ 59 w 127"/>
                  <a:gd name="T27" fmla="*/ 78 h 166"/>
                  <a:gd name="T28" fmla="*/ 80 w 127"/>
                  <a:gd name="T29" fmla="*/ 56 h 166"/>
                  <a:gd name="T30" fmla="*/ 93 w 127"/>
                  <a:gd name="T31" fmla="*/ 61 h 166"/>
                  <a:gd name="T32" fmla="*/ 81 w 127"/>
                  <a:gd name="T33" fmla="*/ 47 h 166"/>
                  <a:gd name="T34" fmla="*/ 82 w 127"/>
                  <a:gd name="T35" fmla="*/ 51 h 166"/>
                  <a:gd name="T36" fmla="*/ 71 w 127"/>
                  <a:gd name="T37" fmla="*/ 42 h 166"/>
                  <a:gd name="T38" fmla="*/ 79 w 127"/>
                  <a:gd name="T39" fmla="*/ 43 h 166"/>
                  <a:gd name="T40" fmla="*/ 68 w 127"/>
                  <a:gd name="T41" fmla="*/ 28 h 166"/>
                  <a:gd name="T42" fmla="*/ 67 w 127"/>
                  <a:gd name="T43" fmla="*/ 36 h 166"/>
                  <a:gd name="T44" fmla="*/ 37 w 127"/>
                  <a:gd name="T45" fmla="*/ 49 h 166"/>
                  <a:gd name="T46" fmla="*/ 37 w 127"/>
                  <a:gd name="T47" fmla="*/ 48 h 166"/>
                  <a:gd name="T48" fmla="*/ 50 w 127"/>
                  <a:gd name="T49" fmla="*/ 4 h 166"/>
                  <a:gd name="T50" fmla="*/ 7 w 127"/>
                  <a:gd name="T51" fmla="*/ 15 h 166"/>
                  <a:gd name="T52" fmla="*/ 1 w 127"/>
                  <a:gd name="T53" fmla="*/ 12 h 166"/>
                  <a:gd name="T54" fmla="*/ 13 w 127"/>
                  <a:gd name="T55" fmla="*/ 24 h 166"/>
                  <a:gd name="T56" fmla="*/ 11 w 127"/>
                  <a:gd name="T57" fmla="*/ 19 h 166"/>
                  <a:gd name="T58" fmla="*/ 32 w 127"/>
                  <a:gd name="T59" fmla="*/ 28 h 166"/>
                  <a:gd name="T60" fmla="*/ 27 w 127"/>
                  <a:gd name="T61" fmla="*/ 37 h 166"/>
                  <a:gd name="T62" fmla="*/ 21 w 127"/>
                  <a:gd name="T63" fmla="*/ 35 h 166"/>
                  <a:gd name="T64" fmla="*/ 45 w 127"/>
                  <a:gd name="T65" fmla="*/ 66 h 166"/>
                  <a:gd name="T66" fmla="*/ 46 w 127"/>
                  <a:gd name="T67" fmla="*/ 61 h 166"/>
                  <a:gd name="T68" fmla="*/ 54 w 127"/>
                  <a:gd name="T69" fmla="*/ 67 h 166"/>
                  <a:gd name="T70" fmla="*/ 49 w 127"/>
                  <a:gd name="T71" fmla="*/ 68 h 166"/>
                  <a:gd name="T72" fmla="*/ 59 w 127"/>
                  <a:gd name="T73" fmla="*/ 86 h 166"/>
                  <a:gd name="T74" fmla="*/ 67 w 127"/>
                  <a:gd name="T75" fmla="*/ 99 h 166"/>
                  <a:gd name="T76" fmla="*/ 119 w 127"/>
                  <a:gd name="T77" fmla="*/ 134 h 166"/>
                  <a:gd name="T78" fmla="*/ 109 w 127"/>
                  <a:gd name="T79" fmla="*/ 156 h 166"/>
                  <a:gd name="T80" fmla="*/ 87 w 127"/>
                  <a:gd name="T81" fmla="*/ 145 h 166"/>
                  <a:gd name="T82" fmla="*/ 86 w 127"/>
                  <a:gd name="T83" fmla="*/ 107 h 166"/>
                  <a:gd name="T84" fmla="*/ 23 w 127"/>
                  <a:gd name="T85" fmla="*/ 14 h 166"/>
                  <a:gd name="T86" fmla="*/ 23 w 127"/>
                  <a:gd name="T87" fmla="*/ 1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7" h="166">
                    <a:moveTo>
                      <a:pt x="67" y="99"/>
                    </a:move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8"/>
                      <a:pt x="66" y="96"/>
                      <a:pt x="66" y="95"/>
                    </a:cubicBezTo>
                    <a:cubicBezTo>
                      <a:pt x="66" y="95"/>
                      <a:pt x="67" y="94"/>
                      <a:pt x="67" y="94"/>
                    </a:cubicBezTo>
                    <a:cubicBezTo>
                      <a:pt x="68" y="93"/>
                      <a:pt x="69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8" y="115"/>
                      <a:pt x="78" y="116"/>
                      <a:pt x="77" y="116"/>
                    </a:cubicBezTo>
                    <a:cubicBezTo>
                      <a:pt x="77" y="116"/>
                      <a:pt x="77" y="116"/>
                      <a:pt x="77" y="116"/>
                    </a:cubicBezTo>
                    <a:cubicBezTo>
                      <a:pt x="75" y="116"/>
                      <a:pt x="74" y="114"/>
                      <a:pt x="73" y="112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1" y="113"/>
                      <a:pt x="71" y="113"/>
                      <a:pt x="71" y="113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7" y="159"/>
                      <a:pt x="91" y="166"/>
                      <a:pt x="102" y="166"/>
                    </a:cubicBezTo>
                    <a:cubicBezTo>
                      <a:pt x="104" y="166"/>
                      <a:pt x="107" y="165"/>
                      <a:pt x="111" y="164"/>
                    </a:cubicBezTo>
                    <a:cubicBezTo>
                      <a:pt x="123" y="161"/>
                      <a:pt x="127" y="155"/>
                      <a:pt x="127" y="147"/>
                    </a:cubicBezTo>
                    <a:cubicBezTo>
                      <a:pt x="127" y="144"/>
                      <a:pt x="126" y="141"/>
                      <a:pt x="125" y="137"/>
                    </a:cubicBezTo>
                    <a:cubicBezTo>
                      <a:pt x="120" y="119"/>
                      <a:pt x="120" y="119"/>
                      <a:pt x="120" y="119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1"/>
                      <a:pt x="118" y="122"/>
                      <a:pt x="118" y="123"/>
                    </a:cubicBezTo>
                    <a:cubicBezTo>
                      <a:pt x="118" y="125"/>
                      <a:pt x="117" y="126"/>
                      <a:pt x="114" y="127"/>
                    </a:cubicBezTo>
                    <a:cubicBezTo>
                      <a:pt x="88" y="134"/>
                      <a:pt x="88" y="134"/>
                      <a:pt x="88" y="134"/>
                    </a:cubicBezTo>
                    <a:cubicBezTo>
                      <a:pt x="87" y="135"/>
                      <a:pt x="86" y="135"/>
                      <a:pt x="85" y="135"/>
                    </a:cubicBezTo>
                    <a:cubicBezTo>
                      <a:pt x="83" y="135"/>
                      <a:pt x="82" y="134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8"/>
                      <a:pt x="80" y="127"/>
                      <a:pt x="80" y="126"/>
                    </a:cubicBezTo>
                    <a:cubicBezTo>
                      <a:pt x="80" y="124"/>
                      <a:pt x="81" y="122"/>
                      <a:pt x="83" y="120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69" y="89"/>
                      <a:pt x="69" y="89"/>
                      <a:pt x="68" y="89"/>
                    </a:cubicBezTo>
                    <a:cubicBezTo>
                      <a:pt x="64" y="89"/>
                      <a:pt x="62" y="88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2"/>
                      <a:pt x="59" y="80"/>
                      <a:pt x="59" y="78"/>
                    </a:cubicBezTo>
                    <a:cubicBezTo>
                      <a:pt x="59" y="77"/>
                      <a:pt x="59" y="75"/>
                      <a:pt x="60" y="7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5" y="56"/>
                      <a:pt x="88" y="57"/>
                      <a:pt x="91" y="61"/>
                    </a:cubicBezTo>
                    <a:cubicBezTo>
                      <a:pt x="91" y="62"/>
                      <a:pt x="91" y="62"/>
                      <a:pt x="91" y="62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9"/>
                      <a:pt x="83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2" y="51"/>
                      <a:pt x="82" y="51"/>
                    </a:cubicBezTo>
                    <a:cubicBezTo>
                      <a:pt x="81" y="51"/>
                      <a:pt x="80" y="51"/>
                      <a:pt x="79" y="51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3" y="41"/>
                      <a:pt x="74" y="41"/>
                      <a:pt x="75" y="41"/>
                    </a:cubicBezTo>
                    <a:cubicBezTo>
                      <a:pt x="76" y="41"/>
                      <a:pt x="77" y="41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9" y="30"/>
                      <a:pt x="70" y="31"/>
                      <a:pt x="70" y="32"/>
                    </a:cubicBezTo>
                    <a:cubicBezTo>
                      <a:pt x="70" y="33"/>
                      <a:pt x="69" y="34"/>
                      <a:pt x="67" y="36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52"/>
                      <a:pt x="42" y="52"/>
                      <a:pt x="41" y="52"/>
                    </a:cubicBezTo>
                    <a:cubicBezTo>
                      <a:pt x="39" y="52"/>
                      <a:pt x="38" y="51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46"/>
                      <a:pt x="34" y="45"/>
                      <a:pt x="34" y="43"/>
                    </a:cubicBezTo>
                    <a:cubicBezTo>
                      <a:pt x="34" y="42"/>
                      <a:pt x="34" y="40"/>
                      <a:pt x="35" y="3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8" y="15"/>
                      <a:pt x="7" y="15"/>
                    </a:cubicBezTo>
                    <a:cubicBezTo>
                      <a:pt x="5" y="15"/>
                      <a:pt x="4" y="14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2"/>
                      <a:pt x="11" y="21"/>
                      <a:pt x="11" y="20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8" y="37"/>
                      <a:pt x="27" y="37"/>
                      <a:pt x="27" y="37"/>
                    </a:cubicBezTo>
                    <a:cubicBezTo>
                      <a:pt x="26" y="37"/>
                      <a:pt x="24" y="35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3"/>
                      <a:pt x="46" y="62"/>
                      <a:pt x="46" y="61"/>
                    </a:cubicBezTo>
                    <a:cubicBezTo>
                      <a:pt x="46" y="60"/>
                      <a:pt x="47" y="59"/>
                      <a:pt x="49" y="57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9"/>
                      <a:pt x="53" y="70"/>
                      <a:pt x="53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1" y="70"/>
                      <a:pt x="50" y="69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6" y="100"/>
                      <a:pt x="66" y="100"/>
                      <a:pt x="66" y="100"/>
                    </a:cubicBezTo>
                    <a:lnTo>
                      <a:pt x="67" y="99"/>
                    </a:lnTo>
                    <a:close/>
                    <a:moveTo>
                      <a:pt x="90" y="142"/>
                    </a:move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7" y="134"/>
                      <a:pt x="118" y="134"/>
                      <a:pt x="119" y="134"/>
                    </a:cubicBezTo>
                    <a:cubicBezTo>
                      <a:pt x="120" y="134"/>
                      <a:pt x="121" y="135"/>
                      <a:pt x="122" y="138"/>
                    </a:cubicBezTo>
                    <a:cubicBezTo>
                      <a:pt x="122" y="140"/>
                      <a:pt x="123" y="142"/>
                      <a:pt x="123" y="144"/>
                    </a:cubicBezTo>
                    <a:cubicBezTo>
                      <a:pt x="123" y="151"/>
                      <a:pt x="117" y="154"/>
                      <a:pt x="109" y="156"/>
                    </a:cubicBezTo>
                    <a:cubicBezTo>
                      <a:pt x="105" y="157"/>
                      <a:pt x="102" y="158"/>
                      <a:pt x="99" y="158"/>
                    </a:cubicBezTo>
                    <a:cubicBezTo>
                      <a:pt x="93" y="158"/>
                      <a:pt x="90" y="155"/>
                      <a:pt x="88" y="147"/>
                    </a:cubicBezTo>
                    <a:cubicBezTo>
                      <a:pt x="87" y="146"/>
                      <a:pt x="87" y="146"/>
                      <a:pt x="87" y="145"/>
                    </a:cubicBezTo>
                    <a:cubicBezTo>
                      <a:pt x="87" y="143"/>
                      <a:pt x="88" y="143"/>
                      <a:pt x="90" y="142"/>
                    </a:cubicBezTo>
                    <a:moveTo>
                      <a:pt x="100" y="92"/>
                    </a:moveTo>
                    <a:cubicBezTo>
                      <a:pt x="86" y="107"/>
                      <a:pt x="86" y="107"/>
                      <a:pt x="86" y="107"/>
                    </a:cubicBezTo>
                    <a:cubicBezTo>
                      <a:pt x="80" y="93"/>
                      <a:pt x="80" y="93"/>
                      <a:pt x="80" y="93"/>
                    </a:cubicBezTo>
                    <a:lnTo>
                      <a:pt x="100" y="92"/>
                    </a:lnTo>
                    <a:close/>
                    <a:moveTo>
                      <a:pt x="23" y="14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34" y="25"/>
                      <a:pt x="34" y="25"/>
                      <a:pt x="34" y="25"/>
                    </a:cubicBezTo>
                    <a:lnTo>
                      <a:pt x="2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1" name="Freeform 90">
                <a:extLst>
                  <a:ext uri="{FF2B5EF4-FFF2-40B4-BE49-F238E27FC236}">
                    <a16:creationId xmlns:a16="http://schemas.microsoft.com/office/drawing/2014/main" id="{606D5AEA-1ED1-4A81-8B80-AA81303CA17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0" y="7722"/>
                <a:ext cx="35" cy="30"/>
              </a:xfrm>
              <a:custGeom>
                <a:avLst/>
                <a:gdLst>
                  <a:gd name="T0" fmla="*/ 6 w 47"/>
                  <a:gd name="T1" fmla="*/ 11 h 40"/>
                  <a:gd name="T2" fmla="*/ 2 w 47"/>
                  <a:gd name="T3" fmla="*/ 6 h 40"/>
                  <a:gd name="T4" fmla="*/ 2 w 47"/>
                  <a:gd name="T5" fmla="*/ 5 h 40"/>
                  <a:gd name="T6" fmla="*/ 2 w 47"/>
                  <a:gd name="T7" fmla="*/ 5 h 40"/>
                  <a:gd name="T8" fmla="*/ 0 w 47"/>
                  <a:gd name="T9" fmla="*/ 6 h 40"/>
                  <a:gd name="T10" fmla="*/ 5 w 47"/>
                  <a:gd name="T11" fmla="*/ 40 h 40"/>
                  <a:gd name="T12" fmla="*/ 15 w 47"/>
                  <a:gd name="T13" fmla="*/ 39 h 40"/>
                  <a:gd name="T14" fmla="*/ 14 w 47"/>
                  <a:gd name="T15" fmla="*/ 36 h 40"/>
                  <a:gd name="T16" fmla="*/ 14 w 47"/>
                  <a:gd name="T17" fmla="*/ 36 h 40"/>
                  <a:gd name="T18" fmla="*/ 13 w 47"/>
                  <a:gd name="T19" fmla="*/ 36 h 40"/>
                  <a:gd name="T20" fmla="*/ 7 w 47"/>
                  <a:gd name="T21" fmla="*/ 29 h 40"/>
                  <a:gd name="T22" fmla="*/ 6 w 47"/>
                  <a:gd name="T23" fmla="*/ 23 h 40"/>
                  <a:gd name="T24" fmla="*/ 6 w 47"/>
                  <a:gd name="T25" fmla="*/ 21 h 40"/>
                  <a:gd name="T26" fmla="*/ 10 w 47"/>
                  <a:gd name="T27" fmla="*/ 18 h 40"/>
                  <a:gd name="T28" fmla="*/ 22 w 47"/>
                  <a:gd name="T29" fmla="*/ 17 h 40"/>
                  <a:gd name="T30" fmla="*/ 24 w 47"/>
                  <a:gd name="T31" fmla="*/ 25 h 40"/>
                  <a:gd name="T32" fmla="*/ 24 w 47"/>
                  <a:gd name="T33" fmla="*/ 27 h 40"/>
                  <a:gd name="T34" fmla="*/ 19 w 47"/>
                  <a:gd name="T35" fmla="*/ 31 h 40"/>
                  <a:gd name="T36" fmla="*/ 19 w 47"/>
                  <a:gd name="T37" fmla="*/ 31 h 40"/>
                  <a:gd name="T38" fmla="*/ 20 w 47"/>
                  <a:gd name="T39" fmla="*/ 33 h 40"/>
                  <a:gd name="T40" fmla="*/ 33 w 47"/>
                  <a:gd name="T41" fmla="*/ 31 h 40"/>
                  <a:gd name="T42" fmla="*/ 32 w 47"/>
                  <a:gd name="T43" fmla="*/ 29 h 40"/>
                  <a:gd name="T44" fmla="*/ 32 w 47"/>
                  <a:gd name="T45" fmla="*/ 29 h 40"/>
                  <a:gd name="T46" fmla="*/ 30 w 47"/>
                  <a:gd name="T47" fmla="*/ 29 h 40"/>
                  <a:gd name="T48" fmla="*/ 27 w 47"/>
                  <a:gd name="T49" fmla="*/ 25 h 40"/>
                  <a:gd name="T50" fmla="*/ 25 w 47"/>
                  <a:gd name="T51" fmla="*/ 16 h 40"/>
                  <a:gd name="T52" fmla="*/ 36 w 47"/>
                  <a:gd name="T53" fmla="*/ 14 h 40"/>
                  <a:gd name="T54" fmla="*/ 38 w 47"/>
                  <a:gd name="T55" fmla="*/ 14 h 40"/>
                  <a:gd name="T56" fmla="*/ 41 w 47"/>
                  <a:gd name="T57" fmla="*/ 18 h 40"/>
                  <a:gd name="T58" fmla="*/ 42 w 47"/>
                  <a:gd name="T59" fmla="*/ 22 h 40"/>
                  <a:gd name="T60" fmla="*/ 42 w 47"/>
                  <a:gd name="T61" fmla="*/ 25 h 40"/>
                  <a:gd name="T62" fmla="*/ 37 w 47"/>
                  <a:gd name="T63" fmla="*/ 32 h 40"/>
                  <a:gd name="T64" fmla="*/ 37 w 47"/>
                  <a:gd name="T65" fmla="*/ 32 h 40"/>
                  <a:gd name="T66" fmla="*/ 37 w 47"/>
                  <a:gd name="T67" fmla="*/ 34 h 40"/>
                  <a:gd name="T68" fmla="*/ 47 w 47"/>
                  <a:gd name="T69" fmla="*/ 32 h 40"/>
                  <a:gd name="T70" fmla="*/ 42 w 47"/>
                  <a:gd name="T71" fmla="*/ 0 h 40"/>
                  <a:gd name="T72" fmla="*/ 40 w 47"/>
                  <a:gd name="T73" fmla="*/ 0 h 40"/>
                  <a:gd name="T74" fmla="*/ 40 w 47"/>
                  <a:gd name="T75" fmla="*/ 0 h 40"/>
                  <a:gd name="T76" fmla="*/ 40 w 47"/>
                  <a:gd name="T77" fmla="*/ 3 h 40"/>
                  <a:gd name="T78" fmla="*/ 35 w 47"/>
                  <a:gd name="T79" fmla="*/ 6 h 40"/>
                  <a:gd name="T80" fmla="*/ 8 w 47"/>
                  <a:gd name="T81" fmla="*/ 10 h 40"/>
                  <a:gd name="T82" fmla="*/ 6 w 47"/>
                  <a:gd name="T83" fmla="*/ 1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6" y="11"/>
                    </a:moveTo>
                    <a:cubicBezTo>
                      <a:pt x="3" y="11"/>
                      <a:pt x="3" y="10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3" y="36"/>
                    </a:cubicBezTo>
                    <a:cubicBezTo>
                      <a:pt x="10" y="36"/>
                      <a:pt x="8" y="35"/>
                      <a:pt x="7" y="29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9"/>
                      <a:pt x="6" y="19"/>
                      <a:pt x="10" y="1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7"/>
                      <a:pt x="24" y="27"/>
                    </a:cubicBezTo>
                    <a:cubicBezTo>
                      <a:pt x="24" y="30"/>
                      <a:pt x="23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0" y="29"/>
                    </a:cubicBezTo>
                    <a:cubicBezTo>
                      <a:pt x="28" y="29"/>
                      <a:pt x="27" y="28"/>
                      <a:pt x="27" y="2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8" y="14"/>
                    </a:cubicBezTo>
                    <a:cubicBezTo>
                      <a:pt x="40" y="14"/>
                      <a:pt x="41" y="15"/>
                      <a:pt x="41" y="18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4"/>
                      <a:pt x="42" y="25"/>
                    </a:cubicBezTo>
                    <a:cubicBezTo>
                      <a:pt x="42" y="30"/>
                      <a:pt x="40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40" y="2"/>
                      <a:pt x="40" y="3"/>
                    </a:cubicBezTo>
                    <a:cubicBezTo>
                      <a:pt x="40" y="5"/>
                      <a:pt x="39" y="6"/>
                      <a:pt x="35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2" name="Freeform 91">
                <a:extLst>
                  <a:ext uri="{FF2B5EF4-FFF2-40B4-BE49-F238E27FC236}">
                    <a16:creationId xmlns:a16="http://schemas.microsoft.com/office/drawing/2014/main" id="{B0EB4953-7C35-4716-8145-E76EC5D306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4" y="7759"/>
                <a:ext cx="32" cy="44"/>
              </a:xfrm>
              <a:custGeom>
                <a:avLst/>
                <a:gdLst>
                  <a:gd name="T0" fmla="*/ 36 w 43"/>
                  <a:gd name="T1" fmla="*/ 7 h 59"/>
                  <a:gd name="T2" fmla="*/ 35 w 43"/>
                  <a:gd name="T3" fmla="*/ 7 h 59"/>
                  <a:gd name="T4" fmla="*/ 8 w 43"/>
                  <a:gd name="T5" fmla="*/ 6 h 59"/>
                  <a:gd name="T6" fmla="*/ 3 w 43"/>
                  <a:gd name="T7" fmla="*/ 1 h 59"/>
                  <a:gd name="T8" fmla="*/ 3 w 43"/>
                  <a:gd name="T9" fmla="*/ 1 h 59"/>
                  <a:gd name="T10" fmla="*/ 3 w 43"/>
                  <a:gd name="T11" fmla="*/ 0 h 59"/>
                  <a:gd name="T12" fmla="*/ 3 w 43"/>
                  <a:gd name="T13" fmla="*/ 0 h 59"/>
                  <a:gd name="T14" fmla="*/ 1 w 43"/>
                  <a:gd name="T15" fmla="*/ 0 h 59"/>
                  <a:gd name="T16" fmla="*/ 1 w 43"/>
                  <a:gd name="T17" fmla="*/ 0 h 59"/>
                  <a:gd name="T18" fmla="*/ 1 w 43"/>
                  <a:gd name="T19" fmla="*/ 17 h 59"/>
                  <a:gd name="T20" fmla="*/ 3 w 43"/>
                  <a:gd name="T21" fmla="*/ 17 h 59"/>
                  <a:gd name="T22" fmla="*/ 3 w 43"/>
                  <a:gd name="T23" fmla="*/ 17 h 59"/>
                  <a:gd name="T24" fmla="*/ 8 w 43"/>
                  <a:gd name="T25" fmla="*/ 11 h 59"/>
                  <a:gd name="T26" fmla="*/ 8 w 43"/>
                  <a:gd name="T27" fmla="*/ 11 h 59"/>
                  <a:gd name="T28" fmla="*/ 37 w 43"/>
                  <a:gd name="T29" fmla="*/ 11 h 59"/>
                  <a:gd name="T30" fmla="*/ 1 w 43"/>
                  <a:gd name="T31" fmla="*/ 25 h 59"/>
                  <a:gd name="T32" fmla="*/ 1 w 43"/>
                  <a:gd name="T33" fmla="*/ 30 h 59"/>
                  <a:gd name="T34" fmla="*/ 37 w 43"/>
                  <a:gd name="T35" fmla="*/ 45 h 59"/>
                  <a:gd name="T36" fmla="*/ 8 w 43"/>
                  <a:gd name="T37" fmla="*/ 45 h 59"/>
                  <a:gd name="T38" fmla="*/ 2 w 43"/>
                  <a:gd name="T39" fmla="*/ 40 h 59"/>
                  <a:gd name="T40" fmla="*/ 2 w 43"/>
                  <a:gd name="T41" fmla="*/ 39 h 59"/>
                  <a:gd name="T42" fmla="*/ 2 w 43"/>
                  <a:gd name="T43" fmla="*/ 39 h 59"/>
                  <a:gd name="T44" fmla="*/ 1 w 43"/>
                  <a:gd name="T45" fmla="*/ 39 h 59"/>
                  <a:gd name="T46" fmla="*/ 0 w 43"/>
                  <a:gd name="T47" fmla="*/ 58 h 59"/>
                  <a:gd name="T48" fmla="*/ 2 w 43"/>
                  <a:gd name="T49" fmla="*/ 58 h 59"/>
                  <a:gd name="T50" fmla="*/ 2 w 43"/>
                  <a:gd name="T51" fmla="*/ 58 h 59"/>
                  <a:gd name="T52" fmla="*/ 7 w 43"/>
                  <a:gd name="T53" fmla="*/ 52 h 59"/>
                  <a:gd name="T54" fmla="*/ 8 w 43"/>
                  <a:gd name="T55" fmla="*/ 52 h 59"/>
                  <a:gd name="T56" fmla="*/ 35 w 43"/>
                  <a:gd name="T57" fmla="*/ 53 h 59"/>
                  <a:gd name="T58" fmla="*/ 40 w 43"/>
                  <a:gd name="T59" fmla="*/ 58 h 59"/>
                  <a:gd name="T60" fmla="*/ 40 w 43"/>
                  <a:gd name="T61" fmla="*/ 58 h 59"/>
                  <a:gd name="T62" fmla="*/ 40 w 43"/>
                  <a:gd name="T63" fmla="*/ 59 h 59"/>
                  <a:gd name="T64" fmla="*/ 42 w 43"/>
                  <a:gd name="T65" fmla="*/ 59 h 59"/>
                  <a:gd name="T66" fmla="*/ 42 w 43"/>
                  <a:gd name="T67" fmla="*/ 43 h 59"/>
                  <a:gd name="T68" fmla="*/ 9 w 43"/>
                  <a:gd name="T69" fmla="*/ 29 h 59"/>
                  <a:gd name="T70" fmla="*/ 43 w 43"/>
                  <a:gd name="T71" fmla="*/ 16 h 59"/>
                  <a:gd name="T72" fmla="*/ 43 w 43"/>
                  <a:gd name="T73" fmla="*/ 1 h 59"/>
                  <a:gd name="T74" fmla="*/ 41 w 43"/>
                  <a:gd name="T75" fmla="*/ 1 h 59"/>
                  <a:gd name="T76" fmla="*/ 41 w 43"/>
                  <a:gd name="T77" fmla="*/ 1 h 59"/>
                  <a:gd name="T78" fmla="*/ 36 w 43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9">
                    <a:moveTo>
                      <a:pt x="36" y="7"/>
                    </a:moveTo>
                    <a:cubicBezTo>
                      <a:pt x="35" y="7"/>
                      <a:pt x="35" y="7"/>
                      <a:pt x="35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3" y="5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2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3" y="45"/>
                      <a:pt x="3" y="44"/>
                      <a:pt x="2" y="40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3"/>
                      <a:pt x="3" y="52"/>
                      <a:pt x="7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9" y="53"/>
                      <a:pt x="40" y="54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6"/>
                      <a:pt x="40" y="7"/>
                      <a:pt x="36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3" name="Freeform 92">
                <a:extLst>
                  <a:ext uri="{FF2B5EF4-FFF2-40B4-BE49-F238E27FC236}">
                    <a16:creationId xmlns:a16="http://schemas.microsoft.com/office/drawing/2014/main" id="{5D5BF100-E3C1-42F2-AD48-C43BF9DEF60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2" y="7809"/>
                <a:ext cx="32" cy="20"/>
              </a:xfrm>
              <a:custGeom>
                <a:avLst/>
                <a:gdLst>
                  <a:gd name="T0" fmla="*/ 42 w 44"/>
                  <a:gd name="T1" fmla="*/ 6 h 26"/>
                  <a:gd name="T2" fmla="*/ 38 w 44"/>
                  <a:gd name="T3" fmla="*/ 11 h 26"/>
                  <a:gd name="T4" fmla="*/ 36 w 44"/>
                  <a:gd name="T5" fmla="*/ 11 h 26"/>
                  <a:gd name="T6" fmla="*/ 9 w 44"/>
                  <a:gd name="T7" fmla="*/ 7 h 26"/>
                  <a:gd name="T8" fmla="*/ 4 w 44"/>
                  <a:gd name="T9" fmla="*/ 3 h 26"/>
                  <a:gd name="T10" fmla="*/ 4 w 44"/>
                  <a:gd name="T11" fmla="*/ 0 h 26"/>
                  <a:gd name="T12" fmla="*/ 4 w 44"/>
                  <a:gd name="T13" fmla="*/ 0 h 26"/>
                  <a:gd name="T14" fmla="*/ 4 w 44"/>
                  <a:gd name="T15" fmla="*/ 0 h 26"/>
                  <a:gd name="T16" fmla="*/ 2 w 44"/>
                  <a:gd name="T17" fmla="*/ 0 h 26"/>
                  <a:gd name="T18" fmla="*/ 0 w 44"/>
                  <a:gd name="T19" fmla="*/ 19 h 26"/>
                  <a:gd name="T20" fmla="*/ 1 w 44"/>
                  <a:gd name="T21" fmla="*/ 20 h 26"/>
                  <a:gd name="T22" fmla="*/ 2 w 44"/>
                  <a:gd name="T23" fmla="*/ 20 h 26"/>
                  <a:gd name="T24" fmla="*/ 5 w 44"/>
                  <a:gd name="T25" fmla="*/ 14 h 26"/>
                  <a:gd name="T26" fmla="*/ 8 w 44"/>
                  <a:gd name="T27" fmla="*/ 15 h 26"/>
                  <a:gd name="T28" fmla="*/ 34 w 44"/>
                  <a:gd name="T29" fmla="*/ 19 h 26"/>
                  <a:gd name="T30" fmla="*/ 39 w 44"/>
                  <a:gd name="T31" fmla="*/ 23 h 26"/>
                  <a:gd name="T32" fmla="*/ 39 w 44"/>
                  <a:gd name="T33" fmla="*/ 25 h 26"/>
                  <a:gd name="T34" fmla="*/ 39 w 44"/>
                  <a:gd name="T35" fmla="*/ 25 h 26"/>
                  <a:gd name="T36" fmla="*/ 41 w 44"/>
                  <a:gd name="T37" fmla="*/ 26 h 26"/>
                  <a:gd name="T38" fmla="*/ 44 w 44"/>
                  <a:gd name="T39" fmla="*/ 6 h 26"/>
                  <a:gd name="T40" fmla="*/ 42 w 44"/>
                  <a:gd name="T4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6">
                    <a:moveTo>
                      <a:pt x="42" y="6"/>
                    </a:moveTo>
                    <a:cubicBezTo>
                      <a:pt x="41" y="10"/>
                      <a:pt x="41" y="11"/>
                      <a:pt x="38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4" y="5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8" y="19"/>
                      <a:pt x="39" y="20"/>
                      <a:pt x="39" y="23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6"/>
                      <a:pt x="42" y="6"/>
                      <a:pt x="4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4" name="Freeform 93">
                <a:extLst>
                  <a:ext uri="{FF2B5EF4-FFF2-40B4-BE49-F238E27FC236}">
                    <a16:creationId xmlns:a16="http://schemas.microsoft.com/office/drawing/2014/main" id="{9FAD249D-23C2-4D1A-9609-3959F17219B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44" y="7830"/>
                <a:ext cx="37" cy="32"/>
              </a:xfrm>
              <a:custGeom>
                <a:avLst/>
                <a:gdLst>
                  <a:gd name="T0" fmla="*/ 47 w 49"/>
                  <a:gd name="T1" fmla="*/ 11 h 43"/>
                  <a:gd name="T2" fmla="*/ 43 w 49"/>
                  <a:gd name="T3" fmla="*/ 15 h 43"/>
                  <a:gd name="T4" fmla="*/ 40 w 49"/>
                  <a:gd name="T5" fmla="*/ 15 h 43"/>
                  <a:gd name="T6" fmla="*/ 14 w 49"/>
                  <a:gd name="T7" fmla="*/ 8 h 43"/>
                  <a:gd name="T8" fmla="*/ 10 w 49"/>
                  <a:gd name="T9" fmla="*/ 4 h 43"/>
                  <a:gd name="T10" fmla="*/ 10 w 49"/>
                  <a:gd name="T11" fmla="*/ 1 h 43"/>
                  <a:gd name="T12" fmla="*/ 10 w 49"/>
                  <a:gd name="T13" fmla="*/ 1 h 43"/>
                  <a:gd name="T14" fmla="*/ 10 w 49"/>
                  <a:gd name="T15" fmla="*/ 1 h 43"/>
                  <a:gd name="T16" fmla="*/ 8 w 49"/>
                  <a:gd name="T17" fmla="*/ 0 h 43"/>
                  <a:gd name="T18" fmla="*/ 0 w 49"/>
                  <a:gd name="T19" fmla="*/ 33 h 43"/>
                  <a:gd name="T20" fmla="*/ 9 w 49"/>
                  <a:gd name="T21" fmla="*/ 36 h 43"/>
                  <a:gd name="T22" fmla="*/ 9 w 49"/>
                  <a:gd name="T23" fmla="*/ 34 h 43"/>
                  <a:gd name="T24" fmla="*/ 9 w 49"/>
                  <a:gd name="T25" fmla="*/ 34 h 43"/>
                  <a:gd name="T26" fmla="*/ 5 w 49"/>
                  <a:gd name="T27" fmla="*/ 28 h 43"/>
                  <a:gd name="T28" fmla="*/ 5 w 49"/>
                  <a:gd name="T29" fmla="*/ 25 h 43"/>
                  <a:gd name="T30" fmla="*/ 7 w 49"/>
                  <a:gd name="T31" fmla="*/ 18 h 43"/>
                  <a:gd name="T32" fmla="*/ 9 w 49"/>
                  <a:gd name="T33" fmla="*/ 15 h 43"/>
                  <a:gd name="T34" fmla="*/ 12 w 49"/>
                  <a:gd name="T35" fmla="*/ 16 h 43"/>
                  <a:gd name="T36" fmla="*/ 24 w 49"/>
                  <a:gd name="T37" fmla="*/ 19 h 43"/>
                  <a:gd name="T38" fmla="*/ 22 w 49"/>
                  <a:gd name="T39" fmla="*/ 27 h 43"/>
                  <a:gd name="T40" fmla="*/ 19 w 49"/>
                  <a:gd name="T41" fmla="*/ 31 h 43"/>
                  <a:gd name="T42" fmla="*/ 16 w 49"/>
                  <a:gd name="T43" fmla="*/ 31 h 43"/>
                  <a:gd name="T44" fmla="*/ 16 w 49"/>
                  <a:gd name="T45" fmla="*/ 31 h 43"/>
                  <a:gd name="T46" fmla="*/ 15 w 49"/>
                  <a:gd name="T47" fmla="*/ 33 h 43"/>
                  <a:gd name="T48" fmla="*/ 28 w 49"/>
                  <a:gd name="T49" fmla="*/ 37 h 43"/>
                  <a:gd name="T50" fmla="*/ 29 w 49"/>
                  <a:gd name="T51" fmla="*/ 34 h 43"/>
                  <a:gd name="T52" fmla="*/ 29 w 49"/>
                  <a:gd name="T53" fmla="*/ 34 h 43"/>
                  <a:gd name="T54" fmla="*/ 25 w 49"/>
                  <a:gd name="T55" fmla="*/ 31 h 43"/>
                  <a:gd name="T56" fmla="*/ 25 w 49"/>
                  <a:gd name="T57" fmla="*/ 28 h 43"/>
                  <a:gd name="T58" fmla="*/ 27 w 49"/>
                  <a:gd name="T59" fmla="*/ 20 h 43"/>
                  <a:gd name="T60" fmla="*/ 38 w 49"/>
                  <a:gd name="T61" fmla="*/ 22 h 43"/>
                  <a:gd name="T62" fmla="*/ 41 w 49"/>
                  <a:gd name="T63" fmla="*/ 25 h 43"/>
                  <a:gd name="T64" fmla="*/ 41 w 49"/>
                  <a:gd name="T65" fmla="*/ 27 h 43"/>
                  <a:gd name="T66" fmla="*/ 40 w 49"/>
                  <a:gd name="T67" fmla="*/ 32 h 43"/>
                  <a:gd name="T68" fmla="*/ 34 w 49"/>
                  <a:gd name="T69" fmla="*/ 39 h 43"/>
                  <a:gd name="T70" fmla="*/ 32 w 49"/>
                  <a:gd name="T71" fmla="*/ 39 h 43"/>
                  <a:gd name="T72" fmla="*/ 32 w 49"/>
                  <a:gd name="T73" fmla="*/ 38 h 43"/>
                  <a:gd name="T74" fmla="*/ 31 w 49"/>
                  <a:gd name="T75" fmla="*/ 41 h 43"/>
                  <a:gd name="T76" fmla="*/ 40 w 49"/>
                  <a:gd name="T77" fmla="*/ 43 h 43"/>
                  <a:gd name="T78" fmla="*/ 49 w 49"/>
                  <a:gd name="T79" fmla="*/ 11 h 43"/>
                  <a:gd name="T80" fmla="*/ 47 w 49"/>
                  <a:gd name="T81" fmla="*/ 10 h 43"/>
                  <a:gd name="T82" fmla="*/ 47 w 49"/>
                  <a:gd name="T83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9" h="43">
                    <a:moveTo>
                      <a:pt x="47" y="11"/>
                    </a:moveTo>
                    <a:cubicBezTo>
                      <a:pt x="46" y="14"/>
                      <a:pt x="45" y="15"/>
                      <a:pt x="43" y="15"/>
                    </a:cubicBezTo>
                    <a:cubicBezTo>
                      <a:pt x="42" y="15"/>
                      <a:pt x="41" y="15"/>
                      <a:pt x="40" y="1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7"/>
                      <a:pt x="10" y="6"/>
                      <a:pt x="10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3"/>
                      <a:pt x="5" y="31"/>
                      <a:pt x="5" y="28"/>
                    </a:cubicBezTo>
                    <a:cubicBezTo>
                      <a:pt x="5" y="27"/>
                      <a:pt x="5" y="26"/>
                      <a:pt x="5" y="2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6"/>
                      <a:pt x="8" y="15"/>
                      <a:pt x="9" y="15"/>
                    </a:cubicBezTo>
                    <a:cubicBezTo>
                      <a:pt x="10" y="15"/>
                      <a:pt x="11" y="15"/>
                      <a:pt x="12" y="16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31"/>
                      <a:pt x="20" y="31"/>
                      <a:pt x="19" y="31"/>
                    </a:cubicBezTo>
                    <a:cubicBezTo>
                      <a:pt x="18" y="31"/>
                      <a:pt x="17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6" y="33"/>
                      <a:pt x="25" y="33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8"/>
                      <a:pt x="36" y="39"/>
                      <a:pt x="34" y="39"/>
                    </a:cubicBezTo>
                    <a:cubicBezTo>
                      <a:pt x="33" y="39"/>
                      <a:pt x="33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10"/>
                      <a:pt x="47" y="10"/>
                      <a:pt x="47" y="10"/>
                    </a:cubicBezTo>
                    <a:lnTo>
                      <a:pt x="4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5" name="Freeform 94">
                <a:extLst>
                  <a:ext uri="{FF2B5EF4-FFF2-40B4-BE49-F238E27FC236}">
                    <a16:creationId xmlns:a16="http://schemas.microsoft.com/office/drawing/2014/main" id="{2F7277AF-0731-495B-937D-9D2973E499E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30" y="7861"/>
                <a:ext cx="40" cy="45"/>
              </a:xfrm>
              <a:custGeom>
                <a:avLst/>
                <a:gdLst>
                  <a:gd name="T0" fmla="*/ 54 w 54"/>
                  <a:gd name="T1" fmla="*/ 17 h 59"/>
                  <a:gd name="T2" fmla="*/ 53 w 54"/>
                  <a:gd name="T3" fmla="*/ 16 h 59"/>
                  <a:gd name="T4" fmla="*/ 53 w 54"/>
                  <a:gd name="T5" fmla="*/ 17 h 59"/>
                  <a:gd name="T6" fmla="*/ 49 w 54"/>
                  <a:gd name="T7" fmla="*/ 21 h 59"/>
                  <a:gd name="T8" fmla="*/ 45 w 54"/>
                  <a:gd name="T9" fmla="*/ 20 h 59"/>
                  <a:gd name="T10" fmla="*/ 21 w 54"/>
                  <a:gd name="T11" fmla="*/ 9 h 59"/>
                  <a:gd name="T12" fmla="*/ 17 w 54"/>
                  <a:gd name="T13" fmla="*/ 5 h 59"/>
                  <a:gd name="T14" fmla="*/ 18 w 54"/>
                  <a:gd name="T15" fmla="*/ 1 h 59"/>
                  <a:gd name="T16" fmla="*/ 18 w 54"/>
                  <a:gd name="T17" fmla="*/ 1 h 59"/>
                  <a:gd name="T18" fmla="*/ 18 w 54"/>
                  <a:gd name="T19" fmla="*/ 1 h 59"/>
                  <a:gd name="T20" fmla="*/ 16 w 54"/>
                  <a:gd name="T21" fmla="*/ 0 h 59"/>
                  <a:gd name="T22" fmla="*/ 9 w 54"/>
                  <a:gd name="T23" fmla="*/ 16 h 59"/>
                  <a:gd name="T24" fmla="*/ 11 w 54"/>
                  <a:gd name="T25" fmla="*/ 17 h 59"/>
                  <a:gd name="T26" fmla="*/ 11 w 54"/>
                  <a:gd name="T27" fmla="*/ 16 h 59"/>
                  <a:gd name="T28" fmla="*/ 15 w 54"/>
                  <a:gd name="T29" fmla="*/ 12 h 59"/>
                  <a:gd name="T30" fmla="*/ 19 w 54"/>
                  <a:gd name="T31" fmla="*/ 13 h 59"/>
                  <a:gd name="T32" fmla="*/ 44 w 54"/>
                  <a:gd name="T33" fmla="*/ 24 h 59"/>
                  <a:gd name="T34" fmla="*/ 3 w 54"/>
                  <a:gd name="T35" fmla="*/ 31 h 59"/>
                  <a:gd name="T36" fmla="*/ 0 w 54"/>
                  <a:gd name="T37" fmla="*/ 37 h 59"/>
                  <a:gd name="T38" fmla="*/ 32 w 54"/>
                  <a:gd name="T39" fmla="*/ 51 h 59"/>
                  <a:gd name="T40" fmla="*/ 36 w 54"/>
                  <a:gd name="T41" fmla="*/ 55 h 59"/>
                  <a:gd name="T42" fmla="*/ 34 w 54"/>
                  <a:gd name="T43" fmla="*/ 58 h 59"/>
                  <a:gd name="T44" fmla="*/ 34 w 54"/>
                  <a:gd name="T45" fmla="*/ 59 h 59"/>
                  <a:gd name="T46" fmla="*/ 36 w 54"/>
                  <a:gd name="T47" fmla="*/ 59 h 59"/>
                  <a:gd name="T48" fmla="*/ 43 w 54"/>
                  <a:gd name="T49" fmla="*/ 44 h 59"/>
                  <a:gd name="T50" fmla="*/ 41 w 54"/>
                  <a:gd name="T51" fmla="*/ 43 h 59"/>
                  <a:gd name="T52" fmla="*/ 41 w 54"/>
                  <a:gd name="T53" fmla="*/ 44 h 59"/>
                  <a:gd name="T54" fmla="*/ 37 w 54"/>
                  <a:gd name="T55" fmla="*/ 48 h 59"/>
                  <a:gd name="T56" fmla="*/ 33 w 54"/>
                  <a:gd name="T57" fmla="*/ 47 h 59"/>
                  <a:gd name="T58" fmla="*/ 10 w 54"/>
                  <a:gd name="T59" fmla="*/ 37 h 59"/>
                  <a:gd name="T60" fmla="*/ 49 w 54"/>
                  <a:gd name="T61" fmla="*/ 30 h 59"/>
                  <a:gd name="T62" fmla="*/ 54 w 54"/>
                  <a:gd name="T6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59">
                    <a:moveTo>
                      <a:pt x="54" y="17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9"/>
                      <a:pt x="50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8"/>
                      <a:pt x="17" y="7"/>
                      <a:pt x="17" y="5"/>
                    </a:cubicBezTo>
                    <a:cubicBezTo>
                      <a:pt x="17" y="4"/>
                      <a:pt x="17" y="3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3"/>
                      <a:pt x="13" y="12"/>
                      <a:pt x="15" y="12"/>
                    </a:cubicBezTo>
                    <a:cubicBezTo>
                      <a:pt x="16" y="12"/>
                      <a:pt x="17" y="13"/>
                      <a:pt x="19" y="1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4" y="52"/>
                      <a:pt x="36" y="53"/>
                      <a:pt x="36" y="55"/>
                    </a:cubicBezTo>
                    <a:cubicBezTo>
                      <a:pt x="36" y="56"/>
                      <a:pt x="35" y="57"/>
                      <a:pt x="34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7"/>
                      <a:pt x="39" y="48"/>
                      <a:pt x="37" y="48"/>
                    </a:cubicBezTo>
                    <a:cubicBezTo>
                      <a:pt x="36" y="48"/>
                      <a:pt x="35" y="47"/>
                      <a:pt x="33" y="4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5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6" name="Freeform 95">
                <a:extLst>
                  <a:ext uri="{FF2B5EF4-FFF2-40B4-BE49-F238E27FC236}">
                    <a16:creationId xmlns:a16="http://schemas.microsoft.com/office/drawing/2014/main" id="{3ACDF97B-0008-4A24-9723-0B493E72827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45" y="7603"/>
                <a:ext cx="83" cy="79"/>
              </a:xfrm>
              <a:custGeom>
                <a:avLst/>
                <a:gdLst>
                  <a:gd name="T0" fmla="*/ 64 w 112"/>
                  <a:gd name="T1" fmla="*/ 89 h 105"/>
                  <a:gd name="T2" fmla="*/ 93 w 112"/>
                  <a:gd name="T3" fmla="*/ 102 h 105"/>
                  <a:gd name="T4" fmla="*/ 97 w 112"/>
                  <a:gd name="T5" fmla="*/ 97 h 105"/>
                  <a:gd name="T6" fmla="*/ 87 w 112"/>
                  <a:gd name="T7" fmla="*/ 71 h 105"/>
                  <a:gd name="T8" fmla="*/ 88 w 112"/>
                  <a:gd name="T9" fmla="*/ 62 h 105"/>
                  <a:gd name="T10" fmla="*/ 108 w 112"/>
                  <a:gd name="T11" fmla="*/ 46 h 105"/>
                  <a:gd name="T12" fmla="*/ 105 w 112"/>
                  <a:gd name="T13" fmla="*/ 38 h 105"/>
                  <a:gd name="T14" fmla="*/ 81 w 112"/>
                  <a:gd name="T15" fmla="*/ 39 h 105"/>
                  <a:gd name="T16" fmla="*/ 74 w 112"/>
                  <a:gd name="T17" fmla="*/ 33 h 105"/>
                  <a:gd name="T18" fmla="*/ 61 w 112"/>
                  <a:gd name="T19" fmla="*/ 5 h 105"/>
                  <a:gd name="T20" fmla="*/ 53 w 112"/>
                  <a:gd name="T21" fmla="*/ 5 h 105"/>
                  <a:gd name="T22" fmla="*/ 45 w 112"/>
                  <a:gd name="T23" fmla="*/ 31 h 105"/>
                  <a:gd name="T24" fmla="*/ 34 w 112"/>
                  <a:gd name="T25" fmla="*/ 38 h 105"/>
                  <a:gd name="T26" fmla="*/ 6 w 112"/>
                  <a:gd name="T27" fmla="*/ 38 h 105"/>
                  <a:gd name="T28" fmla="*/ 5 w 112"/>
                  <a:gd name="T29" fmla="*/ 47 h 105"/>
                  <a:gd name="T30" fmla="*/ 26 w 112"/>
                  <a:gd name="T31" fmla="*/ 61 h 105"/>
                  <a:gd name="T32" fmla="*/ 30 w 112"/>
                  <a:gd name="T33" fmla="*/ 74 h 105"/>
                  <a:gd name="T34" fmla="*/ 22 w 112"/>
                  <a:gd name="T35" fmla="*/ 98 h 105"/>
                  <a:gd name="T36" fmla="*/ 28 w 112"/>
                  <a:gd name="T37" fmla="*/ 103 h 105"/>
                  <a:gd name="T38" fmla="*/ 52 w 112"/>
                  <a:gd name="T39" fmla="*/ 89 h 105"/>
                  <a:gd name="T40" fmla="*/ 64 w 112"/>
                  <a:gd name="T41" fmla="*/ 89 h 105"/>
                  <a:gd name="T42" fmla="*/ 33 w 112"/>
                  <a:gd name="T43" fmla="*/ 86 h 105"/>
                  <a:gd name="T44" fmla="*/ 40 w 112"/>
                  <a:gd name="T45" fmla="*/ 67 h 105"/>
                  <a:gd name="T46" fmla="*/ 37 w 112"/>
                  <a:gd name="T47" fmla="*/ 59 h 105"/>
                  <a:gd name="T48" fmla="*/ 19 w 112"/>
                  <a:gd name="T49" fmla="*/ 49 h 105"/>
                  <a:gd name="T50" fmla="*/ 20 w 112"/>
                  <a:gd name="T51" fmla="*/ 45 h 105"/>
                  <a:gd name="T52" fmla="*/ 41 w 112"/>
                  <a:gd name="T53" fmla="*/ 46 h 105"/>
                  <a:gd name="T54" fmla="*/ 49 w 112"/>
                  <a:gd name="T55" fmla="*/ 41 h 105"/>
                  <a:gd name="T56" fmla="*/ 55 w 112"/>
                  <a:gd name="T57" fmla="*/ 21 h 105"/>
                  <a:gd name="T58" fmla="*/ 60 w 112"/>
                  <a:gd name="T59" fmla="*/ 20 h 105"/>
                  <a:gd name="T60" fmla="*/ 67 w 112"/>
                  <a:gd name="T61" fmla="*/ 42 h 105"/>
                  <a:gd name="T62" fmla="*/ 73 w 112"/>
                  <a:gd name="T63" fmla="*/ 47 h 105"/>
                  <a:gd name="T64" fmla="*/ 92 w 112"/>
                  <a:gd name="T65" fmla="*/ 45 h 105"/>
                  <a:gd name="T66" fmla="*/ 94 w 112"/>
                  <a:gd name="T67" fmla="*/ 49 h 105"/>
                  <a:gd name="T68" fmla="*/ 78 w 112"/>
                  <a:gd name="T69" fmla="*/ 59 h 105"/>
                  <a:gd name="T70" fmla="*/ 76 w 112"/>
                  <a:gd name="T71" fmla="*/ 67 h 105"/>
                  <a:gd name="T72" fmla="*/ 86 w 112"/>
                  <a:gd name="T73" fmla="*/ 87 h 105"/>
                  <a:gd name="T74" fmla="*/ 83 w 112"/>
                  <a:gd name="T75" fmla="*/ 90 h 105"/>
                  <a:gd name="T76" fmla="*/ 63 w 112"/>
                  <a:gd name="T77" fmla="*/ 77 h 105"/>
                  <a:gd name="T78" fmla="*/ 54 w 112"/>
                  <a:gd name="T79" fmla="*/ 77 h 105"/>
                  <a:gd name="T80" fmla="*/ 37 w 112"/>
                  <a:gd name="T81" fmla="*/ 90 h 105"/>
                  <a:gd name="T82" fmla="*/ 33 w 112"/>
                  <a:gd name="T83" fmla="*/ 8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2" h="105">
                    <a:moveTo>
                      <a:pt x="64" y="89"/>
                    </a:moveTo>
                    <a:cubicBezTo>
                      <a:pt x="93" y="102"/>
                      <a:pt x="93" y="102"/>
                      <a:pt x="93" y="102"/>
                    </a:cubicBezTo>
                    <a:cubicBezTo>
                      <a:pt x="97" y="104"/>
                      <a:pt x="99" y="101"/>
                      <a:pt x="97" y="97"/>
                    </a:cubicBezTo>
                    <a:cubicBezTo>
                      <a:pt x="87" y="71"/>
                      <a:pt x="87" y="71"/>
                      <a:pt x="87" y="71"/>
                    </a:cubicBezTo>
                    <a:cubicBezTo>
                      <a:pt x="85" y="68"/>
                      <a:pt x="85" y="65"/>
                      <a:pt x="88" y="6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12" y="43"/>
                      <a:pt x="111" y="38"/>
                      <a:pt x="105" y="38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7" y="39"/>
                      <a:pt x="75" y="38"/>
                      <a:pt x="74" y="33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0"/>
                      <a:pt x="55" y="0"/>
                      <a:pt x="53" y="5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3" y="35"/>
                      <a:pt x="41" y="37"/>
                      <a:pt x="34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2" y="39"/>
                      <a:pt x="0" y="44"/>
                      <a:pt x="5" y="47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31" y="64"/>
                      <a:pt x="32" y="67"/>
                      <a:pt x="30" y="74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1" y="102"/>
                      <a:pt x="24" y="105"/>
                      <a:pt x="28" y="103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8" y="86"/>
                      <a:pt x="61" y="88"/>
                      <a:pt x="64" y="89"/>
                    </a:cubicBezTo>
                    <a:moveTo>
                      <a:pt x="33" y="86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4"/>
                      <a:pt x="40" y="61"/>
                      <a:pt x="37" y="5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6" y="47"/>
                      <a:pt x="17" y="44"/>
                      <a:pt x="20" y="4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4" y="45"/>
                      <a:pt x="48" y="44"/>
                      <a:pt x="49" y="4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18"/>
                      <a:pt x="59" y="18"/>
                      <a:pt x="60" y="20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4"/>
                      <a:pt x="69" y="47"/>
                      <a:pt x="73" y="47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5" y="45"/>
                      <a:pt x="96" y="48"/>
                      <a:pt x="94" y="4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5" y="61"/>
                      <a:pt x="74" y="64"/>
                      <a:pt x="76" y="67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87" y="89"/>
                      <a:pt x="86" y="91"/>
                      <a:pt x="83" y="90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1" y="76"/>
                      <a:pt x="57" y="76"/>
                      <a:pt x="54" y="77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4" y="92"/>
                      <a:pt x="32" y="90"/>
                      <a:pt x="33" y="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7" name="Freeform 96">
                <a:extLst>
                  <a:ext uri="{FF2B5EF4-FFF2-40B4-BE49-F238E27FC236}">
                    <a16:creationId xmlns:a16="http://schemas.microsoft.com/office/drawing/2014/main" id="{9983E20A-093F-4352-A298-E1CFF11A387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00" y="8102"/>
                <a:ext cx="38" cy="53"/>
              </a:xfrm>
              <a:custGeom>
                <a:avLst/>
                <a:gdLst>
                  <a:gd name="T0" fmla="*/ 48 w 50"/>
                  <a:gd name="T1" fmla="*/ 0 h 70"/>
                  <a:gd name="T2" fmla="*/ 2 w 50"/>
                  <a:gd name="T3" fmla="*/ 0 h 70"/>
                  <a:gd name="T4" fmla="*/ 0 w 50"/>
                  <a:gd name="T5" fmla="*/ 3 h 70"/>
                  <a:gd name="T6" fmla="*/ 0 w 50"/>
                  <a:gd name="T7" fmla="*/ 5 h 70"/>
                  <a:gd name="T8" fmla="*/ 2 w 50"/>
                  <a:gd name="T9" fmla="*/ 8 h 70"/>
                  <a:gd name="T10" fmla="*/ 21 w 50"/>
                  <a:gd name="T11" fmla="*/ 8 h 70"/>
                  <a:gd name="T12" fmla="*/ 21 w 50"/>
                  <a:gd name="T13" fmla="*/ 68 h 70"/>
                  <a:gd name="T14" fmla="*/ 25 w 50"/>
                  <a:gd name="T15" fmla="*/ 70 h 70"/>
                  <a:gd name="T16" fmla="*/ 26 w 50"/>
                  <a:gd name="T17" fmla="*/ 70 h 70"/>
                  <a:gd name="T18" fmla="*/ 30 w 50"/>
                  <a:gd name="T19" fmla="*/ 68 h 70"/>
                  <a:gd name="T20" fmla="*/ 30 w 50"/>
                  <a:gd name="T21" fmla="*/ 8 h 70"/>
                  <a:gd name="T22" fmla="*/ 48 w 50"/>
                  <a:gd name="T23" fmla="*/ 8 h 70"/>
                  <a:gd name="T24" fmla="*/ 50 w 50"/>
                  <a:gd name="T25" fmla="*/ 5 h 70"/>
                  <a:gd name="T26" fmla="*/ 50 w 50"/>
                  <a:gd name="T27" fmla="*/ 3 h 70"/>
                  <a:gd name="T28" fmla="*/ 48 w 50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70">
                    <a:moveTo>
                      <a:pt x="4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2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0"/>
                      <a:pt x="30" y="69"/>
                      <a:pt x="30" y="6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8"/>
                      <a:pt x="50" y="7"/>
                      <a:pt x="50" y="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8" name="Freeform 97">
                <a:extLst>
                  <a:ext uri="{FF2B5EF4-FFF2-40B4-BE49-F238E27FC236}">
                    <a16:creationId xmlns:a16="http://schemas.microsoft.com/office/drawing/2014/main" id="{1D42CF3D-AF95-498C-B679-6348C7367A4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49" y="8102"/>
                <a:ext cx="40" cy="53"/>
              </a:xfrm>
              <a:custGeom>
                <a:avLst/>
                <a:gdLst>
                  <a:gd name="T0" fmla="*/ 50 w 54"/>
                  <a:gd name="T1" fmla="*/ 0 h 70"/>
                  <a:gd name="T2" fmla="*/ 49 w 54"/>
                  <a:gd name="T3" fmla="*/ 0 h 70"/>
                  <a:gd name="T4" fmla="*/ 45 w 54"/>
                  <a:gd name="T5" fmla="*/ 2 h 70"/>
                  <a:gd name="T6" fmla="*/ 45 w 54"/>
                  <a:gd name="T7" fmla="*/ 31 h 70"/>
                  <a:gd name="T8" fmla="*/ 9 w 54"/>
                  <a:gd name="T9" fmla="*/ 31 h 70"/>
                  <a:gd name="T10" fmla="*/ 9 w 54"/>
                  <a:gd name="T11" fmla="*/ 2 h 70"/>
                  <a:gd name="T12" fmla="*/ 5 w 54"/>
                  <a:gd name="T13" fmla="*/ 0 h 70"/>
                  <a:gd name="T14" fmla="*/ 4 w 54"/>
                  <a:gd name="T15" fmla="*/ 0 h 70"/>
                  <a:gd name="T16" fmla="*/ 0 w 54"/>
                  <a:gd name="T17" fmla="*/ 2 h 70"/>
                  <a:gd name="T18" fmla="*/ 0 w 54"/>
                  <a:gd name="T19" fmla="*/ 68 h 70"/>
                  <a:gd name="T20" fmla="*/ 4 w 54"/>
                  <a:gd name="T21" fmla="*/ 70 h 70"/>
                  <a:gd name="T22" fmla="*/ 5 w 54"/>
                  <a:gd name="T23" fmla="*/ 70 h 70"/>
                  <a:gd name="T24" fmla="*/ 9 w 54"/>
                  <a:gd name="T25" fmla="*/ 68 h 70"/>
                  <a:gd name="T26" fmla="*/ 9 w 54"/>
                  <a:gd name="T27" fmla="*/ 38 h 70"/>
                  <a:gd name="T28" fmla="*/ 45 w 54"/>
                  <a:gd name="T29" fmla="*/ 38 h 70"/>
                  <a:gd name="T30" fmla="*/ 45 w 54"/>
                  <a:gd name="T31" fmla="*/ 68 h 70"/>
                  <a:gd name="T32" fmla="*/ 49 w 54"/>
                  <a:gd name="T33" fmla="*/ 70 h 70"/>
                  <a:gd name="T34" fmla="*/ 50 w 54"/>
                  <a:gd name="T35" fmla="*/ 70 h 70"/>
                  <a:gd name="T36" fmla="*/ 54 w 54"/>
                  <a:gd name="T37" fmla="*/ 68 h 70"/>
                  <a:gd name="T38" fmla="*/ 54 w 54"/>
                  <a:gd name="T39" fmla="*/ 2 h 70"/>
                  <a:gd name="T40" fmla="*/ 50 w 54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70">
                    <a:moveTo>
                      <a:pt x="5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9"/>
                      <a:pt x="46" y="70"/>
                      <a:pt x="49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3" y="70"/>
                      <a:pt x="54" y="69"/>
                      <a:pt x="54" y="6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9" name="Freeform 98">
                <a:extLst>
                  <a:ext uri="{FF2B5EF4-FFF2-40B4-BE49-F238E27FC236}">
                    <a16:creationId xmlns:a16="http://schemas.microsoft.com/office/drawing/2014/main" id="{710A70C6-1792-4FE0-B6EB-DBA9E0E5C85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0" name="Freeform 99">
                <a:extLst>
                  <a:ext uri="{FF2B5EF4-FFF2-40B4-BE49-F238E27FC236}">
                    <a16:creationId xmlns:a16="http://schemas.microsoft.com/office/drawing/2014/main" id="{B4BFD545-D2C0-4D49-8FCE-88ED06E631C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69" y="8102"/>
                <a:ext cx="37" cy="53"/>
              </a:xfrm>
              <a:custGeom>
                <a:avLst/>
                <a:gdLst>
                  <a:gd name="T0" fmla="*/ 41 w 49"/>
                  <a:gd name="T1" fmla="*/ 48 h 70"/>
                  <a:gd name="T2" fmla="*/ 32 w 49"/>
                  <a:gd name="T3" fmla="*/ 35 h 70"/>
                  <a:gd name="T4" fmla="*/ 32 w 49"/>
                  <a:gd name="T5" fmla="*/ 35 h 70"/>
                  <a:gd name="T6" fmla="*/ 43 w 49"/>
                  <a:gd name="T7" fmla="*/ 18 h 70"/>
                  <a:gd name="T8" fmla="*/ 19 w 49"/>
                  <a:gd name="T9" fmla="*/ 0 h 70"/>
                  <a:gd name="T10" fmla="*/ 3 w 49"/>
                  <a:gd name="T11" fmla="*/ 0 h 70"/>
                  <a:gd name="T12" fmla="*/ 0 w 49"/>
                  <a:gd name="T13" fmla="*/ 3 h 70"/>
                  <a:gd name="T14" fmla="*/ 0 w 49"/>
                  <a:gd name="T15" fmla="*/ 68 h 70"/>
                  <a:gd name="T16" fmla="*/ 4 w 49"/>
                  <a:gd name="T17" fmla="*/ 70 h 70"/>
                  <a:gd name="T18" fmla="*/ 4 w 49"/>
                  <a:gd name="T19" fmla="*/ 70 h 70"/>
                  <a:gd name="T20" fmla="*/ 8 w 49"/>
                  <a:gd name="T21" fmla="*/ 68 h 70"/>
                  <a:gd name="T22" fmla="*/ 8 w 49"/>
                  <a:gd name="T23" fmla="*/ 39 h 70"/>
                  <a:gd name="T24" fmla="*/ 17 w 49"/>
                  <a:gd name="T25" fmla="*/ 39 h 70"/>
                  <a:gd name="T26" fmla="*/ 32 w 49"/>
                  <a:gd name="T27" fmla="*/ 49 h 70"/>
                  <a:gd name="T28" fmla="*/ 40 w 49"/>
                  <a:gd name="T29" fmla="*/ 69 h 70"/>
                  <a:gd name="T30" fmla="*/ 44 w 49"/>
                  <a:gd name="T31" fmla="*/ 70 h 70"/>
                  <a:gd name="T32" fmla="*/ 45 w 49"/>
                  <a:gd name="T33" fmla="*/ 70 h 70"/>
                  <a:gd name="T34" fmla="*/ 49 w 49"/>
                  <a:gd name="T35" fmla="*/ 69 h 70"/>
                  <a:gd name="T36" fmla="*/ 48 w 49"/>
                  <a:gd name="T37" fmla="*/ 67 h 70"/>
                  <a:gd name="T38" fmla="*/ 41 w 49"/>
                  <a:gd name="T39" fmla="*/ 48 h 70"/>
                  <a:gd name="T40" fmla="*/ 21 w 49"/>
                  <a:gd name="T41" fmla="*/ 32 h 70"/>
                  <a:gd name="T42" fmla="*/ 8 w 49"/>
                  <a:gd name="T43" fmla="*/ 32 h 70"/>
                  <a:gd name="T44" fmla="*/ 8 w 49"/>
                  <a:gd name="T45" fmla="*/ 8 h 70"/>
                  <a:gd name="T46" fmla="*/ 21 w 49"/>
                  <a:gd name="T47" fmla="*/ 8 h 70"/>
                  <a:gd name="T48" fmla="*/ 34 w 49"/>
                  <a:gd name="T49" fmla="*/ 20 h 70"/>
                  <a:gd name="T50" fmla="*/ 21 w 49"/>
                  <a:gd name="T51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0">
                    <a:moveTo>
                      <a:pt x="41" y="48"/>
                    </a:moveTo>
                    <a:cubicBezTo>
                      <a:pt x="38" y="41"/>
                      <a:pt x="36" y="37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9" y="32"/>
                      <a:pt x="43" y="27"/>
                      <a:pt x="43" y="18"/>
                    </a:cubicBezTo>
                    <a:cubicBezTo>
                      <a:pt x="43" y="6"/>
                      <a:pt x="35" y="0"/>
                      <a:pt x="1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25" y="39"/>
                      <a:pt x="29" y="41"/>
                      <a:pt x="32" y="4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70"/>
                      <a:pt x="42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70"/>
                      <a:pt x="49" y="69"/>
                    </a:cubicBezTo>
                    <a:cubicBezTo>
                      <a:pt x="49" y="68"/>
                      <a:pt x="49" y="68"/>
                      <a:pt x="48" y="67"/>
                    </a:cubicBezTo>
                    <a:lnTo>
                      <a:pt x="41" y="48"/>
                    </a:lnTo>
                    <a:close/>
                    <a:moveTo>
                      <a:pt x="21" y="32"/>
                    </a:moveTo>
                    <a:cubicBezTo>
                      <a:pt x="8" y="32"/>
                      <a:pt x="8" y="32"/>
                      <a:pt x="8" y="3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9" y="8"/>
                      <a:pt x="34" y="12"/>
                      <a:pt x="34" y="20"/>
                    </a:cubicBezTo>
                    <a:cubicBezTo>
                      <a:pt x="34" y="26"/>
                      <a:pt x="29" y="32"/>
                      <a:pt x="21" y="3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1" name="Freeform 100">
                <a:extLst>
                  <a:ext uri="{FF2B5EF4-FFF2-40B4-BE49-F238E27FC236}">
                    <a16:creationId xmlns:a16="http://schemas.microsoft.com/office/drawing/2014/main" id="{11E74607-E147-41F4-9F39-30E4D04FE92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4" y="8102"/>
                <a:ext cx="45" cy="53"/>
              </a:xfrm>
              <a:custGeom>
                <a:avLst/>
                <a:gdLst>
                  <a:gd name="T0" fmla="*/ 30 w 61"/>
                  <a:gd name="T1" fmla="*/ 0 h 71"/>
                  <a:gd name="T2" fmla="*/ 0 w 61"/>
                  <a:gd name="T3" fmla="*/ 35 h 71"/>
                  <a:gd name="T4" fmla="*/ 30 w 61"/>
                  <a:gd name="T5" fmla="*/ 71 h 71"/>
                  <a:gd name="T6" fmla="*/ 61 w 61"/>
                  <a:gd name="T7" fmla="*/ 35 h 71"/>
                  <a:gd name="T8" fmla="*/ 30 w 61"/>
                  <a:gd name="T9" fmla="*/ 0 h 71"/>
                  <a:gd name="T10" fmla="*/ 30 w 61"/>
                  <a:gd name="T11" fmla="*/ 63 h 71"/>
                  <a:gd name="T12" fmla="*/ 9 w 61"/>
                  <a:gd name="T13" fmla="*/ 35 h 71"/>
                  <a:gd name="T14" fmla="*/ 30 w 61"/>
                  <a:gd name="T15" fmla="*/ 7 h 71"/>
                  <a:gd name="T16" fmla="*/ 52 w 61"/>
                  <a:gd name="T17" fmla="*/ 35 h 71"/>
                  <a:gd name="T18" fmla="*/ 30 w 61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1">
                    <a:moveTo>
                      <a:pt x="30" y="0"/>
                    </a:moveTo>
                    <a:cubicBezTo>
                      <a:pt x="10" y="0"/>
                      <a:pt x="0" y="12"/>
                      <a:pt x="0" y="35"/>
                    </a:cubicBezTo>
                    <a:cubicBezTo>
                      <a:pt x="0" y="58"/>
                      <a:pt x="10" y="71"/>
                      <a:pt x="30" y="71"/>
                    </a:cubicBezTo>
                    <a:cubicBezTo>
                      <a:pt x="50" y="71"/>
                      <a:pt x="61" y="58"/>
                      <a:pt x="61" y="35"/>
                    </a:cubicBezTo>
                    <a:cubicBezTo>
                      <a:pt x="61" y="12"/>
                      <a:pt x="50" y="0"/>
                      <a:pt x="30" y="0"/>
                    </a:cubicBezTo>
                    <a:moveTo>
                      <a:pt x="30" y="63"/>
                    </a:moveTo>
                    <a:cubicBezTo>
                      <a:pt x="16" y="63"/>
                      <a:pt x="9" y="53"/>
                      <a:pt x="9" y="35"/>
                    </a:cubicBezTo>
                    <a:cubicBezTo>
                      <a:pt x="9" y="17"/>
                      <a:pt x="16" y="7"/>
                      <a:pt x="30" y="7"/>
                    </a:cubicBezTo>
                    <a:cubicBezTo>
                      <a:pt x="44" y="7"/>
                      <a:pt x="52" y="17"/>
                      <a:pt x="52" y="35"/>
                    </a:cubicBezTo>
                    <a:cubicBezTo>
                      <a:pt x="52" y="53"/>
                      <a:pt x="44" y="63"/>
                      <a:pt x="30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2" name="Freeform 101">
                <a:extLst>
                  <a:ext uri="{FF2B5EF4-FFF2-40B4-BE49-F238E27FC236}">
                    <a16:creationId xmlns:a16="http://schemas.microsoft.com/office/drawing/2014/main" id="{B2E4B64D-0703-4892-A5A3-A697E96F492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8" y="8102"/>
                <a:ext cx="38" cy="53"/>
              </a:xfrm>
              <a:custGeom>
                <a:avLst/>
                <a:gdLst>
                  <a:gd name="T0" fmla="*/ 47 w 52"/>
                  <a:gd name="T1" fmla="*/ 0 h 70"/>
                  <a:gd name="T2" fmla="*/ 43 w 52"/>
                  <a:gd name="T3" fmla="*/ 2 h 70"/>
                  <a:gd name="T4" fmla="*/ 26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4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1 w 52"/>
                  <a:gd name="T17" fmla="*/ 34 h 70"/>
                  <a:gd name="T18" fmla="*/ 21 w 52"/>
                  <a:gd name="T19" fmla="*/ 68 h 70"/>
                  <a:gd name="T20" fmla="*/ 25 w 52"/>
                  <a:gd name="T21" fmla="*/ 70 h 70"/>
                  <a:gd name="T22" fmla="*/ 26 w 52"/>
                  <a:gd name="T23" fmla="*/ 70 h 70"/>
                  <a:gd name="T24" fmla="*/ 30 w 52"/>
                  <a:gd name="T25" fmla="*/ 68 h 70"/>
                  <a:gd name="T26" fmla="*/ 30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7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7" y="0"/>
                    </a:moveTo>
                    <a:cubicBezTo>
                      <a:pt x="45" y="0"/>
                      <a:pt x="43" y="1"/>
                      <a:pt x="43" y="2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3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9" y="70"/>
                      <a:pt x="30" y="69"/>
                      <a:pt x="30" y="6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3" name="Freeform 102">
                <a:extLst>
                  <a:ext uri="{FF2B5EF4-FFF2-40B4-BE49-F238E27FC236}">
                    <a16:creationId xmlns:a16="http://schemas.microsoft.com/office/drawing/2014/main" id="{8F42F9FD-9781-479F-A5F9-69161B22DF6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11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1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5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9" y="70"/>
                      <a:pt x="9" y="69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9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4" name="Freeform 103">
                <a:extLst>
                  <a:ext uri="{FF2B5EF4-FFF2-40B4-BE49-F238E27FC236}">
                    <a16:creationId xmlns:a16="http://schemas.microsoft.com/office/drawing/2014/main" id="{E6B16E26-8D8D-4F4B-87AB-253CCBA915E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5" y="8102"/>
                <a:ext cx="28" cy="53"/>
              </a:xfrm>
              <a:custGeom>
                <a:avLst/>
                <a:gdLst>
                  <a:gd name="T0" fmla="*/ 36 w 38"/>
                  <a:gd name="T1" fmla="*/ 62 h 70"/>
                  <a:gd name="T2" fmla="*/ 9 w 38"/>
                  <a:gd name="T3" fmla="*/ 62 h 70"/>
                  <a:gd name="T4" fmla="*/ 9 w 38"/>
                  <a:gd name="T5" fmla="*/ 2 h 70"/>
                  <a:gd name="T6" fmla="*/ 5 w 38"/>
                  <a:gd name="T7" fmla="*/ 0 h 70"/>
                  <a:gd name="T8" fmla="*/ 4 w 38"/>
                  <a:gd name="T9" fmla="*/ 0 h 70"/>
                  <a:gd name="T10" fmla="*/ 0 w 38"/>
                  <a:gd name="T11" fmla="*/ 2 h 70"/>
                  <a:gd name="T12" fmla="*/ 0 w 38"/>
                  <a:gd name="T13" fmla="*/ 67 h 70"/>
                  <a:gd name="T14" fmla="*/ 3 w 38"/>
                  <a:gd name="T15" fmla="*/ 70 h 70"/>
                  <a:gd name="T16" fmla="*/ 36 w 38"/>
                  <a:gd name="T17" fmla="*/ 70 h 70"/>
                  <a:gd name="T18" fmla="*/ 38 w 38"/>
                  <a:gd name="T19" fmla="*/ 67 h 70"/>
                  <a:gd name="T20" fmla="*/ 38 w 38"/>
                  <a:gd name="T21" fmla="*/ 65 h 70"/>
                  <a:gd name="T22" fmla="*/ 36 w 38"/>
                  <a:gd name="T23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6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0"/>
                      <a:pt x="38" y="69"/>
                      <a:pt x="38" y="67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3"/>
                      <a:pt x="37" y="62"/>
                      <a:pt x="36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5" name="Freeform 104">
                <a:extLst>
                  <a:ext uri="{FF2B5EF4-FFF2-40B4-BE49-F238E27FC236}">
                    <a16:creationId xmlns:a16="http://schemas.microsoft.com/office/drawing/2014/main" id="{F3D2B45F-FD17-46DF-A184-007F4FA24A5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19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6" name="Freeform 105">
                <a:extLst>
                  <a:ext uri="{FF2B5EF4-FFF2-40B4-BE49-F238E27FC236}">
                    <a16:creationId xmlns:a16="http://schemas.microsoft.com/office/drawing/2014/main" id="{5D290384-F653-4455-96EA-1A1D8D6D7B5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7" y="8102"/>
                <a:ext cx="63" cy="53"/>
              </a:xfrm>
              <a:custGeom>
                <a:avLst/>
                <a:gdLst>
                  <a:gd name="T0" fmla="*/ 80 w 84"/>
                  <a:gd name="T1" fmla="*/ 0 h 70"/>
                  <a:gd name="T2" fmla="*/ 80 w 84"/>
                  <a:gd name="T3" fmla="*/ 0 h 70"/>
                  <a:gd name="T4" fmla="*/ 76 w 84"/>
                  <a:gd name="T5" fmla="*/ 2 h 70"/>
                  <a:gd name="T6" fmla="*/ 61 w 84"/>
                  <a:gd name="T7" fmla="*/ 60 h 70"/>
                  <a:gd name="T8" fmla="*/ 60 w 84"/>
                  <a:gd name="T9" fmla="*/ 51 h 70"/>
                  <a:gd name="T10" fmla="*/ 47 w 84"/>
                  <a:gd name="T11" fmla="*/ 2 h 70"/>
                  <a:gd name="T12" fmla="*/ 43 w 84"/>
                  <a:gd name="T13" fmla="*/ 0 h 70"/>
                  <a:gd name="T14" fmla="*/ 42 w 84"/>
                  <a:gd name="T15" fmla="*/ 0 h 70"/>
                  <a:gd name="T16" fmla="*/ 38 w 84"/>
                  <a:gd name="T17" fmla="*/ 2 h 70"/>
                  <a:gd name="T18" fmla="*/ 23 w 84"/>
                  <a:gd name="T19" fmla="*/ 60 h 70"/>
                  <a:gd name="T20" fmla="*/ 22 w 84"/>
                  <a:gd name="T21" fmla="*/ 51 h 70"/>
                  <a:gd name="T22" fmla="*/ 9 w 84"/>
                  <a:gd name="T23" fmla="*/ 2 h 70"/>
                  <a:gd name="T24" fmla="*/ 5 w 84"/>
                  <a:gd name="T25" fmla="*/ 0 h 70"/>
                  <a:gd name="T26" fmla="*/ 4 w 84"/>
                  <a:gd name="T27" fmla="*/ 0 h 70"/>
                  <a:gd name="T28" fmla="*/ 0 w 84"/>
                  <a:gd name="T29" fmla="*/ 2 h 70"/>
                  <a:gd name="T30" fmla="*/ 0 w 84"/>
                  <a:gd name="T31" fmla="*/ 3 h 70"/>
                  <a:gd name="T32" fmla="*/ 17 w 84"/>
                  <a:gd name="T33" fmla="*/ 69 h 70"/>
                  <a:gd name="T34" fmla="*/ 21 w 84"/>
                  <a:gd name="T35" fmla="*/ 70 h 70"/>
                  <a:gd name="T36" fmla="*/ 25 w 84"/>
                  <a:gd name="T37" fmla="*/ 70 h 70"/>
                  <a:gd name="T38" fmla="*/ 29 w 84"/>
                  <a:gd name="T39" fmla="*/ 69 h 70"/>
                  <a:gd name="T40" fmla="*/ 40 w 84"/>
                  <a:gd name="T41" fmla="*/ 28 h 70"/>
                  <a:gd name="T42" fmla="*/ 42 w 84"/>
                  <a:gd name="T43" fmla="*/ 15 h 70"/>
                  <a:gd name="T44" fmla="*/ 44 w 84"/>
                  <a:gd name="T45" fmla="*/ 28 h 70"/>
                  <a:gd name="T46" fmla="*/ 55 w 84"/>
                  <a:gd name="T47" fmla="*/ 69 h 70"/>
                  <a:gd name="T48" fmla="*/ 59 w 84"/>
                  <a:gd name="T49" fmla="*/ 70 h 70"/>
                  <a:gd name="T50" fmla="*/ 63 w 84"/>
                  <a:gd name="T51" fmla="*/ 70 h 70"/>
                  <a:gd name="T52" fmla="*/ 67 w 84"/>
                  <a:gd name="T53" fmla="*/ 69 h 70"/>
                  <a:gd name="T54" fmla="*/ 84 w 84"/>
                  <a:gd name="T55" fmla="*/ 3 h 70"/>
                  <a:gd name="T56" fmla="*/ 84 w 84"/>
                  <a:gd name="T57" fmla="*/ 2 h 70"/>
                  <a:gd name="T58" fmla="*/ 80 w 84"/>
                  <a:gd name="T5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70"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78" y="0"/>
                      <a:pt x="76" y="1"/>
                      <a:pt x="76" y="2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1" y="60"/>
                      <a:pt x="60" y="54"/>
                      <a:pt x="60" y="5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5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38" y="1"/>
                      <a:pt x="38" y="2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2" y="53"/>
                      <a:pt x="22" y="5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9" y="70"/>
                      <a:pt x="21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9" y="70"/>
                      <a:pt x="29" y="6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70"/>
                      <a:pt x="57" y="70"/>
                      <a:pt x="59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5" y="70"/>
                      <a:pt x="67" y="70"/>
                      <a:pt x="67" y="69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4" y="1"/>
                      <a:pt x="83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7" name="Freeform 106">
                <a:extLst>
                  <a:ext uri="{FF2B5EF4-FFF2-40B4-BE49-F238E27FC236}">
                    <a16:creationId xmlns:a16="http://schemas.microsoft.com/office/drawing/2014/main" id="{86BE9863-9E2D-4671-83C8-18B248343F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31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8" name="Freeform 107">
                <a:extLst>
                  <a:ext uri="{FF2B5EF4-FFF2-40B4-BE49-F238E27FC236}">
                    <a16:creationId xmlns:a16="http://schemas.microsoft.com/office/drawing/2014/main" id="{445FD142-77CD-4592-A3F5-7E169FFB591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74" y="8102"/>
                <a:ext cx="40" cy="53"/>
              </a:xfrm>
              <a:custGeom>
                <a:avLst/>
                <a:gdLst>
                  <a:gd name="T0" fmla="*/ 23 w 53"/>
                  <a:gd name="T1" fmla="*/ 0 h 70"/>
                  <a:gd name="T2" fmla="*/ 3 w 53"/>
                  <a:gd name="T3" fmla="*/ 0 h 70"/>
                  <a:gd name="T4" fmla="*/ 0 w 53"/>
                  <a:gd name="T5" fmla="*/ 3 h 70"/>
                  <a:gd name="T6" fmla="*/ 0 w 53"/>
                  <a:gd name="T7" fmla="*/ 67 h 70"/>
                  <a:gd name="T8" fmla="*/ 3 w 53"/>
                  <a:gd name="T9" fmla="*/ 70 h 70"/>
                  <a:gd name="T10" fmla="*/ 23 w 53"/>
                  <a:gd name="T11" fmla="*/ 70 h 70"/>
                  <a:gd name="T12" fmla="*/ 53 w 53"/>
                  <a:gd name="T13" fmla="*/ 35 h 70"/>
                  <a:gd name="T14" fmla="*/ 23 w 53"/>
                  <a:gd name="T15" fmla="*/ 0 h 70"/>
                  <a:gd name="T16" fmla="*/ 22 w 53"/>
                  <a:gd name="T17" fmla="*/ 62 h 70"/>
                  <a:gd name="T18" fmla="*/ 8 w 53"/>
                  <a:gd name="T19" fmla="*/ 62 h 70"/>
                  <a:gd name="T20" fmla="*/ 8 w 53"/>
                  <a:gd name="T21" fmla="*/ 8 h 70"/>
                  <a:gd name="T22" fmla="*/ 22 w 53"/>
                  <a:gd name="T23" fmla="*/ 8 h 70"/>
                  <a:gd name="T24" fmla="*/ 44 w 53"/>
                  <a:gd name="T25" fmla="*/ 35 h 70"/>
                  <a:gd name="T26" fmla="*/ 22 w 53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3" y="61"/>
                      <a:pt x="53" y="35"/>
                    </a:cubicBezTo>
                    <a:cubicBezTo>
                      <a:pt x="53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4" y="8"/>
                      <a:pt x="44" y="15"/>
                      <a:pt x="44" y="35"/>
                    </a:cubicBezTo>
                    <a:cubicBezTo>
                      <a:pt x="44" y="55"/>
                      <a:pt x="34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9" name="Freeform 108">
                <a:extLst>
                  <a:ext uri="{FF2B5EF4-FFF2-40B4-BE49-F238E27FC236}">
                    <a16:creationId xmlns:a16="http://schemas.microsoft.com/office/drawing/2014/main" id="{05AC8B00-B776-414F-B3D1-AC360660F49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28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0" name="Freeform 109">
                <a:extLst>
                  <a:ext uri="{FF2B5EF4-FFF2-40B4-BE49-F238E27FC236}">
                    <a16:creationId xmlns:a16="http://schemas.microsoft.com/office/drawing/2014/main" id="{991DC371-F7A4-46CC-A2EC-A8EBAE4BB71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47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5" y="7"/>
                      <a:pt x="23" y="7"/>
                    </a:cubicBezTo>
                    <a:cubicBezTo>
                      <a:pt x="31" y="7"/>
                      <a:pt x="34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4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1" name="Freeform 110">
                <a:extLst>
                  <a:ext uri="{FF2B5EF4-FFF2-40B4-BE49-F238E27FC236}">
                    <a16:creationId xmlns:a16="http://schemas.microsoft.com/office/drawing/2014/main" id="{CBF44733-FEE0-4D0B-B35D-67DDFCD853E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1" y="8102"/>
                <a:ext cx="40" cy="53"/>
              </a:xfrm>
              <a:custGeom>
                <a:avLst/>
                <a:gdLst>
                  <a:gd name="T0" fmla="*/ 49 w 53"/>
                  <a:gd name="T1" fmla="*/ 0 h 70"/>
                  <a:gd name="T2" fmla="*/ 48 w 53"/>
                  <a:gd name="T3" fmla="*/ 0 h 70"/>
                  <a:gd name="T4" fmla="*/ 44 w 53"/>
                  <a:gd name="T5" fmla="*/ 2 h 70"/>
                  <a:gd name="T6" fmla="*/ 44 w 53"/>
                  <a:gd name="T7" fmla="*/ 31 h 70"/>
                  <a:gd name="T8" fmla="*/ 8 w 53"/>
                  <a:gd name="T9" fmla="*/ 31 h 70"/>
                  <a:gd name="T10" fmla="*/ 8 w 53"/>
                  <a:gd name="T11" fmla="*/ 2 h 70"/>
                  <a:gd name="T12" fmla="*/ 4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38 h 70"/>
                  <a:gd name="T28" fmla="*/ 44 w 53"/>
                  <a:gd name="T29" fmla="*/ 38 h 70"/>
                  <a:gd name="T30" fmla="*/ 44 w 53"/>
                  <a:gd name="T31" fmla="*/ 68 h 70"/>
                  <a:gd name="T32" fmla="*/ 48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4" y="1"/>
                      <a:pt x="44" y="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9"/>
                      <a:pt x="46" y="70"/>
                      <a:pt x="48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2" name="Freeform 111">
                <a:extLst>
                  <a:ext uri="{FF2B5EF4-FFF2-40B4-BE49-F238E27FC236}">
                    <a16:creationId xmlns:a16="http://schemas.microsoft.com/office/drawing/2014/main" id="{EA4FE564-B36A-487A-9FBF-D5C9FB1BD77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562" y="8102"/>
                <a:ext cx="43" cy="53"/>
              </a:xfrm>
              <a:custGeom>
                <a:avLst/>
                <a:gdLst>
                  <a:gd name="T0" fmla="*/ 34 w 58"/>
                  <a:gd name="T1" fmla="*/ 2 h 70"/>
                  <a:gd name="T2" fmla="*/ 31 w 58"/>
                  <a:gd name="T3" fmla="*/ 0 h 70"/>
                  <a:gd name="T4" fmla="*/ 28 w 58"/>
                  <a:gd name="T5" fmla="*/ 0 h 70"/>
                  <a:gd name="T6" fmla="*/ 24 w 58"/>
                  <a:gd name="T7" fmla="*/ 2 h 70"/>
                  <a:gd name="T8" fmla="*/ 0 w 58"/>
                  <a:gd name="T9" fmla="*/ 67 h 70"/>
                  <a:gd name="T10" fmla="*/ 0 w 58"/>
                  <a:gd name="T11" fmla="*/ 68 h 70"/>
                  <a:gd name="T12" fmla="*/ 4 w 58"/>
                  <a:gd name="T13" fmla="*/ 70 h 70"/>
                  <a:gd name="T14" fmla="*/ 5 w 58"/>
                  <a:gd name="T15" fmla="*/ 70 h 70"/>
                  <a:gd name="T16" fmla="*/ 9 w 58"/>
                  <a:gd name="T17" fmla="*/ 69 h 70"/>
                  <a:gd name="T18" fmla="*/ 14 w 58"/>
                  <a:gd name="T19" fmla="*/ 52 h 70"/>
                  <a:gd name="T20" fmla="*/ 43 w 58"/>
                  <a:gd name="T21" fmla="*/ 52 h 70"/>
                  <a:gd name="T22" fmla="*/ 49 w 58"/>
                  <a:gd name="T23" fmla="*/ 69 h 70"/>
                  <a:gd name="T24" fmla="*/ 53 w 58"/>
                  <a:gd name="T25" fmla="*/ 70 h 70"/>
                  <a:gd name="T26" fmla="*/ 54 w 58"/>
                  <a:gd name="T27" fmla="*/ 70 h 70"/>
                  <a:gd name="T28" fmla="*/ 58 w 58"/>
                  <a:gd name="T29" fmla="*/ 68 h 70"/>
                  <a:gd name="T30" fmla="*/ 58 w 58"/>
                  <a:gd name="T31" fmla="*/ 67 h 70"/>
                  <a:gd name="T32" fmla="*/ 34 w 58"/>
                  <a:gd name="T33" fmla="*/ 2 h 70"/>
                  <a:gd name="T34" fmla="*/ 17 w 58"/>
                  <a:gd name="T35" fmla="*/ 45 h 70"/>
                  <a:gd name="T36" fmla="*/ 27 w 58"/>
                  <a:gd name="T37" fmla="*/ 15 h 70"/>
                  <a:gd name="T38" fmla="*/ 29 w 58"/>
                  <a:gd name="T39" fmla="*/ 9 h 70"/>
                  <a:gd name="T40" fmla="*/ 30 w 58"/>
                  <a:gd name="T41" fmla="*/ 15 h 70"/>
                  <a:gd name="T42" fmla="*/ 41 w 58"/>
                  <a:gd name="T43" fmla="*/ 45 h 70"/>
                  <a:gd name="T44" fmla="*/ 17 w 58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70">
                    <a:moveTo>
                      <a:pt x="34" y="2"/>
                    </a:moveTo>
                    <a:cubicBezTo>
                      <a:pt x="34" y="1"/>
                      <a:pt x="32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0" y="70"/>
                      <a:pt x="51" y="70"/>
                      <a:pt x="53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8" y="69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lnTo>
                      <a:pt x="34" y="2"/>
                    </a:lnTo>
                    <a:close/>
                    <a:moveTo>
                      <a:pt x="17" y="4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3" name="Freeform 112">
                <a:extLst>
                  <a:ext uri="{FF2B5EF4-FFF2-40B4-BE49-F238E27FC236}">
                    <a16:creationId xmlns:a16="http://schemas.microsoft.com/office/drawing/2014/main" id="{527D49DE-FC44-4405-A710-E7A557A8CA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3" y="8102"/>
                <a:ext cx="39" cy="53"/>
              </a:xfrm>
              <a:custGeom>
                <a:avLst/>
                <a:gdLst>
                  <a:gd name="T0" fmla="*/ 49 w 52"/>
                  <a:gd name="T1" fmla="*/ 58 h 71"/>
                  <a:gd name="T2" fmla="*/ 32 w 52"/>
                  <a:gd name="T3" fmla="*/ 63 h 71"/>
                  <a:gd name="T4" fmla="*/ 9 w 52"/>
                  <a:gd name="T5" fmla="*/ 35 h 71"/>
                  <a:gd name="T6" fmla="*/ 32 w 52"/>
                  <a:gd name="T7" fmla="*/ 7 h 71"/>
                  <a:gd name="T8" fmla="*/ 47 w 52"/>
                  <a:gd name="T9" fmla="*/ 12 h 71"/>
                  <a:gd name="T10" fmla="*/ 51 w 52"/>
                  <a:gd name="T11" fmla="*/ 6 h 71"/>
                  <a:gd name="T12" fmla="*/ 32 w 52"/>
                  <a:gd name="T13" fmla="*/ 0 h 71"/>
                  <a:gd name="T14" fmla="*/ 0 w 52"/>
                  <a:gd name="T15" fmla="*/ 35 h 71"/>
                  <a:gd name="T16" fmla="*/ 32 w 52"/>
                  <a:gd name="T17" fmla="*/ 71 h 71"/>
                  <a:gd name="T18" fmla="*/ 52 w 52"/>
                  <a:gd name="T19" fmla="*/ 63 h 71"/>
                  <a:gd name="T20" fmla="*/ 49 w 52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1">
                    <a:moveTo>
                      <a:pt x="49" y="58"/>
                    </a:moveTo>
                    <a:cubicBezTo>
                      <a:pt x="47" y="58"/>
                      <a:pt x="42" y="63"/>
                      <a:pt x="32" y="63"/>
                    </a:cubicBezTo>
                    <a:cubicBezTo>
                      <a:pt x="16" y="63"/>
                      <a:pt x="9" y="54"/>
                      <a:pt x="9" y="35"/>
                    </a:cubicBezTo>
                    <a:cubicBezTo>
                      <a:pt x="9" y="16"/>
                      <a:pt x="16" y="7"/>
                      <a:pt x="32" y="7"/>
                    </a:cubicBezTo>
                    <a:cubicBezTo>
                      <a:pt x="42" y="7"/>
                      <a:pt x="46" y="12"/>
                      <a:pt x="47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0" y="71"/>
                      <a:pt x="32" y="71"/>
                    </a:cubicBezTo>
                    <a:cubicBezTo>
                      <a:pt x="43" y="71"/>
                      <a:pt x="52" y="66"/>
                      <a:pt x="52" y="63"/>
                    </a:cubicBezTo>
                    <a:cubicBezTo>
                      <a:pt x="52" y="62"/>
                      <a:pt x="50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4" name="Freeform 113">
                <a:extLst>
                  <a:ext uri="{FF2B5EF4-FFF2-40B4-BE49-F238E27FC236}">
                    <a16:creationId xmlns:a16="http://schemas.microsoft.com/office/drawing/2014/main" id="{D05C3C01-F004-4BAB-8F40-A98081E2C11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58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0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4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8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5" name="Freeform 114">
                <a:extLst>
                  <a:ext uri="{FF2B5EF4-FFF2-40B4-BE49-F238E27FC236}">
                    <a16:creationId xmlns:a16="http://schemas.microsoft.com/office/drawing/2014/main" id="{DE9C4755-50BA-4DE3-A98B-0597F372951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12" y="8102"/>
                <a:ext cx="40" cy="53"/>
              </a:xfrm>
              <a:custGeom>
                <a:avLst/>
                <a:gdLst>
                  <a:gd name="T0" fmla="*/ 23 w 54"/>
                  <a:gd name="T1" fmla="*/ 0 h 70"/>
                  <a:gd name="T2" fmla="*/ 3 w 54"/>
                  <a:gd name="T3" fmla="*/ 0 h 70"/>
                  <a:gd name="T4" fmla="*/ 0 w 54"/>
                  <a:gd name="T5" fmla="*/ 3 h 70"/>
                  <a:gd name="T6" fmla="*/ 0 w 54"/>
                  <a:gd name="T7" fmla="*/ 67 h 70"/>
                  <a:gd name="T8" fmla="*/ 3 w 54"/>
                  <a:gd name="T9" fmla="*/ 70 h 70"/>
                  <a:gd name="T10" fmla="*/ 23 w 54"/>
                  <a:gd name="T11" fmla="*/ 70 h 70"/>
                  <a:gd name="T12" fmla="*/ 54 w 54"/>
                  <a:gd name="T13" fmla="*/ 35 h 70"/>
                  <a:gd name="T14" fmla="*/ 23 w 54"/>
                  <a:gd name="T15" fmla="*/ 0 h 70"/>
                  <a:gd name="T16" fmla="*/ 22 w 54"/>
                  <a:gd name="T17" fmla="*/ 62 h 70"/>
                  <a:gd name="T18" fmla="*/ 9 w 54"/>
                  <a:gd name="T19" fmla="*/ 62 h 70"/>
                  <a:gd name="T20" fmla="*/ 9 w 54"/>
                  <a:gd name="T21" fmla="*/ 8 h 70"/>
                  <a:gd name="T22" fmla="*/ 22 w 54"/>
                  <a:gd name="T23" fmla="*/ 8 h 70"/>
                  <a:gd name="T24" fmla="*/ 45 w 54"/>
                  <a:gd name="T25" fmla="*/ 35 h 70"/>
                  <a:gd name="T26" fmla="*/ 22 w 54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4" y="61"/>
                      <a:pt x="54" y="35"/>
                    </a:cubicBezTo>
                    <a:cubicBezTo>
                      <a:pt x="54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5" y="8"/>
                      <a:pt x="45" y="15"/>
                      <a:pt x="45" y="35"/>
                    </a:cubicBezTo>
                    <a:cubicBezTo>
                      <a:pt x="45" y="55"/>
                      <a:pt x="35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6" name="Freeform 115">
                <a:extLst>
                  <a:ext uri="{FF2B5EF4-FFF2-40B4-BE49-F238E27FC236}">
                    <a16:creationId xmlns:a16="http://schemas.microsoft.com/office/drawing/2014/main" id="{59D5E0E6-8D30-4921-9596-BFAA09FDF4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66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7" name="Freeform 116">
                <a:extLst>
                  <a:ext uri="{FF2B5EF4-FFF2-40B4-BE49-F238E27FC236}">
                    <a16:creationId xmlns:a16="http://schemas.microsoft.com/office/drawing/2014/main" id="{E699E61F-C9BC-4857-97FD-5C13DDEE257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08" y="8102"/>
                <a:ext cx="49" cy="53"/>
              </a:xfrm>
              <a:custGeom>
                <a:avLst/>
                <a:gdLst>
                  <a:gd name="T0" fmla="*/ 62 w 66"/>
                  <a:gd name="T1" fmla="*/ 0 h 70"/>
                  <a:gd name="T2" fmla="*/ 59 w 66"/>
                  <a:gd name="T3" fmla="*/ 0 h 70"/>
                  <a:gd name="T4" fmla="*/ 55 w 66"/>
                  <a:gd name="T5" fmla="*/ 2 h 70"/>
                  <a:gd name="T6" fmla="*/ 36 w 66"/>
                  <a:gd name="T7" fmla="*/ 35 h 70"/>
                  <a:gd name="T8" fmla="*/ 33 w 66"/>
                  <a:gd name="T9" fmla="*/ 41 h 70"/>
                  <a:gd name="T10" fmla="*/ 31 w 66"/>
                  <a:gd name="T11" fmla="*/ 35 h 70"/>
                  <a:gd name="T12" fmla="*/ 12 w 66"/>
                  <a:gd name="T13" fmla="*/ 2 h 70"/>
                  <a:gd name="T14" fmla="*/ 8 w 66"/>
                  <a:gd name="T15" fmla="*/ 0 h 70"/>
                  <a:gd name="T16" fmla="*/ 4 w 66"/>
                  <a:gd name="T17" fmla="*/ 0 h 70"/>
                  <a:gd name="T18" fmla="*/ 0 w 66"/>
                  <a:gd name="T19" fmla="*/ 2 h 70"/>
                  <a:gd name="T20" fmla="*/ 0 w 66"/>
                  <a:gd name="T21" fmla="*/ 68 h 70"/>
                  <a:gd name="T22" fmla="*/ 4 w 66"/>
                  <a:gd name="T23" fmla="*/ 70 h 70"/>
                  <a:gd name="T24" fmla="*/ 5 w 66"/>
                  <a:gd name="T25" fmla="*/ 70 h 70"/>
                  <a:gd name="T26" fmla="*/ 9 w 66"/>
                  <a:gd name="T27" fmla="*/ 68 h 70"/>
                  <a:gd name="T28" fmla="*/ 9 w 66"/>
                  <a:gd name="T29" fmla="*/ 14 h 70"/>
                  <a:gd name="T30" fmla="*/ 29 w 66"/>
                  <a:gd name="T31" fmla="*/ 49 h 70"/>
                  <a:gd name="T32" fmla="*/ 31 w 66"/>
                  <a:gd name="T33" fmla="*/ 51 h 70"/>
                  <a:gd name="T34" fmla="*/ 35 w 66"/>
                  <a:gd name="T35" fmla="*/ 51 h 70"/>
                  <a:gd name="T36" fmla="*/ 38 w 66"/>
                  <a:gd name="T37" fmla="*/ 49 h 70"/>
                  <a:gd name="T38" fmla="*/ 58 w 66"/>
                  <a:gd name="T39" fmla="*/ 15 h 70"/>
                  <a:gd name="T40" fmla="*/ 58 w 66"/>
                  <a:gd name="T41" fmla="*/ 68 h 70"/>
                  <a:gd name="T42" fmla="*/ 61 w 66"/>
                  <a:gd name="T43" fmla="*/ 70 h 70"/>
                  <a:gd name="T44" fmla="*/ 62 w 66"/>
                  <a:gd name="T45" fmla="*/ 70 h 70"/>
                  <a:gd name="T46" fmla="*/ 66 w 66"/>
                  <a:gd name="T47" fmla="*/ 68 h 70"/>
                  <a:gd name="T48" fmla="*/ 66 w 66"/>
                  <a:gd name="T49" fmla="*/ 2 h 70"/>
                  <a:gd name="T50" fmla="*/ 62 w 66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70">
                    <a:moveTo>
                      <a:pt x="62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0"/>
                      <a:pt x="55" y="1"/>
                      <a:pt x="55" y="2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50"/>
                      <a:pt x="30" y="51"/>
                      <a:pt x="31" y="51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51"/>
                      <a:pt x="37" y="50"/>
                      <a:pt x="38" y="49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9"/>
                      <a:pt x="59" y="70"/>
                      <a:pt x="6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5" y="70"/>
                      <a:pt x="66" y="69"/>
                      <a:pt x="66" y="6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5" y="0"/>
                      <a:pt x="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8" name="Freeform 117">
                <a:extLst>
                  <a:ext uri="{FF2B5EF4-FFF2-40B4-BE49-F238E27FC236}">
                    <a16:creationId xmlns:a16="http://schemas.microsoft.com/office/drawing/2014/main" id="{C4471E21-26C0-4FDA-B27F-7B2864E5959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68" y="8102"/>
                <a:ext cx="38" cy="53"/>
              </a:xfrm>
              <a:custGeom>
                <a:avLst/>
                <a:gdLst>
                  <a:gd name="T0" fmla="*/ 48 w 52"/>
                  <a:gd name="T1" fmla="*/ 0 h 70"/>
                  <a:gd name="T2" fmla="*/ 43 w 52"/>
                  <a:gd name="T3" fmla="*/ 2 h 70"/>
                  <a:gd name="T4" fmla="*/ 27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5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2 w 52"/>
                  <a:gd name="T17" fmla="*/ 34 h 70"/>
                  <a:gd name="T18" fmla="*/ 22 w 52"/>
                  <a:gd name="T19" fmla="*/ 68 h 70"/>
                  <a:gd name="T20" fmla="*/ 26 w 52"/>
                  <a:gd name="T21" fmla="*/ 70 h 70"/>
                  <a:gd name="T22" fmla="*/ 27 w 52"/>
                  <a:gd name="T23" fmla="*/ 70 h 70"/>
                  <a:gd name="T24" fmla="*/ 31 w 52"/>
                  <a:gd name="T25" fmla="*/ 68 h 70"/>
                  <a:gd name="T26" fmla="*/ 31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8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8" y="0"/>
                    </a:moveTo>
                    <a:cubicBezTo>
                      <a:pt x="46" y="0"/>
                      <a:pt x="44" y="1"/>
                      <a:pt x="43" y="2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2" y="69"/>
                      <a:pt x="23" y="70"/>
                      <a:pt x="26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9" y="70"/>
                      <a:pt x="31" y="69"/>
                      <a:pt x="31" y="68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9" name="Freeform 118">
                <a:extLst>
                  <a:ext uri="{FF2B5EF4-FFF2-40B4-BE49-F238E27FC236}">
                    <a16:creationId xmlns:a16="http://schemas.microsoft.com/office/drawing/2014/main" id="{14B67548-8B50-4CDF-BCCA-94E41AB4B90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35" y="8102"/>
                <a:ext cx="46" cy="53"/>
              </a:xfrm>
              <a:custGeom>
                <a:avLst/>
                <a:gdLst>
                  <a:gd name="T0" fmla="*/ 31 w 62"/>
                  <a:gd name="T1" fmla="*/ 0 h 71"/>
                  <a:gd name="T2" fmla="*/ 0 w 62"/>
                  <a:gd name="T3" fmla="*/ 35 h 71"/>
                  <a:gd name="T4" fmla="*/ 31 w 62"/>
                  <a:gd name="T5" fmla="*/ 71 h 71"/>
                  <a:gd name="T6" fmla="*/ 62 w 62"/>
                  <a:gd name="T7" fmla="*/ 35 h 71"/>
                  <a:gd name="T8" fmla="*/ 31 w 62"/>
                  <a:gd name="T9" fmla="*/ 0 h 71"/>
                  <a:gd name="T10" fmla="*/ 31 w 62"/>
                  <a:gd name="T11" fmla="*/ 63 h 71"/>
                  <a:gd name="T12" fmla="*/ 10 w 62"/>
                  <a:gd name="T13" fmla="*/ 35 h 71"/>
                  <a:gd name="T14" fmla="*/ 31 w 62"/>
                  <a:gd name="T15" fmla="*/ 7 h 71"/>
                  <a:gd name="T16" fmla="*/ 53 w 62"/>
                  <a:gd name="T17" fmla="*/ 35 h 71"/>
                  <a:gd name="T18" fmla="*/ 31 w 62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1">
                    <a:moveTo>
                      <a:pt x="31" y="0"/>
                    </a:moveTo>
                    <a:cubicBezTo>
                      <a:pt x="11" y="0"/>
                      <a:pt x="0" y="12"/>
                      <a:pt x="0" y="35"/>
                    </a:cubicBezTo>
                    <a:cubicBezTo>
                      <a:pt x="0" y="58"/>
                      <a:pt x="11" y="71"/>
                      <a:pt x="31" y="71"/>
                    </a:cubicBezTo>
                    <a:cubicBezTo>
                      <a:pt x="51" y="71"/>
                      <a:pt x="62" y="58"/>
                      <a:pt x="62" y="35"/>
                    </a:cubicBezTo>
                    <a:cubicBezTo>
                      <a:pt x="62" y="12"/>
                      <a:pt x="51" y="0"/>
                      <a:pt x="31" y="0"/>
                    </a:cubicBezTo>
                    <a:moveTo>
                      <a:pt x="31" y="63"/>
                    </a:moveTo>
                    <a:cubicBezTo>
                      <a:pt x="17" y="63"/>
                      <a:pt x="10" y="53"/>
                      <a:pt x="10" y="35"/>
                    </a:cubicBezTo>
                    <a:cubicBezTo>
                      <a:pt x="10" y="17"/>
                      <a:pt x="17" y="7"/>
                      <a:pt x="31" y="7"/>
                    </a:cubicBezTo>
                    <a:cubicBezTo>
                      <a:pt x="45" y="7"/>
                      <a:pt x="53" y="17"/>
                      <a:pt x="53" y="35"/>
                    </a:cubicBezTo>
                    <a:cubicBezTo>
                      <a:pt x="53" y="53"/>
                      <a:pt x="45" y="63"/>
                      <a:pt x="31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0" name="Freeform 119">
                <a:extLst>
                  <a:ext uri="{FF2B5EF4-FFF2-40B4-BE49-F238E27FC236}">
                    <a16:creationId xmlns:a16="http://schemas.microsoft.com/office/drawing/2014/main" id="{6E993A3D-45CD-4AA1-BC18-F030587DE22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94" y="8102"/>
                <a:ext cx="28" cy="53"/>
              </a:xfrm>
              <a:custGeom>
                <a:avLst/>
                <a:gdLst>
                  <a:gd name="T0" fmla="*/ 35 w 37"/>
                  <a:gd name="T1" fmla="*/ 0 h 70"/>
                  <a:gd name="T2" fmla="*/ 3 w 37"/>
                  <a:gd name="T3" fmla="*/ 0 h 70"/>
                  <a:gd name="T4" fmla="*/ 0 w 37"/>
                  <a:gd name="T5" fmla="*/ 3 h 70"/>
                  <a:gd name="T6" fmla="*/ 0 w 37"/>
                  <a:gd name="T7" fmla="*/ 68 h 70"/>
                  <a:gd name="T8" fmla="*/ 4 w 37"/>
                  <a:gd name="T9" fmla="*/ 70 h 70"/>
                  <a:gd name="T10" fmla="*/ 5 w 37"/>
                  <a:gd name="T11" fmla="*/ 70 h 70"/>
                  <a:gd name="T12" fmla="*/ 9 w 37"/>
                  <a:gd name="T13" fmla="*/ 68 h 70"/>
                  <a:gd name="T14" fmla="*/ 9 w 37"/>
                  <a:gd name="T15" fmla="*/ 38 h 70"/>
                  <a:gd name="T16" fmla="*/ 33 w 37"/>
                  <a:gd name="T17" fmla="*/ 38 h 70"/>
                  <a:gd name="T18" fmla="*/ 35 w 37"/>
                  <a:gd name="T19" fmla="*/ 35 h 70"/>
                  <a:gd name="T20" fmla="*/ 35 w 37"/>
                  <a:gd name="T21" fmla="*/ 34 h 70"/>
                  <a:gd name="T22" fmla="*/ 33 w 37"/>
                  <a:gd name="T23" fmla="*/ 31 h 70"/>
                  <a:gd name="T24" fmla="*/ 9 w 37"/>
                  <a:gd name="T25" fmla="*/ 31 h 70"/>
                  <a:gd name="T26" fmla="*/ 9 w 37"/>
                  <a:gd name="T27" fmla="*/ 8 h 70"/>
                  <a:gd name="T28" fmla="*/ 35 w 37"/>
                  <a:gd name="T29" fmla="*/ 8 h 70"/>
                  <a:gd name="T30" fmla="*/ 37 w 37"/>
                  <a:gd name="T31" fmla="*/ 5 h 70"/>
                  <a:gd name="T32" fmla="*/ 37 w 37"/>
                  <a:gd name="T33" fmla="*/ 3 h 70"/>
                  <a:gd name="T34" fmla="*/ 35 w 37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70">
                    <a:moveTo>
                      <a:pt x="3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8"/>
                      <a:pt x="35" y="37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2"/>
                      <a:pt x="34" y="31"/>
                      <a:pt x="33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8"/>
                      <a:pt x="37" y="7"/>
                      <a:pt x="37" y="5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1" name="Freeform 120">
                <a:extLst>
                  <a:ext uri="{FF2B5EF4-FFF2-40B4-BE49-F238E27FC236}">
                    <a16:creationId xmlns:a16="http://schemas.microsoft.com/office/drawing/2014/main" id="{D8C5835E-06C7-4848-929B-361DF3EA0A7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50" y="8102"/>
                <a:ext cx="32" cy="53"/>
              </a:xfrm>
              <a:custGeom>
                <a:avLst/>
                <a:gdLst>
                  <a:gd name="T0" fmla="*/ 11 w 43"/>
                  <a:gd name="T1" fmla="*/ 19 h 71"/>
                  <a:gd name="T2" fmla="*/ 23 w 43"/>
                  <a:gd name="T3" fmla="*/ 7 h 71"/>
                  <a:gd name="T4" fmla="*/ 36 w 43"/>
                  <a:gd name="T5" fmla="*/ 11 h 71"/>
                  <a:gd name="T6" fmla="*/ 40 w 43"/>
                  <a:gd name="T7" fmla="*/ 6 h 71"/>
                  <a:gd name="T8" fmla="*/ 24 w 43"/>
                  <a:gd name="T9" fmla="*/ 0 h 71"/>
                  <a:gd name="T10" fmla="*/ 2 w 43"/>
                  <a:gd name="T11" fmla="*/ 18 h 71"/>
                  <a:gd name="T12" fmla="*/ 34 w 43"/>
                  <a:gd name="T13" fmla="*/ 51 h 71"/>
                  <a:gd name="T14" fmla="*/ 21 w 43"/>
                  <a:gd name="T15" fmla="*/ 63 h 71"/>
                  <a:gd name="T16" fmla="*/ 4 w 43"/>
                  <a:gd name="T17" fmla="*/ 58 h 71"/>
                  <a:gd name="T18" fmla="*/ 0 w 43"/>
                  <a:gd name="T19" fmla="*/ 63 h 71"/>
                  <a:gd name="T20" fmla="*/ 21 w 43"/>
                  <a:gd name="T21" fmla="*/ 71 h 71"/>
                  <a:gd name="T22" fmla="*/ 43 w 43"/>
                  <a:gd name="T23" fmla="*/ 51 h 71"/>
                  <a:gd name="T24" fmla="*/ 11 w 43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71">
                    <a:moveTo>
                      <a:pt x="11" y="19"/>
                    </a:moveTo>
                    <a:cubicBezTo>
                      <a:pt x="11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40" y="7"/>
                      <a:pt x="40" y="6"/>
                    </a:cubicBezTo>
                    <a:cubicBezTo>
                      <a:pt x="40" y="2"/>
                      <a:pt x="29" y="0"/>
                      <a:pt x="24" y="0"/>
                    </a:cubicBezTo>
                    <a:cubicBezTo>
                      <a:pt x="10" y="0"/>
                      <a:pt x="2" y="7"/>
                      <a:pt x="2" y="18"/>
                    </a:cubicBezTo>
                    <a:cubicBezTo>
                      <a:pt x="2" y="41"/>
                      <a:pt x="34" y="34"/>
                      <a:pt x="34" y="51"/>
                    </a:cubicBezTo>
                    <a:cubicBezTo>
                      <a:pt x="34" y="58"/>
                      <a:pt x="28" y="63"/>
                      <a:pt x="21" y="63"/>
                    </a:cubicBezTo>
                    <a:cubicBezTo>
                      <a:pt x="11" y="63"/>
                      <a:pt x="5" y="58"/>
                      <a:pt x="4" y="58"/>
                    </a:cubicBezTo>
                    <a:cubicBezTo>
                      <a:pt x="3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1" y="71"/>
                    </a:cubicBezTo>
                    <a:cubicBezTo>
                      <a:pt x="34" y="71"/>
                      <a:pt x="43" y="63"/>
                      <a:pt x="43" y="51"/>
                    </a:cubicBezTo>
                    <a:cubicBezTo>
                      <a:pt x="43" y="26"/>
                      <a:pt x="11" y="33"/>
                      <a:pt x="11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2" name="Freeform 121">
                <a:extLst>
                  <a:ext uri="{FF2B5EF4-FFF2-40B4-BE49-F238E27FC236}">
                    <a16:creationId xmlns:a16="http://schemas.microsoft.com/office/drawing/2014/main" id="{DC708469-A1AE-4934-B08A-303DBBC5B3C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9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3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3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3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3" name="Freeform 122">
                <a:extLst>
                  <a:ext uri="{FF2B5EF4-FFF2-40B4-BE49-F238E27FC236}">
                    <a16:creationId xmlns:a16="http://schemas.microsoft.com/office/drawing/2014/main" id="{74E5F29D-CFB0-4E04-9197-B64985C77DA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42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4" name="Freeform 123">
                <a:extLst>
                  <a:ext uri="{FF2B5EF4-FFF2-40B4-BE49-F238E27FC236}">
                    <a16:creationId xmlns:a16="http://schemas.microsoft.com/office/drawing/2014/main" id="{0C248C33-F91E-49AA-90D3-318B79D4B21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6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5" name="Freeform 124">
                <a:extLst>
                  <a:ext uri="{FF2B5EF4-FFF2-40B4-BE49-F238E27FC236}">
                    <a16:creationId xmlns:a16="http://schemas.microsoft.com/office/drawing/2014/main" id="{7EF30940-7572-451D-8FA5-09248BFC956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09" y="8102"/>
                <a:ext cx="39" cy="53"/>
              </a:xfrm>
              <a:custGeom>
                <a:avLst/>
                <a:gdLst>
                  <a:gd name="T0" fmla="*/ 49 w 53"/>
                  <a:gd name="T1" fmla="*/ 0 h 70"/>
                  <a:gd name="T2" fmla="*/ 49 w 53"/>
                  <a:gd name="T3" fmla="*/ 0 h 70"/>
                  <a:gd name="T4" fmla="*/ 45 w 53"/>
                  <a:gd name="T5" fmla="*/ 2 h 70"/>
                  <a:gd name="T6" fmla="*/ 45 w 53"/>
                  <a:gd name="T7" fmla="*/ 56 h 70"/>
                  <a:gd name="T8" fmla="*/ 42 w 53"/>
                  <a:gd name="T9" fmla="*/ 50 h 70"/>
                  <a:gd name="T10" fmla="*/ 10 w 53"/>
                  <a:gd name="T11" fmla="*/ 2 h 70"/>
                  <a:gd name="T12" fmla="*/ 6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14 h 70"/>
                  <a:gd name="T28" fmla="*/ 11 w 53"/>
                  <a:gd name="T29" fmla="*/ 19 h 70"/>
                  <a:gd name="T30" fmla="*/ 44 w 53"/>
                  <a:gd name="T31" fmla="*/ 69 h 70"/>
                  <a:gd name="T32" fmla="*/ 47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5" y="70"/>
                      <a:pt x="47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6" name="Freeform 125">
                <a:extLst>
                  <a:ext uri="{FF2B5EF4-FFF2-40B4-BE49-F238E27FC236}">
                    <a16:creationId xmlns:a16="http://schemas.microsoft.com/office/drawing/2014/main" id="{9C4E9488-FE6A-4736-A50A-01BD3714905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6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2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2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7" name="Freeform 126">
                <a:extLst>
                  <a:ext uri="{FF2B5EF4-FFF2-40B4-BE49-F238E27FC236}">
                    <a16:creationId xmlns:a16="http://schemas.microsoft.com/office/drawing/2014/main" id="{7F33F200-7A13-4628-A8A5-3BCDDD627F6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3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8" name="Freeform 127">
                <a:extLst>
                  <a:ext uri="{FF2B5EF4-FFF2-40B4-BE49-F238E27FC236}">
                    <a16:creationId xmlns:a16="http://schemas.microsoft.com/office/drawing/2014/main" id="{AEAAA814-0F6C-4F03-A684-0D90D14F719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52" y="8102"/>
                <a:ext cx="31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9" name="Freeform 128">
                <a:extLst>
                  <a:ext uri="{FF2B5EF4-FFF2-40B4-BE49-F238E27FC236}">
                    <a16:creationId xmlns:a16="http://schemas.microsoft.com/office/drawing/2014/main" id="{6F9DE92F-C27F-4CB6-A77C-B739F3A2CB4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403" y="7563"/>
                <a:ext cx="146" cy="196"/>
              </a:xfrm>
              <a:custGeom>
                <a:avLst/>
                <a:gdLst>
                  <a:gd name="T0" fmla="*/ 197 w 197"/>
                  <a:gd name="T1" fmla="*/ 188 h 262"/>
                  <a:gd name="T2" fmla="*/ 154 w 197"/>
                  <a:gd name="T3" fmla="*/ 127 h 262"/>
                  <a:gd name="T4" fmla="*/ 189 w 197"/>
                  <a:gd name="T5" fmla="*/ 72 h 262"/>
                  <a:gd name="T6" fmla="*/ 100 w 197"/>
                  <a:gd name="T7" fmla="*/ 0 h 262"/>
                  <a:gd name="T8" fmla="*/ 0 w 197"/>
                  <a:gd name="T9" fmla="*/ 0 h 262"/>
                  <a:gd name="T10" fmla="*/ 0 w 197"/>
                  <a:gd name="T11" fmla="*/ 262 h 262"/>
                  <a:gd name="T12" fmla="*/ 109 w 197"/>
                  <a:gd name="T13" fmla="*/ 262 h 262"/>
                  <a:gd name="T14" fmla="*/ 197 w 197"/>
                  <a:gd name="T15" fmla="*/ 188 h 262"/>
                  <a:gd name="T16" fmla="*/ 53 w 197"/>
                  <a:gd name="T17" fmla="*/ 46 h 262"/>
                  <a:gd name="T18" fmla="*/ 97 w 197"/>
                  <a:gd name="T19" fmla="*/ 46 h 262"/>
                  <a:gd name="T20" fmla="*/ 137 w 197"/>
                  <a:gd name="T21" fmla="*/ 77 h 262"/>
                  <a:gd name="T22" fmla="*/ 97 w 197"/>
                  <a:gd name="T23" fmla="*/ 108 h 262"/>
                  <a:gd name="T24" fmla="*/ 53 w 197"/>
                  <a:gd name="T25" fmla="*/ 108 h 262"/>
                  <a:gd name="T26" fmla="*/ 53 w 197"/>
                  <a:gd name="T27" fmla="*/ 46 h 262"/>
                  <a:gd name="T28" fmla="*/ 53 w 197"/>
                  <a:gd name="T29" fmla="*/ 216 h 262"/>
                  <a:gd name="T30" fmla="*/ 53 w 197"/>
                  <a:gd name="T31" fmla="*/ 150 h 262"/>
                  <a:gd name="T32" fmla="*/ 104 w 197"/>
                  <a:gd name="T33" fmla="*/ 150 h 262"/>
                  <a:gd name="T34" fmla="*/ 143 w 197"/>
                  <a:gd name="T35" fmla="*/ 183 h 262"/>
                  <a:gd name="T36" fmla="*/ 104 w 197"/>
                  <a:gd name="T37" fmla="*/ 216 h 262"/>
                  <a:gd name="T38" fmla="*/ 53 w 197"/>
                  <a:gd name="T39" fmla="*/ 21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262">
                    <a:moveTo>
                      <a:pt x="197" y="188"/>
                    </a:moveTo>
                    <a:cubicBezTo>
                      <a:pt x="197" y="159"/>
                      <a:pt x="179" y="135"/>
                      <a:pt x="154" y="127"/>
                    </a:cubicBezTo>
                    <a:cubicBezTo>
                      <a:pt x="173" y="120"/>
                      <a:pt x="189" y="100"/>
                      <a:pt x="189" y="72"/>
                    </a:cubicBezTo>
                    <a:cubicBezTo>
                      <a:pt x="189" y="25"/>
                      <a:pt x="155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2"/>
                      <a:pt x="0" y="262"/>
                      <a:pt x="0" y="262"/>
                    </a:cubicBezTo>
                    <a:cubicBezTo>
                      <a:pt x="109" y="262"/>
                      <a:pt x="109" y="262"/>
                      <a:pt x="109" y="262"/>
                    </a:cubicBezTo>
                    <a:cubicBezTo>
                      <a:pt x="164" y="262"/>
                      <a:pt x="197" y="236"/>
                      <a:pt x="197" y="188"/>
                    </a:cubicBezTo>
                    <a:moveTo>
                      <a:pt x="53" y="46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123" y="46"/>
                      <a:pt x="137" y="56"/>
                      <a:pt x="137" y="77"/>
                    </a:cubicBezTo>
                    <a:cubicBezTo>
                      <a:pt x="137" y="98"/>
                      <a:pt x="123" y="108"/>
                      <a:pt x="97" y="108"/>
                    </a:cubicBezTo>
                    <a:cubicBezTo>
                      <a:pt x="53" y="108"/>
                      <a:pt x="53" y="108"/>
                      <a:pt x="53" y="108"/>
                    </a:cubicBezTo>
                    <a:lnTo>
                      <a:pt x="53" y="46"/>
                    </a:lnTo>
                    <a:close/>
                    <a:moveTo>
                      <a:pt x="53" y="216"/>
                    </a:moveTo>
                    <a:cubicBezTo>
                      <a:pt x="53" y="150"/>
                      <a:pt x="53" y="150"/>
                      <a:pt x="53" y="150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30" y="150"/>
                      <a:pt x="143" y="163"/>
                      <a:pt x="143" y="183"/>
                    </a:cubicBezTo>
                    <a:cubicBezTo>
                      <a:pt x="143" y="203"/>
                      <a:pt x="130" y="216"/>
                      <a:pt x="104" y="216"/>
                    </a:cubicBezTo>
                    <a:lnTo>
                      <a:pt x="53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0" name="Freeform 129">
                <a:extLst>
                  <a:ext uri="{FF2B5EF4-FFF2-40B4-BE49-F238E27FC236}">
                    <a16:creationId xmlns:a16="http://schemas.microsoft.com/office/drawing/2014/main" id="{E9A0C8FE-62E7-4F6B-841F-B3CCC160B13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574" y="7613"/>
                <a:ext cx="133" cy="149"/>
              </a:xfrm>
              <a:custGeom>
                <a:avLst/>
                <a:gdLst>
                  <a:gd name="T0" fmla="*/ 93 w 179"/>
                  <a:gd name="T1" fmla="*/ 199 h 199"/>
                  <a:gd name="T2" fmla="*/ 177 w 179"/>
                  <a:gd name="T3" fmla="*/ 133 h 199"/>
                  <a:gd name="T4" fmla="*/ 128 w 179"/>
                  <a:gd name="T5" fmla="*/ 133 h 199"/>
                  <a:gd name="T6" fmla="*/ 93 w 179"/>
                  <a:gd name="T7" fmla="*/ 157 h 199"/>
                  <a:gd name="T8" fmla="*/ 52 w 179"/>
                  <a:gd name="T9" fmla="*/ 111 h 199"/>
                  <a:gd name="T10" fmla="*/ 179 w 179"/>
                  <a:gd name="T11" fmla="*/ 111 h 199"/>
                  <a:gd name="T12" fmla="*/ 179 w 179"/>
                  <a:gd name="T13" fmla="*/ 95 h 199"/>
                  <a:gd name="T14" fmla="*/ 92 w 179"/>
                  <a:gd name="T15" fmla="*/ 0 h 199"/>
                  <a:gd name="T16" fmla="*/ 0 w 179"/>
                  <a:gd name="T17" fmla="*/ 100 h 199"/>
                  <a:gd name="T18" fmla="*/ 93 w 179"/>
                  <a:gd name="T19" fmla="*/ 199 h 199"/>
                  <a:gd name="T20" fmla="*/ 93 w 179"/>
                  <a:gd name="T21" fmla="*/ 43 h 199"/>
                  <a:gd name="T22" fmla="*/ 127 w 179"/>
                  <a:gd name="T23" fmla="*/ 79 h 199"/>
                  <a:gd name="T24" fmla="*/ 53 w 179"/>
                  <a:gd name="T25" fmla="*/ 79 h 199"/>
                  <a:gd name="T26" fmla="*/ 93 w 179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9">
                    <a:moveTo>
                      <a:pt x="93" y="199"/>
                    </a:moveTo>
                    <a:cubicBezTo>
                      <a:pt x="141" y="199"/>
                      <a:pt x="171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1" y="157"/>
                      <a:pt x="93" y="157"/>
                    </a:cubicBezTo>
                    <a:cubicBezTo>
                      <a:pt x="70" y="157"/>
                      <a:pt x="53" y="140"/>
                      <a:pt x="52" y="111"/>
                    </a:cubicBezTo>
                    <a:cubicBezTo>
                      <a:pt x="179" y="111"/>
                      <a:pt x="179" y="111"/>
                      <a:pt x="179" y="111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39"/>
                      <a:pt x="148" y="0"/>
                      <a:pt x="92" y="0"/>
                    </a:cubicBezTo>
                    <a:cubicBezTo>
                      <a:pt x="39" y="0"/>
                      <a:pt x="0" y="42"/>
                      <a:pt x="0" y="100"/>
                    </a:cubicBezTo>
                    <a:cubicBezTo>
                      <a:pt x="0" y="159"/>
                      <a:pt x="38" y="199"/>
                      <a:pt x="93" y="199"/>
                    </a:cubicBezTo>
                    <a:moveTo>
                      <a:pt x="93" y="43"/>
                    </a:moveTo>
                    <a:cubicBezTo>
                      <a:pt x="114" y="43"/>
                      <a:pt x="126" y="59"/>
                      <a:pt x="127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8" y="56"/>
                      <a:pt x="72" y="43"/>
                      <a:pt x="93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1" name="Oval 130">
                <a:extLst>
                  <a:ext uri="{FF2B5EF4-FFF2-40B4-BE49-F238E27FC236}">
                    <a16:creationId xmlns:a16="http://schemas.microsoft.com/office/drawing/2014/main" id="{0699403F-9E60-4956-BFB8-FBC1C654E1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28" y="7553"/>
                <a:ext cx="47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2" name="Rectangle 131">
                <a:extLst>
                  <a:ext uri="{FF2B5EF4-FFF2-40B4-BE49-F238E27FC236}">
                    <a16:creationId xmlns:a16="http://schemas.microsoft.com/office/drawing/2014/main" id="{194E1445-B0A3-408B-B7AB-79FC3D864B8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32" y="7617"/>
                <a:ext cx="39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3" name="Freeform 132">
                <a:extLst>
                  <a:ext uri="{FF2B5EF4-FFF2-40B4-BE49-F238E27FC236}">
                    <a16:creationId xmlns:a16="http://schemas.microsoft.com/office/drawing/2014/main" id="{337ECF27-B372-47D5-99FF-B2B8BB0EE69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87" y="7617"/>
                <a:ext cx="64" cy="197"/>
              </a:xfrm>
              <a:custGeom>
                <a:avLst/>
                <a:gdLst>
                  <a:gd name="T0" fmla="*/ 87 w 87"/>
                  <a:gd name="T1" fmla="*/ 198 h 265"/>
                  <a:gd name="T2" fmla="*/ 87 w 87"/>
                  <a:gd name="T3" fmla="*/ 0 h 265"/>
                  <a:gd name="T4" fmla="*/ 34 w 87"/>
                  <a:gd name="T5" fmla="*/ 0 h 265"/>
                  <a:gd name="T6" fmla="*/ 34 w 87"/>
                  <a:gd name="T7" fmla="*/ 197 h 265"/>
                  <a:gd name="T8" fmla="*/ 11 w 87"/>
                  <a:gd name="T9" fmla="*/ 222 h 265"/>
                  <a:gd name="T10" fmla="*/ 0 w 87"/>
                  <a:gd name="T11" fmla="*/ 220 h 265"/>
                  <a:gd name="T12" fmla="*/ 0 w 87"/>
                  <a:gd name="T13" fmla="*/ 263 h 265"/>
                  <a:gd name="T14" fmla="*/ 20 w 87"/>
                  <a:gd name="T15" fmla="*/ 265 h 265"/>
                  <a:gd name="T16" fmla="*/ 87 w 87"/>
                  <a:gd name="T17" fmla="*/ 19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65">
                    <a:moveTo>
                      <a:pt x="87" y="198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4" y="214"/>
                      <a:pt x="27" y="222"/>
                      <a:pt x="11" y="222"/>
                    </a:cubicBezTo>
                    <a:cubicBezTo>
                      <a:pt x="7" y="222"/>
                      <a:pt x="3" y="221"/>
                      <a:pt x="0" y="220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5" y="264"/>
                      <a:pt x="13" y="265"/>
                      <a:pt x="20" y="265"/>
                    </a:cubicBezTo>
                    <a:cubicBezTo>
                      <a:pt x="64" y="265"/>
                      <a:pt x="87" y="240"/>
                      <a:pt x="87" y="1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4" name="Oval 133">
                <a:extLst>
                  <a:ext uri="{FF2B5EF4-FFF2-40B4-BE49-F238E27FC236}">
                    <a16:creationId xmlns:a16="http://schemas.microsoft.com/office/drawing/2014/main" id="{C1254233-0645-4C58-8B92-1C52DAFEB74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08" y="7553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5" name="Freeform 134">
                <a:extLst>
                  <a:ext uri="{FF2B5EF4-FFF2-40B4-BE49-F238E27FC236}">
                    <a16:creationId xmlns:a16="http://schemas.microsoft.com/office/drawing/2014/main" id="{E09D9CD7-CEF9-4E6A-80BC-874494F7469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76" y="7613"/>
                <a:ext cx="133" cy="149"/>
              </a:xfrm>
              <a:custGeom>
                <a:avLst/>
                <a:gdLst>
                  <a:gd name="T0" fmla="*/ 177 w 178"/>
                  <a:gd name="T1" fmla="*/ 133 h 199"/>
                  <a:gd name="T2" fmla="*/ 128 w 178"/>
                  <a:gd name="T3" fmla="*/ 133 h 199"/>
                  <a:gd name="T4" fmla="*/ 92 w 178"/>
                  <a:gd name="T5" fmla="*/ 157 h 199"/>
                  <a:gd name="T6" fmla="*/ 51 w 178"/>
                  <a:gd name="T7" fmla="*/ 111 h 199"/>
                  <a:gd name="T8" fmla="*/ 178 w 178"/>
                  <a:gd name="T9" fmla="*/ 111 h 199"/>
                  <a:gd name="T10" fmla="*/ 178 w 178"/>
                  <a:gd name="T11" fmla="*/ 95 h 199"/>
                  <a:gd name="T12" fmla="*/ 92 w 178"/>
                  <a:gd name="T13" fmla="*/ 0 h 199"/>
                  <a:gd name="T14" fmla="*/ 0 w 178"/>
                  <a:gd name="T15" fmla="*/ 100 h 199"/>
                  <a:gd name="T16" fmla="*/ 92 w 178"/>
                  <a:gd name="T17" fmla="*/ 199 h 199"/>
                  <a:gd name="T18" fmla="*/ 177 w 178"/>
                  <a:gd name="T19" fmla="*/ 133 h 199"/>
                  <a:gd name="T20" fmla="*/ 92 w 178"/>
                  <a:gd name="T21" fmla="*/ 43 h 199"/>
                  <a:gd name="T22" fmla="*/ 126 w 178"/>
                  <a:gd name="T23" fmla="*/ 79 h 199"/>
                  <a:gd name="T24" fmla="*/ 52 w 178"/>
                  <a:gd name="T25" fmla="*/ 79 h 199"/>
                  <a:gd name="T26" fmla="*/ 92 w 178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177" y="133"/>
                    </a:move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2" y="0"/>
                    </a:cubicBezTo>
                    <a:cubicBezTo>
                      <a:pt x="38" y="0"/>
                      <a:pt x="0" y="42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moveTo>
                      <a:pt x="92" y="43"/>
                    </a:moveTo>
                    <a:cubicBezTo>
                      <a:pt x="114" y="43"/>
                      <a:pt x="126" y="59"/>
                      <a:pt x="126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7" y="56"/>
                      <a:pt x="72" y="43"/>
                      <a:pt x="92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6" name="Freeform 135">
                <a:extLst>
                  <a:ext uri="{FF2B5EF4-FFF2-40B4-BE49-F238E27FC236}">
                    <a16:creationId xmlns:a16="http://schemas.microsoft.com/office/drawing/2014/main" id="{92FF3125-C1E0-41ED-8F28-77525B6B79F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34" y="7613"/>
                <a:ext cx="85" cy="146"/>
              </a:xfrm>
              <a:custGeom>
                <a:avLst/>
                <a:gdLst>
                  <a:gd name="T0" fmla="*/ 53 w 115"/>
                  <a:gd name="T1" fmla="*/ 77 h 195"/>
                  <a:gd name="T2" fmla="*/ 89 w 115"/>
                  <a:gd name="T3" fmla="*/ 50 h 195"/>
                  <a:gd name="T4" fmla="*/ 115 w 115"/>
                  <a:gd name="T5" fmla="*/ 57 h 195"/>
                  <a:gd name="T6" fmla="*/ 115 w 115"/>
                  <a:gd name="T7" fmla="*/ 4 h 195"/>
                  <a:gd name="T8" fmla="*/ 95 w 115"/>
                  <a:gd name="T9" fmla="*/ 0 h 195"/>
                  <a:gd name="T10" fmla="*/ 53 w 115"/>
                  <a:gd name="T11" fmla="*/ 23 h 195"/>
                  <a:gd name="T12" fmla="*/ 53 w 115"/>
                  <a:gd name="T13" fmla="*/ 5 h 195"/>
                  <a:gd name="T14" fmla="*/ 0 w 115"/>
                  <a:gd name="T15" fmla="*/ 5 h 195"/>
                  <a:gd name="T16" fmla="*/ 0 w 115"/>
                  <a:gd name="T17" fmla="*/ 195 h 195"/>
                  <a:gd name="T18" fmla="*/ 53 w 115"/>
                  <a:gd name="T19" fmla="*/ 195 h 195"/>
                  <a:gd name="T20" fmla="*/ 53 w 115"/>
                  <a:gd name="T21" fmla="*/ 7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195">
                    <a:moveTo>
                      <a:pt x="53" y="77"/>
                    </a:moveTo>
                    <a:cubicBezTo>
                      <a:pt x="57" y="60"/>
                      <a:pt x="71" y="50"/>
                      <a:pt x="89" y="50"/>
                    </a:cubicBezTo>
                    <a:cubicBezTo>
                      <a:pt x="99" y="50"/>
                      <a:pt x="108" y="52"/>
                      <a:pt x="115" y="57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2" y="2"/>
                      <a:pt x="104" y="0"/>
                      <a:pt x="95" y="0"/>
                    </a:cubicBezTo>
                    <a:cubicBezTo>
                      <a:pt x="77" y="0"/>
                      <a:pt x="61" y="10"/>
                      <a:pt x="53" y="23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3" y="195"/>
                      <a:pt x="53" y="195"/>
                      <a:pt x="53" y="195"/>
                    </a:cubicBezTo>
                    <a:lnTo>
                      <a:pt x="53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7" name="Rectangle 136">
                <a:extLst>
                  <a:ext uri="{FF2B5EF4-FFF2-40B4-BE49-F238E27FC236}">
                    <a16:creationId xmlns:a16="http://schemas.microsoft.com/office/drawing/2014/main" id="{35199AA2-9C65-4E12-8AF6-43F1664433E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403" y="7841"/>
                <a:ext cx="41" cy="1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8" name="Freeform 137">
                <a:extLst>
                  <a:ext uri="{FF2B5EF4-FFF2-40B4-BE49-F238E27FC236}">
                    <a16:creationId xmlns:a16="http://schemas.microsoft.com/office/drawing/2014/main" id="{390862EA-4B59-4F9A-9730-C0975CED053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79" y="7891"/>
                <a:ext cx="128" cy="146"/>
              </a:xfrm>
              <a:custGeom>
                <a:avLst/>
                <a:gdLst>
                  <a:gd name="T0" fmla="*/ 104 w 171"/>
                  <a:gd name="T1" fmla="*/ 0 h 195"/>
                  <a:gd name="T2" fmla="*/ 52 w 171"/>
                  <a:gd name="T3" fmla="*/ 22 h 195"/>
                  <a:gd name="T4" fmla="*/ 52 w 171"/>
                  <a:gd name="T5" fmla="*/ 5 h 195"/>
                  <a:gd name="T6" fmla="*/ 0 w 171"/>
                  <a:gd name="T7" fmla="*/ 5 h 195"/>
                  <a:gd name="T8" fmla="*/ 0 w 171"/>
                  <a:gd name="T9" fmla="*/ 195 h 195"/>
                  <a:gd name="T10" fmla="*/ 52 w 171"/>
                  <a:gd name="T11" fmla="*/ 195 h 195"/>
                  <a:gd name="T12" fmla="*/ 52 w 171"/>
                  <a:gd name="T13" fmla="*/ 74 h 195"/>
                  <a:gd name="T14" fmla="*/ 87 w 171"/>
                  <a:gd name="T15" fmla="*/ 48 h 195"/>
                  <a:gd name="T16" fmla="*/ 118 w 171"/>
                  <a:gd name="T17" fmla="*/ 82 h 195"/>
                  <a:gd name="T18" fmla="*/ 118 w 171"/>
                  <a:gd name="T19" fmla="*/ 195 h 195"/>
                  <a:gd name="T20" fmla="*/ 171 w 171"/>
                  <a:gd name="T21" fmla="*/ 195 h 195"/>
                  <a:gd name="T22" fmla="*/ 171 w 171"/>
                  <a:gd name="T23" fmla="*/ 71 h 195"/>
                  <a:gd name="T24" fmla="*/ 104 w 171"/>
                  <a:gd name="T2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1" h="195">
                    <a:moveTo>
                      <a:pt x="104" y="0"/>
                    </a:moveTo>
                    <a:cubicBezTo>
                      <a:pt x="81" y="0"/>
                      <a:pt x="63" y="10"/>
                      <a:pt x="52" y="2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7" y="58"/>
                      <a:pt x="71" y="48"/>
                      <a:pt x="87" y="48"/>
                    </a:cubicBezTo>
                    <a:cubicBezTo>
                      <a:pt x="108" y="48"/>
                      <a:pt x="118" y="62"/>
                      <a:pt x="118" y="82"/>
                    </a:cubicBez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71" y="195"/>
                      <a:pt x="171" y="195"/>
                      <a:pt x="171" y="195"/>
                    </a:cubicBezTo>
                    <a:cubicBezTo>
                      <a:pt x="171" y="71"/>
                      <a:pt x="171" y="71"/>
                      <a:pt x="171" y="71"/>
                    </a:cubicBezTo>
                    <a:cubicBezTo>
                      <a:pt x="171" y="28"/>
                      <a:pt x="14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9" name="Freeform 138">
                <a:extLst>
                  <a:ext uri="{FF2B5EF4-FFF2-40B4-BE49-F238E27FC236}">
                    <a16:creationId xmlns:a16="http://schemas.microsoft.com/office/drawing/2014/main" id="{C9CC20B3-3FE1-4D46-9037-659C315FFE8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30" y="7891"/>
                <a:ext cx="121" cy="149"/>
              </a:xfrm>
              <a:custGeom>
                <a:avLst/>
                <a:gdLst>
                  <a:gd name="T0" fmla="*/ 84 w 162"/>
                  <a:gd name="T1" fmla="*/ 159 h 199"/>
                  <a:gd name="T2" fmla="*/ 52 w 162"/>
                  <a:gd name="T3" fmla="*/ 138 h 199"/>
                  <a:gd name="T4" fmla="*/ 0 w 162"/>
                  <a:gd name="T5" fmla="*/ 138 h 199"/>
                  <a:gd name="T6" fmla="*/ 84 w 162"/>
                  <a:gd name="T7" fmla="*/ 199 h 199"/>
                  <a:gd name="T8" fmla="*/ 162 w 162"/>
                  <a:gd name="T9" fmla="*/ 138 h 199"/>
                  <a:gd name="T10" fmla="*/ 112 w 162"/>
                  <a:gd name="T11" fmla="*/ 82 h 199"/>
                  <a:gd name="T12" fmla="*/ 72 w 162"/>
                  <a:gd name="T13" fmla="*/ 73 h 199"/>
                  <a:gd name="T14" fmla="*/ 55 w 162"/>
                  <a:gd name="T15" fmla="*/ 58 h 199"/>
                  <a:gd name="T16" fmla="*/ 81 w 162"/>
                  <a:gd name="T17" fmla="*/ 40 h 199"/>
                  <a:gd name="T18" fmla="*/ 110 w 162"/>
                  <a:gd name="T19" fmla="*/ 59 h 199"/>
                  <a:gd name="T20" fmla="*/ 161 w 162"/>
                  <a:gd name="T21" fmla="*/ 59 h 199"/>
                  <a:gd name="T22" fmla="*/ 80 w 162"/>
                  <a:gd name="T23" fmla="*/ 0 h 199"/>
                  <a:gd name="T24" fmla="*/ 4 w 162"/>
                  <a:gd name="T25" fmla="*/ 62 h 199"/>
                  <a:gd name="T26" fmla="*/ 53 w 162"/>
                  <a:gd name="T27" fmla="*/ 116 h 199"/>
                  <a:gd name="T28" fmla="*/ 92 w 162"/>
                  <a:gd name="T29" fmla="*/ 124 h 199"/>
                  <a:gd name="T30" fmla="*/ 111 w 162"/>
                  <a:gd name="T31" fmla="*/ 141 h 199"/>
                  <a:gd name="T32" fmla="*/ 84 w 162"/>
                  <a:gd name="T33" fmla="*/ 15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99">
                    <a:moveTo>
                      <a:pt x="84" y="159"/>
                    </a:moveTo>
                    <a:cubicBezTo>
                      <a:pt x="68" y="159"/>
                      <a:pt x="56" y="152"/>
                      <a:pt x="52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5" y="177"/>
                      <a:pt x="38" y="199"/>
                      <a:pt x="84" y="199"/>
                    </a:cubicBezTo>
                    <a:cubicBezTo>
                      <a:pt x="129" y="199"/>
                      <a:pt x="162" y="176"/>
                      <a:pt x="162" y="138"/>
                    </a:cubicBezTo>
                    <a:cubicBezTo>
                      <a:pt x="162" y="109"/>
                      <a:pt x="145" y="90"/>
                      <a:pt x="112" y="8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60" y="70"/>
                      <a:pt x="55" y="66"/>
                      <a:pt x="55" y="58"/>
                    </a:cubicBezTo>
                    <a:cubicBezTo>
                      <a:pt x="55" y="46"/>
                      <a:pt x="68" y="40"/>
                      <a:pt x="81" y="40"/>
                    </a:cubicBezTo>
                    <a:cubicBezTo>
                      <a:pt x="98" y="40"/>
                      <a:pt x="107" y="48"/>
                      <a:pt x="110" y="59"/>
                    </a:cubicBezTo>
                    <a:cubicBezTo>
                      <a:pt x="161" y="59"/>
                      <a:pt x="161" y="59"/>
                      <a:pt x="161" y="59"/>
                    </a:cubicBezTo>
                    <a:cubicBezTo>
                      <a:pt x="154" y="23"/>
                      <a:pt x="128" y="0"/>
                      <a:pt x="80" y="0"/>
                    </a:cubicBezTo>
                    <a:cubicBezTo>
                      <a:pt x="37" y="0"/>
                      <a:pt x="4" y="25"/>
                      <a:pt x="4" y="62"/>
                    </a:cubicBezTo>
                    <a:cubicBezTo>
                      <a:pt x="4" y="94"/>
                      <a:pt x="24" y="109"/>
                      <a:pt x="53" y="116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105" y="128"/>
                      <a:pt x="111" y="132"/>
                      <a:pt x="111" y="141"/>
                    </a:cubicBezTo>
                    <a:cubicBezTo>
                      <a:pt x="111" y="153"/>
                      <a:pt x="100" y="159"/>
                      <a:pt x="84" y="15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0" name="Freeform 139">
                <a:extLst>
                  <a:ext uri="{FF2B5EF4-FFF2-40B4-BE49-F238E27FC236}">
                    <a16:creationId xmlns:a16="http://schemas.microsoft.com/office/drawing/2014/main" id="{A58E9456-153F-46ED-ACB5-5A2E5FE7220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65" y="7856"/>
                <a:ext cx="94" cy="184"/>
              </a:xfrm>
              <a:custGeom>
                <a:avLst/>
                <a:gdLst>
                  <a:gd name="T0" fmla="*/ 29 w 126"/>
                  <a:gd name="T1" fmla="*/ 185 h 246"/>
                  <a:gd name="T2" fmla="*/ 92 w 126"/>
                  <a:gd name="T3" fmla="*/ 246 h 246"/>
                  <a:gd name="T4" fmla="*/ 126 w 126"/>
                  <a:gd name="T5" fmla="*/ 240 h 246"/>
                  <a:gd name="T6" fmla="*/ 126 w 126"/>
                  <a:gd name="T7" fmla="*/ 193 h 246"/>
                  <a:gd name="T8" fmla="*/ 103 w 126"/>
                  <a:gd name="T9" fmla="*/ 199 h 246"/>
                  <a:gd name="T10" fmla="*/ 81 w 126"/>
                  <a:gd name="T11" fmla="*/ 178 h 246"/>
                  <a:gd name="T12" fmla="*/ 81 w 126"/>
                  <a:gd name="T13" fmla="*/ 94 h 246"/>
                  <a:gd name="T14" fmla="*/ 123 w 126"/>
                  <a:gd name="T15" fmla="*/ 94 h 246"/>
                  <a:gd name="T16" fmla="*/ 123 w 126"/>
                  <a:gd name="T17" fmla="*/ 52 h 246"/>
                  <a:gd name="T18" fmla="*/ 81 w 126"/>
                  <a:gd name="T19" fmla="*/ 52 h 246"/>
                  <a:gd name="T20" fmla="*/ 81 w 126"/>
                  <a:gd name="T21" fmla="*/ 0 h 246"/>
                  <a:gd name="T22" fmla="*/ 29 w 126"/>
                  <a:gd name="T23" fmla="*/ 0 h 246"/>
                  <a:gd name="T24" fmla="*/ 29 w 126"/>
                  <a:gd name="T25" fmla="*/ 52 h 246"/>
                  <a:gd name="T26" fmla="*/ 0 w 126"/>
                  <a:gd name="T27" fmla="*/ 52 h 246"/>
                  <a:gd name="T28" fmla="*/ 0 w 126"/>
                  <a:gd name="T29" fmla="*/ 94 h 246"/>
                  <a:gd name="T30" fmla="*/ 29 w 126"/>
                  <a:gd name="T31" fmla="*/ 94 h 246"/>
                  <a:gd name="T32" fmla="*/ 29 w 126"/>
                  <a:gd name="T33" fmla="*/ 185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29" y="185"/>
                    </a:move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lnTo>
                      <a:pt x="29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1" name="Rectangle 140">
                <a:extLst>
                  <a:ext uri="{FF2B5EF4-FFF2-40B4-BE49-F238E27FC236}">
                    <a16:creationId xmlns:a16="http://schemas.microsoft.com/office/drawing/2014/main" id="{E723DCEA-8AA2-4D43-A38B-324FB24F9F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7" y="7895"/>
                <a:ext cx="40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2" name="Oval 141">
                <a:extLst>
                  <a:ext uri="{FF2B5EF4-FFF2-40B4-BE49-F238E27FC236}">
                    <a16:creationId xmlns:a16="http://schemas.microsoft.com/office/drawing/2014/main" id="{7B334661-C5BE-45AC-8741-822B7F14E33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4" y="7831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3" name="Freeform 142">
                <a:extLst>
                  <a:ext uri="{FF2B5EF4-FFF2-40B4-BE49-F238E27FC236}">
                    <a16:creationId xmlns:a16="http://schemas.microsoft.com/office/drawing/2014/main" id="{4BA0F4E3-8BED-4F9E-9C5D-B2AEFEA7E57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48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4" name="Freeform 143">
                <a:extLst>
                  <a:ext uri="{FF2B5EF4-FFF2-40B4-BE49-F238E27FC236}">
                    <a16:creationId xmlns:a16="http://schemas.microsoft.com/office/drawing/2014/main" id="{78E65289-B322-49F7-8E54-1D0D09DB4A6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7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5" name="Freeform 144">
                <a:extLst>
                  <a:ext uri="{FF2B5EF4-FFF2-40B4-BE49-F238E27FC236}">
                    <a16:creationId xmlns:a16="http://schemas.microsoft.com/office/drawing/2014/main" id="{5EB360DC-6827-4F63-B54F-4F750BD5F4B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329" y="7891"/>
                <a:ext cx="133" cy="149"/>
              </a:xfrm>
              <a:custGeom>
                <a:avLst/>
                <a:gdLst>
                  <a:gd name="T0" fmla="*/ 91 w 178"/>
                  <a:gd name="T1" fmla="*/ 0 h 199"/>
                  <a:gd name="T2" fmla="*/ 0 w 178"/>
                  <a:gd name="T3" fmla="*/ 100 h 199"/>
                  <a:gd name="T4" fmla="*/ 92 w 178"/>
                  <a:gd name="T5" fmla="*/ 199 h 199"/>
                  <a:gd name="T6" fmla="*/ 177 w 178"/>
                  <a:gd name="T7" fmla="*/ 133 h 199"/>
                  <a:gd name="T8" fmla="*/ 128 w 178"/>
                  <a:gd name="T9" fmla="*/ 133 h 199"/>
                  <a:gd name="T10" fmla="*/ 92 w 178"/>
                  <a:gd name="T11" fmla="*/ 157 h 199"/>
                  <a:gd name="T12" fmla="*/ 51 w 178"/>
                  <a:gd name="T13" fmla="*/ 111 h 199"/>
                  <a:gd name="T14" fmla="*/ 178 w 178"/>
                  <a:gd name="T15" fmla="*/ 111 h 199"/>
                  <a:gd name="T16" fmla="*/ 178 w 178"/>
                  <a:gd name="T17" fmla="*/ 95 h 199"/>
                  <a:gd name="T18" fmla="*/ 91 w 178"/>
                  <a:gd name="T19" fmla="*/ 0 h 199"/>
                  <a:gd name="T20" fmla="*/ 52 w 178"/>
                  <a:gd name="T21" fmla="*/ 79 h 199"/>
                  <a:gd name="T22" fmla="*/ 92 w 178"/>
                  <a:gd name="T23" fmla="*/ 43 h 199"/>
                  <a:gd name="T24" fmla="*/ 126 w 178"/>
                  <a:gd name="T25" fmla="*/ 79 h 199"/>
                  <a:gd name="T26" fmla="*/ 52 w 178"/>
                  <a:gd name="T27" fmla="*/ 7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91" y="0"/>
                    </a:moveTo>
                    <a:cubicBezTo>
                      <a:pt x="38" y="0"/>
                      <a:pt x="0" y="43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3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1" y="0"/>
                    </a:cubicBezTo>
                    <a:moveTo>
                      <a:pt x="52" y="79"/>
                    </a:moveTo>
                    <a:cubicBezTo>
                      <a:pt x="57" y="56"/>
                      <a:pt x="71" y="43"/>
                      <a:pt x="92" y="43"/>
                    </a:cubicBezTo>
                    <a:cubicBezTo>
                      <a:pt x="114" y="43"/>
                      <a:pt x="126" y="59"/>
                      <a:pt x="126" y="79"/>
                    </a:cubicBezTo>
                    <a:lnTo>
                      <a:pt x="52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6" name="Freeform 145">
                <a:extLst>
                  <a:ext uri="{FF2B5EF4-FFF2-40B4-BE49-F238E27FC236}">
                    <a16:creationId xmlns:a16="http://schemas.microsoft.com/office/drawing/2014/main" id="{0DBE3192-3B65-47F6-8BDC-50282EB2C38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396" y="8105"/>
                <a:ext cx="45" cy="50"/>
              </a:xfrm>
              <a:custGeom>
                <a:avLst/>
                <a:gdLst>
                  <a:gd name="T0" fmla="*/ 30 w 60"/>
                  <a:gd name="T1" fmla="*/ 0 h 67"/>
                  <a:gd name="T2" fmla="*/ 0 w 60"/>
                  <a:gd name="T3" fmla="*/ 33 h 67"/>
                  <a:gd name="T4" fmla="*/ 30 w 60"/>
                  <a:gd name="T5" fmla="*/ 67 h 67"/>
                  <a:gd name="T6" fmla="*/ 60 w 60"/>
                  <a:gd name="T7" fmla="*/ 33 h 67"/>
                  <a:gd name="T8" fmla="*/ 30 w 60"/>
                  <a:gd name="T9" fmla="*/ 0 h 67"/>
                  <a:gd name="T10" fmla="*/ 30 w 60"/>
                  <a:gd name="T11" fmla="*/ 57 h 67"/>
                  <a:gd name="T12" fmla="*/ 11 w 60"/>
                  <a:gd name="T13" fmla="*/ 33 h 67"/>
                  <a:gd name="T14" fmla="*/ 30 w 60"/>
                  <a:gd name="T15" fmla="*/ 10 h 67"/>
                  <a:gd name="T16" fmla="*/ 49 w 60"/>
                  <a:gd name="T17" fmla="*/ 33 h 67"/>
                  <a:gd name="T18" fmla="*/ 30 w 60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67">
                    <a:moveTo>
                      <a:pt x="30" y="0"/>
                    </a:move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7" y="67"/>
                      <a:pt x="60" y="53"/>
                      <a:pt x="60" y="33"/>
                    </a:cubicBezTo>
                    <a:cubicBezTo>
                      <a:pt x="60" y="14"/>
                      <a:pt x="47" y="0"/>
                      <a:pt x="30" y="0"/>
                    </a:cubicBezTo>
                    <a:moveTo>
                      <a:pt x="30" y="57"/>
                    </a:moveTo>
                    <a:cubicBezTo>
                      <a:pt x="19" y="57"/>
                      <a:pt x="11" y="47"/>
                      <a:pt x="11" y="33"/>
                    </a:cubicBezTo>
                    <a:cubicBezTo>
                      <a:pt x="11" y="20"/>
                      <a:pt x="19" y="10"/>
                      <a:pt x="30" y="10"/>
                    </a:cubicBezTo>
                    <a:cubicBezTo>
                      <a:pt x="41" y="10"/>
                      <a:pt x="49" y="20"/>
                      <a:pt x="49" y="33"/>
                    </a:cubicBezTo>
                    <a:cubicBezTo>
                      <a:pt x="49" y="47"/>
                      <a:pt x="41" y="57"/>
                      <a:pt x="30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7" name="Freeform 146">
                <a:extLst>
                  <a:ext uri="{FF2B5EF4-FFF2-40B4-BE49-F238E27FC236}">
                    <a16:creationId xmlns:a16="http://schemas.microsoft.com/office/drawing/2014/main" id="{23C27A26-336C-4674-82C2-50A9EB32F1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5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8 w 31"/>
                  <a:gd name="T3" fmla="*/ 49 h 49"/>
                  <a:gd name="T4" fmla="*/ 8 w 31"/>
                  <a:gd name="T5" fmla="*/ 30 h 49"/>
                  <a:gd name="T6" fmla="*/ 29 w 31"/>
                  <a:gd name="T7" fmla="*/ 30 h 49"/>
                  <a:gd name="T8" fmla="*/ 29 w 31"/>
                  <a:gd name="T9" fmla="*/ 22 h 49"/>
                  <a:gd name="T10" fmla="*/ 8 w 31"/>
                  <a:gd name="T11" fmla="*/ 22 h 49"/>
                  <a:gd name="T12" fmla="*/ 8 w 31"/>
                  <a:gd name="T13" fmla="*/ 8 h 49"/>
                  <a:gd name="T14" fmla="*/ 31 w 31"/>
                  <a:gd name="T15" fmla="*/ 8 h 49"/>
                  <a:gd name="T16" fmla="*/ 31 w 31"/>
                  <a:gd name="T17" fmla="*/ 0 h 49"/>
                  <a:gd name="T18" fmla="*/ 0 w 31"/>
                  <a:gd name="T19" fmla="*/ 0 h 49"/>
                  <a:gd name="T20" fmla="*/ 0 w 31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8" y="49"/>
                    </a:lnTo>
                    <a:lnTo>
                      <a:pt x="8" y="30"/>
                    </a:lnTo>
                    <a:lnTo>
                      <a:pt x="29" y="30"/>
                    </a:lnTo>
                    <a:lnTo>
                      <a:pt x="29" y="22"/>
                    </a:lnTo>
                    <a:lnTo>
                      <a:pt x="8" y="22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8" name="Freeform 147">
                <a:extLst>
                  <a:ext uri="{FF2B5EF4-FFF2-40B4-BE49-F238E27FC236}">
                    <a16:creationId xmlns:a16="http://schemas.microsoft.com/office/drawing/2014/main" id="{5559118A-1B25-4EEE-8473-B89CA645549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22" y="8105"/>
                <a:ext cx="30" cy="49"/>
              </a:xfrm>
              <a:custGeom>
                <a:avLst/>
                <a:gdLst>
                  <a:gd name="T0" fmla="*/ 0 w 30"/>
                  <a:gd name="T1" fmla="*/ 49 h 49"/>
                  <a:gd name="T2" fmla="*/ 30 w 30"/>
                  <a:gd name="T3" fmla="*/ 49 h 49"/>
                  <a:gd name="T4" fmla="*/ 30 w 30"/>
                  <a:gd name="T5" fmla="*/ 41 h 49"/>
                  <a:gd name="T6" fmla="*/ 7 w 30"/>
                  <a:gd name="T7" fmla="*/ 41 h 49"/>
                  <a:gd name="T8" fmla="*/ 7 w 30"/>
                  <a:gd name="T9" fmla="*/ 27 h 49"/>
                  <a:gd name="T10" fmla="*/ 29 w 30"/>
                  <a:gd name="T11" fmla="*/ 27 h 49"/>
                  <a:gd name="T12" fmla="*/ 29 w 30"/>
                  <a:gd name="T13" fmla="*/ 21 h 49"/>
                  <a:gd name="T14" fmla="*/ 7 w 30"/>
                  <a:gd name="T15" fmla="*/ 21 h 49"/>
                  <a:gd name="T16" fmla="*/ 7 w 30"/>
                  <a:gd name="T17" fmla="*/ 8 h 49"/>
                  <a:gd name="T18" fmla="*/ 30 w 30"/>
                  <a:gd name="T19" fmla="*/ 8 h 49"/>
                  <a:gd name="T20" fmla="*/ 30 w 30"/>
                  <a:gd name="T21" fmla="*/ 0 h 49"/>
                  <a:gd name="T22" fmla="*/ 0 w 30"/>
                  <a:gd name="T23" fmla="*/ 0 h 49"/>
                  <a:gd name="T24" fmla="*/ 0 w 30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9">
                    <a:moveTo>
                      <a:pt x="0" y="49"/>
                    </a:moveTo>
                    <a:lnTo>
                      <a:pt x="30" y="49"/>
                    </a:lnTo>
                    <a:lnTo>
                      <a:pt x="30" y="41"/>
                    </a:lnTo>
                    <a:lnTo>
                      <a:pt x="7" y="41"/>
                    </a:lnTo>
                    <a:lnTo>
                      <a:pt x="7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7" y="21"/>
                    </a:lnTo>
                    <a:lnTo>
                      <a:pt x="7" y="8"/>
                    </a:lnTo>
                    <a:lnTo>
                      <a:pt x="30" y="8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9" name="Freeform 148">
                <a:extLst>
                  <a:ext uri="{FF2B5EF4-FFF2-40B4-BE49-F238E27FC236}">
                    <a16:creationId xmlns:a16="http://schemas.microsoft.com/office/drawing/2014/main" id="{1BFC08EA-C62F-4B1B-97DF-2795BA70402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65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4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4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7" y="10"/>
                      <a:pt x="42" y="15"/>
                      <a:pt x="44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3" y="0"/>
                      <a:pt x="29" y="0"/>
                    </a:cubicBez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3" y="67"/>
                      <a:pt x="53" y="58"/>
                      <a:pt x="5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52"/>
                      <a:pt x="37" y="57"/>
                      <a:pt x="29" y="57"/>
                    </a:cubicBezTo>
                    <a:cubicBezTo>
                      <a:pt x="17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0" name="Freeform 149">
                <a:extLst>
                  <a:ext uri="{FF2B5EF4-FFF2-40B4-BE49-F238E27FC236}">
                    <a16:creationId xmlns:a16="http://schemas.microsoft.com/office/drawing/2014/main" id="{F1AA7EBF-1408-4B05-8755-B4FDCAC2827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617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1" name="Freeform 150">
                <a:extLst>
                  <a:ext uri="{FF2B5EF4-FFF2-40B4-BE49-F238E27FC236}">
                    <a16:creationId xmlns:a16="http://schemas.microsoft.com/office/drawing/2014/main" id="{0EED6EE0-AFCC-4675-AE6B-A885028544E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75" y="8105"/>
                <a:ext cx="31" cy="49"/>
              </a:xfrm>
              <a:custGeom>
                <a:avLst/>
                <a:gdLst>
                  <a:gd name="T0" fmla="*/ 8 w 31"/>
                  <a:gd name="T1" fmla="*/ 0 h 49"/>
                  <a:gd name="T2" fmla="*/ 0 w 31"/>
                  <a:gd name="T3" fmla="*/ 0 h 49"/>
                  <a:gd name="T4" fmla="*/ 0 w 31"/>
                  <a:gd name="T5" fmla="*/ 49 h 49"/>
                  <a:gd name="T6" fmla="*/ 31 w 31"/>
                  <a:gd name="T7" fmla="*/ 49 h 49"/>
                  <a:gd name="T8" fmla="*/ 31 w 31"/>
                  <a:gd name="T9" fmla="*/ 41 h 49"/>
                  <a:gd name="T10" fmla="*/ 8 w 31"/>
                  <a:gd name="T11" fmla="*/ 41 h 49"/>
                  <a:gd name="T12" fmla="*/ 8 w 31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9">
                    <a:moveTo>
                      <a:pt x="8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2" name="Freeform 151">
                <a:extLst>
                  <a:ext uri="{FF2B5EF4-FFF2-40B4-BE49-F238E27FC236}">
                    <a16:creationId xmlns:a16="http://schemas.microsoft.com/office/drawing/2014/main" id="{F323CD64-0551-4DED-9970-CB539D070AC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715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3" name="Freeform 152">
                <a:extLst>
                  <a:ext uri="{FF2B5EF4-FFF2-40B4-BE49-F238E27FC236}">
                    <a16:creationId xmlns:a16="http://schemas.microsoft.com/office/drawing/2014/main" id="{3DCAA348-50D3-4A49-B28C-1FAAFE0EAF7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1" y="8105"/>
                <a:ext cx="43" cy="50"/>
              </a:xfrm>
              <a:custGeom>
                <a:avLst/>
                <a:gdLst>
                  <a:gd name="T0" fmla="*/ 33 w 57"/>
                  <a:gd name="T1" fmla="*/ 42 h 67"/>
                  <a:gd name="T2" fmla="*/ 47 w 57"/>
                  <a:gd name="T3" fmla="*/ 42 h 67"/>
                  <a:gd name="T4" fmla="*/ 30 w 57"/>
                  <a:gd name="T5" fmla="*/ 57 h 67"/>
                  <a:gd name="T6" fmla="*/ 11 w 57"/>
                  <a:gd name="T7" fmla="*/ 33 h 67"/>
                  <a:gd name="T8" fmla="*/ 29 w 57"/>
                  <a:gd name="T9" fmla="*/ 10 h 67"/>
                  <a:gd name="T10" fmla="*/ 45 w 57"/>
                  <a:gd name="T11" fmla="*/ 21 h 67"/>
                  <a:gd name="T12" fmla="*/ 56 w 57"/>
                  <a:gd name="T13" fmla="*/ 21 h 67"/>
                  <a:gd name="T14" fmla="*/ 29 w 57"/>
                  <a:gd name="T15" fmla="*/ 0 h 67"/>
                  <a:gd name="T16" fmla="*/ 0 w 57"/>
                  <a:gd name="T17" fmla="*/ 33 h 67"/>
                  <a:gd name="T18" fmla="*/ 30 w 57"/>
                  <a:gd name="T19" fmla="*/ 67 h 67"/>
                  <a:gd name="T20" fmla="*/ 57 w 57"/>
                  <a:gd name="T21" fmla="*/ 37 h 67"/>
                  <a:gd name="T22" fmla="*/ 57 w 57"/>
                  <a:gd name="T23" fmla="*/ 32 h 67"/>
                  <a:gd name="T24" fmla="*/ 33 w 57"/>
                  <a:gd name="T25" fmla="*/ 32 h 67"/>
                  <a:gd name="T26" fmla="*/ 33 w 57"/>
                  <a:gd name="T27" fmla="*/ 4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7">
                    <a:moveTo>
                      <a:pt x="33" y="42"/>
                    </a:moveTo>
                    <a:cubicBezTo>
                      <a:pt x="47" y="42"/>
                      <a:pt x="47" y="42"/>
                      <a:pt x="47" y="42"/>
                    </a:cubicBezTo>
                    <a:cubicBezTo>
                      <a:pt x="45" y="51"/>
                      <a:pt x="39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38" y="10"/>
                      <a:pt x="42" y="15"/>
                      <a:pt x="45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5" y="67"/>
                      <a:pt x="57" y="55"/>
                      <a:pt x="57" y="37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33" y="32"/>
                      <a:pt x="33" y="32"/>
                      <a:pt x="33" y="32"/>
                    </a:cubicBezTo>
                    <a:lnTo>
                      <a:pt x="33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4" name="Rectangle 153">
                <a:extLst>
                  <a:ext uri="{FF2B5EF4-FFF2-40B4-BE49-F238E27FC236}">
                    <a16:creationId xmlns:a16="http://schemas.microsoft.com/office/drawing/2014/main" id="{4D20ADF5-01FB-414F-83B3-BDC9C35B529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28" y="8105"/>
                <a:ext cx="7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5" name="Freeform 154">
                <a:extLst>
                  <a:ext uri="{FF2B5EF4-FFF2-40B4-BE49-F238E27FC236}">
                    <a16:creationId xmlns:a16="http://schemas.microsoft.com/office/drawing/2014/main" id="{28DF0B52-831C-46B3-B6AD-62D2A81084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49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5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5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8" y="10"/>
                      <a:pt x="42" y="15"/>
                      <a:pt x="4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29" y="67"/>
                    </a:cubicBezTo>
                    <a:cubicBezTo>
                      <a:pt x="44" y="67"/>
                      <a:pt x="53" y="58"/>
                      <a:pt x="5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2" y="52"/>
                      <a:pt x="38" y="57"/>
                      <a:pt x="29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6" name="Freeform 155">
                <a:extLst>
                  <a:ext uri="{FF2B5EF4-FFF2-40B4-BE49-F238E27FC236}">
                    <a16:creationId xmlns:a16="http://schemas.microsoft.com/office/drawing/2014/main" id="{669F7A21-2840-476A-AE86-677284180F7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99" y="8105"/>
                <a:ext cx="45" cy="49"/>
              </a:xfrm>
              <a:custGeom>
                <a:avLst/>
                <a:gdLst>
                  <a:gd name="T0" fmla="*/ 19 w 45"/>
                  <a:gd name="T1" fmla="*/ 0 h 49"/>
                  <a:gd name="T2" fmla="*/ 0 w 45"/>
                  <a:gd name="T3" fmla="*/ 49 h 49"/>
                  <a:gd name="T4" fmla="*/ 8 w 45"/>
                  <a:gd name="T5" fmla="*/ 49 h 49"/>
                  <a:gd name="T6" fmla="*/ 14 w 45"/>
                  <a:gd name="T7" fmla="*/ 36 h 49"/>
                  <a:gd name="T8" fmla="*/ 31 w 45"/>
                  <a:gd name="T9" fmla="*/ 36 h 49"/>
                  <a:gd name="T10" fmla="*/ 37 w 45"/>
                  <a:gd name="T11" fmla="*/ 49 h 49"/>
                  <a:gd name="T12" fmla="*/ 45 w 45"/>
                  <a:gd name="T13" fmla="*/ 49 h 49"/>
                  <a:gd name="T14" fmla="*/ 26 w 45"/>
                  <a:gd name="T15" fmla="*/ 0 h 49"/>
                  <a:gd name="T16" fmla="*/ 19 w 45"/>
                  <a:gd name="T17" fmla="*/ 0 h 49"/>
                  <a:gd name="T18" fmla="*/ 16 w 45"/>
                  <a:gd name="T19" fmla="*/ 28 h 49"/>
                  <a:gd name="T20" fmla="*/ 22 w 45"/>
                  <a:gd name="T21" fmla="*/ 11 h 49"/>
                  <a:gd name="T22" fmla="*/ 29 w 45"/>
                  <a:gd name="T23" fmla="*/ 28 h 49"/>
                  <a:gd name="T24" fmla="*/ 16 w 45"/>
                  <a:gd name="T25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9">
                    <a:moveTo>
                      <a:pt x="19" y="0"/>
                    </a:moveTo>
                    <a:lnTo>
                      <a:pt x="0" y="49"/>
                    </a:lnTo>
                    <a:lnTo>
                      <a:pt x="8" y="49"/>
                    </a:lnTo>
                    <a:lnTo>
                      <a:pt x="14" y="36"/>
                    </a:lnTo>
                    <a:lnTo>
                      <a:pt x="31" y="36"/>
                    </a:lnTo>
                    <a:lnTo>
                      <a:pt x="37" y="49"/>
                    </a:lnTo>
                    <a:lnTo>
                      <a:pt x="45" y="49"/>
                    </a:lnTo>
                    <a:lnTo>
                      <a:pt x="26" y="0"/>
                    </a:lnTo>
                    <a:lnTo>
                      <a:pt x="19" y="0"/>
                    </a:lnTo>
                    <a:close/>
                    <a:moveTo>
                      <a:pt x="16" y="28"/>
                    </a:moveTo>
                    <a:lnTo>
                      <a:pt x="22" y="11"/>
                    </a:lnTo>
                    <a:lnTo>
                      <a:pt x="29" y="28"/>
                    </a:lnTo>
                    <a:lnTo>
                      <a:pt x="16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7" name="Freeform 156">
                <a:extLst>
                  <a:ext uri="{FF2B5EF4-FFF2-40B4-BE49-F238E27FC236}">
                    <a16:creationId xmlns:a16="http://schemas.microsoft.com/office/drawing/2014/main" id="{D4E62EF4-90C9-4E7D-A8B8-D107C480C17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6" y="8105"/>
                <a:ext cx="32" cy="49"/>
              </a:xfrm>
              <a:custGeom>
                <a:avLst/>
                <a:gdLst>
                  <a:gd name="T0" fmla="*/ 9 w 32"/>
                  <a:gd name="T1" fmla="*/ 0 h 49"/>
                  <a:gd name="T2" fmla="*/ 0 w 32"/>
                  <a:gd name="T3" fmla="*/ 0 h 49"/>
                  <a:gd name="T4" fmla="*/ 0 w 32"/>
                  <a:gd name="T5" fmla="*/ 49 h 49"/>
                  <a:gd name="T6" fmla="*/ 32 w 32"/>
                  <a:gd name="T7" fmla="*/ 49 h 49"/>
                  <a:gd name="T8" fmla="*/ 32 w 32"/>
                  <a:gd name="T9" fmla="*/ 41 h 49"/>
                  <a:gd name="T10" fmla="*/ 9 w 32"/>
                  <a:gd name="T11" fmla="*/ 41 h 49"/>
                  <a:gd name="T12" fmla="*/ 9 w 3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9">
                    <a:moveTo>
                      <a:pt x="9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2" y="49"/>
                    </a:lnTo>
                    <a:lnTo>
                      <a:pt x="32" y="41"/>
                    </a:lnTo>
                    <a:lnTo>
                      <a:pt x="9" y="41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8" name="Freeform 157">
                <a:extLst>
                  <a:ext uri="{FF2B5EF4-FFF2-40B4-BE49-F238E27FC236}">
                    <a16:creationId xmlns:a16="http://schemas.microsoft.com/office/drawing/2014/main" id="{7C64F80A-6959-4E31-9505-8734DA53628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2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31 w 31"/>
                  <a:gd name="T3" fmla="*/ 49 h 49"/>
                  <a:gd name="T4" fmla="*/ 31 w 31"/>
                  <a:gd name="T5" fmla="*/ 41 h 49"/>
                  <a:gd name="T6" fmla="*/ 8 w 31"/>
                  <a:gd name="T7" fmla="*/ 41 h 49"/>
                  <a:gd name="T8" fmla="*/ 8 w 31"/>
                  <a:gd name="T9" fmla="*/ 27 h 49"/>
                  <a:gd name="T10" fmla="*/ 29 w 31"/>
                  <a:gd name="T11" fmla="*/ 27 h 49"/>
                  <a:gd name="T12" fmla="*/ 29 w 31"/>
                  <a:gd name="T13" fmla="*/ 21 h 49"/>
                  <a:gd name="T14" fmla="*/ 8 w 31"/>
                  <a:gd name="T15" fmla="*/ 21 h 49"/>
                  <a:gd name="T16" fmla="*/ 8 w 31"/>
                  <a:gd name="T17" fmla="*/ 8 h 49"/>
                  <a:gd name="T18" fmla="*/ 31 w 31"/>
                  <a:gd name="T19" fmla="*/ 8 h 49"/>
                  <a:gd name="T20" fmla="*/ 31 w 31"/>
                  <a:gd name="T21" fmla="*/ 0 h 49"/>
                  <a:gd name="T22" fmla="*/ 0 w 31"/>
                  <a:gd name="T23" fmla="*/ 0 h 49"/>
                  <a:gd name="T24" fmla="*/ 0 w 31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8" y="21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9" name="Freeform 158">
                <a:extLst>
                  <a:ext uri="{FF2B5EF4-FFF2-40B4-BE49-F238E27FC236}">
                    <a16:creationId xmlns:a16="http://schemas.microsoft.com/office/drawing/2014/main" id="{BBF027CF-9B22-4C48-9DD5-9EAA608C789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0" name="Freeform 159">
                <a:extLst>
                  <a:ext uri="{FF2B5EF4-FFF2-40B4-BE49-F238E27FC236}">
                    <a16:creationId xmlns:a16="http://schemas.microsoft.com/office/drawing/2014/main" id="{5AE5550D-C457-45ED-ADD9-E8091055214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12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1" name="Freeform 160">
                <a:extLst>
                  <a:ext uri="{FF2B5EF4-FFF2-40B4-BE49-F238E27FC236}">
                    <a16:creationId xmlns:a16="http://schemas.microsoft.com/office/drawing/2014/main" id="{32826EF7-76CD-4F01-B751-2E0FE0B7F00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77" y="8105"/>
                <a:ext cx="39" cy="49"/>
              </a:xfrm>
              <a:custGeom>
                <a:avLst/>
                <a:gdLst>
                  <a:gd name="T0" fmla="*/ 32 w 39"/>
                  <a:gd name="T1" fmla="*/ 34 h 49"/>
                  <a:gd name="T2" fmla="*/ 9 w 39"/>
                  <a:gd name="T3" fmla="*/ 0 h 49"/>
                  <a:gd name="T4" fmla="*/ 0 w 39"/>
                  <a:gd name="T5" fmla="*/ 0 h 49"/>
                  <a:gd name="T6" fmla="*/ 0 w 39"/>
                  <a:gd name="T7" fmla="*/ 49 h 49"/>
                  <a:gd name="T8" fmla="*/ 9 w 39"/>
                  <a:gd name="T9" fmla="*/ 49 h 49"/>
                  <a:gd name="T10" fmla="*/ 9 w 39"/>
                  <a:gd name="T11" fmla="*/ 14 h 49"/>
                  <a:gd name="T12" fmla="*/ 33 w 39"/>
                  <a:gd name="T13" fmla="*/ 49 h 49"/>
                  <a:gd name="T14" fmla="*/ 39 w 39"/>
                  <a:gd name="T15" fmla="*/ 49 h 49"/>
                  <a:gd name="T16" fmla="*/ 39 w 39"/>
                  <a:gd name="T17" fmla="*/ 0 h 49"/>
                  <a:gd name="T18" fmla="*/ 32 w 39"/>
                  <a:gd name="T19" fmla="*/ 0 h 49"/>
                  <a:gd name="T20" fmla="*/ 32 w 39"/>
                  <a:gd name="T21" fmla="*/ 3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9">
                    <a:moveTo>
                      <a:pt x="32" y="34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9" y="49"/>
                    </a:lnTo>
                    <a:lnTo>
                      <a:pt x="9" y="14"/>
                    </a:lnTo>
                    <a:lnTo>
                      <a:pt x="33" y="49"/>
                    </a:lnTo>
                    <a:lnTo>
                      <a:pt x="39" y="49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32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2" name="Freeform 161">
                <a:extLst>
                  <a:ext uri="{FF2B5EF4-FFF2-40B4-BE49-F238E27FC236}">
                    <a16:creationId xmlns:a16="http://schemas.microsoft.com/office/drawing/2014/main" id="{826C207E-7CA1-4956-A658-C93469540A2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23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3" name="Freeform 162">
                <a:extLst>
                  <a:ext uri="{FF2B5EF4-FFF2-40B4-BE49-F238E27FC236}">
                    <a16:creationId xmlns:a16="http://schemas.microsoft.com/office/drawing/2014/main" id="{BCA4E8E5-4340-43CB-BA50-C9020D57F17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88" y="8105"/>
                <a:ext cx="47" cy="49"/>
              </a:xfrm>
              <a:custGeom>
                <a:avLst/>
                <a:gdLst>
                  <a:gd name="T0" fmla="*/ 23 w 47"/>
                  <a:gd name="T1" fmla="*/ 38 h 49"/>
                  <a:gd name="T2" fmla="*/ 9 w 47"/>
                  <a:gd name="T3" fmla="*/ 0 h 49"/>
                  <a:gd name="T4" fmla="*/ 0 w 47"/>
                  <a:gd name="T5" fmla="*/ 0 h 49"/>
                  <a:gd name="T6" fmla="*/ 0 w 47"/>
                  <a:gd name="T7" fmla="*/ 49 h 49"/>
                  <a:gd name="T8" fmla="*/ 8 w 47"/>
                  <a:gd name="T9" fmla="*/ 49 h 49"/>
                  <a:gd name="T10" fmla="*/ 8 w 47"/>
                  <a:gd name="T11" fmla="*/ 15 h 49"/>
                  <a:gd name="T12" fmla="*/ 20 w 47"/>
                  <a:gd name="T13" fmla="*/ 49 h 49"/>
                  <a:gd name="T14" fmla="*/ 26 w 47"/>
                  <a:gd name="T15" fmla="*/ 49 h 49"/>
                  <a:gd name="T16" fmla="*/ 39 w 47"/>
                  <a:gd name="T17" fmla="*/ 15 h 49"/>
                  <a:gd name="T18" fmla="*/ 39 w 47"/>
                  <a:gd name="T19" fmla="*/ 49 h 49"/>
                  <a:gd name="T20" fmla="*/ 47 w 47"/>
                  <a:gd name="T21" fmla="*/ 49 h 49"/>
                  <a:gd name="T22" fmla="*/ 47 w 47"/>
                  <a:gd name="T23" fmla="*/ 0 h 49"/>
                  <a:gd name="T24" fmla="*/ 38 w 47"/>
                  <a:gd name="T25" fmla="*/ 0 h 49"/>
                  <a:gd name="T26" fmla="*/ 23 w 47"/>
                  <a:gd name="T2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9">
                    <a:moveTo>
                      <a:pt x="23" y="38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8" y="49"/>
                    </a:lnTo>
                    <a:lnTo>
                      <a:pt x="8" y="15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39" y="15"/>
                    </a:lnTo>
                    <a:lnTo>
                      <a:pt x="39" y="49"/>
                    </a:lnTo>
                    <a:lnTo>
                      <a:pt x="47" y="49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3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4" name="Rectangle 163">
                <a:extLst>
                  <a:ext uri="{FF2B5EF4-FFF2-40B4-BE49-F238E27FC236}">
                    <a16:creationId xmlns:a16="http://schemas.microsoft.com/office/drawing/2014/main" id="{4C8C3155-5C74-47C1-A8F6-38140946E1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8105"/>
                <a:ext cx="8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5" name="Freeform 164">
                <a:extLst>
                  <a:ext uri="{FF2B5EF4-FFF2-40B4-BE49-F238E27FC236}">
                    <a16:creationId xmlns:a16="http://schemas.microsoft.com/office/drawing/2014/main" id="{939882A1-3C42-487B-901E-06051441B15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73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6" name="Freeform 165">
                <a:extLst>
                  <a:ext uri="{FF2B5EF4-FFF2-40B4-BE49-F238E27FC236}">
                    <a16:creationId xmlns:a16="http://schemas.microsoft.com/office/drawing/2014/main" id="{1C3DB59C-A8BF-4B3A-8D59-40512BD042E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5" y="8105"/>
                <a:ext cx="36" cy="50"/>
              </a:xfrm>
              <a:custGeom>
                <a:avLst/>
                <a:gdLst>
                  <a:gd name="T0" fmla="*/ 31 w 48"/>
                  <a:gd name="T1" fmla="*/ 29 h 67"/>
                  <a:gd name="T2" fmla="*/ 20 w 48"/>
                  <a:gd name="T3" fmla="*/ 27 h 67"/>
                  <a:gd name="T4" fmla="*/ 12 w 48"/>
                  <a:gd name="T5" fmla="*/ 18 h 67"/>
                  <a:gd name="T6" fmla="*/ 23 w 48"/>
                  <a:gd name="T7" fmla="*/ 10 h 67"/>
                  <a:gd name="T8" fmla="*/ 37 w 48"/>
                  <a:gd name="T9" fmla="*/ 18 h 67"/>
                  <a:gd name="T10" fmla="*/ 48 w 48"/>
                  <a:gd name="T11" fmla="*/ 18 h 67"/>
                  <a:gd name="T12" fmla="*/ 23 w 48"/>
                  <a:gd name="T13" fmla="*/ 0 h 67"/>
                  <a:gd name="T14" fmla="*/ 1 w 48"/>
                  <a:gd name="T15" fmla="*/ 19 h 67"/>
                  <a:gd name="T16" fmla="*/ 17 w 48"/>
                  <a:gd name="T17" fmla="*/ 37 h 67"/>
                  <a:gd name="T18" fmla="*/ 28 w 48"/>
                  <a:gd name="T19" fmla="*/ 39 h 67"/>
                  <a:gd name="T20" fmla="*/ 38 w 48"/>
                  <a:gd name="T21" fmla="*/ 48 h 67"/>
                  <a:gd name="T22" fmla="*/ 25 w 48"/>
                  <a:gd name="T23" fmla="*/ 57 h 67"/>
                  <a:gd name="T24" fmla="*/ 11 w 48"/>
                  <a:gd name="T25" fmla="*/ 48 h 67"/>
                  <a:gd name="T26" fmla="*/ 0 w 48"/>
                  <a:gd name="T27" fmla="*/ 48 h 67"/>
                  <a:gd name="T28" fmla="*/ 25 w 48"/>
                  <a:gd name="T29" fmla="*/ 67 h 67"/>
                  <a:gd name="T30" fmla="*/ 48 w 48"/>
                  <a:gd name="T31" fmla="*/ 47 h 67"/>
                  <a:gd name="T32" fmla="*/ 31 w 48"/>
                  <a:gd name="T33" fmla="*/ 2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7">
                    <a:moveTo>
                      <a:pt x="31" y="29"/>
                    </a:moveTo>
                    <a:cubicBezTo>
                      <a:pt x="20" y="27"/>
                      <a:pt x="20" y="27"/>
                      <a:pt x="20" y="27"/>
                    </a:cubicBezTo>
                    <a:cubicBezTo>
                      <a:pt x="14" y="25"/>
                      <a:pt x="12" y="23"/>
                      <a:pt x="12" y="18"/>
                    </a:cubicBezTo>
                    <a:cubicBezTo>
                      <a:pt x="12" y="13"/>
                      <a:pt x="16" y="10"/>
                      <a:pt x="23" y="10"/>
                    </a:cubicBezTo>
                    <a:cubicBezTo>
                      <a:pt x="31" y="10"/>
                      <a:pt x="35" y="13"/>
                      <a:pt x="3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7"/>
                      <a:pt x="37" y="0"/>
                      <a:pt x="23" y="0"/>
                    </a:cubicBezTo>
                    <a:cubicBezTo>
                      <a:pt x="10" y="0"/>
                      <a:pt x="1" y="9"/>
                      <a:pt x="1" y="19"/>
                    </a:cubicBezTo>
                    <a:cubicBezTo>
                      <a:pt x="1" y="30"/>
                      <a:pt x="9" y="35"/>
                      <a:pt x="17" y="37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5" y="41"/>
                      <a:pt x="38" y="43"/>
                      <a:pt x="38" y="48"/>
                    </a:cubicBezTo>
                    <a:cubicBezTo>
                      <a:pt x="38" y="54"/>
                      <a:pt x="33" y="57"/>
                      <a:pt x="25" y="57"/>
                    </a:cubicBezTo>
                    <a:cubicBezTo>
                      <a:pt x="18" y="57"/>
                      <a:pt x="13" y="54"/>
                      <a:pt x="1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12" y="67"/>
                      <a:pt x="25" y="67"/>
                    </a:cubicBezTo>
                    <a:cubicBezTo>
                      <a:pt x="38" y="67"/>
                      <a:pt x="48" y="59"/>
                      <a:pt x="48" y="47"/>
                    </a:cubicBezTo>
                    <a:cubicBezTo>
                      <a:pt x="48" y="38"/>
                      <a:pt x="41" y="32"/>
                      <a:pt x="31" y="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7" name="Freeform 166">
                <a:extLst>
                  <a:ext uri="{FF2B5EF4-FFF2-40B4-BE49-F238E27FC236}">
                    <a16:creationId xmlns:a16="http://schemas.microsoft.com/office/drawing/2014/main" id="{6C7A604A-1F06-414C-92C0-68249EEABB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7895"/>
                <a:ext cx="144" cy="144"/>
              </a:xfrm>
              <a:custGeom>
                <a:avLst/>
                <a:gdLst>
                  <a:gd name="T0" fmla="*/ 191 w 193"/>
                  <a:gd name="T1" fmla="*/ 189 h 193"/>
                  <a:gd name="T2" fmla="*/ 193 w 193"/>
                  <a:gd name="T3" fmla="*/ 188 h 193"/>
                  <a:gd name="T4" fmla="*/ 193 w 193"/>
                  <a:gd name="T5" fmla="*/ 146 h 193"/>
                  <a:gd name="T6" fmla="*/ 189 w 193"/>
                  <a:gd name="T7" fmla="*/ 147 h 193"/>
                  <a:gd name="T8" fmla="*/ 180 w 193"/>
                  <a:gd name="T9" fmla="*/ 147 h 193"/>
                  <a:gd name="T10" fmla="*/ 171 w 193"/>
                  <a:gd name="T11" fmla="*/ 130 h 193"/>
                  <a:gd name="T12" fmla="*/ 171 w 193"/>
                  <a:gd name="T13" fmla="*/ 0 h 193"/>
                  <a:gd name="T14" fmla="*/ 120 w 193"/>
                  <a:gd name="T15" fmla="*/ 0 h 193"/>
                  <a:gd name="T16" fmla="*/ 120 w 193"/>
                  <a:gd name="T17" fmla="*/ 108 h 193"/>
                  <a:gd name="T18" fmla="*/ 84 w 193"/>
                  <a:gd name="T19" fmla="*/ 147 h 193"/>
                  <a:gd name="T20" fmla="*/ 51 w 193"/>
                  <a:gd name="T21" fmla="*/ 110 h 193"/>
                  <a:gd name="T22" fmla="*/ 51 w 193"/>
                  <a:gd name="T23" fmla="*/ 0 h 193"/>
                  <a:gd name="T24" fmla="*/ 0 w 193"/>
                  <a:gd name="T25" fmla="*/ 0 h 193"/>
                  <a:gd name="T26" fmla="*/ 0 w 193"/>
                  <a:gd name="T27" fmla="*/ 116 h 193"/>
                  <a:gd name="T28" fmla="*/ 73 w 193"/>
                  <a:gd name="T29" fmla="*/ 193 h 193"/>
                  <a:gd name="T30" fmla="*/ 127 w 193"/>
                  <a:gd name="T31" fmla="*/ 170 h 193"/>
                  <a:gd name="T32" fmla="*/ 139 w 193"/>
                  <a:gd name="T33" fmla="*/ 184 h 193"/>
                  <a:gd name="T34" fmla="*/ 168 w 193"/>
                  <a:gd name="T35" fmla="*/ 192 h 193"/>
                  <a:gd name="T36" fmla="*/ 191 w 193"/>
                  <a:gd name="T37" fmla="*/ 18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3" h="193">
                    <a:moveTo>
                      <a:pt x="191" y="189"/>
                    </a:move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6"/>
                      <a:pt x="193" y="146"/>
                      <a:pt x="193" y="146"/>
                    </a:cubicBezTo>
                    <a:cubicBezTo>
                      <a:pt x="189" y="147"/>
                      <a:pt x="189" y="147"/>
                      <a:pt x="189" y="147"/>
                    </a:cubicBezTo>
                    <a:cubicBezTo>
                      <a:pt x="186" y="147"/>
                      <a:pt x="183" y="147"/>
                      <a:pt x="180" y="147"/>
                    </a:cubicBezTo>
                    <a:cubicBezTo>
                      <a:pt x="175" y="147"/>
                      <a:pt x="171" y="146"/>
                      <a:pt x="171" y="13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31"/>
                      <a:pt x="105" y="147"/>
                      <a:pt x="84" y="147"/>
                    </a:cubicBezTo>
                    <a:cubicBezTo>
                      <a:pt x="63" y="147"/>
                      <a:pt x="51" y="133"/>
                      <a:pt x="51" y="11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63"/>
                      <a:pt x="28" y="193"/>
                      <a:pt x="73" y="193"/>
                    </a:cubicBezTo>
                    <a:cubicBezTo>
                      <a:pt x="103" y="193"/>
                      <a:pt x="119" y="181"/>
                      <a:pt x="127" y="170"/>
                    </a:cubicBezTo>
                    <a:cubicBezTo>
                      <a:pt x="130" y="176"/>
                      <a:pt x="134" y="180"/>
                      <a:pt x="139" y="184"/>
                    </a:cubicBezTo>
                    <a:cubicBezTo>
                      <a:pt x="146" y="190"/>
                      <a:pt x="156" y="192"/>
                      <a:pt x="168" y="192"/>
                    </a:cubicBezTo>
                    <a:cubicBezTo>
                      <a:pt x="175" y="192"/>
                      <a:pt x="184" y="192"/>
                      <a:pt x="191" y="18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8" name="Oval 167">
                <a:extLst>
                  <a:ext uri="{FF2B5EF4-FFF2-40B4-BE49-F238E27FC236}">
                    <a16:creationId xmlns:a16="http://schemas.microsoft.com/office/drawing/2014/main" id="{0545FD25-23E5-4BB4-9DDF-502DAA409B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9" name="Freeform 168">
                <a:extLst>
                  <a:ext uri="{FF2B5EF4-FFF2-40B4-BE49-F238E27FC236}">
                    <a16:creationId xmlns:a16="http://schemas.microsoft.com/office/drawing/2014/main" id="{99D17E62-94BD-47C8-A053-A547A719FA9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4" y="7657"/>
                <a:ext cx="6" cy="8"/>
              </a:xfrm>
              <a:custGeom>
                <a:avLst/>
                <a:gdLst>
                  <a:gd name="T0" fmla="*/ 3 w 8"/>
                  <a:gd name="T1" fmla="*/ 11 h 11"/>
                  <a:gd name="T2" fmla="*/ 8 w 8"/>
                  <a:gd name="T3" fmla="*/ 6 h 11"/>
                  <a:gd name="T4" fmla="*/ 3 w 8"/>
                  <a:gd name="T5" fmla="*/ 0 h 11"/>
                  <a:gd name="T6" fmla="*/ 0 w 8"/>
                  <a:gd name="T7" fmla="*/ 1 h 11"/>
                  <a:gd name="T8" fmla="*/ 0 w 8"/>
                  <a:gd name="T9" fmla="*/ 11 h 11"/>
                  <a:gd name="T10" fmla="*/ 3 w 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6" y="11"/>
                      <a:pt x="8" y="9"/>
                      <a:pt x="8" y="6"/>
                    </a:cubicBezTo>
                    <a:cubicBezTo>
                      <a:pt x="8" y="2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4"/>
                      <a:pt x="0" y="8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0" name="Oval 169">
                <a:extLst>
                  <a:ext uri="{FF2B5EF4-FFF2-40B4-BE49-F238E27FC236}">
                    <a16:creationId xmlns:a16="http://schemas.microsoft.com/office/drawing/2014/main" id="{484FCE79-5715-4FBF-99BB-E0328DFF9AD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80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1" name="Oval 170">
                <a:extLst>
                  <a:ext uri="{FF2B5EF4-FFF2-40B4-BE49-F238E27FC236}">
                    <a16:creationId xmlns:a16="http://schemas.microsoft.com/office/drawing/2014/main" id="{CF38FC14-DDB8-4815-B2E8-0FA3D77A889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3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2" name="Oval 171">
                <a:extLst>
                  <a:ext uri="{FF2B5EF4-FFF2-40B4-BE49-F238E27FC236}">
                    <a16:creationId xmlns:a16="http://schemas.microsoft.com/office/drawing/2014/main" id="{01DC3BCC-259B-405E-BE25-8FCBA5066A9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6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3" name="Oval 172">
                <a:extLst>
                  <a:ext uri="{FF2B5EF4-FFF2-40B4-BE49-F238E27FC236}">
                    <a16:creationId xmlns:a16="http://schemas.microsoft.com/office/drawing/2014/main" id="{4C97F938-14B1-426E-B07E-AE70CD4F45A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8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4" name="Oval 173">
                <a:extLst>
                  <a:ext uri="{FF2B5EF4-FFF2-40B4-BE49-F238E27FC236}">
                    <a16:creationId xmlns:a16="http://schemas.microsoft.com/office/drawing/2014/main" id="{98B7510C-1F14-479F-A296-D863F5AA771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9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5" name="Oval 174">
                <a:extLst>
                  <a:ext uri="{FF2B5EF4-FFF2-40B4-BE49-F238E27FC236}">
                    <a16:creationId xmlns:a16="http://schemas.microsoft.com/office/drawing/2014/main" id="{48F77CED-BD2E-445B-9E81-343A9F64BED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7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6" name="Oval 175">
                <a:extLst>
                  <a:ext uri="{FF2B5EF4-FFF2-40B4-BE49-F238E27FC236}">
                    <a16:creationId xmlns:a16="http://schemas.microsoft.com/office/drawing/2014/main" id="{281328A2-652F-4BD1-9D97-5AE07E9FB5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3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7" name="Oval 176">
                <a:extLst>
                  <a:ext uri="{FF2B5EF4-FFF2-40B4-BE49-F238E27FC236}">
                    <a16:creationId xmlns:a16="http://schemas.microsoft.com/office/drawing/2014/main" id="{6EEF64B6-F6B5-4689-8B57-32DE1F9834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69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8" name="Oval 177">
                <a:extLst>
                  <a:ext uri="{FF2B5EF4-FFF2-40B4-BE49-F238E27FC236}">
                    <a16:creationId xmlns:a16="http://schemas.microsoft.com/office/drawing/2014/main" id="{6ECAECDE-D7EA-40A0-8F83-85EB950B30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9" name="Oval 178">
                <a:extLst>
                  <a:ext uri="{FF2B5EF4-FFF2-40B4-BE49-F238E27FC236}">
                    <a16:creationId xmlns:a16="http://schemas.microsoft.com/office/drawing/2014/main" id="{BEE17169-9DEB-41B8-ACE9-1E4EA509DC1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50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0" name="Oval 179">
                <a:extLst>
                  <a:ext uri="{FF2B5EF4-FFF2-40B4-BE49-F238E27FC236}">
                    <a16:creationId xmlns:a16="http://schemas.microsoft.com/office/drawing/2014/main" id="{C8009C5C-E11D-49D6-B684-847039CAA1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0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1" name="Oval 180">
                <a:extLst>
                  <a:ext uri="{FF2B5EF4-FFF2-40B4-BE49-F238E27FC236}">
                    <a16:creationId xmlns:a16="http://schemas.microsoft.com/office/drawing/2014/main" id="{59A71DC3-9FE8-4323-AA6B-7EA2C0A3050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5" y="77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2" name="Oval 181">
                <a:extLst>
                  <a:ext uri="{FF2B5EF4-FFF2-40B4-BE49-F238E27FC236}">
                    <a16:creationId xmlns:a16="http://schemas.microsoft.com/office/drawing/2014/main" id="{EC91FA9A-5A38-4597-8BA0-E9D9C724BB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9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3" name="Oval 182">
                <a:extLst>
                  <a:ext uri="{FF2B5EF4-FFF2-40B4-BE49-F238E27FC236}">
                    <a16:creationId xmlns:a16="http://schemas.microsoft.com/office/drawing/2014/main" id="{1214C4CA-F6B2-494F-B7B8-BB66C5E349D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2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4" name="Oval 183">
                <a:extLst>
                  <a:ext uri="{FF2B5EF4-FFF2-40B4-BE49-F238E27FC236}">
                    <a16:creationId xmlns:a16="http://schemas.microsoft.com/office/drawing/2014/main" id="{A24995C6-2757-445A-B7B2-4300BA9811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1" y="75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5" name="Oval 184">
                <a:extLst>
                  <a:ext uri="{FF2B5EF4-FFF2-40B4-BE49-F238E27FC236}">
                    <a16:creationId xmlns:a16="http://schemas.microsoft.com/office/drawing/2014/main" id="{F361DFD2-C381-4371-B16A-E2DA5139E4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6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6" name="Oval 185">
                <a:extLst>
                  <a:ext uri="{FF2B5EF4-FFF2-40B4-BE49-F238E27FC236}">
                    <a16:creationId xmlns:a16="http://schemas.microsoft.com/office/drawing/2014/main" id="{028334F9-201B-4113-9151-27BFEC2C44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3" y="76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7" name="Oval 186">
                <a:extLst>
                  <a:ext uri="{FF2B5EF4-FFF2-40B4-BE49-F238E27FC236}">
                    <a16:creationId xmlns:a16="http://schemas.microsoft.com/office/drawing/2014/main" id="{8AD7898C-0B05-4416-AC29-EE32C4A590F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0" y="777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8" name="Oval 187">
                <a:extLst>
                  <a:ext uri="{FF2B5EF4-FFF2-40B4-BE49-F238E27FC236}">
                    <a16:creationId xmlns:a16="http://schemas.microsoft.com/office/drawing/2014/main" id="{090F9E82-F936-4955-95EE-24C9ED68503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0" y="77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9" name="Oval 188">
                <a:extLst>
                  <a:ext uri="{FF2B5EF4-FFF2-40B4-BE49-F238E27FC236}">
                    <a16:creationId xmlns:a16="http://schemas.microsoft.com/office/drawing/2014/main" id="{53504F70-41AB-4083-811F-B2086D4809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0" name="Freeform 189">
                <a:extLst>
                  <a:ext uri="{FF2B5EF4-FFF2-40B4-BE49-F238E27FC236}">
                    <a16:creationId xmlns:a16="http://schemas.microsoft.com/office/drawing/2014/main" id="{088B9844-ADB0-464C-8B81-E53987BF342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8" y="7761"/>
                <a:ext cx="9" cy="8"/>
              </a:xfrm>
              <a:custGeom>
                <a:avLst/>
                <a:gdLst>
                  <a:gd name="T0" fmla="*/ 6 w 12"/>
                  <a:gd name="T1" fmla="*/ 0 h 11"/>
                  <a:gd name="T2" fmla="*/ 0 w 12"/>
                  <a:gd name="T3" fmla="*/ 6 h 11"/>
                  <a:gd name="T4" fmla="*/ 5 w 12"/>
                  <a:gd name="T5" fmla="*/ 11 h 11"/>
                  <a:gd name="T6" fmla="*/ 12 w 12"/>
                  <a:gd name="T7" fmla="*/ 4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8"/>
                      <a:pt x="3" y="11"/>
                      <a:pt x="5" y="11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1" name="Oval 190">
                <a:extLst>
                  <a:ext uri="{FF2B5EF4-FFF2-40B4-BE49-F238E27FC236}">
                    <a16:creationId xmlns:a16="http://schemas.microsoft.com/office/drawing/2014/main" id="{461C1DB7-F30B-491F-B7C7-466E010CD1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8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2" name="Oval 191">
                <a:extLst>
                  <a:ext uri="{FF2B5EF4-FFF2-40B4-BE49-F238E27FC236}">
                    <a16:creationId xmlns:a16="http://schemas.microsoft.com/office/drawing/2014/main" id="{DA5DCD1E-B6A2-4901-AE00-1B45AB8E88A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3" name="Oval 192">
                <a:extLst>
                  <a:ext uri="{FF2B5EF4-FFF2-40B4-BE49-F238E27FC236}">
                    <a16:creationId xmlns:a16="http://schemas.microsoft.com/office/drawing/2014/main" id="{02F03B89-ACC6-4280-BF6C-FB753FD26F5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2" y="756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4" name="Oval 193">
                <a:extLst>
                  <a:ext uri="{FF2B5EF4-FFF2-40B4-BE49-F238E27FC236}">
                    <a16:creationId xmlns:a16="http://schemas.microsoft.com/office/drawing/2014/main" id="{C05B7BE0-248D-4B4C-A41E-243907227C4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77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5" name="Oval 194">
                <a:extLst>
                  <a:ext uri="{FF2B5EF4-FFF2-40B4-BE49-F238E27FC236}">
                    <a16:creationId xmlns:a16="http://schemas.microsoft.com/office/drawing/2014/main" id="{6D9D981D-0F36-4339-B60B-58993762E7D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76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6" name="Oval 195">
                <a:extLst>
                  <a:ext uri="{FF2B5EF4-FFF2-40B4-BE49-F238E27FC236}">
                    <a16:creationId xmlns:a16="http://schemas.microsoft.com/office/drawing/2014/main" id="{B2B96694-54EA-414B-825F-BBC3F1D6714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67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7" name="Oval 196">
                <a:extLst>
                  <a:ext uri="{FF2B5EF4-FFF2-40B4-BE49-F238E27FC236}">
                    <a16:creationId xmlns:a16="http://schemas.microsoft.com/office/drawing/2014/main" id="{54FDBFBA-705C-48F2-B89D-BB46B115E46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8" name="Oval 197">
                <a:extLst>
                  <a:ext uri="{FF2B5EF4-FFF2-40B4-BE49-F238E27FC236}">
                    <a16:creationId xmlns:a16="http://schemas.microsoft.com/office/drawing/2014/main" id="{8C40524D-1E68-4C94-B6D3-8576977AE71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1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9" name="Oval 198">
                <a:extLst>
                  <a:ext uri="{FF2B5EF4-FFF2-40B4-BE49-F238E27FC236}">
                    <a16:creationId xmlns:a16="http://schemas.microsoft.com/office/drawing/2014/main" id="{871CC1C7-FECC-42A7-B00F-1CE65801728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6" y="772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0" name="Oval 199">
                <a:extLst>
                  <a:ext uri="{FF2B5EF4-FFF2-40B4-BE49-F238E27FC236}">
                    <a16:creationId xmlns:a16="http://schemas.microsoft.com/office/drawing/2014/main" id="{8AA0A2F3-0716-4282-8F0F-FA2E8CC1AA4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1" name="Oval 200">
                <a:extLst>
                  <a:ext uri="{FF2B5EF4-FFF2-40B4-BE49-F238E27FC236}">
                    <a16:creationId xmlns:a16="http://schemas.microsoft.com/office/drawing/2014/main" id="{704C47B3-C2CB-4653-968C-BF78F5B474A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9" y="781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2" name="Oval 201">
                <a:extLst>
                  <a:ext uri="{FF2B5EF4-FFF2-40B4-BE49-F238E27FC236}">
                    <a16:creationId xmlns:a16="http://schemas.microsoft.com/office/drawing/2014/main" id="{AFA3D780-FBC8-4745-8F4B-719F1BAEFF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1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3" name="Oval 202">
                <a:extLst>
                  <a:ext uri="{FF2B5EF4-FFF2-40B4-BE49-F238E27FC236}">
                    <a16:creationId xmlns:a16="http://schemas.microsoft.com/office/drawing/2014/main" id="{FA50397D-47C6-494D-BCFF-DD3F4A14399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56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4" name="Freeform 203">
                <a:extLst>
                  <a:ext uri="{FF2B5EF4-FFF2-40B4-BE49-F238E27FC236}">
                    <a16:creationId xmlns:a16="http://schemas.microsoft.com/office/drawing/2014/main" id="{773AB748-62DB-4213-974A-6E1DB5C2D7D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0" y="7771"/>
                <a:ext cx="8" cy="8"/>
              </a:xfrm>
              <a:custGeom>
                <a:avLst/>
                <a:gdLst>
                  <a:gd name="T0" fmla="*/ 0 w 10"/>
                  <a:gd name="T1" fmla="*/ 6 h 10"/>
                  <a:gd name="T2" fmla="*/ 2 w 10"/>
                  <a:gd name="T3" fmla="*/ 10 h 10"/>
                  <a:gd name="T4" fmla="*/ 10 w 10"/>
                  <a:gd name="T5" fmla="*/ 2 h 10"/>
                  <a:gd name="T6" fmla="*/ 6 w 10"/>
                  <a:gd name="T7" fmla="*/ 0 h 10"/>
                  <a:gd name="T8" fmla="*/ 0 w 10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0" y="8"/>
                      <a:pt x="1" y="9"/>
                      <a:pt x="2" y="10"/>
                    </a:cubicBezTo>
                    <a:cubicBezTo>
                      <a:pt x="5" y="8"/>
                      <a:pt x="7" y="5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5" name="Oval 204">
                <a:extLst>
                  <a:ext uri="{FF2B5EF4-FFF2-40B4-BE49-F238E27FC236}">
                    <a16:creationId xmlns:a16="http://schemas.microsoft.com/office/drawing/2014/main" id="{EA29D9C9-BACF-4373-9650-554EB9B6FD1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5" y="767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grpSp>
          <p:nvGrpSpPr>
            <p:cNvPr id="10" name="Group 406">
              <a:extLst>
                <a:ext uri="{FF2B5EF4-FFF2-40B4-BE49-F238E27FC236}">
                  <a16:creationId xmlns:a16="http://schemas.microsoft.com/office/drawing/2014/main" id="{B91BCA36-FABF-46A7-83F3-085D3BAF73A6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3471863" y="11942763"/>
              <a:ext cx="525463" cy="471488"/>
              <a:chOff x="2187" y="7523"/>
              <a:chExt cx="331" cy="297"/>
            </a:xfrm>
            <a:grpFill/>
          </p:grpSpPr>
          <p:sp>
            <p:nvSpPr>
              <p:cNvPr id="116" name="Oval 206">
                <a:extLst>
                  <a:ext uri="{FF2B5EF4-FFF2-40B4-BE49-F238E27FC236}">
                    <a16:creationId xmlns:a16="http://schemas.microsoft.com/office/drawing/2014/main" id="{27990D2C-8712-4634-8BE6-6600EFB28F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4" y="77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" name="Oval 207">
                <a:extLst>
                  <a:ext uri="{FF2B5EF4-FFF2-40B4-BE49-F238E27FC236}">
                    <a16:creationId xmlns:a16="http://schemas.microsoft.com/office/drawing/2014/main" id="{336041C4-E427-4FF5-9A5D-C0D280CBBE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0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" name="Oval 208">
                <a:extLst>
                  <a:ext uri="{FF2B5EF4-FFF2-40B4-BE49-F238E27FC236}">
                    <a16:creationId xmlns:a16="http://schemas.microsoft.com/office/drawing/2014/main" id="{CBF542DA-0F60-4FF6-9697-2B63B3AAC7B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0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" name="Oval 209">
                <a:extLst>
                  <a:ext uri="{FF2B5EF4-FFF2-40B4-BE49-F238E27FC236}">
                    <a16:creationId xmlns:a16="http://schemas.microsoft.com/office/drawing/2014/main" id="{4653D997-3084-4030-876C-C76F947BFB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" name="Oval 210">
                <a:extLst>
                  <a:ext uri="{FF2B5EF4-FFF2-40B4-BE49-F238E27FC236}">
                    <a16:creationId xmlns:a16="http://schemas.microsoft.com/office/drawing/2014/main" id="{5AE89B5C-BEA1-46F7-9C52-7B95D6AAA9C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" name="Oval 211">
                <a:extLst>
                  <a:ext uri="{FF2B5EF4-FFF2-40B4-BE49-F238E27FC236}">
                    <a16:creationId xmlns:a16="http://schemas.microsoft.com/office/drawing/2014/main" id="{3FCE8918-7E76-4765-97F7-E5C59D02BF3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8" y="77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" name="Oval 212">
                <a:extLst>
                  <a:ext uri="{FF2B5EF4-FFF2-40B4-BE49-F238E27FC236}">
                    <a16:creationId xmlns:a16="http://schemas.microsoft.com/office/drawing/2014/main" id="{484FF548-9FAE-4529-8548-B31EDFEA290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6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" name="Oval 213">
                <a:extLst>
                  <a:ext uri="{FF2B5EF4-FFF2-40B4-BE49-F238E27FC236}">
                    <a16:creationId xmlns:a16="http://schemas.microsoft.com/office/drawing/2014/main" id="{05426B90-28F6-40CA-ABD9-512D54E1E57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2" y="76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" name="Oval 214">
                <a:extLst>
                  <a:ext uri="{FF2B5EF4-FFF2-40B4-BE49-F238E27FC236}">
                    <a16:creationId xmlns:a16="http://schemas.microsoft.com/office/drawing/2014/main" id="{469131F4-C399-464A-87EB-5C9BDD3D15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7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" name="Freeform 215">
                <a:extLst>
                  <a:ext uri="{FF2B5EF4-FFF2-40B4-BE49-F238E27FC236}">
                    <a16:creationId xmlns:a16="http://schemas.microsoft.com/office/drawing/2014/main" id="{5BE7064E-497C-4E34-9612-79731DF0CB9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78" y="7752"/>
                <a:ext cx="8" cy="8"/>
              </a:xfrm>
              <a:custGeom>
                <a:avLst/>
                <a:gdLst>
                  <a:gd name="T0" fmla="*/ 0 w 10"/>
                  <a:gd name="T1" fmla="*/ 6 h 11"/>
                  <a:gd name="T2" fmla="*/ 3 w 10"/>
                  <a:gd name="T3" fmla="*/ 11 h 11"/>
                  <a:gd name="T4" fmla="*/ 10 w 10"/>
                  <a:gd name="T5" fmla="*/ 1 h 11"/>
                  <a:gd name="T6" fmla="*/ 6 w 10"/>
                  <a:gd name="T7" fmla="*/ 0 h 11"/>
                  <a:gd name="T8" fmla="*/ 0 w 10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cubicBezTo>
                      <a:pt x="0" y="8"/>
                      <a:pt x="1" y="9"/>
                      <a:pt x="3" y="11"/>
                    </a:cubicBezTo>
                    <a:cubicBezTo>
                      <a:pt x="5" y="8"/>
                      <a:pt x="8" y="4"/>
                      <a:pt x="10" y="1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" name="Oval 216">
                <a:extLst>
                  <a:ext uri="{FF2B5EF4-FFF2-40B4-BE49-F238E27FC236}">
                    <a16:creationId xmlns:a16="http://schemas.microsoft.com/office/drawing/2014/main" id="{B36E8256-0920-4DC0-B2BA-4728B65BFE2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0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" name="Oval 217">
                <a:extLst>
                  <a:ext uri="{FF2B5EF4-FFF2-40B4-BE49-F238E27FC236}">
                    <a16:creationId xmlns:a16="http://schemas.microsoft.com/office/drawing/2014/main" id="{0EB06219-357D-44C1-9C08-223A56F79D2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1" y="766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8" name="Oval 218">
                <a:extLst>
                  <a:ext uri="{FF2B5EF4-FFF2-40B4-BE49-F238E27FC236}">
                    <a16:creationId xmlns:a16="http://schemas.microsoft.com/office/drawing/2014/main" id="{6D7987BD-2A3D-42FD-A9D0-3144012B38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9" name="Oval 219">
                <a:extLst>
                  <a:ext uri="{FF2B5EF4-FFF2-40B4-BE49-F238E27FC236}">
                    <a16:creationId xmlns:a16="http://schemas.microsoft.com/office/drawing/2014/main" id="{E6464EC7-465A-4BB3-A71F-7813CFA0F6D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4" y="769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0" name="Oval 220">
                <a:extLst>
                  <a:ext uri="{FF2B5EF4-FFF2-40B4-BE49-F238E27FC236}">
                    <a16:creationId xmlns:a16="http://schemas.microsoft.com/office/drawing/2014/main" id="{28573F62-1E1D-4E09-B9B7-1C1996E7910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71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1" name="Oval 221">
                <a:extLst>
                  <a:ext uri="{FF2B5EF4-FFF2-40B4-BE49-F238E27FC236}">
                    <a16:creationId xmlns:a16="http://schemas.microsoft.com/office/drawing/2014/main" id="{F42FE50E-9EE8-48A0-B27C-898363460B0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7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2" name="Oval 222">
                <a:extLst>
                  <a:ext uri="{FF2B5EF4-FFF2-40B4-BE49-F238E27FC236}">
                    <a16:creationId xmlns:a16="http://schemas.microsoft.com/office/drawing/2014/main" id="{32AA53AF-638C-46F3-8A82-6B51D7D6339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4" y="770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3" name="Oval 223">
                <a:extLst>
                  <a:ext uri="{FF2B5EF4-FFF2-40B4-BE49-F238E27FC236}">
                    <a16:creationId xmlns:a16="http://schemas.microsoft.com/office/drawing/2014/main" id="{A5F63A47-C920-4F1F-BD0E-7F83DED4E8E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4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4" name="Oval 224">
                <a:extLst>
                  <a:ext uri="{FF2B5EF4-FFF2-40B4-BE49-F238E27FC236}">
                    <a16:creationId xmlns:a16="http://schemas.microsoft.com/office/drawing/2014/main" id="{1EF74CE1-A6C7-4E60-B921-4845297F2E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3" y="769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5" name="Oval 225">
                <a:extLst>
                  <a:ext uri="{FF2B5EF4-FFF2-40B4-BE49-F238E27FC236}">
                    <a16:creationId xmlns:a16="http://schemas.microsoft.com/office/drawing/2014/main" id="{961629BE-C176-4376-A1BF-708460FAC4A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6" name="Oval 226">
                <a:extLst>
                  <a:ext uri="{FF2B5EF4-FFF2-40B4-BE49-F238E27FC236}">
                    <a16:creationId xmlns:a16="http://schemas.microsoft.com/office/drawing/2014/main" id="{C148A890-2B37-455F-B761-C469C3152E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74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7" name="Oval 227">
                <a:extLst>
                  <a:ext uri="{FF2B5EF4-FFF2-40B4-BE49-F238E27FC236}">
                    <a16:creationId xmlns:a16="http://schemas.microsoft.com/office/drawing/2014/main" id="{F46BCEA2-78D0-4057-BB13-0F9F918DC4D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75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8" name="Oval 228">
                <a:extLst>
                  <a:ext uri="{FF2B5EF4-FFF2-40B4-BE49-F238E27FC236}">
                    <a16:creationId xmlns:a16="http://schemas.microsoft.com/office/drawing/2014/main" id="{E4F595DE-9BAB-40BD-979B-595C34775E8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57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9" name="Oval 229">
                <a:extLst>
                  <a:ext uri="{FF2B5EF4-FFF2-40B4-BE49-F238E27FC236}">
                    <a16:creationId xmlns:a16="http://schemas.microsoft.com/office/drawing/2014/main" id="{1F21BED6-D1F0-4F45-AE49-71BF918CE7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9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0" name="Oval 230">
                <a:extLst>
                  <a:ext uri="{FF2B5EF4-FFF2-40B4-BE49-F238E27FC236}">
                    <a16:creationId xmlns:a16="http://schemas.microsoft.com/office/drawing/2014/main" id="{7A1CA9AE-F835-4943-B5ED-B7DC6214C33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1" name="Oval 231">
                <a:extLst>
                  <a:ext uri="{FF2B5EF4-FFF2-40B4-BE49-F238E27FC236}">
                    <a16:creationId xmlns:a16="http://schemas.microsoft.com/office/drawing/2014/main" id="{33F22882-81C8-458E-8A43-05F69505F3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0" y="77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2" name="Oval 232">
                <a:extLst>
                  <a:ext uri="{FF2B5EF4-FFF2-40B4-BE49-F238E27FC236}">
                    <a16:creationId xmlns:a16="http://schemas.microsoft.com/office/drawing/2014/main" id="{917A3347-A6B1-4578-AD69-8911ABAC74D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4" y="76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3" name="Oval 233">
                <a:extLst>
                  <a:ext uri="{FF2B5EF4-FFF2-40B4-BE49-F238E27FC236}">
                    <a16:creationId xmlns:a16="http://schemas.microsoft.com/office/drawing/2014/main" id="{A6D91B47-BE80-45DE-8425-DEEA58D7E7D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8" y="778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4" name="Oval 234">
                <a:extLst>
                  <a:ext uri="{FF2B5EF4-FFF2-40B4-BE49-F238E27FC236}">
                    <a16:creationId xmlns:a16="http://schemas.microsoft.com/office/drawing/2014/main" id="{EC672B0D-B39D-4A14-A045-2DA8907DC5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1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5" name="Oval 235">
                <a:extLst>
                  <a:ext uri="{FF2B5EF4-FFF2-40B4-BE49-F238E27FC236}">
                    <a16:creationId xmlns:a16="http://schemas.microsoft.com/office/drawing/2014/main" id="{D0E5921F-D9BE-412D-83AB-5049ECDEF44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6" name="Oval 236">
                <a:extLst>
                  <a:ext uri="{FF2B5EF4-FFF2-40B4-BE49-F238E27FC236}">
                    <a16:creationId xmlns:a16="http://schemas.microsoft.com/office/drawing/2014/main" id="{56AD996C-65CC-49C7-93A3-405CCDA4D1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81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7" name="Oval 237">
                <a:extLst>
                  <a:ext uri="{FF2B5EF4-FFF2-40B4-BE49-F238E27FC236}">
                    <a16:creationId xmlns:a16="http://schemas.microsoft.com/office/drawing/2014/main" id="{C371D28C-0BBC-447D-9867-A4734D13D5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1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8" name="Oval 238">
                <a:extLst>
                  <a:ext uri="{FF2B5EF4-FFF2-40B4-BE49-F238E27FC236}">
                    <a16:creationId xmlns:a16="http://schemas.microsoft.com/office/drawing/2014/main" id="{3EAD76E6-768B-4392-BBD1-24804E23C78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2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9" name="Oval 239">
                <a:extLst>
                  <a:ext uri="{FF2B5EF4-FFF2-40B4-BE49-F238E27FC236}">
                    <a16:creationId xmlns:a16="http://schemas.microsoft.com/office/drawing/2014/main" id="{0A0F2609-12F4-4002-A44B-8593AC52CE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1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0" name="Oval 240">
                <a:extLst>
                  <a:ext uri="{FF2B5EF4-FFF2-40B4-BE49-F238E27FC236}">
                    <a16:creationId xmlns:a16="http://schemas.microsoft.com/office/drawing/2014/main" id="{BB3656E2-0A95-4755-A6E0-4D88398D89A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7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1" name="Oval 241">
                <a:extLst>
                  <a:ext uri="{FF2B5EF4-FFF2-40B4-BE49-F238E27FC236}">
                    <a16:creationId xmlns:a16="http://schemas.microsoft.com/office/drawing/2014/main" id="{59393B9C-E376-4B4E-A8B5-20DEDF67E6D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7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2" name="Oval 242">
                <a:extLst>
                  <a:ext uri="{FF2B5EF4-FFF2-40B4-BE49-F238E27FC236}">
                    <a16:creationId xmlns:a16="http://schemas.microsoft.com/office/drawing/2014/main" id="{991987D5-5F6C-4728-B89E-5294276D67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7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3" name="Oval 243">
                <a:extLst>
                  <a:ext uri="{FF2B5EF4-FFF2-40B4-BE49-F238E27FC236}">
                    <a16:creationId xmlns:a16="http://schemas.microsoft.com/office/drawing/2014/main" id="{FEF9E7F8-3A2C-49A5-A1AA-E42D98E4E00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5" y="770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4" name="Oval 244">
                <a:extLst>
                  <a:ext uri="{FF2B5EF4-FFF2-40B4-BE49-F238E27FC236}">
                    <a16:creationId xmlns:a16="http://schemas.microsoft.com/office/drawing/2014/main" id="{14325AE1-53C5-4F45-BB2A-8E832B72D5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9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5" name="Oval 245">
                <a:extLst>
                  <a:ext uri="{FF2B5EF4-FFF2-40B4-BE49-F238E27FC236}">
                    <a16:creationId xmlns:a16="http://schemas.microsoft.com/office/drawing/2014/main" id="{33FB8DE6-5128-442C-9D9F-A507CA2FCB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9" y="774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6" name="Oval 246">
                <a:extLst>
                  <a:ext uri="{FF2B5EF4-FFF2-40B4-BE49-F238E27FC236}">
                    <a16:creationId xmlns:a16="http://schemas.microsoft.com/office/drawing/2014/main" id="{12CC7FF1-417E-480F-90A8-83BBE7C8B0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7" name="Oval 247">
                <a:extLst>
                  <a:ext uri="{FF2B5EF4-FFF2-40B4-BE49-F238E27FC236}">
                    <a16:creationId xmlns:a16="http://schemas.microsoft.com/office/drawing/2014/main" id="{1634D771-45CA-4D58-BE44-B51C414FF96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198" y="762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8" name="Oval 248">
                <a:extLst>
                  <a:ext uri="{FF2B5EF4-FFF2-40B4-BE49-F238E27FC236}">
                    <a16:creationId xmlns:a16="http://schemas.microsoft.com/office/drawing/2014/main" id="{01E3C295-5367-4926-B6B1-55146805E5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7" y="76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9" name="Freeform 249">
                <a:extLst>
                  <a:ext uri="{FF2B5EF4-FFF2-40B4-BE49-F238E27FC236}">
                    <a16:creationId xmlns:a16="http://schemas.microsoft.com/office/drawing/2014/main" id="{4EA1E280-211C-4FAE-9980-80943C6D072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04" y="7810"/>
                <a:ext cx="8" cy="6"/>
              </a:xfrm>
              <a:custGeom>
                <a:avLst/>
                <a:gdLst>
                  <a:gd name="T0" fmla="*/ 11 w 11"/>
                  <a:gd name="T1" fmla="*/ 5 h 8"/>
                  <a:gd name="T2" fmla="*/ 5 w 11"/>
                  <a:gd name="T3" fmla="*/ 0 h 8"/>
                  <a:gd name="T4" fmla="*/ 0 w 11"/>
                  <a:gd name="T5" fmla="*/ 5 h 8"/>
                  <a:gd name="T6" fmla="*/ 10 w 11"/>
                  <a:gd name="T7" fmla="*/ 8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3" y="6"/>
                      <a:pt x="7" y="7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0" name="Oval 250">
                <a:extLst>
                  <a:ext uri="{FF2B5EF4-FFF2-40B4-BE49-F238E27FC236}">
                    <a16:creationId xmlns:a16="http://schemas.microsoft.com/office/drawing/2014/main" id="{BA79E8F6-118C-4F7E-AF75-3821E8302F3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9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1" name="Oval 251">
                <a:extLst>
                  <a:ext uri="{FF2B5EF4-FFF2-40B4-BE49-F238E27FC236}">
                    <a16:creationId xmlns:a16="http://schemas.microsoft.com/office/drawing/2014/main" id="{0353CC0E-EEE7-42AC-B94E-AD5379468CC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3" y="770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2" name="Oval 252">
                <a:extLst>
                  <a:ext uri="{FF2B5EF4-FFF2-40B4-BE49-F238E27FC236}">
                    <a16:creationId xmlns:a16="http://schemas.microsoft.com/office/drawing/2014/main" id="{3B7E7792-178E-4ADE-B2F6-F46AE90690A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1" y="767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3" name="Oval 253">
                <a:extLst>
                  <a:ext uri="{FF2B5EF4-FFF2-40B4-BE49-F238E27FC236}">
                    <a16:creationId xmlns:a16="http://schemas.microsoft.com/office/drawing/2014/main" id="{8FAEA96C-D489-4CE7-ADFD-EF2A524DBA8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74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4" name="Oval 254">
                <a:extLst>
                  <a:ext uri="{FF2B5EF4-FFF2-40B4-BE49-F238E27FC236}">
                    <a16:creationId xmlns:a16="http://schemas.microsoft.com/office/drawing/2014/main" id="{C7F33CD8-339A-4353-98F7-143AC4DDE7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5" name="Oval 255">
                <a:extLst>
                  <a:ext uri="{FF2B5EF4-FFF2-40B4-BE49-F238E27FC236}">
                    <a16:creationId xmlns:a16="http://schemas.microsoft.com/office/drawing/2014/main" id="{F2C10C9E-6A3C-41F7-BCB5-39DCF2863E9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3" y="776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6" name="Oval 256">
                <a:extLst>
                  <a:ext uri="{FF2B5EF4-FFF2-40B4-BE49-F238E27FC236}">
                    <a16:creationId xmlns:a16="http://schemas.microsoft.com/office/drawing/2014/main" id="{1EFEA68C-93FE-476D-98CD-77EF4D6332B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65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7" name="Oval 257">
                <a:extLst>
                  <a:ext uri="{FF2B5EF4-FFF2-40B4-BE49-F238E27FC236}">
                    <a16:creationId xmlns:a16="http://schemas.microsoft.com/office/drawing/2014/main" id="{6C381CA6-21B1-49FE-8C2E-89EC77A41D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9" y="765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8" name="Oval 258">
                <a:extLst>
                  <a:ext uri="{FF2B5EF4-FFF2-40B4-BE49-F238E27FC236}">
                    <a16:creationId xmlns:a16="http://schemas.microsoft.com/office/drawing/2014/main" id="{1F68B3B2-475E-4527-8B11-5191BA22133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0" y="76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9" name="Freeform 259">
                <a:extLst>
                  <a:ext uri="{FF2B5EF4-FFF2-40B4-BE49-F238E27FC236}">
                    <a16:creationId xmlns:a16="http://schemas.microsoft.com/office/drawing/2014/main" id="{25ABB7F6-F6FA-4F81-B859-B7BD32502D1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46" y="7779"/>
                <a:ext cx="9" cy="9"/>
              </a:xfrm>
              <a:custGeom>
                <a:avLst/>
                <a:gdLst>
                  <a:gd name="T0" fmla="*/ 8 w 12"/>
                  <a:gd name="T1" fmla="*/ 12 h 12"/>
                  <a:gd name="T2" fmla="*/ 12 w 12"/>
                  <a:gd name="T3" fmla="*/ 6 h 12"/>
                  <a:gd name="T4" fmla="*/ 6 w 12"/>
                  <a:gd name="T5" fmla="*/ 0 h 12"/>
                  <a:gd name="T6" fmla="*/ 0 w 12"/>
                  <a:gd name="T7" fmla="*/ 6 h 12"/>
                  <a:gd name="T8" fmla="*/ 0 w 12"/>
                  <a:gd name="T9" fmla="*/ 6 h 12"/>
                  <a:gd name="T10" fmla="*/ 8 w 1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0" name="Oval 260">
                <a:extLst>
                  <a:ext uri="{FF2B5EF4-FFF2-40B4-BE49-F238E27FC236}">
                    <a16:creationId xmlns:a16="http://schemas.microsoft.com/office/drawing/2014/main" id="{A79C3577-3892-4F81-ADEE-6A327434F9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1" y="769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1" name="Oval 261">
                <a:extLst>
                  <a:ext uri="{FF2B5EF4-FFF2-40B4-BE49-F238E27FC236}">
                    <a16:creationId xmlns:a16="http://schemas.microsoft.com/office/drawing/2014/main" id="{EBD22E50-9B21-4DA1-B51D-D02C70B2CA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1" y="779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2" name="Oval 262">
                <a:extLst>
                  <a:ext uri="{FF2B5EF4-FFF2-40B4-BE49-F238E27FC236}">
                    <a16:creationId xmlns:a16="http://schemas.microsoft.com/office/drawing/2014/main" id="{4AA3B62C-3486-4B5A-824C-24AF1B8C7F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9" y="778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3" name="Oval 263">
                <a:extLst>
                  <a:ext uri="{FF2B5EF4-FFF2-40B4-BE49-F238E27FC236}">
                    <a16:creationId xmlns:a16="http://schemas.microsoft.com/office/drawing/2014/main" id="{51C4B3BC-223D-4DB9-8E88-3F6B1BCD335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8" y="762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4" name="Oval 264">
                <a:extLst>
                  <a:ext uri="{FF2B5EF4-FFF2-40B4-BE49-F238E27FC236}">
                    <a16:creationId xmlns:a16="http://schemas.microsoft.com/office/drawing/2014/main" id="{C4AC4ED0-EAE4-4F12-BEE9-49867358B19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6" y="75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5" name="Freeform 265">
                <a:extLst>
                  <a:ext uri="{FF2B5EF4-FFF2-40B4-BE49-F238E27FC236}">
                    <a16:creationId xmlns:a16="http://schemas.microsoft.com/office/drawing/2014/main" id="{B70A9E77-56ED-445F-B9E9-7E864420E41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69" y="7794"/>
                <a:ext cx="8" cy="9"/>
              </a:xfrm>
              <a:custGeom>
                <a:avLst/>
                <a:gdLst>
                  <a:gd name="T0" fmla="*/ 11 w 11"/>
                  <a:gd name="T1" fmla="*/ 6 h 11"/>
                  <a:gd name="T2" fmla="*/ 5 w 11"/>
                  <a:gd name="T3" fmla="*/ 0 h 11"/>
                  <a:gd name="T4" fmla="*/ 0 w 11"/>
                  <a:gd name="T5" fmla="*/ 6 h 11"/>
                  <a:gd name="T6" fmla="*/ 9 w 11"/>
                  <a:gd name="T7" fmla="*/ 11 h 11"/>
                  <a:gd name="T8" fmla="*/ 11 w 11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0" y="9"/>
                      <a:pt x="11" y="8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6" name="Oval 266">
                <a:extLst>
                  <a:ext uri="{FF2B5EF4-FFF2-40B4-BE49-F238E27FC236}">
                    <a16:creationId xmlns:a16="http://schemas.microsoft.com/office/drawing/2014/main" id="{A0CC7C20-E8E7-4731-96DA-7A102414C65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7" name="Oval 267">
                <a:extLst>
                  <a:ext uri="{FF2B5EF4-FFF2-40B4-BE49-F238E27FC236}">
                    <a16:creationId xmlns:a16="http://schemas.microsoft.com/office/drawing/2014/main" id="{4A4E6B72-C4D2-4CF8-A92E-20789106E2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75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8" name="Oval 268">
                <a:extLst>
                  <a:ext uri="{FF2B5EF4-FFF2-40B4-BE49-F238E27FC236}">
                    <a16:creationId xmlns:a16="http://schemas.microsoft.com/office/drawing/2014/main" id="{79306CA9-6948-4AC9-8B84-34BED2D991B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55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9" name="Oval 269">
                <a:extLst>
                  <a:ext uri="{FF2B5EF4-FFF2-40B4-BE49-F238E27FC236}">
                    <a16:creationId xmlns:a16="http://schemas.microsoft.com/office/drawing/2014/main" id="{EC0742CB-764A-4123-A74C-FE219B94D81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7" y="77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0" name="Oval 270">
                <a:extLst>
                  <a:ext uri="{FF2B5EF4-FFF2-40B4-BE49-F238E27FC236}">
                    <a16:creationId xmlns:a16="http://schemas.microsoft.com/office/drawing/2014/main" id="{B4EAE0FA-DB5E-4843-9195-346F0D89804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3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1" name="Oval 271">
                <a:extLst>
                  <a:ext uri="{FF2B5EF4-FFF2-40B4-BE49-F238E27FC236}">
                    <a16:creationId xmlns:a16="http://schemas.microsoft.com/office/drawing/2014/main" id="{DF96EE7C-88DF-4D21-82CA-315BDAECC7D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5" y="77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2" name="Oval 272">
                <a:extLst>
                  <a:ext uri="{FF2B5EF4-FFF2-40B4-BE49-F238E27FC236}">
                    <a16:creationId xmlns:a16="http://schemas.microsoft.com/office/drawing/2014/main" id="{29B547ED-BC07-42D0-90C2-92BA0E7C7F3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8" y="765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3" name="Oval 273">
                <a:extLst>
                  <a:ext uri="{FF2B5EF4-FFF2-40B4-BE49-F238E27FC236}">
                    <a16:creationId xmlns:a16="http://schemas.microsoft.com/office/drawing/2014/main" id="{3823BFE5-2BE9-4A80-B33D-CE00F07513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7" y="77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4" name="Oval 274">
                <a:extLst>
                  <a:ext uri="{FF2B5EF4-FFF2-40B4-BE49-F238E27FC236}">
                    <a16:creationId xmlns:a16="http://schemas.microsoft.com/office/drawing/2014/main" id="{E9864427-0F59-491D-814D-C450B1E2EA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0" y="780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5" name="Oval 275">
                <a:extLst>
                  <a:ext uri="{FF2B5EF4-FFF2-40B4-BE49-F238E27FC236}">
                    <a16:creationId xmlns:a16="http://schemas.microsoft.com/office/drawing/2014/main" id="{8EB01473-C839-477C-A1BC-2B82ACF06D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2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6" name="Oval 276">
                <a:extLst>
                  <a:ext uri="{FF2B5EF4-FFF2-40B4-BE49-F238E27FC236}">
                    <a16:creationId xmlns:a16="http://schemas.microsoft.com/office/drawing/2014/main" id="{29E17EA0-3955-48F1-AD43-13BE4EBEAC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8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7" name="Oval 277">
                <a:extLst>
                  <a:ext uri="{FF2B5EF4-FFF2-40B4-BE49-F238E27FC236}">
                    <a16:creationId xmlns:a16="http://schemas.microsoft.com/office/drawing/2014/main" id="{7603B3BB-27B6-4CF1-9E78-DD958B7E9D1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8" name="Oval 278">
                <a:extLst>
                  <a:ext uri="{FF2B5EF4-FFF2-40B4-BE49-F238E27FC236}">
                    <a16:creationId xmlns:a16="http://schemas.microsoft.com/office/drawing/2014/main" id="{749C6FDC-B6DF-4AC2-9625-01A6F2F4DB9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9" name="Oval 279">
                <a:extLst>
                  <a:ext uri="{FF2B5EF4-FFF2-40B4-BE49-F238E27FC236}">
                    <a16:creationId xmlns:a16="http://schemas.microsoft.com/office/drawing/2014/main" id="{9560632A-7A29-4C3E-AA12-7E41562611B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5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0" name="Oval 280">
                <a:extLst>
                  <a:ext uri="{FF2B5EF4-FFF2-40B4-BE49-F238E27FC236}">
                    <a16:creationId xmlns:a16="http://schemas.microsoft.com/office/drawing/2014/main" id="{A0EC8A67-9FE7-4F9F-BC64-4349DCE326A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3" y="760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1" name="Freeform 281">
                <a:extLst>
                  <a:ext uri="{FF2B5EF4-FFF2-40B4-BE49-F238E27FC236}">
                    <a16:creationId xmlns:a16="http://schemas.microsoft.com/office/drawing/2014/main" id="{699DFBF2-AAF3-4D09-966D-D468817F3B7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91" y="7700"/>
                <a:ext cx="5" cy="8"/>
              </a:xfrm>
              <a:custGeom>
                <a:avLst/>
                <a:gdLst>
                  <a:gd name="T0" fmla="*/ 7 w 7"/>
                  <a:gd name="T1" fmla="*/ 6 h 11"/>
                  <a:gd name="T2" fmla="*/ 2 w 7"/>
                  <a:gd name="T3" fmla="*/ 0 h 11"/>
                  <a:gd name="T4" fmla="*/ 0 w 7"/>
                  <a:gd name="T5" fmla="*/ 1 h 11"/>
                  <a:gd name="T6" fmla="*/ 3 w 7"/>
                  <a:gd name="T7" fmla="*/ 11 h 11"/>
                  <a:gd name="T8" fmla="*/ 7 w 7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6"/>
                    </a:moveTo>
                    <a:cubicBezTo>
                      <a:pt x="7" y="3"/>
                      <a:pt x="5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6" y="11"/>
                      <a:pt x="7" y="9"/>
                      <a:pt x="7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2" name="Oval 282">
                <a:extLst>
                  <a:ext uri="{FF2B5EF4-FFF2-40B4-BE49-F238E27FC236}">
                    <a16:creationId xmlns:a16="http://schemas.microsoft.com/office/drawing/2014/main" id="{8D71BCF9-69DF-448C-B1AB-14A9FDEF81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3" name="Oval 283">
                <a:extLst>
                  <a:ext uri="{FF2B5EF4-FFF2-40B4-BE49-F238E27FC236}">
                    <a16:creationId xmlns:a16="http://schemas.microsoft.com/office/drawing/2014/main" id="{23993584-4DDF-4E4C-B668-310CA401D1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8" y="775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4" name="Oval 284">
                <a:extLst>
                  <a:ext uri="{FF2B5EF4-FFF2-40B4-BE49-F238E27FC236}">
                    <a16:creationId xmlns:a16="http://schemas.microsoft.com/office/drawing/2014/main" id="{015B2285-9D8D-46B2-A80B-A7B392BAB17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2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5" name="Oval 285">
                <a:extLst>
                  <a:ext uri="{FF2B5EF4-FFF2-40B4-BE49-F238E27FC236}">
                    <a16:creationId xmlns:a16="http://schemas.microsoft.com/office/drawing/2014/main" id="{C82A5676-5649-4A39-96D8-82811381929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70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6" name="Oval 286">
                <a:extLst>
                  <a:ext uri="{FF2B5EF4-FFF2-40B4-BE49-F238E27FC236}">
                    <a16:creationId xmlns:a16="http://schemas.microsoft.com/office/drawing/2014/main" id="{C9DBE786-DA63-46B7-8CC2-C8AEE62F9B1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4" y="75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7" name="Freeform 287">
                <a:extLst>
                  <a:ext uri="{FF2B5EF4-FFF2-40B4-BE49-F238E27FC236}">
                    <a16:creationId xmlns:a16="http://schemas.microsoft.com/office/drawing/2014/main" id="{F54FC164-536A-417A-9558-890E1F087CB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0" y="7802"/>
                <a:ext cx="9" cy="7"/>
              </a:xfrm>
              <a:custGeom>
                <a:avLst/>
                <a:gdLst>
                  <a:gd name="T0" fmla="*/ 12 w 12"/>
                  <a:gd name="T1" fmla="*/ 6 h 10"/>
                  <a:gd name="T2" fmla="*/ 12 w 12"/>
                  <a:gd name="T3" fmla="*/ 6 h 10"/>
                  <a:gd name="T4" fmla="*/ 6 w 12"/>
                  <a:gd name="T5" fmla="*/ 0 h 10"/>
                  <a:gd name="T6" fmla="*/ 0 w 12"/>
                  <a:gd name="T7" fmla="*/ 6 h 10"/>
                  <a:gd name="T8" fmla="*/ 2 w 12"/>
                  <a:gd name="T9" fmla="*/ 10 h 10"/>
                  <a:gd name="T10" fmla="*/ 12 w 12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5" y="9"/>
                      <a:pt x="9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8" name="Oval 288">
                <a:extLst>
                  <a:ext uri="{FF2B5EF4-FFF2-40B4-BE49-F238E27FC236}">
                    <a16:creationId xmlns:a16="http://schemas.microsoft.com/office/drawing/2014/main" id="{B6191267-1C24-4874-ABD7-D4DD5AF0E9E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8" y="761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9" name="Oval 289">
                <a:extLst>
                  <a:ext uri="{FF2B5EF4-FFF2-40B4-BE49-F238E27FC236}">
                    <a16:creationId xmlns:a16="http://schemas.microsoft.com/office/drawing/2014/main" id="{9F4A8797-4EE9-45AD-A082-C52AE31B8F1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3" y="773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0" name="Oval 290">
                <a:extLst>
                  <a:ext uri="{FF2B5EF4-FFF2-40B4-BE49-F238E27FC236}">
                    <a16:creationId xmlns:a16="http://schemas.microsoft.com/office/drawing/2014/main" id="{C75B14E3-7A19-46D0-86CB-EF34855E181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2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1" name="Oval 291">
                <a:extLst>
                  <a:ext uri="{FF2B5EF4-FFF2-40B4-BE49-F238E27FC236}">
                    <a16:creationId xmlns:a16="http://schemas.microsoft.com/office/drawing/2014/main" id="{807BFBFD-4FB1-45C1-BF34-83415595823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4" y="766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2" name="Oval 292">
                <a:extLst>
                  <a:ext uri="{FF2B5EF4-FFF2-40B4-BE49-F238E27FC236}">
                    <a16:creationId xmlns:a16="http://schemas.microsoft.com/office/drawing/2014/main" id="{6DB17278-6577-4726-BAFE-953B974A2BE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5" y="774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3" name="Oval 293">
                <a:extLst>
                  <a:ext uri="{FF2B5EF4-FFF2-40B4-BE49-F238E27FC236}">
                    <a16:creationId xmlns:a16="http://schemas.microsoft.com/office/drawing/2014/main" id="{8E352E14-F984-4964-B7BD-61B41871CEC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52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4" name="Oval 294">
                <a:extLst>
                  <a:ext uri="{FF2B5EF4-FFF2-40B4-BE49-F238E27FC236}">
                    <a16:creationId xmlns:a16="http://schemas.microsoft.com/office/drawing/2014/main" id="{869A4352-20FE-49FF-8DD9-59712C747B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2" y="757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5" name="Oval 295">
                <a:extLst>
                  <a:ext uri="{FF2B5EF4-FFF2-40B4-BE49-F238E27FC236}">
                    <a16:creationId xmlns:a16="http://schemas.microsoft.com/office/drawing/2014/main" id="{FBFF7324-F54C-4A31-AEF2-75241530E56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2" y="771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6" name="Oval 296">
                <a:extLst>
                  <a:ext uri="{FF2B5EF4-FFF2-40B4-BE49-F238E27FC236}">
                    <a16:creationId xmlns:a16="http://schemas.microsoft.com/office/drawing/2014/main" id="{44EEF295-0B48-4063-8125-48AB5EF2D68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2" y="76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7" name="Oval 297">
                <a:extLst>
                  <a:ext uri="{FF2B5EF4-FFF2-40B4-BE49-F238E27FC236}">
                    <a16:creationId xmlns:a16="http://schemas.microsoft.com/office/drawing/2014/main" id="{B6781D97-74DB-436B-9241-7B49AC4C308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0" y="76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8" name="Oval 298">
                <a:extLst>
                  <a:ext uri="{FF2B5EF4-FFF2-40B4-BE49-F238E27FC236}">
                    <a16:creationId xmlns:a16="http://schemas.microsoft.com/office/drawing/2014/main" id="{5D042844-2C92-41A3-92A9-67B97C5B93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5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9" name="Oval 299">
                <a:extLst>
                  <a:ext uri="{FF2B5EF4-FFF2-40B4-BE49-F238E27FC236}">
                    <a16:creationId xmlns:a16="http://schemas.microsoft.com/office/drawing/2014/main" id="{ACD1F2E4-3665-43C0-8126-9E008D600F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2" y="767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0" name="Oval 300">
                <a:extLst>
                  <a:ext uri="{FF2B5EF4-FFF2-40B4-BE49-F238E27FC236}">
                    <a16:creationId xmlns:a16="http://schemas.microsoft.com/office/drawing/2014/main" id="{9989250F-1C93-4473-8591-1AB084B210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8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1" name="Oval 301">
                <a:extLst>
                  <a:ext uri="{FF2B5EF4-FFF2-40B4-BE49-F238E27FC236}">
                    <a16:creationId xmlns:a16="http://schemas.microsoft.com/office/drawing/2014/main" id="{7EFD31F5-6590-40E8-BAF0-400C5FE6E82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2" name="Oval 302">
                <a:extLst>
                  <a:ext uri="{FF2B5EF4-FFF2-40B4-BE49-F238E27FC236}">
                    <a16:creationId xmlns:a16="http://schemas.microsoft.com/office/drawing/2014/main" id="{B842E3C9-0BBE-4052-B043-82E0EE33D0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0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3" name="Oval 303">
                <a:extLst>
                  <a:ext uri="{FF2B5EF4-FFF2-40B4-BE49-F238E27FC236}">
                    <a16:creationId xmlns:a16="http://schemas.microsoft.com/office/drawing/2014/main" id="{531DBD7A-BF75-4511-B49C-35107ACE68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9" y="757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4" name="Oval 304">
                <a:extLst>
                  <a:ext uri="{FF2B5EF4-FFF2-40B4-BE49-F238E27FC236}">
                    <a16:creationId xmlns:a16="http://schemas.microsoft.com/office/drawing/2014/main" id="{8AF52651-D1F0-474F-8326-6590D571AA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75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5" name="Oval 305">
                <a:extLst>
                  <a:ext uri="{FF2B5EF4-FFF2-40B4-BE49-F238E27FC236}">
                    <a16:creationId xmlns:a16="http://schemas.microsoft.com/office/drawing/2014/main" id="{E88AF455-7D0D-4C20-96A4-3134D31204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4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6" name="Oval 306">
                <a:extLst>
                  <a:ext uri="{FF2B5EF4-FFF2-40B4-BE49-F238E27FC236}">
                    <a16:creationId xmlns:a16="http://schemas.microsoft.com/office/drawing/2014/main" id="{E4E1301D-3224-4F98-905F-CED4D56828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6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7" name="Oval 307">
                <a:extLst>
                  <a:ext uri="{FF2B5EF4-FFF2-40B4-BE49-F238E27FC236}">
                    <a16:creationId xmlns:a16="http://schemas.microsoft.com/office/drawing/2014/main" id="{4D05F6D5-60B8-41DF-A764-8B4F50C4570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8" y="778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8" name="Oval 308">
                <a:extLst>
                  <a:ext uri="{FF2B5EF4-FFF2-40B4-BE49-F238E27FC236}">
                    <a16:creationId xmlns:a16="http://schemas.microsoft.com/office/drawing/2014/main" id="{580F53E5-F79F-4A6B-86A7-1519469DA49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7" y="76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9" name="Oval 309">
                <a:extLst>
                  <a:ext uri="{FF2B5EF4-FFF2-40B4-BE49-F238E27FC236}">
                    <a16:creationId xmlns:a16="http://schemas.microsoft.com/office/drawing/2014/main" id="{9DA99C30-B9D4-4EA1-BD01-AE628A512F7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7" y="756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0" name="Oval 310">
                <a:extLst>
                  <a:ext uri="{FF2B5EF4-FFF2-40B4-BE49-F238E27FC236}">
                    <a16:creationId xmlns:a16="http://schemas.microsoft.com/office/drawing/2014/main" id="{A54FBD94-D2DC-4621-8189-28A6F6F43FC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7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1" name="Oval 311">
                <a:extLst>
                  <a:ext uri="{FF2B5EF4-FFF2-40B4-BE49-F238E27FC236}">
                    <a16:creationId xmlns:a16="http://schemas.microsoft.com/office/drawing/2014/main" id="{D5939891-4FF5-4BEF-8B9F-930015612D8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2" name="Oval 312">
                <a:extLst>
                  <a:ext uri="{FF2B5EF4-FFF2-40B4-BE49-F238E27FC236}">
                    <a16:creationId xmlns:a16="http://schemas.microsoft.com/office/drawing/2014/main" id="{BF624CCD-3717-4075-8C14-8E5F7614C1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9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3" name="Oval 313">
                <a:extLst>
                  <a:ext uri="{FF2B5EF4-FFF2-40B4-BE49-F238E27FC236}">
                    <a16:creationId xmlns:a16="http://schemas.microsoft.com/office/drawing/2014/main" id="{6C6A4852-7EF8-452C-AAB7-8D1DE3AD07D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0" y="76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4" name="Oval 314">
                <a:extLst>
                  <a:ext uri="{FF2B5EF4-FFF2-40B4-BE49-F238E27FC236}">
                    <a16:creationId xmlns:a16="http://schemas.microsoft.com/office/drawing/2014/main" id="{8E854BE1-0FBD-4C55-ABB7-687CFA6751F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5" y="768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5" name="Oval 315">
                <a:extLst>
                  <a:ext uri="{FF2B5EF4-FFF2-40B4-BE49-F238E27FC236}">
                    <a16:creationId xmlns:a16="http://schemas.microsoft.com/office/drawing/2014/main" id="{75A3BEFA-6EF9-41BE-961A-61CE2285E6F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6" name="Oval 316">
                <a:extLst>
                  <a:ext uri="{FF2B5EF4-FFF2-40B4-BE49-F238E27FC236}">
                    <a16:creationId xmlns:a16="http://schemas.microsoft.com/office/drawing/2014/main" id="{7E75EB35-55E8-47A8-ACAA-E5F90692BF6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7" name="Oval 317">
                <a:extLst>
                  <a:ext uri="{FF2B5EF4-FFF2-40B4-BE49-F238E27FC236}">
                    <a16:creationId xmlns:a16="http://schemas.microsoft.com/office/drawing/2014/main" id="{8D224346-E216-45C2-962D-0340115C5A0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8" name="Freeform 318">
                <a:extLst>
                  <a:ext uri="{FF2B5EF4-FFF2-40B4-BE49-F238E27FC236}">
                    <a16:creationId xmlns:a16="http://schemas.microsoft.com/office/drawing/2014/main" id="{4DCF64DB-23A8-4EF2-9F14-4CCC933803A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3" y="7797"/>
                <a:ext cx="8" cy="7"/>
              </a:xfrm>
              <a:custGeom>
                <a:avLst/>
                <a:gdLst>
                  <a:gd name="T0" fmla="*/ 11 w 11"/>
                  <a:gd name="T1" fmla="*/ 4 h 9"/>
                  <a:gd name="T2" fmla="*/ 6 w 11"/>
                  <a:gd name="T3" fmla="*/ 0 h 9"/>
                  <a:gd name="T4" fmla="*/ 0 w 11"/>
                  <a:gd name="T5" fmla="*/ 6 h 9"/>
                  <a:gd name="T6" fmla="*/ 1 w 11"/>
                  <a:gd name="T7" fmla="*/ 9 h 9"/>
                  <a:gd name="T8" fmla="*/ 11 w 11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2"/>
                      <a:pt x="8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7"/>
                      <a:pt x="8" y="6"/>
                      <a:pt x="1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9" name="Oval 319">
                <a:extLst>
                  <a:ext uri="{FF2B5EF4-FFF2-40B4-BE49-F238E27FC236}">
                    <a16:creationId xmlns:a16="http://schemas.microsoft.com/office/drawing/2014/main" id="{A9217C7E-72B9-49D4-999E-4ECCDEAD73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63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0" name="Oval 320">
                <a:extLst>
                  <a:ext uri="{FF2B5EF4-FFF2-40B4-BE49-F238E27FC236}">
                    <a16:creationId xmlns:a16="http://schemas.microsoft.com/office/drawing/2014/main" id="{745B210D-C4FD-45A8-915B-5C695F7FFC3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4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1" name="Oval 321">
                <a:extLst>
                  <a:ext uri="{FF2B5EF4-FFF2-40B4-BE49-F238E27FC236}">
                    <a16:creationId xmlns:a16="http://schemas.microsoft.com/office/drawing/2014/main" id="{CE13AC9E-16BC-4B9C-A1CF-9E2EED0C787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3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2" name="Freeform 322">
                <a:extLst>
                  <a:ext uri="{FF2B5EF4-FFF2-40B4-BE49-F238E27FC236}">
                    <a16:creationId xmlns:a16="http://schemas.microsoft.com/office/drawing/2014/main" id="{153BDB35-22ED-4697-ACE8-D772A5450F4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6" y="7810"/>
                <a:ext cx="8" cy="7"/>
              </a:xfrm>
              <a:custGeom>
                <a:avLst/>
                <a:gdLst>
                  <a:gd name="T0" fmla="*/ 11 w 11"/>
                  <a:gd name="T1" fmla="*/ 6 h 9"/>
                  <a:gd name="T2" fmla="*/ 11 w 11"/>
                  <a:gd name="T3" fmla="*/ 6 h 9"/>
                  <a:gd name="T4" fmla="*/ 5 w 11"/>
                  <a:gd name="T5" fmla="*/ 0 h 9"/>
                  <a:gd name="T6" fmla="*/ 0 w 11"/>
                  <a:gd name="T7" fmla="*/ 6 h 9"/>
                  <a:gd name="T8" fmla="*/ 1 w 11"/>
                  <a:gd name="T9" fmla="*/ 9 h 9"/>
                  <a:gd name="T10" fmla="*/ 11 w 11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8"/>
                      <a:pt x="8" y="7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3" name="Oval 323">
                <a:extLst>
                  <a:ext uri="{FF2B5EF4-FFF2-40B4-BE49-F238E27FC236}">
                    <a16:creationId xmlns:a16="http://schemas.microsoft.com/office/drawing/2014/main" id="{F6478D7B-9FE8-4ACD-8B5B-88C47D8C492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2" y="769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4" name="Oval 324">
                <a:extLst>
                  <a:ext uri="{FF2B5EF4-FFF2-40B4-BE49-F238E27FC236}">
                    <a16:creationId xmlns:a16="http://schemas.microsoft.com/office/drawing/2014/main" id="{E4BB9B82-46A6-4FD2-8B88-8A2CAAFDCD4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5" name="Freeform 325">
                <a:extLst>
                  <a:ext uri="{FF2B5EF4-FFF2-40B4-BE49-F238E27FC236}">
                    <a16:creationId xmlns:a16="http://schemas.microsoft.com/office/drawing/2014/main" id="{63B18FD2-56ED-4120-ADD5-D282283586F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27" y="7764"/>
                <a:ext cx="7" cy="7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2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3"/>
                      <a:pt x="7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6" name="Oval 326">
                <a:extLst>
                  <a:ext uri="{FF2B5EF4-FFF2-40B4-BE49-F238E27FC236}">
                    <a16:creationId xmlns:a16="http://schemas.microsoft.com/office/drawing/2014/main" id="{AF657EDD-017C-47BA-B79C-478870A92E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7" name="Oval 327">
                <a:extLst>
                  <a:ext uri="{FF2B5EF4-FFF2-40B4-BE49-F238E27FC236}">
                    <a16:creationId xmlns:a16="http://schemas.microsoft.com/office/drawing/2014/main" id="{C87F8AA0-DF87-421C-973A-34846D560A7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9" y="769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8" name="Freeform 328">
                <a:extLst>
                  <a:ext uri="{FF2B5EF4-FFF2-40B4-BE49-F238E27FC236}">
                    <a16:creationId xmlns:a16="http://schemas.microsoft.com/office/drawing/2014/main" id="{12CD5D5A-9E99-4779-B48A-B620B4FEE76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36" y="7770"/>
                <a:ext cx="8" cy="9"/>
              </a:xfrm>
              <a:custGeom>
                <a:avLst/>
                <a:gdLst>
                  <a:gd name="T0" fmla="*/ 12 w 12"/>
                  <a:gd name="T1" fmla="*/ 6 h 11"/>
                  <a:gd name="T2" fmla="*/ 6 w 12"/>
                  <a:gd name="T3" fmla="*/ 0 h 11"/>
                  <a:gd name="T4" fmla="*/ 0 w 12"/>
                  <a:gd name="T5" fmla="*/ 5 h 11"/>
                  <a:gd name="T6" fmla="*/ 7 w 12"/>
                  <a:gd name="T7" fmla="*/ 11 h 11"/>
                  <a:gd name="T8" fmla="*/ 12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3" y="7"/>
                      <a:pt x="5" y="9"/>
                      <a:pt x="7" y="11"/>
                    </a:cubicBezTo>
                    <a:cubicBezTo>
                      <a:pt x="10" y="10"/>
                      <a:pt x="12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9" name="Oval 329">
                <a:extLst>
                  <a:ext uri="{FF2B5EF4-FFF2-40B4-BE49-F238E27FC236}">
                    <a16:creationId xmlns:a16="http://schemas.microsoft.com/office/drawing/2014/main" id="{080E14FA-D8E7-43BE-A3CE-F8DC8CFAD7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2" y="768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0" name="Oval 330">
                <a:extLst>
                  <a:ext uri="{FF2B5EF4-FFF2-40B4-BE49-F238E27FC236}">
                    <a16:creationId xmlns:a16="http://schemas.microsoft.com/office/drawing/2014/main" id="{ED83463F-8D1A-4488-9395-DAF78D25F6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3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1" name="Oval 331">
                <a:extLst>
                  <a:ext uri="{FF2B5EF4-FFF2-40B4-BE49-F238E27FC236}">
                    <a16:creationId xmlns:a16="http://schemas.microsoft.com/office/drawing/2014/main" id="{4B172F78-0BA2-4573-9D22-4FD08DFE9A9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5" y="776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2" name="Oval 332">
                <a:extLst>
                  <a:ext uri="{FF2B5EF4-FFF2-40B4-BE49-F238E27FC236}">
                    <a16:creationId xmlns:a16="http://schemas.microsoft.com/office/drawing/2014/main" id="{BEBAF754-CAC4-4DD3-868C-106839A647B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3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3" name="Oval 333">
                <a:extLst>
                  <a:ext uri="{FF2B5EF4-FFF2-40B4-BE49-F238E27FC236}">
                    <a16:creationId xmlns:a16="http://schemas.microsoft.com/office/drawing/2014/main" id="{21682D64-76FD-4A73-B91E-3B7D9FC69A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6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4" name="Oval 334">
                <a:extLst>
                  <a:ext uri="{FF2B5EF4-FFF2-40B4-BE49-F238E27FC236}">
                    <a16:creationId xmlns:a16="http://schemas.microsoft.com/office/drawing/2014/main" id="{90207D2E-1365-47E6-8236-135FA979184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5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5" name="Oval 335">
                <a:extLst>
                  <a:ext uri="{FF2B5EF4-FFF2-40B4-BE49-F238E27FC236}">
                    <a16:creationId xmlns:a16="http://schemas.microsoft.com/office/drawing/2014/main" id="{43A6B07E-69F8-4DC1-9DCD-A3B517FE44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6" name="Oval 336">
                <a:extLst>
                  <a:ext uri="{FF2B5EF4-FFF2-40B4-BE49-F238E27FC236}">
                    <a16:creationId xmlns:a16="http://schemas.microsoft.com/office/drawing/2014/main" id="{439A9BD6-1E11-4276-B6D7-1A3CFEFE2C0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2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7" name="Oval 337">
                <a:extLst>
                  <a:ext uri="{FF2B5EF4-FFF2-40B4-BE49-F238E27FC236}">
                    <a16:creationId xmlns:a16="http://schemas.microsoft.com/office/drawing/2014/main" id="{21A3125E-5575-4D55-8A70-DD8EEBBCBD5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2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8" name="Oval 338">
                <a:extLst>
                  <a:ext uri="{FF2B5EF4-FFF2-40B4-BE49-F238E27FC236}">
                    <a16:creationId xmlns:a16="http://schemas.microsoft.com/office/drawing/2014/main" id="{F1E8AE1D-7F4E-49BE-B45A-E519E12327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5" y="75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9" name="Freeform 339">
                <a:extLst>
                  <a:ext uri="{FF2B5EF4-FFF2-40B4-BE49-F238E27FC236}">
                    <a16:creationId xmlns:a16="http://schemas.microsoft.com/office/drawing/2014/main" id="{0DF46934-284A-4FCA-9F8E-E243F15211E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7" y="7685"/>
                <a:ext cx="8" cy="9"/>
              </a:xfrm>
              <a:custGeom>
                <a:avLst/>
                <a:gdLst>
                  <a:gd name="T0" fmla="*/ 10 w 10"/>
                  <a:gd name="T1" fmla="*/ 5 h 11"/>
                  <a:gd name="T2" fmla="*/ 4 w 10"/>
                  <a:gd name="T3" fmla="*/ 0 h 11"/>
                  <a:gd name="T4" fmla="*/ 0 w 10"/>
                  <a:gd name="T5" fmla="*/ 1 h 11"/>
                  <a:gd name="T6" fmla="*/ 3 w 10"/>
                  <a:gd name="T7" fmla="*/ 11 h 11"/>
                  <a:gd name="T8" fmla="*/ 4 w 10"/>
                  <a:gd name="T9" fmla="*/ 11 h 11"/>
                  <a:gd name="T10" fmla="*/ 10 w 10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5"/>
                    </a:moveTo>
                    <a:cubicBezTo>
                      <a:pt x="10" y="2"/>
                      <a:pt x="7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7" y="11"/>
                      <a:pt x="10" y="9"/>
                      <a:pt x="1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0" name="Oval 340">
                <a:extLst>
                  <a:ext uri="{FF2B5EF4-FFF2-40B4-BE49-F238E27FC236}">
                    <a16:creationId xmlns:a16="http://schemas.microsoft.com/office/drawing/2014/main" id="{FE262CAF-66C7-46B8-BB83-509A29C0E8E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803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1" name="Oval 341">
                <a:extLst>
                  <a:ext uri="{FF2B5EF4-FFF2-40B4-BE49-F238E27FC236}">
                    <a16:creationId xmlns:a16="http://schemas.microsoft.com/office/drawing/2014/main" id="{F6A75695-3918-4E75-B5BD-C41F420D7FB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5" y="765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2" name="Freeform 342">
                <a:extLst>
                  <a:ext uri="{FF2B5EF4-FFF2-40B4-BE49-F238E27FC236}">
                    <a16:creationId xmlns:a16="http://schemas.microsoft.com/office/drawing/2014/main" id="{84AF86E6-C0DD-4BA3-AAE1-46DA5A33AA1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1" y="7815"/>
                <a:ext cx="9" cy="5"/>
              </a:xfrm>
              <a:custGeom>
                <a:avLst/>
                <a:gdLst>
                  <a:gd name="T0" fmla="*/ 12 w 12"/>
                  <a:gd name="T1" fmla="*/ 6 h 7"/>
                  <a:gd name="T2" fmla="*/ 6 w 12"/>
                  <a:gd name="T3" fmla="*/ 0 h 7"/>
                  <a:gd name="T4" fmla="*/ 0 w 12"/>
                  <a:gd name="T5" fmla="*/ 6 h 7"/>
                  <a:gd name="T6" fmla="*/ 0 w 12"/>
                  <a:gd name="T7" fmla="*/ 7 h 7"/>
                  <a:gd name="T8" fmla="*/ 12 w 12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4" y="6"/>
                      <a:pt x="8" y="6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3" name="Freeform 343">
                <a:extLst>
                  <a:ext uri="{FF2B5EF4-FFF2-40B4-BE49-F238E27FC236}">
                    <a16:creationId xmlns:a16="http://schemas.microsoft.com/office/drawing/2014/main" id="{9ABD4B92-6875-4421-992F-9A03D71D3DD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95" y="7718"/>
                <a:ext cx="8" cy="9"/>
              </a:xfrm>
              <a:custGeom>
                <a:avLst/>
                <a:gdLst>
                  <a:gd name="T0" fmla="*/ 6 w 11"/>
                  <a:gd name="T1" fmla="*/ 0 h 12"/>
                  <a:gd name="T2" fmla="*/ 0 w 11"/>
                  <a:gd name="T3" fmla="*/ 6 h 12"/>
                  <a:gd name="T4" fmla="*/ 6 w 11"/>
                  <a:gd name="T5" fmla="*/ 12 h 12"/>
                  <a:gd name="T6" fmla="*/ 8 w 11"/>
                  <a:gd name="T7" fmla="*/ 11 h 12"/>
                  <a:gd name="T8" fmla="*/ 11 w 11"/>
                  <a:gd name="T9" fmla="*/ 5 h 12"/>
                  <a:gd name="T10" fmla="*/ 6 w 1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7" y="12"/>
                      <a:pt x="7" y="12"/>
                      <a:pt x="8" y="11"/>
                    </a:cubicBezTo>
                    <a:cubicBezTo>
                      <a:pt x="9" y="9"/>
                      <a:pt x="10" y="7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4" name="Oval 344">
                <a:extLst>
                  <a:ext uri="{FF2B5EF4-FFF2-40B4-BE49-F238E27FC236}">
                    <a16:creationId xmlns:a16="http://schemas.microsoft.com/office/drawing/2014/main" id="{390AE273-5234-4FB6-9963-D98A8966448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67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5" name="Oval 345">
                <a:extLst>
                  <a:ext uri="{FF2B5EF4-FFF2-40B4-BE49-F238E27FC236}">
                    <a16:creationId xmlns:a16="http://schemas.microsoft.com/office/drawing/2014/main" id="{AFEF890A-521A-429D-9C52-34BCC865973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6" name="Oval 346">
                <a:extLst>
                  <a:ext uri="{FF2B5EF4-FFF2-40B4-BE49-F238E27FC236}">
                    <a16:creationId xmlns:a16="http://schemas.microsoft.com/office/drawing/2014/main" id="{C633D6FD-AC76-4520-B7D8-CA77431EA7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9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7" name="Oval 347">
                <a:extLst>
                  <a:ext uri="{FF2B5EF4-FFF2-40B4-BE49-F238E27FC236}">
                    <a16:creationId xmlns:a16="http://schemas.microsoft.com/office/drawing/2014/main" id="{25F083D9-A281-45C6-AD77-9034D195515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3" y="77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8" name="Oval 348">
                <a:extLst>
                  <a:ext uri="{FF2B5EF4-FFF2-40B4-BE49-F238E27FC236}">
                    <a16:creationId xmlns:a16="http://schemas.microsoft.com/office/drawing/2014/main" id="{4D495746-3976-4076-A949-68A4B732F03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0" y="771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9" name="Oval 349">
                <a:extLst>
                  <a:ext uri="{FF2B5EF4-FFF2-40B4-BE49-F238E27FC236}">
                    <a16:creationId xmlns:a16="http://schemas.microsoft.com/office/drawing/2014/main" id="{F2E99EF3-E002-4889-B498-CC0C60A710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5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0" name="Oval 350">
                <a:extLst>
                  <a:ext uri="{FF2B5EF4-FFF2-40B4-BE49-F238E27FC236}">
                    <a16:creationId xmlns:a16="http://schemas.microsoft.com/office/drawing/2014/main" id="{4D6664FC-F770-4B42-8598-18D52572050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6" y="77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1" name="Oval 351">
                <a:extLst>
                  <a:ext uri="{FF2B5EF4-FFF2-40B4-BE49-F238E27FC236}">
                    <a16:creationId xmlns:a16="http://schemas.microsoft.com/office/drawing/2014/main" id="{F13C0021-BFA9-46B3-BBAA-2C6646FA5A2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8" y="77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2" name="Oval 352">
                <a:extLst>
                  <a:ext uri="{FF2B5EF4-FFF2-40B4-BE49-F238E27FC236}">
                    <a16:creationId xmlns:a16="http://schemas.microsoft.com/office/drawing/2014/main" id="{0333F4C6-4505-4871-BEB4-0EF6F08BC7B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77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3" name="Freeform 353">
                <a:extLst>
                  <a:ext uri="{FF2B5EF4-FFF2-40B4-BE49-F238E27FC236}">
                    <a16:creationId xmlns:a16="http://schemas.microsoft.com/office/drawing/2014/main" id="{04B22FDC-0E5F-4BAD-B5AF-9C0189AB434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36" y="7790"/>
                <a:ext cx="8" cy="7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5 h 9"/>
                  <a:gd name="T4" fmla="*/ 2 w 11"/>
                  <a:gd name="T5" fmla="*/ 9 h 9"/>
                  <a:gd name="T6" fmla="*/ 11 w 11"/>
                  <a:gd name="T7" fmla="*/ 3 h 9"/>
                  <a:gd name="T8" fmla="*/ 6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5" y="7"/>
                      <a:pt x="8" y="6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4" name="Oval 354">
                <a:extLst>
                  <a:ext uri="{FF2B5EF4-FFF2-40B4-BE49-F238E27FC236}">
                    <a16:creationId xmlns:a16="http://schemas.microsoft.com/office/drawing/2014/main" id="{CAAA8569-5FA6-4D4D-8618-EB21DDAF7DC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7" y="76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5" name="Oval 355">
                <a:extLst>
                  <a:ext uri="{FF2B5EF4-FFF2-40B4-BE49-F238E27FC236}">
                    <a16:creationId xmlns:a16="http://schemas.microsoft.com/office/drawing/2014/main" id="{B572707D-E063-4831-9A90-810B83C7DBB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7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6" name="Oval 356">
                <a:extLst>
                  <a:ext uri="{FF2B5EF4-FFF2-40B4-BE49-F238E27FC236}">
                    <a16:creationId xmlns:a16="http://schemas.microsoft.com/office/drawing/2014/main" id="{457987A0-EA18-4632-BFE1-683DF447B15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4" y="776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7" name="Oval 357">
                <a:extLst>
                  <a:ext uri="{FF2B5EF4-FFF2-40B4-BE49-F238E27FC236}">
                    <a16:creationId xmlns:a16="http://schemas.microsoft.com/office/drawing/2014/main" id="{1B66BE7E-3B60-4E7B-AB11-3A190FEBAD8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3" y="76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8" name="Oval 358">
                <a:extLst>
                  <a:ext uri="{FF2B5EF4-FFF2-40B4-BE49-F238E27FC236}">
                    <a16:creationId xmlns:a16="http://schemas.microsoft.com/office/drawing/2014/main" id="{0213C5AF-B7C8-4394-AAE5-AE43ABA56F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6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9" name="Oval 359">
                <a:extLst>
                  <a:ext uri="{FF2B5EF4-FFF2-40B4-BE49-F238E27FC236}">
                    <a16:creationId xmlns:a16="http://schemas.microsoft.com/office/drawing/2014/main" id="{0DD3E2F7-6451-42FA-B9E7-CB5C0749A8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8" y="773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0" name="Oval 360">
                <a:extLst>
                  <a:ext uri="{FF2B5EF4-FFF2-40B4-BE49-F238E27FC236}">
                    <a16:creationId xmlns:a16="http://schemas.microsoft.com/office/drawing/2014/main" id="{0681981B-9E73-4983-843F-C1556D3BF74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64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1" name="Freeform 361">
                <a:extLst>
                  <a:ext uri="{FF2B5EF4-FFF2-40B4-BE49-F238E27FC236}">
                    <a16:creationId xmlns:a16="http://schemas.microsoft.com/office/drawing/2014/main" id="{CBCCEB86-5914-4E94-89A7-A9DF0B7BFA9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3" y="7743"/>
                <a:ext cx="8" cy="9"/>
              </a:xfrm>
              <a:custGeom>
                <a:avLst/>
                <a:gdLst>
                  <a:gd name="T0" fmla="*/ 5 w 11"/>
                  <a:gd name="T1" fmla="*/ 12 h 12"/>
                  <a:gd name="T2" fmla="*/ 11 w 11"/>
                  <a:gd name="T3" fmla="*/ 6 h 12"/>
                  <a:gd name="T4" fmla="*/ 5 w 11"/>
                  <a:gd name="T5" fmla="*/ 0 h 12"/>
                  <a:gd name="T6" fmla="*/ 0 w 11"/>
                  <a:gd name="T7" fmla="*/ 6 h 12"/>
                  <a:gd name="T8" fmla="*/ 4 w 11"/>
                  <a:gd name="T9" fmla="*/ 11 h 12"/>
                  <a:gd name="T10" fmla="*/ 5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8"/>
                      <a:pt x="3" y="10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2" name="Freeform 362">
                <a:extLst>
                  <a:ext uri="{FF2B5EF4-FFF2-40B4-BE49-F238E27FC236}">
                    <a16:creationId xmlns:a16="http://schemas.microsoft.com/office/drawing/2014/main" id="{8B1691CE-F18F-4B69-AE12-138647028E7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9" y="7754"/>
                <a:ext cx="7" cy="8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1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2"/>
                      <a:pt x="7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3" name="Oval 363">
                <a:extLst>
                  <a:ext uri="{FF2B5EF4-FFF2-40B4-BE49-F238E27FC236}">
                    <a16:creationId xmlns:a16="http://schemas.microsoft.com/office/drawing/2014/main" id="{077A1AEA-A4F8-4F62-9F5B-DC6D05AA46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6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4" name="Oval 364">
                <a:extLst>
                  <a:ext uri="{FF2B5EF4-FFF2-40B4-BE49-F238E27FC236}">
                    <a16:creationId xmlns:a16="http://schemas.microsoft.com/office/drawing/2014/main" id="{DFAC0CE6-D080-48F1-BDDF-639978A4FD0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5" name="Oval 365">
                <a:extLst>
                  <a:ext uri="{FF2B5EF4-FFF2-40B4-BE49-F238E27FC236}">
                    <a16:creationId xmlns:a16="http://schemas.microsoft.com/office/drawing/2014/main" id="{A7C93300-1636-494F-8D6D-44D1F657831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7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6" name="Oval 366">
                <a:extLst>
                  <a:ext uri="{FF2B5EF4-FFF2-40B4-BE49-F238E27FC236}">
                    <a16:creationId xmlns:a16="http://schemas.microsoft.com/office/drawing/2014/main" id="{6DE02FA4-EBCE-4EAA-A6CC-588E45707BA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2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7" name="Oval 367">
                <a:extLst>
                  <a:ext uri="{FF2B5EF4-FFF2-40B4-BE49-F238E27FC236}">
                    <a16:creationId xmlns:a16="http://schemas.microsoft.com/office/drawing/2014/main" id="{5F31F77B-B236-4213-987E-AC5E422F942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8" name="Oval 368">
                <a:extLst>
                  <a:ext uri="{FF2B5EF4-FFF2-40B4-BE49-F238E27FC236}">
                    <a16:creationId xmlns:a16="http://schemas.microsoft.com/office/drawing/2014/main" id="{F3B1F93F-8885-4F45-83FF-EA149B3906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1" y="76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9" name="Freeform 369">
                <a:extLst>
                  <a:ext uri="{FF2B5EF4-FFF2-40B4-BE49-F238E27FC236}">
                    <a16:creationId xmlns:a16="http://schemas.microsoft.com/office/drawing/2014/main" id="{F4AC82F6-D43C-43A3-9879-BBC7C24DB81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06" y="7697"/>
                <a:ext cx="6" cy="9"/>
              </a:xfrm>
              <a:custGeom>
                <a:avLst/>
                <a:gdLst>
                  <a:gd name="T0" fmla="*/ 0 w 8"/>
                  <a:gd name="T1" fmla="*/ 6 h 12"/>
                  <a:gd name="T2" fmla="*/ 5 w 8"/>
                  <a:gd name="T3" fmla="*/ 12 h 12"/>
                  <a:gd name="T4" fmla="*/ 8 w 8"/>
                  <a:gd name="T5" fmla="*/ 1 h 12"/>
                  <a:gd name="T6" fmla="*/ 6 w 8"/>
                  <a:gd name="T7" fmla="*/ 0 h 12"/>
                  <a:gd name="T8" fmla="*/ 0 w 8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6"/>
                    </a:moveTo>
                    <a:cubicBezTo>
                      <a:pt x="0" y="9"/>
                      <a:pt x="2" y="11"/>
                      <a:pt x="5" y="12"/>
                    </a:cubicBezTo>
                    <a:cubicBezTo>
                      <a:pt x="6" y="8"/>
                      <a:pt x="7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0" name="Oval 370">
                <a:extLst>
                  <a:ext uri="{FF2B5EF4-FFF2-40B4-BE49-F238E27FC236}">
                    <a16:creationId xmlns:a16="http://schemas.microsoft.com/office/drawing/2014/main" id="{B10BED5C-03AB-49E6-A35B-49D75A7CD37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9" y="773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1" name="Oval 371">
                <a:extLst>
                  <a:ext uri="{FF2B5EF4-FFF2-40B4-BE49-F238E27FC236}">
                    <a16:creationId xmlns:a16="http://schemas.microsoft.com/office/drawing/2014/main" id="{C7D769C3-35D6-4007-BFED-271A201493F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6" y="77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2" name="Oval 372">
                <a:extLst>
                  <a:ext uri="{FF2B5EF4-FFF2-40B4-BE49-F238E27FC236}">
                    <a16:creationId xmlns:a16="http://schemas.microsoft.com/office/drawing/2014/main" id="{39303E86-2391-4CAD-A295-D9C4F06D3F1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58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3" name="Oval 373">
                <a:extLst>
                  <a:ext uri="{FF2B5EF4-FFF2-40B4-BE49-F238E27FC236}">
                    <a16:creationId xmlns:a16="http://schemas.microsoft.com/office/drawing/2014/main" id="{7394FF43-1B20-41CA-BF9A-21F0EE4A45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4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4" name="Oval 374">
                <a:extLst>
                  <a:ext uri="{FF2B5EF4-FFF2-40B4-BE49-F238E27FC236}">
                    <a16:creationId xmlns:a16="http://schemas.microsoft.com/office/drawing/2014/main" id="{8771A45B-42C8-4576-8386-58AFCF5573D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3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5" name="Oval 375">
                <a:extLst>
                  <a:ext uri="{FF2B5EF4-FFF2-40B4-BE49-F238E27FC236}">
                    <a16:creationId xmlns:a16="http://schemas.microsoft.com/office/drawing/2014/main" id="{910C3B24-FFAF-4352-BDC3-42BF97F4B9B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61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6" name="Oval 376">
                <a:extLst>
                  <a:ext uri="{FF2B5EF4-FFF2-40B4-BE49-F238E27FC236}">
                    <a16:creationId xmlns:a16="http://schemas.microsoft.com/office/drawing/2014/main" id="{2784B5ED-8E5D-4062-9B72-DAD004AB28E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56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7" name="Freeform 377">
                <a:extLst>
                  <a:ext uri="{FF2B5EF4-FFF2-40B4-BE49-F238E27FC236}">
                    <a16:creationId xmlns:a16="http://schemas.microsoft.com/office/drawing/2014/main" id="{B442D5B2-5015-4F2E-B9F2-8FF4A1A4376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64"/>
                <a:ext cx="6" cy="8"/>
              </a:xfrm>
              <a:custGeom>
                <a:avLst/>
                <a:gdLst>
                  <a:gd name="T0" fmla="*/ 0 w 8"/>
                  <a:gd name="T1" fmla="*/ 5 h 11"/>
                  <a:gd name="T2" fmla="*/ 6 w 8"/>
                  <a:gd name="T3" fmla="*/ 11 h 11"/>
                  <a:gd name="T4" fmla="*/ 7 w 8"/>
                  <a:gd name="T5" fmla="*/ 11 h 11"/>
                  <a:gd name="T6" fmla="*/ 8 w 8"/>
                  <a:gd name="T7" fmla="*/ 0 h 11"/>
                  <a:gd name="T8" fmla="*/ 6 w 8"/>
                  <a:gd name="T9" fmla="*/ 0 h 11"/>
                  <a:gd name="T10" fmla="*/ 0 w 8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5"/>
                    </a:moveTo>
                    <a:cubicBezTo>
                      <a:pt x="0" y="9"/>
                      <a:pt x="2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7"/>
                      <a:pt x="8" y="4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8" name="Oval 378">
                <a:extLst>
                  <a:ext uri="{FF2B5EF4-FFF2-40B4-BE49-F238E27FC236}">
                    <a16:creationId xmlns:a16="http://schemas.microsoft.com/office/drawing/2014/main" id="{39F45922-0FBC-4CB6-B2D2-A735923EED2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9" name="Freeform 379">
                <a:extLst>
                  <a:ext uri="{FF2B5EF4-FFF2-40B4-BE49-F238E27FC236}">
                    <a16:creationId xmlns:a16="http://schemas.microsoft.com/office/drawing/2014/main" id="{330743B7-B463-4236-AA60-81BF3A9C405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37"/>
                <a:ext cx="6" cy="8"/>
              </a:xfrm>
              <a:custGeom>
                <a:avLst/>
                <a:gdLst>
                  <a:gd name="T0" fmla="*/ 6 w 9"/>
                  <a:gd name="T1" fmla="*/ 0 h 11"/>
                  <a:gd name="T2" fmla="*/ 0 w 9"/>
                  <a:gd name="T3" fmla="*/ 6 h 11"/>
                  <a:gd name="T4" fmla="*/ 6 w 9"/>
                  <a:gd name="T5" fmla="*/ 11 h 11"/>
                  <a:gd name="T6" fmla="*/ 9 w 9"/>
                  <a:gd name="T7" fmla="*/ 10 h 11"/>
                  <a:gd name="T8" fmla="*/ 8 w 9"/>
                  <a:gd name="T9" fmla="*/ 1 h 11"/>
                  <a:gd name="T10" fmla="*/ 6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9" y="7"/>
                      <a:pt x="9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0" name="Oval 380">
                <a:extLst>
                  <a:ext uri="{FF2B5EF4-FFF2-40B4-BE49-F238E27FC236}">
                    <a16:creationId xmlns:a16="http://schemas.microsoft.com/office/drawing/2014/main" id="{11F368A1-312A-4FCC-BDE3-D73052517BE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6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1" name="Oval 381">
                <a:extLst>
                  <a:ext uri="{FF2B5EF4-FFF2-40B4-BE49-F238E27FC236}">
                    <a16:creationId xmlns:a16="http://schemas.microsoft.com/office/drawing/2014/main" id="{60245C11-551B-488F-9A19-AA03B9E62E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2" name="Oval 382">
                <a:extLst>
                  <a:ext uri="{FF2B5EF4-FFF2-40B4-BE49-F238E27FC236}">
                    <a16:creationId xmlns:a16="http://schemas.microsoft.com/office/drawing/2014/main" id="{D6EA85F6-6D05-4B6E-BA7D-1D37662E32A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3" name="Oval 383">
                <a:extLst>
                  <a:ext uri="{FF2B5EF4-FFF2-40B4-BE49-F238E27FC236}">
                    <a16:creationId xmlns:a16="http://schemas.microsoft.com/office/drawing/2014/main" id="{53BE059B-85BF-4069-B97F-D1B1AB07427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8" y="765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4" name="Oval 384">
                <a:extLst>
                  <a:ext uri="{FF2B5EF4-FFF2-40B4-BE49-F238E27FC236}">
                    <a16:creationId xmlns:a16="http://schemas.microsoft.com/office/drawing/2014/main" id="{60E338E0-C735-4268-8814-308A088018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5" y="774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5" name="Oval 385">
                <a:extLst>
                  <a:ext uri="{FF2B5EF4-FFF2-40B4-BE49-F238E27FC236}">
                    <a16:creationId xmlns:a16="http://schemas.microsoft.com/office/drawing/2014/main" id="{F7C981C9-6892-4149-94EE-B687F51EF0B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64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6" name="Oval 386">
                <a:extLst>
                  <a:ext uri="{FF2B5EF4-FFF2-40B4-BE49-F238E27FC236}">
                    <a16:creationId xmlns:a16="http://schemas.microsoft.com/office/drawing/2014/main" id="{7D0A13B4-6945-4AA7-833B-531013A7D13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7" name="Oval 387">
                <a:extLst>
                  <a:ext uri="{FF2B5EF4-FFF2-40B4-BE49-F238E27FC236}">
                    <a16:creationId xmlns:a16="http://schemas.microsoft.com/office/drawing/2014/main" id="{4EE8D22A-4489-47A3-9430-DC32FB8F909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74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8" name="Oval 388">
                <a:extLst>
                  <a:ext uri="{FF2B5EF4-FFF2-40B4-BE49-F238E27FC236}">
                    <a16:creationId xmlns:a16="http://schemas.microsoft.com/office/drawing/2014/main" id="{C3427AD9-A751-46D3-B5A2-3DA652707B8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9" name="Oval 389">
                <a:extLst>
                  <a:ext uri="{FF2B5EF4-FFF2-40B4-BE49-F238E27FC236}">
                    <a16:creationId xmlns:a16="http://schemas.microsoft.com/office/drawing/2014/main" id="{D5B14974-667B-440F-AE1B-68DD8ACBB2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68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0" name="Oval 390">
                <a:extLst>
                  <a:ext uri="{FF2B5EF4-FFF2-40B4-BE49-F238E27FC236}">
                    <a16:creationId xmlns:a16="http://schemas.microsoft.com/office/drawing/2014/main" id="{7D7ECB8D-C24E-41D0-A6F0-28AC58A48A8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8" y="77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1" name="Oval 391">
                <a:extLst>
                  <a:ext uri="{FF2B5EF4-FFF2-40B4-BE49-F238E27FC236}">
                    <a16:creationId xmlns:a16="http://schemas.microsoft.com/office/drawing/2014/main" id="{D6C337F8-4B81-4E54-A85B-3EA02A67445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4" y="753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2" name="Oval 392">
                <a:extLst>
                  <a:ext uri="{FF2B5EF4-FFF2-40B4-BE49-F238E27FC236}">
                    <a16:creationId xmlns:a16="http://schemas.microsoft.com/office/drawing/2014/main" id="{3DB27F15-0494-46F1-A438-452D4D4337A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3" name="Oval 393">
                <a:extLst>
                  <a:ext uri="{FF2B5EF4-FFF2-40B4-BE49-F238E27FC236}">
                    <a16:creationId xmlns:a16="http://schemas.microsoft.com/office/drawing/2014/main" id="{56C96E9B-BE3B-4E08-9E2B-0D77437A89E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6" y="76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4" name="Oval 394">
                <a:extLst>
                  <a:ext uri="{FF2B5EF4-FFF2-40B4-BE49-F238E27FC236}">
                    <a16:creationId xmlns:a16="http://schemas.microsoft.com/office/drawing/2014/main" id="{DFEE1183-2B53-4305-8238-B63AAADB93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4" y="767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5" name="Oval 395">
                <a:extLst>
                  <a:ext uri="{FF2B5EF4-FFF2-40B4-BE49-F238E27FC236}">
                    <a16:creationId xmlns:a16="http://schemas.microsoft.com/office/drawing/2014/main" id="{168A3374-E0F6-4B92-8B26-BD7AFC5FFAB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74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6" name="Oval 396">
                <a:extLst>
                  <a:ext uri="{FF2B5EF4-FFF2-40B4-BE49-F238E27FC236}">
                    <a16:creationId xmlns:a16="http://schemas.microsoft.com/office/drawing/2014/main" id="{11066A89-F4A4-4774-B465-4D20791AEE7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4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7" name="Oval 397">
                <a:extLst>
                  <a:ext uri="{FF2B5EF4-FFF2-40B4-BE49-F238E27FC236}">
                    <a16:creationId xmlns:a16="http://schemas.microsoft.com/office/drawing/2014/main" id="{518BDC25-A3F9-46FD-8F85-7E0F5F794AB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77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8" name="Oval 398">
                <a:extLst>
                  <a:ext uri="{FF2B5EF4-FFF2-40B4-BE49-F238E27FC236}">
                    <a16:creationId xmlns:a16="http://schemas.microsoft.com/office/drawing/2014/main" id="{3E10E66D-4F3A-4B46-8178-C2416058AB9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9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9" name="Oval 399">
                <a:extLst>
                  <a:ext uri="{FF2B5EF4-FFF2-40B4-BE49-F238E27FC236}">
                    <a16:creationId xmlns:a16="http://schemas.microsoft.com/office/drawing/2014/main" id="{B972CF5B-2778-428E-80E7-44098239508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73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0" name="Oval 400">
                <a:extLst>
                  <a:ext uri="{FF2B5EF4-FFF2-40B4-BE49-F238E27FC236}">
                    <a16:creationId xmlns:a16="http://schemas.microsoft.com/office/drawing/2014/main" id="{81378810-FCD2-4C18-8448-C1BB77AB5E7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9" y="774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1" name="Oval 401">
                <a:extLst>
                  <a:ext uri="{FF2B5EF4-FFF2-40B4-BE49-F238E27FC236}">
                    <a16:creationId xmlns:a16="http://schemas.microsoft.com/office/drawing/2014/main" id="{3A761AF1-337F-4FD0-A16D-7CF7E95F6C3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9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2" name="Oval 402">
                <a:extLst>
                  <a:ext uri="{FF2B5EF4-FFF2-40B4-BE49-F238E27FC236}">
                    <a16:creationId xmlns:a16="http://schemas.microsoft.com/office/drawing/2014/main" id="{3C1FFDE2-4A14-4B92-A857-FCB60C4752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74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3" name="Oval 403">
                <a:extLst>
                  <a:ext uri="{FF2B5EF4-FFF2-40B4-BE49-F238E27FC236}">
                    <a16:creationId xmlns:a16="http://schemas.microsoft.com/office/drawing/2014/main" id="{FCD681F4-B767-407E-9282-E5BC786B03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1" y="772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4" name="Freeform 404">
                <a:extLst>
                  <a:ext uri="{FF2B5EF4-FFF2-40B4-BE49-F238E27FC236}">
                    <a16:creationId xmlns:a16="http://schemas.microsoft.com/office/drawing/2014/main" id="{CF0E9AFB-E3A4-4A7C-B645-9E81658837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04" y="7730"/>
                <a:ext cx="6" cy="8"/>
              </a:xfrm>
              <a:custGeom>
                <a:avLst/>
                <a:gdLst>
                  <a:gd name="T0" fmla="*/ 8 w 8"/>
                  <a:gd name="T1" fmla="*/ 6 h 11"/>
                  <a:gd name="T2" fmla="*/ 3 w 8"/>
                  <a:gd name="T3" fmla="*/ 0 h 11"/>
                  <a:gd name="T4" fmla="*/ 0 w 8"/>
                  <a:gd name="T5" fmla="*/ 1 h 11"/>
                  <a:gd name="T6" fmla="*/ 5 w 8"/>
                  <a:gd name="T7" fmla="*/ 11 h 11"/>
                  <a:gd name="T8" fmla="*/ 8 w 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6"/>
                    </a:moveTo>
                    <a:cubicBezTo>
                      <a:pt x="8" y="2"/>
                      <a:pt x="6" y="0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7" y="10"/>
                      <a:pt x="8" y="8"/>
                      <a:pt x="8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5" name="Oval 405">
                <a:extLst>
                  <a:ext uri="{FF2B5EF4-FFF2-40B4-BE49-F238E27FC236}">
                    <a16:creationId xmlns:a16="http://schemas.microsoft.com/office/drawing/2014/main" id="{C7A9B077-5280-45BD-B013-1C5168E8F2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sp>
          <p:nvSpPr>
            <p:cNvPr id="11" name="Oval 407">
              <a:extLst>
                <a:ext uri="{FF2B5EF4-FFF2-40B4-BE49-F238E27FC236}">
                  <a16:creationId xmlns:a16="http://schemas.microsoft.com/office/drawing/2014/main" id="{63CA7AAB-F63A-4826-A2F9-E45778FC41D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" name="Oval 408">
              <a:extLst>
                <a:ext uri="{FF2B5EF4-FFF2-40B4-BE49-F238E27FC236}">
                  <a16:creationId xmlns:a16="http://schemas.microsoft.com/office/drawing/2014/main" id="{7D58A72D-B55F-414F-BB37-C1CC624207C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7301" y="123634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" name="Oval 409">
              <a:extLst>
                <a:ext uri="{FF2B5EF4-FFF2-40B4-BE49-F238E27FC236}">
                  <a16:creationId xmlns:a16="http://schemas.microsoft.com/office/drawing/2014/main" id="{0706D08D-0DD6-4D33-8F87-EA17600CBC3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17913" y="1206341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" name="Oval 410">
              <a:extLst>
                <a:ext uri="{FF2B5EF4-FFF2-40B4-BE49-F238E27FC236}">
                  <a16:creationId xmlns:a16="http://schemas.microsoft.com/office/drawing/2014/main" id="{42AAD1F4-BC64-45D4-B81E-4E0BA2DB241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8088" y="1231265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" name="Oval 411">
              <a:extLst>
                <a:ext uri="{FF2B5EF4-FFF2-40B4-BE49-F238E27FC236}">
                  <a16:creationId xmlns:a16="http://schemas.microsoft.com/office/drawing/2014/main" id="{516149F5-9CAB-4A50-90C7-75EAFB1591B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2363" y="121808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" name="Oval 412">
              <a:extLst>
                <a:ext uri="{FF2B5EF4-FFF2-40B4-BE49-F238E27FC236}">
                  <a16:creationId xmlns:a16="http://schemas.microsoft.com/office/drawing/2014/main" id="{480C7A26-6602-4FFD-ABB3-21E840F312A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25876" y="122697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" name="Oval 413">
              <a:extLst>
                <a:ext uri="{FF2B5EF4-FFF2-40B4-BE49-F238E27FC236}">
                  <a16:creationId xmlns:a16="http://schemas.microsoft.com/office/drawing/2014/main" id="{6098C527-A688-4423-8F92-A4CD22B748B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14776" y="121697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" name="Oval 414">
              <a:extLst>
                <a:ext uri="{FF2B5EF4-FFF2-40B4-BE49-F238E27FC236}">
                  <a16:creationId xmlns:a16="http://schemas.microsoft.com/office/drawing/2014/main" id="{00240BFE-E6C2-4F24-B928-44051B6A075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6038" y="119491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" name="Freeform 415">
              <a:extLst>
                <a:ext uri="{FF2B5EF4-FFF2-40B4-BE49-F238E27FC236}">
                  <a16:creationId xmlns:a16="http://schemas.microsoft.com/office/drawing/2014/main" id="{98692643-B20C-4B01-853D-A129F3923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1401" y="12365038"/>
              <a:ext cx="12700" cy="9525"/>
            </a:xfrm>
            <a:custGeom>
              <a:avLst/>
              <a:gdLst>
                <a:gd name="T0" fmla="*/ 10 w 10"/>
                <a:gd name="T1" fmla="*/ 6 h 8"/>
                <a:gd name="T2" fmla="*/ 4 w 10"/>
                <a:gd name="T3" fmla="*/ 0 h 8"/>
                <a:gd name="T4" fmla="*/ 0 w 10"/>
                <a:gd name="T5" fmla="*/ 2 h 8"/>
                <a:gd name="T6" fmla="*/ 9 w 10"/>
                <a:gd name="T7" fmla="*/ 8 h 8"/>
                <a:gd name="T8" fmla="*/ 10 w 10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0" y="7"/>
                    <a:pt x="10" y="7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5" name="Oval 416">
              <a:extLst>
                <a:ext uri="{FF2B5EF4-FFF2-40B4-BE49-F238E27FC236}">
                  <a16:creationId xmlns:a16="http://schemas.microsoft.com/office/drawing/2014/main" id="{903F5694-84D8-4D26-901D-167A38AA8F9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6176" y="123571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6" name="Oval 417">
              <a:extLst>
                <a:ext uri="{FF2B5EF4-FFF2-40B4-BE49-F238E27FC236}">
                  <a16:creationId xmlns:a16="http://schemas.microsoft.com/office/drawing/2014/main" id="{271B017B-0FD8-4BA2-8781-4615286F30F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89376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7" name="Oval 418">
              <a:extLst>
                <a:ext uri="{FF2B5EF4-FFF2-40B4-BE49-F238E27FC236}">
                  <a16:creationId xmlns:a16="http://schemas.microsoft.com/office/drawing/2014/main" id="{EBF8052D-BF58-44BE-BB2F-7506AE74CB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5563" y="12096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8" name="Oval 419">
              <a:extLst>
                <a:ext uri="{FF2B5EF4-FFF2-40B4-BE49-F238E27FC236}">
                  <a16:creationId xmlns:a16="http://schemas.microsoft.com/office/drawing/2014/main" id="{8271D5BA-E39C-4345-A3CA-D48833E8410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23063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9" name="Oval 420">
              <a:extLst>
                <a:ext uri="{FF2B5EF4-FFF2-40B4-BE49-F238E27FC236}">
                  <a16:creationId xmlns:a16="http://schemas.microsoft.com/office/drawing/2014/main" id="{CA717346-B9A5-4460-8FB0-0A525CE7335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21076" y="121840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0" name="Oval 421">
              <a:extLst>
                <a:ext uri="{FF2B5EF4-FFF2-40B4-BE49-F238E27FC236}">
                  <a16:creationId xmlns:a16="http://schemas.microsoft.com/office/drawing/2014/main" id="{84493B00-2E6C-40B6-8868-D1C467E2B92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8063" y="121539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1" name="Oval 422">
              <a:extLst>
                <a:ext uri="{FF2B5EF4-FFF2-40B4-BE49-F238E27FC236}">
                  <a16:creationId xmlns:a16="http://schemas.microsoft.com/office/drawing/2014/main" id="{EBE63DF7-8F85-4030-A395-841889BB6A4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8076" y="12082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2" name="Oval 423">
              <a:extLst>
                <a:ext uri="{FF2B5EF4-FFF2-40B4-BE49-F238E27FC236}">
                  <a16:creationId xmlns:a16="http://schemas.microsoft.com/office/drawing/2014/main" id="{6FCE2A2D-AB63-4822-A504-E8C816EA489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9688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3" name="Oval 424">
              <a:extLst>
                <a:ext uri="{FF2B5EF4-FFF2-40B4-BE49-F238E27FC236}">
                  <a16:creationId xmlns:a16="http://schemas.microsoft.com/office/drawing/2014/main" id="{30851D30-0362-4145-90F3-1AB0EA9BDB1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4" name="Oval 425">
              <a:extLst>
                <a:ext uri="{FF2B5EF4-FFF2-40B4-BE49-F238E27FC236}">
                  <a16:creationId xmlns:a16="http://schemas.microsoft.com/office/drawing/2014/main" id="{55E72847-3B23-47A4-8989-B7363949349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03613" y="12015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5" name="Oval 426">
              <a:extLst>
                <a:ext uri="{FF2B5EF4-FFF2-40B4-BE49-F238E27FC236}">
                  <a16:creationId xmlns:a16="http://schemas.microsoft.com/office/drawing/2014/main" id="{E983D0E0-B63B-4E2C-87D0-2193094B93A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7763" y="11952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6" name="Oval 427">
              <a:extLst>
                <a:ext uri="{FF2B5EF4-FFF2-40B4-BE49-F238E27FC236}">
                  <a16:creationId xmlns:a16="http://schemas.microsoft.com/office/drawing/2014/main" id="{C6548248-6A5E-4B90-9CA7-77F1D377A7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4601" y="123825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7" name="Oval 428">
              <a:extLst>
                <a:ext uri="{FF2B5EF4-FFF2-40B4-BE49-F238E27FC236}">
                  <a16:creationId xmlns:a16="http://schemas.microsoft.com/office/drawing/2014/main" id="{0230FAB1-2F62-4705-8ACF-3AF424F9ECA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8726" y="12396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8" name="Oval 429">
              <a:extLst>
                <a:ext uri="{FF2B5EF4-FFF2-40B4-BE49-F238E27FC236}">
                  <a16:creationId xmlns:a16="http://schemas.microsoft.com/office/drawing/2014/main" id="{F2D74FDC-9005-4A94-A1C7-73462488AC9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43351" y="122348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9" name="Oval 430">
              <a:extLst>
                <a:ext uri="{FF2B5EF4-FFF2-40B4-BE49-F238E27FC236}">
                  <a16:creationId xmlns:a16="http://schemas.microsoft.com/office/drawing/2014/main" id="{C5FC006E-859D-475A-BDB5-651B824BA7F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1263" y="123904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0" name="Oval 431">
              <a:extLst>
                <a:ext uri="{FF2B5EF4-FFF2-40B4-BE49-F238E27FC236}">
                  <a16:creationId xmlns:a16="http://schemas.microsoft.com/office/drawing/2014/main" id="{AA0755E2-6D25-4B58-9251-4671AA9166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197451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1" name="Oval 432">
              <a:extLst>
                <a:ext uri="{FF2B5EF4-FFF2-40B4-BE49-F238E27FC236}">
                  <a16:creationId xmlns:a16="http://schemas.microsoft.com/office/drawing/2014/main" id="{8521E78B-6CC2-4CF7-80AF-83702AA60CF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63938" y="120792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2" name="Oval 433">
              <a:extLst>
                <a:ext uri="{FF2B5EF4-FFF2-40B4-BE49-F238E27FC236}">
                  <a16:creationId xmlns:a16="http://schemas.microsoft.com/office/drawing/2014/main" id="{92D10E03-991F-4E44-B3FD-844437FBF1C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9651" y="122586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3" name="Freeform 434">
              <a:extLst>
                <a:ext uri="{FF2B5EF4-FFF2-40B4-BE49-F238E27FC236}">
                  <a16:creationId xmlns:a16="http://schemas.microsoft.com/office/drawing/2014/main" id="{9AA0DDA6-5877-4761-B3A5-483B833AC1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57638" y="12271375"/>
              <a:ext cx="9525" cy="12700"/>
            </a:xfrm>
            <a:custGeom>
              <a:avLst/>
              <a:gdLst>
                <a:gd name="T0" fmla="*/ 0 w 8"/>
                <a:gd name="T1" fmla="*/ 6 h 11"/>
                <a:gd name="T2" fmla="*/ 3 w 8"/>
                <a:gd name="T3" fmla="*/ 11 h 11"/>
                <a:gd name="T4" fmla="*/ 8 w 8"/>
                <a:gd name="T5" fmla="*/ 1 h 11"/>
                <a:gd name="T6" fmla="*/ 5 w 8"/>
                <a:gd name="T7" fmla="*/ 0 h 11"/>
                <a:gd name="T8" fmla="*/ 0 w 8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0" y="8"/>
                    <a:pt x="1" y="10"/>
                    <a:pt x="3" y="11"/>
                  </a:cubicBezTo>
                  <a:cubicBezTo>
                    <a:pt x="5" y="8"/>
                    <a:pt x="7" y="5"/>
                    <a:pt x="8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4" name="Freeform 435">
              <a:extLst>
                <a:ext uri="{FF2B5EF4-FFF2-40B4-BE49-F238E27FC236}">
                  <a16:creationId xmlns:a16="http://schemas.microsoft.com/office/drawing/2014/main" id="{16D7EDB6-C6F3-4334-B1B0-E020FBA22B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89326" y="12250738"/>
              <a:ext cx="11113" cy="14288"/>
            </a:xfrm>
            <a:custGeom>
              <a:avLst/>
              <a:gdLst>
                <a:gd name="T0" fmla="*/ 10 w 10"/>
                <a:gd name="T1" fmla="*/ 6 h 12"/>
                <a:gd name="T2" fmla="*/ 4 w 10"/>
                <a:gd name="T3" fmla="*/ 0 h 12"/>
                <a:gd name="T4" fmla="*/ 0 w 10"/>
                <a:gd name="T5" fmla="*/ 2 h 12"/>
                <a:gd name="T6" fmla="*/ 5 w 10"/>
                <a:gd name="T7" fmla="*/ 12 h 12"/>
                <a:gd name="T8" fmla="*/ 10 w 10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3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5"/>
                    <a:pt x="3" y="8"/>
                    <a:pt x="5" y="12"/>
                  </a:cubicBezTo>
                  <a:cubicBezTo>
                    <a:pt x="8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5" name="Oval 436">
              <a:extLst>
                <a:ext uri="{FF2B5EF4-FFF2-40B4-BE49-F238E27FC236}">
                  <a16:creationId xmlns:a16="http://schemas.microsoft.com/office/drawing/2014/main" id="{5AFACFA8-F84D-450B-968C-9B4C529C203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0288" y="12266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6" name="Oval 437">
              <a:extLst>
                <a:ext uri="{FF2B5EF4-FFF2-40B4-BE49-F238E27FC236}">
                  <a16:creationId xmlns:a16="http://schemas.microsoft.com/office/drawing/2014/main" id="{408D040E-FBB6-4B49-86DA-FB48147850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21666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7" name="Oval 438">
              <a:extLst>
                <a:ext uri="{FF2B5EF4-FFF2-40B4-BE49-F238E27FC236}">
                  <a16:creationId xmlns:a16="http://schemas.microsoft.com/office/drawing/2014/main" id="{0E008F4E-A6C6-4500-BF6A-96A65526C15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6801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8" name="Freeform 439">
              <a:extLst>
                <a:ext uri="{FF2B5EF4-FFF2-40B4-BE49-F238E27FC236}">
                  <a16:creationId xmlns:a16="http://schemas.microsoft.com/office/drawing/2014/main" id="{579C1A99-BC93-47FD-B7FB-A07368E99C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9863" y="12088813"/>
              <a:ext cx="12700" cy="1270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11 h 11"/>
                <a:gd name="T4" fmla="*/ 11 w 11"/>
                <a:gd name="T5" fmla="*/ 8 h 11"/>
                <a:gd name="T6" fmla="*/ 10 w 11"/>
                <a:gd name="T7" fmla="*/ 1 h 11"/>
                <a:gd name="T8" fmla="*/ 6 w 11"/>
                <a:gd name="T9" fmla="*/ 0 h 11"/>
                <a:gd name="T10" fmla="*/ 0 w 1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9"/>
                    <a:pt x="3" y="11"/>
                    <a:pt x="6" y="11"/>
                  </a:cubicBezTo>
                  <a:cubicBezTo>
                    <a:pt x="8" y="11"/>
                    <a:pt x="10" y="10"/>
                    <a:pt x="11" y="8"/>
                  </a:cubicBezTo>
                  <a:cubicBezTo>
                    <a:pt x="11" y="6"/>
                    <a:pt x="10" y="3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9" name="Oval 440">
              <a:extLst>
                <a:ext uri="{FF2B5EF4-FFF2-40B4-BE49-F238E27FC236}">
                  <a16:creationId xmlns:a16="http://schemas.microsoft.com/office/drawing/2014/main" id="{D02D4670-D32F-4AE2-85D1-FAA80F6A1E4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7932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0" name="Oval 441">
              <a:extLst>
                <a:ext uri="{FF2B5EF4-FFF2-40B4-BE49-F238E27FC236}">
                  <a16:creationId xmlns:a16="http://schemas.microsoft.com/office/drawing/2014/main" id="{EF361129-2BE0-4C6D-A36A-84DF798C6E7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300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1" name="Oval 442">
              <a:extLst>
                <a:ext uri="{FF2B5EF4-FFF2-40B4-BE49-F238E27FC236}">
                  <a16:creationId xmlns:a16="http://schemas.microsoft.com/office/drawing/2014/main" id="{2044C606-56CC-414A-8EB0-13C50E52C89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3380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" name="Oval 443">
              <a:extLst>
                <a:ext uri="{FF2B5EF4-FFF2-40B4-BE49-F238E27FC236}">
                  <a16:creationId xmlns:a16="http://schemas.microsoft.com/office/drawing/2014/main" id="{052005D0-EC6F-4929-99CE-2813B8DDF8B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2201" y="12303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" name="Oval 444">
              <a:extLst>
                <a:ext uri="{FF2B5EF4-FFF2-40B4-BE49-F238E27FC236}">
                  <a16:creationId xmlns:a16="http://schemas.microsoft.com/office/drawing/2014/main" id="{75C7ED6E-FF9F-4392-96B7-09CECEE71DF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52826" y="121269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" name="Oval 445">
              <a:extLst>
                <a:ext uri="{FF2B5EF4-FFF2-40B4-BE49-F238E27FC236}">
                  <a16:creationId xmlns:a16="http://schemas.microsoft.com/office/drawing/2014/main" id="{83778442-91BA-4B7D-830E-0BCBD7A894A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56051" y="120856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" name="Oval 446">
              <a:extLst>
                <a:ext uri="{FF2B5EF4-FFF2-40B4-BE49-F238E27FC236}">
                  <a16:creationId xmlns:a16="http://schemas.microsoft.com/office/drawing/2014/main" id="{1C4B41EB-4F40-4833-8B1C-C6B3C32F6B2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223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" name="Oval 447">
              <a:extLst>
                <a:ext uri="{FF2B5EF4-FFF2-40B4-BE49-F238E27FC236}">
                  <a16:creationId xmlns:a16="http://schemas.microsoft.com/office/drawing/2014/main" id="{27ED4EBE-EBC3-4A76-B734-608074C653E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67163" y="122332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" name="Oval 448">
              <a:extLst>
                <a:ext uri="{FF2B5EF4-FFF2-40B4-BE49-F238E27FC236}">
                  <a16:creationId xmlns:a16="http://schemas.microsoft.com/office/drawing/2014/main" id="{E1505C0A-F761-42F0-9C5A-925EEA9A3A4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6676" y="12333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" name="Oval 449">
              <a:extLst>
                <a:ext uri="{FF2B5EF4-FFF2-40B4-BE49-F238E27FC236}">
                  <a16:creationId xmlns:a16="http://schemas.microsoft.com/office/drawing/2014/main" id="{B3AEFAE2-A1E0-4EE5-8CA7-83165B8A1B2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1876" y="1224756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" name="Oval 450">
              <a:extLst>
                <a:ext uri="{FF2B5EF4-FFF2-40B4-BE49-F238E27FC236}">
                  <a16:creationId xmlns:a16="http://schemas.microsoft.com/office/drawing/2014/main" id="{A428D939-5A5A-431A-A48A-674341CFD62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0476" y="120554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" name="Oval 451">
              <a:extLst>
                <a:ext uri="{FF2B5EF4-FFF2-40B4-BE49-F238E27FC236}">
                  <a16:creationId xmlns:a16="http://schemas.microsoft.com/office/drawing/2014/main" id="{F071AE1D-3F32-4C0A-AA14-AC1C58E2814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19840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" name="Oval 452">
              <a:extLst>
                <a:ext uri="{FF2B5EF4-FFF2-40B4-BE49-F238E27FC236}">
                  <a16:creationId xmlns:a16="http://schemas.microsoft.com/office/drawing/2014/main" id="{40D6A716-499F-46DC-BEA4-A11CD90C744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86163" y="11968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" name="Oval 453">
              <a:extLst>
                <a:ext uri="{FF2B5EF4-FFF2-40B4-BE49-F238E27FC236}">
                  <a16:creationId xmlns:a16="http://schemas.microsoft.com/office/drawing/2014/main" id="{61125BAF-1586-47E3-B9E8-CDCFB0C4E81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8563" y="12349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" name="Oval 454">
              <a:extLst>
                <a:ext uri="{FF2B5EF4-FFF2-40B4-BE49-F238E27FC236}">
                  <a16:creationId xmlns:a16="http://schemas.microsoft.com/office/drawing/2014/main" id="{C40E67B4-64E9-4B30-AF15-C7C2C14C15D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1713" y="122396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" name="Oval 455">
              <a:extLst>
                <a:ext uri="{FF2B5EF4-FFF2-40B4-BE49-F238E27FC236}">
                  <a16:creationId xmlns:a16="http://schemas.microsoft.com/office/drawing/2014/main" id="{4DE64CB5-A7DA-42E4-9C2F-A345B90D574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932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" name="Oval 456">
              <a:extLst>
                <a:ext uri="{FF2B5EF4-FFF2-40B4-BE49-F238E27FC236}">
                  <a16:creationId xmlns:a16="http://schemas.microsoft.com/office/drawing/2014/main" id="{B1DCBC0F-068B-4D30-9D60-6D578168B6B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2838" y="1229836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" name="Oval 457">
              <a:extLst>
                <a:ext uri="{FF2B5EF4-FFF2-40B4-BE49-F238E27FC236}">
                  <a16:creationId xmlns:a16="http://schemas.microsoft.com/office/drawing/2014/main" id="{F0745111-662F-4513-8BC1-D7DAE9F89F2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5676" y="121999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" name="Oval 458">
              <a:extLst>
                <a:ext uri="{FF2B5EF4-FFF2-40B4-BE49-F238E27FC236}">
                  <a16:creationId xmlns:a16="http://schemas.microsoft.com/office/drawing/2014/main" id="{72A37239-219A-4C8F-8FCE-C47A8B487BD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6313" y="12209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" name="Oval 459">
              <a:extLst>
                <a:ext uri="{FF2B5EF4-FFF2-40B4-BE49-F238E27FC236}">
                  <a16:creationId xmlns:a16="http://schemas.microsoft.com/office/drawing/2014/main" id="{6107BC07-02B1-4224-868A-21D2A1C3EF3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0926" y="122618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" name="Oval 460">
              <a:extLst>
                <a:ext uri="{FF2B5EF4-FFF2-40B4-BE49-F238E27FC236}">
                  <a16:creationId xmlns:a16="http://schemas.microsoft.com/office/drawing/2014/main" id="{991DA490-FD55-4A97-A32F-3EB29D8F77B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0313" y="123348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" name="Oval 461">
              <a:extLst>
                <a:ext uri="{FF2B5EF4-FFF2-40B4-BE49-F238E27FC236}">
                  <a16:creationId xmlns:a16="http://schemas.microsoft.com/office/drawing/2014/main" id="{4BBAC149-5E0D-41AF-8F05-2156D69755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4263" y="123586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" name="Oval 462">
              <a:extLst>
                <a:ext uri="{FF2B5EF4-FFF2-40B4-BE49-F238E27FC236}">
                  <a16:creationId xmlns:a16="http://schemas.microsoft.com/office/drawing/2014/main" id="{C72A8C1E-9E10-4061-8E9A-2191EC20760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2713" y="122761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" name="Oval 463">
              <a:extLst>
                <a:ext uri="{FF2B5EF4-FFF2-40B4-BE49-F238E27FC236}">
                  <a16:creationId xmlns:a16="http://schemas.microsoft.com/office/drawing/2014/main" id="{F9451768-CC65-4AD3-B2CE-2CD4CC5C695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4438" y="121666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" name="Freeform 464">
              <a:extLst>
                <a:ext uri="{FF2B5EF4-FFF2-40B4-BE49-F238E27FC236}">
                  <a16:creationId xmlns:a16="http://schemas.microsoft.com/office/drawing/2014/main" id="{BDE64064-7C5B-464C-8B2D-7821ADDB73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0338" y="12055475"/>
              <a:ext cx="12700" cy="14288"/>
            </a:xfrm>
            <a:custGeom>
              <a:avLst/>
              <a:gdLst>
                <a:gd name="T0" fmla="*/ 6 w 12"/>
                <a:gd name="T1" fmla="*/ 12 h 12"/>
                <a:gd name="T2" fmla="*/ 12 w 12"/>
                <a:gd name="T3" fmla="*/ 6 h 12"/>
                <a:gd name="T4" fmla="*/ 11 w 12"/>
                <a:gd name="T5" fmla="*/ 4 h 12"/>
                <a:gd name="T6" fmla="*/ 11 w 12"/>
                <a:gd name="T7" fmla="*/ 4 h 12"/>
                <a:gd name="T8" fmla="*/ 6 w 12"/>
                <a:gd name="T9" fmla="*/ 0 h 12"/>
                <a:gd name="T10" fmla="*/ 0 w 12"/>
                <a:gd name="T11" fmla="*/ 6 h 12"/>
                <a:gd name="T12" fmla="*/ 6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9" y="12"/>
                    <a:pt x="12" y="9"/>
                    <a:pt x="12" y="6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" name="Freeform 465">
              <a:extLst>
                <a:ext uri="{FF2B5EF4-FFF2-40B4-BE49-F238E27FC236}">
                  <a16:creationId xmlns:a16="http://schemas.microsoft.com/office/drawing/2014/main" id="{E338EBE8-5CF7-44BD-9058-76735FD167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6963" y="12392025"/>
              <a:ext cx="14288" cy="9525"/>
            </a:xfrm>
            <a:custGeom>
              <a:avLst/>
              <a:gdLst>
                <a:gd name="T0" fmla="*/ 11 w 11"/>
                <a:gd name="T1" fmla="*/ 6 h 8"/>
                <a:gd name="T2" fmla="*/ 5 w 11"/>
                <a:gd name="T3" fmla="*/ 0 h 8"/>
                <a:gd name="T4" fmla="*/ 0 w 11"/>
                <a:gd name="T5" fmla="*/ 4 h 8"/>
                <a:gd name="T6" fmla="*/ 11 w 11"/>
                <a:gd name="T7" fmla="*/ 8 h 8"/>
                <a:gd name="T8" fmla="*/ 11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7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" name="Oval 466">
              <a:extLst>
                <a:ext uri="{FF2B5EF4-FFF2-40B4-BE49-F238E27FC236}">
                  <a16:creationId xmlns:a16="http://schemas.microsoft.com/office/drawing/2014/main" id="{FDC8E5CB-41D2-48D3-BA38-B467DA76A07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3976" y="122904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" name="Oval 467">
              <a:extLst>
                <a:ext uri="{FF2B5EF4-FFF2-40B4-BE49-F238E27FC236}">
                  <a16:creationId xmlns:a16="http://schemas.microsoft.com/office/drawing/2014/main" id="{CA3C224B-4311-497C-9F39-BDEA8B6C3A7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0463" y="123412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" name="Oval 468">
              <a:extLst>
                <a:ext uri="{FF2B5EF4-FFF2-40B4-BE49-F238E27FC236}">
                  <a16:creationId xmlns:a16="http://schemas.microsoft.com/office/drawing/2014/main" id="{DE6731D5-A17A-4E1F-B2D1-888EFDCDBFA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8551" y="12339638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" name="Oval 469">
              <a:extLst>
                <a:ext uri="{FF2B5EF4-FFF2-40B4-BE49-F238E27FC236}">
                  <a16:creationId xmlns:a16="http://schemas.microsoft.com/office/drawing/2014/main" id="{4A0C2D6A-D6D1-4802-85D1-C9FBAE9D28F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00488" y="122570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" name="Oval 470">
              <a:extLst>
                <a:ext uri="{FF2B5EF4-FFF2-40B4-BE49-F238E27FC236}">
                  <a16:creationId xmlns:a16="http://schemas.microsoft.com/office/drawing/2014/main" id="{922E6364-20F5-4450-A838-51077D11C6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9813" y="121332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" name="Oval 471">
              <a:extLst>
                <a:ext uri="{FF2B5EF4-FFF2-40B4-BE49-F238E27FC236}">
                  <a16:creationId xmlns:a16="http://schemas.microsoft.com/office/drawing/2014/main" id="{715A93C8-1BDB-460E-B5A6-B2E25FC6107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5538" y="1215072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" name="Oval 472">
              <a:extLst>
                <a:ext uri="{FF2B5EF4-FFF2-40B4-BE49-F238E27FC236}">
                  <a16:creationId xmlns:a16="http://schemas.microsoft.com/office/drawing/2014/main" id="{9D0014B8-18FE-4E95-9037-9E00B95E43F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9363" y="123444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" name="Oval 473">
              <a:extLst>
                <a:ext uri="{FF2B5EF4-FFF2-40B4-BE49-F238E27FC236}">
                  <a16:creationId xmlns:a16="http://schemas.microsoft.com/office/drawing/2014/main" id="{B100BC7B-7173-4352-9E48-90CB7EBBF0C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1088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" name="Oval 474">
              <a:extLst>
                <a:ext uri="{FF2B5EF4-FFF2-40B4-BE49-F238E27FC236}">
                  <a16:creationId xmlns:a16="http://schemas.microsoft.com/office/drawing/2014/main" id="{6ADB6628-A8B6-4C70-87A7-52830BBCA2B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19513" y="123396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" name="Oval 475">
              <a:extLst>
                <a:ext uri="{FF2B5EF4-FFF2-40B4-BE49-F238E27FC236}">
                  <a16:creationId xmlns:a16="http://schemas.microsoft.com/office/drawing/2014/main" id="{400619C3-DFA8-4C1A-BE1E-69DF4564786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8263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" name="Oval 476">
              <a:extLst>
                <a:ext uri="{FF2B5EF4-FFF2-40B4-BE49-F238E27FC236}">
                  <a16:creationId xmlns:a16="http://schemas.microsoft.com/office/drawing/2014/main" id="{0EB08890-59D1-48FC-9B08-B1A5ED301F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9213" y="12180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" name="Oval 477">
              <a:extLst>
                <a:ext uri="{FF2B5EF4-FFF2-40B4-BE49-F238E27FC236}">
                  <a16:creationId xmlns:a16="http://schemas.microsoft.com/office/drawing/2014/main" id="{168AA228-A231-4329-A2F2-2927B2423F2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3001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" name="Oval 478">
              <a:extLst>
                <a:ext uri="{FF2B5EF4-FFF2-40B4-BE49-F238E27FC236}">
                  <a16:creationId xmlns:a16="http://schemas.microsoft.com/office/drawing/2014/main" id="{619BCA5A-FE12-4A8B-BB2F-FBBE34DD1F2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0163" y="12247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" name="Oval 479">
              <a:extLst>
                <a:ext uri="{FF2B5EF4-FFF2-40B4-BE49-F238E27FC236}">
                  <a16:creationId xmlns:a16="http://schemas.microsoft.com/office/drawing/2014/main" id="{071635E0-D716-449D-AD3D-4C122982417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4763" y="123507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9" name="Oval 480">
              <a:extLst>
                <a:ext uri="{FF2B5EF4-FFF2-40B4-BE49-F238E27FC236}">
                  <a16:creationId xmlns:a16="http://schemas.microsoft.com/office/drawing/2014/main" id="{6E1CD2B0-2B28-4D50-8E79-02C3E84DDCA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3176" y="12372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0" name="Oval 481">
              <a:extLst>
                <a:ext uri="{FF2B5EF4-FFF2-40B4-BE49-F238E27FC236}">
                  <a16:creationId xmlns:a16="http://schemas.microsoft.com/office/drawing/2014/main" id="{7F57B271-994F-4785-B523-BBCD54BCC4B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5701" y="12390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1" name="Oval 482">
              <a:extLst>
                <a:ext uri="{FF2B5EF4-FFF2-40B4-BE49-F238E27FC236}">
                  <a16:creationId xmlns:a16="http://schemas.microsoft.com/office/drawing/2014/main" id="{B8A1206C-3917-4413-B899-D4B90E7A427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2976" y="120729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2" name="Freeform 483">
              <a:extLst>
                <a:ext uri="{FF2B5EF4-FFF2-40B4-BE49-F238E27FC236}">
                  <a16:creationId xmlns:a16="http://schemas.microsoft.com/office/drawing/2014/main" id="{5C2CBC6B-46C0-465A-957A-6C942BE895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70276" y="12096750"/>
              <a:ext cx="11113" cy="14288"/>
            </a:xfrm>
            <a:custGeom>
              <a:avLst/>
              <a:gdLst>
                <a:gd name="T0" fmla="*/ 10 w 10"/>
                <a:gd name="T1" fmla="*/ 6 h 11"/>
                <a:gd name="T2" fmla="*/ 4 w 10"/>
                <a:gd name="T3" fmla="*/ 0 h 11"/>
                <a:gd name="T4" fmla="*/ 2 w 10"/>
                <a:gd name="T5" fmla="*/ 0 h 11"/>
                <a:gd name="T6" fmla="*/ 0 w 10"/>
                <a:gd name="T7" fmla="*/ 10 h 11"/>
                <a:gd name="T8" fmla="*/ 4 w 10"/>
                <a:gd name="T9" fmla="*/ 11 h 11"/>
                <a:gd name="T10" fmla="*/ 10 w 10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3"/>
                    <a:pt x="1" y="7"/>
                    <a:pt x="0" y="10"/>
                  </a:cubicBezTo>
                  <a:cubicBezTo>
                    <a:pt x="1" y="11"/>
                    <a:pt x="3" y="11"/>
                    <a:pt x="4" y="11"/>
                  </a:cubicBezTo>
                  <a:cubicBezTo>
                    <a:pt x="7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3" name="Freeform 484">
              <a:extLst>
                <a:ext uri="{FF2B5EF4-FFF2-40B4-BE49-F238E27FC236}">
                  <a16:creationId xmlns:a16="http://schemas.microsoft.com/office/drawing/2014/main" id="{C2AC48F7-740C-4F55-AE96-8C05BE13F6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86201" y="12349163"/>
              <a:ext cx="14288" cy="14288"/>
            </a:xfrm>
            <a:custGeom>
              <a:avLst/>
              <a:gdLst>
                <a:gd name="T0" fmla="*/ 3 w 11"/>
                <a:gd name="T1" fmla="*/ 11 h 11"/>
                <a:gd name="T2" fmla="*/ 11 w 11"/>
                <a:gd name="T3" fmla="*/ 5 h 11"/>
                <a:gd name="T4" fmla="*/ 5 w 11"/>
                <a:gd name="T5" fmla="*/ 0 h 11"/>
                <a:gd name="T6" fmla="*/ 0 w 11"/>
                <a:gd name="T7" fmla="*/ 6 h 11"/>
                <a:gd name="T8" fmla="*/ 3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6" y="9"/>
                    <a:pt x="8" y="7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3" y="11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4" name="Oval 485">
              <a:extLst>
                <a:ext uri="{FF2B5EF4-FFF2-40B4-BE49-F238E27FC236}">
                  <a16:creationId xmlns:a16="http://schemas.microsoft.com/office/drawing/2014/main" id="{5694AF6A-4A95-406C-AD9C-2301241EDAE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25863" y="120142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5" name="Freeform 486">
              <a:extLst>
                <a:ext uri="{FF2B5EF4-FFF2-40B4-BE49-F238E27FC236}">
                  <a16:creationId xmlns:a16="http://schemas.microsoft.com/office/drawing/2014/main" id="{FB3C45FB-6712-40BE-AAD7-E82FCE6434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86213" y="12193588"/>
              <a:ext cx="7938" cy="12700"/>
            </a:xfrm>
            <a:custGeom>
              <a:avLst/>
              <a:gdLst>
                <a:gd name="T0" fmla="*/ 0 w 7"/>
                <a:gd name="T1" fmla="*/ 5 h 11"/>
                <a:gd name="T2" fmla="*/ 5 w 7"/>
                <a:gd name="T3" fmla="*/ 11 h 11"/>
                <a:gd name="T4" fmla="*/ 7 w 7"/>
                <a:gd name="T5" fmla="*/ 0 h 11"/>
                <a:gd name="T6" fmla="*/ 5 w 7"/>
                <a:gd name="T7" fmla="*/ 0 h 11"/>
                <a:gd name="T8" fmla="*/ 0 w 7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6" y="7"/>
                    <a:pt x="6" y="4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6" name="Oval 487">
              <a:extLst>
                <a:ext uri="{FF2B5EF4-FFF2-40B4-BE49-F238E27FC236}">
                  <a16:creationId xmlns:a16="http://schemas.microsoft.com/office/drawing/2014/main" id="{6A4F1F0D-553E-4994-A4B6-3FC82E1CE33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6963" y="12139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7" name="Freeform 488">
              <a:extLst>
                <a:ext uri="{FF2B5EF4-FFF2-40B4-BE49-F238E27FC236}">
                  <a16:creationId xmlns:a16="http://schemas.microsoft.com/office/drawing/2014/main" id="{AEDD45FF-32F2-4080-938E-987612C107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9351" y="12404725"/>
              <a:ext cx="14288" cy="9525"/>
            </a:xfrm>
            <a:custGeom>
              <a:avLst/>
              <a:gdLst>
                <a:gd name="T0" fmla="*/ 12 w 12"/>
                <a:gd name="T1" fmla="*/ 6 h 7"/>
                <a:gd name="T2" fmla="*/ 6 w 12"/>
                <a:gd name="T3" fmla="*/ 0 h 7"/>
                <a:gd name="T4" fmla="*/ 0 w 12"/>
                <a:gd name="T5" fmla="*/ 5 h 7"/>
                <a:gd name="T6" fmla="*/ 11 w 12"/>
                <a:gd name="T7" fmla="*/ 7 h 7"/>
                <a:gd name="T8" fmla="*/ 12 w 1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4" y="6"/>
                    <a:pt x="8" y="6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8" name="Oval 489">
              <a:extLst>
                <a:ext uri="{FF2B5EF4-FFF2-40B4-BE49-F238E27FC236}">
                  <a16:creationId xmlns:a16="http://schemas.microsoft.com/office/drawing/2014/main" id="{96DB1818-42D5-4972-AA8A-284F0B1915B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8851" y="12176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9" name="Oval 490">
              <a:extLst>
                <a:ext uri="{FF2B5EF4-FFF2-40B4-BE49-F238E27FC236}">
                  <a16:creationId xmlns:a16="http://schemas.microsoft.com/office/drawing/2014/main" id="{1B48E584-FE3C-481A-A872-427F63465CF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4426" y="12118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0" name="Oval 491">
              <a:extLst>
                <a:ext uri="{FF2B5EF4-FFF2-40B4-BE49-F238E27FC236}">
                  <a16:creationId xmlns:a16="http://schemas.microsoft.com/office/drawing/2014/main" id="{15570A1A-6AEE-49CD-9811-77C9A13009A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747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1" name="Oval 492">
              <a:extLst>
                <a:ext uri="{FF2B5EF4-FFF2-40B4-BE49-F238E27FC236}">
                  <a16:creationId xmlns:a16="http://schemas.microsoft.com/office/drawing/2014/main" id="{E4F71321-A248-4039-8B00-8E531C7CA97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0788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2" name="Oval 493">
              <a:extLst>
                <a:ext uri="{FF2B5EF4-FFF2-40B4-BE49-F238E27FC236}">
                  <a16:creationId xmlns:a16="http://schemas.microsoft.com/office/drawing/2014/main" id="{65BA4713-D124-4C5D-97AC-9CEAC784097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1205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3" name="Oval 494">
              <a:extLst>
                <a:ext uri="{FF2B5EF4-FFF2-40B4-BE49-F238E27FC236}">
                  <a16:creationId xmlns:a16="http://schemas.microsoft.com/office/drawing/2014/main" id="{9323BAEA-8C31-4F4C-A81C-2D44C79A23C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5688" y="120935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4" name="Oval 495">
              <a:extLst>
                <a:ext uri="{FF2B5EF4-FFF2-40B4-BE49-F238E27FC236}">
                  <a16:creationId xmlns:a16="http://schemas.microsoft.com/office/drawing/2014/main" id="{CD9F2D8B-D750-4CEF-AE9E-869B93D79DA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5713" y="121380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5" name="Oval 496">
              <a:extLst>
                <a:ext uri="{FF2B5EF4-FFF2-40B4-BE49-F238E27FC236}">
                  <a16:creationId xmlns:a16="http://schemas.microsoft.com/office/drawing/2014/main" id="{03DD65A8-569A-405C-A554-1F1D53DFEEA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777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6" name="Oval 497">
              <a:extLst>
                <a:ext uri="{FF2B5EF4-FFF2-40B4-BE49-F238E27FC236}">
                  <a16:creationId xmlns:a16="http://schemas.microsoft.com/office/drawing/2014/main" id="{3A653E13-254C-4575-A0A0-38116B5869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4726" y="121554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7" name="Oval 498">
              <a:extLst>
                <a:ext uri="{FF2B5EF4-FFF2-40B4-BE49-F238E27FC236}">
                  <a16:creationId xmlns:a16="http://schemas.microsoft.com/office/drawing/2014/main" id="{1294F349-AFA6-4C17-BEFA-88125288B24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5238" y="121142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8" name="Oval 499">
              <a:extLst>
                <a:ext uri="{FF2B5EF4-FFF2-40B4-BE49-F238E27FC236}">
                  <a16:creationId xmlns:a16="http://schemas.microsoft.com/office/drawing/2014/main" id="{18C16D48-D2CB-4795-A3C8-5182E3223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3801" y="121173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9" name="Oval 500">
              <a:extLst>
                <a:ext uri="{FF2B5EF4-FFF2-40B4-BE49-F238E27FC236}">
                  <a16:creationId xmlns:a16="http://schemas.microsoft.com/office/drawing/2014/main" id="{D3B4A079-0934-4EEE-B42C-783B1E34793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2376" y="12009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0" name="Oval 501">
              <a:extLst>
                <a:ext uri="{FF2B5EF4-FFF2-40B4-BE49-F238E27FC236}">
                  <a16:creationId xmlns:a16="http://schemas.microsoft.com/office/drawing/2014/main" id="{EB1061C8-202A-45E0-B097-70BAB54D27A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5076" y="12120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1" name="Oval 502">
              <a:extLst>
                <a:ext uri="{FF2B5EF4-FFF2-40B4-BE49-F238E27FC236}">
                  <a16:creationId xmlns:a16="http://schemas.microsoft.com/office/drawing/2014/main" id="{160E2C28-3E95-4A07-8A84-103A5F0DC50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6488" y="120523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2" name="Oval 503">
              <a:extLst>
                <a:ext uri="{FF2B5EF4-FFF2-40B4-BE49-F238E27FC236}">
                  <a16:creationId xmlns:a16="http://schemas.microsoft.com/office/drawing/2014/main" id="{653BACAB-842E-4694-9F85-EE771BA6AE9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6813" y="120650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3" name="Oval 504">
              <a:extLst>
                <a:ext uri="{FF2B5EF4-FFF2-40B4-BE49-F238E27FC236}">
                  <a16:creationId xmlns:a16="http://schemas.microsoft.com/office/drawing/2014/main" id="{AC724358-280A-4770-97E9-F508F3B75E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2526" y="120173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4" name="Oval 505">
              <a:extLst>
                <a:ext uri="{FF2B5EF4-FFF2-40B4-BE49-F238E27FC236}">
                  <a16:creationId xmlns:a16="http://schemas.microsoft.com/office/drawing/2014/main" id="{97565513-D8C2-4728-B104-CA0959D108C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1738" y="119697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5" name="Oval 506">
              <a:extLst>
                <a:ext uri="{FF2B5EF4-FFF2-40B4-BE49-F238E27FC236}">
                  <a16:creationId xmlns:a16="http://schemas.microsoft.com/office/drawing/2014/main" id="{846EBE0D-7272-4158-800E-BDD1A9086DF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2213" y="119157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</p:spTree>
    <p:extLst>
      <p:ext uri="{BB962C8B-B14F-4D97-AF65-F5344CB8AC3E}">
        <p14:creationId xmlns:p14="http://schemas.microsoft.com/office/powerpoint/2010/main" val="823782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ubriksida, Beijer, GEDB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4" name="Bildobjekt 1283" descr="En bild som visar elektronik, stereo, dator&#10;&#10;Automatiskt genererad beskrivning">
            <a:extLst>
              <a:ext uri="{FF2B5EF4-FFF2-40B4-BE49-F238E27FC236}">
                <a16:creationId xmlns:a16="http://schemas.microsoft.com/office/drawing/2014/main" id="{6A9E8E64-76C1-46D7-969D-CECA85D8E75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9"/>
          <a:stretch/>
        </p:blipFill>
        <p:spPr>
          <a:xfrm>
            <a:off x="0" y="0"/>
            <a:ext cx="24382413" cy="13716000"/>
          </a:xfrm>
          <a:prstGeom prst="rect">
            <a:avLst/>
          </a:prstGeom>
        </p:spPr>
      </p:pic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2231374" y="9228829"/>
            <a:ext cx="19536425" cy="1433738"/>
          </a:xfrm>
        </p:spPr>
        <p:txBody>
          <a:bodyPr/>
          <a:lstStyle>
            <a:lvl1pPr marL="0" indent="0" algn="l">
              <a:buNone/>
              <a:defRPr sz="2600" spc="130" baseline="0"/>
            </a:lvl1pPr>
            <a:lvl2pPr marL="914354" indent="0" algn="ctr">
              <a:buNone/>
              <a:defRPr sz="4000"/>
            </a:lvl2pPr>
            <a:lvl3pPr marL="1828709" indent="0" algn="ctr">
              <a:buNone/>
              <a:defRPr sz="3600"/>
            </a:lvl3pPr>
            <a:lvl4pPr marL="2743063" indent="0" algn="ctr">
              <a:buNone/>
              <a:defRPr sz="3200"/>
            </a:lvl4pPr>
            <a:lvl5pPr marL="3657417" indent="0" algn="ctr">
              <a:buNone/>
              <a:defRPr sz="3200"/>
            </a:lvl5pPr>
            <a:lvl6pPr marL="4571771" indent="0" algn="ctr">
              <a:buNone/>
              <a:defRPr sz="3200"/>
            </a:lvl6pPr>
            <a:lvl7pPr marL="5486126" indent="0" algn="ctr">
              <a:buNone/>
              <a:defRPr sz="3200"/>
            </a:lvl7pPr>
            <a:lvl8pPr marL="6400480" indent="0" algn="ctr">
              <a:buNone/>
              <a:defRPr sz="3200"/>
            </a:lvl8pPr>
            <a:lvl9pPr marL="7314834" indent="0" algn="ctr">
              <a:buNone/>
              <a:defRPr sz="3200"/>
            </a:lvl9pPr>
          </a:lstStyle>
          <a:p>
            <a:r>
              <a:rPr lang="sv-SE"/>
              <a:t>Name of the Event</a:t>
            </a:r>
            <a:endParaRPr lang="en-US" dirty="0"/>
          </a:p>
        </p:txBody>
      </p:sp>
      <p:sp>
        <p:nvSpPr>
          <p:cNvPr id="10" name="Platshållare för datum 10">
            <a:extLst>
              <a:ext uri="{FF2B5EF4-FFF2-40B4-BE49-F238E27FC236}">
                <a16:creationId xmlns:a16="http://schemas.microsoft.com/office/drawing/2014/main" id="{4D47032E-1A68-42DF-8187-0EEE959B00A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7899" y="8352967"/>
            <a:ext cx="5486400" cy="73025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2600" spc="150" baseline="0">
                <a:solidFill>
                  <a:schemeClr val="accent5"/>
                </a:solidFill>
              </a:defRPr>
            </a:lvl1pPr>
          </a:lstStyle>
          <a:p>
            <a:fld id="{628A2FC5-2FA7-4770-A32E-ADB0A4CD6EB2}" type="datetime1">
              <a:rPr lang="sv-SE" smtClean="0"/>
              <a:pPr/>
              <a:t>2024-03-11</a:t>
            </a:fld>
            <a:endParaRPr lang="sv-SE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2A24258F-D9A4-4181-8EC3-14C8886C4C7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31374" y="3512921"/>
            <a:ext cx="19536425" cy="3306979"/>
          </a:xfrm>
        </p:spPr>
        <p:txBody>
          <a:bodyPr anchor="t"/>
          <a:lstStyle>
            <a:lvl1pPr algn="l">
              <a:defRPr sz="5600"/>
            </a:lvl1pPr>
          </a:lstStyle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13" name="Platshållare för text 13">
            <a:extLst>
              <a:ext uri="{FF2B5EF4-FFF2-40B4-BE49-F238E27FC236}">
                <a16:creationId xmlns:a16="http://schemas.microsoft.com/office/drawing/2014/main" id="{71B630DD-9710-4CE2-9DE9-7BBAC6B319B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220686" y="1877560"/>
            <a:ext cx="19547114" cy="930955"/>
          </a:xfrm>
        </p:spPr>
        <p:txBody>
          <a:bodyPr anchor="b"/>
          <a:lstStyle>
            <a:lvl1pPr marL="0" indent="0">
              <a:buFontTx/>
              <a:buNone/>
              <a:defRPr lang="en-US" sz="3300" b="0" i="0" u="none" strike="noStrike" spc="100" baseline="0" smtClean="0"/>
            </a:lvl1pPr>
          </a:lstStyle>
          <a:p>
            <a:pPr lvl="0"/>
            <a:r>
              <a:rPr lang="en-US" sz="3300" b="0" i="0" u="none" strike="noStrike" baseline="0">
                <a:latin typeface="ArialMT"/>
              </a:rPr>
              <a:t>Beijer Institute of Ecological Economics</a:t>
            </a:r>
            <a:endParaRPr lang="sv-SE"/>
          </a:p>
        </p:txBody>
      </p:sp>
      <p:grpSp>
        <p:nvGrpSpPr>
          <p:cNvPr id="781" name="Grupp 780">
            <a:extLst>
              <a:ext uri="{FF2B5EF4-FFF2-40B4-BE49-F238E27FC236}">
                <a16:creationId xmlns:a16="http://schemas.microsoft.com/office/drawing/2014/main" id="{A2954FE9-24AE-4E5E-B1F3-E0A5B24ACC1A}"/>
              </a:ext>
            </a:extLst>
          </p:cNvPr>
          <p:cNvGrpSpPr/>
          <p:nvPr userDrawn="1"/>
        </p:nvGrpSpPr>
        <p:grpSpPr>
          <a:xfrm>
            <a:off x="2216151" y="11869738"/>
            <a:ext cx="4795838" cy="1100138"/>
            <a:chOff x="2216151" y="11869738"/>
            <a:chExt cx="4795838" cy="1100138"/>
          </a:xfrm>
          <a:solidFill>
            <a:srgbClr val="F9F2E8"/>
          </a:solidFill>
        </p:grpSpPr>
        <p:grpSp>
          <p:nvGrpSpPr>
            <p:cNvPr id="782" name="Group 205">
              <a:extLst>
                <a:ext uri="{FF2B5EF4-FFF2-40B4-BE49-F238E27FC236}">
                  <a16:creationId xmlns:a16="http://schemas.microsoft.com/office/drawing/2014/main" id="{4389F4B9-63B4-4AB4-BD09-A80A30703AF9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2216151" y="11869738"/>
              <a:ext cx="4795838" cy="1100138"/>
              <a:chOff x="1396" y="7477"/>
              <a:chExt cx="3021" cy="693"/>
            </a:xfrm>
            <a:grpFill/>
          </p:grpSpPr>
          <p:sp>
            <p:nvSpPr>
              <p:cNvPr id="1084" name="Rectangle 5">
                <a:extLst>
                  <a:ext uri="{FF2B5EF4-FFF2-40B4-BE49-F238E27FC236}">
                    <a16:creationId xmlns:a16="http://schemas.microsoft.com/office/drawing/2014/main" id="{39E1AAD9-8C92-4063-91F2-32B033BE407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664" y="7477"/>
                <a:ext cx="5" cy="69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85" name="Rectangle 6">
                <a:extLst>
                  <a:ext uri="{FF2B5EF4-FFF2-40B4-BE49-F238E27FC236}">
                    <a16:creationId xmlns:a16="http://schemas.microsoft.com/office/drawing/2014/main" id="{B2F20F48-E868-4691-B6BD-5963833717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4394" y="7791"/>
                <a:ext cx="23" cy="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86" name="Freeform 7">
                <a:extLst>
                  <a:ext uri="{FF2B5EF4-FFF2-40B4-BE49-F238E27FC236}">
                    <a16:creationId xmlns:a16="http://schemas.microsoft.com/office/drawing/2014/main" id="{063D4FE6-59B0-409A-98A6-F16AF96CBCB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91" y="7547"/>
                <a:ext cx="101" cy="117"/>
              </a:xfrm>
              <a:custGeom>
                <a:avLst/>
                <a:gdLst>
                  <a:gd name="T0" fmla="*/ 58 w 136"/>
                  <a:gd name="T1" fmla="*/ 153 h 157"/>
                  <a:gd name="T2" fmla="*/ 39 w 136"/>
                  <a:gd name="T3" fmla="*/ 133 h 157"/>
                  <a:gd name="T4" fmla="*/ 39 w 136"/>
                  <a:gd name="T5" fmla="*/ 78 h 157"/>
                  <a:gd name="T6" fmla="*/ 39 w 136"/>
                  <a:gd name="T7" fmla="*/ 78 h 157"/>
                  <a:gd name="T8" fmla="*/ 81 w 136"/>
                  <a:gd name="T9" fmla="*/ 134 h 157"/>
                  <a:gd name="T10" fmla="*/ 89 w 136"/>
                  <a:gd name="T11" fmla="*/ 147 h 157"/>
                  <a:gd name="T12" fmla="*/ 76 w 136"/>
                  <a:gd name="T13" fmla="*/ 153 h 157"/>
                  <a:gd name="T14" fmla="*/ 76 w 136"/>
                  <a:gd name="T15" fmla="*/ 157 h 157"/>
                  <a:gd name="T16" fmla="*/ 136 w 136"/>
                  <a:gd name="T17" fmla="*/ 157 h 157"/>
                  <a:gd name="T18" fmla="*/ 136 w 136"/>
                  <a:gd name="T19" fmla="*/ 153 h 157"/>
                  <a:gd name="T20" fmla="*/ 100 w 136"/>
                  <a:gd name="T21" fmla="*/ 128 h 157"/>
                  <a:gd name="T22" fmla="*/ 54 w 136"/>
                  <a:gd name="T23" fmla="*/ 69 h 157"/>
                  <a:gd name="T24" fmla="*/ 95 w 136"/>
                  <a:gd name="T25" fmla="*/ 21 h 157"/>
                  <a:gd name="T26" fmla="*/ 127 w 136"/>
                  <a:gd name="T27" fmla="*/ 4 h 157"/>
                  <a:gd name="T28" fmla="*/ 127 w 136"/>
                  <a:gd name="T29" fmla="*/ 0 h 157"/>
                  <a:gd name="T30" fmla="*/ 75 w 136"/>
                  <a:gd name="T31" fmla="*/ 0 h 157"/>
                  <a:gd name="T32" fmla="*/ 75 w 136"/>
                  <a:gd name="T33" fmla="*/ 4 h 157"/>
                  <a:gd name="T34" fmla="*/ 88 w 136"/>
                  <a:gd name="T35" fmla="*/ 10 h 157"/>
                  <a:gd name="T36" fmla="*/ 83 w 136"/>
                  <a:gd name="T37" fmla="*/ 19 h 157"/>
                  <a:gd name="T38" fmla="*/ 39 w 136"/>
                  <a:gd name="T39" fmla="*/ 71 h 157"/>
                  <a:gd name="T40" fmla="*/ 39 w 136"/>
                  <a:gd name="T41" fmla="*/ 24 h 157"/>
                  <a:gd name="T42" fmla="*/ 58 w 136"/>
                  <a:gd name="T43" fmla="*/ 4 h 157"/>
                  <a:gd name="T44" fmla="*/ 58 w 136"/>
                  <a:gd name="T45" fmla="*/ 0 h 157"/>
                  <a:gd name="T46" fmla="*/ 0 w 136"/>
                  <a:gd name="T47" fmla="*/ 0 h 157"/>
                  <a:gd name="T48" fmla="*/ 0 w 136"/>
                  <a:gd name="T49" fmla="*/ 4 h 157"/>
                  <a:gd name="T50" fmla="*/ 19 w 136"/>
                  <a:gd name="T51" fmla="*/ 24 h 157"/>
                  <a:gd name="T52" fmla="*/ 19 w 136"/>
                  <a:gd name="T53" fmla="*/ 133 h 157"/>
                  <a:gd name="T54" fmla="*/ 0 w 136"/>
                  <a:gd name="T55" fmla="*/ 153 h 157"/>
                  <a:gd name="T56" fmla="*/ 0 w 136"/>
                  <a:gd name="T57" fmla="*/ 157 h 157"/>
                  <a:gd name="T58" fmla="*/ 58 w 136"/>
                  <a:gd name="T59" fmla="*/ 157 h 157"/>
                  <a:gd name="T60" fmla="*/ 58 w 136"/>
                  <a:gd name="T61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7">
                    <a:moveTo>
                      <a:pt x="58" y="153"/>
                    </a:moveTo>
                    <a:cubicBezTo>
                      <a:pt x="46" y="153"/>
                      <a:pt x="39" y="151"/>
                      <a:pt x="39" y="13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0"/>
                      <a:pt x="89" y="144"/>
                      <a:pt x="89" y="147"/>
                    </a:cubicBezTo>
                    <a:cubicBezTo>
                      <a:pt x="89" y="151"/>
                      <a:pt x="85" y="153"/>
                      <a:pt x="76" y="153"/>
                    </a:cubicBezTo>
                    <a:cubicBezTo>
                      <a:pt x="76" y="157"/>
                      <a:pt x="76" y="157"/>
                      <a:pt x="76" y="157"/>
                    </a:cubicBezTo>
                    <a:cubicBezTo>
                      <a:pt x="136" y="157"/>
                      <a:pt x="136" y="157"/>
                      <a:pt x="136" y="157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1"/>
                      <a:pt x="100" y="12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7"/>
                      <a:pt x="115" y="4"/>
                      <a:pt x="127" y="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84" y="4"/>
                      <a:pt x="88" y="6"/>
                      <a:pt x="88" y="10"/>
                    </a:cubicBezTo>
                    <a:cubicBezTo>
                      <a:pt x="88" y="12"/>
                      <a:pt x="85" y="16"/>
                      <a:pt x="83" y="19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8" y="157"/>
                      <a:pt x="58" y="157"/>
                      <a:pt x="58" y="157"/>
                    </a:cubicBezTo>
                    <a:lnTo>
                      <a:pt x="58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87" name="Freeform 8">
                <a:extLst>
                  <a:ext uri="{FF2B5EF4-FFF2-40B4-BE49-F238E27FC236}">
                    <a16:creationId xmlns:a16="http://schemas.microsoft.com/office/drawing/2014/main" id="{57FACF08-AEB5-4331-9131-F92D5ABA730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9" y="7547"/>
                <a:ext cx="105" cy="119"/>
              </a:xfrm>
              <a:custGeom>
                <a:avLst/>
                <a:gdLst>
                  <a:gd name="T0" fmla="*/ 19 w 142"/>
                  <a:gd name="T1" fmla="*/ 24 h 160"/>
                  <a:gd name="T2" fmla="*/ 19 w 142"/>
                  <a:gd name="T3" fmla="*/ 103 h 160"/>
                  <a:gd name="T4" fmla="*/ 72 w 142"/>
                  <a:gd name="T5" fmla="*/ 160 h 160"/>
                  <a:gd name="T6" fmla="*/ 122 w 142"/>
                  <a:gd name="T7" fmla="*/ 103 h 160"/>
                  <a:gd name="T8" fmla="*/ 122 w 142"/>
                  <a:gd name="T9" fmla="*/ 24 h 160"/>
                  <a:gd name="T10" fmla="*/ 142 w 142"/>
                  <a:gd name="T11" fmla="*/ 4 h 160"/>
                  <a:gd name="T12" fmla="*/ 142 w 142"/>
                  <a:gd name="T13" fmla="*/ 0 h 160"/>
                  <a:gd name="T14" fmla="*/ 90 w 142"/>
                  <a:gd name="T15" fmla="*/ 0 h 160"/>
                  <a:gd name="T16" fmla="*/ 90 w 142"/>
                  <a:gd name="T17" fmla="*/ 4 h 160"/>
                  <a:gd name="T18" fmla="*/ 110 w 142"/>
                  <a:gd name="T19" fmla="*/ 24 h 160"/>
                  <a:gd name="T20" fmla="*/ 110 w 142"/>
                  <a:gd name="T21" fmla="*/ 103 h 160"/>
                  <a:gd name="T22" fmla="*/ 73 w 142"/>
                  <a:gd name="T23" fmla="*/ 150 h 160"/>
                  <a:gd name="T24" fmla="*/ 39 w 142"/>
                  <a:gd name="T25" fmla="*/ 103 h 160"/>
                  <a:gd name="T26" fmla="*/ 39 w 142"/>
                  <a:gd name="T27" fmla="*/ 24 h 160"/>
                  <a:gd name="T28" fmla="*/ 58 w 142"/>
                  <a:gd name="T29" fmla="*/ 4 h 160"/>
                  <a:gd name="T30" fmla="*/ 58 w 142"/>
                  <a:gd name="T31" fmla="*/ 0 h 160"/>
                  <a:gd name="T32" fmla="*/ 0 w 142"/>
                  <a:gd name="T33" fmla="*/ 0 h 160"/>
                  <a:gd name="T34" fmla="*/ 0 w 142"/>
                  <a:gd name="T35" fmla="*/ 4 h 160"/>
                  <a:gd name="T36" fmla="*/ 19 w 142"/>
                  <a:gd name="T37" fmla="*/ 2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60">
                    <a:moveTo>
                      <a:pt x="19" y="24"/>
                    </a:moveTo>
                    <a:cubicBezTo>
                      <a:pt x="19" y="103"/>
                      <a:pt x="19" y="103"/>
                      <a:pt x="19" y="103"/>
                    </a:cubicBezTo>
                    <a:cubicBezTo>
                      <a:pt x="19" y="136"/>
                      <a:pt x="26" y="160"/>
                      <a:pt x="72" y="160"/>
                    </a:cubicBezTo>
                    <a:cubicBezTo>
                      <a:pt x="118" y="160"/>
                      <a:pt x="122" y="135"/>
                      <a:pt x="122" y="10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4"/>
                      <a:pt x="142" y="4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10" y="6"/>
                      <a:pt x="110" y="24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0" y="131"/>
                      <a:pt x="105" y="150"/>
                      <a:pt x="73" y="150"/>
                    </a:cubicBezTo>
                    <a:cubicBezTo>
                      <a:pt x="44" y="150"/>
                      <a:pt x="39" y="127"/>
                      <a:pt x="39" y="10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88" name="Freeform 9">
                <a:extLst>
                  <a:ext uri="{FF2B5EF4-FFF2-40B4-BE49-F238E27FC236}">
                    <a16:creationId xmlns:a16="http://schemas.microsoft.com/office/drawing/2014/main" id="{8E9D8EB5-158B-42C6-B739-3626AA77DF8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6" y="7547"/>
                <a:ext cx="105" cy="117"/>
              </a:xfrm>
              <a:custGeom>
                <a:avLst/>
                <a:gdLst>
                  <a:gd name="T0" fmla="*/ 51 w 141"/>
                  <a:gd name="T1" fmla="*/ 153 h 157"/>
                  <a:gd name="T2" fmla="*/ 32 w 141"/>
                  <a:gd name="T3" fmla="*/ 133 h 157"/>
                  <a:gd name="T4" fmla="*/ 32 w 141"/>
                  <a:gd name="T5" fmla="*/ 21 h 157"/>
                  <a:gd name="T6" fmla="*/ 32 w 141"/>
                  <a:gd name="T7" fmla="*/ 21 h 157"/>
                  <a:gd name="T8" fmla="*/ 105 w 141"/>
                  <a:gd name="T9" fmla="*/ 157 h 157"/>
                  <a:gd name="T10" fmla="*/ 121 w 141"/>
                  <a:gd name="T11" fmla="*/ 157 h 157"/>
                  <a:gd name="T12" fmla="*/ 121 w 141"/>
                  <a:gd name="T13" fmla="*/ 24 h 157"/>
                  <a:gd name="T14" fmla="*/ 141 w 141"/>
                  <a:gd name="T15" fmla="*/ 4 h 157"/>
                  <a:gd name="T16" fmla="*/ 141 w 141"/>
                  <a:gd name="T17" fmla="*/ 0 h 157"/>
                  <a:gd name="T18" fmla="*/ 90 w 141"/>
                  <a:gd name="T19" fmla="*/ 0 h 157"/>
                  <a:gd name="T20" fmla="*/ 90 w 141"/>
                  <a:gd name="T21" fmla="*/ 4 h 157"/>
                  <a:gd name="T22" fmla="*/ 109 w 141"/>
                  <a:gd name="T23" fmla="*/ 24 h 157"/>
                  <a:gd name="T24" fmla="*/ 109 w 141"/>
                  <a:gd name="T25" fmla="*/ 127 h 157"/>
                  <a:gd name="T26" fmla="*/ 108 w 141"/>
                  <a:gd name="T27" fmla="*/ 127 h 157"/>
                  <a:gd name="T28" fmla="*/ 40 w 141"/>
                  <a:gd name="T29" fmla="*/ 0 h 157"/>
                  <a:gd name="T30" fmla="*/ 0 w 141"/>
                  <a:gd name="T31" fmla="*/ 0 h 157"/>
                  <a:gd name="T32" fmla="*/ 0 w 141"/>
                  <a:gd name="T33" fmla="*/ 4 h 157"/>
                  <a:gd name="T34" fmla="*/ 19 w 141"/>
                  <a:gd name="T35" fmla="*/ 24 h 157"/>
                  <a:gd name="T36" fmla="*/ 19 w 141"/>
                  <a:gd name="T37" fmla="*/ 133 h 157"/>
                  <a:gd name="T38" fmla="*/ 0 w 141"/>
                  <a:gd name="T39" fmla="*/ 153 h 157"/>
                  <a:gd name="T40" fmla="*/ 0 w 141"/>
                  <a:gd name="T41" fmla="*/ 157 h 157"/>
                  <a:gd name="T42" fmla="*/ 51 w 141"/>
                  <a:gd name="T43" fmla="*/ 157 h 157"/>
                  <a:gd name="T44" fmla="*/ 51 w 141"/>
                  <a:gd name="T45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7">
                    <a:moveTo>
                      <a:pt x="51" y="153"/>
                    </a:moveTo>
                    <a:cubicBezTo>
                      <a:pt x="39" y="153"/>
                      <a:pt x="32" y="151"/>
                      <a:pt x="32" y="133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105" y="157"/>
                      <a:pt x="105" y="157"/>
                      <a:pt x="105" y="157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1" y="6"/>
                      <a:pt x="128" y="4"/>
                      <a:pt x="141" y="4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8" y="127"/>
                      <a:pt x="108" y="127"/>
                      <a:pt x="108" y="1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1" y="157"/>
                      <a:pt x="51" y="157"/>
                      <a:pt x="51" y="157"/>
                    </a:cubicBezTo>
                    <a:lnTo>
                      <a:pt x="51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89" name="Freeform 10">
                <a:extLst>
                  <a:ext uri="{FF2B5EF4-FFF2-40B4-BE49-F238E27FC236}">
                    <a16:creationId xmlns:a16="http://schemas.microsoft.com/office/drawing/2014/main" id="{09B9CB1C-59CA-4706-82D6-43F06BD6646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40" y="7544"/>
                <a:ext cx="97" cy="122"/>
              </a:xfrm>
              <a:custGeom>
                <a:avLst/>
                <a:gdLst>
                  <a:gd name="T0" fmla="*/ 69 w 129"/>
                  <a:gd name="T1" fmla="*/ 163 h 163"/>
                  <a:gd name="T2" fmla="*/ 111 w 129"/>
                  <a:gd name="T3" fmla="*/ 156 h 163"/>
                  <a:gd name="T4" fmla="*/ 111 w 129"/>
                  <a:gd name="T5" fmla="*/ 97 h 163"/>
                  <a:gd name="T6" fmla="*/ 129 w 129"/>
                  <a:gd name="T7" fmla="*/ 78 h 163"/>
                  <a:gd name="T8" fmla="*/ 129 w 129"/>
                  <a:gd name="T9" fmla="*/ 73 h 163"/>
                  <a:gd name="T10" fmla="*/ 72 w 129"/>
                  <a:gd name="T11" fmla="*/ 73 h 163"/>
                  <a:gd name="T12" fmla="*/ 72 w 129"/>
                  <a:gd name="T13" fmla="*/ 78 h 163"/>
                  <a:gd name="T14" fmla="*/ 91 w 129"/>
                  <a:gd name="T15" fmla="*/ 97 h 163"/>
                  <a:gd name="T16" fmla="*/ 91 w 129"/>
                  <a:gd name="T17" fmla="*/ 150 h 163"/>
                  <a:gd name="T18" fmla="*/ 73 w 129"/>
                  <a:gd name="T19" fmla="*/ 152 h 163"/>
                  <a:gd name="T20" fmla="*/ 22 w 129"/>
                  <a:gd name="T21" fmla="*/ 74 h 163"/>
                  <a:gd name="T22" fmla="*/ 62 w 129"/>
                  <a:gd name="T23" fmla="*/ 10 h 163"/>
                  <a:gd name="T24" fmla="*/ 104 w 129"/>
                  <a:gd name="T25" fmla="*/ 44 h 163"/>
                  <a:gd name="T26" fmla="*/ 110 w 129"/>
                  <a:gd name="T27" fmla="*/ 44 h 163"/>
                  <a:gd name="T28" fmla="*/ 108 w 129"/>
                  <a:gd name="T29" fmla="*/ 7 h 163"/>
                  <a:gd name="T30" fmla="*/ 65 w 129"/>
                  <a:gd name="T31" fmla="*/ 0 h 163"/>
                  <a:gd name="T32" fmla="*/ 0 w 129"/>
                  <a:gd name="T33" fmla="*/ 77 h 163"/>
                  <a:gd name="T34" fmla="*/ 69 w 129"/>
                  <a:gd name="T3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163">
                    <a:moveTo>
                      <a:pt x="69" y="163"/>
                    </a:moveTo>
                    <a:cubicBezTo>
                      <a:pt x="88" y="163"/>
                      <a:pt x="101" y="159"/>
                      <a:pt x="111" y="156"/>
                    </a:cubicBezTo>
                    <a:cubicBezTo>
                      <a:pt x="111" y="97"/>
                      <a:pt x="111" y="97"/>
                      <a:pt x="111" y="97"/>
                    </a:cubicBezTo>
                    <a:cubicBezTo>
                      <a:pt x="111" y="79"/>
                      <a:pt x="118" y="78"/>
                      <a:pt x="129" y="78"/>
                    </a:cubicBezTo>
                    <a:cubicBezTo>
                      <a:pt x="129" y="73"/>
                      <a:pt x="129" y="73"/>
                      <a:pt x="129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83" y="78"/>
                      <a:pt x="91" y="79"/>
                      <a:pt x="91" y="97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87" y="151"/>
                      <a:pt x="83" y="152"/>
                      <a:pt x="73" y="152"/>
                    </a:cubicBezTo>
                    <a:cubicBezTo>
                      <a:pt x="27" y="152"/>
                      <a:pt x="22" y="104"/>
                      <a:pt x="22" y="74"/>
                    </a:cubicBezTo>
                    <a:cubicBezTo>
                      <a:pt x="22" y="46"/>
                      <a:pt x="24" y="10"/>
                      <a:pt x="62" y="10"/>
                    </a:cubicBezTo>
                    <a:cubicBezTo>
                      <a:pt x="93" y="10"/>
                      <a:pt x="102" y="30"/>
                      <a:pt x="104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97" y="4"/>
                      <a:pt x="83" y="0"/>
                      <a:pt x="65" y="0"/>
                    </a:cubicBezTo>
                    <a:cubicBezTo>
                      <a:pt x="14" y="0"/>
                      <a:pt x="0" y="27"/>
                      <a:pt x="0" y="77"/>
                    </a:cubicBezTo>
                    <a:cubicBezTo>
                      <a:pt x="0" y="132"/>
                      <a:pt x="23" y="163"/>
                      <a:pt x="69" y="1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0" name="Freeform 11">
                <a:extLst>
                  <a:ext uri="{FF2B5EF4-FFF2-40B4-BE49-F238E27FC236}">
                    <a16:creationId xmlns:a16="http://schemas.microsoft.com/office/drawing/2014/main" id="{2FD0F4F5-FC27-414A-8DA0-1A038DBDD90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2" y="7547"/>
                <a:ext cx="75" cy="117"/>
              </a:xfrm>
              <a:custGeom>
                <a:avLst/>
                <a:gdLst>
                  <a:gd name="T0" fmla="*/ 100 w 100"/>
                  <a:gd name="T1" fmla="*/ 123 h 157"/>
                  <a:gd name="T2" fmla="*/ 95 w 100"/>
                  <a:gd name="T3" fmla="*/ 123 h 157"/>
                  <a:gd name="T4" fmla="*/ 68 w 100"/>
                  <a:gd name="T5" fmla="*/ 148 h 157"/>
                  <a:gd name="T6" fmla="*/ 54 w 100"/>
                  <a:gd name="T7" fmla="*/ 148 h 157"/>
                  <a:gd name="T8" fmla="*/ 39 w 100"/>
                  <a:gd name="T9" fmla="*/ 133 h 157"/>
                  <a:gd name="T10" fmla="*/ 39 w 100"/>
                  <a:gd name="T11" fmla="*/ 24 h 157"/>
                  <a:gd name="T12" fmla="*/ 58 w 100"/>
                  <a:gd name="T13" fmla="*/ 4 h 157"/>
                  <a:gd name="T14" fmla="*/ 58 w 100"/>
                  <a:gd name="T15" fmla="*/ 0 h 157"/>
                  <a:gd name="T16" fmla="*/ 0 w 100"/>
                  <a:gd name="T17" fmla="*/ 0 h 157"/>
                  <a:gd name="T18" fmla="*/ 0 w 100"/>
                  <a:gd name="T19" fmla="*/ 4 h 157"/>
                  <a:gd name="T20" fmla="*/ 19 w 100"/>
                  <a:gd name="T21" fmla="*/ 24 h 157"/>
                  <a:gd name="T22" fmla="*/ 19 w 100"/>
                  <a:gd name="T23" fmla="*/ 133 h 157"/>
                  <a:gd name="T24" fmla="*/ 0 w 100"/>
                  <a:gd name="T25" fmla="*/ 153 h 157"/>
                  <a:gd name="T26" fmla="*/ 0 w 100"/>
                  <a:gd name="T27" fmla="*/ 157 h 157"/>
                  <a:gd name="T28" fmla="*/ 99 w 100"/>
                  <a:gd name="T29" fmla="*/ 157 h 157"/>
                  <a:gd name="T30" fmla="*/ 100 w 100"/>
                  <a:gd name="T31" fmla="*/ 1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157">
                    <a:moveTo>
                      <a:pt x="100" y="123"/>
                    </a:moveTo>
                    <a:cubicBezTo>
                      <a:pt x="95" y="123"/>
                      <a:pt x="95" y="123"/>
                      <a:pt x="95" y="123"/>
                    </a:cubicBezTo>
                    <a:cubicBezTo>
                      <a:pt x="91" y="141"/>
                      <a:pt x="87" y="148"/>
                      <a:pt x="68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40" y="148"/>
                      <a:pt x="39" y="147"/>
                      <a:pt x="39" y="13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99" y="157"/>
                      <a:pt x="99" y="157"/>
                      <a:pt x="99" y="157"/>
                    </a:cubicBezTo>
                    <a:lnTo>
                      <a:pt x="100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1" name="Oval 12">
                <a:extLst>
                  <a:ext uri="{FF2B5EF4-FFF2-40B4-BE49-F238E27FC236}">
                    <a16:creationId xmlns:a16="http://schemas.microsoft.com/office/drawing/2014/main" id="{34956971-0FB2-4B2D-953E-F2CC7708DFC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3943" y="7647"/>
                <a:ext cx="18" cy="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2" name="Freeform 13">
                <a:extLst>
                  <a:ext uri="{FF2B5EF4-FFF2-40B4-BE49-F238E27FC236}">
                    <a16:creationId xmlns:a16="http://schemas.microsoft.com/office/drawing/2014/main" id="{C3F91CDC-BA26-480D-9B6F-1606DA636F2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86" y="7728"/>
                <a:ext cx="115" cy="119"/>
              </a:xfrm>
              <a:custGeom>
                <a:avLst/>
                <a:gdLst>
                  <a:gd name="T0" fmla="*/ 25 w 154"/>
                  <a:gd name="T1" fmla="*/ 26 h 160"/>
                  <a:gd name="T2" fmla="*/ 71 w 154"/>
                  <a:gd name="T3" fmla="*/ 160 h 160"/>
                  <a:gd name="T4" fmla="*/ 84 w 154"/>
                  <a:gd name="T5" fmla="*/ 160 h 160"/>
                  <a:gd name="T6" fmla="*/ 129 w 154"/>
                  <a:gd name="T7" fmla="*/ 30 h 160"/>
                  <a:gd name="T8" fmla="*/ 154 w 154"/>
                  <a:gd name="T9" fmla="*/ 5 h 160"/>
                  <a:gd name="T10" fmla="*/ 154 w 154"/>
                  <a:gd name="T11" fmla="*/ 0 h 160"/>
                  <a:gd name="T12" fmla="*/ 105 w 154"/>
                  <a:gd name="T13" fmla="*/ 0 h 160"/>
                  <a:gd name="T14" fmla="*/ 105 w 154"/>
                  <a:gd name="T15" fmla="*/ 5 h 160"/>
                  <a:gd name="T16" fmla="*/ 121 w 154"/>
                  <a:gd name="T17" fmla="*/ 13 h 160"/>
                  <a:gd name="T18" fmla="*/ 118 w 154"/>
                  <a:gd name="T19" fmla="*/ 22 h 160"/>
                  <a:gd name="T20" fmla="*/ 81 w 154"/>
                  <a:gd name="T21" fmla="*/ 131 h 160"/>
                  <a:gd name="T22" fmla="*/ 46 w 154"/>
                  <a:gd name="T23" fmla="*/ 27 h 160"/>
                  <a:gd name="T24" fmla="*/ 43 w 154"/>
                  <a:gd name="T25" fmla="*/ 14 h 160"/>
                  <a:gd name="T26" fmla="*/ 58 w 154"/>
                  <a:gd name="T27" fmla="*/ 5 h 160"/>
                  <a:gd name="T28" fmla="*/ 58 w 154"/>
                  <a:gd name="T29" fmla="*/ 0 h 160"/>
                  <a:gd name="T30" fmla="*/ 0 w 154"/>
                  <a:gd name="T31" fmla="*/ 0 h 160"/>
                  <a:gd name="T32" fmla="*/ 0 w 154"/>
                  <a:gd name="T33" fmla="*/ 5 h 160"/>
                  <a:gd name="T34" fmla="*/ 25 w 154"/>
                  <a:gd name="T3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0">
                    <a:moveTo>
                      <a:pt x="25" y="26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84" y="160"/>
                      <a:pt x="84" y="160"/>
                      <a:pt x="84" y="16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4" y="15"/>
                      <a:pt x="140" y="5"/>
                      <a:pt x="154" y="5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14" y="5"/>
                      <a:pt x="121" y="6"/>
                      <a:pt x="121" y="13"/>
                    </a:cubicBezTo>
                    <a:cubicBezTo>
                      <a:pt x="121" y="15"/>
                      <a:pt x="120" y="19"/>
                      <a:pt x="118" y="22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1"/>
                      <a:pt x="43" y="18"/>
                      <a:pt x="43" y="14"/>
                    </a:cubicBezTo>
                    <a:cubicBezTo>
                      <a:pt x="43" y="8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10"/>
                      <a:pt x="25" y="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3" name="Freeform 14">
                <a:extLst>
                  <a:ext uri="{FF2B5EF4-FFF2-40B4-BE49-F238E27FC236}">
                    <a16:creationId xmlns:a16="http://schemas.microsoft.com/office/drawing/2014/main" id="{E75EBECD-C9CA-4839-ADBD-C6FCC754157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08" y="7728"/>
                <a:ext cx="78" cy="118"/>
              </a:xfrm>
              <a:custGeom>
                <a:avLst/>
                <a:gdLst>
                  <a:gd name="T0" fmla="*/ 0 w 105"/>
                  <a:gd name="T1" fmla="*/ 153 h 158"/>
                  <a:gd name="T2" fmla="*/ 0 w 105"/>
                  <a:gd name="T3" fmla="*/ 158 h 158"/>
                  <a:gd name="T4" fmla="*/ 104 w 105"/>
                  <a:gd name="T5" fmla="*/ 158 h 158"/>
                  <a:gd name="T6" fmla="*/ 105 w 105"/>
                  <a:gd name="T7" fmla="*/ 126 h 158"/>
                  <a:gd name="T8" fmla="*/ 100 w 105"/>
                  <a:gd name="T9" fmla="*/ 126 h 158"/>
                  <a:gd name="T10" fmla="*/ 73 w 105"/>
                  <a:gd name="T11" fmla="*/ 148 h 158"/>
                  <a:gd name="T12" fmla="*/ 51 w 105"/>
                  <a:gd name="T13" fmla="*/ 148 h 158"/>
                  <a:gd name="T14" fmla="*/ 39 w 105"/>
                  <a:gd name="T15" fmla="*/ 129 h 158"/>
                  <a:gd name="T16" fmla="*/ 39 w 105"/>
                  <a:gd name="T17" fmla="*/ 80 h 158"/>
                  <a:gd name="T18" fmla="*/ 68 w 105"/>
                  <a:gd name="T19" fmla="*/ 80 h 158"/>
                  <a:gd name="T20" fmla="*/ 88 w 105"/>
                  <a:gd name="T21" fmla="*/ 100 h 158"/>
                  <a:gd name="T22" fmla="*/ 93 w 105"/>
                  <a:gd name="T23" fmla="*/ 100 h 158"/>
                  <a:gd name="T24" fmla="*/ 93 w 105"/>
                  <a:gd name="T25" fmla="*/ 51 h 158"/>
                  <a:gd name="T26" fmla="*/ 88 w 105"/>
                  <a:gd name="T27" fmla="*/ 51 h 158"/>
                  <a:gd name="T28" fmla="*/ 68 w 105"/>
                  <a:gd name="T29" fmla="*/ 71 h 158"/>
                  <a:gd name="T30" fmla="*/ 39 w 105"/>
                  <a:gd name="T31" fmla="*/ 71 h 158"/>
                  <a:gd name="T32" fmla="*/ 39 w 105"/>
                  <a:gd name="T33" fmla="*/ 29 h 158"/>
                  <a:gd name="T34" fmla="*/ 51 w 105"/>
                  <a:gd name="T35" fmla="*/ 9 h 158"/>
                  <a:gd name="T36" fmla="*/ 71 w 105"/>
                  <a:gd name="T37" fmla="*/ 9 h 158"/>
                  <a:gd name="T38" fmla="*/ 97 w 105"/>
                  <a:gd name="T39" fmla="*/ 29 h 158"/>
                  <a:gd name="T40" fmla="*/ 102 w 105"/>
                  <a:gd name="T41" fmla="*/ 29 h 158"/>
                  <a:gd name="T42" fmla="*/ 101 w 105"/>
                  <a:gd name="T43" fmla="*/ 0 h 158"/>
                  <a:gd name="T44" fmla="*/ 0 w 105"/>
                  <a:gd name="T45" fmla="*/ 0 h 158"/>
                  <a:gd name="T46" fmla="*/ 0 w 105"/>
                  <a:gd name="T47" fmla="*/ 5 h 158"/>
                  <a:gd name="T48" fmla="*/ 20 w 105"/>
                  <a:gd name="T49" fmla="*/ 24 h 158"/>
                  <a:gd name="T50" fmla="*/ 20 w 105"/>
                  <a:gd name="T51" fmla="*/ 134 h 158"/>
                  <a:gd name="T52" fmla="*/ 0 w 105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6"/>
                      <a:pt x="105" y="126"/>
                      <a:pt x="105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4" name="Freeform 15">
                <a:extLst>
                  <a:ext uri="{FF2B5EF4-FFF2-40B4-BE49-F238E27FC236}">
                    <a16:creationId xmlns:a16="http://schemas.microsoft.com/office/drawing/2014/main" id="{0AABC78E-E185-4CE0-82F6-BF85F27B550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98" y="7728"/>
                <a:ext cx="84" cy="118"/>
              </a:xfrm>
              <a:custGeom>
                <a:avLst/>
                <a:gdLst>
                  <a:gd name="T0" fmla="*/ 79 w 114"/>
                  <a:gd name="T1" fmla="*/ 9 h 158"/>
                  <a:gd name="T2" fmla="*/ 108 w 114"/>
                  <a:gd name="T3" fmla="*/ 32 h 158"/>
                  <a:gd name="T4" fmla="*/ 114 w 114"/>
                  <a:gd name="T5" fmla="*/ 32 h 158"/>
                  <a:gd name="T6" fmla="*/ 112 w 114"/>
                  <a:gd name="T7" fmla="*/ 0 h 158"/>
                  <a:gd name="T8" fmla="*/ 2 w 114"/>
                  <a:gd name="T9" fmla="*/ 0 h 158"/>
                  <a:gd name="T10" fmla="*/ 0 w 114"/>
                  <a:gd name="T11" fmla="*/ 32 h 158"/>
                  <a:gd name="T12" fmla="*/ 5 w 114"/>
                  <a:gd name="T13" fmla="*/ 32 h 158"/>
                  <a:gd name="T14" fmla="*/ 34 w 114"/>
                  <a:gd name="T15" fmla="*/ 9 h 158"/>
                  <a:gd name="T16" fmla="*/ 47 w 114"/>
                  <a:gd name="T17" fmla="*/ 9 h 158"/>
                  <a:gd name="T18" fmla="*/ 47 w 114"/>
                  <a:gd name="T19" fmla="*/ 134 h 158"/>
                  <a:gd name="T20" fmla="*/ 26 w 114"/>
                  <a:gd name="T21" fmla="*/ 153 h 158"/>
                  <a:gd name="T22" fmla="*/ 26 w 114"/>
                  <a:gd name="T23" fmla="*/ 158 h 158"/>
                  <a:gd name="T24" fmla="*/ 88 w 114"/>
                  <a:gd name="T25" fmla="*/ 158 h 158"/>
                  <a:gd name="T26" fmla="*/ 88 w 114"/>
                  <a:gd name="T27" fmla="*/ 153 h 158"/>
                  <a:gd name="T28" fmla="*/ 67 w 114"/>
                  <a:gd name="T29" fmla="*/ 134 h 158"/>
                  <a:gd name="T30" fmla="*/ 67 w 114"/>
                  <a:gd name="T31" fmla="*/ 9 h 158"/>
                  <a:gd name="T32" fmla="*/ 79 w 114"/>
                  <a:gd name="T33" fmla="*/ 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58">
                    <a:moveTo>
                      <a:pt x="79" y="9"/>
                    </a:moveTo>
                    <a:cubicBezTo>
                      <a:pt x="100" y="9"/>
                      <a:pt x="107" y="17"/>
                      <a:pt x="108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9"/>
                      <a:pt x="11" y="9"/>
                      <a:pt x="34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134"/>
                      <a:pt x="47" y="134"/>
                      <a:pt x="47" y="134"/>
                    </a:cubicBezTo>
                    <a:cubicBezTo>
                      <a:pt x="47" y="151"/>
                      <a:pt x="39" y="153"/>
                      <a:pt x="26" y="153"/>
                    </a:cubicBezTo>
                    <a:cubicBezTo>
                      <a:pt x="26" y="158"/>
                      <a:pt x="26" y="158"/>
                      <a:pt x="26" y="158"/>
                    </a:cubicBezTo>
                    <a:cubicBezTo>
                      <a:pt x="88" y="158"/>
                      <a:pt x="88" y="158"/>
                      <a:pt x="88" y="158"/>
                    </a:cubicBezTo>
                    <a:cubicBezTo>
                      <a:pt x="88" y="153"/>
                      <a:pt x="88" y="153"/>
                      <a:pt x="88" y="153"/>
                    </a:cubicBezTo>
                    <a:cubicBezTo>
                      <a:pt x="75" y="153"/>
                      <a:pt x="67" y="151"/>
                      <a:pt x="67" y="134"/>
                    </a:cubicBezTo>
                    <a:cubicBezTo>
                      <a:pt x="67" y="9"/>
                      <a:pt x="67" y="9"/>
                      <a:pt x="67" y="9"/>
                    </a:cubicBezTo>
                    <a:lnTo>
                      <a:pt x="79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5" name="Freeform 16">
                <a:extLst>
                  <a:ext uri="{FF2B5EF4-FFF2-40B4-BE49-F238E27FC236}">
                    <a16:creationId xmlns:a16="http://schemas.microsoft.com/office/drawing/2014/main" id="{6BD4DBC0-E2F4-4B82-B04D-024FAEA69EC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92" y="7728"/>
                <a:ext cx="79" cy="118"/>
              </a:xfrm>
              <a:custGeom>
                <a:avLst/>
                <a:gdLst>
                  <a:gd name="T0" fmla="*/ 0 w 106"/>
                  <a:gd name="T1" fmla="*/ 153 h 158"/>
                  <a:gd name="T2" fmla="*/ 0 w 106"/>
                  <a:gd name="T3" fmla="*/ 158 h 158"/>
                  <a:gd name="T4" fmla="*/ 104 w 106"/>
                  <a:gd name="T5" fmla="*/ 158 h 158"/>
                  <a:gd name="T6" fmla="*/ 106 w 106"/>
                  <a:gd name="T7" fmla="*/ 126 h 158"/>
                  <a:gd name="T8" fmla="*/ 100 w 106"/>
                  <a:gd name="T9" fmla="*/ 126 h 158"/>
                  <a:gd name="T10" fmla="*/ 73 w 106"/>
                  <a:gd name="T11" fmla="*/ 148 h 158"/>
                  <a:gd name="T12" fmla="*/ 51 w 106"/>
                  <a:gd name="T13" fmla="*/ 148 h 158"/>
                  <a:gd name="T14" fmla="*/ 39 w 106"/>
                  <a:gd name="T15" fmla="*/ 129 h 158"/>
                  <a:gd name="T16" fmla="*/ 39 w 106"/>
                  <a:gd name="T17" fmla="*/ 80 h 158"/>
                  <a:gd name="T18" fmla="*/ 68 w 106"/>
                  <a:gd name="T19" fmla="*/ 80 h 158"/>
                  <a:gd name="T20" fmla="*/ 88 w 106"/>
                  <a:gd name="T21" fmla="*/ 100 h 158"/>
                  <a:gd name="T22" fmla="*/ 93 w 106"/>
                  <a:gd name="T23" fmla="*/ 100 h 158"/>
                  <a:gd name="T24" fmla="*/ 93 w 106"/>
                  <a:gd name="T25" fmla="*/ 51 h 158"/>
                  <a:gd name="T26" fmla="*/ 88 w 106"/>
                  <a:gd name="T27" fmla="*/ 51 h 158"/>
                  <a:gd name="T28" fmla="*/ 68 w 106"/>
                  <a:gd name="T29" fmla="*/ 71 h 158"/>
                  <a:gd name="T30" fmla="*/ 39 w 106"/>
                  <a:gd name="T31" fmla="*/ 71 h 158"/>
                  <a:gd name="T32" fmla="*/ 39 w 106"/>
                  <a:gd name="T33" fmla="*/ 29 h 158"/>
                  <a:gd name="T34" fmla="*/ 51 w 106"/>
                  <a:gd name="T35" fmla="*/ 9 h 158"/>
                  <a:gd name="T36" fmla="*/ 71 w 106"/>
                  <a:gd name="T37" fmla="*/ 9 h 158"/>
                  <a:gd name="T38" fmla="*/ 97 w 106"/>
                  <a:gd name="T39" fmla="*/ 29 h 158"/>
                  <a:gd name="T40" fmla="*/ 102 w 106"/>
                  <a:gd name="T41" fmla="*/ 29 h 158"/>
                  <a:gd name="T42" fmla="*/ 101 w 106"/>
                  <a:gd name="T43" fmla="*/ 0 h 158"/>
                  <a:gd name="T44" fmla="*/ 0 w 106"/>
                  <a:gd name="T45" fmla="*/ 0 h 158"/>
                  <a:gd name="T46" fmla="*/ 0 w 106"/>
                  <a:gd name="T47" fmla="*/ 5 h 158"/>
                  <a:gd name="T48" fmla="*/ 20 w 106"/>
                  <a:gd name="T49" fmla="*/ 24 h 158"/>
                  <a:gd name="T50" fmla="*/ 20 w 106"/>
                  <a:gd name="T51" fmla="*/ 134 h 158"/>
                  <a:gd name="T52" fmla="*/ 0 w 106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6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6" name="Freeform 17">
                <a:extLst>
                  <a:ext uri="{FF2B5EF4-FFF2-40B4-BE49-F238E27FC236}">
                    <a16:creationId xmlns:a16="http://schemas.microsoft.com/office/drawing/2014/main" id="{C0273276-F105-4EE9-AC45-88EF230075A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88" y="7728"/>
                <a:ext cx="105" cy="118"/>
              </a:xfrm>
              <a:custGeom>
                <a:avLst/>
                <a:gdLst>
                  <a:gd name="T0" fmla="*/ 33 w 141"/>
                  <a:gd name="T1" fmla="*/ 22 h 158"/>
                  <a:gd name="T2" fmla="*/ 105 w 141"/>
                  <a:gd name="T3" fmla="*/ 158 h 158"/>
                  <a:gd name="T4" fmla="*/ 122 w 141"/>
                  <a:gd name="T5" fmla="*/ 158 h 158"/>
                  <a:gd name="T6" fmla="*/ 122 w 141"/>
                  <a:gd name="T7" fmla="*/ 24 h 158"/>
                  <a:gd name="T8" fmla="*/ 141 w 141"/>
                  <a:gd name="T9" fmla="*/ 5 h 158"/>
                  <a:gd name="T10" fmla="*/ 141 w 141"/>
                  <a:gd name="T11" fmla="*/ 0 h 158"/>
                  <a:gd name="T12" fmla="*/ 90 w 141"/>
                  <a:gd name="T13" fmla="*/ 0 h 158"/>
                  <a:gd name="T14" fmla="*/ 90 w 141"/>
                  <a:gd name="T15" fmla="*/ 5 h 158"/>
                  <a:gd name="T16" fmla="*/ 109 w 141"/>
                  <a:gd name="T17" fmla="*/ 24 h 158"/>
                  <a:gd name="T18" fmla="*/ 109 w 141"/>
                  <a:gd name="T19" fmla="*/ 127 h 158"/>
                  <a:gd name="T20" fmla="*/ 109 w 141"/>
                  <a:gd name="T21" fmla="*/ 127 h 158"/>
                  <a:gd name="T22" fmla="*/ 41 w 141"/>
                  <a:gd name="T23" fmla="*/ 0 h 158"/>
                  <a:gd name="T24" fmla="*/ 0 w 141"/>
                  <a:gd name="T25" fmla="*/ 0 h 158"/>
                  <a:gd name="T26" fmla="*/ 0 w 141"/>
                  <a:gd name="T27" fmla="*/ 5 h 158"/>
                  <a:gd name="T28" fmla="*/ 20 w 141"/>
                  <a:gd name="T29" fmla="*/ 24 h 158"/>
                  <a:gd name="T30" fmla="*/ 20 w 141"/>
                  <a:gd name="T31" fmla="*/ 134 h 158"/>
                  <a:gd name="T32" fmla="*/ 0 w 141"/>
                  <a:gd name="T33" fmla="*/ 153 h 158"/>
                  <a:gd name="T34" fmla="*/ 0 w 141"/>
                  <a:gd name="T35" fmla="*/ 158 h 158"/>
                  <a:gd name="T36" fmla="*/ 52 w 141"/>
                  <a:gd name="T37" fmla="*/ 158 h 158"/>
                  <a:gd name="T38" fmla="*/ 52 w 141"/>
                  <a:gd name="T39" fmla="*/ 153 h 158"/>
                  <a:gd name="T40" fmla="*/ 32 w 141"/>
                  <a:gd name="T41" fmla="*/ 134 h 158"/>
                  <a:gd name="T42" fmla="*/ 32 w 141"/>
                  <a:gd name="T43" fmla="*/ 22 h 158"/>
                  <a:gd name="T44" fmla="*/ 33 w 141"/>
                  <a:gd name="T45" fmla="*/ 2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33" y="22"/>
                    </a:move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102" y="5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39" y="153"/>
                      <a:pt x="32" y="151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lnTo>
                      <a:pt x="3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7" name="Freeform 18">
                <a:extLst>
                  <a:ext uri="{FF2B5EF4-FFF2-40B4-BE49-F238E27FC236}">
                    <a16:creationId xmlns:a16="http://schemas.microsoft.com/office/drawing/2014/main" id="{B6339B64-5BA1-4E74-ACB6-76C9EAADF91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09" y="7726"/>
                <a:ext cx="70" cy="121"/>
              </a:xfrm>
              <a:custGeom>
                <a:avLst/>
                <a:gdLst>
                  <a:gd name="T0" fmla="*/ 2 w 94"/>
                  <a:gd name="T1" fmla="*/ 40 h 162"/>
                  <a:gd name="T2" fmla="*/ 16 w 94"/>
                  <a:gd name="T3" fmla="*/ 71 h 162"/>
                  <a:gd name="T4" fmla="*/ 73 w 94"/>
                  <a:gd name="T5" fmla="*/ 122 h 162"/>
                  <a:gd name="T6" fmla="*/ 41 w 94"/>
                  <a:gd name="T7" fmla="*/ 151 h 162"/>
                  <a:gd name="T8" fmla="*/ 5 w 94"/>
                  <a:gd name="T9" fmla="*/ 124 h 162"/>
                  <a:gd name="T10" fmla="*/ 0 w 94"/>
                  <a:gd name="T11" fmla="*/ 124 h 162"/>
                  <a:gd name="T12" fmla="*/ 1 w 94"/>
                  <a:gd name="T13" fmla="*/ 158 h 162"/>
                  <a:gd name="T14" fmla="*/ 39 w 94"/>
                  <a:gd name="T15" fmla="*/ 162 h 162"/>
                  <a:gd name="T16" fmla="*/ 94 w 94"/>
                  <a:gd name="T17" fmla="*/ 118 h 162"/>
                  <a:gd name="T18" fmla="*/ 65 w 94"/>
                  <a:gd name="T19" fmla="*/ 75 h 162"/>
                  <a:gd name="T20" fmla="*/ 19 w 94"/>
                  <a:gd name="T21" fmla="*/ 35 h 162"/>
                  <a:gd name="T22" fmla="*/ 47 w 94"/>
                  <a:gd name="T23" fmla="*/ 9 h 162"/>
                  <a:gd name="T24" fmla="*/ 82 w 94"/>
                  <a:gd name="T25" fmla="*/ 36 h 162"/>
                  <a:gd name="T26" fmla="*/ 87 w 94"/>
                  <a:gd name="T27" fmla="*/ 36 h 162"/>
                  <a:gd name="T28" fmla="*/ 86 w 94"/>
                  <a:gd name="T29" fmla="*/ 4 h 162"/>
                  <a:gd name="T30" fmla="*/ 51 w 94"/>
                  <a:gd name="T31" fmla="*/ 0 h 162"/>
                  <a:gd name="T32" fmla="*/ 2 w 94"/>
                  <a:gd name="T33" fmla="*/ 4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2" y="40"/>
                    </a:move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3" y="96"/>
                      <a:pt x="73" y="122"/>
                    </a:cubicBezTo>
                    <a:cubicBezTo>
                      <a:pt x="73" y="138"/>
                      <a:pt x="61" y="151"/>
                      <a:pt x="41" y="151"/>
                    </a:cubicBezTo>
                    <a:cubicBezTo>
                      <a:pt x="18" y="151"/>
                      <a:pt x="7" y="137"/>
                      <a:pt x="5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7" y="159"/>
                      <a:pt x="24" y="162"/>
                      <a:pt x="39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2" y="86"/>
                      <a:pt x="65" y="75"/>
                    </a:cubicBezTo>
                    <a:cubicBezTo>
                      <a:pt x="46" y="63"/>
                      <a:pt x="19" y="56"/>
                      <a:pt x="19" y="35"/>
                    </a:cubicBezTo>
                    <a:cubicBezTo>
                      <a:pt x="19" y="19"/>
                      <a:pt x="32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1" y="0"/>
                    </a:cubicBezTo>
                    <a:cubicBezTo>
                      <a:pt x="24" y="0"/>
                      <a:pt x="2" y="11"/>
                      <a:pt x="2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8" name="Freeform 19">
                <a:extLst>
                  <a:ext uri="{FF2B5EF4-FFF2-40B4-BE49-F238E27FC236}">
                    <a16:creationId xmlns:a16="http://schemas.microsoft.com/office/drawing/2014/main" id="{086BEBEE-76A5-4501-91D5-6C11BE03E3F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97" y="7726"/>
                <a:ext cx="209" cy="120"/>
              </a:xfrm>
              <a:custGeom>
                <a:avLst/>
                <a:gdLst>
                  <a:gd name="T0" fmla="*/ 224 w 282"/>
                  <a:gd name="T1" fmla="*/ 155 h 160"/>
                  <a:gd name="T2" fmla="*/ 224 w 282"/>
                  <a:gd name="T3" fmla="*/ 160 h 160"/>
                  <a:gd name="T4" fmla="*/ 282 w 282"/>
                  <a:gd name="T5" fmla="*/ 160 h 160"/>
                  <a:gd name="T6" fmla="*/ 282 w 282"/>
                  <a:gd name="T7" fmla="*/ 155 h 160"/>
                  <a:gd name="T8" fmla="*/ 256 w 282"/>
                  <a:gd name="T9" fmla="*/ 131 h 160"/>
                  <a:gd name="T10" fmla="*/ 210 w 282"/>
                  <a:gd name="T11" fmla="*/ 0 h 160"/>
                  <a:gd name="T12" fmla="*/ 198 w 282"/>
                  <a:gd name="T13" fmla="*/ 0 h 160"/>
                  <a:gd name="T14" fmla="*/ 152 w 282"/>
                  <a:gd name="T15" fmla="*/ 129 h 160"/>
                  <a:gd name="T16" fmla="*/ 131 w 282"/>
                  <a:gd name="T17" fmla="*/ 155 h 160"/>
                  <a:gd name="T18" fmla="*/ 100 w 282"/>
                  <a:gd name="T19" fmla="*/ 131 h 160"/>
                  <a:gd name="T20" fmla="*/ 54 w 282"/>
                  <a:gd name="T21" fmla="*/ 71 h 160"/>
                  <a:gd name="T22" fmla="*/ 95 w 282"/>
                  <a:gd name="T23" fmla="*/ 23 h 160"/>
                  <a:gd name="T24" fmla="*/ 127 w 282"/>
                  <a:gd name="T25" fmla="*/ 7 h 160"/>
                  <a:gd name="T26" fmla="*/ 127 w 282"/>
                  <a:gd name="T27" fmla="*/ 2 h 160"/>
                  <a:gd name="T28" fmla="*/ 75 w 282"/>
                  <a:gd name="T29" fmla="*/ 2 h 160"/>
                  <a:gd name="T30" fmla="*/ 75 w 282"/>
                  <a:gd name="T31" fmla="*/ 7 h 160"/>
                  <a:gd name="T32" fmla="*/ 88 w 282"/>
                  <a:gd name="T33" fmla="*/ 12 h 160"/>
                  <a:gd name="T34" fmla="*/ 83 w 282"/>
                  <a:gd name="T35" fmla="*/ 21 h 160"/>
                  <a:gd name="T36" fmla="*/ 39 w 282"/>
                  <a:gd name="T37" fmla="*/ 73 h 160"/>
                  <a:gd name="T38" fmla="*/ 39 w 282"/>
                  <a:gd name="T39" fmla="*/ 26 h 160"/>
                  <a:gd name="T40" fmla="*/ 58 w 282"/>
                  <a:gd name="T41" fmla="*/ 7 h 160"/>
                  <a:gd name="T42" fmla="*/ 58 w 282"/>
                  <a:gd name="T43" fmla="*/ 2 h 160"/>
                  <a:gd name="T44" fmla="*/ 0 w 282"/>
                  <a:gd name="T45" fmla="*/ 2 h 160"/>
                  <a:gd name="T46" fmla="*/ 0 w 282"/>
                  <a:gd name="T47" fmla="*/ 7 h 160"/>
                  <a:gd name="T48" fmla="*/ 19 w 282"/>
                  <a:gd name="T49" fmla="*/ 26 h 160"/>
                  <a:gd name="T50" fmla="*/ 19 w 282"/>
                  <a:gd name="T51" fmla="*/ 136 h 160"/>
                  <a:gd name="T52" fmla="*/ 0 w 282"/>
                  <a:gd name="T53" fmla="*/ 155 h 160"/>
                  <a:gd name="T54" fmla="*/ 0 w 282"/>
                  <a:gd name="T55" fmla="*/ 160 h 160"/>
                  <a:gd name="T56" fmla="*/ 58 w 282"/>
                  <a:gd name="T57" fmla="*/ 160 h 160"/>
                  <a:gd name="T58" fmla="*/ 58 w 282"/>
                  <a:gd name="T59" fmla="*/ 155 h 160"/>
                  <a:gd name="T60" fmla="*/ 39 w 282"/>
                  <a:gd name="T61" fmla="*/ 136 h 160"/>
                  <a:gd name="T62" fmla="*/ 39 w 282"/>
                  <a:gd name="T63" fmla="*/ 80 h 160"/>
                  <a:gd name="T64" fmla="*/ 39 w 282"/>
                  <a:gd name="T65" fmla="*/ 80 h 160"/>
                  <a:gd name="T66" fmla="*/ 81 w 282"/>
                  <a:gd name="T67" fmla="*/ 136 h 160"/>
                  <a:gd name="T68" fmla="*/ 89 w 282"/>
                  <a:gd name="T69" fmla="*/ 149 h 160"/>
                  <a:gd name="T70" fmla="*/ 76 w 282"/>
                  <a:gd name="T71" fmla="*/ 155 h 160"/>
                  <a:gd name="T72" fmla="*/ 76 w 282"/>
                  <a:gd name="T73" fmla="*/ 160 h 160"/>
                  <a:gd name="T74" fmla="*/ 125 w 282"/>
                  <a:gd name="T75" fmla="*/ 160 h 160"/>
                  <a:gd name="T76" fmla="*/ 136 w 282"/>
                  <a:gd name="T77" fmla="*/ 160 h 160"/>
                  <a:gd name="T78" fmla="*/ 175 w 282"/>
                  <a:gd name="T79" fmla="*/ 160 h 160"/>
                  <a:gd name="T80" fmla="*/ 175 w 282"/>
                  <a:gd name="T81" fmla="*/ 155 h 160"/>
                  <a:gd name="T82" fmla="*/ 160 w 282"/>
                  <a:gd name="T83" fmla="*/ 147 h 160"/>
                  <a:gd name="T84" fmla="*/ 162 w 282"/>
                  <a:gd name="T85" fmla="*/ 136 h 160"/>
                  <a:gd name="T86" fmla="*/ 172 w 282"/>
                  <a:gd name="T87" fmla="*/ 107 h 160"/>
                  <a:gd name="T88" fmla="*/ 227 w 282"/>
                  <a:gd name="T89" fmla="*/ 107 h 160"/>
                  <a:gd name="T90" fmla="*/ 238 w 282"/>
                  <a:gd name="T91" fmla="*/ 137 h 160"/>
                  <a:gd name="T92" fmla="*/ 240 w 282"/>
                  <a:gd name="T93" fmla="*/ 147 h 160"/>
                  <a:gd name="T94" fmla="*/ 224 w 282"/>
                  <a:gd name="T95" fmla="*/ 155 h 160"/>
                  <a:gd name="T96" fmla="*/ 175 w 282"/>
                  <a:gd name="T97" fmla="*/ 98 h 160"/>
                  <a:gd name="T98" fmla="*/ 200 w 282"/>
                  <a:gd name="T99" fmla="*/ 26 h 160"/>
                  <a:gd name="T100" fmla="*/ 224 w 282"/>
                  <a:gd name="T101" fmla="*/ 98 h 160"/>
                  <a:gd name="T102" fmla="*/ 175 w 282"/>
                  <a:gd name="T103" fmla="*/ 9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160">
                    <a:moveTo>
                      <a:pt x="224" y="155"/>
                    </a:move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82" y="160"/>
                      <a:pt x="282" y="160"/>
                      <a:pt x="282" y="160"/>
                    </a:cubicBezTo>
                    <a:cubicBezTo>
                      <a:pt x="282" y="155"/>
                      <a:pt x="282" y="155"/>
                      <a:pt x="282" y="155"/>
                    </a:cubicBezTo>
                    <a:cubicBezTo>
                      <a:pt x="267" y="155"/>
                      <a:pt x="262" y="145"/>
                      <a:pt x="256" y="13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52" y="129"/>
                      <a:pt x="152" y="129"/>
                      <a:pt x="152" y="129"/>
                    </a:cubicBezTo>
                    <a:cubicBezTo>
                      <a:pt x="146" y="145"/>
                      <a:pt x="144" y="153"/>
                      <a:pt x="131" y="155"/>
                    </a:cubicBezTo>
                    <a:cubicBezTo>
                      <a:pt x="119" y="152"/>
                      <a:pt x="109" y="142"/>
                      <a:pt x="100" y="13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106" y="10"/>
                      <a:pt x="115" y="7"/>
                      <a:pt x="127" y="7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84" y="7"/>
                      <a:pt x="88" y="9"/>
                      <a:pt x="88" y="12"/>
                    </a:cubicBezTo>
                    <a:cubicBezTo>
                      <a:pt x="88" y="14"/>
                      <a:pt x="85" y="18"/>
                      <a:pt x="83" y="21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8"/>
                      <a:pt x="46" y="7"/>
                      <a:pt x="58" y="7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7"/>
                      <a:pt x="19" y="8"/>
                      <a:pt x="19" y="2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53"/>
                      <a:pt x="12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8" y="160"/>
                      <a:pt x="58" y="160"/>
                      <a:pt x="58" y="160"/>
                    </a:cubicBezTo>
                    <a:cubicBezTo>
                      <a:pt x="58" y="155"/>
                      <a:pt x="58" y="155"/>
                      <a:pt x="58" y="155"/>
                    </a:cubicBezTo>
                    <a:cubicBezTo>
                      <a:pt x="46" y="155"/>
                      <a:pt x="39" y="153"/>
                      <a:pt x="39" y="136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81" y="136"/>
                      <a:pt x="81" y="136"/>
                      <a:pt x="81" y="136"/>
                    </a:cubicBezTo>
                    <a:cubicBezTo>
                      <a:pt x="86" y="142"/>
                      <a:pt x="89" y="147"/>
                      <a:pt x="89" y="149"/>
                    </a:cubicBezTo>
                    <a:cubicBezTo>
                      <a:pt x="89" y="153"/>
                      <a:pt x="85" y="155"/>
                      <a:pt x="76" y="155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75" y="160"/>
                      <a:pt x="175" y="160"/>
                      <a:pt x="175" y="160"/>
                    </a:cubicBezTo>
                    <a:cubicBezTo>
                      <a:pt x="175" y="155"/>
                      <a:pt x="175" y="155"/>
                      <a:pt x="175" y="155"/>
                    </a:cubicBezTo>
                    <a:cubicBezTo>
                      <a:pt x="167" y="155"/>
                      <a:pt x="160" y="154"/>
                      <a:pt x="160" y="147"/>
                    </a:cubicBezTo>
                    <a:cubicBezTo>
                      <a:pt x="160" y="144"/>
                      <a:pt x="161" y="140"/>
                      <a:pt x="162" y="136"/>
                    </a:cubicBezTo>
                    <a:cubicBezTo>
                      <a:pt x="172" y="107"/>
                      <a:pt x="172" y="107"/>
                      <a:pt x="172" y="107"/>
                    </a:cubicBezTo>
                    <a:cubicBezTo>
                      <a:pt x="227" y="107"/>
                      <a:pt x="227" y="107"/>
                      <a:pt x="227" y="107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39" y="140"/>
                      <a:pt x="240" y="144"/>
                      <a:pt x="240" y="147"/>
                    </a:cubicBezTo>
                    <a:cubicBezTo>
                      <a:pt x="240" y="153"/>
                      <a:pt x="231" y="155"/>
                      <a:pt x="224" y="155"/>
                    </a:cubicBezTo>
                    <a:moveTo>
                      <a:pt x="175" y="98"/>
                    </a:moveTo>
                    <a:cubicBezTo>
                      <a:pt x="200" y="26"/>
                      <a:pt x="200" y="26"/>
                      <a:pt x="200" y="26"/>
                    </a:cubicBezTo>
                    <a:cubicBezTo>
                      <a:pt x="224" y="98"/>
                      <a:pt x="224" y="98"/>
                      <a:pt x="224" y="98"/>
                    </a:cubicBezTo>
                    <a:lnTo>
                      <a:pt x="175" y="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99" name="Freeform 20">
                <a:extLst>
                  <a:ext uri="{FF2B5EF4-FFF2-40B4-BE49-F238E27FC236}">
                    <a16:creationId xmlns:a16="http://schemas.microsoft.com/office/drawing/2014/main" id="{47A5086F-F993-49BF-B797-EDEF87C34C5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209" y="7728"/>
                <a:ext cx="82" cy="118"/>
              </a:xfrm>
              <a:custGeom>
                <a:avLst/>
                <a:gdLst>
                  <a:gd name="T0" fmla="*/ 58 w 110"/>
                  <a:gd name="T1" fmla="*/ 153 h 158"/>
                  <a:gd name="T2" fmla="*/ 39 w 110"/>
                  <a:gd name="T3" fmla="*/ 134 h 158"/>
                  <a:gd name="T4" fmla="*/ 39 w 110"/>
                  <a:gd name="T5" fmla="*/ 82 h 158"/>
                  <a:gd name="T6" fmla="*/ 51 w 110"/>
                  <a:gd name="T7" fmla="*/ 82 h 158"/>
                  <a:gd name="T8" fmla="*/ 110 w 110"/>
                  <a:gd name="T9" fmla="*/ 41 h 158"/>
                  <a:gd name="T10" fmla="*/ 58 w 110"/>
                  <a:gd name="T11" fmla="*/ 0 h 158"/>
                  <a:gd name="T12" fmla="*/ 0 w 110"/>
                  <a:gd name="T13" fmla="*/ 0 h 158"/>
                  <a:gd name="T14" fmla="*/ 0 w 110"/>
                  <a:gd name="T15" fmla="*/ 5 h 158"/>
                  <a:gd name="T16" fmla="*/ 19 w 110"/>
                  <a:gd name="T17" fmla="*/ 24 h 158"/>
                  <a:gd name="T18" fmla="*/ 19 w 110"/>
                  <a:gd name="T19" fmla="*/ 134 h 158"/>
                  <a:gd name="T20" fmla="*/ 0 w 110"/>
                  <a:gd name="T21" fmla="*/ 153 h 158"/>
                  <a:gd name="T22" fmla="*/ 0 w 110"/>
                  <a:gd name="T23" fmla="*/ 158 h 158"/>
                  <a:gd name="T24" fmla="*/ 58 w 110"/>
                  <a:gd name="T25" fmla="*/ 158 h 158"/>
                  <a:gd name="T26" fmla="*/ 58 w 110"/>
                  <a:gd name="T27" fmla="*/ 153 h 158"/>
                  <a:gd name="T28" fmla="*/ 39 w 110"/>
                  <a:gd name="T29" fmla="*/ 29 h 158"/>
                  <a:gd name="T30" fmla="*/ 58 w 110"/>
                  <a:gd name="T31" fmla="*/ 9 h 158"/>
                  <a:gd name="T32" fmla="*/ 90 w 110"/>
                  <a:gd name="T33" fmla="*/ 41 h 158"/>
                  <a:gd name="T34" fmla="*/ 51 w 110"/>
                  <a:gd name="T35" fmla="*/ 72 h 158"/>
                  <a:gd name="T36" fmla="*/ 39 w 110"/>
                  <a:gd name="T37" fmla="*/ 72 h 158"/>
                  <a:gd name="T38" fmla="*/ 39 w 110"/>
                  <a:gd name="T39" fmla="*/ 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158">
                    <a:moveTo>
                      <a:pt x="58" y="153"/>
                    </a:moveTo>
                    <a:cubicBezTo>
                      <a:pt x="46" y="153"/>
                      <a:pt x="39" y="151"/>
                      <a:pt x="39" y="134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75" y="82"/>
                      <a:pt x="110" y="82"/>
                      <a:pt x="110" y="41"/>
                    </a:cubicBezTo>
                    <a:cubicBezTo>
                      <a:pt x="110" y="5"/>
                      <a:pt x="87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6"/>
                      <a:pt x="19" y="24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lnTo>
                      <a:pt x="58" y="153"/>
                    </a:lnTo>
                    <a:close/>
                    <a:moveTo>
                      <a:pt x="39" y="29"/>
                    </a:moveTo>
                    <a:cubicBezTo>
                      <a:pt x="39" y="10"/>
                      <a:pt x="40" y="9"/>
                      <a:pt x="58" y="9"/>
                    </a:cubicBezTo>
                    <a:cubicBezTo>
                      <a:pt x="78" y="9"/>
                      <a:pt x="90" y="18"/>
                      <a:pt x="90" y="41"/>
                    </a:cubicBezTo>
                    <a:cubicBezTo>
                      <a:pt x="90" y="68"/>
                      <a:pt x="74" y="72"/>
                      <a:pt x="51" y="72"/>
                    </a:cubicBezTo>
                    <a:cubicBezTo>
                      <a:pt x="39" y="72"/>
                      <a:pt x="39" y="72"/>
                      <a:pt x="39" y="72"/>
                    </a:cubicBezTo>
                    <a:lnTo>
                      <a:pt x="39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0" name="Freeform 21">
                <a:extLst>
                  <a:ext uri="{FF2B5EF4-FFF2-40B4-BE49-F238E27FC236}">
                    <a16:creationId xmlns:a16="http://schemas.microsoft.com/office/drawing/2014/main" id="{1ABCDCF4-94F6-4263-88B6-65CB9E015CE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0" y="7726"/>
                <a:ext cx="70" cy="121"/>
              </a:xfrm>
              <a:custGeom>
                <a:avLst/>
                <a:gdLst>
                  <a:gd name="T0" fmla="*/ 41 w 94"/>
                  <a:gd name="T1" fmla="*/ 151 h 162"/>
                  <a:gd name="T2" fmla="*/ 6 w 94"/>
                  <a:gd name="T3" fmla="*/ 124 h 162"/>
                  <a:gd name="T4" fmla="*/ 0 w 94"/>
                  <a:gd name="T5" fmla="*/ 124 h 162"/>
                  <a:gd name="T6" fmla="*/ 2 w 94"/>
                  <a:gd name="T7" fmla="*/ 158 h 162"/>
                  <a:gd name="T8" fmla="*/ 40 w 94"/>
                  <a:gd name="T9" fmla="*/ 162 h 162"/>
                  <a:gd name="T10" fmla="*/ 94 w 94"/>
                  <a:gd name="T11" fmla="*/ 118 h 162"/>
                  <a:gd name="T12" fmla="*/ 65 w 94"/>
                  <a:gd name="T13" fmla="*/ 75 h 162"/>
                  <a:gd name="T14" fmla="*/ 20 w 94"/>
                  <a:gd name="T15" fmla="*/ 35 h 162"/>
                  <a:gd name="T16" fmla="*/ 47 w 94"/>
                  <a:gd name="T17" fmla="*/ 9 h 162"/>
                  <a:gd name="T18" fmla="*/ 82 w 94"/>
                  <a:gd name="T19" fmla="*/ 36 h 162"/>
                  <a:gd name="T20" fmla="*/ 87 w 94"/>
                  <a:gd name="T21" fmla="*/ 36 h 162"/>
                  <a:gd name="T22" fmla="*/ 86 w 94"/>
                  <a:gd name="T23" fmla="*/ 4 h 162"/>
                  <a:gd name="T24" fmla="*/ 52 w 94"/>
                  <a:gd name="T25" fmla="*/ 0 h 162"/>
                  <a:gd name="T26" fmla="*/ 2 w 94"/>
                  <a:gd name="T27" fmla="*/ 40 h 162"/>
                  <a:gd name="T28" fmla="*/ 16 w 94"/>
                  <a:gd name="T29" fmla="*/ 71 h 162"/>
                  <a:gd name="T30" fmla="*/ 74 w 94"/>
                  <a:gd name="T31" fmla="*/ 122 h 162"/>
                  <a:gd name="T32" fmla="*/ 41 w 94"/>
                  <a:gd name="T33" fmla="*/ 15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41" y="151"/>
                    </a:moveTo>
                    <a:cubicBezTo>
                      <a:pt x="18" y="151"/>
                      <a:pt x="7" y="137"/>
                      <a:pt x="6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7" y="159"/>
                      <a:pt x="25" y="162"/>
                      <a:pt x="40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3" y="86"/>
                      <a:pt x="65" y="75"/>
                    </a:cubicBezTo>
                    <a:cubicBezTo>
                      <a:pt x="46" y="63"/>
                      <a:pt x="20" y="56"/>
                      <a:pt x="20" y="35"/>
                    </a:cubicBezTo>
                    <a:cubicBezTo>
                      <a:pt x="20" y="19"/>
                      <a:pt x="33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2" y="0"/>
                    </a:cubicBezTo>
                    <a:cubicBezTo>
                      <a:pt x="24" y="0"/>
                      <a:pt x="2" y="11"/>
                      <a:pt x="2" y="40"/>
                    </a:cubicBez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4" y="96"/>
                      <a:pt x="74" y="122"/>
                    </a:cubicBezTo>
                    <a:cubicBezTo>
                      <a:pt x="74" y="138"/>
                      <a:pt x="61" y="151"/>
                      <a:pt x="41" y="1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1" name="Freeform 22">
                <a:extLst>
                  <a:ext uri="{FF2B5EF4-FFF2-40B4-BE49-F238E27FC236}">
                    <a16:creationId xmlns:a16="http://schemas.microsoft.com/office/drawing/2014/main" id="{4744605E-7257-479F-8E27-8CB45F1786A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87" y="7907"/>
                <a:ext cx="116" cy="119"/>
              </a:xfrm>
              <a:custGeom>
                <a:avLst/>
                <a:gdLst>
                  <a:gd name="T0" fmla="*/ 35 w 156"/>
                  <a:gd name="T1" fmla="*/ 147 h 160"/>
                  <a:gd name="T2" fmla="*/ 37 w 156"/>
                  <a:gd name="T3" fmla="*/ 136 h 160"/>
                  <a:gd name="T4" fmla="*/ 47 w 156"/>
                  <a:gd name="T5" fmla="*/ 108 h 160"/>
                  <a:gd name="T6" fmla="*/ 102 w 156"/>
                  <a:gd name="T7" fmla="*/ 108 h 160"/>
                  <a:gd name="T8" fmla="*/ 113 w 156"/>
                  <a:gd name="T9" fmla="*/ 138 h 160"/>
                  <a:gd name="T10" fmla="*/ 115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3 w 156"/>
                  <a:gd name="T25" fmla="*/ 0 h 160"/>
                  <a:gd name="T26" fmla="*/ 27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5 w 156"/>
                  <a:gd name="T37" fmla="*/ 147 h 160"/>
                  <a:gd name="T38" fmla="*/ 75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5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5" y="147"/>
                    </a:moveTo>
                    <a:cubicBezTo>
                      <a:pt x="35" y="144"/>
                      <a:pt x="36" y="140"/>
                      <a:pt x="37" y="136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3" y="140"/>
                      <a:pt x="115" y="144"/>
                      <a:pt x="115" y="148"/>
                    </a:cubicBezTo>
                    <a:cubicBezTo>
                      <a:pt x="115" y="154"/>
                      <a:pt x="106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2" y="155"/>
                      <a:pt x="35" y="154"/>
                      <a:pt x="35" y="147"/>
                    </a:cubicBezTo>
                    <a:moveTo>
                      <a:pt x="75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5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2" name="Freeform 23">
                <a:extLst>
                  <a:ext uri="{FF2B5EF4-FFF2-40B4-BE49-F238E27FC236}">
                    <a16:creationId xmlns:a16="http://schemas.microsoft.com/office/drawing/2014/main" id="{F3B14D28-1335-4B90-ACD5-9B82F69AEAD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12" y="7908"/>
                <a:ext cx="101" cy="118"/>
              </a:xfrm>
              <a:custGeom>
                <a:avLst/>
                <a:gdLst>
                  <a:gd name="T0" fmla="*/ 39 w 136"/>
                  <a:gd name="T1" fmla="*/ 134 h 158"/>
                  <a:gd name="T2" fmla="*/ 39 w 136"/>
                  <a:gd name="T3" fmla="*/ 79 h 158"/>
                  <a:gd name="T4" fmla="*/ 39 w 136"/>
                  <a:gd name="T5" fmla="*/ 79 h 158"/>
                  <a:gd name="T6" fmla="*/ 81 w 136"/>
                  <a:gd name="T7" fmla="*/ 134 h 158"/>
                  <a:gd name="T8" fmla="*/ 89 w 136"/>
                  <a:gd name="T9" fmla="*/ 148 h 158"/>
                  <a:gd name="T10" fmla="*/ 76 w 136"/>
                  <a:gd name="T11" fmla="*/ 153 h 158"/>
                  <a:gd name="T12" fmla="*/ 76 w 136"/>
                  <a:gd name="T13" fmla="*/ 158 h 158"/>
                  <a:gd name="T14" fmla="*/ 136 w 136"/>
                  <a:gd name="T15" fmla="*/ 158 h 158"/>
                  <a:gd name="T16" fmla="*/ 136 w 136"/>
                  <a:gd name="T17" fmla="*/ 153 h 158"/>
                  <a:gd name="T18" fmla="*/ 100 w 136"/>
                  <a:gd name="T19" fmla="*/ 129 h 158"/>
                  <a:gd name="T20" fmla="*/ 54 w 136"/>
                  <a:gd name="T21" fmla="*/ 69 h 158"/>
                  <a:gd name="T22" fmla="*/ 95 w 136"/>
                  <a:gd name="T23" fmla="*/ 21 h 158"/>
                  <a:gd name="T24" fmla="*/ 127 w 136"/>
                  <a:gd name="T25" fmla="*/ 5 h 158"/>
                  <a:gd name="T26" fmla="*/ 127 w 136"/>
                  <a:gd name="T27" fmla="*/ 0 h 158"/>
                  <a:gd name="T28" fmla="*/ 76 w 136"/>
                  <a:gd name="T29" fmla="*/ 0 h 158"/>
                  <a:gd name="T30" fmla="*/ 76 w 136"/>
                  <a:gd name="T31" fmla="*/ 5 h 158"/>
                  <a:gd name="T32" fmla="*/ 88 w 136"/>
                  <a:gd name="T33" fmla="*/ 10 h 158"/>
                  <a:gd name="T34" fmla="*/ 83 w 136"/>
                  <a:gd name="T35" fmla="*/ 19 h 158"/>
                  <a:gd name="T36" fmla="*/ 39 w 136"/>
                  <a:gd name="T37" fmla="*/ 72 h 158"/>
                  <a:gd name="T38" fmla="*/ 39 w 136"/>
                  <a:gd name="T39" fmla="*/ 25 h 158"/>
                  <a:gd name="T40" fmla="*/ 58 w 136"/>
                  <a:gd name="T41" fmla="*/ 5 h 158"/>
                  <a:gd name="T42" fmla="*/ 58 w 136"/>
                  <a:gd name="T43" fmla="*/ 0 h 158"/>
                  <a:gd name="T44" fmla="*/ 0 w 136"/>
                  <a:gd name="T45" fmla="*/ 0 h 158"/>
                  <a:gd name="T46" fmla="*/ 0 w 136"/>
                  <a:gd name="T47" fmla="*/ 5 h 158"/>
                  <a:gd name="T48" fmla="*/ 19 w 136"/>
                  <a:gd name="T49" fmla="*/ 25 h 158"/>
                  <a:gd name="T50" fmla="*/ 19 w 136"/>
                  <a:gd name="T51" fmla="*/ 134 h 158"/>
                  <a:gd name="T52" fmla="*/ 0 w 136"/>
                  <a:gd name="T53" fmla="*/ 153 h 158"/>
                  <a:gd name="T54" fmla="*/ 0 w 136"/>
                  <a:gd name="T55" fmla="*/ 158 h 158"/>
                  <a:gd name="T56" fmla="*/ 58 w 136"/>
                  <a:gd name="T57" fmla="*/ 158 h 158"/>
                  <a:gd name="T58" fmla="*/ 58 w 136"/>
                  <a:gd name="T59" fmla="*/ 153 h 158"/>
                  <a:gd name="T60" fmla="*/ 39 w 136"/>
                  <a:gd name="T61" fmla="*/ 13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8">
                    <a:moveTo>
                      <a:pt x="39" y="134"/>
                    </a:moveTo>
                    <a:cubicBezTo>
                      <a:pt x="39" y="79"/>
                      <a:pt x="39" y="79"/>
                      <a:pt x="39" y="79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1"/>
                      <a:pt x="89" y="145"/>
                      <a:pt x="89" y="148"/>
                    </a:cubicBezTo>
                    <a:cubicBezTo>
                      <a:pt x="89" y="152"/>
                      <a:pt x="85" y="153"/>
                      <a:pt x="76" y="153"/>
                    </a:cubicBezTo>
                    <a:cubicBezTo>
                      <a:pt x="76" y="158"/>
                      <a:pt x="76" y="158"/>
                      <a:pt x="76" y="158"/>
                    </a:cubicBezTo>
                    <a:cubicBezTo>
                      <a:pt x="136" y="158"/>
                      <a:pt x="136" y="158"/>
                      <a:pt x="136" y="158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2"/>
                      <a:pt x="100" y="12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8"/>
                      <a:pt x="115" y="5"/>
                      <a:pt x="127" y="5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84" y="5"/>
                      <a:pt x="88" y="7"/>
                      <a:pt x="88" y="10"/>
                    </a:cubicBezTo>
                    <a:cubicBezTo>
                      <a:pt x="88" y="13"/>
                      <a:pt x="86" y="16"/>
                      <a:pt x="83" y="19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3" name="Freeform 24">
                <a:extLst>
                  <a:ext uri="{FF2B5EF4-FFF2-40B4-BE49-F238E27FC236}">
                    <a16:creationId xmlns:a16="http://schemas.microsoft.com/office/drawing/2014/main" id="{389389EF-E76E-43A6-BA13-441F1B8C5D0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16" y="7907"/>
                <a:ext cx="116" cy="119"/>
              </a:xfrm>
              <a:custGeom>
                <a:avLst/>
                <a:gdLst>
                  <a:gd name="T0" fmla="*/ 34 w 156"/>
                  <a:gd name="T1" fmla="*/ 147 h 160"/>
                  <a:gd name="T2" fmla="*/ 37 w 156"/>
                  <a:gd name="T3" fmla="*/ 136 h 160"/>
                  <a:gd name="T4" fmla="*/ 46 w 156"/>
                  <a:gd name="T5" fmla="*/ 108 h 160"/>
                  <a:gd name="T6" fmla="*/ 102 w 156"/>
                  <a:gd name="T7" fmla="*/ 108 h 160"/>
                  <a:gd name="T8" fmla="*/ 112 w 156"/>
                  <a:gd name="T9" fmla="*/ 138 h 160"/>
                  <a:gd name="T10" fmla="*/ 114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2 w 156"/>
                  <a:gd name="T25" fmla="*/ 0 h 160"/>
                  <a:gd name="T26" fmla="*/ 26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4 w 156"/>
                  <a:gd name="T37" fmla="*/ 147 h 160"/>
                  <a:gd name="T38" fmla="*/ 74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4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4" y="147"/>
                    </a:moveTo>
                    <a:cubicBezTo>
                      <a:pt x="34" y="144"/>
                      <a:pt x="36" y="140"/>
                      <a:pt x="37" y="136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40"/>
                      <a:pt x="114" y="144"/>
                      <a:pt x="114" y="148"/>
                    </a:cubicBezTo>
                    <a:cubicBezTo>
                      <a:pt x="114" y="154"/>
                      <a:pt x="105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1" y="155"/>
                      <a:pt x="34" y="154"/>
                      <a:pt x="34" y="147"/>
                    </a:cubicBezTo>
                    <a:moveTo>
                      <a:pt x="74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4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4" name="Freeform 25">
                <a:extLst>
                  <a:ext uri="{FF2B5EF4-FFF2-40B4-BE49-F238E27FC236}">
                    <a16:creationId xmlns:a16="http://schemas.microsoft.com/office/drawing/2014/main" id="{4060F725-11F5-4967-BA39-49823C0539C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41" y="7908"/>
                <a:ext cx="96" cy="118"/>
              </a:xfrm>
              <a:custGeom>
                <a:avLst/>
                <a:gdLst>
                  <a:gd name="T0" fmla="*/ 128 w 128"/>
                  <a:gd name="T1" fmla="*/ 80 h 158"/>
                  <a:gd name="T2" fmla="*/ 52 w 128"/>
                  <a:gd name="T3" fmla="*/ 0 h 158"/>
                  <a:gd name="T4" fmla="*/ 0 w 128"/>
                  <a:gd name="T5" fmla="*/ 0 h 158"/>
                  <a:gd name="T6" fmla="*/ 0 w 128"/>
                  <a:gd name="T7" fmla="*/ 5 h 158"/>
                  <a:gd name="T8" fmla="*/ 20 w 128"/>
                  <a:gd name="T9" fmla="*/ 25 h 158"/>
                  <a:gd name="T10" fmla="*/ 20 w 128"/>
                  <a:gd name="T11" fmla="*/ 134 h 158"/>
                  <a:gd name="T12" fmla="*/ 0 w 128"/>
                  <a:gd name="T13" fmla="*/ 153 h 158"/>
                  <a:gd name="T14" fmla="*/ 0 w 128"/>
                  <a:gd name="T15" fmla="*/ 158 h 158"/>
                  <a:gd name="T16" fmla="*/ 52 w 128"/>
                  <a:gd name="T17" fmla="*/ 158 h 158"/>
                  <a:gd name="T18" fmla="*/ 128 w 128"/>
                  <a:gd name="T19" fmla="*/ 80 h 158"/>
                  <a:gd name="T20" fmla="*/ 39 w 128"/>
                  <a:gd name="T21" fmla="*/ 129 h 158"/>
                  <a:gd name="T22" fmla="*/ 39 w 128"/>
                  <a:gd name="T23" fmla="*/ 30 h 158"/>
                  <a:gd name="T24" fmla="*/ 52 w 128"/>
                  <a:gd name="T25" fmla="*/ 10 h 158"/>
                  <a:gd name="T26" fmla="*/ 106 w 128"/>
                  <a:gd name="T27" fmla="*/ 80 h 158"/>
                  <a:gd name="T28" fmla="*/ 52 w 128"/>
                  <a:gd name="T29" fmla="*/ 149 h 158"/>
                  <a:gd name="T30" fmla="*/ 39 w 128"/>
                  <a:gd name="T31" fmla="*/ 1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158">
                    <a:moveTo>
                      <a:pt x="128" y="80"/>
                    </a:moveTo>
                    <a:cubicBezTo>
                      <a:pt x="128" y="9"/>
                      <a:pt x="89" y="0"/>
                      <a:pt x="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87" y="158"/>
                      <a:pt x="128" y="150"/>
                      <a:pt x="128" y="80"/>
                    </a:cubicBezTo>
                    <a:moveTo>
                      <a:pt x="39" y="1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1"/>
                      <a:pt x="41" y="10"/>
                      <a:pt x="52" y="10"/>
                    </a:cubicBezTo>
                    <a:cubicBezTo>
                      <a:pt x="94" y="10"/>
                      <a:pt x="106" y="36"/>
                      <a:pt x="106" y="80"/>
                    </a:cubicBezTo>
                    <a:cubicBezTo>
                      <a:pt x="106" y="127"/>
                      <a:pt x="90" y="149"/>
                      <a:pt x="52" y="149"/>
                    </a:cubicBezTo>
                    <a:cubicBezTo>
                      <a:pt x="41" y="149"/>
                      <a:pt x="39" y="146"/>
                      <a:pt x="39" y="1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5" name="Freeform 26">
                <a:extLst>
                  <a:ext uri="{FF2B5EF4-FFF2-40B4-BE49-F238E27FC236}">
                    <a16:creationId xmlns:a16="http://schemas.microsoft.com/office/drawing/2014/main" id="{293A888B-ECAE-4C2E-A5A9-8F7686FD510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7" y="7908"/>
                <a:ext cx="78" cy="118"/>
              </a:xfrm>
              <a:custGeom>
                <a:avLst/>
                <a:gdLst>
                  <a:gd name="T0" fmla="*/ 72 w 105"/>
                  <a:gd name="T1" fmla="*/ 149 h 158"/>
                  <a:gd name="T2" fmla="*/ 51 w 105"/>
                  <a:gd name="T3" fmla="*/ 149 h 158"/>
                  <a:gd name="T4" fmla="*/ 38 w 105"/>
                  <a:gd name="T5" fmla="*/ 129 h 158"/>
                  <a:gd name="T6" fmla="*/ 38 w 105"/>
                  <a:gd name="T7" fmla="*/ 80 h 158"/>
                  <a:gd name="T8" fmla="*/ 67 w 105"/>
                  <a:gd name="T9" fmla="*/ 80 h 158"/>
                  <a:gd name="T10" fmla="*/ 87 w 105"/>
                  <a:gd name="T11" fmla="*/ 100 h 158"/>
                  <a:gd name="T12" fmla="*/ 92 w 105"/>
                  <a:gd name="T13" fmla="*/ 100 h 158"/>
                  <a:gd name="T14" fmla="*/ 92 w 105"/>
                  <a:gd name="T15" fmla="*/ 51 h 158"/>
                  <a:gd name="T16" fmla="*/ 87 w 105"/>
                  <a:gd name="T17" fmla="*/ 51 h 158"/>
                  <a:gd name="T18" fmla="*/ 67 w 105"/>
                  <a:gd name="T19" fmla="*/ 71 h 158"/>
                  <a:gd name="T20" fmla="*/ 38 w 105"/>
                  <a:gd name="T21" fmla="*/ 71 h 158"/>
                  <a:gd name="T22" fmla="*/ 38 w 105"/>
                  <a:gd name="T23" fmla="*/ 30 h 158"/>
                  <a:gd name="T24" fmla="*/ 51 w 105"/>
                  <a:gd name="T25" fmla="*/ 10 h 158"/>
                  <a:gd name="T26" fmla="*/ 70 w 105"/>
                  <a:gd name="T27" fmla="*/ 10 h 158"/>
                  <a:gd name="T28" fmla="*/ 96 w 105"/>
                  <a:gd name="T29" fmla="*/ 29 h 158"/>
                  <a:gd name="T30" fmla="*/ 101 w 105"/>
                  <a:gd name="T31" fmla="*/ 29 h 158"/>
                  <a:gd name="T32" fmla="*/ 100 w 105"/>
                  <a:gd name="T33" fmla="*/ 0 h 158"/>
                  <a:gd name="T34" fmla="*/ 0 w 105"/>
                  <a:gd name="T35" fmla="*/ 0 h 158"/>
                  <a:gd name="T36" fmla="*/ 0 w 105"/>
                  <a:gd name="T37" fmla="*/ 5 h 158"/>
                  <a:gd name="T38" fmla="*/ 19 w 105"/>
                  <a:gd name="T39" fmla="*/ 25 h 158"/>
                  <a:gd name="T40" fmla="*/ 19 w 105"/>
                  <a:gd name="T41" fmla="*/ 134 h 158"/>
                  <a:gd name="T42" fmla="*/ 0 w 105"/>
                  <a:gd name="T43" fmla="*/ 153 h 158"/>
                  <a:gd name="T44" fmla="*/ 0 w 105"/>
                  <a:gd name="T45" fmla="*/ 158 h 158"/>
                  <a:gd name="T46" fmla="*/ 103 w 105"/>
                  <a:gd name="T47" fmla="*/ 158 h 158"/>
                  <a:gd name="T48" fmla="*/ 105 w 105"/>
                  <a:gd name="T49" fmla="*/ 127 h 158"/>
                  <a:gd name="T50" fmla="*/ 99 w 105"/>
                  <a:gd name="T51" fmla="*/ 127 h 158"/>
                  <a:gd name="T52" fmla="*/ 72 w 105"/>
                  <a:gd name="T53" fmla="*/ 14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72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8" y="147"/>
                      <a:pt x="38" y="129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82" y="80"/>
                      <a:pt x="87" y="87"/>
                      <a:pt x="87" y="100"/>
                    </a:cubicBezTo>
                    <a:cubicBezTo>
                      <a:pt x="92" y="100"/>
                      <a:pt x="92" y="100"/>
                      <a:pt x="92" y="100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67"/>
                      <a:pt x="82" y="71"/>
                      <a:pt x="67" y="71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12"/>
                      <a:pt x="39" y="10"/>
                      <a:pt x="5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6" y="10"/>
                      <a:pt x="93" y="15"/>
                      <a:pt x="96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1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3" y="158"/>
                      <a:pt x="103" y="158"/>
                      <a:pt x="103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6" y="143"/>
                      <a:pt x="89" y="149"/>
                      <a:pt x="72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6" name="Freeform 27">
                <a:extLst>
                  <a:ext uri="{FF2B5EF4-FFF2-40B4-BE49-F238E27FC236}">
                    <a16:creationId xmlns:a16="http://schemas.microsoft.com/office/drawing/2014/main" id="{68206696-F60F-45C3-975C-392B10D47E7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60" y="7908"/>
                <a:ext cx="133" cy="118"/>
              </a:xfrm>
              <a:custGeom>
                <a:avLst/>
                <a:gdLst>
                  <a:gd name="T0" fmla="*/ 141 w 178"/>
                  <a:gd name="T1" fmla="*/ 14 h 158"/>
                  <a:gd name="T2" fmla="*/ 141 w 178"/>
                  <a:gd name="T3" fmla="*/ 134 h 158"/>
                  <a:gd name="T4" fmla="*/ 121 w 178"/>
                  <a:gd name="T5" fmla="*/ 153 h 158"/>
                  <a:gd name="T6" fmla="*/ 121 w 178"/>
                  <a:gd name="T7" fmla="*/ 158 h 158"/>
                  <a:gd name="T8" fmla="*/ 178 w 178"/>
                  <a:gd name="T9" fmla="*/ 158 h 158"/>
                  <a:gd name="T10" fmla="*/ 178 w 178"/>
                  <a:gd name="T11" fmla="*/ 153 h 158"/>
                  <a:gd name="T12" fmla="*/ 159 w 178"/>
                  <a:gd name="T13" fmla="*/ 134 h 158"/>
                  <a:gd name="T14" fmla="*/ 159 w 178"/>
                  <a:gd name="T15" fmla="*/ 25 h 158"/>
                  <a:gd name="T16" fmla="*/ 178 w 178"/>
                  <a:gd name="T17" fmla="*/ 5 h 158"/>
                  <a:gd name="T18" fmla="*/ 178 w 178"/>
                  <a:gd name="T19" fmla="*/ 0 h 158"/>
                  <a:gd name="T20" fmla="*/ 133 w 178"/>
                  <a:gd name="T21" fmla="*/ 0 h 158"/>
                  <a:gd name="T22" fmla="*/ 90 w 178"/>
                  <a:gd name="T23" fmla="*/ 135 h 158"/>
                  <a:gd name="T24" fmla="*/ 89 w 178"/>
                  <a:gd name="T25" fmla="*/ 135 h 158"/>
                  <a:gd name="T26" fmla="*/ 46 w 178"/>
                  <a:gd name="T27" fmla="*/ 0 h 158"/>
                  <a:gd name="T28" fmla="*/ 0 w 178"/>
                  <a:gd name="T29" fmla="*/ 0 h 158"/>
                  <a:gd name="T30" fmla="*/ 0 w 178"/>
                  <a:gd name="T31" fmla="*/ 5 h 158"/>
                  <a:gd name="T32" fmla="*/ 19 w 178"/>
                  <a:gd name="T33" fmla="*/ 25 h 158"/>
                  <a:gd name="T34" fmla="*/ 19 w 178"/>
                  <a:gd name="T35" fmla="*/ 134 h 158"/>
                  <a:gd name="T36" fmla="*/ 0 w 178"/>
                  <a:gd name="T37" fmla="*/ 153 h 158"/>
                  <a:gd name="T38" fmla="*/ 0 w 178"/>
                  <a:gd name="T39" fmla="*/ 158 h 158"/>
                  <a:gd name="T40" fmla="*/ 51 w 178"/>
                  <a:gd name="T41" fmla="*/ 158 h 158"/>
                  <a:gd name="T42" fmla="*/ 51 w 178"/>
                  <a:gd name="T43" fmla="*/ 153 h 158"/>
                  <a:gd name="T44" fmla="*/ 32 w 178"/>
                  <a:gd name="T45" fmla="*/ 134 h 158"/>
                  <a:gd name="T46" fmla="*/ 32 w 178"/>
                  <a:gd name="T47" fmla="*/ 14 h 158"/>
                  <a:gd name="T48" fmla="*/ 32 w 178"/>
                  <a:gd name="T49" fmla="*/ 14 h 158"/>
                  <a:gd name="T50" fmla="*/ 78 w 178"/>
                  <a:gd name="T51" fmla="*/ 158 h 158"/>
                  <a:gd name="T52" fmla="*/ 94 w 178"/>
                  <a:gd name="T53" fmla="*/ 158 h 158"/>
                  <a:gd name="T54" fmla="*/ 140 w 178"/>
                  <a:gd name="T55" fmla="*/ 14 h 158"/>
                  <a:gd name="T56" fmla="*/ 141 w 178"/>
                  <a:gd name="T57" fmla="*/ 1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58">
                    <a:moveTo>
                      <a:pt x="141" y="14"/>
                    </a:moveTo>
                    <a:cubicBezTo>
                      <a:pt x="141" y="134"/>
                      <a:pt x="141" y="134"/>
                      <a:pt x="141" y="134"/>
                    </a:cubicBezTo>
                    <a:cubicBezTo>
                      <a:pt x="141" y="152"/>
                      <a:pt x="133" y="153"/>
                      <a:pt x="121" y="153"/>
                    </a:cubicBezTo>
                    <a:cubicBezTo>
                      <a:pt x="121" y="158"/>
                      <a:pt x="121" y="158"/>
                      <a:pt x="121" y="158"/>
                    </a:cubicBezTo>
                    <a:cubicBezTo>
                      <a:pt x="178" y="158"/>
                      <a:pt x="178" y="158"/>
                      <a:pt x="178" y="158"/>
                    </a:cubicBezTo>
                    <a:cubicBezTo>
                      <a:pt x="178" y="153"/>
                      <a:pt x="178" y="153"/>
                      <a:pt x="178" y="153"/>
                    </a:cubicBezTo>
                    <a:cubicBezTo>
                      <a:pt x="166" y="153"/>
                      <a:pt x="159" y="152"/>
                      <a:pt x="159" y="134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7"/>
                      <a:pt x="166" y="5"/>
                      <a:pt x="178" y="5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94" y="158"/>
                      <a:pt x="94" y="158"/>
                      <a:pt x="94" y="158"/>
                    </a:cubicBezTo>
                    <a:cubicBezTo>
                      <a:pt x="140" y="14"/>
                      <a:pt x="140" y="14"/>
                      <a:pt x="140" y="14"/>
                    </a:cubicBezTo>
                    <a:lnTo>
                      <a:pt x="14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7" name="Freeform 28">
                <a:extLst>
                  <a:ext uri="{FF2B5EF4-FFF2-40B4-BE49-F238E27FC236}">
                    <a16:creationId xmlns:a16="http://schemas.microsoft.com/office/drawing/2014/main" id="{289092E5-CF3D-4C42-BC5C-8A0F241B08A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16" y="7908"/>
                <a:ext cx="44" cy="118"/>
              </a:xfrm>
              <a:custGeom>
                <a:avLst/>
                <a:gdLst>
                  <a:gd name="T0" fmla="*/ 0 w 58"/>
                  <a:gd name="T1" fmla="*/ 5 h 158"/>
                  <a:gd name="T2" fmla="*/ 19 w 58"/>
                  <a:gd name="T3" fmla="*/ 25 h 158"/>
                  <a:gd name="T4" fmla="*/ 19 w 58"/>
                  <a:gd name="T5" fmla="*/ 134 h 158"/>
                  <a:gd name="T6" fmla="*/ 0 w 58"/>
                  <a:gd name="T7" fmla="*/ 153 h 158"/>
                  <a:gd name="T8" fmla="*/ 0 w 58"/>
                  <a:gd name="T9" fmla="*/ 158 h 158"/>
                  <a:gd name="T10" fmla="*/ 58 w 58"/>
                  <a:gd name="T11" fmla="*/ 158 h 158"/>
                  <a:gd name="T12" fmla="*/ 58 w 58"/>
                  <a:gd name="T13" fmla="*/ 153 h 158"/>
                  <a:gd name="T14" fmla="*/ 39 w 58"/>
                  <a:gd name="T15" fmla="*/ 134 h 158"/>
                  <a:gd name="T16" fmla="*/ 39 w 58"/>
                  <a:gd name="T17" fmla="*/ 25 h 158"/>
                  <a:gd name="T18" fmla="*/ 58 w 58"/>
                  <a:gd name="T19" fmla="*/ 5 h 158"/>
                  <a:gd name="T20" fmla="*/ 58 w 58"/>
                  <a:gd name="T21" fmla="*/ 0 h 158"/>
                  <a:gd name="T22" fmla="*/ 0 w 58"/>
                  <a:gd name="T23" fmla="*/ 0 h 158"/>
                  <a:gd name="T24" fmla="*/ 0 w 58"/>
                  <a:gd name="T2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58">
                    <a:moveTo>
                      <a:pt x="0" y="5"/>
                    </a:move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8" name="Freeform 29">
                <a:extLst>
                  <a:ext uri="{FF2B5EF4-FFF2-40B4-BE49-F238E27FC236}">
                    <a16:creationId xmlns:a16="http://schemas.microsoft.com/office/drawing/2014/main" id="{4FD554E6-6948-42EC-AD90-2B6D280D2B9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83" y="7908"/>
                <a:ext cx="78" cy="118"/>
              </a:xfrm>
              <a:custGeom>
                <a:avLst/>
                <a:gdLst>
                  <a:gd name="T0" fmla="*/ 100 w 105"/>
                  <a:gd name="T1" fmla="*/ 127 h 158"/>
                  <a:gd name="T2" fmla="*/ 73 w 105"/>
                  <a:gd name="T3" fmla="*/ 149 h 158"/>
                  <a:gd name="T4" fmla="*/ 51 w 105"/>
                  <a:gd name="T5" fmla="*/ 149 h 158"/>
                  <a:gd name="T6" fmla="*/ 39 w 105"/>
                  <a:gd name="T7" fmla="*/ 129 h 158"/>
                  <a:gd name="T8" fmla="*/ 39 w 105"/>
                  <a:gd name="T9" fmla="*/ 80 h 158"/>
                  <a:gd name="T10" fmla="*/ 68 w 105"/>
                  <a:gd name="T11" fmla="*/ 80 h 158"/>
                  <a:gd name="T12" fmla="*/ 88 w 105"/>
                  <a:gd name="T13" fmla="*/ 100 h 158"/>
                  <a:gd name="T14" fmla="*/ 93 w 105"/>
                  <a:gd name="T15" fmla="*/ 100 h 158"/>
                  <a:gd name="T16" fmla="*/ 93 w 105"/>
                  <a:gd name="T17" fmla="*/ 51 h 158"/>
                  <a:gd name="T18" fmla="*/ 88 w 105"/>
                  <a:gd name="T19" fmla="*/ 51 h 158"/>
                  <a:gd name="T20" fmla="*/ 68 w 105"/>
                  <a:gd name="T21" fmla="*/ 71 h 158"/>
                  <a:gd name="T22" fmla="*/ 39 w 105"/>
                  <a:gd name="T23" fmla="*/ 71 h 158"/>
                  <a:gd name="T24" fmla="*/ 39 w 105"/>
                  <a:gd name="T25" fmla="*/ 30 h 158"/>
                  <a:gd name="T26" fmla="*/ 51 w 105"/>
                  <a:gd name="T27" fmla="*/ 10 h 158"/>
                  <a:gd name="T28" fmla="*/ 71 w 105"/>
                  <a:gd name="T29" fmla="*/ 10 h 158"/>
                  <a:gd name="T30" fmla="*/ 97 w 105"/>
                  <a:gd name="T31" fmla="*/ 29 h 158"/>
                  <a:gd name="T32" fmla="*/ 102 w 105"/>
                  <a:gd name="T33" fmla="*/ 29 h 158"/>
                  <a:gd name="T34" fmla="*/ 101 w 105"/>
                  <a:gd name="T35" fmla="*/ 0 h 158"/>
                  <a:gd name="T36" fmla="*/ 0 w 105"/>
                  <a:gd name="T37" fmla="*/ 0 h 158"/>
                  <a:gd name="T38" fmla="*/ 0 w 105"/>
                  <a:gd name="T39" fmla="*/ 5 h 158"/>
                  <a:gd name="T40" fmla="*/ 20 w 105"/>
                  <a:gd name="T41" fmla="*/ 25 h 158"/>
                  <a:gd name="T42" fmla="*/ 20 w 105"/>
                  <a:gd name="T43" fmla="*/ 134 h 158"/>
                  <a:gd name="T44" fmla="*/ 0 w 105"/>
                  <a:gd name="T45" fmla="*/ 153 h 158"/>
                  <a:gd name="T46" fmla="*/ 0 w 105"/>
                  <a:gd name="T47" fmla="*/ 158 h 158"/>
                  <a:gd name="T48" fmla="*/ 104 w 105"/>
                  <a:gd name="T49" fmla="*/ 158 h 158"/>
                  <a:gd name="T50" fmla="*/ 105 w 105"/>
                  <a:gd name="T51" fmla="*/ 127 h 158"/>
                  <a:gd name="T52" fmla="*/ 100 w 105"/>
                  <a:gd name="T53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100" y="127"/>
                    </a:moveTo>
                    <a:cubicBezTo>
                      <a:pt x="97" y="143"/>
                      <a:pt x="90" y="149"/>
                      <a:pt x="73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7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2"/>
                      <a:pt x="40" y="10"/>
                      <a:pt x="5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87" y="10"/>
                      <a:pt x="94" y="15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lnTo>
                      <a:pt x="100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09" name="Freeform 30">
                <a:extLst>
                  <a:ext uri="{FF2B5EF4-FFF2-40B4-BE49-F238E27FC236}">
                    <a16:creationId xmlns:a16="http://schemas.microsoft.com/office/drawing/2014/main" id="{A1A023F5-B77F-4193-BC34-D0C5ADD43A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85" y="7908"/>
                <a:ext cx="105" cy="118"/>
              </a:xfrm>
              <a:custGeom>
                <a:avLst/>
                <a:gdLst>
                  <a:gd name="T0" fmla="*/ 90 w 141"/>
                  <a:gd name="T1" fmla="*/ 5 h 158"/>
                  <a:gd name="T2" fmla="*/ 109 w 141"/>
                  <a:gd name="T3" fmla="*/ 25 h 158"/>
                  <a:gd name="T4" fmla="*/ 109 w 141"/>
                  <a:gd name="T5" fmla="*/ 128 h 158"/>
                  <a:gd name="T6" fmla="*/ 109 w 141"/>
                  <a:gd name="T7" fmla="*/ 128 h 158"/>
                  <a:gd name="T8" fmla="*/ 40 w 141"/>
                  <a:gd name="T9" fmla="*/ 0 h 158"/>
                  <a:gd name="T10" fmla="*/ 0 w 141"/>
                  <a:gd name="T11" fmla="*/ 0 h 158"/>
                  <a:gd name="T12" fmla="*/ 0 w 141"/>
                  <a:gd name="T13" fmla="*/ 5 h 158"/>
                  <a:gd name="T14" fmla="*/ 19 w 141"/>
                  <a:gd name="T15" fmla="*/ 25 h 158"/>
                  <a:gd name="T16" fmla="*/ 19 w 141"/>
                  <a:gd name="T17" fmla="*/ 134 h 158"/>
                  <a:gd name="T18" fmla="*/ 0 w 141"/>
                  <a:gd name="T19" fmla="*/ 153 h 158"/>
                  <a:gd name="T20" fmla="*/ 0 w 141"/>
                  <a:gd name="T21" fmla="*/ 158 h 158"/>
                  <a:gd name="T22" fmla="*/ 51 w 141"/>
                  <a:gd name="T23" fmla="*/ 158 h 158"/>
                  <a:gd name="T24" fmla="*/ 51 w 141"/>
                  <a:gd name="T25" fmla="*/ 153 h 158"/>
                  <a:gd name="T26" fmla="*/ 32 w 141"/>
                  <a:gd name="T27" fmla="*/ 134 h 158"/>
                  <a:gd name="T28" fmla="*/ 32 w 141"/>
                  <a:gd name="T29" fmla="*/ 22 h 158"/>
                  <a:gd name="T30" fmla="*/ 33 w 141"/>
                  <a:gd name="T31" fmla="*/ 22 h 158"/>
                  <a:gd name="T32" fmla="*/ 105 w 141"/>
                  <a:gd name="T33" fmla="*/ 158 h 158"/>
                  <a:gd name="T34" fmla="*/ 122 w 141"/>
                  <a:gd name="T35" fmla="*/ 158 h 158"/>
                  <a:gd name="T36" fmla="*/ 122 w 141"/>
                  <a:gd name="T37" fmla="*/ 25 h 158"/>
                  <a:gd name="T38" fmla="*/ 141 w 141"/>
                  <a:gd name="T39" fmla="*/ 5 h 158"/>
                  <a:gd name="T40" fmla="*/ 141 w 141"/>
                  <a:gd name="T41" fmla="*/ 0 h 158"/>
                  <a:gd name="T42" fmla="*/ 90 w 141"/>
                  <a:gd name="T43" fmla="*/ 0 h 158"/>
                  <a:gd name="T44" fmla="*/ 90 w 141"/>
                  <a:gd name="T4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90" y="5"/>
                    </a:moveTo>
                    <a:cubicBezTo>
                      <a:pt x="102" y="5"/>
                      <a:pt x="109" y="7"/>
                      <a:pt x="109" y="25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2" y="7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9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0" name="Freeform 31">
                <a:extLst>
                  <a:ext uri="{FF2B5EF4-FFF2-40B4-BE49-F238E27FC236}">
                    <a16:creationId xmlns:a16="http://schemas.microsoft.com/office/drawing/2014/main" id="{BE765922-E7A5-47BD-B696-5EE8CA27EF8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859" y="7508"/>
                <a:ext cx="457" cy="550"/>
              </a:xfrm>
              <a:custGeom>
                <a:avLst/>
                <a:gdLst>
                  <a:gd name="T0" fmla="*/ 597 w 614"/>
                  <a:gd name="T1" fmla="*/ 482 h 737"/>
                  <a:gd name="T2" fmla="*/ 611 w 614"/>
                  <a:gd name="T3" fmla="*/ 353 h 737"/>
                  <a:gd name="T4" fmla="*/ 588 w 614"/>
                  <a:gd name="T5" fmla="*/ 227 h 737"/>
                  <a:gd name="T6" fmla="*/ 510 w 614"/>
                  <a:gd name="T7" fmla="*/ 95 h 737"/>
                  <a:gd name="T8" fmla="*/ 379 w 614"/>
                  <a:gd name="T9" fmla="*/ 12 h 737"/>
                  <a:gd name="T10" fmla="*/ 248 w 614"/>
                  <a:gd name="T11" fmla="*/ 8 h 737"/>
                  <a:gd name="T12" fmla="*/ 131 w 614"/>
                  <a:gd name="T13" fmla="*/ 69 h 737"/>
                  <a:gd name="T14" fmla="*/ 39 w 614"/>
                  <a:gd name="T15" fmla="*/ 192 h 737"/>
                  <a:gd name="T16" fmla="*/ 2 w 614"/>
                  <a:gd name="T17" fmla="*/ 329 h 737"/>
                  <a:gd name="T18" fmla="*/ 9 w 614"/>
                  <a:gd name="T19" fmla="*/ 447 h 737"/>
                  <a:gd name="T20" fmla="*/ 52 w 614"/>
                  <a:gd name="T21" fmla="*/ 570 h 737"/>
                  <a:gd name="T22" fmla="*/ 155 w 614"/>
                  <a:gd name="T23" fmla="*/ 686 h 737"/>
                  <a:gd name="T24" fmla="*/ 300 w 614"/>
                  <a:gd name="T25" fmla="*/ 735 h 737"/>
                  <a:gd name="T26" fmla="*/ 428 w 614"/>
                  <a:gd name="T27" fmla="*/ 705 h 737"/>
                  <a:gd name="T28" fmla="*/ 549 w 614"/>
                  <a:gd name="T29" fmla="*/ 585 h 737"/>
                  <a:gd name="T30" fmla="*/ 568 w 614"/>
                  <a:gd name="T31" fmla="*/ 533 h 737"/>
                  <a:gd name="T32" fmla="*/ 596 w 614"/>
                  <a:gd name="T33" fmla="*/ 465 h 737"/>
                  <a:gd name="T34" fmla="*/ 605 w 614"/>
                  <a:gd name="T35" fmla="*/ 415 h 737"/>
                  <a:gd name="T36" fmla="*/ 607 w 614"/>
                  <a:gd name="T37" fmla="*/ 336 h 737"/>
                  <a:gd name="T38" fmla="*/ 584 w 614"/>
                  <a:gd name="T39" fmla="*/ 248 h 737"/>
                  <a:gd name="T40" fmla="*/ 565 w 614"/>
                  <a:gd name="T41" fmla="*/ 201 h 737"/>
                  <a:gd name="T42" fmla="*/ 531 w 614"/>
                  <a:gd name="T43" fmla="*/ 135 h 737"/>
                  <a:gd name="T44" fmla="*/ 500 w 614"/>
                  <a:gd name="T45" fmla="*/ 95 h 737"/>
                  <a:gd name="T46" fmla="*/ 471 w 614"/>
                  <a:gd name="T47" fmla="*/ 63 h 737"/>
                  <a:gd name="T48" fmla="*/ 433 w 614"/>
                  <a:gd name="T49" fmla="*/ 38 h 737"/>
                  <a:gd name="T50" fmla="*/ 348 w 614"/>
                  <a:gd name="T51" fmla="*/ 11 h 737"/>
                  <a:gd name="T52" fmla="*/ 281 w 614"/>
                  <a:gd name="T53" fmla="*/ 6 h 737"/>
                  <a:gd name="T54" fmla="*/ 219 w 614"/>
                  <a:gd name="T55" fmla="*/ 30 h 737"/>
                  <a:gd name="T56" fmla="*/ 175 w 614"/>
                  <a:gd name="T57" fmla="*/ 52 h 737"/>
                  <a:gd name="T58" fmla="*/ 135 w 614"/>
                  <a:gd name="T59" fmla="*/ 81 h 737"/>
                  <a:gd name="T60" fmla="*/ 98 w 614"/>
                  <a:gd name="T61" fmla="*/ 117 h 737"/>
                  <a:gd name="T62" fmla="*/ 55 w 614"/>
                  <a:gd name="T63" fmla="*/ 167 h 737"/>
                  <a:gd name="T64" fmla="*/ 41 w 614"/>
                  <a:gd name="T65" fmla="*/ 215 h 737"/>
                  <a:gd name="T66" fmla="*/ 21 w 614"/>
                  <a:gd name="T67" fmla="*/ 295 h 737"/>
                  <a:gd name="T68" fmla="*/ 15 w 614"/>
                  <a:gd name="T69" fmla="*/ 373 h 737"/>
                  <a:gd name="T70" fmla="*/ 13 w 614"/>
                  <a:gd name="T71" fmla="*/ 437 h 737"/>
                  <a:gd name="T72" fmla="*/ 33 w 614"/>
                  <a:gd name="T73" fmla="*/ 500 h 737"/>
                  <a:gd name="T74" fmla="*/ 52 w 614"/>
                  <a:gd name="T75" fmla="*/ 548 h 737"/>
                  <a:gd name="T76" fmla="*/ 76 w 614"/>
                  <a:gd name="T77" fmla="*/ 592 h 737"/>
                  <a:gd name="T78" fmla="*/ 127 w 614"/>
                  <a:gd name="T79" fmla="*/ 648 h 737"/>
                  <a:gd name="T80" fmla="*/ 152 w 614"/>
                  <a:gd name="T81" fmla="*/ 680 h 737"/>
                  <a:gd name="T82" fmla="*/ 202 w 614"/>
                  <a:gd name="T83" fmla="*/ 708 h 737"/>
                  <a:gd name="T84" fmla="*/ 254 w 614"/>
                  <a:gd name="T85" fmla="*/ 723 h 737"/>
                  <a:gd name="T86" fmla="*/ 331 w 614"/>
                  <a:gd name="T87" fmla="*/ 721 h 737"/>
                  <a:gd name="T88" fmla="*/ 394 w 614"/>
                  <a:gd name="T89" fmla="*/ 716 h 737"/>
                  <a:gd name="T90" fmla="*/ 445 w 614"/>
                  <a:gd name="T91" fmla="*/ 691 h 737"/>
                  <a:gd name="T92" fmla="*/ 487 w 614"/>
                  <a:gd name="T93" fmla="*/ 659 h 737"/>
                  <a:gd name="T94" fmla="*/ 519 w 614"/>
                  <a:gd name="T95" fmla="*/ 626 h 737"/>
                  <a:gd name="T96" fmla="*/ 535 w 614"/>
                  <a:gd name="T97" fmla="*/ 581 h 737"/>
                  <a:gd name="T98" fmla="*/ 429 w 614"/>
                  <a:gd name="T99" fmla="*/ 685 h 737"/>
                  <a:gd name="T100" fmla="*/ 300 w 614"/>
                  <a:gd name="T101" fmla="*/ 720 h 737"/>
                  <a:gd name="T102" fmla="*/ 182 w 614"/>
                  <a:gd name="T103" fmla="*/ 686 h 737"/>
                  <a:gd name="T104" fmla="*/ 76 w 614"/>
                  <a:gd name="T105" fmla="*/ 580 h 737"/>
                  <a:gd name="T106" fmla="*/ 29 w 614"/>
                  <a:gd name="T107" fmla="*/ 461 h 737"/>
                  <a:gd name="T108" fmla="*/ 19 w 614"/>
                  <a:gd name="T109" fmla="*/ 341 h 737"/>
                  <a:gd name="T110" fmla="*/ 55 w 614"/>
                  <a:gd name="T111" fmla="*/ 198 h 737"/>
                  <a:gd name="T112" fmla="*/ 144 w 614"/>
                  <a:gd name="T113" fmla="*/ 79 h 737"/>
                  <a:gd name="T114" fmla="*/ 255 w 614"/>
                  <a:gd name="T115" fmla="*/ 23 h 737"/>
                  <a:gd name="T116" fmla="*/ 375 w 614"/>
                  <a:gd name="T117" fmla="*/ 27 h 737"/>
                  <a:gd name="T118" fmla="*/ 499 w 614"/>
                  <a:gd name="T119" fmla="*/ 106 h 737"/>
                  <a:gd name="T120" fmla="*/ 574 w 614"/>
                  <a:gd name="T121" fmla="*/ 235 h 737"/>
                  <a:gd name="T122" fmla="*/ 595 w 614"/>
                  <a:gd name="T123" fmla="*/ 359 h 737"/>
                  <a:gd name="T124" fmla="*/ 580 w 614"/>
                  <a:gd name="T125" fmla="*/ 482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4" h="737">
                    <a:moveTo>
                      <a:pt x="542" y="602"/>
                    </a:move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6" y="598"/>
                      <a:pt x="549" y="595"/>
                      <a:pt x="551" y="591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4" y="587"/>
                      <a:pt x="555" y="583"/>
                      <a:pt x="556" y="579"/>
                    </a:cubicBezTo>
                    <a:cubicBezTo>
                      <a:pt x="556" y="579"/>
                      <a:pt x="556" y="579"/>
                      <a:pt x="556" y="579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62" y="573"/>
                      <a:pt x="566" y="567"/>
                      <a:pt x="568" y="556"/>
                    </a:cubicBezTo>
                    <a:cubicBezTo>
                      <a:pt x="568" y="556"/>
                      <a:pt x="568" y="556"/>
                      <a:pt x="568" y="556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74" y="550"/>
                      <a:pt x="578" y="544"/>
                      <a:pt x="579" y="533"/>
                    </a:cubicBezTo>
                    <a:cubicBezTo>
                      <a:pt x="579" y="533"/>
                      <a:pt x="579" y="533"/>
                      <a:pt x="579" y="533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2" y="529"/>
                      <a:pt x="584" y="526"/>
                      <a:pt x="586" y="521"/>
                    </a:cubicBezTo>
                    <a:cubicBezTo>
                      <a:pt x="586" y="521"/>
                      <a:pt x="586" y="521"/>
                      <a:pt x="586" y="521"/>
                    </a:cubicBezTo>
                    <a:cubicBezTo>
                      <a:pt x="587" y="518"/>
                      <a:pt x="588" y="513"/>
                      <a:pt x="589" y="508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93" y="502"/>
                      <a:pt x="596" y="495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600" y="477"/>
                      <a:pt x="602" y="471"/>
                      <a:pt x="602" y="462"/>
                    </a:cubicBezTo>
                    <a:cubicBezTo>
                      <a:pt x="602" y="461"/>
                      <a:pt x="602" y="460"/>
                      <a:pt x="602" y="459"/>
                    </a:cubicBezTo>
                    <a:cubicBezTo>
                      <a:pt x="602" y="459"/>
                      <a:pt x="602" y="459"/>
                      <a:pt x="602" y="459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5" y="454"/>
                      <a:pt x="606" y="450"/>
                      <a:pt x="607" y="446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3"/>
                      <a:pt x="607" y="441"/>
                      <a:pt x="607" y="440"/>
                    </a:cubicBezTo>
                    <a:cubicBezTo>
                      <a:pt x="607" y="437"/>
                      <a:pt x="607" y="435"/>
                      <a:pt x="607" y="433"/>
                    </a:cubicBezTo>
                    <a:cubicBezTo>
                      <a:pt x="607" y="432"/>
                      <a:pt x="607" y="432"/>
                      <a:pt x="607" y="432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9" y="427"/>
                      <a:pt x="611" y="422"/>
                      <a:pt x="611" y="416"/>
                    </a:cubicBezTo>
                    <a:cubicBezTo>
                      <a:pt x="611" y="414"/>
                      <a:pt x="610" y="411"/>
                      <a:pt x="610" y="407"/>
                    </a:cubicBezTo>
                    <a:cubicBezTo>
                      <a:pt x="610" y="407"/>
                      <a:pt x="610" y="407"/>
                      <a:pt x="610" y="407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2" y="402"/>
                      <a:pt x="613" y="398"/>
                      <a:pt x="613" y="393"/>
                    </a:cubicBezTo>
                    <a:cubicBezTo>
                      <a:pt x="613" y="389"/>
                      <a:pt x="612" y="386"/>
                      <a:pt x="611" y="382"/>
                    </a:cubicBezTo>
                    <a:cubicBezTo>
                      <a:pt x="611" y="382"/>
                      <a:pt x="611" y="382"/>
                      <a:pt x="611" y="382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3" y="377"/>
                      <a:pt x="614" y="373"/>
                      <a:pt x="614" y="368"/>
                    </a:cubicBezTo>
                    <a:cubicBezTo>
                      <a:pt x="614" y="368"/>
                      <a:pt x="614" y="368"/>
                      <a:pt x="614" y="368"/>
                    </a:cubicBezTo>
                    <a:cubicBezTo>
                      <a:pt x="614" y="367"/>
                      <a:pt x="614" y="367"/>
                      <a:pt x="614" y="367"/>
                    </a:cubicBezTo>
                    <a:cubicBezTo>
                      <a:pt x="613" y="364"/>
                      <a:pt x="613" y="360"/>
                      <a:pt x="611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2" y="350"/>
                      <a:pt x="613" y="348"/>
                      <a:pt x="613" y="344"/>
                    </a:cubicBezTo>
                    <a:cubicBezTo>
                      <a:pt x="613" y="340"/>
                      <a:pt x="612" y="335"/>
                      <a:pt x="610" y="330"/>
                    </a:cubicBezTo>
                    <a:cubicBezTo>
                      <a:pt x="610" y="329"/>
                      <a:pt x="610" y="329"/>
                      <a:pt x="610" y="329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5"/>
                      <a:pt x="611" y="323"/>
                      <a:pt x="611" y="320"/>
                    </a:cubicBezTo>
                    <a:cubicBezTo>
                      <a:pt x="611" y="316"/>
                      <a:pt x="610" y="310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0"/>
                      <a:pt x="607" y="298"/>
                      <a:pt x="607" y="296"/>
                    </a:cubicBezTo>
                    <a:cubicBezTo>
                      <a:pt x="607" y="294"/>
                      <a:pt x="607" y="293"/>
                      <a:pt x="607" y="291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6"/>
                      <a:pt x="604" y="282"/>
                      <a:pt x="602" y="278"/>
                    </a:cubicBezTo>
                    <a:cubicBezTo>
                      <a:pt x="602" y="278"/>
                      <a:pt x="602" y="278"/>
                      <a:pt x="602" y="278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5"/>
                      <a:pt x="602" y="273"/>
                      <a:pt x="602" y="272"/>
                    </a:cubicBezTo>
                    <a:cubicBezTo>
                      <a:pt x="602" y="267"/>
                      <a:pt x="601" y="260"/>
                      <a:pt x="596" y="253"/>
                    </a:cubicBezTo>
                    <a:cubicBezTo>
                      <a:pt x="596" y="253"/>
                      <a:pt x="596" y="253"/>
                      <a:pt x="596" y="253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0"/>
                      <a:pt x="596" y="249"/>
                      <a:pt x="596" y="248"/>
                    </a:cubicBezTo>
                    <a:cubicBezTo>
                      <a:pt x="596" y="243"/>
                      <a:pt x="594" y="236"/>
                      <a:pt x="589" y="229"/>
                    </a:cubicBezTo>
                    <a:cubicBezTo>
                      <a:pt x="589" y="229"/>
                      <a:pt x="589" y="229"/>
                      <a:pt x="589" y="229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6"/>
                      <a:pt x="588" y="226"/>
                      <a:pt x="588" y="226"/>
                    </a:cubicBezTo>
                    <a:cubicBezTo>
                      <a:pt x="588" y="223"/>
                      <a:pt x="587" y="219"/>
                      <a:pt x="586" y="215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4" y="211"/>
                      <a:pt x="582" y="207"/>
                      <a:pt x="579" y="204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8" y="196"/>
                      <a:pt x="576" y="189"/>
                      <a:pt x="569" y="180"/>
                    </a:cubicBezTo>
                    <a:cubicBezTo>
                      <a:pt x="569" y="180"/>
                      <a:pt x="569" y="180"/>
                      <a:pt x="569" y="180"/>
                    </a:cubicBezTo>
                    <a:cubicBezTo>
                      <a:pt x="568" y="179"/>
                      <a:pt x="568" y="179"/>
                      <a:pt x="568" y="179"/>
                    </a:cubicBezTo>
                    <a:cubicBezTo>
                      <a:pt x="568" y="178"/>
                      <a:pt x="568" y="178"/>
                      <a:pt x="568" y="178"/>
                    </a:cubicBezTo>
                    <a:cubicBezTo>
                      <a:pt x="567" y="172"/>
                      <a:pt x="564" y="165"/>
                      <a:pt x="557" y="158"/>
                    </a:cubicBezTo>
                    <a:cubicBezTo>
                      <a:pt x="556" y="158"/>
                      <a:pt x="556" y="158"/>
                      <a:pt x="556" y="158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5" y="156"/>
                      <a:pt x="555" y="156"/>
                      <a:pt x="555" y="156"/>
                    </a:cubicBezTo>
                    <a:cubicBezTo>
                      <a:pt x="555" y="153"/>
                      <a:pt x="554" y="149"/>
                      <a:pt x="551" y="145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48" y="141"/>
                      <a:pt x="546" y="138"/>
                      <a:pt x="542" y="135"/>
                    </a:cubicBezTo>
                    <a:cubicBezTo>
                      <a:pt x="542" y="135"/>
                      <a:pt x="542" y="135"/>
                      <a:pt x="542" y="135"/>
                    </a:cubicBezTo>
                    <a:cubicBezTo>
                      <a:pt x="541" y="134"/>
                      <a:pt x="541" y="134"/>
                      <a:pt x="541" y="134"/>
                    </a:cubicBezTo>
                    <a:cubicBezTo>
                      <a:pt x="541" y="133"/>
                      <a:pt x="541" y="133"/>
                      <a:pt x="541" y="133"/>
                    </a:cubicBezTo>
                    <a:cubicBezTo>
                      <a:pt x="540" y="127"/>
                      <a:pt x="536" y="121"/>
                      <a:pt x="527" y="115"/>
                    </a:cubicBezTo>
                    <a:cubicBezTo>
                      <a:pt x="527" y="114"/>
                      <a:pt x="527" y="114"/>
                      <a:pt x="527" y="114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4" y="107"/>
                      <a:pt x="519" y="101"/>
                      <a:pt x="510" y="95"/>
                    </a:cubicBezTo>
                    <a:cubicBezTo>
                      <a:pt x="510" y="95"/>
                      <a:pt x="510" y="95"/>
                      <a:pt x="510" y="95"/>
                    </a:cubicBezTo>
                    <a:cubicBezTo>
                      <a:pt x="509" y="94"/>
                      <a:pt x="509" y="94"/>
                      <a:pt x="509" y="94"/>
                    </a:cubicBezTo>
                    <a:cubicBezTo>
                      <a:pt x="509" y="93"/>
                      <a:pt x="509" y="93"/>
                      <a:pt x="509" y="93"/>
                    </a:cubicBezTo>
                    <a:cubicBezTo>
                      <a:pt x="507" y="90"/>
                      <a:pt x="505" y="87"/>
                      <a:pt x="502" y="84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499" y="81"/>
                      <a:pt x="495" y="78"/>
                      <a:pt x="491" y="76"/>
                    </a:cubicBezTo>
                    <a:cubicBezTo>
                      <a:pt x="491" y="76"/>
                      <a:pt x="491" y="76"/>
                      <a:pt x="491" y="76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87" y="69"/>
                      <a:pt x="482" y="63"/>
                      <a:pt x="471" y="59"/>
                    </a:cubicBezTo>
                    <a:cubicBezTo>
                      <a:pt x="471" y="59"/>
                      <a:pt x="471" y="59"/>
                      <a:pt x="471" y="59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67" y="53"/>
                      <a:pt x="461" y="48"/>
                      <a:pt x="450" y="45"/>
                    </a:cubicBezTo>
                    <a:cubicBezTo>
                      <a:pt x="450" y="44"/>
                      <a:pt x="450" y="44"/>
                      <a:pt x="450" y="44"/>
                    </a:cubicBezTo>
                    <a:cubicBezTo>
                      <a:pt x="449" y="44"/>
                      <a:pt x="449" y="44"/>
                      <a:pt x="449" y="44"/>
                    </a:cubicBezTo>
                    <a:cubicBezTo>
                      <a:pt x="449" y="43"/>
                      <a:pt x="449" y="43"/>
                      <a:pt x="449" y="43"/>
                    </a:cubicBezTo>
                    <a:cubicBezTo>
                      <a:pt x="446" y="41"/>
                      <a:pt x="444" y="38"/>
                      <a:pt x="440" y="36"/>
                    </a:cubicBezTo>
                    <a:cubicBezTo>
                      <a:pt x="440" y="36"/>
                      <a:pt x="440" y="36"/>
                      <a:pt x="440" y="36"/>
                    </a:cubicBezTo>
                    <a:cubicBezTo>
                      <a:pt x="436" y="34"/>
                      <a:pt x="432" y="32"/>
                      <a:pt x="427" y="31"/>
                    </a:cubicBezTo>
                    <a:cubicBezTo>
                      <a:pt x="427" y="31"/>
                      <a:pt x="427" y="31"/>
                      <a:pt x="427" y="31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1" y="26"/>
                      <a:pt x="414" y="21"/>
                      <a:pt x="403" y="20"/>
                    </a:cubicBezTo>
                    <a:cubicBezTo>
                      <a:pt x="403" y="20"/>
                      <a:pt x="403" y="20"/>
                      <a:pt x="403" y="20"/>
                    </a:cubicBezTo>
                    <a:cubicBezTo>
                      <a:pt x="402" y="20"/>
                      <a:pt x="402" y="20"/>
                      <a:pt x="402" y="20"/>
                    </a:cubicBezTo>
                    <a:cubicBezTo>
                      <a:pt x="401" y="19"/>
                      <a:pt x="401" y="19"/>
                      <a:pt x="401" y="19"/>
                    </a:cubicBezTo>
                    <a:cubicBezTo>
                      <a:pt x="397" y="15"/>
                      <a:pt x="390" y="12"/>
                      <a:pt x="379" y="12"/>
                    </a:cubicBezTo>
                    <a:cubicBezTo>
                      <a:pt x="379" y="12"/>
                      <a:pt x="379" y="12"/>
                      <a:pt x="379" y="12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4" y="9"/>
                      <a:pt x="371" y="7"/>
                      <a:pt x="366" y="6"/>
                    </a:cubicBezTo>
                    <a:cubicBezTo>
                      <a:pt x="366" y="6"/>
                      <a:pt x="366" y="6"/>
                      <a:pt x="366" y="6"/>
                    </a:cubicBezTo>
                    <a:cubicBezTo>
                      <a:pt x="363" y="6"/>
                      <a:pt x="360" y="5"/>
                      <a:pt x="357" y="5"/>
                    </a:cubicBezTo>
                    <a:cubicBezTo>
                      <a:pt x="355" y="5"/>
                      <a:pt x="354" y="5"/>
                      <a:pt x="352" y="5"/>
                    </a:cubicBezTo>
                    <a:cubicBezTo>
                      <a:pt x="352" y="5"/>
                      <a:pt x="352" y="5"/>
                      <a:pt x="352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0" y="5"/>
                      <a:pt x="350" y="5"/>
                      <a:pt x="350" y="5"/>
                    </a:cubicBezTo>
                    <a:cubicBezTo>
                      <a:pt x="347" y="3"/>
                      <a:pt x="342" y="1"/>
                      <a:pt x="335" y="1"/>
                    </a:cubicBezTo>
                    <a:cubicBezTo>
                      <a:pt x="333" y="1"/>
                      <a:pt x="330" y="2"/>
                      <a:pt x="327" y="2"/>
                    </a:cubicBezTo>
                    <a:cubicBezTo>
                      <a:pt x="327" y="2"/>
                      <a:pt x="327" y="2"/>
                      <a:pt x="327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1" y="1"/>
                      <a:pt x="318" y="0"/>
                      <a:pt x="313" y="0"/>
                    </a:cubicBezTo>
                    <a:cubicBezTo>
                      <a:pt x="309" y="0"/>
                      <a:pt x="305" y="0"/>
                      <a:pt x="301" y="2"/>
                    </a:cubicBezTo>
                    <a:cubicBezTo>
                      <a:pt x="301" y="2"/>
                      <a:pt x="301" y="2"/>
                      <a:pt x="301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6" y="1"/>
                      <a:pt x="293" y="0"/>
                      <a:pt x="290" y="0"/>
                    </a:cubicBezTo>
                    <a:cubicBezTo>
                      <a:pt x="289" y="0"/>
                      <a:pt x="288" y="0"/>
                      <a:pt x="287" y="0"/>
                    </a:cubicBezTo>
                    <a:cubicBezTo>
                      <a:pt x="287" y="0"/>
                      <a:pt x="287" y="0"/>
                      <a:pt x="287" y="0"/>
                    </a:cubicBezTo>
                    <a:cubicBezTo>
                      <a:pt x="283" y="1"/>
                      <a:pt x="279" y="1"/>
                      <a:pt x="274" y="4"/>
                    </a:cubicBezTo>
                    <a:cubicBezTo>
                      <a:pt x="274" y="4"/>
                      <a:pt x="274" y="4"/>
                      <a:pt x="274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0" y="3"/>
                      <a:pt x="268" y="3"/>
                      <a:pt x="266" y="3"/>
                    </a:cubicBezTo>
                    <a:cubicBezTo>
                      <a:pt x="261" y="3"/>
                      <a:pt x="255" y="4"/>
                      <a:pt x="248" y="8"/>
                    </a:cubicBezTo>
                    <a:cubicBezTo>
                      <a:pt x="248" y="8"/>
                      <a:pt x="248" y="8"/>
                      <a:pt x="248" y="8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5" y="8"/>
                      <a:pt x="244" y="8"/>
                      <a:pt x="243" y="8"/>
                    </a:cubicBezTo>
                    <a:cubicBezTo>
                      <a:pt x="238" y="8"/>
                      <a:pt x="231" y="10"/>
                      <a:pt x="223" y="15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2" y="16"/>
                      <a:pt x="222" y="16"/>
                      <a:pt x="222" y="16"/>
                    </a:cubicBezTo>
                    <a:cubicBezTo>
                      <a:pt x="221" y="16"/>
                      <a:pt x="221" y="16"/>
                      <a:pt x="221" y="16"/>
                    </a:cubicBezTo>
                    <a:cubicBezTo>
                      <a:pt x="221" y="16"/>
                      <a:pt x="221" y="16"/>
                      <a:pt x="220" y="16"/>
                    </a:cubicBezTo>
                    <a:cubicBezTo>
                      <a:pt x="217" y="16"/>
                      <a:pt x="213" y="17"/>
                      <a:pt x="210" y="18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5" y="20"/>
                      <a:pt x="202" y="22"/>
                      <a:pt x="198" y="25"/>
                    </a:cubicBezTo>
                    <a:cubicBezTo>
                      <a:pt x="198" y="25"/>
                      <a:pt x="198" y="25"/>
                      <a:pt x="198" y="25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0" y="27"/>
                      <a:pt x="183" y="29"/>
                      <a:pt x="175" y="37"/>
                    </a:cubicBezTo>
                    <a:cubicBezTo>
                      <a:pt x="175" y="37"/>
                      <a:pt x="175" y="37"/>
                      <a:pt x="175" y="37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67" y="39"/>
                      <a:pt x="160" y="43"/>
                      <a:pt x="153" y="51"/>
                    </a:cubicBezTo>
                    <a:cubicBezTo>
                      <a:pt x="153" y="51"/>
                      <a:pt x="153" y="51"/>
                      <a:pt x="153" y="51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48" y="53"/>
                      <a:pt x="145" y="55"/>
                      <a:pt x="141" y="58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37" y="61"/>
                      <a:pt x="135" y="64"/>
                      <a:pt x="132" y="68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30" y="69"/>
                      <a:pt x="130" y="69"/>
                      <a:pt x="130" y="69"/>
                    </a:cubicBezTo>
                    <a:cubicBezTo>
                      <a:pt x="125" y="71"/>
                      <a:pt x="119" y="75"/>
                      <a:pt x="113" y="85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06" y="89"/>
                      <a:pt x="100" y="94"/>
                      <a:pt x="96" y="104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1" y="107"/>
                      <a:pt x="88" y="109"/>
                      <a:pt x="85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2" y="117"/>
                      <a:pt x="80" y="120"/>
                      <a:pt x="79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8" y="126"/>
                      <a:pt x="78" y="126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2" y="130"/>
                      <a:pt x="67" y="135"/>
                      <a:pt x="64" y="146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58" y="151"/>
                      <a:pt x="54" y="157"/>
                      <a:pt x="51" y="168"/>
                    </a:cubicBezTo>
                    <a:cubicBezTo>
                      <a:pt x="51" y="168"/>
                      <a:pt x="51" y="168"/>
                      <a:pt x="51" y="168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48" y="172"/>
                      <a:pt x="45" y="175"/>
                      <a:pt x="43" y="179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1" y="184"/>
                      <a:pt x="40" y="187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4" y="198"/>
                      <a:pt x="30" y="205"/>
                      <a:pt x="29" y="216"/>
                    </a:cubicBezTo>
                    <a:cubicBezTo>
                      <a:pt x="29" y="216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29" y="218"/>
                      <a:pt x="29" y="218"/>
                      <a:pt x="29" y="218"/>
                    </a:cubicBezTo>
                    <a:cubicBezTo>
                      <a:pt x="24" y="222"/>
                      <a:pt x="21" y="229"/>
                      <a:pt x="21" y="240"/>
                    </a:cubicBezTo>
                    <a:cubicBezTo>
                      <a:pt x="21" y="240"/>
                      <a:pt x="21" y="240"/>
                      <a:pt x="21" y="240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0" y="242"/>
                      <a:pt x="20" y="242"/>
                      <a:pt x="20" y="242"/>
                    </a:cubicBezTo>
                    <a:cubicBezTo>
                      <a:pt x="18" y="244"/>
                      <a:pt x="17" y="248"/>
                      <a:pt x="15" y="252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4" y="256"/>
                      <a:pt x="14" y="259"/>
                      <a:pt x="14" y="263"/>
                    </a:cubicBezTo>
                    <a:cubicBezTo>
                      <a:pt x="14" y="264"/>
                      <a:pt x="14" y="265"/>
                      <a:pt x="14" y="265"/>
                    </a:cubicBezTo>
                    <a:cubicBezTo>
                      <a:pt x="14" y="266"/>
                      <a:pt x="14" y="266"/>
                      <a:pt x="14" y="266"/>
                    </a:cubicBezTo>
                    <a:cubicBezTo>
                      <a:pt x="14" y="267"/>
                      <a:pt x="14" y="267"/>
                      <a:pt x="14" y="267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1" y="272"/>
                      <a:pt x="8" y="277"/>
                      <a:pt x="8" y="285"/>
                    </a:cubicBezTo>
                    <a:cubicBezTo>
                      <a:pt x="8" y="287"/>
                      <a:pt x="9" y="289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6" y="296"/>
                      <a:pt x="4" y="301"/>
                      <a:pt x="4" y="308"/>
                    </a:cubicBezTo>
                    <a:cubicBezTo>
                      <a:pt x="4" y="310"/>
                      <a:pt x="5" y="313"/>
                      <a:pt x="5" y="316"/>
                    </a:cubicBezTo>
                    <a:cubicBezTo>
                      <a:pt x="5" y="316"/>
                      <a:pt x="5" y="316"/>
                      <a:pt x="5" y="316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3" y="321"/>
                      <a:pt x="2" y="325"/>
                      <a:pt x="2" y="329"/>
                    </a:cubicBezTo>
                    <a:cubicBezTo>
                      <a:pt x="2" y="329"/>
                      <a:pt x="2" y="329"/>
                      <a:pt x="2" y="329"/>
                    </a:cubicBezTo>
                    <a:cubicBezTo>
                      <a:pt x="1" y="330"/>
                      <a:pt x="1" y="331"/>
                      <a:pt x="1" y="332"/>
                    </a:cubicBezTo>
                    <a:cubicBezTo>
                      <a:pt x="1" y="335"/>
                      <a:pt x="2" y="339"/>
                      <a:pt x="3" y="342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3" y="344"/>
                      <a:pt x="3" y="344"/>
                      <a:pt x="3" y="344"/>
                    </a:cubicBezTo>
                    <a:cubicBezTo>
                      <a:pt x="2" y="344"/>
                      <a:pt x="2" y="344"/>
                      <a:pt x="2" y="344"/>
                    </a:cubicBezTo>
                    <a:cubicBezTo>
                      <a:pt x="1" y="348"/>
                      <a:pt x="0" y="351"/>
                      <a:pt x="0" y="356"/>
                    </a:cubicBezTo>
                    <a:cubicBezTo>
                      <a:pt x="0" y="359"/>
                      <a:pt x="1" y="363"/>
                      <a:pt x="2" y="368"/>
                    </a:cubicBezTo>
                    <a:cubicBezTo>
                      <a:pt x="2" y="368"/>
                      <a:pt x="2" y="368"/>
                      <a:pt x="2" y="368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1" y="373"/>
                      <a:pt x="0" y="376"/>
                      <a:pt x="0" y="380"/>
                    </a:cubicBezTo>
                    <a:cubicBezTo>
                      <a:pt x="0" y="384"/>
                      <a:pt x="1" y="388"/>
                      <a:pt x="3" y="393"/>
                    </a:cubicBezTo>
                    <a:cubicBezTo>
                      <a:pt x="3" y="394"/>
                      <a:pt x="3" y="394"/>
                      <a:pt x="3" y="394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2" y="398"/>
                      <a:pt x="1" y="401"/>
                      <a:pt x="1" y="404"/>
                    </a:cubicBezTo>
                    <a:cubicBezTo>
                      <a:pt x="1" y="405"/>
                      <a:pt x="1" y="406"/>
                      <a:pt x="2" y="407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12"/>
                      <a:pt x="3" y="416"/>
                      <a:pt x="5" y="420"/>
                    </a:cubicBezTo>
                    <a:cubicBezTo>
                      <a:pt x="5" y="420"/>
                      <a:pt x="5" y="420"/>
                      <a:pt x="5" y="420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4"/>
                      <a:pt x="4" y="426"/>
                      <a:pt x="4" y="428"/>
                    </a:cubicBezTo>
                    <a:cubicBezTo>
                      <a:pt x="4" y="433"/>
                      <a:pt x="5" y="439"/>
                      <a:pt x="9" y="445"/>
                    </a:cubicBezTo>
                    <a:cubicBezTo>
                      <a:pt x="9" y="445"/>
                      <a:pt x="9" y="445"/>
                      <a:pt x="9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9"/>
                      <a:pt x="8" y="450"/>
                      <a:pt x="8" y="452"/>
                    </a:cubicBezTo>
                    <a:cubicBezTo>
                      <a:pt x="8" y="457"/>
                      <a:pt x="10" y="463"/>
                      <a:pt x="14" y="470"/>
                    </a:cubicBezTo>
                    <a:cubicBezTo>
                      <a:pt x="14" y="470"/>
                      <a:pt x="14" y="470"/>
                      <a:pt x="14" y="470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3"/>
                      <a:pt x="14" y="475"/>
                      <a:pt x="14" y="476"/>
                    </a:cubicBezTo>
                    <a:cubicBezTo>
                      <a:pt x="14" y="478"/>
                      <a:pt x="14" y="481"/>
                      <a:pt x="15" y="484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7" y="489"/>
                      <a:pt x="18" y="492"/>
                      <a:pt x="21" y="496"/>
                    </a:cubicBezTo>
                    <a:cubicBezTo>
                      <a:pt x="21" y="496"/>
                      <a:pt x="21" y="496"/>
                      <a:pt x="21" y="496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1" y="499"/>
                      <a:pt x="21" y="499"/>
                      <a:pt x="21" y="500"/>
                    </a:cubicBezTo>
                    <a:cubicBezTo>
                      <a:pt x="21" y="505"/>
                      <a:pt x="23" y="512"/>
                      <a:pt x="29" y="520"/>
                    </a:cubicBezTo>
                    <a:cubicBezTo>
                      <a:pt x="29" y="520"/>
                      <a:pt x="29" y="520"/>
                      <a:pt x="29" y="520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3"/>
                      <a:pt x="30" y="523"/>
                    </a:cubicBezTo>
                    <a:cubicBezTo>
                      <a:pt x="30" y="529"/>
                      <a:pt x="32" y="536"/>
                      <a:pt x="39" y="544"/>
                    </a:cubicBezTo>
                    <a:cubicBezTo>
                      <a:pt x="39" y="544"/>
                      <a:pt x="39" y="544"/>
                      <a:pt x="39" y="544"/>
                    </a:cubicBezTo>
                    <a:cubicBezTo>
                      <a:pt x="40" y="545"/>
                      <a:pt x="40" y="545"/>
                      <a:pt x="40" y="545"/>
                    </a:cubicBezTo>
                    <a:cubicBezTo>
                      <a:pt x="40" y="546"/>
                      <a:pt x="40" y="546"/>
                      <a:pt x="40" y="546"/>
                    </a:cubicBezTo>
                    <a:cubicBezTo>
                      <a:pt x="40" y="549"/>
                      <a:pt x="41" y="553"/>
                      <a:pt x="43" y="557"/>
                    </a:cubicBezTo>
                    <a:cubicBezTo>
                      <a:pt x="43" y="557"/>
                      <a:pt x="43" y="557"/>
                      <a:pt x="43" y="557"/>
                    </a:cubicBezTo>
                    <a:cubicBezTo>
                      <a:pt x="45" y="560"/>
                      <a:pt x="47" y="564"/>
                      <a:pt x="51" y="568"/>
                    </a:cubicBezTo>
                    <a:cubicBezTo>
                      <a:pt x="51" y="568"/>
                      <a:pt x="51" y="568"/>
                      <a:pt x="51" y="568"/>
                    </a:cubicBezTo>
                    <a:cubicBezTo>
                      <a:pt x="52" y="569"/>
                      <a:pt x="52" y="569"/>
                      <a:pt x="52" y="569"/>
                    </a:cubicBezTo>
                    <a:cubicBezTo>
                      <a:pt x="52" y="570"/>
                      <a:pt x="52" y="570"/>
                      <a:pt x="52" y="570"/>
                    </a:cubicBezTo>
                    <a:cubicBezTo>
                      <a:pt x="53" y="576"/>
                      <a:pt x="56" y="583"/>
                      <a:pt x="64" y="590"/>
                    </a:cubicBezTo>
                    <a:cubicBezTo>
                      <a:pt x="64" y="590"/>
                      <a:pt x="64" y="590"/>
                      <a:pt x="64" y="590"/>
                    </a:cubicBezTo>
                    <a:cubicBezTo>
                      <a:pt x="65" y="591"/>
                      <a:pt x="65" y="591"/>
                      <a:pt x="65" y="591"/>
                    </a:cubicBezTo>
                    <a:cubicBezTo>
                      <a:pt x="65" y="592"/>
                      <a:pt x="65" y="592"/>
                      <a:pt x="65" y="592"/>
                    </a:cubicBezTo>
                    <a:cubicBezTo>
                      <a:pt x="66" y="598"/>
                      <a:pt x="70" y="604"/>
                      <a:pt x="78" y="611"/>
                    </a:cubicBezTo>
                    <a:cubicBezTo>
                      <a:pt x="78" y="611"/>
                      <a:pt x="78" y="611"/>
                      <a:pt x="78" y="611"/>
                    </a:cubicBezTo>
                    <a:cubicBezTo>
                      <a:pt x="79" y="613"/>
                      <a:pt x="79" y="613"/>
                      <a:pt x="79" y="613"/>
                    </a:cubicBezTo>
                    <a:cubicBezTo>
                      <a:pt x="80" y="613"/>
                      <a:pt x="80" y="613"/>
                      <a:pt x="80" y="613"/>
                    </a:cubicBezTo>
                    <a:cubicBezTo>
                      <a:pt x="80" y="616"/>
                      <a:pt x="82" y="620"/>
                      <a:pt x="85" y="623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8" y="627"/>
                      <a:pt x="91" y="630"/>
                      <a:pt x="95" y="632"/>
                    </a:cubicBezTo>
                    <a:cubicBezTo>
                      <a:pt x="95" y="632"/>
                      <a:pt x="95" y="632"/>
                      <a:pt x="95" y="632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8" y="640"/>
                      <a:pt x="103" y="646"/>
                      <a:pt x="113" y="651"/>
                    </a:cubicBezTo>
                    <a:cubicBezTo>
                      <a:pt x="113" y="651"/>
                      <a:pt x="113" y="651"/>
                      <a:pt x="113" y="651"/>
                    </a:cubicBezTo>
                    <a:cubicBezTo>
                      <a:pt x="114" y="652"/>
                      <a:pt x="114" y="652"/>
                      <a:pt x="114" y="652"/>
                    </a:cubicBezTo>
                    <a:cubicBezTo>
                      <a:pt x="114" y="653"/>
                      <a:pt x="114" y="653"/>
                      <a:pt x="114" y="653"/>
                    </a:cubicBezTo>
                    <a:cubicBezTo>
                      <a:pt x="117" y="658"/>
                      <a:pt x="122" y="664"/>
                      <a:pt x="132" y="668"/>
                    </a:cubicBezTo>
                    <a:cubicBezTo>
                      <a:pt x="132" y="668"/>
                      <a:pt x="132" y="668"/>
                      <a:pt x="132" y="668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5" y="673"/>
                      <a:pt x="137" y="676"/>
                      <a:pt x="141" y="679"/>
                    </a:cubicBezTo>
                    <a:cubicBezTo>
                      <a:pt x="141" y="679"/>
                      <a:pt x="141" y="679"/>
                      <a:pt x="141" y="679"/>
                    </a:cubicBezTo>
                    <a:cubicBezTo>
                      <a:pt x="144" y="681"/>
                      <a:pt x="148" y="683"/>
                      <a:pt x="153" y="685"/>
                    </a:cubicBezTo>
                    <a:cubicBezTo>
                      <a:pt x="153" y="685"/>
                      <a:pt x="153" y="685"/>
                      <a:pt x="153" y="685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8" y="691"/>
                      <a:pt x="164" y="696"/>
                      <a:pt x="175" y="699"/>
                    </a:cubicBezTo>
                    <a:cubicBezTo>
                      <a:pt x="175" y="699"/>
                      <a:pt x="175" y="699"/>
                      <a:pt x="175" y="699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80" y="705"/>
                      <a:pt x="187" y="709"/>
                      <a:pt x="198" y="711"/>
                    </a:cubicBezTo>
                    <a:cubicBezTo>
                      <a:pt x="198" y="711"/>
                      <a:pt x="198" y="711"/>
                      <a:pt x="198" y="711"/>
                    </a:cubicBezTo>
                    <a:cubicBezTo>
                      <a:pt x="199" y="711"/>
                      <a:pt x="199" y="711"/>
                      <a:pt x="199" y="711"/>
                    </a:cubicBezTo>
                    <a:cubicBezTo>
                      <a:pt x="200" y="712"/>
                      <a:pt x="200" y="712"/>
                      <a:pt x="200" y="712"/>
                    </a:cubicBezTo>
                    <a:cubicBezTo>
                      <a:pt x="202" y="714"/>
                      <a:pt x="205" y="716"/>
                      <a:pt x="210" y="718"/>
                    </a:cubicBezTo>
                    <a:cubicBezTo>
                      <a:pt x="210" y="718"/>
                      <a:pt x="210" y="718"/>
                      <a:pt x="210" y="718"/>
                    </a:cubicBezTo>
                    <a:cubicBezTo>
                      <a:pt x="213" y="720"/>
                      <a:pt x="217" y="720"/>
                      <a:pt x="223" y="721"/>
                    </a:cubicBezTo>
                    <a:cubicBezTo>
                      <a:pt x="223" y="721"/>
                      <a:pt x="223" y="721"/>
                      <a:pt x="223" y="721"/>
                    </a:cubicBezTo>
                    <a:cubicBezTo>
                      <a:pt x="225" y="721"/>
                      <a:pt x="225" y="721"/>
                      <a:pt x="225" y="721"/>
                    </a:cubicBezTo>
                    <a:cubicBezTo>
                      <a:pt x="225" y="722"/>
                      <a:pt x="225" y="722"/>
                      <a:pt x="225" y="722"/>
                    </a:cubicBezTo>
                    <a:cubicBezTo>
                      <a:pt x="229" y="725"/>
                      <a:pt x="236" y="728"/>
                      <a:pt x="246" y="728"/>
                    </a:cubicBezTo>
                    <a:cubicBezTo>
                      <a:pt x="247" y="728"/>
                      <a:pt x="247" y="728"/>
                      <a:pt x="248" y="728"/>
                    </a:cubicBezTo>
                    <a:cubicBezTo>
                      <a:pt x="248" y="728"/>
                      <a:pt x="248" y="728"/>
                      <a:pt x="248" y="728"/>
                    </a:cubicBezTo>
                    <a:cubicBezTo>
                      <a:pt x="250" y="728"/>
                      <a:pt x="250" y="728"/>
                      <a:pt x="250" y="728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254" y="731"/>
                      <a:pt x="259" y="733"/>
                      <a:pt x="267" y="733"/>
                    </a:cubicBezTo>
                    <a:cubicBezTo>
                      <a:pt x="269" y="733"/>
                      <a:pt x="271" y="733"/>
                      <a:pt x="273" y="733"/>
                    </a:cubicBezTo>
                    <a:cubicBezTo>
                      <a:pt x="273" y="733"/>
                      <a:pt x="273" y="733"/>
                      <a:pt x="273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8" y="735"/>
                      <a:pt x="282" y="736"/>
                      <a:pt x="287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9" y="736"/>
                      <a:pt x="289" y="736"/>
                      <a:pt x="290" y="736"/>
                    </a:cubicBezTo>
                    <a:cubicBezTo>
                      <a:pt x="293" y="736"/>
                      <a:pt x="296" y="736"/>
                      <a:pt x="300" y="735"/>
                    </a:cubicBezTo>
                    <a:cubicBezTo>
                      <a:pt x="300" y="735"/>
                      <a:pt x="300" y="735"/>
                      <a:pt x="300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5" y="736"/>
                      <a:pt x="308" y="737"/>
                      <a:pt x="312" y="737"/>
                    </a:cubicBezTo>
                    <a:cubicBezTo>
                      <a:pt x="316" y="737"/>
                      <a:pt x="321" y="736"/>
                      <a:pt x="326" y="734"/>
                    </a:cubicBezTo>
                    <a:cubicBezTo>
                      <a:pt x="326" y="734"/>
                      <a:pt x="326" y="734"/>
                      <a:pt x="326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30" y="735"/>
                      <a:pt x="333" y="735"/>
                      <a:pt x="336" y="735"/>
                    </a:cubicBezTo>
                    <a:cubicBezTo>
                      <a:pt x="340" y="735"/>
                      <a:pt x="346" y="734"/>
                      <a:pt x="352" y="731"/>
                    </a:cubicBezTo>
                    <a:cubicBezTo>
                      <a:pt x="352" y="731"/>
                      <a:pt x="352" y="731"/>
                      <a:pt x="352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5" y="731"/>
                      <a:pt x="357" y="731"/>
                      <a:pt x="358" y="731"/>
                    </a:cubicBezTo>
                    <a:cubicBezTo>
                      <a:pt x="361" y="731"/>
                      <a:pt x="363" y="731"/>
                      <a:pt x="366" y="730"/>
                    </a:cubicBezTo>
                    <a:cubicBezTo>
                      <a:pt x="366" y="730"/>
                      <a:pt x="366" y="730"/>
                      <a:pt x="366" y="730"/>
                    </a:cubicBezTo>
                    <a:cubicBezTo>
                      <a:pt x="370" y="729"/>
                      <a:pt x="374" y="727"/>
                      <a:pt x="378" y="725"/>
                    </a:cubicBezTo>
                    <a:cubicBezTo>
                      <a:pt x="379" y="725"/>
                      <a:pt x="379" y="725"/>
                      <a:pt x="379" y="725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1" y="724"/>
                      <a:pt x="382" y="724"/>
                      <a:pt x="382" y="724"/>
                    </a:cubicBezTo>
                    <a:cubicBezTo>
                      <a:pt x="388" y="724"/>
                      <a:pt x="395" y="722"/>
                      <a:pt x="403" y="716"/>
                    </a:cubicBezTo>
                    <a:cubicBezTo>
                      <a:pt x="403" y="716"/>
                      <a:pt x="403" y="716"/>
                      <a:pt x="403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11" y="716"/>
                      <a:pt x="418" y="713"/>
                      <a:pt x="426" y="706"/>
                    </a:cubicBezTo>
                    <a:cubicBezTo>
                      <a:pt x="427" y="705"/>
                      <a:pt x="427" y="705"/>
                      <a:pt x="427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32" y="704"/>
                      <a:pt x="435" y="703"/>
                      <a:pt x="440" y="701"/>
                    </a:cubicBezTo>
                    <a:cubicBezTo>
                      <a:pt x="440" y="701"/>
                      <a:pt x="440" y="701"/>
                      <a:pt x="440" y="701"/>
                    </a:cubicBezTo>
                    <a:cubicBezTo>
                      <a:pt x="443" y="699"/>
                      <a:pt x="446" y="696"/>
                      <a:pt x="450" y="692"/>
                    </a:cubicBezTo>
                    <a:cubicBezTo>
                      <a:pt x="450" y="692"/>
                      <a:pt x="450" y="692"/>
                      <a:pt x="450" y="692"/>
                    </a:cubicBezTo>
                    <a:cubicBezTo>
                      <a:pt x="451" y="691"/>
                      <a:pt x="451" y="691"/>
                      <a:pt x="451" y="691"/>
                    </a:cubicBezTo>
                    <a:cubicBezTo>
                      <a:pt x="452" y="691"/>
                      <a:pt x="452" y="691"/>
                      <a:pt x="452" y="691"/>
                    </a:cubicBezTo>
                    <a:cubicBezTo>
                      <a:pt x="458" y="690"/>
                      <a:pt x="464" y="686"/>
                      <a:pt x="471" y="677"/>
                    </a:cubicBezTo>
                    <a:cubicBezTo>
                      <a:pt x="471" y="677"/>
                      <a:pt x="471" y="677"/>
                      <a:pt x="471" y="677"/>
                    </a:cubicBezTo>
                    <a:cubicBezTo>
                      <a:pt x="472" y="676"/>
                      <a:pt x="472" y="676"/>
                      <a:pt x="472" y="676"/>
                    </a:cubicBezTo>
                    <a:cubicBezTo>
                      <a:pt x="473" y="676"/>
                      <a:pt x="473" y="676"/>
                      <a:pt x="473" y="676"/>
                    </a:cubicBezTo>
                    <a:cubicBezTo>
                      <a:pt x="479" y="674"/>
                      <a:pt x="485" y="670"/>
                      <a:pt x="491" y="661"/>
                    </a:cubicBezTo>
                    <a:cubicBezTo>
                      <a:pt x="491" y="661"/>
                      <a:pt x="491" y="661"/>
                      <a:pt x="491" y="661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6" y="658"/>
                      <a:pt x="499" y="656"/>
                      <a:pt x="502" y="653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5" y="649"/>
                      <a:pt x="508" y="646"/>
                      <a:pt x="510" y="642"/>
                    </a:cubicBezTo>
                    <a:cubicBezTo>
                      <a:pt x="510" y="642"/>
                      <a:pt x="510" y="642"/>
                      <a:pt x="510" y="642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7" y="637"/>
                      <a:pt x="522" y="632"/>
                      <a:pt x="527" y="622"/>
                    </a:cubicBezTo>
                    <a:cubicBezTo>
                      <a:pt x="527" y="622"/>
                      <a:pt x="527" y="622"/>
                      <a:pt x="527" y="622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33" y="618"/>
                      <a:pt x="538" y="612"/>
                      <a:pt x="542" y="602"/>
                    </a:cubicBezTo>
                    <a:close/>
                    <a:moveTo>
                      <a:pt x="551" y="581"/>
                    </a:moveTo>
                    <a:cubicBezTo>
                      <a:pt x="550" y="583"/>
                      <a:pt x="549" y="584"/>
                      <a:pt x="549" y="585"/>
                    </a:cubicBezTo>
                    <a:cubicBezTo>
                      <a:pt x="548" y="585"/>
                      <a:pt x="548" y="585"/>
                      <a:pt x="548" y="585"/>
                    </a:cubicBezTo>
                    <a:cubicBezTo>
                      <a:pt x="548" y="585"/>
                      <a:pt x="547" y="584"/>
                      <a:pt x="546" y="583"/>
                    </a:cubicBezTo>
                    <a:cubicBezTo>
                      <a:pt x="545" y="582"/>
                      <a:pt x="545" y="581"/>
                      <a:pt x="545" y="578"/>
                    </a:cubicBezTo>
                    <a:cubicBezTo>
                      <a:pt x="545" y="578"/>
                      <a:pt x="545" y="578"/>
                      <a:pt x="545" y="577"/>
                    </a:cubicBezTo>
                    <a:cubicBezTo>
                      <a:pt x="545" y="575"/>
                      <a:pt x="545" y="572"/>
                      <a:pt x="546" y="571"/>
                    </a:cubicBezTo>
                    <a:cubicBezTo>
                      <a:pt x="547" y="569"/>
                      <a:pt x="548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50" y="567"/>
                      <a:pt x="551" y="568"/>
                    </a:cubicBezTo>
                    <a:cubicBezTo>
                      <a:pt x="552" y="569"/>
                      <a:pt x="552" y="571"/>
                      <a:pt x="553" y="573"/>
                    </a:cubicBezTo>
                    <a:cubicBezTo>
                      <a:pt x="553" y="573"/>
                      <a:pt x="553" y="574"/>
                      <a:pt x="553" y="574"/>
                    </a:cubicBezTo>
                    <a:cubicBezTo>
                      <a:pt x="553" y="576"/>
                      <a:pt x="552" y="579"/>
                      <a:pt x="551" y="581"/>
                    </a:cubicBezTo>
                    <a:moveTo>
                      <a:pt x="564" y="558"/>
                    </a:moveTo>
                    <a:cubicBezTo>
                      <a:pt x="563" y="560"/>
                      <a:pt x="562" y="561"/>
                      <a:pt x="562" y="562"/>
                    </a:cubicBezTo>
                    <a:cubicBezTo>
                      <a:pt x="562" y="562"/>
                      <a:pt x="562" y="562"/>
                      <a:pt x="562" y="562"/>
                    </a:cubicBezTo>
                    <a:cubicBezTo>
                      <a:pt x="561" y="562"/>
                      <a:pt x="561" y="562"/>
                      <a:pt x="561" y="562"/>
                    </a:cubicBezTo>
                    <a:cubicBezTo>
                      <a:pt x="561" y="562"/>
                      <a:pt x="560" y="561"/>
                      <a:pt x="559" y="560"/>
                    </a:cubicBezTo>
                    <a:cubicBezTo>
                      <a:pt x="558" y="559"/>
                      <a:pt x="557" y="558"/>
                      <a:pt x="557" y="556"/>
                    </a:cubicBezTo>
                    <a:cubicBezTo>
                      <a:pt x="557" y="555"/>
                      <a:pt x="557" y="555"/>
                      <a:pt x="557" y="554"/>
                    </a:cubicBezTo>
                    <a:cubicBezTo>
                      <a:pt x="557" y="552"/>
                      <a:pt x="558" y="549"/>
                      <a:pt x="558" y="548"/>
                    </a:cubicBezTo>
                    <a:cubicBezTo>
                      <a:pt x="559" y="546"/>
                      <a:pt x="560" y="544"/>
                      <a:pt x="560" y="544"/>
                    </a:cubicBezTo>
                    <a:cubicBezTo>
                      <a:pt x="560" y="544"/>
                      <a:pt x="561" y="544"/>
                      <a:pt x="561" y="544"/>
                    </a:cubicBezTo>
                    <a:cubicBezTo>
                      <a:pt x="562" y="544"/>
                      <a:pt x="564" y="546"/>
                      <a:pt x="565" y="550"/>
                    </a:cubicBezTo>
                    <a:cubicBezTo>
                      <a:pt x="565" y="551"/>
                      <a:pt x="565" y="551"/>
                      <a:pt x="565" y="552"/>
                    </a:cubicBezTo>
                    <a:cubicBezTo>
                      <a:pt x="565" y="554"/>
                      <a:pt x="564" y="557"/>
                      <a:pt x="564" y="558"/>
                    </a:cubicBezTo>
                    <a:moveTo>
                      <a:pt x="575" y="535"/>
                    </a:moveTo>
                    <a:cubicBezTo>
                      <a:pt x="574" y="537"/>
                      <a:pt x="573" y="538"/>
                      <a:pt x="573" y="538"/>
                    </a:cubicBezTo>
                    <a:cubicBezTo>
                      <a:pt x="573" y="538"/>
                      <a:pt x="573" y="538"/>
                      <a:pt x="572" y="538"/>
                    </a:cubicBezTo>
                    <a:cubicBezTo>
                      <a:pt x="572" y="538"/>
                      <a:pt x="569" y="536"/>
                      <a:pt x="568" y="533"/>
                    </a:cubicBezTo>
                    <a:cubicBezTo>
                      <a:pt x="568" y="531"/>
                      <a:pt x="568" y="530"/>
                      <a:pt x="568" y="529"/>
                    </a:cubicBezTo>
                    <a:cubicBezTo>
                      <a:pt x="568" y="527"/>
                      <a:pt x="568" y="525"/>
                      <a:pt x="569" y="524"/>
                    </a:cubicBezTo>
                    <a:cubicBezTo>
                      <a:pt x="569" y="522"/>
                      <a:pt x="570" y="521"/>
                      <a:pt x="571" y="520"/>
                    </a:cubicBezTo>
                    <a:cubicBezTo>
                      <a:pt x="571" y="520"/>
                      <a:pt x="571" y="520"/>
                      <a:pt x="571" y="520"/>
                    </a:cubicBezTo>
                    <a:cubicBezTo>
                      <a:pt x="572" y="520"/>
                      <a:pt x="575" y="522"/>
                      <a:pt x="575" y="526"/>
                    </a:cubicBezTo>
                    <a:cubicBezTo>
                      <a:pt x="576" y="527"/>
                      <a:pt x="576" y="528"/>
                      <a:pt x="576" y="529"/>
                    </a:cubicBezTo>
                    <a:cubicBezTo>
                      <a:pt x="576" y="531"/>
                      <a:pt x="575" y="533"/>
                      <a:pt x="575" y="535"/>
                    </a:cubicBezTo>
                    <a:moveTo>
                      <a:pt x="582" y="515"/>
                    </a:move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1" y="515"/>
                      <a:pt x="578" y="514"/>
                      <a:pt x="577" y="510"/>
                    </a:cubicBezTo>
                    <a:cubicBezTo>
                      <a:pt x="577" y="509"/>
                      <a:pt x="577" y="507"/>
                      <a:pt x="577" y="505"/>
                    </a:cubicBezTo>
                    <a:cubicBezTo>
                      <a:pt x="577" y="502"/>
                      <a:pt x="578" y="498"/>
                      <a:pt x="579" y="498"/>
                    </a:cubicBezTo>
                    <a:cubicBezTo>
                      <a:pt x="579" y="498"/>
                      <a:pt x="579" y="497"/>
                      <a:pt x="579" y="497"/>
                    </a:cubicBezTo>
                    <a:cubicBezTo>
                      <a:pt x="580" y="497"/>
                      <a:pt x="583" y="499"/>
                      <a:pt x="584" y="503"/>
                    </a:cubicBezTo>
                    <a:cubicBezTo>
                      <a:pt x="584" y="504"/>
                      <a:pt x="584" y="506"/>
                      <a:pt x="584" y="507"/>
                    </a:cubicBezTo>
                    <a:cubicBezTo>
                      <a:pt x="584" y="511"/>
                      <a:pt x="583" y="515"/>
                      <a:pt x="582" y="515"/>
                    </a:cubicBezTo>
                    <a:moveTo>
                      <a:pt x="590" y="490"/>
                    </a:moveTo>
                    <a:cubicBezTo>
                      <a:pt x="590" y="490"/>
                      <a:pt x="590" y="490"/>
                      <a:pt x="590" y="490"/>
                    </a:cubicBezTo>
                    <a:cubicBezTo>
                      <a:pt x="589" y="490"/>
                      <a:pt x="586" y="489"/>
                      <a:pt x="585" y="485"/>
                    </a:cubicBezTo>
                    <a:cubicBezTo>
                      <a:pt x="584" y="484"/>
                      <a:pt x="584" y="482"/>
                      <a:pt x="584" y="480"/>
                    </a:cubicBezTo>
                    <a:cubicBezTo>
                      <a:pt x="584" y="477"/>
                      <a:pt x="585" y="474"/>
                      <a:pt x="586" y="473"/>
                    </a:cubicBezTo>
                    <a:cubicBezTo>
                      <a:pt x="586" y="473"/>
                      <a:pt x="586" y="473"/>
                      <a:pt x="587" y="473"/>
                    </a:cubicBezTo>
                    <a:cubicBezTo>
                      <a:pt x="587" y="473"/>
                      <a:pt x="587" y="473"/>
                      <a:pt x="587" y="473"/>
                    </a:cubicBezTo>
                    <a:cubicBezTo>
                      <a:pt x="588" y="473"/>
                      <a:pt x="590" y="474"/>
                      <a:pt x="591" y="478"/>
                    </a:cubicBezTo>
                    <a:cubicBezTo>
                      <a:pt x="592" y="480"/>
                      <a:pt x="592" y="482"/>
                      <a:pt x="592" y="483"/>
                    </a:cubicBezTo>
                    <a:cubicBezTo>
                      <a:pt x="592" y="487"/>
                      <a:pt x="591" y="490"/>
                      <a:pt x="590" y="490"/>
                    </a:cubicBezTo>
                    <a:moveTo>
                      <a:pt x="597" y="465"/>
                    </a:moveTo>
                    <a:cubicBezTo>
                      <a:pt x="597" y="465"/>
                      <a:pt x="597" y="465"/>
                      <a:pt x="596" y="465"/>
                    </a:cubicBezTo>
                    <a:cubicBezTo>
                      <a:pt x="595" y="465"/>
                      <a:pt x="593" y="464"/>
                      <a:pt x="591" y="460"/>
                    </a:cubicBezTo>
                    <a:cubicBezTo>
                      <a:pt x="591" y="458"/>
                      <a:pt x="590" y="456"/>
                      <a:pt x="590" y="453"/>
                    </a:cubicBezTo>
                    <a:cubicBezTo>
                      <a:pt x="590" y="451"/>
                      <a:pt x="591" y="448"/>
                      <a:pt x="591" y="448"/>
                    </a:cubicBezTo>
                    <a:cubicBezTo>
                      <a:pt x="592" y="448"/>
                      <a:pt x="592" y="448"/>
                      <a:pt x="592" y="448"/>
                    </a:cubicBezTo>
                    <a:cubicBezTo>
                      <a:pt x="593" y="448"/>
                      <a:pt x="596" y="449"/>
                      <a:pt x="597" y="452"/>
                    </a:cubicBezTo>
                    <a:cubicBezTo>
                      <a:pt x="598" y="454"/>
                      <a:pt x="598" y="457"/>
                      <a:pt x="598" y="459"/>
                    </a:cubicBezTo>
                    <a:cubicBezTo>
                      <a:pt x="598" y="462"/>
                      <a:pt x="598" y="464"/>
                      <a:pt x="597" y="465"/>
                    </a:cubicBezTo>
                    <a:moveTo>
                      <a:pt x="602" y="441"/>
                    </a:moveTo>
                    <a:cubicBezTo>
                      <a:pt x="602" y="441"/>
                      <a:pt x="602" y="441"/>
                      <a:pt x="601" y="441"/>
                    </a:cubicBezTo>
                    <a:cubicBezTo>
                      <a:pt x="600" y="441"/>
                      <a:pt x="597" y="439"/>
                      <a:pt x="596" y="436"/>
                    </a:cubicBezTo>
                    <a:cubicBezTo>
                      <a:pt x="595" y="434"/>
                      <a:pt x="594" y="431"/>
                      <a:pt x="594" y="429"/>
                    </a:cubicBezTo>
                    <a:cubicBezTo>
                      <a:pt x="594" y="426"/>
                      <a:pt x="595" y="425"/>
                      <a:pt x="595" y="424"/>
                    </a:cubicBezTo>
                    <a:cubicBezTo>
                      <a:pt x="595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7" y="424"/>
                      <a:pt x="600" y="425"/>
                      <a:pt x="601" y="428"/>
                    </a:cubicBezTo>
                    <a:cubicBezTo>
                      <a:pt x="602" y="430"/>
                      <a:pt x="603" y="434"/>
                      <a:pt x="603" y="436"/>
                    </a:cubicBezTo>
                    <a:cubicBezTo>
                      <a:pt x="603" y="438"/>
                      <a:pt x="602" y="440"/>
                      <a:pt x="602" y="441"/>
                    </a:cubicBezTo>
                    <a:moveTo>
                      <a:pt x="605" y="415"/>
                    </a:moveTo>
                    <a:cubicBezTo>
                      <a:pt x="605" y="415"/>
                      <a:pt x="605" y="415"/>
                      <a:pt x="604" y="415"/>
                    </a:cubicBezTo>
                    <a:cubicBezTo>
                      <a:pt x="603" y="415"/>
                      <a:pt x="601" y="414"/>
                      <a:pt x="599" y="411"/>
                    </a:cubicBezTo>
                    <a:cubicBezTo>
                      <a:pt x="598" y="408"/>
                      <a:pt x="597" y="405"/>
                      <a:pt x="597" y="402"/>
                    </a:cubicBezTo>
                    <a:cubicBezTo>
                      <a:pt x="597" y="400"/>
                      <a:pt x="598" y="399"/>
                      <a:pt x="598" y="398"/>
                    </a:cubicBezTo>
                    <a:cubicBezTo>
                      <a:pt x="598" y="398"/>
                      <a:pt x="598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600" y="398"/>
                      <a:pt x="602" y="399"/>
                      <a:pt x="604" y="402"/>
                    </a:cubicBezTo>
                    <a:cubicBezTo>
                      <a:pt x="606" y="405"/>
                      <a:pt x="606" y="408"/>
                      <a:pt x="606" y="411"/>
                    </a:cubicBezTo>
                    <a:cubicBezTo>
                      <a:pt x="606" y="412"/>
                      <a:pt x="606" y="414"/>
                      <a:pt x="605" y="415"/>
                    </a:cubicBezTo>
                    <a:moveTo>
                      <a:pt x="607" y="388"/>
                    </a:moveTo>
                    <a:cubicBezTo>
                      <a:pt x="607" y="389"/>
                      <a:pt x="607" y="389"/>
                      <a:pt x="606" y="389"/>
                    </a:cubicBezTo>
                    <a:cubicBezTo>
                      <a:pt x="605" y="389"/>
                      <a:pt x="603" y="388"/>
                      <a:pt x="601" y="385"/>
                    </a:cubicBezTo>
                    <a:cubicBezTo>
                      <a:pt x="599" y="382"/>
                      <a:pt x="598" y="378"/>
                      <a:pt x="598" y="376"/>
                    </a:cubicBezTo>
                    <a:cubicBezTo>
                      <a:pt x="598" y="374"/>
                      <a:pt x="599" y="373"/>
                      <a:pt x="599" y="373"/>
                    </a:cubicBezTo>
                    <a:cubicBezTo>
                      <a:pt x="599" y="373"/>
                      <a:pt x="599" y="372"/>
                      <a:pt x="600" y="372"/>
                    </a:cubicBezTo>
                    <a:cubicBezTo>
                      <a:pt x="600" y="372"/>
                      <a:pt x="600" y="372"/>
                      <a:pt x="600" y="372"/>
                    </a:cubicBezTo>
                    <a:cubicBezTo>
                      <a:pt x="601" y="372"/>
                      <a:pt x="603" y="373"/>
                      <a:pt x="605" y="376"/>
                    </a:cubicBezTo>
                    <a:cubicBezTo>
                      <a:pt x="607" y="379"/>
                      <a:pt x="608" y="383"/>
                      <a:pt x="608" y="386"/>
                    </a:cubicBezTo>
                    <a:cubicBezTo>
                      <a:pt x="608" y="387"/>
                      <a:pt x="608" y="388"/>
                      <a:pt x="607" y="388"/>
                    </a:cubicBezTo>
                    <a:moveTo>
                      <a:pt x="608" y="364"/>
                    </a:moveTo>
                    <a:cubicBezTo>
                      <a:pt x="608" y="364"/>
                      <a:pt x="607" y="364"/>
                      <a:pt x="607" y="364"/>
                    </a:cubicBezTo>
                    <a:cubicBezTo>
                      <a:pt x="605" y="364"/>
                      <a:pt x="603" y="363"/>
                      <a:pt x="601" y="361"/>
                    </a:cubicBezTo>
                    <a:cubicBezTo>
                      <a:pt x="599" y="358"/>
                      <a:pt x="598" y="354"/>
                      <a:pt x="598" y="351"/>
                    </a:cubicBezTo>
                    <a:cubicBezTo>
                      <a:pt x="598" y="350"/>
                      <a:pt x="598" y="349"/>
                      <a:pt x="599" y="348"/>
                    </a:cubicBezTo>
                    <a:cubicBezTo>
                      <a:pt x="599" y="348"/>
                      <a:pt x="599" y="348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1" y="348"/>
                      <a:pt x="603" y="349"/>
                      <a:pt x="605" y="352"/>
                    </a:cubicBezTo>
                    <a:cubicBezTo>
                      <a:pt x="607" y="354"/>
                      <a:pt x="608" y="359"/>
                      <a:pt x="608" y="362"/>
                    </a:cubicBezTo>
                    <a:cubicBezTo>
                      <a:pt x="608" y="363"/>
                      <a:pt x="608" y="363"/>
                      <a:pt x="608" y="364"/>
                    </a:cubicBezTo>
                    <a:moveTo>
                      <a:pt x="607" y="336"/>
                    </a:moveTo>
                    <a:cubicBezTo>
                      <a:pt x="607" y="337"/>
                      <a:pt x="607" y="337"/>
                      <a:pt x="607" y="337"/>
                    </a:cubicBezTo>
                    <a:cubicBezTo>
                      <a:pt x="607" y="338"/>
                      <a:pt x="606" y="338"/>
                      <a:pt x="605" y="338"/>
                    </a:cubicBezTo>
                    <a:cubicBezTo>
                      <a:pt x="604" y="338"/>
                      <a:pt x="602" y="337"/>
                      <a:pt x="600" y="335"/>
                    </a:cubicBezTo>
                    <a:cubicBezTo>
                      <a:pt x="598" y="332"/>
                      <a:pt x="596" y="327"/>
                      <a:pt x="596" y="324"/>
                    </a:cubicBezTo>
                    <a:cubicBezTo>
                      <a:pt x="596" y="324"/>
                      <a:pt x="596" y="323"/>
                      <a:pt x="596" y="323"/>
                    </a:cubicBezTo>
                    <a:cubicBezTo>
                      <a:pt x="597" y="323"/>
                      <a:pt x="597" y="322"/>
                      <a:pt x="598" y="322"/>
                    </a:cubicBezTo>
                    <a:cubicBezTo>
                      <a:pt x="599" y="322"/>
                      <a:pt x="601" y="323"/>
                      <a:pt x="603" y="325"/>
                    </a:cubicBezTo>
                    <a:cubicBezTo>
                      <a:pt x="606" y="328"/>
                      <a:pt x="607" y="333"/>
                      <a:pt x="607" y="336"/>
                    </a:cubicBezTo>
                    <a:moveTo>
                      <a:pt x="604" y="310"/>
                    </a:moveTo>
                    <a:cubicBezTo>
                      <a:pt x="604" y="311"/>
                      <a:pt x="604" y="311"/>
                      <a:pt x="604" y="311"/>
                    </a:cubicBezTo>
                    <a:cubicBezTo>
                      <a:pt x="604" y="312"/>
                      <a:pt x="604" y="312"/>
                      <a:pt x="603" y="312"/>
                    </a:cubicBezTo>
                    <a:cubicBezTo>
                      <a:pt x="601" y="312"/>
                      <a:pt x="599" y="311"/>
                      <a:pt x="597" y="309"/>
                    </a:cubicBezTo>
                    <a:cubicBezTo>
                      <a:pt x="594" y="306"/>
                      <a:pt x="593" y="301"/>
                      <a:pt x="593" y="299"/>
                    </a:cubicBezTo>
                    <a:cubicBezTo>
                      <a:pt x="593" y="298"/>
                      <a:pt x="593" y="298"/>
                      <a:pt x="593" y="297"/>
                    </a:cubicBezTo>
                    <a:cubicBezTo>
                      <a:pt x="593" y="297"/>
                      <a:pt x="593" y="297"/>
                      <a:pt x="595" y="297"/>
                    </a:cubicBezTo>
                    <a:cubicBezTo>
                      <a:pt x="595" y="297"/>
                      <a:pt x="595" y="297"/>
                      <a:pt x="595" y="297"/>
                    </a:cubicBezTo>
                    <a:cubicBezTo>
                      <a:pt x="596" y="297"/>
                      <a:pt x="598" y="298"/>
                      <a:pt x="600" y="300"/>
                    </a:cubicBezTo>
                    <a:cubicBezTo>
                      <a:pt x="603" y="303"/>
                      <a:pt x="604" y="308"/>
                      <a:pt x="604" y="310"/>
                    </a:cubicBezTo>
                    <a:moveTo>
                      <a:pt x="600" y="286"/>
                    </a:moveTo>
                    <a:cubicBezTo>
                      <a:pt x="600" y="286"/>
                      <a:pt x="600" y="287"/>
                      <a:pt x="600" y="287"/>
                    </a:cubicBezTo>
                    <a:cubicBezTo>
                      <a:pt x="600" y="287"/>
                      <a:pt x="600" y="288"/>
                      <a:pt x="599" y="288"/>
                    </a:cubicBezTo>
                    <a:cubicBezTo>
                      <a:pt x="597" y="288"/>
                      <a:pt x="595" y="287"/>
                      <a:pt x="593" y="285"/>
                    </a:cubicBezTo>
                    <a:cubicBezTo>
                      <a:pt x="590" y="282"/>
                      <a:pt x="588" y="277"/>
                      <a:pt x="588" y="274"/>
                    </a:cubicBezTo>
                    <a:cubicBezTo>
                      <a:pt x="588" y="274"/>
                      <a:pt x="588" y="274"/>
                      <a:pt x="588" y="274"/>
                    </a:cubicBezTo>
                    <a:cubicBezTo>
                      <a:pt x="588" y="273"/>
                      <a:pt x="589" y="273"/>
                      <a:pt x="590" y="273"/>
                    </a:cubicBezTo>
                    <a:cubicBezTo>
                      <a:pt x="590" y="273"/>
                      <a:pt x="590" y="273"/>
                      <a:pt x="590" y="273"/>
                    </a:cubicBezTo>
                    <a:cubicBezTo>
                      <a:pt x="591" y="273"/>
                      <a:pt x="593" y="274"/>
                      <a:pt x="595" y="275"/>
                    </a:cubicBezTo>
                    <a:cubicBezTo>
                      <a:pt x="599" y="278"/>
                      <a:pt x="600" y="284"/>
                      <a:pt x="600" y="286"/>
                    </a:cubicBezTo>
                    <a:moveTo>
                      <a:pt x="589" y="250"/>
                    </a:moveTo>
                    <a:cubicBezTo>
                      <a:pt x="592" y="253"/>
                      <a:pt x="595" y="259"/>
                      <a:pt x="595" y="261"/>
                    </a:cubicBezTo>
                    <a:cubicBezTo>
                      <a:pt x="595" y="261"/>
                      <a:pt x="595" y="261"/>
                      <a:pt x="595" y="261"/>
                    </a:cubicBezTo>
                    <a:cubicBezTo>
                      <a:pt x="595" y="262"/>
                      <a:pt x="594" y="262"/>
                      <a:pt x="593" y="262"/>
                    </a:cubicBezTo>
                    <a:cubicBezTo>
                      <a:pt x="591" y="262"/>
                      <a:pt x="589" y="261"/>
                      <a:pt x="587" y="260"/>
                    </a:cubicBezTo>
                    <a:cubicBezTo>
                      <a:pt x="584" y="257"/>
                      <a:pt x="582" y="251"/>
                      <a:pt x="582" y="249"/>
                    </a:cubicBezTo>
                    <a:cubicBezTo>
                      <a:pt x="582" y="249"/>
                      <a:pt x="582" y="249"/>
                      <a:pt x="582" y="249"/>
                    </a:cubicBezTo>
                    <a:cubicBezTo>
                      <a:pt x="582" y="249"/>
                      <a:pt x="582" y="248"/>
                      <a:pt x="582" y="248"/>
                    </a:cubicBezTo>
                    <a:cubicBezTo>
                      <a:pt x="583" y="248"/>
                      <a:pt x="583" y="248"/>
                      <a:pt x="584" y="248"/>
                    </a:cubicBezTo>
                    <a:cubicBezTo>
                      <a:pt x="585" y="248"/>
                      <a:pt x="587" y="249"/>
                      <a:pt x="589" y="250"/>
                    </a:cubicBezTo>
                    <a:moveTo>
                      <a:pt x="580" y="225"/>
                    </a:moveTo>
                    <a:cubicBezTo>
                      <a:pt x="580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3" y="227"/>
                      <a:pt x="585" y="229"/>
                      <a:pt x="586" y="231"/>
                    </a:cubicBezTo>
                    <a:cubicBezTo>
                      <a:pt x="587" y="233"/>
                      <a:pt x="587" y="235"/>
                      <a:pt x="587" y="236"/>
                    </a:cubicBezTo>
                    <a:cubicBezTo>
                      <a:pt x="587" y="236"/>
                      <a:pt x="587" y="236"/>
                      <a:pt x="587" y="236"/>
                    </a:cubicBezTo>
                    <a:cubicBezTo>
                      <a:pt x="587" y="236"/>
                      <a:pt x="587" y="236"/>
                      <a:pt x="587" y="237"/>
                    </a:cubicBezTo>
                    <a:cubicBezTo>
                      <a:pt x="586" y="237"/>
                      <a:pt x="586" y="237"/>
                      <a:pt x="585" y="237"/>
                    </a:cubicBezTo>
                    <a:cubicBezTo>
                      <a:pt x="584" y="237"/>
                      <a:pt x="582" y="236"/>
                      <a:pt x="580" y="235"/>
                    </a:cubicBezTo>
                    <a:cubicBezTo>
                      <a:pt x="578" y="234"/>
                      <a:pt x="577" y="231"/>
                      <a:pt x="575" y="229"/>
                    </a:cubicBezTo>
                    <a:cubicBezTo>
                      <a:pt x="574" y="227"/>
                      <a:pt x="574" y="225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5" y="224"/>
                      <a:pt x="575" y="223"/>
                      <a:pt x="576" y="223"/>
                    </a:cubicBezTo>
                    <a:cubicBezTo>
                      <a:pt x="576" y="223"/>
                      <a:pt x="576" y="223"/>
                      <a:pt x="576" y="223"/>
                    </a:cubicBezTo>
                    <a:cubicBezTo>
                      <a:pt x="577" y="223"/>
                      <a:pt x="579" y="224"/>
                      <a:pt x="580" y="225"/>
                    </a:cubicBezTo>
                    <a:moveTo>
                      <a:pt x="572" y="202"/>
                    </a:moveTo>
                    <a:cubicBezTo>
                      <a:pt x="574" y="204"/>
                      <a:pt x="576" y="206"/>
                      <a:pt x="577" y="208"/>
                    </a:cubicBezTo>
                    <a:cubicBezTo>
                      <a:pt x="578" y="210"/>
                      <a:pt x="579" y="212"/>
                      <a:pt x="579" y="213"/>
                    </a:cubicBezTo>
                    <a:cubicBezTo>
                      <a:pt x="579" y="213"/>
                      <a:pt x="579" y="213"/>
                      <a:pt x="579" y="213"/>
                    </a:cubicBezTo>
                    <a:cubicBezTo>
                      <a:pt x="579" y="213"/>
                      <a:pt x="579" y="213"/>
                      <a:pt x="578" y="213"/>
                    </a:cubicBezTo>
                    <a:cubicBezTo>
                      <a:pt x="578" y="214"/>
                      <a:pt x="577" y="214"/>
                      <a:pt x="577" y="214"/>
                    </a:cubicBezTo>
                    <a:cubicBezTo>
                      <a:pt x="575" y="214"/>
                      <a:pt x="573" y="213"/>
                      <a:pt x="572" y="212"/>
                    </a:cubicBezTo>
                    <a:cubicBezTo>
                      <a:pt x="570" y="211"/>
                      <a:pt x="568" y="209"/>
                      <a:pt x="567" y="207"/>
                    </a:cubicBezTo>
                    <a:cubicBezTo>
                      <a:pt x="565" y="205"/>
                      <a:pt x="565" y="203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1"/>
                    </a:cubicBezTo>
                    <a:cubicBezTo>
                      <a:pt x="566" y="201"/>
                      <a:pt x="566" y="201"/>
                      <a:pt x="567" y="201"/>
                    </a:cubicBezTo>
                    <a:cubicBezTo>
                      <a:pt x="569" y="201"/>
                      <a:pt x="570" y="201"/>
                      <a:pt x="572" y="202"/>
                    </a:cubicBezTo>
                    <a:moveTo>
                      <a:pt x="567" y="184"/>
                    </a:moveTo>
                    <a:cubicBezTo>
                      <a:pt x="568" y="186"/>
                      <a:pt x="569" y="188"/>
                      <a:pt x="569" y="189"/>
                    </a:cubicBezTo>
                    <a:cubicBezTo>
                      <a:pt x="569" y="189"/>
                      <a:pt x="568" y="189"/>
                      <a:pt x="568" y="189"/>
                    </a:cubicBezTo>
                    <a:cubicBezTo>
                      <a:pt x="568" y="190"/>
                      <a:pt x="567" y="190"/>
                      <a:pt x="566" y="190"/>
                    </a:cubicBezTo>
                    <a:cubicBezTo>
                      <a:pt x="564" y="190"/>
                      <a:pt x="563" y="189"/>
                      <a:pt x="561" y="189"/>
                    </a:cubicBezTo>
                    <a:cubicBezTo>
                      <a:pt x="559" y="187"/>
                      <a:pt x="557" y="185"/>
                      <a:pt x="556" y="183"/>
                    </a:cubicBezTo>
                    <a:cubicBezTo>
                      <a:pt x="554" y="181"/>
                      <a:pt x="554" y="179"/>
                      <a:pt x="554" y="179"/>
                    </a:cubicBezTo>
                    <a:cubicBezTo>
                      <a:pt x="554" y="179"/>
                      <a:pt x="554" y="178"/>
                      <a:pt x="554" y="178"/>
                    </a:cubicBezTo>
                    <a:cubicBezTo>
                      <a:pt x="555" y="178"/>
                      <a:pt x="555" y="178"/>
                      <a:pt x="557" y="178"/>
                    </a:cubicBezTo>
                    <a:cubicBezTo>
                      <a:pt x="558" y="178"/>
                      <a:pt x="559" y="178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3" y="180"/>
                      <a:pt x="565" y="182"/>
                      <a:pt x="567" y="184"/>
                    </a:cubicBezTo>
                    <a:moveTo>
                      <a:pt x="548" y="156"/>
                    </a:moveTo>
                    <a:cubicBezTo>
                      <a:pt x="550" y="157"/>
                      <a:pt x="553" y="159"/>
                      <a:pt x="554" y="161"/>
                    </a:cubicBezTo>
                    <a:cubicBezTo>
                      <a:pt x="556" y="163"/>
                      <a:pt x="556" y="164"/>
                      <a:pt x="557" y="165"/>
                    </a:cubicBezTo>
                    <a:cubicBezTo>
                      <a:pt x="557" y="165"/>
                      <a:pt x="557" y="165"/>
                      <a:pt x="557" y="165"/>
                    </a:cubicBezTo>
                    <a:cubicBezTo>
                      <a:pt x="557" y="165"/>
                      <a:pt x="556" y="166"/>
                      <a:pt x="556" y="166"/>
                    </a:cubicBezTo>
                    <a:cubicBezTo>
                      <a:pt x="555" y="166"/>
                      <a:pt x="554" y="167"/>
                      <a:pt x="553" y="167"/>
                    </a:cubicBezTo>
                    <a:cubicBezTo>
                      <a:pt x="552" y="167"/>
                      <a:pt x="551" y="166"/>
                      <a:pt x="549" y="166"/>
                    </a:cubicBezTo>
                    <a:cubicBezTo>
                      <a:pt x="547" y="165"/>
                      <a:pt x="545" y="163"/>
                      <a:pt x="543" y="161"/>
                    </a:cubicBezTo>
                    <a:cubicBezTo>
                      <a:pt x="542" y="159"/>
                      <a:pt x="541" y="157"/>
                      <a:pt x="541" y="156"/>
                    </a:cubicBezTo>
                    <a:cubicBezTo>
                      <a:pt x="541" y="156"/>
                      <a:pt x="541" y="156"/>
                      <a:pt x="541" y="156"/>
                    </a:cubicBezTo>
                    <a:cubicBezTo>
                      <a:pt x="541" y="156"/>
                      <a:pt x="541" y="156"/>
                      <a:pt x="542" y="156"/>
                    </a:cubicBezTo>
                    <a:cubicBezTo>
                      <a:pt x="542" y="155"/>
                      <a:pt x="543" y="155"/>
                      <a:pt x="544" y="155"/>
                    </a:cubicBezTo>
                    <a:cubicBezTo>
                      <a:pt x="545" y="155"/>
                      <a:pt x="547" y="155"/>
                      <a:pt x="548" y="156"/>
                    </a:cubicBezTo>
                    <a:moveTo>
                      <a:pt x="531" y="135"/>
                    </a:moveTo>
                    <a:cubicBezTo>
                      <a:pt x="531" y="135"/>
                      <a:pt x="531" y="135"/>
                      <a:pt x="531" y="135"/>
                    </a:cubicBezTo>
                    <a:cubicBezTo>
                      <a:pt x="532" y="135"/>
                      <a:pt x="534" y="135"/>
                      <a:pt x="535" y="135"/>
                    </a:cubicBezTo>
                    <a:cubicBezTo>
                      <a:pt x="535" y="135"/>
                      <a:pt x="535" y="135"/>
                      <a:pt x="535" y="135"/>
                    </a:cubicBezTo>
                    <a:cubicBezTo>
                      <a:pt x="537" y="136"/>
                      <a:pt x="539" y="138"/>
                      <a:pt x="541" y="140"/>
                    </a:cubicBezTo>
                    <a:cubicBezTo>
                      <a:pt x="543" y="141"/>
                      <a:pt x="544" y="143"/>
                      <a:pt x="544" y="144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4" y="144"/>
                      <a:pt x="544" y="145"/>
                      <a:pt x="543" y="145"/>
                    </a:cubicBezTo>
                    <a:cubicBezTo>
                      <a:pt x="542" y="145"/>
                      <a:pt x="541" y="146"/>
                      <a:pt x="540" y="146"/>
                    </a:cubicBezTo>
                    <a:cubicBezTo>
                      <a:pt x="539" y="146"/>
                      <a:pt x="538" y="145"/>
                      <a:pt x="536" y="145"/>
                    </a:cubicBezTo>
                    <a:cubicBezTo>
                      <a:pt x="534" y="144"/>
                      <a:pt x="532" y="142"/>
                      <a:pt x="530" y="141"/>
                    </a:cubicBezTo>
                    <a:cubicBezTo>
                      <a:pt x="529" y="139"/>
                      <a:pt x="528" y="137"/>
                      <a:pt x="528" y="136"/>
                    </a:cubicBezTo>
                    <a:cubicBezTo>
                      <a:pt x="528" y="136"/>
                      <a:pt x="528" y="136"/>
                      <a:pt x="528" y="136"/>
                    </a:cubicBezTo>
                    <a:cubicBezTo>
                      <a:pt x="528" y="136"/>
                      <a:pt x="528" y="136"/>
                      <a:pt x="528" y="135"/>
                    </a:cubicBezTo>
                    <a:cubicBezTo>
                      <a:pt x="529" y="135"/>
                      <a:pt x="530" y="135"/>
                      <a:pt x="531" y="135"/>
                    </a:cubicBezTo>
                    <a:close/>
                    <a:moveTo>
                      <a:pt x="513" y="115"/>
                    </a:moveTo>
                    <a:cubicBezTo>
                      <a:pt x="514" y="114"/>
                      <a:pt x="515" y="114"/>
                      <a:pt x="516" y="114"/>
                    </a:cubicBezTo>
                    <a:cubicBezTo>
                      <a:pt x="517" y="114"/>
                      <a:pt x="518" y="114"/>
                      <a:pt x="519" y="115"/>
                    </a:cubicBezTo>
                    <a:cubicBezTo>
                      <a:pt x="521" y="115"/>
                      <a:pt x="524" y="117"/>
                      <a:pt x="526" y="118"/>
                    </a:cubicBezTo>
                    <a:cubicBezTo>
                      <a:pt x="527" y="120"/>
                      <a:pt x="529" y="122"/>
                      <a:pt x="529" y="123"/>
                    </a:cubicBezTo>
                    <a:cubicBezTo>
                      <a:pt x="529" y="123"/>
                      <a:pt x="529" y="123"/>
                      <a:pt x="529" y="123"/>
                    </a:cubicBezTo>
                    <a:cubicBezTo>
                      <a:pt x="529" y="123"/>
                      <a:pt x="528" y="123"/>
                      <a:pt x="528" y="124"/>
                    </a:cubicBezTo>
                    <a:cubicBezTo>
                      <a:pt x="527" y="124"/>
                      <a:pt x="526" y="124"/>
                      <a:pt x="524" y="124"/>
                    </a:cubicBezTo>
                    <a:cubicBezTo>
                      <a:pt x="523" y="124"/>
                      <a:pt x="522" y="124"/>
                      <a:pt x="521" y="124"/>
                    </a:cubicBezTo>
                    <a:cubicBezTo>
                      <a:pt x="519" y="123"/>
                      <a:pt x="517" y="122"/>
                      <a:pt x="515" y="120"/>
                    </a:cubicBezTo>
                    <a:cubicBezTo>
                      <a:pt x="513" y="119"/>
                      <a:pt x="512" y="117"/>
                      <a:pt x="512" y="116"/>
                    </a:cubicBezTo>
                    <a:cubicBezTo>
                      <a:pt x="512" y="116"/>
                      <a:pt x="512" y="116"/>
                      <a:pt x="512" y="116"/>
                    </a:cubicBezTo>
                    <a:cubicBezTo>
                      <a:pt x="512" y="116"/>
                      <a:pt x="512" y="115"/>
                      <a:pt x="513" y="115"/>
                    </a:cubicBezTo>
                    <a:moveTo>
                      <a:pt x="496" y="96"/>
                    </a:moveTo>
                    <a:cubicBezTo>
                      <a:pt x="497" y="95"/>
                      <a:pt x="498" y="95"/>
                      <a:pt x="500" y="95"/>
                    </a:cubicBezTo>
                    <a:cubicBezTo>
                      <a:pt x="500" y="95"/>
                      <a:pt x="500" y="95"/>
                      <a:pt x="500" y="95"/>
                    </a:cubicBezTo>
                    <a:cubicBezTo>
                      <a:pt x="500" y="95"/>
                      <a:pt x="501" y="95"/>
                      <a:pt x="502" y="95"/>
                    </a:cubicBezTo>
                    <a:cubicBezTo>
                      <a:pt x="504" y="95"/>
                      <a:pt x="507" y="97"/>
                      <a:pt x="509" y="98"/>
                    </a:cubicBezTo>
                    <a:cubicBezTo>
                      <a:pt x="511" y="100"/>
                      <a:pt x="512" y="102"/>
                      <a:pt x="512" y="102"/>
                    </a:cubicBezTo>
                    <a:cubicBezTo>
                      <a:pt x="512" y="102"/>
                      <a:pt x="512" y="102"/>
                      <a:pt x="512" y="102"/>
                    </a:cubicBezTo>
                    <a:cubicBezTo>
                      <a:pt x="512" y="103"/>
                      <a:pt x="512" y="103"/>
                      <a:pt x="511" y="104"/>
                    </a:cubicBezTo>
                    <a:cubicBezTo>
                      <a:pt x="510" y="104"/>
                      <a:pt x="509" y="105"/>
                      <a:pt x="507" y="104"/>
                    </a:cubicBezTo>
                    <a:cubicBezTo>
                      <a:pt x="506" y="104"/>
                      <a:pt x="506" y="104"/>
                      <a:pt x="505" y="104"/>
                    </a:cubicBezTo>
                    <a:cubicBezTo>
                      <a:pt x="502" y="104"/>
                      <a:pt x="500" y="102"/>
                      <a:pt x="498" y="101"/>
                    </a:cubicBezTo>
                    <a:cubicBezTo>
                      <a:pt x="496" y="99"/>
                      <a:pt x="495" y="98"/>
                      <a:pt x="495" y="97"/>
                    </a:cubicBezTo>
                    <a:cubicBezTo>
                      <a:pt x="495" y="97"/>
                      <a:pt x="495" y="97"/>
                      <a:pt x="495" y="97"/>
                    </a:cubicBezTo>
                    <a:cubicBezTo>
                      <a:pt x="495" y="97"/>
                      <a:pt x="495" y="96"/>
                      <a:pt x="496" y="96"/>
                    </a:cubicBezTo>
                    <a:moveTo>
                      <a:pt x="477" y="80"/>
                    </a:moveTo>
                    <a:cubicBezTo>
                      <a:pt x="477" y="80"/>
                      <a:pt x="478" y="79"/>
                      <a:pt x="478" y="79"/>
                    </a:cubicBezTo>
                    <a:cubicBezTo>
                      <a:pt x="479" y="78"/>
                      <a:pt x="481" y="78"/>
                      <a:pt x="483" y="78"/>
                    </a:cubicBezTo>
                    <a:cubicBezTo>
                      <a:pt x="483" y="78"/>
                      <a:pt x="483" y="78"/>
                      <a:pt x="483" y="78"/>
                    </a:cubicBezTo>
                    <a:cubicBezTo>
                      <a:pt x="483" y="78"/>
                      <a:pt x="484" y="78"/>
                      <a:pt x="484" y="78"/>
                    </a:cubicBezTo>
                    <a:cubicBezTo>
                      <a:pt x="484" y="78"/>
                      <a:pt x="484" y="78"/>
                      <a:pt x="484" y="78"/>
                    </a:cubicBezTo>
                    <a:cubicBezTo>
                      <a:pt x="487" y="78"/>
                      <a:pt x="489" y="79"/>
                      <a:pt x="491" y="81"/>
                    </a:cubicBezTo>
                    <a:cubicBezTo>
                      <a:pt x="493" y="82"/>
                      <a:pt x="494" y="84"/>
                      <a:pt x="495" y="84"/>
                    </a:cubicBezTo>
                    <a:cubicBezTo>
                      <a:pt x="495" y="84"/>
                      <a:pt x="495" y="84"/>
                      <a:pt x="495" y="85"/>
                    </a:cubicBezTo>
                    <a:cubicBezTo>
                      <a:pt x="495" y="85"/>
                      <a:pt x="494" y="85"/>
                      <a:pt x="493" y="86"/>
                    </a:cubicBezTo>
                    <a:cubicBezTo>
                      <a:pt x="493" y="87"/>
                      <a:pt x="491" y="87"/>
                      <a:pt x="489" y="87"/>
                    </a:cubicBezTo>
                    <a:cubicBezTo>
                      <a:pt x="489" y="87"/>
                      <a:pt x="488" y="87"/>
                      <a:pt x="488" y="87"/>
                    </a:cubicBezTo>
                    <a:cubicBezTo>
                      <a:pt x="485" y="86"/>
                      <a:pt x="483" y="85"/>
                      <a:pt x="481" y="84"/>
                    </a:cubicBezTo>
                    <a:cubicBezTo>
                      <a:pt x="479" y="83"/>
                      <a:pt x="478" y="81"/>
                      <a:pt x="477" y="80"/>
                    </a:cubicBezTo>
                    <a:close/>
                    <a:moveTo>
                      <a:pt x="459" y="62"/>
                    </a:moveTo>
                    <a:cubicBezTo>
                      <a:pt x="460" y="62"/>
                      <a:pt x="461" y="61"/>
                      <a:pt x="463" y="61"/>
                    </a:cubicBezTo>
                    <a:cubicBezTo>
                      <a:pt x="463" y="61"/>
                      <a:pt x="464" y="61"/>
                      <a:pt x="464" y="61"/>
                    </a:cubicBezTo>
                    <a:cubicBezTo>
                      <a:pt x="466" y="61"/>
                      <a:pt x="469" y="62"/>
                      <a:pt x="471" y="63"/>
                    </a:cubicBezTo>
                    <a:cubicBezTo>
                      <a:pt x="473" y="65"/>
                      <a:pt x="475" y="66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8"/>
                      <a:pt x="474" y="69"/>
                    </a:cubicBezTo>
                    <a:cubicBezTo>
                      <a:pt x="473" y="69"/>
                      <a:pt x="471" y="70"/>
                      <a:pt x="469" y="70"/>
                    </a:cubicBezTo>
                    <a:cubicBezTo>
                      <a:pt x="469" y="70"/>
                      <a:pt x="468" y="70"/>
                      <a:pt x="468" y="70"/>
                    </a:cubicBezTo>
                    <a:cubicBezTo>
                      <a:pt x="466" y="70"/>
                      <a:pt x="463" y="69"/>
                      <a:pt x="461" y="68"/>
                    </a:cubicBezTo>
                    <a:cubicBezTo>
                      <a:pt x="459" y="67"/>
                      <a:pt x="458" y="65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8" y="63"/>
                      <a:pt x="459" y="62"/>
                    </a:cubicBezTo>
                    <a:moveTo>
                      <a:pt x="437" y="48"/>
                    </a:moveTo>
                    <a:cubicBezTo>
                      <a:pt x="438" y="47"/>
                      <a:pt x="440" y="47"/>
                      <a:pt x="442" y="47"/>
                    </a:cubicBezTo>
                    <a:cubicBezTo>
                      <a:pt x="443" y="47"/>
                      <a:pt x="443" y="47"/>
                      <a:pt x="443" y="47"/>
                    </a:cubicBezTo>
                    <a:cubicBezTo>
                      <a:pt x="445" y="47"/>
                      <a:pt x="448" y="47"/>
                      <a:pt x="450" y="48"/>
                    </a:cubicBezTo>
                    <a:cubicBezTo>
                      <a:pt x="452" y="49"/>
                      <a:pt x="454" y="50"/>
                      <a:pt x="454" y="51"/>
                    </a:cubicBezTo>
                    <a:cubicBezTo>
                      <a:pt x="454" y="51"/>
                      <a:pt x="454" y="51"/>
                      <a:pt x="454" y="51"/>
                    </a:cubicBezTo>
                    <a:cubicBezTo>
                      <a:pt x="454" y="52"/>
                      <a:pt x="454" y="53"/>
                      <a:pt x="452" y="53"/>
                    </a:cubicBezTo>
                    <a:cubicBezTo>
                      <a:pt x="451" y="54"/>
                      <a:pt x="450" y="55"/>
                      <a:pt x="448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44" y="55"/>
                      <a:pt x="442" y="54"/>
                      <a:pt x="440" y="53"/>
                    </a:cubicBezTo>
                    <a:cubicBezTo>
                      <a:pt x="438" y="52"/>
                      <a:pt x="436" y="51"/>
                      <a:pt x="436" y="50"/>
                    </a:cubicBezTo>
                    <a:cubicBezTo>
                      <a:pt x="436" y="50"/>
                      <a:pt x="436" y="50"/>
                      <a:pt x="436" y="50"/>
                    </a:cubicBezTo>
                    <a:cubicBezTo>
                      <a:pt x="436" y="50"/>
                      <a:pt x="436" y="49"/>
                      <a:pt x="437" y="48"/>
                    </a:cubicBezTo>
                    <a:moveTo>
                      <a:pt x="421" y="35"/>
                    </a:moveTo>
                    <a:cubicBezTo>
                      <a:pt x="421" y="35"/>
                      <a:pt x="421" y="35"/>
                      <a:pt x="421" y="35"/>
                    </a:cubicBezTo>
                    <a:cubicBezTo>
                      <a:pt x="421" y="34"/>
                      <a:pt x="422" y="34"/>
                      <a:pt x="423" y="34"/>
                    </a:cubicBezTo>
                    <a:cubicBezTo>
                      <a:pt x="425" y="34"/>
                      <a:pt x="427" y="35"/>
                      <a:pt x="429" y="36"/>
                    </a:cubicBezTo>
                    <a:cubicBezTo>
                      <a:pt x="431" y="37"/>
                      <a:pt x="432" y="38"/>
                      <a:pt x="433" y="38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33" y="39"/>
                      <a:pt x="432" y="40"/>
                      <a:pt x="431" y="41"/>
                    </a:cubicBezTo>
                    <a:cubicBezTo>
                      <a:pt x="430" y="41"/>
                      <a:pt x="429" y="42"/>
                      <a:pt x="427" y="42"/>
                    </a:cubicBezTo>
                    <a:cubicBezTo>
                      <a:pt x="426" y="42"/>
                      <a:pt x="426" y="42"/>
                      <a:pt x="425" y="42"/>
                    </a:cubicBezTo>
                    <a:cubicBezTo>
                      <a:pt x="423" y="42"/>
                      <a:pt x="420" y="42"/>
                      <a:pt x="419" y="41"/>
                    </a:cubicBezTo>
                    <a:cubicBezTo>
                      <a:pt x="417" y="40"/>
                      <a:pt x="415" y="39"/>
                      <a:pt x="415" y="39"/>
                    </a:cubicBezTo>
                    <a:cubicBezTo>
                      <a:pt x="415" y="39"/>
                      <a:pt x="415" y="39"/>
                      <a:pt x="415" y="39"/>
                    </a:cubicBezTo>
                    <a:cubicBezTo>
                      <a:pt x="415" y="38"/>
                      <a:pt x="416" y="35"/>
                      <a:pt x="421" y="35"/>
                    </a:cubicBezTo>
                    <a:moveTo>
                      <a:pt x="397" y="24"/>
                    </a:moveTo>
                    <a:cubicBezTo>
                      <a:pt x="398" y="24"/>
                      <a:pt x="399" y="24"/>
                      <a:pt x="400" y="24"/>
                    </a:cubicBezTo>
                    <a:cubicBezTo>
                      <a:pt x="402" y="24"/>
                      <a:pt x="404" y="24"/>
                      <a:pt x="406" y="25"/>
                    </a:cubicBezTo>
                    <a:cubicBezTo>
                      <a:pt x="407" y="25"/>
                      <a:pt x="409" y="26"/>
                      <a:pt x="409" y="26"/>
                    </a:cubicBezTo>
                    <a:cubicBezTo>
                      <a:pt x="409" y="26"/>
                      <a:pt x="409" y="27"/>
                      <a:pt x="409" y="27"/>
                    </a:cubicBezTo>
                    <a:cubicBezTo>
                      <a:pt x="409" y="28"/>
                      <a:pt x="407" y="30"/>
                      <a:pt x="403" y="31"/>
                    </a:cubicBezTo>
                    <a:cubicBezTo>
                      <a:pt x="402" y="31"/>
                      <a:pt x="401" y="32"/>
                      <a:pt x="400" y="31"/>
                    </a:cubicBezTo>
                    <a:cubicBezTo>
                      <a:pt x="396" y="31"/>
                      <a:pt x="392" y="30"/>
                      <a:pt x="391" y="29"/>
                    </a:cubicBezTo>
                    <a:cubicBezTo>
                      <a:pt x="391" y="29"/>
                      <a:pt x="391" y="29"/>
                      <a:pt x="391" y="28"/>
                    </a:cubicBezTo>
                    <a:cubicBezTo>
                      <a:pt x="391" y="27"/>
                      <a:pt x="393" y="25"/>
                      <a:pt x="397" y="24"/>
                    </a:cubicBezTo>
                    <a:moveTo>
                      <a:pt x="372" y="16"/>
                    </a:moveTo>
                    <a:cubicBezTo>
                      <a:pt x="373" y="15"/>
                      <a:pt x="376" y="15"/>
                      <a:pt x="377" y="15"/>
                    </a:cubicBezTo>
                    <a:cubicBezTo>
                      <a:pt x="381" y="15"/>
                      <a:pt x="384" y="16"/>
                      <a:pt x="384" y="17"/>
                    </a:cubicBezTo>
                    <a:cubicBezTo>
                      <a:pt x="384" y="17"/>
                      <a:pt x="384" y="17"/>
                      <a:pt x="384" y="18"/>
                    </a:cubicBezTo>
                    <a:cubicBezTo>
                      <a:pt x="384" y="19"/>
                      <a:pt x="383" y="21"/>
                      <a:pt x="379" y="22"/>
                    </a:cubicBezTo>
                    <a:cubicBezTo>
                      <a:pt x="377" y="23"/>
                      <a:pt x="376" y="23"/>
                      <a:pt x="374" y="23"/>
                    </a:cubicBezTo>
                    <a:cubicBezTo>
                      <a:pt x="371" y="23"/>
                      <a:pt x="368" y="22"/>
                      <a:pt x="367" y="21"/>
                    </a:cubicBezTo>
                    <a:cubicBezTo>
                      <a:pt x="367" y="21"/>
                      <a:pt x="367" y="21"/>
                      <a:pt x="367" y="21"/>
                    </a:cubicBezTo>
                    <a:cubicBezTo>
                      <a:pt x="367" y="20"/>
                      <a:pt x="368" y="17"/>
                      <a:pt x="372" y="16"/>
                    </a:cubicBezTo>
                    <a:moveTo>
                      <a:pt x="348" y="11"/>
                    </a:moveTo>
                    <a:cubicBezTo>
                      <a:pt x="348" y="11"/>
                      <a:pt x="348" y="11"/>
                      <a:pt x="348" y="11"/>
                    </a:cubicBezTo>
                    <a:cubicBezTo>
                      <a:pt x="350" y="10"/>
                      <a:pt x="352" y="9"/>
                      <a:pt x="355" y="9"/>
                    </a:cubicBezTo>
                    <a:cubicBezTo>
                      <a:pt x="357" y="9"/>
                      <a:pt x="360" y="10"/>
                      <a:pt x="360" y="11"/>
                    </a:cubicBezTo>
                    <a:cubicBezTo>
                      <a:pt x="360" y="11"/>
                      <a:pt x="360" y="11"/>
                      <a:pt x="360" y="11"/>
                    </a:cubicBezTo>
                    <a:cubicBezTo>
                      <a:pt x="360" y="12"/>
                      <a:pt x="359" y="15"/>
                      <a:pt x="356" y="16"/>
                    </a:cubicBezTo>
                    <a:cubicBezTo>
                      <a:pt x="353" y="17"/>
                      <a:pt x="351" y="18"/>
                      <a:pt x="348" y="18"/>
                    </a:cubicBezTo>
                    <a:cubicBezTo>
                      <a:pt x="346" y="18"/>
                      <a:pt x="344" y="17"/>
                      <a:pt x="343" y="17"/>
                    </a:cubicBezTo>
                    <a:cubicBezTo>
                      <a:pt x="343" y="17"/>
                      <a:pt x="343" y="16"/>
                      <a:pt x="343" y="16"/>
                    </a:cubicBezTo>
                    <a:cubicBezTo>
                      <a:pt x="343" y="15"/>
                      <a:pt x="344" y="12"/>
                      <a:pt x="348" y="11"/>
                    </a:cubicBezTo>
                    <a:moveTo>
                      <a:pt x="322" y="8"/>
                    </a:moveTo>
                    <a:cubicBezTo>
                      <a:pt x="324" y="6"/>
                      <a:pt x="328" y="6"/>
                      <a:pt x="330" y="6"/>
                    </a:cubicBezTo>
                    <a:cubicBezTo>
                      <a:pt x="332" y="6"/>
                      <a:pt x="334" y="6"/>
                      <a:pt x="334" y="6"/>
                    </a:cubicBezTo>
                    <a:cubicBezTo>
                      <a:pt x="334" y="7"/>
                      <a:pt x="334" y="7"/>
                      <a:pt x="334" y="7"/>
                    </a:cubicBezTo>
                    <a:cubicBezTo>
                      <a:pt x="334" y="8"/>
                      <a:pt x="333" y="11"/>
                      <a:pt x="330" y="13"/>
                    </a:cubicBezTo>
                    <a:cubicBezTo>
                      <a:pt x="328" y="14"/>
                      <a:pt x="324" y="15"/>
                      <a:pt x="322" y="15"/>
                    </a:cubicBezTo>
                    <a:cubicBezTo>
                      <a:pt x="320" y="15"/>
                      <a:pt x="319" y="14"/>
                      <a:pt x="318" y="14"/>
                    </a:cubicBezTo>
                    <a:cubicBezTo>
                      <a:pt x="318" y="14"/>
                      <a:pt x="318" y="14"/>
                      <a:pt x="318" y="13"/>
                    </a:cubicBezTo>
                    <a:cubicBezTo>
                      <a:pt x="318" y="12"/>
                      <a:pt x="319" y="10"/>
                      <a:pt x="322" y="8"/>
                    </a:cubicBezTo>
                    <a:moveTo>
                      <a:pt x="295" y="8"/>
                    </a:moveTo>
                    <a:cubicBezTo>
                      <a:pt x="298" y="5"/>
                      <a:pt x="303" y="4"/>
                      <a:pt x="306" y="4"/>
                    </a:cubicBezTo>
                    <a:cubicBezTo>
                      <a:pt x="307" y="4"/>
                      <a:pt x="307" y="5"/>
                      <a:pt x="308" y="5"/>
                    </a:cubicBezTo>
                    <a:cubicBezTo>
                      <a:pt x="308" y="5"/>
                      <a:pt x="308" y="5"/>
                      <a:pt x="308" y="6"/>
                    </a:cubicBezTo>
                    <a:cubicBezTo>
                      <a:pt x="308" y="7"/>
                      <a:pt x="307" y="10"/>
                      <a:pt x="304" y="11"/>
                    </a:cubicBezTo>
                    <a:cubicBezTo>
                      <a:pt x="302" y="14"/>
                      <a:pt x="297" y="15"/>
                      <a:pt x="295" y="15"/>
                    </a:cubicBezTo>
                    <a:cubicBezTo>
                      <a:pt x="294" y="15"/>
                      <a:pt x="293" y="14"/>
                      <a:pt x="292" y="14"/>
                    </a:cubicBezTo>
                    <a:cubicBezTo>
                      <a:pt x="292" y="14"/>
                      <a:pt x="292" y="14"/>
                      <a:pt x="292" y="13"/>
                    </a:cubicBezTo>
                    <a:cubicBezTo>
                      <a:pt x="292" y="12"/>
                      <a:pt x="293" y="10"/>
                      <a:pt x="295" y="8"/>
                    </a:cubicBezTo>
                    <a:close/>
                    <a:moveTo>
                      <a:pt x="271" y="10"/>
                    </a:moveTo>
                    <a:cubicBezTo>
                      <a:pt x="271" y="10"/>
                      <a:pt x="271" y="10"/>
                      <a:pt x="271" y="10"/>
                    </a:cubicBezTo>
                    <a:cubicBezTo>
                      <a:pt x="274" y="7"/>
                      <a:pt x="279" y="6"/>
                      <a:pt x="281" y="6"/>
                    </a:cubicBezTo>
                    <a:cubicBezTo>
                      <a:pt x="282" y="6"/>
                      <a:pt x="283" y="6"/>
                      <a:pt x="283" y="6"/>
                    </a:cubicBezTo>
                    <a:cubicBezTo>
                      <a:pt x="283" y="6"/>
                      <a:pt x="283" y="6"/>
                      <a:pt x="283" y="7"/>
                    </a:cubicBezTo>
                    <a:cubicBezTo>
                      <a:pt x="283" y="9"/>
                      <a:pt x="282" y="11"/>
                      <a:pt x="280" y="13"/>
                    </a:cubicBezTo>
                    <a:cubicBezTo>
                      <a:pt x="277" y="16"/>
                      <a:pt x="272" y="17"/>
                      <a:pt x="270" y="17"/>
                    </a:cubicBezTo>
                    <a:cubicBezTo>
                      <a:pt x="269" y="17"/>
                      <a:pt x="269" y="17"/>
                      <a:pt x="269" y="17"/>
                    </a:cubicBezTo>
                    <a:cubicBezTo>
                      <a:pt x="268" y="17"/>
                      <a:pt x="268" y="16"/>
                      <a:pt x="268" y="15"/>
                    </a:cubicBezTo>
                    <a:cubicBezTo>
                      <a:pt x="268" y="14"/>
                      <a:pt x="269" y="12"/>
                      <a:pt x="271" y="10"/>
                    </a:cubicBezTo>
                    <a:moveTo>
                      <a:pt x="245" y="15"/>
                    </a:moveTo>
                    <a:cubicBezTo>
                      <a:pt x="248" y="12"/>
                      <a:pt x="254" y="10"/>
                      <a:pt x="256" y="10"/>
                    </a:cubicBezTo>
                    <a:cubicBezTo>
                      <a:pt x="256" y="10"/>
                      <a:pt x="257" y="10"/>
                      <a:pt x="257" y="10"/>
                    </a:cubicBezTo>
                    <a:cubicBezTo>
                      <a:pt x="257" y="10"/>
                      <a:pt x="257" y="10"/>
                      <a:pt x="257" y="10"/>
                    </a:cubicBezTo>
                    <a:cubicBezTo>
                      <a:pt x="257" y="11"/>
                      <a:pt x="257" y="11"/>
                      <a:pt x="257" y="12"/>
                    </a:cubicBezTo>
                    <a:cubicBezTo>
                      <a:pt x="257" y="13"/>
                      <a:pt x="257" y="15"/>
                      <a:pt x="255" y="17"/>
                    </a:cubicBezTo>
                    <a:cubicBezTo>
                      <a:pt x="252" y="20"/>
                      <a:pt x="246" y="22"/>
                      <a:pt x="244" y="22"/>
                    </a:cubicBezTo>
                    <a:cubicBezTo>
                      <a:pt x="244" y="22"/>
                      <a:pt x="244" y="22"/>
                      <a:pt x="244" y="22"/>
                    </a:cubicBezTo>
                    <a:cubicBezTo>
                      <a:pt x="243" y="22"/>
                      <a:pt x="243" y="22"/>
                      <a:pt x="243" y="22"/>
                    </a:cubicBezTo>
                    <a:cubicBezTo>
                      <a:pt x="243" y="21"/>
                      <a:pt x="243" y="21"/>
                      <a:pt x="243" y="20"/>
                    </a:cubicBezTo>
                    <a:cubicBezTo>
                      <a:pt x="243" y="19"/>
                      <a:pt x="244" y="17"/>
                      <a:pt x="245" y="15"/>
                    </a:cubicBezTo>
                    <a:moveTo>
                      <a:pt x="220" y="23"/>
                    </a:moveTo>
                    <a:cubicBezTo>
                      <a:pt x="222" y="21"/>
                      <a:pt x="224" y="19"/>
                      <a:pt x="226" y="18"/>
                    </a:cubicBezTo>
                    <a:cubicBezTo>
                      <a:pt x="228" y="17"/>
                      <a:pt x="230" y="16"/>
                      <a:pt x="231" y="16"/>
                    </a:cubicBezTo>
                    <a:cubicBezTo>
                      <a:pt x="231" y="16"/>
                      <a:pt x="231" y="16"/>
                      <a:pt x="231" y="16"/>
                    </a:cubicBezTo>
                    <a:cubicBezTo>
                      <a:pt x="231" y="16"/>
                      <a:pt x="231" y="17"/>
                      <a:pt x="232" y="17"/>
                    </a:cubicBezTo>
                    <a:cubicBezTo>
                      <a:pt x="232" y="17"/>
                      <a:pt x="232" y="18"/>
                      <a:pt x="232" y="19"/>
                    </a:cubicBezTo>
                    <a:cubicBezTo>
                      <a:pt x="232" y="20"/>
                      <a:pt x="231" y="22"/>
                      <a:pt x="230" y="24"/>
                    </a:cubicBezTo>
                    <a:cubicBezTo>
                      <a:pt x="229" y="26"/>
                      <a:pt x="226" y="27"/>
                      <a:pt x="224" y="28"/>
                    </a:cubicBezTo>
                    <a:cubicBezTo>
                      <a:pt x="222" y="29"/>
                      <a:pt x="220" y="30"/>
                      <a:pt x="220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29"/>
                    </a:cubicBezTo>
                    <a:cubicBezTo>
                      <a:pt x="219" y="29"/>
                      <a:pt x="218" y="28"/>
                      <a:pt x="218" y="28"/>
                    </a:cubicBezTo>
                    <a:cubicBezTo>
                      <a:pt x="218" y="26"/>
                      <a:pt x="219" y="25"/>
                      <a:pt x="220" y="23"/>
                    </a:cubicBezTo>
                    <a:moveTo>
                      <a:pt x="197" y="32"/>
                    </a:moveTo>
                    <a:cubicBezTo>
                      <a:pt x="199" y="30"/>
                      <a:pt x="201" y="28"/>
                      <a:pt x="203" y="27"/>
                    </a:cubicBezTo>
                    <a:cubicBezTo>
                      <a:pt x="205" y="26"/>
                      <a:pt x="207" y="25"/>
                      <a:pt x="207" y="25"/>
                    </a:cubicBezTo>
                    <a:cubicBezTo>
                      <a:pt x="207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6"/>
                    </a:cubicBezTo>
                    <a:cubicBezTo>
                      <a:pt x="209" y="26"/>
                      <a:pt x="209" y="27"/>
                      <a:pt x="209" y="28"/>
                    </a:cubicBezTo>
                    <a:cubicBezTo>
                      <a:pt x="209" y="29"/>
                      <a:pt x="208" y="31"/>
                      <a:pt x="207" y="32"/>
                    </a:cubicBezTo>
                    <a:cubicBezTo>
                      <a:pt x="206" y="34"/>
                      <a:pt x="204" y="36"/>
                      <a:pt x="202" y="38"/>
                    </a:cubicBezTo>
                    <a:cubicBezTo>
                      <a:pt x="200" y="39"/>
                      <a:pt x="198" y="40"/>
                      <a:pt x="197" y="40"/>
                    </a:cubicBezTo>
                    <a:cubicBezTo>
                      <a:pt x="197" y="40"/>
                      <a:pt x="197" y="40"/>
                      <a:pt x="197" y="40"/>
                    </a:cubicBezTo>
                    <a:cubicBezTo>
                      <a:pt x="197" y="40"/>
                      <a:pt x="197" y="39"/>
                      <a:pt x="197" y="39"/>
                    </a:cubicBezTo>
                    <a:cubicBezTo>
                      <a:pt x="196" y="39"/>
                      <a:pt x="196" y="38"/>
                      <a:pt x="196" y="37"/>
                    </a:cubicBezTo>
                    <a:cubicBezTo>
                      <a:pt x="196" y="36"/>
                      <a:pt x="197" y="34"/>
                      <a:pt x="197" y="32"/>
                    </a:cubicBezTo>
                    <a:moveTo>
                      <a:pt x="174" y="45"/>
                    </a:moveTo>
                    <a:cubicBezTo>
                      <a:pt x="174" y="45"/>
                      <a:pt x="174" y="45"/>
                      <a:pt x="174" y="45"/>
                    </a:cubicBezTo>
                    <a:cubicBezTo>
                      <a:pt x="175" y="42"/>
                      <a:pt x="177" y="40"/>
                      <a:pt x="179" y="39"/>
                    </a:cubicBezTo>
                    <a:cubicBezTo>
                      <a:pt x="181" y="37"/>
                      <a:pt x="183" y="36"/>
                      <a:pt x="184" y="36"/>
                    </a:cubicBezTo>
                    <a:cubicBezTo>
                      <a:pt x="184" y="36"/>
                      <a:pt x="184" y="37"/>
                      <a:pt x="185" y="37"/>
                    </a:cubicBezTo>
                    <a:cubicBezTo>
                      <a:pt x="185" y="38"/>
                      <a:pt x="185" y="39"/>
                      <a:pt x="185" y="40"/>
                    </a:cubicBezTo>
                    <a:cubicBezTo>
                      <a:pt x="185" y="41"/>
                      <a:pt x="185" y="42"/>
                      <a:pt x="184" y="44"/>
                    </a:cubicBezTo>
                    <a:cubicBezTo>
                      <a:pt x="183" y="46"/>
                      <a:pt x="181" y="48"/>
                      <a:pt x="179" y="50"/>
                    </a:cubicBezTo>
                    <a:cubicBezTo>
                      <a:pt x="178" y="51"/>
                      <a:pt x="176" y="52"/>
                      <a:pt x="175" y="52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5" y="52"/>
                      <a:pt x="174" y="52"/>
                      <a:pt x="174" y="51"/>
                    </a:cubicBezTo>
                    <a:cubicBezTo>
                      <a:pt x="174" y="51"/>
                      <a:pt x="173" y="50"/>
                      <a:pt x="173" y="49"/>
                    </a:cubicBezTo>
                    <a:cubicBezTo>
                      <a:pt x="173" y="48"/>
                      <a:pt x="174" y="46"/>
                      <a:pt x="174" y="45"/>
                    </a:cubicBezTo>
                    <a:moveTo>
                      <a:pt x="153" y="59"/>
                    </a:moveTo>
                    <a:cubicBezTo>
                      <a:pt x="153" y="57"/>
                      <a:pt x="155" y="55"/>
                      <a:pt x="157" y="53"/>
                    </a:cubicBezTo>
                    <a:cubicBezTo>
                      <a:pt x="159" y="51"/>
                      <a:pt x="161" y="50"/>
                      <a:pt x="161" y="50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1" y="50"/>
                      <a:pt x="162" y="50"/>
                      <a:pt x="162" y="51"/>
                    </a:cubicBezTo>
                    <a:cubicBezTo>
                      <a:pt x="163" y="51"/>
                      <a:pt x="163" y="53"/>
                      <a:pt x="163" y="54"/>
                    </a:cubicBezTo>
                    <a:cubicBezTo>
                      <a:pt x="163" y="55"/>
                      <a:pt x="163" y="56"/>
                      <a:pt x="162" y="57"/>
                    </a:cubicBezTo>
                    <a:cubicBezTo>
                      <a:pt x="161" y="60"/>
                      <a:pt x="160" y="62"/>
                      <a:pt x="158" y="63"/>
                    </a:cubicBezTo>
                    <a:cubicBezTo>
                      <a:pt x="156" y="65"/>
                      <a:pt x="154" y="66"/>
                      <a:pt x="154" y="66"/>
                    </a:cubicBezTo>
                    <a:cubicBezTo>
                      <a:pt x="154" y="66"/>
                      <a:pt x="154" y="66"/>
                      <a:pt x="154" y="66"/>
                    </a:cubicBezTo>
                    <a:cubicBezTo>
                      <a:pt x="153" y="66"/>
                      <a:pt x="153" y="66"/>
                      <a:pt x="153" y="65"/>
                    </a:cubicBezTo>
                    <a:cubicBezTo>
                      <a:pt x="152" y="65"/>
                      <a:pt x="152" y="64"/>
                      <a:pt x="152" y="62"/>
                    </a:cubicBezTo>
                    <a:cubicBezTo>
                      <a:pt x="152" y="61"/>
                      <a:pt x="152" y="60"/>
                      <a:pt x="153" y="59"/>
                    </a:cubicBezTo>
                    <a:moveTo>
                      <a:pt x="133" y="75"/>
                    </a:move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2"/>
                      <a:pt x="135" y="70"/>
                      <a:pt x="137" y="68"/>
                    </a:cubicBezTo>
                    <a:cubicBezTo>
                      <a:pt x="139" y="66"/>
                      <a:pt x="140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2" y="65"/>
                      <a:pt x="142" y="66"/>
                    </a:cubicBezTo>
                    <a:cubicBezTo>
                      <a:pt x="143" y="66"/>
                      <a:pt x="143" y="68"/>
                      <a:pt x="143" y="69"/>
                    </a:cubicBezTo>
                    <a:cubicBezTo>
                      <a:pt x="143" y="70"/>
                      <a:pt x="143" y="71"/>
                      <a:pt x="143" y="72"/>
                    </a:cubicBezTo>
                    <a:cubicBezTo>
                      <a:pt x="142" y="74"/>
                      <a:pt x="141" y="77"/>
                      <a:pt x="139" y="78"/>
                    </a:cubicBezTo>
                    <a:cubicBezTo>
                      <a:pt x="138" y="80"/>
                      <a:pt x="136" y="81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1"/>
                      <a:pt x="134" y="81"/>
                      <a:pt x="134" y="81"/>
                    </a:cubicBezTo>
                    <a:cubicBezTo>
                      <a:pt x="133" y="80"/>
                      <a:pt x="133" y="79"/>
                      <a:pt x="133" y="77"/>
                    </a:cubicBezTo>
                    <a:cubicBezTo>
                      <a:pt x="133" y="76"/>
                      <a:pt x="133" y="75"/>
                      <a:pt x="133" y="75"/>
                    </a:cubicBezTo>
                    <a:moveTo>
                      <a:pt x="114" y="92"/>
                    </a:moveTo>
                    <a:cubicBezTo>
                      <a:pt x="114" y="92"/>
                      <a:pt x="114" y="92"/>
                      <a:pt x="114" y="92"/>
                    </a:cubicBezTo>
                    <a:cubicBezTo>
                      <a:pt x="115" y="90"/>
                      <a:pt x="116" y="87"/>
                      <a:pt x="117" y="85"/>
                    </a:cubicBezTo>
                    <a:cubicBezTo>
                      <a:pt x="119" y="84"/>
                      <a:pt x="121" y="82"/>
                      <a:pt x="121" y="82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2" y="82"/>
                      <a:pt x="122" y="82"/>
                      <a:pt x="123" y="83"/>
                    </a:cubicBezTo>
                    <a:cubicBezTo>
                      <a:pt x="123" y="84"/>
                      <a:pt x="124" y="85"/>
                      <a:pt x="124" y="87"/>
                    </a:cubicBezTo>
                    <a:cubicBezTo>
                      <a:pt x="124" y="88"/>
                      <a:pt x="124" y="88"/>
                      <a:pt x="123" y="89"/>
                    </a:cubicBezTo>
                    <a:cubicBezTo>
                      <a:pt x="123" y="91"/>
                      <a:pt x="122" y="94"/>
                      <a:pt x="120" y="96"/>
                    </a:cubicBezTo>
                    <a:cubicBezTo>
                      <a:pt x="119" y="98"/>
                      <a:pt x="117" y="99"/>
                      <a:pt x="117" y="99"/>
                    </a:cubicBezTo>
                    <a:cubicBezTo>
                      <a:pt x="117" y="99"/>
                      <a:pt x="116" y="99"/>
                      <a:pt x="116" y="99"/>
                    </a:cubicBezTo>
                    <a:cubicBezTo>
                      <a:pt x="116" y="99"/>
                      <a:pt x="116" y="99"/>
                      <a:pt x="115" y="98"/>
                    </a:cubicBezTo>
                    <a:cubicBezTo>
                      <a:pt x="114" y="97"/>
                      <a:pt x="114" y="96"/>
                      <a:pt x="114" y="94"/>
                    </a:cubicBezTo>
                    <a:cubicBezTo>
                      <a:pt x="114" y="94"/>
                      <a:pt x="114" y="93"/>
                      <a:pt x="114" y="92"/>
                    </a:cubicBezTo>
                    <a:moveTo>
                      <a:pt x="97" y="112"/>
                    </a:moveTo>
                    <a:cubicBezTo>
                      <a:pt x="97" y="112"/>
                      <a:pt x="97" y="112"/>
                      <a:pt x="97" y="112"/>
                    </a:cubicBezTo>
                    <a:cubicBezTo>
                      <a:pt x="97" y="109"/>
                      <a:pt x="98" y="107"/>
                      <a:pt x="99" y="105"/>
                    </a:cubicBezTo>
                    <a:cubicBezTo>
                      <a:pt x="101" y="103"/>
                      <a:pt x="102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4" y="101"/>
                      <a:pt x="105" y="102"/>
                    </a:cubicBezTo>
                    <a:cubicBezTo>
                      <a:pt x="105" y="103"/>
                      <a:pt x="106" y="105"/>
                      <a:pt x="106" y="107"/>
                    </a:cubicBezTo>
                    <a:cubicBezTo>
                      <a:pt x="106" y="107"/>
                      <a:pt x="106" y="107"/>
                      <a:pt x="106" y="108"/>
                    </a:cubicBezTo>
                    <a:cubicBezTo>
                      <a:pt x="105" y="110"/>
                      <a:pt x="104" y="113"/>
                      <a:pt x="103" y="115"/>
                    </a:cubicBezTo>
                    <a:cubicBezTo>
                      <a:pt x="102" y="117"/>
                      <a:pt x="100" y="118"/>
                      <a:pt x="100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9" y="118"/>
                      <a:pt x="98" y="118"/>
                      <a:pt x="98" y="117"/>
                    </a:cubicBezTo>
                    <a:cubicBezTo>
                      <a:pt x="97" y="116"/>
                      <a:pt x="97" y="115"/>
                      <a:pt x="97" y="113"/>
                    </a:cubicBezTo>
                    <a:cubicBezTo>
                      <a:pt x="97" y="112"/>
                      <a:pt x="97" y="112"/>
                      <a:pt x="97" y="112"/>
                    </a:cubicBezTo>
                    <a:moveTo>
                      <a:pt x="82" y="131"/>
                    </a:moveTo>
                    <a:cubicBezTo>
                      <a:pt x="82" y="129"/>
                      <a:pt x="83" y="126"/>
                      <a:pt x="84" y="124"/>
                    </a:cubicBezTo>
                    <a:cubicBezTo>
                      <a:pt x="85" y="122"/>
                      <a:pt x="86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8" y="120"/>
                      <a:pt x="89" y="121"/>
                    </a:cubicBezTo>
                    <a:cubicBezTo>
                      <a:pt x="90" y="122"/>
                      <a:pt x="90" y="124"/>
                      <a:pt x="90" y="126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90" y="129"/>
                      <a:pt x="89" y="132"/>
                      <a:pt x="88" y="134"/>
                    </a:cubicBezTo>
                    <a:cubicBezTo>
                      <a:pt x="87" y="136"/>
                      <a:pt x="86" y="137"/>
                      <a:pt x="85" y="138"/>
                    </a:cubicBezTo>
                    <a:cubicBezTo>
                      <a:pt x="85" y="138"/>
                      <a:pt x="85" y="138"/>
                      <a:pt x="85" y="138"/>
                    </a:cubicBezTo>
                    <a:cubicBezTo>
                      <a:pt x="84" y="138"/>
                      <a:pt x="84" y="137"/>
                      <a:pt x="83" y="136"/>
                    </a:cubicBezTo>
                    <a:cubicBezTo>
                      <a:pt x="82" y="135"/>
                      <a:pt x="82" y="133"/>
                      <a:pt x="82" y="131"/>
                    </a:cubicBezTo>
                    <a:close/>
                    <a:moveTo>
                      <a:pt x="69" y="145"/>
                    </a:moveTo>
                    <a:cubicBezTo>
                      <a:pt x="70" y="143"/>
                      <a:pt x="71" y="142"/>
                      <a:pt x="72" y="141"/>
                    </a:cubicBezTo>
                    <a:cubicBezTo>
                      <a:pt x="72" y="141"/>
                      <a:pt x="72" y="141"/>
                      <a:pt x="72" y="141"/>
                    </a:cubicBezTo>
                    <a:cubicBezTo>
                      <a:pt x="72" y="141"/>
                      <a:pt x="73" y="142"/>
                      <a:pt x="74" y="143"/>
                    </a:cubicBezTo>
                    <a:cubicBezTo>
                      <a:pt x="75" y="144"/>
                      <a:pt x="75" y="145"/>
                      <a:pt x="75" y="148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75" y="151"/>
                      <a:pt x="75" y="153"/>
                      <a:pt x="74" y="155"/>
                    </a:cubicBezTo>
                    <a:cubicBezTo>
                      <a:pt x="73" y="157"/>
                      <a:pt x="71" y="159"/>
                      <a:pt x="71" y="159"/>
                    </a:cubicBezTo>
                    <a:cubicBezTo>
                      <a:pt x="71" y="159"/>
                      <a:pt x="71" y="159"/>
                      <a:pt x="71" y="159"/>
                    </a:cubicBezTo>
                    <a:cubicBezTo>
                      <a:pt x="70" y="159"/>
                      <a:pt x="69" y="159"/>
                      <a:pt x="69" y="158"/>
                    </a:cubicBezTo>
                    <a:cubicBezTo>
                      <a:pt x="68" y="157"/>
                      <a:pt x="67" y="155"/>
                      <a:pt x="67" y="153"/>
                    </a:cubicBezTo>
                    <a:cubicBezTo>
                      <a:pt x="67" y="153"/>
                      <a:pt x="67" y="152"/>
                      <a:pt x="67" y="152"/>
                    </a:cubicBezTo>
                    <a:cubicBezTo>
                      <a:pt x="67" y="150"/>
                      <a:pt x="68" y="147"/>
                      <a:pt x="69" y="145"/>
                    </a:cubicBezTo>
                    <a:moveTo>
                      <a:pt x="55" y="167"/>
                    </a:moveTo>
                    <a:cubicBezTo>
                      <a:pt x="56" y="165"/>
                      <a:pt x="57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9" y="164"/>
                      <a:pt x="59" y="164"/>
                      <a:pt x="60" y="165"/>
                    </a:cubicBezTo>
                    <a:cubicBezTo>
                      <a:pt x="61" y="166"/>
                      <a:pt x="62" y="168"/>
                      <a:pt x="62" y="170"/>
                    </a:cubicBezTo>
                    <a:cubicBezTo>
                      <a:pt x="62" y="170"/>
                      <a:pt x="62" y="171"/>
                      <a:pt x="62" y="172"/>
                    </a:cubicBezTo>
                    <a:cubicBezTo>
                      <a:pt x="62" y="174"/>
                      <a:pt x="61" y="176"/>
                      <a:pt x="61" y="178"/>
                    </a:cubicBezTo>
                    <a:cubicBezTo>
                      <a:pt x="60" y="180"/>
                      <a:pt x="59" y="181"/>
                      <a:pt x="58" y="181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8" y="182"/>
                      <a:pt x="57" y="181"/>
                      <a:pt x="56" y="180"/>
                    </a:cubicBezTo>
                    <a:cubicBezTo>
                      <a:pt x="55" y="179"/>
                      <a:pt x="55" y="178"/>
                      <a:pt x="54" y="176"/>
                    </a:cubicBezTo>
                    <a:cubicBezTo>
                      <a:pt x="54" y="175"/>
                      <a:pt x="54" y="174"/>
                      <a:pt x="54" y="174"/>
                    </a:cubicBezTo>
                    <a:cubicBezTo>
                      <a:pt x="54" y="171"/>
                      <a:pt x="55" y="169"/>
                      <a:pt x="55" y="167"/>
                    </a:cubicBezTo>
                    <a:moveTo>
                      <a:pt x="44" y="189"/>
                    </a:moveTo>
                    <a:cubicBezTo>
                      <a:pt x="45" y="187"/>
                      <a:pt x="46" y="186"/>
                      <a:pt x="46" y="186"/>
                    </a:cubicBezTo>
                    <a:cubicBezTo>
                      <a:pt x="47" y="186"/>
                      <a:pt x="47" y="185"/>
                      <a:pt x="47" y="185"/>
                    </a:cubicBezTo>
                    <a:cubicBezTo>
                      <a:pt x="47" y="185"/>
                      <a:pt x="48" y="186"/>
                      <a:pt x="49" y="187"/>
                    </a:cubicBezTo>
                    <a:cubicBezTo>
                      <a:pt x="50" y="188"/>
                      <a:pt x="51" y="189"/>
                      <a:pt x="51" y="191"/>
                    </a:cubicBezTo>
                    <a:cubicBezTo>
                      <a:pt x="51" y="192"/>
                      <a:pt x="51" y="193"/>
                      <a:pt x="51" y="194"/>
                    </a:cubicBezTo>
                    <a:cubicBezTo>
                      <a:pt x="51" y="196"/>
                      <a:pt x="51" y="198"/>
                      <a:pt x="50" y="200"/>
                    </a:cubicBezTo>
                    <a:cubicBezTo>
                      <a:pt x="49" y="202"/>
                      <a:pt x="48" y="203"/>
                      <a:pt x="48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47" y="204"/>
                      <a:pt x="44" y="202"/>
                      <a:pt x="44" y="198"/>
                    </a:cubicBezTo>
                    <a:cubicBezTo>
                      <a:pt x="43" y="197"/>
                      <a:pt x="43" y="196"/>
                      <a:pt x="43" y="195"/>
                    </a:cubicBezTo>
                    <a:cubicBezTo>
                      <a:pt x="43" y="193"/>
                      <a:pt x="44" y="191"/>
                      <a:pt x="44" y="189"/>
                    </a:cubicBezTo>
                    <a:moveTo>
                      <a:pt x="34" y="213"/>
                    </a:moveTo>
                    <a:cubicBezTo>
                      <a:pt x="35" y="211"/>
                      <a:pt x="35" y="210"/>
                      <a:pt x="36" y="210"/>
                    </a:cubicBezTo>
                    <a:cubicBezTo>
                      <a:pt x="36" y="209"/>
                      <a:pt x="36" y="209"/>
                      <a:pt x="36" y="209"/>
                    </a:cubicBezTo>
                    <a:cubicBezTo>
                      <a:pt x="37" y="209"/>
                      <a:pt x="40" y="211"/>
                      <a:pt x="41" y="215"/>
                    </a:cubicBezTo>
                    <a:cubicBezTo>
                      <a:pt x="41" y="216"/>
                      <a:pt x="41" y="218"/>
                      <a:pt x="41" y="219"/>
                    </a:cubicBezTo>
                    <a:cubicBezTo>
                      <a:pt x="41" y="223"/>
                      <a:pt x="40" y="227"/>
                      <a:pt x="39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7" y="227"/>
                      <a:pt x="35" y="226"/>
                      <a:pt x="34" y="222"/>
                    </a:cubicBezTo>
                    <a:cubicBezTo>
                      <a:pt x="33" y="221"/>
                      <a:pt x="33" y="219"/>
                      <a:pt x="33" y="218"/>
                    </a:cubicBezTo>
                    <a:cubicBezTo>
                      <a:pt x="33" y="216"/>
                      <a:pt x="34" y="214"/>
                      <a:pt x="34" y="213"/>
                    </a:cubicBezTo>
                    <a:moveTo>
                      <a:pt x="27" y="234"/>
                    </a:moveTo>
                    <a:cubicBezTo>
                      <a:pt x="27" y="234"/>
                      <a:pt x="27" y="234"/>
                      <a:pt x="27" y="234"/>
                    </a:cubicBezTo>
                    <a:cubicBezTo>
                      <a:pt x="28" y="234"/>
                      <a:pt x="31" y="236"/>
                      <a:pt x="32" y="239"/>
                    </a:cubicBezTo>
                    <a:cubicBezTo>
                      <a:pt x="32" y="241"/>
                      <a:pt x="33" y="243"/>
                      <a:pt x="33" y="244"/>
                    </a:cubicBezTo>
                    <a:cubicBezTo>
                      <a:pt x="33" y="248"/>
                      <a:pt x="31" y="251"/>
                      <a:pt x="31" y="252"/>
                    </a:cubicBezTo>
                    <a:cubicBezTo>
                      <a:pt x="31" y="252"/>
                      <a:pt x="31" y="252"/>
                      <a:pt x="30" y="252"/>
                    </a:cubicBezTo>
                    <a:cubicBezTo>
                      <a:pt x="29" y="252"/>
                      <a:pt x="27" y="250"/>
                      <a:pt x="26" y="247"/>
                    </a:cubicBezTo>
                    <a:cubicBezTo>
                      <a:pt x="25" y="245"/>
                      <a:pt x="25" y="243"/>
                      <a:pt x="25" y="242"/>
                    </a:cubicBezTo>
                    <a:cubicBezTo>
                      <a:pt x="25" y="238"/>
                      <a:pt x="26" y="235"/>
                      <a:pt x="27" y="234"/>
                    </a:cubicBezTo>
                    <a:moveTo>
                      <a:pt x="20" y="258"/>
                    </a:moveTo>
                    <a:cubicBezTo>
                      <a:pt x="20" y="258"/>
                      <a:pt x="20" y="258"/>
                      <a:pt x="20" y="258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1" y="258"/>
                      <a:pt x="24" y="259"/>
                      <a:pt x="25" y="263"/>
                    </a:cubicBezTo>
                    <a:cubicBezTo>
                      <a:pt x="26" y="265"/>
                      <a:pt x="26" y="267"/>
                      <a:pt x="26" y="269"/>
                    </a:cubicBezTo>
                    <a:cubicBezTo>
                      <a:pt x="26" y="272"/>
                      <a:pt x="25" y="275"/>
                      <a:pt x="25" y="275"/>
                    </a:cubicBezTo>
                    <a:cubicBezTo>
                      <a:pt x="25" y="275"/>
                      <a:pt x="25" y="275"/>
                      <a:pt x="24" y="275"/>
                    </a:cubicBezTo>
                    <a:cubicBezTo>
                      <a:pt x="23" y="275"/>
                      <a:pt x="21" y="274"/>
                      <a:pt x="19" y="270"/>
                    </a:cubicBezTo>
                    <a:cubicBezTo>
                      <a:pt x="19" y="268"/>
                      <a:pt x="18" y="266"/>
                      <a:pt x="18" y="264"/>
                    </a:cubicBezTo>
                    <a:cubicBezTo>
                      <a:pt x="18" y="261"/>
                      <a:pt x="19" y="259"/>
                      <a:pt x="20" y="258"/>
                    </a:cubicBezTo>
                    <a:moveTo>
                      <a:pt x="14" y="284"/>
                    </a:moveTo>
                    <a:cubicBezTo>
                      <a:pt x="14" y="283"/>
                      <a:pt x="14" y="283"/>
                      <a:pt x="15" y="283"/>
                    </a:cubicBezTo>
                    <a:cubicBezTo>
                      <a:pt x="16" y="283"/>
                      <a:pt x="18" y="285"/>
                      <a:pt x="20" y="288"/>
                    </a:cubicBezTo>
                    <a:cubicBezTo>
                      <a:pt x="21" y="290"/>
                      <a:pt x="21" y="293"/>
                      <a:pt x="21" y="295"/>
                    </a:cubicBezTo>
                    <a:cubicBezTo>
                      <a:pt x="21" y="297"/>
                      <a:pt x="20" y="300"/>
                      <a:pt x="20" y="300"/>
                    </a:cubicBezTo>
                    <a:cubicBezTo>
                      <a:pt x="20" y="301"/>
                      <a:pt x="20" y="301"/>
                      <a:pt x="19" y="301"/>
                    </a:cubicBezTo>
                    <a:cubicBezTo>
                      <a:pt x="18" y="301"/>
                      <a:pt x="16" y="299"/>
                      <a:pt x="14" y="296"/>
                    </a:cubicBezTo>
                    <a:cubicBezTo>
                      <a:pt x="13" y="294"/>
                      <a:pt x="13" y="291"/>
                      <a:pt x="13" y="289"/>
                    </a:cubicBezTo>
                    <a:cubicBezTo>
                      <a:pt x="13" y="286"/>
                      <a:pt x="13" y="284"/>
                      <a:pt x="14" y="284"/>
                    </a:cubicBezTo>
                    <a:moveTo>
                      <a:pt x="10" y="310"/>
                    </a:moveTo>
                    <a:cubicBezTo>
                      <a:pt x="10" y="310"/>
                      <a:pt x="10" y="310"/>
                      <a:pt x="10" y="310"/>
                    </a:cubicBezTo>
                    <a:cubicBezTo>
                      <a:pt x="10" y="309"/>
                      <a:pt x="10" y="309"/>
                      <a:pt x="10" y="309"/>
                    </a:cubicBezTo>
                    <a:cubicBezTo>
                      <a:pt x="12" y="309"/>
                      <a:pt x="14" y="310"/>
                      <a:pt x="16" y="314"/>
                    </a:cubicBezTo>
                    <a:cubicBezTo>
                      <a:pt x="17" y="316"/>
                      <a:pt x="18" y="319"/>
                      <a:pt x="17" y="322"/>
                    </a:cubicBezTo>
                    <a:cubicBezTo>
                      <a:pt x="17" y="324"/>
                      <a:pt x="17" y="325"/>
                      <a:pt x="17" y="326"/>
                    </a:cubicBezTo>
                    <a:cubicBezTo>
                      <a:pt x="17" y="326"/>
                      <a:pt x="16" y="326"/>
                      <a:pt x="16" y="326"/>
                    </a:cubicBezTo>
                    <a:cubicBezTo>
                      <a:pt x="15" y="326"/>
                      <a:pt x="12" y="325"/>
                      <a:pt x="11" y="322"/>
                    </a:cubicBezTo>
                    <a:cubicBezTo>
                      <a:pt x="9" y="319"/>
                      <a:pt x="9" y="316"/>
                      <a:pt x="9" y="313"/>
                    </a:cubicBezTo>
                    <a:cubicBezTo>
                      <a:pt x="9" y="312"/>
                      <a:pt x="9" y="310"/>
                      <a:pt x="10" y="310"/>
                    </a:cubicBezTo>
                    <a:moveTo>
                      <a:pt x="7" y="334"/>
                    </a:moveTo>
                    <a:cubicBezTo>
                      <a:pt x="7" y="334"/>
                      <a:pt x="7" y="334"/>
                      <a:pt x="7" y="334"/>
                    </a:cubicBezTo>
                    <a:cubicBezTo>
                      <a:pt x="7" y="334"/>
                      <a:pt x="7" y="334"/>
                      <a:pt x="8" y="334"/>
                    </a:cubicBezTo>
                    <a:cubicBezTo>
                      <a:pt x="9" y="334"/>
                      <a:pt x="12" y="335"/>
                      <a:pt x="13" y="338"/>
                    </a:cubicBezTo>
                    <a:cubicBezTo>
                      <a:pt x="15" y="340"/>
                      <a:pt x="16" y="344"/>
                      <a:pt x="16" y="347"/>
                    </a:cubicBezTo>
                    <a:cubicBezTo>
                      <a:pt x="16" y="348"/>
                      <a:pt x="15" y="350"/>
                      <a:pt x="15" y="350"/>
                    </a:cubicBezTo>
                    <a:cubicBezTo>
                      <a:pt x="15" y="350"/>
                      <a:pt x="15" y="350"/>
                      <a:pt x="14" y="350"/>
                    </a:cubicBezTo>
                    <a:cubicBezTo>
                      <a:pt x="13" y="350"/>
                      <a:pt x="10" y="349"/>
                      <a:pt x="9" y="346"/>
                    </a:cubicBezTo>
                    <a:cubicBezTo>
                      <a:pt x="7" y="344"/>
                      <a:pt x="6" y="340"/>
                      <a:pt x="6" y="337"/>
                    </a:cubicBezTo>
                    <a:cubicBezTo>
                      <a:pt x="6" y="336"/>
                      <a:pt x="7" y="334"/>
                      <a:pt x="7" y="334"/>
                    </a:cubicBezTo>
                    <a:moveTo>
                      <a:pt x="6" y="360"/>
                    </a:moveTo>
                    <a:cubicBezTo>
                      <a:pt x="6" y="360"/>
                      <a:pt x="6" y="360"/>
                      <a:pt x="7" y="360"/>
                    </a:cubicBezTo>
                    <a:cubicBezTo>
                      <a:pt x="8" y="360"/>
                      <a:pt x="11" y="361"/>
                      <a:pt x="12" y="364"/>
                    </a:cubicBezTo>
                    <a:cubicBezTo>
                      <a:pt x="14" y="367"/>
                      <a:pt x="15" y="371"/>
                      <a:pt x="15" y="373"/>
                    </a:cubicBezTo>
                    <a:cubicBezTo>
                      <a:pt x="15" y="375"/>
                      <a:pt x="15" y="375"/>
                      <a:pt x="15" y="376"/>
                    </a:cubicBezTo>
                    <a:cubicBezTo>
                      <a:pt x="15" y="376"/>
                      <a:pt x="14" y="376"/>
                      <a:pt x="14" y="376"/>
                    </a:cubicBezTo>
                    <a:cubicBezTo>
                      <a:pt x="12" y="376"/>
                      <a:pt x="10" y="375"/>
                      <a:pt x="8" y="373"/>
                    </a:cubicBezTo>
                    <a:cubicBezTo>
                      <a:pt x="6" y="370"/>
                      <a:pt x="5" y="366"/>
                      <a:pt x="5" y="363"/>
                    </a:cubicBezTo>
                    <a:cubicBezTo>
                      <a:pt x="5" y="362"/>
                      <a:pt x="6" y="361"/>
                      <a:pt x="6" y="360"/>
                    </a:cubicBezTo>
                    <a:moveTo>
                      <a:pt x="6" y="387"/>
                    </a:moveTo>
                    <a:cubicBezTo>
                      <a:pt x="6" y="386"/>
                      <a:pt x="6" y="386"/>
                      <a:pt x="7" y="386"/>
                    </a:cubicBezTo>
                    <a:cubicBezTo>
                      <a:pt x="9" y="386"/>
                      <a:pt x="11" y="387"/>
                      <a:pt x="13" y="389"/>
                    </a:cubicBezTo>
                    <a:cubicBezTo>
                      <a:pt x="15" y="392"/>
                      <a:pt x="16" y="397"/>
                      <a:pt x="16" y="400"/>
                    </a:cubicBezTo>
                    <a:cubicBezTo>
                      <a:pt x="16" y="400"/>
                      <a:pt x="16" y="401"/>
                      <a:pt x="16" y="401"/>
                    </a:cubicBezTo>
                    <a:cubicBezTo>
                      <a:pt x="16" y="402"/>
                      <a:pt x="15" y="402"/>
                      <a:pt x="15" y="402"/>
                    </a:cubicBezTo>
                    <a:cubicBezTo>
                      <a:pt x="13" y="402"/>
                      <a:pt x="11" y="401"/>
                      <a:pt x="9" y="399"/>
                    </a:cubicBezTo>
                    <a:cubicBezTo>
                      <a:pt x="7" y="396"/>
                      <a:pt x="6" y="391"/>
                      <a:pt x="6" y="388"/>
                    </a:cubicBezTo>
                    <a:cubicBezTo>
                      <a:pt x="6" y="387"/>
                      <a:pt x="6" y="387"/>
                      <a:pt x="6" y="387"/>
                    </a:cubicBezTo>
                    <a:moveTo>
                      <a:pt x="8" y="412"/>
                    </a:moveTo>
                    <a:cubicBezTo>
                      <a:pt x="8" y="412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9" y="411"/>
                    </a:cubicBezTo>
                    <a:cubicBezTo>
                      <a:pt x="11" y="411"/>
                      <a:pt x="13" y="412"/>
                      <a:pt x="15" y="414"/>
                    </a:cubicBezTo>
                    <a:cubicBezTo>
                      <a:pt x="17" y="417"/>
                      <a:pt x="19" y="422"/>
                      <a:pt x="19" y="424"/>
                    </a:cubicBezTo>
                    <a:cubicBezTo>
                      <a:pt x="19" y="425"/>
                      <a:pt x="18" y="425"/>
                      <a:pt x="18" y="426"/>
                    </a:cubicBezTo>
                    <a:cubicBezTo>
                      <a:pt x="18" y="426"/>
                      <a:pt x="18" y="426"/>
                      <a:pt x="17" y="426"/>
                    </a:cubicBezTo>
                    <a:cubicBezTo>
                      <a:pt x="16" y="426"/>
                      <a:pt x="14" y="425"/>
                      <a:pt x="12" y="423"/>
                    </a:cubicBezTo>
                    <a:cubicBezTo>
                      <a:pt x="9" y="420"/>
                      <a:pt x="8" y="415"/>
                      <a:pt x="8" y="412"/>
                    </a:cubicBezTo>
                    <a:moveTo>
                      <a:pt x="16" y="449"/>
                    </a:moveTo>
                    <a:cubicBezTo>
                      <a:pt x="13" y="446"/>
                      <a:pt x="11" y="441"/>
                      <a:pt x="11" y="438"/>
                    </a:cubicBezTo>
                    <a:cubicBezTo>
                      <a:pt x="11" y="438"/>
                      <a:pt x="11" y="437"/>
                      <a:pt x="11" y="437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1" y="437"/>
                      <a:pt x="12" y="437"/>
                      <a:pt x="13" y="437"/>
                    </a:cubicBezTo>
                    <a:cubicBezTo>
                      <a:pt x="14" y="437"/>
                      <a:pt x="16" y="437"/>
                      <a:pt x="18" y="439"/>
                    </a:cubicBezTo>
                    <a:cubicBezTo>
                      <a:pt x="21" y="442"/>
                      <a:pt x="23" y="448"/>
                      <a:pt x="23" y="450"/>
                    </a:cubicBezTo>
                    <a:cubicBezTo>
                      <a:pt x="23" y="450"/>
                      <a:pt x="23" y="451"/>
                      <a:pt x="23" y="451"/>
                    </a:cubicBezTo>
                    <a:cubicBezTo>
                      <a:pt x="23" y="451"/>
                      <a:pt x="22" y="451"/>
                      <a:pt x="21" y="451"/>
                    </a:cubicBezTo>
                    <a:cubicBezTo>
                      <a:pt x="20" y="451"/>
                      <a:pt x="18" y="451"/>
                      <a:pt x="16" y="449"/>
                    </a:cubicBezTo>
                    <a:moveTo>
                      <a:pt x="21" y="474"/>
                    </a:moveTo>
                    <a:cubicBezTo>
                      <a:pt x="18" y="471"/>
                      <a:pt x="16" y="466"/>
                      <a:pt x="16" y="464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7" y="462"/>
                      <a:pt x="17" y="462"/>
                      <a:pt x="18" y="462"/>
                    </a:cubicBezTo>
                    <a:cubicBezTo>
                      <a:pt x="19" y="462"/>
                      <a:pt x="21" y="463"/>
                      <a:pt x="23" y="465"/>
                    </a:cubicBezTo>
                    <a:cubicBezTo>
                      <a:pt x="27" y="468"/>
                      <a:pt x="28" y="473"/>
                      <a:pt x="28" y="475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7"/>
                      <a:pt x="27" y="477"/>
                      <a:pt x="27" y="477"/>
                    </a:cubicBezTo>
                    <a:cubicBezTo>
                      <a:pt x="25" y="477"/>
                      <a:pt x="23" y="476"/>
                      <a:pt x="21" y="474"/>
                    </a:cubicBezTo>
                    <a:moveTo>
                      <a:pt x="28" y="498"/>
                    </a:moveTo>
                    <a:cubicBezTo>
                      <a:pt x="24" y="495"/>
                      <a:pt x="22" y="490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3" y="486"/>
                    </a:cubicBezTo>
                    <a:cubicBezTo>
                      <a:pt x="23" y="486"/>
                      <a:pt x="23" y="486"/>
                      <a:pt x="24" y="486"/>
                    </a:cubicBezTo>
                    <a:cubicBezTo>
                      <a:pt x="26" y="486"/>
                      <a:pt x="27" y="487"/>
                      <a:pt x="29" y="488"/>
                    </a:cubicBezTo>
                    <a:cubicBezTo>
                      <a:pt x="31" y="490"/>
                      <a:pt x="33" y="492"/>
                      <a:pt x="34" y="494"/>
                    </a:cubicBezTo>
                    <a:cubicBezTo>
                      <a:pt x="35" y="496"/>
                      <a:pt x="35" y="498"/>
                      <a:pt x="35" y="499"/>
                    </a:cubicBezTo>
                    <a:cubicBezTo>
                      <a:pt x="35" y="499"/>
                      <a:pt x="35" y="499"/>
                      <a:pt x="35" y="499"/>
                    </a:cubicBezTo>
                    <a:cubicBezTo>
                      <a:pt x="35" y="499"/>
                      <a:pt x="35" y="499"/>
                      <a:pt x="35" y="500"/>
                    </a:cubicBezTo>
                    <a:cubicBezTo>
                      <a:pt x="34" y="500"/>
                      <a:pt x="34" y="500"/>
                      <a:pt x="33" y="500"/>
                    </a:cubicBezTo>
                    <a:cubicBezTo>
                      <a:pt x="32" y="500"/>
                      <a:pt x="30" y="499"/>
                      <a:pt x="28" y="498"/>
                    </a:cubicBezTo>
                    <a:moveTo>
                      <a:pt x="37" y="523"/>
                    </a:moveTo>
                    <a:cubicBezTo>
                      <a:pt x="35" y="521"/>
                      <a:pt x="33" y="519"/>
                      <a:pt x="32" y="517"/>
                    </a:cubicBezTo>
                    <a:cubicBezTo>
                      <a:pt x="31" y="515"/>
                      <a:pt x="30" y="513"/>
                      <a:pt x="30" y="512"/>
                    </a:cubicBezTo>
                    <a:cubicBezTo>
                      <a:pt x="30" y="512"/>
                      <a:pt x="30" y="512"/>
                      <a:pt x="30" y="512"/>
                    </a:cubicBezTo>
                    <a:cubicBezTo>
                      <a:pt x="30" y="512"/>
                      <a:pt x="30" y="512"/>
                      <a:pt x="31" y="511"/>
                    </a:cubicBezTo>
                    <a:cubicBezTo>
                      <a:pt x="31" y="511"/>
                      <a:pt x="32" y="511"/>
                      <a:pt x="33" y="511"/>
                    </a:cubicBezTo>
                    <a:cubicBezTo>
                      <a:pt x="34" y="511"/>
                      <a:pt x="36" y="512"/>
                      <a:pt x="37" y="513"/>
                    </a:cubicBezTo>
                    <a:cubicBezTo>
                      <a:pt x="39" y="514"/>
                      <a:pt x="41" y="516"/>
                      <a:pt x="42" y="518"/>
                    </a:cubicBezTo>
                    <a:cubicBezTo>
                      <a:pt x="43" y="520"/>
                      <a:pt x="44" y="522"/>
                      <a:pt x="44" y="523"/>
                    </a:cubicBezTo>
                    <a:cubicBezTo>
                      <a:pt x="44" y="523"/>
                      <a:pt x="44" y="523"/>
                      <a:pt x="44" y="523"/>
                    </a:cubicBezTo>
                    <a:cubicBezTo>
                      <a:pt x="44" y="523"/>
                      <a:pt x="44" y="524"/>
                      <a:pt x="44" y="524"/>
                    </a:cubicBezTo>
                    <a:cubicBezTo>
                      <a:pt x="43" y="524"/>
                      <a:pt x="42" y="524"/>
                      <a:pt x="42" y="524"/>
                    </a:cubicBezTo>
                    <a:cubicBezTo>
                      <a:pt x="40" y="524"/>
                      <a:pt x="39" y="524"/>
                      <a:pt x="37" y="523"/>
                    </a:cubicBezTo>
                    <a:moveTo>
                      <a:pt x="47" y="546"/>
                    </a:moveTo>
                    <a:cubicBezTo>
                      <a:pt x="45" y="545"/>
                      <a:pt x="43" y="543"/>
                      <a:pt x="42" y="541"/>
                    </a:cubicBezTo>
                    <a:cubicBezTo>
                      <a:pt x="40" y="539"/>
                      <a:pt x="40" y="537"/>
                      <a:pt x="40" y="537"/>
                    </a:cubicBezTo>
                    <a:cubicBezTo>
                      <a:pt x="40" y="537"/>
                      <a:pt x="40" y="537"/>
                      <a:pt x="40" y="537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1" y="535"/>
                      <a:pt x="42" y="535"/>
                      <a:pt x="42" y="535"/>
                    </a:cubicBezTo>
                    <a:cubicBezTo>
                      <a:pt x="42" y="535"/>
                      <a:pt x="42" y="535"/>
                      <a:pt x="42" y="535"/>
                    </a:cubicBezTo>
                    <a:cubicBezTo>
                      <a:pt x="44" y="535"/>
                      <a:pt x="45" y="536"/>
                      <a:pt x="47" y="537"/>
                    </a:cubicBezTo>
                    <a:cubicBezTo>
                      <a:pt x="49" y="538"/>
                      <a:pt x="51" y="540"/>
                      <a:pt x="52" y="542"/>
                    </a:cubicBezTo>
                    <a:cubicBezTo>
                      <a:pt x="54" y="544"/>
                      <a:pt x="54" y="546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3" y="548"/>
                      <a:pt x="53" y="548"/>
                      <a:pt x="52" y="548"/>
                    </a:cubicBezTo>
                    <a:cubicBezTo>
                      <a:pt x="50" y="548"/>
                      <a:pt x="49" y="547"/>
                      <a:pt x="47" y="546"/>
                    </a:cubicBezTo>
                    <a:close/>
                    <a:moveTo>
                      <a:pt x="58" y="568"/>
                    </a:moveTo>
                    <a:cubicBezTo>
                      <a:pt x="56" y="567"/>
                      <a:pt x="54" y="565"/>
                      <a:pt x="53" y="563"/>
                    </a:cubicBezTo>
                    <a:cubicBezTo>
                      <a:pt x="51" y="561"/>
                      <a:pt x="50" y="559"/>
                      <a:pt x="50" y="559"/>
                    </a:cubicBezTo>
                    <a:cubicBezTo>
                      <a:pt x="50" y="559"/>
                      <a:pt x="50" y="559"/>
                      <a:pt x="50" y="559"/>
                    </a:cubicBezTo>
                    <a:cubicBezTo>
                      <a:pt x="50" y="559"/>
                      <a:pt x="50" y="558"/>
                      <a:pt x="51" y="558"/>
                    </a:cubicBezTo>
                    <a:cubicBezTo>
                      <a:pt x="51" y="558"/>
                      <a:pt x="52" y="557"/>
                      <a:pt x="53" y="557"/>
                    </a:cubicBezTo>
                    <a:cubicBezTo>
                      <a:pt x="55" y="557"/>
                      <a:pt x="56" y="558"/>
                      <a:pt x="58" y="559"/>
                    </a:cubicBezTo>
                    <a:cubicBezTo>
                      <a:pt x="60" y="560"/>
                      <a:pt x="62" y="562"/>
                      <a:pt x="63" y="564"/>
                    </a:cubicBezTo>
                    <a:cubicBezTo>
                      <a:pt x="65" y="565"/>
                      <a:pt x="65" y="567"/>
                      <a:pt x="66" y="568"/>
                    </a:cubicBezTo>
                    <a:cubicBezTo>
                      <a:pt x="66" y="568"/>
                      <a:pt x="66" y="568"/>
                      <a:pt x="66" y="568"/>
                    </a:cubicBezTo>
                    <a:cubicBezTo>
                      <a:pt x="66" y="568"/>
                      <a:pt x="65" y="569"/>
                      <a:pt x="65" y="569"/>
                    </a:cubicBezTo>
                    <a:cubicBezTo>
                      <a:pt x="64" y="569"/>
                      <a:pt x="64" y="570"/>
                      <a:pt x="62" y="570"/>
                    </a:cubicBezTo>
                    <a:cubicBezTo>
                      <a:pt x="61" y="569"/>
                      <a:pt x="60" y="569"/>
                      <a:pt x="58" y="568"/>
                    </a:cubicBezTo>
                    <a:moveTo>
                      <a:pt x="72" y="591"/>
                    </a:moveTo>
                    <a:cubicBezTo>
                      <a:pt x="72" y="591"/>
                      <a:pt x="72" y="591"/>
                      <a:pt x="72" y="591"/>
                    </a:cubicBezTo>
                    <a:cubicBezTo>
                      <a:pt x="70" y="590"/>
                      <a:pt x="67" y="588"/>
                      <a:pt x="66" y="586"/>
                    </a:cubicBezTo>
                    <a:cubicBezTo>
                      <a:pt x="64" y="584"/>
                      <a:pt x="63" y="583"/>
                      <a:pt x="63" y="582"/>
                    </a:cubicBezTo>
                    <a:cubicBezTo>
                      <a:pt x="63" y="582"/>
                      <a:pt x="63" y="582"/>
                      <a:pt x="63" y="582"/>
                    </a:cubicBezTo>
                    <a:cubicBezTo>
                      <a:pt x="63" y="582"/>
                      <a:pt x="63" y="581"/>
                      <a:pt x="64" y="581"/>
                    </a:cubicBezTo>
                    <a:cubicBezTo>
                      <a:pt x="64" y="580"/>
                      <a:pt x="65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8" y="580"/>
                      <a:pt x="69" y="580"/>
                      <a:pt x="70" y="581"/>
                    </a:cubicBezTo>
                    <a:cubicBezTo>
                      <a:pt x="73" y="582"/>
                      <a:pt x="75" y="584"/>
                      <a:pt x="76" y="586"/>
                    </a:cubicBezTo>
                    <a:cubicBezTo>
                      <a:pt x="78" y="587"/>
                      <a:pt x="79" y="589"/>
                      <a:pt x="79" y="590"/>
                    </a:cubicBezTo>
                    <a:cubicBezTo>
                      <a:pt x="79" y="590"/>
                      <a:pt x="79" y="590"/>
                      <a:pt x="79" y="590"/>
                    </a:cubicBezTo>
                    <a:cubicBezTo>
                      <a:pt x="79" y="590"/>
                      <a:pt x="79" y="591"/>
                      <a:pt x="78" y="591"/>
                    </a:cubicBezTo>
                    <a:cubicBezTo>
                      <a:pt x="78" y="591"/>
                      <a:pt x="77" y="592"/>
                      <a:pt x="76" y="592"/>
                    </a:cubicBezTo>
                    <a:cubicBezTo>
                      <a:pt x="74" y="592"/>
                      <a:pt x="73" y="591"/>
                      <a:pt x="72" y="591"/>
                    </a:cubicBezTo>
                    <a:moveTo>
                      <a:pt x="90" y="613"/>
                    </a:moveTo>
                    <a:cubicBezTo>
                      <a:pt x="89" y="613"/>
                      <a:pt x="88" y="613"/>
                      <a:pt x="87" y="612"/>
                    </a:cubicBezTo>
                    <a:cubicBezTo>
                      <a:pt x="84" y="611"/>
                      <a:pt x="82" y="610"/>
                      <a:pt x="80" y="608"/>
                    </a:cubicBezTo>
                    <a:cubicBezTo>
                      <a:pt x="79" y="606"/>
                      <a:pt x="78" y="604"/>
                      <a:pt x="78" y="604"/>
                    </a:cubicBezTo>
                    <a:cubicBezTo>
                      <a:pt x="78" y="604"/>
                      <a:pt x="78" y="604"/>
                      <a:pt x="78" y="604"/>
                    </a:cubicBezTo>
                    <a:cubicBezTo>
                      <a:pt x="78" y="603"/>
                      <a:pt x="78" y="603"/>
                      <a:pt x="78" y="603"/>
                    </a:cubicBezTo>
                    <a:cubicBezTo>
                      <a:pt x="79" y="602"/>
                      <a:pt x="80" y="602"/>
                      <a:pt x="82" y="602"/>
                    </a:cubicBezTo>
                    <a:cubicBezTo>
                      <a:pt x="82" y="602"/>
                      <a:pt x="82" y="602"/>
                      <a:pt x="82" y="602"/>
                    </a:cubicBezTo>
                    <a:cubicBezTo>
                      <a:pt x="83" y="602"/>
                      <a:pt x="84" y="602"/>
                      <a:pt x="85" y="603"/>
                    </a:cubicBezTo>
                    <a:cubicBezTo>
                      <a:pt x="87" y="603"/>
                      <a:pt x="89" y="605"/>
                      <a:pt x="91" y="607"/>
                    </a:cubicBezTo>
                    <a:cubicBezTo>
                      <a:pt x="93" y="608"/>
                      <a:pt x="94" y="610"/>
                      <a:pt x="94" y="611"/>
                    </a:cubicBezTo>
                    <a:cubicBezTo>
                      <a:pt x="94" y="611"/>
                      <a:pt x="94" y="611"/>
                      <a:pt x="94" y="611"/>
                    </a:cubicBezTo>
                    <a:cubicBezTo>
                      <a:pt x="94" y="611"/>
                      <a:pt x="94" y="612"/>
                      <a:pt x="93" y="612"/>
                    </a:cubicBezTo>
                    <a:cubicBezTo>
                      <a:pt x="92" y="612"/>
                      <a:pt x="91" y="613"/>
                      <a:pt x="90" y="613"/>
                    </a:cubicBezTo>
                    <a:moveTo>
                      <a:pt x="108" y="631"/>
                    </a:moveTo>
                    <a:cubicBezTo>
                      <a:pt x="108" y="631"/>
                      <a:pt x="106" y="632"/>
                      <a:pt x="105" y="632"/>
                    </a:cubicBezTo>
                    <a:cubicBezTo>
                      <a:pt x="104" y="632"/>
                      <a:pt x="103" y="631"/>
                      <a:pt x="102" y="631"/>
                    </a:cubicBezTo>
                    <a:cubicBezTo>
                      <a:pt x="100" y="631"/>
                      <a:pt x="98" y="629"/>
                      <a:pt x="96" y="628"/>
                    </a:cubicBezTo>
                    <a:cubicBezTo>
                      <a:pt x="94" y="626"/>
                      <a:pt x="93" y="624"/>
                      <a:pt x="93" y="624"/>
                    </a:cubicBezTo>
                    <a:cubicBezTo>
                      <a:pt x="93" y="624"/>
                      <a:pt x="93" y="623"/>
                      <a:pt x="93" y="623"/>
                    </a:cubicBezTo>
                    <a:cubicBezTo>
                      <a:pt x="93" y="623"/>
                      <a:pt x="93" y="623"/>
                      <a:pt x="93" y="622"/>
                    </a:cubicBezTo>
                    <a:cubicBezTo>
                      <a:pt x="94" y="622"/>
                      <a:pt x="95" y="621"/>
                      <a:pt x="97" y="621"/>
                    </a:cubicBezTo>
                    <a:cubicBezTo>
                      <a:pt x="98" y="621"/>
                      <a:pt x="99" y="622"/>
                      <a:pt x="100" y="622"/>
                    </a:cubicBezTo>
                    <a:cubicBezTo>
                      <a:pt x="102" y="622"/>
                      <a:pt x="104" y="624"/>
                      <a:pt x="106" y="625"/>
                    </a:cubicBezTo>
                    <a:cubicBezTo>
                      <a:pt x="108" y="627"/>
                      <a:pt x="109" y="629"/>
                      <a:pt x="109" y="629"/>
                    </a:cubicBezTo>
                    <a:cubicBezTo>
                      <a:pt x="109" y="629"/>
                      <a:pt x="109" y="629"/>
                      <a:pt x="109" y="630"/>
                    </a:cubicBezTo>
                    <a:cubicBezTo>
                      <a:pt x="109" y="630"/>
                      <a:pt x="109" y="630"/>
                      <a:pt x="108" y="631"/>
                    </a:cubicBezTo>
                    <a:moveTo>
                      <a:pt x="127" y="648"/>
                    </a:moveTo>
                    <a:cubicBezTo>
                      <a:pt x="127" y="648"/>
                      <a:pt x="127" y="649"/>
                      <a:pt x="126" y="649"/>
                    </a:cubicBezTo>
                    <a:cubicBezTo>
                      <a:pt x="125" y="650"/>
                      <a:pt x="124" y="650"/>
                      <a:pt x="122" y="650"/>
                    </a:cubicBezTo>
                    <a:cubicBezTo>
                      <a:pt x="122" y="650"/>
                      <a:pt x="121" y="650"/>
                      <a:pt x="121" y="650"/>
                    </a:cubicBezTo>
                    <a:cubicBezTo>
                      <a:pt x="120" y="650"/>
                      <a:pt x="120" y="650"/>
                      <a:pt x="120" y="650"/>
                    </a:cubicBezTo>
                    <a:cubicBezTo>
                      <a:pt x="118" y="650"/>
                      <a:pt x="115" y="648"/>
                      <a:pt x="113" y="647"/>
                    </a:cubicBezTo>
                    <a:cubicBezTo>
                      <a:pt x="112" y="646"/>
                      <a:pt x="110" y="644"/>
                      <a:pt x="110" y="643"/>
                    </a:cubicBezTo>
                    <a:cubicBezTo>
                      <a:pt x="110" y="643"/>
                      <a:pt x="110" y="643"/>
                      <a:pt x="110" y="643"/>
                    </a:cubicBezTo>
                    <a:cubicBezTo>
                      <a:pt x="110" y="643"/>
                      <a:pt x="110" y="642"/>
                      <a:pt x="111" y="642"/>
                    </a:cubicBezTo>
                    <a:cubicBezTo>
                      <a:pt x="112" y="641"/>
                      <a:pt x="113" y="641"/>
                      <a:pt x="115" y="641"/>
                    </a:cubicBezTo>
                    <a:cubicBezTo>
                      <a:pt x="116" y="641"/>
                      <a:pt x="116" y="641"/>
                      <a:pt x="117" y="641"/>
                    </a:cubicBezTo>
                    <a:cubicBezTo>
                      <a:pt x="119" y="641"/>
                      <a:pt x="122" y="643"/>
                      <a:pt x="124" y="644"/>
                    </a:cubicBezTo>
                    <a:cubicBezTo>
                      <a:pt x="126" y="645"/>
                      <a:pt x="127" y="647"/>
                      <a:pt x="127" y="648"/>
                    </a:cubicBezTo>
                    <a:close/>
                    <a:moveTo>
                      <a:pt x="145" y="666"/>
                    </a:moveTo>
                    <a:cubicBezTo>
                      <a:pt x="144" y="667"/>
                      <a:pt x="143" y="668"/>
                      <a:pt x="141" y="667"/>
                    </a:cubicBezTo>
                    <a:cubicBezTo>
                      <a:pt x="140" y="667"/>
                      <a:pt x="140" y="667"/>
                      <a:pt x="140" y="667"/>
                    </a:cubicBezTo>
                    <a:cubicBezTo>
                      <a:pt x="137" y="667"/>
                      <a:pt x="135" y="666"/>
                      <a:pt x="133" y="665"/>
                    </a:cubicBezTo>
                    <a:cubicBezTo>
                      <a:pt x="131" y="664"/>
                      <a:pt x="129" y="662"/>
                      <a:pt x="129" y="661"/>
                    </a:cubicBezTo>
                    <a:cubicBezTo>
                      <a:pt x="129" y="661"/>
                      <a:pt x="129" y="661"/>
                      <a:pt x="129" y="661"/>
                    </a:cubicBezTo>
                    <a:cubicBezTo>
                      <a:pt x="129" y="661"/>
                      <a:pt x="129" y="660"/>
                      <a:pt x="130" y="660"/>
                    </a:cubicBezTo>
                    <a:cubicBezTo>
                      <a:pt x="131" y="659"/>
                      <a:pt x="133" y="658"/>
                      <a:pt x="135" y="659"/>
                    </a:cubicBezTo>
                    <a:cubicBezTo>
                      <a:pt x="135" y="659"/>
                      <a:pt x="135" y="659"/>
                      <a:pt x="136" y="659"/>
                    </a:cubicBezTo>
                    <a:cubicBezTo>
                      <a:pt x="138" y="659"/>
                      <a:pt x="141" y="660"/>
                      <a:pt x="143" y="661"/>
                    </a:cubicBezTo>
                    <a:cubicBezTo>
                      <a:pt x="145" y="662"/>
                      <a:pt x="146" y="664"/>
                      <a:pt x="147" y="665"/>
                    </a:cubicBezTo>
                    <a:cubicBezTo>
                      <a:pt x="147" y="665"/>
                      <a:pt x="147" y="665"/>
                      <a:pt x="147" y="665"/>
                    </a:cubicBezTo>
                    <a:cubicBezTo>
                      <a:pt x="147" y="665"/>
                      <a:pt x="146" y="666"/>
                      <a:pt x="145" y="666"/>
                    </a:cubicBezTo>
                    <a:moveTo>
                      <a:pt x="165" y="681"/>
                    </a:moveTo>
                    <a:cubicBezTo>
                      <a:pt x="164" y="682"/>
                      <a:pt x="162" y="682"/>
                      <a:pt x="160" y="682"/>
                    </a:cubicBezTo>
                    <a:cubicBezTo>
                      <a:pt x="160" y="682"/>
                      <a:pt x="160" y="682"/>
                      <a:pt x="160" y="682"/>
                    </a:cubicBezTo>
                    <a:cubicBezTo>
                      <a:pt x="157" y="682"/>
                      <a:pt x="154" y="681"/>
                      <a:pt x="152" y="680"/>
                    </a:cubicBezTo>
                    <a:cubicBezTo>
                      <a:pt x="150" y="679"/>
                      <a:pt x="149" y="678"/>
                      <a:pt x="148" y="677"/>
                    </a:cubicBezTo>
                    <a:cubicBezTo>
                      <a:pt x="148" y="677"/>
                      <a:pt x="148" y="677"/>
                      <a:pt x="148" y="677"/>
                    </a:cubicBezTo>
                    <a:cubicBezTo>
                      <a:pt x="148" y="676"/>
                      <a:pt x="149" y="676"/>
                      <a:pt x="150" y="675"/>
                    </a:cubicBezTo>
                    <a:cubicBezTo>
                      <a:pt x="151" y="674"/>
                      <a:pt x="153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7" y="674"/>
                      <a:pt x="160" y="675"/>
                      <a:pt x="162" y="676"/>
                    </a:cubicBezTo>
                    <a:cubicBezTo>
                      <a:pt x="164" y="677"/>
                      <a:pt x="166" y="678"/>
                      <a:pt x="166" y="679"/>
                    </a:cubicBezTo>
                    <a:cubicBezTo>
                      <a:pt x="166" y="679"/>
                      <a:pt x="166" y="679"/>
                      <a:pt x="166" y="679"/>
                    </a:cubicBezTo>
                    <a:cubicBezTo>
                      <a:pt x="166" y="679"/>
                      <a:pt x="166" y="680"/>
                      <a:pt x="165" y="681"/>
                    </a:cubicBezTo>
                    <a:moveTo>
                      <a:pt x="187" y="694"/>
                    </a:moveTo>
                    <a:cubicBezTo>
                      <a:pt x="186" y="695"/>
                      <a:pt x="184" y="696"/>
                      <a:pt x="182" y="696"/>
                    </a:cubicBezTo>
                    <a:cubicBezTo>
                      <a:pt x="182" y="696"/>
                      <a:pt x="182" y="696"/>
                      <a:pt x="182" y="696"/>
                    </a:cubicBezTo>
                    <a:cubicBezTo>
                      <a:pt x="181" y="696"/>
                      <a:pt x="181" y="696"/>
                      <a:pt x="180" y="696"/>
                    </a:cubicBezTo>
                    <a:cubicBezTo>
                      <a:pt x="178" y="696"/>
                      <a:pt x="176" y="695"/>
                      <a:pt x="174" y="694"/>
                    </a:cubicBezTo>
                    <a:cubicBezTo>
                      <a:pt x="172" y="694"/>
                      <a:pt x="170" y="692"/>
                      <a:pt x="170" y="692"/>
                    </a:cubicBezTo>
                    <a:cubicBezTo>
                      <a:pt x="170" y="692"/>
                      <a:pt x="170" y="692"/>
                      <a:pt x="170" y="692"/>
                    </a:cubicBezTo>
                    <a:cubicBezTo>
                      <a:pt x="170" y="691"/>
                      <a:pt x="170" y="690"/>
                      <a:pt x="171" y="690"/>
                    </a:cubicBezTo>
                    <a:cubicBezTo>
                      <a:pt x="173" y="689"/>
                      <a:pt x="174" y="688"/>
                      <a:pt x="176" y="688"/>
                    </a:cubicBezTo>
                    <a:cubicBezTo>
                      <a:pt x="177" y="688"/>
                      <a:pt x="177" y="688"/>
                      <a:pt x="177" y="688"/>
                    </a:cubicBezTo>
                    <a:cubicBezTo>
                      <a:pt x="179" y="688"/>
                      <a:pt x="182" y="689"/>
                      <a:pt x="184" y="689"/>
                    </a:cubicBezTo>
                    <a:cubicBezTo>
                      <a:pt x="186" y="690"/>
                      <a:pt x="188" y="691"/>
                      <a:pt x="188" y="692"/>
                    </a:cubicBezTo>
                    <a:cubicBezTo>
                      <a:pt x="188" y="692"/>
                      <a:pt x="188" y="692"/>
                      <a:pt x="188" y="692"/>
                    </a:cubicBezTo>
                    <a:cubicBezTo>
                      <a:pt x="188" y="693"/>
                      <a:pt x="188" y="694"/>
                      <a:pt x="187" y="694"/>
                    </a:cubicBezTo>
                    <a:moveTo>
                      <a:pt x="205" y="708"/>
                    </a:moveTo>
                    <a:cubicBezTo>
                      <a:pt x="204" y="708"/>
                      <a:pt x="203" y="708"/>
                      <a:pt x="202" y="708"/>
                    </a:cubicBezTo>
                    <a:cubicBezTo>
                      <a:pt x="200" y="708"/>
                      <a:pt x="198" y="707"/>
                      <a:pt x="197" y="707"/>
                    </a:cubicBezTo>
                    <a:cubicBezTo>
                      <a:pt x="195" y="706"/>
                      <a:pt x="194" y="705"/>
                      <a:pt x="193" y="705"/>
                    </a:cubicBezTo>
                    <a:cubicBezTo>
                      <a:pt x="193" y="705"/>
                      <a:pt x="193" y="704"/>
                      <a:pt x="193" y="704"/>
                    </a:cubicBezTo>
                    <a:cubicBezTo>
                      <a:pt x="193" y="704"/>
                      <a:pt x="193" y="703"/>
                      <a:pt x="194" y="702"/>
                    </a:cubicBezTo>
                    <a:cubicBezTo>
                      <a:pt x="195" y="701"/>
                      <a:pt x="197" y="701"/>
                      <a:pt x="199" y="700"/>
                    </a:cubicBezTo>
                    <a:cubicBezTo>
                      <a:pt x="200" y="700"/>
                      <a:pt x="201" y="700"/>
                      <a:pt x="202" y="700"/>
                    </a:cubicBezTo>
                    <a:cubicBezTo>
                      <a:pt x="204" y="700"/>
                      <a:pt x="206" y="701"/>
                      <a:pt x="208" y="701"/>
                    </a:cubicBezTo>
                    <a:cubicBezTo>
                      <a:pt x="209" y="702"/>
                      <a:pt x="211" y="703"/>
                      <a:pt x="211" y="703"/>
                    </a:cubicBezTo>
                    <a:cubicBezTo>
                      <a:pt x="211" y="703"/>
                      <a:pt x="211" y="703"/>
                      <a:pt x="211" y="703"/>
                    </a:cubicBezTo>
                    <a:cubicBezTo>
                      <a:pt x="211" y="704"/>
                      <a:pt x="209" y="707"/>
                      <a:pt x="205" y="708"/>
                    </a:cubicBezTo>
                    <a:moveTo>
                      <a:pt x="228" y="716"/>
                    </a:moveTo>
                    <a:cubicBezTo>
                      <a:pt x="227" y="717"/>
                      <a:pt x="225" y="717"/>
                      <a:pt x="224" y="717"/>
                    </a:cubicBezTo>
                    <a:cubicBezTo>
                      <a:pt x="222" y="717"/>
                      <a:pt x="220" y="717"/>
                      <a:pt x="219" y="716"/>
                    </a:cubicBezTo>
                    <a:cubicBezTo>
                      <a:pt x="217" y="716"/>
                      <a:pt x="216" y="715"/>
                      <a:pt x="216" y="715"/>
                    </a:cubicBezTo>
                    <a:cubicBezTo>
                      <a:pt x="216" y="715"/>
                      <a:pt x="216" y="714"/>
                      <a:pt x="216" y="714"/>
                    </a:cubicBezTo>
                    <a:cubicBezTo>
                      <a:pt x="216" y="713"/>
                      <a:pt x="218" y="711"/>
                      <a:pt x="221" y="710"/>
                    </a:cubicBezTo>
                    <a:cubicBezTo>
                      <a:pt x="223" y="709"/>
                      <a:pt x="224" y="709"/>
                      <a:pt x="226" y="709"/>
                    </a:cubicBezTo>
                    <a:cubicBezTo>
                      <a:pt x="229" y="709"/>
                      <a:pt x="233" y="710"/>
                      <a:pt x="234" y="711"/>
                    </a:cubicBezTo>
                    <a:cubicBezTo>
                      <a:pt x="234" y="711"/>
                      <a:pt x="234" y="712"/>
                      <a:pt x="234" y="712"/>
                    </a:cubicBezTo>
                    <a:cubicBezTo>
                      <a:pt x="234" y="713"/>
                      <a:pt x="232" y="715"/>
                      <a:pt x="228" y="716"/>
                    </a:cubicBezTo>
                    <a:moveTo>
                      <a:pt x="254" y="723"/>
                    </a:moveTo>
                    <a:cubicBezTo>
                      <a:pt x="252" y="724"/>
                      <a:pt x="249" y="724"/>
                      <a:pt x="247" y="724"/>
                    </a:cubicBezTo>
                    <a:cubicBezTo>
                      <a:pt x="244" y="724"/>
                      <a:pt x="242" y="723"/>
                      <a:pt x="241" y="723"/>
                    </a:cubicBezTo>
                    <a:cubicBezTo>
                      <a:pt x="241" y="723"/>
                      <a:pt x="241" y="723"/>
                      <a:pt x="241" y="722"/>
                    </a:cubicBezTo>
                    <a:cubicBezTo>
                      <a:pt x="241" y="721"/>
                      <a:pt x="243" y="718"/>
                      <a:pt x="246" y="717"/>
                    </a:cubicBezTo>
                    <a:cubicBezTo>
                      <a:pt x="248" y="717"/>
                      <a:pt x="250" y="716"/>
                      <a:pt x="252" y="716"/>
                    </a:cubicBezTo>
                    <a:cubicBezTo>
                      <a:pt x="255" y="716"/>
                      <a:pt x="258" y="717"/>
                      <a:pt x="258" y="718"/>
                    </a:cubicBezTo>
                    <a:cubicBezTo>
                      <a:pt x="258" y="718"/>
                      <a:pt x="258" y="718"/>
                      <a:pt x="258" y="718"/>
                    </a:cubicBezTo>
                    <a:cubicBezTo>
                      <a:pt x="259" y="719"/>
                      <a:pt x="257" y="722"/>
                      <a:pt x="254" y="723"/>
                    </a:cubicBezTo>
                    <a:moveTo>
                      <a:pt x="280" y="727"/>
                    </a:moveTo>
                    <a:cubicBezTo>
                      <a:pt x="280" y="727"/>
                      <a:pt x="280" y="727"/>
                      <a:pt x="280" y="727"/>
                    </a:cubicBezTo>
                    <a:cubicBezTo>
                      <a:pt x="277" y="729"/>
                      <a:pt x="274" y="729"/>
                      <a:pt x="272" y="729"/>
                    </a:cubicBezTo>
                    <a:cubicBezTo>
                      <a:pt x="270" y="729"/>
                      <a:pt x="268" y="729"/>
                      <a:pt x="267" y="728"/>
                    </a:cubicBezTo>
                    <a:cubicBezTo>
                      <a:pt x="267" y="728"/>
                      <a:pt x="267" y="728"/>
                      <a:pt x="267" y="727"/>
                    </a:cubicBezTo>
                    <a:cubicBezTo>
                      <a:pt x="267" y="726"/>
                      <a:pt x="268" y="724"/>
                      <a:pt x="271" y="722"/>
                    </a:cubicBezTo>
                    <a:cubicBezTo>
                      <a:pt x="274" y="721"/>
                      <a:pt x="277" y="721"/>
                      <a:pt x="279" y="721"/>
                    </a:cubicBezTo>
                    <a:cubicBezTo>
                      <a:pt x="279" y="721"/>
                      <a:pt x="279" y="721"/>
                      <a:pt x="279" y="721"/>
                    </a:cubicBezTo>
                    <a:cubicBezTo>
                      <a:pt x="281" y="721"/>
                      <a:pt x="283" y="721"/>
                      <a:pt x="284" y="721"/>
                    </a:cubicBezTo>
                    <a:cubicBezTo>
                      <a:pt x="284" y="721"/>
                      <a:pt x="284" y="722"/>
                      <a:pt x="284" y="722"/>
                    </a:cubicBezTo>
                    <a:cubicBezTo>
                      <a:pt x="284" y="723"/>
                      <a:pt x="283" y="726"/>
                      <a:pt x="280" y="727"/>
                    </a:cubicBezTo>
                    <a:moveTo>
                      <a:pt x="304" y="729"/>
                    </a:moveTo>
                    <a:cubicBezTo>
                      <a:pt x="301" y="731"/>
                      <a:pt x="297" y="732"/>
                      <a:pt x="295" y="731"/>
                    </a:cubicBezTo>
                    <a:cubicBezTo>
                      <a:pt x="293" y="731"/>
                      <a:pt x="292" y="731"/>
                      <a:pt x="292" y="731"/>
                    </a:cubicBezTo>
                    <a:cubicBezTo>
                      <a:pt x="292" y="731"/>
                      <a:pt x="291" y="731"/>
                      <a:pt x="291" y="730"/>
                    </a:cubicBezTo>
                    <a:cubicBezTo>
                      <a:pt x="291" y="729"/>
                      <a:pt x="293" y="726"/>
                      <a:pt x="295" y="725"/>
                    </a:cubicBezTo>
                    <a:cubicBezTo>
                      <a:pt x="298" y="723"/>
                      <a:pt x="302" y="722"/>
                      <a:pt x="305" y="722"/>
                    </a:cubicBezTo>
                    <a:cubicBezTo>
                      <a:pt x="305" y="722"/>
                      <a:pt x="305" y="722"/>
                      <a:pt x="305" y="722"/>
                    </a:cubicBezTo>
                    <a:cubicBezTo>
                      <a:pt x="306" y="722"/>
                      <a:pt x="307" y="722"/>
                      <a:pt x="307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4"/>
                    </a:cubicBezTo>
                    <a:cubicBezTo>
                      <a:pt x="308" y="725"/>
                      <a:pt x="307" y="727"/>
                      <a:pt x="304" y="729"/>
                    </a:cubicBezTo>
                    <a:moveTo>
                      <a:pt x="330" y="728"/>
                    </a:moveTo>
                    <a:cubicBezTo>
                      <a:pt x="327" y="730"/>
                      <a:pt x="323" y="732"/>
                      <a:pt x="320" y="731"/>
                    </a:cubicBezTo>
                    <a:cubicBezTo>
                      <a:pt x="319" y="731"/>
                      <a:pt x="319" y="731"/>
                      <a:pt x="318" y="731"/>
                    </a:cubicBezTo>
                    <a:cubicBezTo>
                      <a:pt x="318" y="731"/>
                      <a:pt x="318" y="731"/>
                      <a:pt x="318" y="730"/>
                    </a:cubicBezTo>
                    <a:cubicBezTo>
                      <a:pt x="318" y="729"/>
                      <a:pt x="319" y="726"/>
                      <a:pt x="321" y="724"/>
                    </a:cubicBezTo>
                    <a:cubicBezTo>
                      <a:pt x="324" y="722"/>
                      <a:pt x="329" y="721"/>
                      <a:pt x="331" y="721"/>
                    </a:cubicBezTo>
                    <a:cubicBezTo>
                      <a:pt x="332" y="721"/>
                      <a:pt x="333" y="721"/>
                      <a:pt x="333" y="721"/>
                    </a:cubicBezTo>
                    <a:cubicBezTo>
                      <a:pt x="333" y="721"/>
                      <a:pt x="333" y="721"/>
                      <a:pt x="334" y="722"/>
                    </a:cubicBezTo>
                    <a:cubicBezTo>
                      <a:pt x="334" y="724"/>
                      <a:pt x="333" y="726"/>
                      <a:pt x="330" y="728"/>
                    </a:cubicBezTo>
                    <a:moveTo>
                      <a:pt x="356" y="724"/>
                    </a:moveTo>
                    <a:cubicBezTo>
                      <a:pt x="356" y="724"/>
                      <a:pt x="356" y="724"/>
                      <a:pt x="356" y="724"/>
                    </a:cubicBezTo>
                    <a:cubicBezTo>
                      <a:pt x="353" y="727"/>
                      <a:pt x="348" y="729"/>
                      <a:pt x="346" y="729"/>
                    </a:cubicBezTo>
                    <a:cubicBezTo>
                      <a:pt x="345" y="729"/>
                      <a:pt x="345" y="729"/>
                      <a:pt x="345" y="729"/>
                    </a:cubicBezTo>
                    <a:cubicBezTo>
                      <a:pt x="344" y="728"/>
                      <a:pt x="344" y="728"/>
                      <a:pt x="344" y="727"/>
                    </a:cubicBezTo>
                    <a:cubicBezTo>
                      <a:pt x="344" y="726"/>
                      <a:pt x="345" y="723"/>
                      <a:pt x="347" y="722"/>
                    </a:cubicBezTo>
                    <a:cubicBezTo>
                      <a:pt x="350" y="719"/>
                      <a:pt x="355" y="717"/>
                      <a:pt x="357" y="717"/>
                    </a:cubicBezTo>
                    <a:cubicBezTo>
                      <a:pt x="358" y="717"/>
                      <a:pt x="358" y="717"/>
                      <a:pt x="358" y="717"/>
                    </a:cubicBezTo>
                    <a:cubicBezTo>
                      <a:pt x="358" y="717"/>
                      <a:pt x="359" y="717"/>
                      <a:pt x="359" y="719"/>
                    </a:cubicBezTo>
                    <a:cubicBezTo>
                      <a:pt x="359" y="720"/>
                      <a:pt x="358" y="722"/>
                      <a:pt x="356" y="724"/>
                    </a:cubicBezTo>
                    <a:moveTo>
                      <a:pt x="380" y="718"/>
                    </a:moveTo>
                    <a:cubicBezTo>
                      <a:pt x="377" y="721"/>
                      <a:pt x="372" y="724"/>
                      <a:pt x="369" y="724"/>
                    </a:cubicBezTo>
                    <a:cubicBezTo>
                      <a:pt x="369" y="724"/>
                      <a:pt x="369" y="724"/>
                      <a:pt x="369" y="724"/>
                    </a:cubicBezTo>
                    <a:cubicBezTo>
                      <a:pt x="369" y="724"/>
                      <a:pt x="369" y="724"/>
                      <a:pt x="369" y="723"/>
                    </a:cubicBezTo>
                    <a:cubicBezTo>
                      <a:pt x="368" y="723"/>
                      <a:pt x="368" y="722"/>
                      <a:pt x="368" y="722"/>
                    </a:cubicBezTo>
                    <a:cubicBezTo>
                      <a:pt x="368" y="720"/>
                      <a:pt x="369" y="718"/>
                      <a:pt x="370" y="716"/>
                    </a:cubicBezTo>
                    <a:cubicBezTo>
                      <a:pt x="373" y="713"/>
                      <a:pt x="379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2" y="711"/>
                      <a:pt x="382" y="711"/>
                      <a:pt x="382" y="711"/>
                    </a:cubicBezTo>
                    <a:cubicBezTo>
                      <a:pt x="382" y="712"/>
                      <a:pt x="382" y="712"/>
                      <a:pt x="382" y="713"/>
                    </a:cubicBezTo>
                    <a:cubicBezTo>
                      <a:pt x="382" y="714"/>
                      <a:pt x="382" y="716"/>
                      <a:pt x="380" y="718"/>
                    </a:cubicBezTo>
                    <a:moveTo>
                      <a:pt x="405" y="709"/>
                    </a:moveTo>
                    <a:cubicBezTo>
                      <a:pt x="403" y="711"/>
                      <a:pt x="401" y="713"/>
                      <a:pt x="399" y="714"/>
                    </a:cubicBezTo>
                    <a:cubicBezTo>
                      <a:pt x="397" y="715"/>
                      <a:pt x="395" y="716"/>
                      <a:pt x="395" y="716"/>
                    </a:cubicBezTo>
                    <a:cubicBezTo>
                      <a:pt x="394" y="716"/>
                      <a:pt x="394" y="716"/>
                      <a:pt x="394" y="716"/>
                    </a:cubicBezTo>
                    <a:cubicBezTo>
                      <a:pt x="394" y="716"/>
                      <a:pt x="394" y="716"/>
                      <a:pt x="394" y="715"/>
                    </a:cubicBezTo>
                    <a:cubicBezTo>
                      <a:pt x="393" y="715"/>
                      <a:pt x="393" y="714"/>
                      <a:pt x="393" y="713"/>
                    </a:cubicBezTo>
                    <a:cubicBezTo>
                      <a:pt x="393" y="712"/>
                      <a:pt x="394" y="710"/>
                      <a:pt x="395" y="709"/>
                    </a:cubicBezTo>
                    <a:cubicBezTo>
                      <a:pt x="396" y="707"/>
                      <a:pt x="398" y="705"/>
                      <a:pt x="400" y="704"/>
                    </a:cubicBezTo>
                    <a:cubicBezTo>
                      <a:pt x="402" y="702"/>
                      <a:pt x="404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6" y="702"/>
                      <a:pt x="406" y="702"/>
                    </a:cubicBezTo>
                    <a:cubicBezTo>
                      <a:pt x="406" y="703"/>
                      <a:pt x="406" y="703"/>
                      <a:pt x="406" y="704"/>
                    </a:cubicBezTo>
                    <a:cubicBezTo>
                      <a:pt x="406" y="706"/>
                      <a:pt x="406" y="707"/>
                      <a:pt x="405" y="709"/>
                    </a:cubicBezTo>
                    <a:moveTo>
                      <a:pt x="428" y="698"/>
                    </a:moveTo>
                    <a:cubicBezTo>
                      <a:pt x="428" y="698"/>
                      <a:pt x="428" y="698"/>
                      <a:pt x="428" y="698"/>
                    </a:cubicBezTo>
                    <a:cubicBezTo>
                      <a:pt x="427" y="700"/>
                      <a:pt x="425" y="702"/>
                      <a:pt x="423" y="703"/>
                    </a:cubicBezTo>
                    <a:cubicBezTo>
                      <a:pt x="421" y="705"/>
                      <a:pt x="419" y="706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8" y="705"/>
                      <a:pt x="418" y="705"/>
                      <a:pt x="418" y="705"/>
                    </a:cubicBezTo>
                    <a:cubicBezTo>
                      <a:pt x="418" y="704"/>
                      <a:pt x="417" y="704"/>
                      <a:pt x="417" y="703"/>
                    </a:cubicBezTo>
                    <a:cubicBezTo>
                      <a:pt x="417" y="701"/>
                      <a:pt x="418" y="700"/>
                      <a:pt x="419" y="698"/>
                    </a:cubicBezTo>
                    <a:cubicBezTo>
                      <a:pt x="420" y="696"/>
                      <a:pt x="422" y="694"/>
                      <a:pt x="424" y="693"/>
                    </a:cubicBezTo>
                    <a:cubicBezTo>
                      <a:pt x="426" y="691"/>
                      <a:pt x="427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9" y="691"/>
                      <a:pt x="429" y="691"/>
                    </a:cubicBezTo>
                    <a:cubicBezTo>
                      <a:pt x="429" y="692"/>
                      <a:pt x="429" y="692"/>
                      <a:pt x="429" y="693"/>
                    </a:cubicBezTo>
                    <a:cubicBezTo>
                      <a:pt x="429" y="695"/>
                      <a:pt x="429" y="696"/>
                      <a:pt x="428" y="698"/>
                    </a:cubicBezTo>
                    <a:moveTo>
                      <a:pt x="450" y="685"/>
                    </a:moveTo>
                    <a:cubicBezTo>
                      <a:pt x="449" y="687"/>
                      <a:pt x="447" y="690"/>
                      <a:pt x="445" y="691"/>
                    </a:cubicBezTo>
                    <a:cubicBezTo>
                      <a:pt x="445" y="691"/>
                      <a:pt x="445" y="692"/>
                      <a:pt x="444" y="692"/>
                    </a:cubicBezTo>
                    <a:cubicBezTo>
                      <a:pt x="443" y="693"/>
                      <a:pt x="441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3"/>
                    </a:cubicBezTo>
                    <a:cubicBezTo>
                      <a:pt x="439" y="692"/>
                      <a:pt x="439" y="691"/>
                      <a:pt x="439" y="690"/>
                    </a:cubicBezTo>
                    <a:cubicBezTo>
                      <a:pt x="439" y="689"/>
                      <a:pt x="439" y="688"/>
                      <a:pt x="440" y="686"/>
                    </a:cubicBezTo>
                    <a:cubicBezTo>
                      <a:pt x="441" y="684"/>
                      <a:pt x="443" y="682"/>
                      <a:pt x="444" y="680"/>
                    </a:cubicBezTo>
                    <a:cubicBezTo>
                      <a:pt x="446" y="679"/>
                      <a:pt x="448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50" y="679"/>
                    </a:cubicBezTo>
                    <a:cubicBezTo>
                      <a:pt x="450" y="679"/>
                      <a:pt x="450" y="680"/>
                      <a:pt x="450" y="681"/>
                    </a:cubicBezTo>
                    <a:cubicBezTo>
                      <a:pt x="450" y="683"/>
                      <a:pt x="450" y="684"/>
                      <a:pt x="450" y="685"/>
                    </a:cubicBezTo>
                    <a:moveTo>
                      <a:pt x="471" y="670"/>
                    </a:moveTo>
                    <a:cubicBezTo>
                      <a:pt x="470" y="672"/>
                      <a:pt x="468" y="674"/>
                      <a:pt x="467" y="676"/>
                    </a:cubicBezTo>
                    <a:cubicBezTo>
                      <a:pt x="465" y="678"/>
                      <a:pt x="463" y="679"/>
                      <a:pt x="463" y="679"/>
                    </a:cubicBezTo>
                    <a:cubicBezTo>
                      <a:pt x="462" y="679"/>
                      <a:pt x="462" y="679"/>
                      <a:pt x="462" y="679"/>
                    </a:cubicBezTo>
                    <a:cubicBezTo>
                      <a:pt x="462" y="679"/>
                      <a:pt x="462" y="679"/>
                      <a:pt x="461" y="678"/>
                    </a:cubicBezTo>
                    <a:cubicBezTo>
                      <a:pt x="461" y="678"/>
                      <a:pt x="461" y="676"/>
                      <a:pt x="461" y="675"/>
                    </a:cubicBezTo>
                    <a:cubicBezTo>
                      <a:pt x="461" y="674"/>
                      <a:pt x="461" y="673"/>
                      <a:pt x="461" y="672"/>
                    </a:cubicBezTo>
                    <a:cubicBezTo>
                      <a:pt x="462" y="670"/>
                      <a:pt x="463" y="667"/>
                      <a:pt x="465" y="666"/>
                    </a:cubicBezTo>
                    <a:cubicBezTo>
                      <a:pt x="467" y="664"/>
                      <a:pt x="469" y="663"/>
                      <a:pt x="469" y="663"/>
                    </a:cubicBezTo>
                    <a:cubicBezTo>
                      <a:pt x="469" y="663"/>
                      <a:pt x="469" y="663"/>
                      <a:pt x="469" y="663"/>
                    </a:cubicBezTo>
                    <a:cubicBezTo>
                      <a:pt x="470" y="663"/>
                      <a:pt x="470" y="663"/>
                      <a:pt x="470" y="663"/>
                    </a:cubicBezTo>
                    <a:cubicBezTo>
                      <a:pt x="471" y="664"/>
                      <a:pt x="471" y="665"/>
                      <a:pt x="471" y="667"/>
                    </a:cubicBezTo>
                    <a:cubicBezTo>
                      <a:pt x="471" y="668"/>
                      <a:pt x="471" y="669"/>
                      <a:pt x="471" y="670"/>
                    </a:cubicBezTo>
                    <a:moveTo>
                      <a:pt x="490" y="653"/>
                    </a:moveTo>
                    <a:cubicBezTo>
                      <a:pt x="490" y="653"/>
                      <a:pt x="490" y="653"/>
                      <a:pt x="490" y="653"/>
                    </a:cubicBezTo>
                    <a:cubicBezTo>
                      <a:pt x="490" y="655"/>
                      <a:pt x="489" y="658"/>
                      <a:pt x="487" y="659"/>
                    </a:cubicBezTo>
                    <a:cubicBezTo>
                      <a:pt x="486" y="661"/>
                      <a:pt x="484" y="663"/>
                      <a:pt x="483" y="663"/>
                    </a:cubicBezTo>
                    <a:cubicBezTo>
                      <a:pt x="483" y="663"/>
                      <a:pt x="483" y="663"/>
                      <a:pt x="483" y="663"/>
                    </a:cubicBezTo>
                    <a:cubicBezTo>
                      <a:pt x="483" y="663"/>
                      <a:pt x="482" y="662"/>
                      <a:pt x="482" y="662"/>
                    </a:cubicBezTo>
                    <a:cubicBezTo>
                      <a:pt x="481" y="661"/>
                      <a:pt x="481" y="660"/>
                      <a:pt x="481" y="658"/>
                    </a:cubicBezTo>
                    <a:cubicBezTo>
                      <a:pt x="481" y="657"/>
                      <a:pt x="481" y="656"/>
                      <a:pt x="481" y="656"/>
                    </a:cubicBezTo>
                    <a:cubicBezTo>
                      <a:pt x="482" y="653"/>
                      <a:pt x="483" y="651"/>
                      <a:pt x="485" y="649"/>
                    </a:cubicBezTo>
                    <a:cubicBezTo>
                      <a:pt x="486" y="647"/>
                      <a:pt x="488" y="646"/>
                      <a:pt x="488" y="646"/>
                    </a:cubicBezTo>
                    <a:cubicBezTo>
                      <a:pt x="488" y="646"/>
                      <a:pt x="488" y="646"/>
                      <a:pt x="489" y="646"/>
                    </a:cubicBezTo>
                    <a:cubicBezTo>
                      <a:pt x="489" y="646"/>
                      <a:pt x="489" y="646"/>
                      <a:pt x="489" y="646"/>
                    </a:cubicBezTo>
                    <a:cubicBezTo>
                      <a:pt x="489" y="646"/>
                      <a:pt x="489" y="646"/>
                      <a:pt x="490" y="647"/>
                    </a:cubicBezTo>
                    <a:cubicBezTo>
                      <a:pt x="490" y="647"/>
                      <a:pt x="491" y="649"/>
                      <a:pt x="491" y="650"/>
                    </a:cubicBezTo>
                    <a:cubicBezTo>
                      <a:pt x="491" y="651"/>
                      <a:pt x="491" y="652"/>
                      <a:pt x="490" y="653"/>
                    </a:cubicBezTo>
                    <a:moveTo>
                      <a:pt x="508" y="635"/>
                    </a:moveTo>
                    <a:cubicBezTo>
                      <a:pt x="507" y="638"/>
                      <a:pt x="506" y="640"/>
                      <a:pt x="505" y="642"/>
                    </a:cubicBezTo>
                    <a:cubicBezTo>
                      <a:pt x="503" y="644"/>
                      <a:pt x="502" y="645"/>
                      <a:pt x="501" y="646"/>
                    </a:cubicBezTo>
                    <a:cubicBezTo>
                      <a:pt x="501" y="646"/>
                      <a:pt x="501" y="646"/>
                      <a:pt x="501" y="646"/>
                    </a:cubicBezTo>
                    <a:cubicBezTo>
                      <a:pt x="501" y="646"/>
                      <a:pt x="500" y="645"/>
                      <a:pt x="499" y="644"/>
                    </a:cubicBezTo>
                    <a:cubicBezTo>
                      <a:pt x="499" y="643"/>
                      <a:pt x="498" y="642"/>
                      <a:pt x="498" y="640"/>
                    </a:cubicBezTo>
                    <a:cubicBezTo>
                      <a:pt x="498" y="640"/>
                      <a:pt x="499" y="639"/>
                      <a:pt x="499" y="639"/>
                    </a:cubicBezTo>
                    <a:cubicBezTo>
                      <a:pt x="499" y="636"/>
                      <a:pt x="500" y="634"/>
                      <a:pt x="502" y="632"/>
                    </a:cubicBezTo>
                    <a:cubicBezTo>
                      <a:pt x="503" y="630"/>
                      <a:pt x="504" y="629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6" y="628"/>
                      <a:pt x="506" y="629"/>
                      <a:pt x="507" y="629"/>
                    </a:cubicBezTo>
                    <a:cubicBezTo>
                      <a:pt x="507" y="630"/>
                      <a:pt x="508" y="632"/>
                      <a:pt x="508" y="634"/>
                    </a:cubicBezTo>
                    <a:cubicBezTo>
                      <a:pt x="508" y="634"/>
                      <a:pt x="508" y="635"/>
                      <a:pt x="508" y="635"/>
                    </a:cubicBezTo>
                    <a:moveTo>
                      <a:pt x="524" y="615"/>
                    </a:moveTo>
                    <a:cubicBezTo>
                      <a:pt x="524" y="617"/>
                      <a:pt x="523" y="620"/>
                      <a:pt x="522" y="622"/>
                    </a:cubicBezTo>
                    <a:cubicBezTo>
                      <a:pt x="521" y="624"/>
                      <a:pt x="519" y="626"/>
                      <a:pt x="519" y="626"/>
                    </a:cubicBezTo>
                    <a:cubicBezTo>
                      <a:pt x="519" y="626"/>
                      <a:pt x="519" y="626"/>
                      <a:pt x="519" y="626"/>
                    </a:cubicBezTo>
                    <a:cubicBezTo>
                      <a:pt x="518" y="626"/>
                      <a:pt x="517" y="626"/>
                      <a:pt x="517" y="625"/>
                    </a:cubicBezTo>
                    <a:cubicBezTo>
                      <a:pt x="516" y="624"/>
                      <a:pt x="516" y="622"/>
                      <a:pt x="516" y="620"/>
                    </a:cubicBezTo>
                    <a:cubicBezTo>
                      <a:pt x="516" y="620"/>
                      <a:pt x="516" y="620"/>
                      <a:pt x="516" y="620"/>
                    </a:cubicBezTo>
                    <a:cubicBezTo>
                      <a:pt x="516" y="617"/>
                      <a:pt x="517" y="614"/>
                      <a:pt x="518" y="612"/>
                    </a:cubicBezTo>
                    <a:cubicBezTo>
                      <a:pt x="519" y="610"/>
                      <a:pt x="521" y="609"/>
                      <a:pt x="521" y="608"/>
                    </a:cubicBezTo>
                    <a:cubicBezTo>
                      <a:pt x="521" y="608"/>
                      <a:pt x="522" y="608"/>
                      <a:pt x="522" y="608"/>
                    </a:cubicBezTo>
                    <a:cubicBezTo>
                      <a:pt x="522" y="608"/>
                      <a:pt x="522" y="608"/>
                      <a:pt x="522" y="608"/>
                    </a:cubicBezTo>
                    <a:cubicBezTo>
                      <a:pt x="522" y="608"/>
                      <a:pt x="523" y="609"/>
                      <a:pt x="523" y="610"/>
                    </a:cubicBezTo>
                    <a:cubicBezTo>
                      <a:pt x="524" y="611"/>
                      <a:pt x="524" y="612"/>
                      <a:pt x="524" y="614"/>
                    </a:cubicBezTo>
                    <a:cubicBezTo>
                      <a:pt x="524" y="615"/>
                      <a:pt x="524" y="615"/>
                      <a:pt x="524" y="615"/>
                    </a:cubicBezTo>
                    <a:moveTo>
                      <a:pt x="540" y="595"/>
                    </a:moveTo>
                    <a:cubicBezTo>
                      <a:pt x="540" y="597"/>
                      <a:pt x="539" y="599"/>
                      <a:pt x="538" y="601"/>
                    </a:cubicBezTo>
                    <a:cubicBezTo>
                      <a:pt x="537" y="603"/>
                      <a:pt x="535" y="605"/>
                      <a:pt x="535" y="605"/>
                    </a:cubicBezTo>
                    <a:cubicBezTo>
                      <a:pt x="535" y="605"/>
                      <a:pt x="535" y="605"/>
                      <a:pt x="535" y="605"/>
                    </a:cubicBezTo>
                    <a:cubicBezTo>
                      <a:pt x="534" y="605"/>
                      <a:pt x="533" y="605"/>
                      <a:pt x="533" y="604"/>
                    </a:cubicBezTo>
                    <a:cubicBezTo>
                      <a:pt x="532" y="603"/>
                      <a:pt x="531" y="601"/>
                      <a:pt x="531" y="599"/>
                    </a:cubicBezTo>
                    <a:cubicBezTo>
                      <a:pt x="531" y="596"/>
                      <a:pt x="532" y="594"/>
                      <a:pt x="533" y="592"/>
                    </a:cubicBezTo>
                    <a:cubicBezTo>
                      <a:pt x="534" y="589"/>
                      <a:pt x="536" y="588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7" y="587"/>
                      <a:pt x="538" y="588"/>
                      <a:pt x="538" y="589"/>
                    </a:cubicBezTo>
                    <a:cubicBezTo>
                      <a:pt x="539" y="590"/>
                      <a:pt x="540" y="592"/>
                      <a:pt x="540" y="594"/>
                    </a:cubicBezTo>
                    <a:lnTo>
                      <a:pt x="540" y="595"/>
                    </a:lnTo>
                    <a:close/>
                    <a:moveTo>
                      <a:pt x="541" y="573"/>
                    </a:move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39" y="576"/>
                      <a:pt x="537" y="578"/>
                      <a:pt x="535" y="581"/>
                    </a:cubicBezTo>
                    <a:cubicBezTo>
                      <a:pt x="535" y="581"/>
                      <a:pt x="535" y="581"/>
                      <a:pt x="535" y="581"/>
                    </a:cubicBezTo>
                    <a:cubicBezTo>
                      <a:pt x="534" y="582"/>
                      <a:pt x="534" y="582"/>
                      <a:pt x="534" y="582"/>
                    </a:cubicBezTo>
                    <a:cubicBezTo>
                      <a:pt x="532" y="585"/>
                      <a:pt x="530" y="589"/>
                      <a:pt x="528" y="595"/>
                    </a:cubicBezTo>
                    <a:cubicBezTo>
                      <a:pt x="528" y="595"/>
                      <a:pt x="528" y="595"/>
                      <a:pt x="528" y="595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2" y="599"/>
                      <a:pt x="518" y="605"/>
                      <a:pt x="513" y="614"/>
                    </a:cubicBezTo>
                    <a:cubicBezTo>
                      <a:pt x="513" y="614"/>
                      <a:pt x="513" y="614"/>
                      <a:pt x="513" y="614"/>
                    </a:cubicBezTo>
                    <a:cubicBezTo>
                      <a:pt x="512" y="615"/>
                      <a:pt x="512" y="615"/>
                      <a:pt x="512" y="615"/>
                    </a:cubicBezTo>
                    <a:cubicBezTo>
                      <a:pt x="512" y="616"/>
                      <a:pt x="512" y="616"/>
                      <a:pt x="512" y="616"/>
                    </a:cubicBezTo>
                    <a:cubicBezTo>
                      <a:pt x="507" y="619"/>
                      <a:pt x="502" y="624"/>
                      <a:pt x="497" y="633"/>
                    </a:cubicBezTo>
                    <a:cubicBezTo>
                      <a:pt x="497" y="633"/>
                      <a:pt x="497" y="633"/>
                      <a:pt x="497" y="633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3" y="635"/>
                      <a:pt x="491" y="637"/>
                      <a:pt x="489" y="639"/>
                    </a:cubicBezTo>
                    <a:cubicBezTo>
                      <a:pt x="489" y="639"/>
                      <a:pt x="489" y="639"/>
                      <a:pt x="489" y="639"/>
                    </a:cubicBezTo>
                    <a:cubicBezTo>
                      <a:pt x="488" y="640"/>
                      <a:pt x="488" y="640"/>
                      <a:pt x="488" y="640"/>
                    </a:cubicBezTo>
                    <a:cubicBezTo>
                      <a:pt x="485" y="642"/>
                      <a:pt x="482" y="646"/>
                      <a:pt x="479" y="651"/>
                    </a:cubicBez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78" y="652"/>
                      <a:pt x="478" y="652"/>
                      <a:pt x="478" y="652"/>
                    </a:cubicBezTo>
                    <a:cubicBezTo>
                      <a:pt x="477" y="652"/>
                      <a:pt x="477" y="652"/>
                      <a:pt x="477" y="652"/>
                    </a:cubicBezTo>
                    <a:cubicBezTo>
                      <a:pt x="472" y="654"/>
                      <a:pt x="467" y="658"/>
                      <a:pt x="460" y="666"/>
                    </a:cubicBezTo>
                    <a:cubicBezTo>
                      <a:pt x="460" y="666"/>
                      <a:pt x="460" y="666"/>
                      <a:pt x="460" y="666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3" y="669"/>
                      <a:pt x="447" y="673"/>
                      <a:pt x="440" y="680"/>
                    </a:cubicBezTo>
                    <a:cubicBezTo>
                      <a:pt x="440" y="680"/>
                      <a:pt x="440" y="680"/>
                      <a:pt x="440" y="680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6" y="682"/>
                      <a:pt x="433" y="683"/>
                      <a:pt x="429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26" y="687"/>
                      <a:pt x="422" y="689"/>
                      <a:pt x="418" y="693"/>
                    </a:cubicBezTo>
                    <a:cubicBezTo>
                      <a:pt x="418" y="693"/>
                      <a:pt x="418" y="693"/>
                      <a:pt x="418" y="693"/>
                    </a:cubicBezTo>
                    <a:cubicBezTo>
                      <a:pt x="417" y="694"/>
                      <a:pt x="417" y="694"/>
                      <a:pt x="417" y="694"/>
                    </a:cubicBezTo>
                    <a:cubicBezTo>
                      <a:pt x="416" y="694"/>
                      <a:pt x="416" y="694"/>
                      <a:pt x="416" y="694"/>
                    </a:cubicBezTo>
                    <a:cubicBezTo>
                      <a:pt x="411" y="694"/>
                      <a:pt x="404" y="697"/>
                      <a:pt x="396" y="703"/>
                    </a:cubicBezTo>
                    <a:cubicBezTo>
                      <a:pt x="396" y="703"/>
                      <a:pt x="396" y="703"/>
                      <a:pt x="396" y="703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88" y="704"/>
                      <a:pt x="382" y="706"/>
                      <a:pt x="373" y="711"/>
                    </a:cubicBezTo>
                    <a:cubicBezTo>
                      <a:pt x="373" y="711"/>
                      <a:pt x="373" y="711"/>
                      <a:pt x="373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0" y="711"/>
                      <a:pt x="370" y="711"/>
                      <a:pt x="369" y="711"/>
                    </a:cubicBezTo>
                    <a:cubicBezTo>
                      <a:pt x="367" y="711"/>
                      <a:pt x="365" y="711"/>
                      <a:pt x="363" y="712"/>
                    </a:cubicBezTo>
                    <a:cubicBezTo>
                      <a:pt x="363" y="712"/>
                      <a:pt x="363" y="712"/>
                      <a:pt x="363" y="712"/>
                    </a:cubicBezTo>
                    <a:cubicBezTo>
                      <a:pt x="361" y="712"/>
                      <a:pt x="361" y="712"/>
                      <a:pt x="361" y="712"/>
                    </a:cubicBezTo>
                    <a:cubicBezTo>
                      <a:pt x="357" y="713"/>
                      <a:pt x="353" y="714"/>
                      <a:pt x="348" y="716"/>
                    </a:cubicBezTo>
                    <a:cubicBezTo>
                      <a:pt x="348" y="716"/>
                      <a:pt x="348" y="716"/>
                      <a:pt x="348" y="716"/>
                    </a:cubicBezTo>
                    <a:cubicBezTo>
                      <a:pt x="347" y="717"/>
                      <a:pt x="347" y="717"/>
                      <a:pt x="347" y="717"/>
                    </a:cubicBezTo>
                    <a:cubicBezTo>
                      <a:pt x="346" y="717"/>
                      <a:pt x="346" y="717"/>
                      <a:pt x="346" y="717"/>
                    </a:cubicBezTo>
                    <a:cubicBezTo>
                      <a:pt x="345" y="716"/>
                      <a:pt x="343" y="716"/>
                      <a:pt x="341" y="716"/>
                    </a:cubicBezTo>
                    <a:cubicBezTo>
                      <a:pt x="336" y="716"/>
                      <a:pt x="331" y="717"/>
                      <a:pt x="324" y="719"/>
                    </a:cubicBezTo>
                    <a:cubicBezTo>
                      <a:pt x="324" y="719"/>
                      <a:pt x="324" y="719"/>
                      <a:pt x="324" y="719"/>
                    </a:cubicBezTo>
                    <a:cubicBezTo>
                      <a:pt x="322" y="720"/>
                      <a:pt x="322" y="720"/>
                      <a:pt x="322" y="720"/>
                    </a:cubicBezTo>
                    <a:cubicBezTo>
                      <a:pt x="322" y="719"/>
                      <a:pt x="322" y="719"/>
                      <a:pt x="322" y="719"/>
                    </a:cubicBezTo>
                    <a:cubicBezTo>
                      <a:pt x="320" y="719"/>
                      <a:pt x="317" y="718"/>
                      <a:pt x="314" y="718"/>
                    </a:cubicBezTo>
                    <a:cubicBezTo>
                      <a:pt x="310" y="718"/>
                      <a:pt x="305" y="719"/>
                      <a:pt x="300" y="720"/>
                    </a:cubicBezTo>
                    <a:cubicBezTo>
                      <a:pt x="300" y="720"/>
                      <a:pt x="300" y="720"/>
                      <a:pt x="300" y="720"/>
                    </a:cubicBezTo>
                    <a:cubicBezTo>
                      <a:pt x="299" y="720"/>
                      <a:pt x="299" y="720"/>
                      <a:pt x="299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6" y="719"/>
                      <a:pt x="293" y="718"/>
                      <a:pt x="290" y="718"/>
                    </a:cubicBezTo>
                    <a:cubicBezTo>
                      <a:pt x="290" y="718"/>
                      <a:pt x="290" y="718"/>
                      <a:pt x="290" y="718"/>
                    </a:cubicBezTo>
                    <a:cubicBezTo>
                      <a:pt x="288" y="718"/>
                      <a:pt x="288" y="718"/>
                      <a:pt x="288" y="718"/>
                    </a:cubicBezTo>
                    <a:cubicBezTo>
                      <a:pt x="287" y="717"/>
                      <a:pt x="285" y="717"/>
                      <a:pt x="284" y="717"/>
                    </a:cubicBezTo>
                    <a:cubicBezTo>
                      <a:pt x="281" y="717"/>
                      <a:pt x="278" y="717"/>
                      <a:pt x="274" y="718"/>
                    </a:cubicBezTo>
                    <a:cubicBezTo>
                      <a:pt x="274" y="718"/>
                      <a:pt x="274" y="718"/>
                      <a:pt x="274" y="718"/>
                    </a:cubicBezTo>
                    <a:cubicBezTo>
                      <a:pt x="273" y="718"/>
                      <a:pt x="273" y="718"/>
                      <a:pt x="273" y="718"/>
                    </a:cubicBezTo>
                    <a:cubicBezTo>
                      <a:pt x="273" y="717"/>
                      <a:pt x="273" y="717"/>
                      <a:pt x="273" y="717"/>
                    </a:cubicBezTo>
                    <a:cubicBezTo>
                      <a:pt x="268" y="715"/>
                      <a:pt x="262" y="713"/>
                      <a:pt x="252" y="713"/>
                    </a:cubicBezTo>
                    <a:cubicBezTo>
                      <a:pt x="251" y="713"/>
                      <a:pt x="251" y="713"/>
                      <a:pt x="251" y="713"/>
                    </a:cubicBezTo>
                    <a:cubicBezTo>
                      <a:pt x="250" y="713"/>
                      <a:pt x="250" y="713"/>
                      <a:pt x="250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4" y="709"/>
                      <a:pt x="238" y="708"/>
                      <a:pt x="227" y="706"/>
                    </a:cubicBezTo>
                    <a:cubicBezTo>
                      <a:pt x="227" y="706"/>
                      <a:pt x="227" y="706"/>
                      <a:pt x="227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4" y="704"/>
                      <a:pt x="221" y="703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7" y="701"/>
                      <a:pt x="217" y="701"/>
                      <a:pt x="217" y="701"/>
                    </a:cubicBezTo>
                    <a:cubicBezTo>
                      <a:pt x="214" y="699"/>
                      <a:pt x="209" y="698"/>
                      <a:pt x="204" y="697"/>
                    </a:cubicBezTo>
                    <a:cubicBezTo>
                      <a:pt x="204" y="697"/>
                      <a:pt x="204" y="697"/>
                      <a:pt x="204" y="697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198" y="692"/>
                      <a:pt x="192" y="688"/>
                      <a:pt x="182" y="686"/>
                    </a:cubicBezTo>
                    <a:cubicBezTo>
                      <a:pt x="182" y="686"/>
                      <a:pt x="182" y="686"/>
                      <a:pt x="182" y="686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77" y="680"/>
                      <a:pt x="172" y="676"/>
                      <a:pt x="162" y="672"/>
                    </a:cubicBezTo>
                    <a:cubicBezTo>
                      <a:pt x="162" y="672"/>
                      <a:pt x="162" y="672"/>
                      <a:pt x="162" y="672"/>
                    </a:cubicBezTo>
                    <a:cubicBezTo>
                      <a:pt x="161" y="672"/>
                      <a:pt x="161" y="672"/>
                      <a:pt x="161" y="672"/>
                    </a:cubicBezTo>
                    <a:cubicBezTo>
                      <a:pt x="160" y="671"/>
                      <a:pt x="160" y="671"/>
                      <a:pt x="160" y="671"/>
                    </a:cubicBezTo>
                    <a:cubicBezTo>
                      <a:pt x="159" y="669"/>
                      <a:pt x="157" y="667"/>
                      <a:pt x="154" y="664"/>
                    </a:cubicBezTo>
                    <a:cubicBezTo>
                      <a:pt x="154" y="664"/>
                      <a:pt x="154" y="664"/>
                      <a:pt x="154" y="664"/>
                    </a:cubicBezTo>
                    <a:cubicBezTo>
                      <a:pt x="151" y="662"/>
                      <a:pt x="147" y="659"/>
                      <a:pt x="142" y="657"/>
                    </a:cubicBezTo>
                    <a:cubicBezTo>
                      <a:pt x="141" y="657"/>
                      <a:pt x="141" y="657"/>
                      <a:pt x="141" y="657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37" y="651"/>
                      <a:pt x="133" y="645"/>
                      <a:pt x="124" y="640"/>
                    </a:cubicBezTo>
                    <a:cubicBezTo>
                      <a:pt x="123" y="640"/>
                      <a:pt x="123" y="640"/>
                      <a:pt x="123" y="640"/>
                    </a:cubicBezTo>
                    <a:cubicBezTo>
                      <a:pt x="123" y="639"/>
                      <a:pt x="123" y="639"/>
                      <a:pt x="123" y="639"/>
                    </a:cubicBezTo>
                    <a:cubicBezTo>
                      <a:pt x="122" y="639"/>
                      <a:pt x="122" y="639"/>
                      <a:pt x="122" y="639"/>
                    </a:cubicBezTo>
                    <a:cubicBezTo>
                      <a:pt x="120" y="634"/>
                      <a:pt x="116" y="628"/>
                      <a:pt x="107" y="622"/>
                    </a:cubicBezTo>
                    <a:cubicBezTo>
                      <a:pt x="107" y="622"/>
                      <a:pt x="107" y="622"/>
                      <a:pt x="107" y="622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5" y="618"/>
                      <a:pt x="104" y="616"/>
                      <a:pt x="101" y="613"/>
                    </a:cubicBezTo>
                    <a:cubicBezTo>
                      <a:pt x="100" y="611"/>
                      <a:pt x="100" y="611"/>
                      <a:pt x="100" y="611"/>
                    </a:cubicBezTo>
                    <a:cubicBezTo>
                      <a:pt x="98" y="608"/>
                      <a:pt x="95" y="605"/>
                      <a:pt x="91" y="602"/>
                    </a:cubicBezTo>
                    <a:cubicBezTo>
                      <a:pt x="91" y="602"/>
                      <a:pt x="91" y="602"/>
                      <a:pt x="91" y="602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89" y="595"/>
                      <a:pt x="85" y="589"/>
                      <a:pt x="77" y="582"/>
                    </a:cubicBezTo>
                    <a:cubicBezTo>
                      <a:pt x="77" y="582"/>
                      <a:pt x="77" y="582"/>
                      <a:pt x="77" y="582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5" y="574"/>
                      <a:pt x="72" y="568"/>
                      <a:pt x="65" y="560"/>
                    </a:cubicBezTo>
                    <a:cubicBezTo>
                      <a:pt x="65" y="560"/>
                      <a:pt x="65" y="560"/>
                      <a:pt x="65" y="560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6"/>
                      <a:pt x="63" y="554"/>
                      <a:pt x="62" y="551"/>
                    </a:cubicBezTo>
                    <a:cubicBezTo>
                      <a:pt x="62" y="551"/>
                      <a:pt x="62" y="551"/>
                      <a:pt x="62" y="551"/>
                    </a:cubicBezTo>
                    <a:cubicBezTo>
                      <a:pt x="61" y="549"/>
                      <a:pt x="61" y="549"/>
                      <a:pt x="61" y="549"/>
                    </a:cubicBezTo>
                    <a:cubicBezTo>
                      <a:pt x="60" y="546"/>
                      <a:pt x="57" y="542"/>
                      <a:pt x="54" y="537"/>
                    </a:cubicBezTo>
                    <a:cubicBezTo>
                      <a:pt x="53" y="537"/>
                      <a:pt x="53" y="537"/>
                      <a:pt x="53" y="537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0"/>
                      <a:pt x="50" y="523"/>
                      <a:pt x="44" y="515"/>
                    </a:cubicBezTo>
                    <a:cubicBezTo>
                      <a:pt x="44" y="514"/>
                      <a:pt x="44" y="514"/>
                      <a:pt x="44" y="514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07"/>
                      <a:pt x="42" y="500"/>
                      <a:pt x="36" y="491"/>
                    </a:cubicBezTo>
                    <a:cubicBezTo>
                      <a:pt x="36" y="491"/>
                      <a:pt x="36" y="491"/>
                      <a:pt x="36" y="491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89"/>
                      <a:pt x="36" y="488"/>
                      <a:pt x="36" y="487"/>
                    </a:cubicBezTo>
                    <a:cubicBezTo>
                      <a:pt x="36" y="486"/>
                      <a:pt x="36" y="483"/>
                      <a:pt x="35" y="481"/>
                    </a:cubicBezTo>
                    <a:cubicBezTo>
                      <a:pt x="35" y="481"/>
                      <a:pt x="35" y="481"/>
                      <a:pt x="35" y="481"/>
                    </a:cubicBezTo>
                    <a:cubicBezTo>
                      <a:pt x="35" y="480"/>
                      <a:pt x="35" y="480"/>
                      <a:pt x="35" y="480"/>
                    </a:cubicBezTo>
                    <a:cubicBezTo>
                      <a:pt x="34" y="476"/>
                      <a:pt x="32" y="471"/>
                      <a:pt x="30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4"/>
                      <a:pt x="29" y="462"/>
                      <a:pt x="29" y="461"/>
                    </a:cubicBezTo>
                    <a:cubicBezTo>
                      <a:pt x="29" y="456"/>
                      <a:pt x="28" y="450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4" y="440"/>
                      <a:pt x="24" y="440"/>
                      <a:pt x="24" y="440"/>
                    </a:cubicBezTo>
                    <a:cubicBezTo>
                      <a:pt x="25" y="439"/>
                      <a:pt x="25" y="437"/>
                      <a:pt x="25" y="435"/>
                    </a:cubicBezTo>
                    <a:cubicBezTo>
                      <a:pt x="25" y="430"/>
                      <a:pt x="24" y="425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4"/>
                      <a:pt x="22" y="412"/>
                      <a:pt x="22" y="409"/>
                    </a:cubicBezTo>
                    <a:cubicBezTo>
                      <a:pt x="22" y="409"/>
                      <a:pt x="22" y="408"/>
                      <a:pt x="22" y="407"/>
                    </a:cubicBezTo>
                    <a:cubicBezTo>
                      <a:pt x="22" y="407"/>
                      <a:pt x="22" y="407"/>
                      <a:pt x="22" y="407"/>
                    </a:cubicBezTo>
                    <a:cubicBezTo>
                      <a:pt x="21" y="406"/>
                      <a:pt x="21" y="406"/>
                      <a:pt x="21" y="406"/>
                    </a:cubicBezTo>
                    <a:cubicBezTo>
                      <a:pt x="21" y="402"/>
                      <a:pt x="21" y="397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1"/>
                      <a:pt x="19" y="391"/>
                      <a:pt x="19" y="391"/>
                    </a:cubicBezTo>
                    <a:cubicBezTo>
                      <a:pt x="19" y="390"/>
                      <a:pt x="19" y="390"/>
                      <a:pt x="19" y="390"/>
                    </a:cubicBezTo>
                    <a:cubicBezTo>
                      <a:pt x="20" y="388"/>
                      <a:pt x="20" y="384"/>
                      <a:pt x="20" y="381"/>
                    </a:cubicBezTo>
                    <a:cubicBezTo>
                      <a:pt x="20" y="377"/>
                      <a:pt x="20" y="373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9" y="362"/>
                      <a:pt x="20" y="359"/>
                      <a:pt x="20" y="354"/>
                    </a:cubicBezTo>
                    <a:cubicBezTo>
                      <a:pt x="20" y="351"/>
                      <a:pt x="20" y="347"/>
                      <a:pt x="19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20" y="338"/>
                      <a:pt x="21" y="335"/>
                      <a:pt x="21" y="331"/>
                    </a:cubicBezTo>
                    <a:cubicBezTo>
                      <a:pt x="21" y="331"/>
                      <a:pt x="21" y="331"/>
                      <a:pt x="21" y="331"/>
                    </a:cubicBezTo>
                    <a:cubicBezTo>
                      <a:pt x="22" y="329"/>
                      <a:pt x="22" y="327"/>
                      <a:pt x="22" y="325"/>
                    </a:cubicBezTo>
                    <a:cubicBezTo>
                      <a:pt x="22" y="323"/>
                      <a:pt x="22" y="320"/>
                      <a:pt x="21" y="317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2" y="315"/>
                      <a:pt x="22" y="315"/>
                      <a:pt x="22" y="315"/>
                    </a:cubicBezTo>
                    <a:cubicBezTo>
                      <a:pt x="24" y="311"/>
                      <a:pt x="25" y="305"/>
                      <a:pt x="25" y="297"/>
                    </a:cubicBezTo>
                    <a:cubicBezTo>
                      <a:pt x="25" y="296"/>
                      <a:pt x="25" y="294"/>
                      <a:pt x="25" y="292"/>
                    </a:cubicBezTo>
                    <a:cubicBezTo>
                      <a:pt x="25" y="292"/>
                      <a:pt x="25" y="292"/>
                      <a:pt x="25" y="292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8" y="286"/>
                      <a:pt x="30" y="279"/>
                      <a:pt x="30" y="269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7"/>
                      <a:pt x="30" y="267"/>
                      <a:pt x="30" y="267"/>
                    </a:cubicBezTo>
                    <a:cubicBezTo>
                      <a:pt x="31" y="267"/>
                      <a:pt x="31" y="267"/>
                      <a:pt x="31" y="267"/>
                    </a:cubicBezTo>
                    <a:cubicBezTo>
                      <a:pt x="32" y="265"/>
                      <a:pt x="33" y="262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4"/>
                      <a:pt x="37" y="249"/>
                      <a:pt x="37" y="243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7" y="242"/>
                      <a:pt x="37" y="242"/>
                      <a:pt x="37" y="242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41" y="237"/>
                      <a:pt x="44" y="231"/>
                      <a:pt x="45" y="220"/>
                    </a:cubicBezTo>
                    <a:cubicBezTo>
                      <a:pt x="45" y="220"/>
                      <a:pt x="45" y="220"/>
                      <a:pt x="45" y="220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50" y="214"/>
                      <a:pt x="53" y="208"/>
                      <a:pt x="55" y="198"/>
                    </a:cubicBezTo>
                    <a:cubicBezTo>
                      <a:pt x="55" y="197"/>
                      <a:pt x="55" y="197"/>
                      <a:pt x="55" y="197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7" y="194"/>
                      <a:pt x="59" y="192"/>
                      <a:pt x="61" y="189"/>
                    </a:cubicBezTo>
                    <a:cubicBezTo>
                      <a:pt x="61" y="189"/>
                      <a:pt x="61" y="189"/>
                      <a:pt x="61" y="189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4"/>
                      <a:pt x="65" y="180"/>
                      <a:pt x="66" y="175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72" y="169"/>
                      <a:pt x="75" y="163"/>
                      <a:pt x="79" y="153"/>
                    </a:cubicBezTo>
                    <a:cubicBezTo>
                      <a:pt x="79" y="153"/>
                      <a:pt x="79" y="153"/>
                      <a:pt x="79" y="153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4" y="148"/>
                      <a:pt x="89" y="143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2"/>
                      <a:pt x="93" y="132"/>
                      <a:pt x="93" y="132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6" y="130"/>
                      <a:pt x="98" y="129"/>
                      <a:pt x="100" y="126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4" y="122"/>
                      <a:pt x="106" y="118"/>
                      <a:pt x="109" y="113"/>
                    </a:cubicBez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5" y="109"/>
                      <a:pt x="120" y="104"/>
                      <a:pt x="125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32" y="92"/>
                      <a:pt x="137" y="87"/>
                      <a:pt x="144" y="79"/>
                    </a:cubicBezTo>
                    <a:cubicBezTo>
                      <a:pt x="144" y="79"/>
                      <a:pt x="144" y="79"/>
                      <a:pt x="144" y="79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7"/>
                      <a:pt x="150" y="76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7" y="71"/>
                      <a:pt x="160" y="68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71" y="61"/>
                      <a:pt x="177" y="58"/>
                      <a:pt x="184" y="50"/>
                    </a:cubicBezTo>
                    <a:cubicBezTo>
                      <a:pt x="185" y="50"/>
                      <a:pt x="185" y="50"/>
                      <a:pt x="185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92" y="49"/>
                      <a:pt x="198" y="46"/>
                      <a:pt x="206" y="39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39"/>
                      <a:pt x="207" y="39"/>
                      <a:pt x="207" y="39"/>
                    </a:cubicBezTo>
                    <a:cubicBezTo>
                      <a:pt x="208" y="39"/>
                      <a:pt x="208" y="39"/>
                      <a:pt x="208" y="39"/>
                    </a:cubicBezTo>
                    <a:cubicBezTo>
                      <a:pt x="210" y="38"/>
                      <a:pt x="213" y="38"/>
                      <a:pt x="216" y="37"/>
                    </a:cubicBezTo>
                    <a:cubicBezTo>
                      <a:pt x="216" y="37"/>
                      <a:pt x="216" y="37"/>
                      <a:pt x="216" y="37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21" y="35"/>
                      <a:pt x="225" y="33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2" y="29"/>
                      <a:pt x="232" y="29"/>
                      <a:pt x="232" y="29"/>
                    </a:cubicBezTo>
                    <a:cubicBezTo>
                      <a:pt x="238" y="29"/>
                      <a:pt x="244" y="28"/>
                      <a:pt x="253" y="23"/>
                    </a:cubicBezTo>
                    <a:cubicBezTo>
                      <a:pt x="253" y="23"/>
                      <a:pt x="253" y="23"/>
                      <a:pt x="253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6" y="23"/>
                      <a:pt x="257" y="23"/>
                      <a:pt x="259" y="23"/>
                    </a:cubicBezTo>
                    <a:cubicBezTo>
                      <a:pt x="264" y="23"/>
                      <a:pt x="269" y="22"/>
                      <a:pt x="277" y="19"/>
                    </a:cubicBezTo>
                    <a:cubicBezTo>
                      <a:pt x="277" y="19"/>
                      <a:pt x="277" y="19"/>
                      <a:pt x="277" y="19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81" y="19"/>
                      <a:pt x="283" y="20"/>
                      <a:pt x="286" y="20"/>
                    </a:cubicBezTo>
                    <a:cubicBezTo>
                      <a:pt x="286" y="20"/>
                      <a:pt x="287" y="20"/>
                      <a:pt x="287" y="20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92" y="19"/>
                      <a:pt x="297" y="19"/>
                      <a:pt x="302" y="17"/>
                    </a:cubicBezTo>
                    <a:cubicBezTo>
                      <a:pt x="302" y="17"/>
                      <a:pt x="302" y="17"/>
                      <a:pt x="302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7" y="18"/>
                      <a:pt x="311" y="19"/>
                      <a:pt x="315" y="19"/>
                    </a:cubicBezTo>
                    <a:cubicBezTo>
                      <a:pt x="319" y="19"/>
                      <a:pt x="322" y="19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32" y="20"/>
                      <a:pt x="337" y="21"/>
                      <a:pt x="345" y="21"/>
                    </a:cubicBezTo>
                    <a:cubicBezTo>
                      <a:pt x="346" y="21"/>
                      <a:pt x="348" y="21"/>
                      <a:pt x="351" y="21"/>
                    </a:cubicBezTo>
                    <a:cubicBezTo>
                      <a:pt x="351" y="21"/>
                      <a:pt x="351" y="21"/>
                      <a:pt x="351" y="21"/>
                    </a:cubicBezTo>
                    <a:cubicBezTo>
                      <a:pt x="352" y="21"/>
                      <a:pt x="352" y="21"/>
                      <a:pt x="352" y="21"/>
                    </a:cubicBezTo>
                    <a:cubicBezTo>
                      <a:pt x="352" y="22"/>
                      <a:pt x="352" y="22"/>
                      <a:pt x="352" y="22"/>
                    </a:cubicBezTo>
                    <a:cubicBezTo>
                      <a:pt x="354" y="23"/>
                      <a:pt x="357" y="24"/>
                      <a:pt x="360" y="25"/>
                    </a:cubicBezTo>
                    <a:cubicBezTo>
                      <a:pt x="360" y="25"/>
                      <a:pt x="360" y="25"/>
                      <a:pt x="360" y="25"/>
                    </a:cubicBezTo>
                    <a:cubicBezTo>
                      <a:pt x="361" y="25"/>
                      <a:pt x="361" y="25"/>
                      <a:pt x="361" y="25"/>
                    </a:cubicBezTo>
                    <a:cubicBezTo>
                      <a:pt x="365" y="26"/>
                      <a:pt x="370" y="27"/>
                      <a:pt x="375" y="27"/>
                    </a:cubicBezTo>
                    <a:cubicBezTo>
                      <a:pt x="375" y="27"/>
                      <a:pt x="375" y="27"/>
                      <a:pt x="375" y="27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81" y="31"/>
                      <a:pt x="388" y="34"/>
                      <a:pt x="398" y="35"/>
                    </a:cubicBezTo>
                    <a:cubicBezTo>
                      <a:pt x="398" y="35"/>
                      <a:pt x="398" y="35"/>
                      <a:pt x="398" y="35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4" y="40"/>
                      <a:pt x="410" y="43"/>
                      <a:pt x="420" y="45"/>
                    </a:cubicBezTo>
                    <a:cubicBezTo>
                      <a:pt x="420" y="45"/>
                      <a:pt x="420" y="45"/>
                      <a:pt x="420" y="45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3" y="48"/>
                      <a:pt x="425" y="50"/>
                      <a:pt x="428" y="52"/>
                    </a:cubicBezTo>
                    <a:cubicBezTo>
                      <a:pt x="428" y="52"/>
                      <a:pt x="428" y="52"/>
                      <a:pt x="428" y="52"/>
                    </a:cubicBezTo>
                    <a:cubicBezTo>
                      <a:pt x="429" y="52"/>
                      <a:pt x="429" y="52"/>
                      <a:pt x="429" y="52"/>
                    </a:cubicBezTo>
                    <a:cubicBezTo>
                      <a:pt x="433" y="55"/>
                      <a:pt x="437" y="57"/>
                      <a:pt x="442" y="58"/>
                    </a:cubicBezTo>
                    <a:cubicBezTo>
                      <a:pt x="442" y="58"/>
                      <a:pt x="442" y="58"/>
                      <a:pt x="442" y="58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9"/>
                    </a:cubicBezTo>
                    <a:cubicBezTo>
                      <a:pt x="447" y="64"/>
                      <a:pt x="452" y="68"/>
                      <a:pt x="462" y="72"/>
                    </a:cubicBezTo>
                    <a:cubicBezTo>
                      <a:pt x="462" y="73"/>
                      <a:pt x="462" y="73"/>
                      <a:pt x="462" y="73"/>
                    </a:cubicBezTo>
                    <a:cubicBezTo>
                      <a:pt x="463" y="73"/>
                      <a:pt x="463" y="73"/>
                      <a:pt x="463" y="73"/>
                    </a:cubicBezTo>
                    <a:cubicBezTo>
                      <a:pt x="463" y="74"/>
                      <a:pt x="463" y="74"/>
                      <a:pt x="463" y="74"/>
                    </a:cubicBezTo>
                    <a:cubicBezTo>
                      <a:pt x="466" y="78"/>
                      <a:pt x="471" y="83"/>
                      <a:pt x="481" y="88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3" y="92"/>
                      <a:pt x="485" y="94"/>
                      <a:pt x="487" y="96"/>
                    </a:cubicBezTo>
                    <a:cubicBezTo>
                      <a:pt x="488" y="98"/>
                      <a:pt x="488" y="98"/>
                      <a:pt x="488" y="98"/>
                    </a:cubicBezTo>
                    <a:cubicBezTo>
                      <a:pt x="491" y="101"/>
                      <a:pt x="494" y="103"/>
                      <a:pt x="499" y="106"/>
                    </a:cubicBezTo>
                    <a:cubicBezTo>
                      <a:pt x="499" y="106"/>
                      <a:pt x="499" y="106"/>
                      <a:pt x="499" y="106"/>
                    </a:cubicBezTo>
                    <a:cubicBezTo>
                      <a:pt x="500" y="107"/>
                      <a:pt x="500" y="107"/>
                      <a:pt x="500" y="107"/>
                    </a:cubicBezTo>
                    <a:cubicBezTo>
                      <a:pt x="500" y="108"/>
                      <a:pt x="500" y="108"/>
                      <a:pt x="500" y="108"/>
                    </a:cubicBezTo>
                    <a:cubicBezTo>
                      <a:pt x="502" y="113"/>
                      <a:pt x="506" y="118"/>
                      <a:pt x="515" y="125"/>
                    </a:cubicBezTo>
                    <a:cubicBezTo>
                      <a:pt x="515" y="125"/>
                      <a:pt x="515" y="125"/>
                      <a:pt x="515" y="125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8" y="132"/>
                      <a:pt x="521" y="138"/>
                      <a:pt x="529" y="145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1" y="149"/>
                      <a:pt x="532" y="152"/>
                      <a:pt x="534" y="155"/>
                    </a:cubicBezTo>
                    <a:cubicBezTo>
                      <a:pt x="534" y="155"/>
                      <a:pt x="534" y="155"/>
                      <a:pt x="534" y="155"/>
                    </a:cubicBezTo>
                    <a:cubicBezTo>
                      <a:pt x="536" y="159"/>
                      <a:pt x="539" y="163"/>
                      <a:pt x="543" y="167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5" y="174"/>
                      <a:pt x="548" y="180"/>
                      <a:pt x="555" y="188"/>
                    </a:cubicBezTo>
                    <a:cubicBezTo>
                      <a:pt x="555" y="188"/>
                      <a:pt x="555" y="188"/>
                      <a:pt x="555" y="188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6"/>
                      <a:pt x="558" y="202"/>
                      <a:pt x="565" y="211"/>
                    </a:cubicBezTo>
                    <a:cubicBezTo>
                      <a:pt x="565" y="211"/>
                      <a:pt x="565" y="211"/>
                      <a:pt x="565" y="211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5"/>
                      <a:pt x="566" y="218"/>
                      <a:pt x="567" y="222"/>
                    </a:cubicBezTo>
                    <a:cubicBezTo>
                      <a:pt x="567" y="222"/>
                      <a:pt x="567" y="222"/>
                      <a:pt x="567" y="222"/>
                    </a:cubicBezTo>
                    <a:cubicBezTo>
                      <a:pt x="568" y="226"/>
                      <a:pt x="571" y="230"/>
                      <a:pt x="574" y="235"/>
                    </a:cubicBezTo>
                    <a:cubicBezTo>
                      <a:pt x="574" y="235"/>
                      <a:pt x="574" y="235"/>
                      <a:pt x="574" y="235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7"/>
                      <a:pt x="574" y="237"/>
                      <a:pt x="574" y="237"/>
                    </a:cubicBezTo>
                    <a:cubicBezTo>
                      <a:pt x="574" y="243"/>
                      <a:pt x="576" y="250"/>
                      <a:pt x="581" y="258"/>
                    </a:cubicBezTo>
                    <a:cubicBezTo>
                      <a:pt x="581" y="259"/>
                      <a:pt x="581" y="259"/>
                      <a:pt x="581" y="259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1"/>
                      <a:pt x="581" y="262"/>
                      <a:pt x="581" y="262"/>
                    </a:cubicBezTo>
                    <a:cubicBezTo>
                      <a:pt x="581" y="268"/>
                      <a:pt x="583" y="274"/>
                      <a:pt x="587" y="282"/>
                    </a:cubicBezTo>
                    <a:cubicBezTo>
                      <a:pt x="587" y="283"/>
                      <a:pt x="587" y="283"/>
                      <a:pt x="587" y="283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5"/>
                      <a:pt x="587" y="287"/>
                      <a:pt x="587" y="288"/>
                    </a:cubicBezTo>
                    <a:cubicBezTo>
                      <a:pt x="587" y="290"/>
                      <a:pt x="587" y="292"/>
                      <a:pt x="587" y="294"/>
                    </a:cubicBezTo>
                    <a:cubicBezTo>
                      <a:pt x="588" y="298"/>
                      <a:pt x="589" y="303"/>
                      <a:pt x="591" y="308"/>
                    </a:cubicBezTo>
                    <a:cubicBezTo>
                      <a:pt x="591" y="308"/>
                      <a:pt x="591" y="308"/>
                      <a:pt x="591" y="308"/>
                    </a:cubicBezTo>
                    <a:cubicBezTo>
                      <a:pt x="591" y="309"/>
                      <a:pt x="591" y="309"/>
                      <a:pt x="591" y="309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1" y="311"/>
                      <a:pt x="591" y="314"/>
                      <a:pt x="591" y="316"/>
                    </a:cubicBezTo>
                    <a:cubicBezTo>
                      <a:pt x="591" y="320"/>
                      <a:pt x="592" y="326"/>
                      <a:pt x="594" y="332"/>
                    </a:cubicBezTo>
                    <a:cubicBezTo>
                      <a:pt x="594" y="332"/>
                      <a:pt x="594" y="332"/>
                      <a:pt x="594" y="332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3" y="336"/>
                      <a:pt x="593" y="339"/>
                      <a:pt x="593" y="342"/>
                    </a:cubicBezTo>
                    <a:cubicBezTo>
                      <a:pt x="593" y="346"/>
                      <a:pt x="594" y="351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4" y="361"/>
                      <a:pt x="594" y="364"/>
                      <a:pt x="594" y="367"/>
                    </a:cubicBezTo>
                    <a:cubicBezTo>
                      <a:pt x="594" y="367"/>
                      <a:pt x="594" y="367"/>
                      <a:pt x="594" y="367"/>
                    </a:cubicBezTo>
                    <a:cubicBezTo>
                      <a:pt x="594" y="369"/>
                      <a:pt x="594" y="369"/>
                      <a:pt x="594" y="369"/>
                    </a:cubicBezTo>
                    <a:cubicBezTo>
                      <a:pt x="594" y="369"/>
                      <a:pt x="594" y="370"/>
                      <a:pt x="594" y="371"/>
                    </a:cubicBezTo>
                    <a:cubicBezTo>
                      <a:pt x="594" y="374"/>
                      <a:pt x="594" y="378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4"/>
                      <a:pt x="595" y="384"/>
                      <a:pt x="595" y="384"/>
                    </a:cubicBezTo>
                    <a:cubicBezTo>
                      <a:pt x="595" y="385"/>
                      <a:pt x="595" y="385"/>
                      <a:pt x="595" y="385"/>
                    </a:cubicBezTo>
                    <a:cubicBezTo>
                      <a:pt x="594" y="388"/>
                      <a:pt x="593" y="392"/>
                      <a:pt x="593" y="398"/>
                    </a:cubicBezTo>
                    <a:cubicBezTo>
                      <a:pt x="593" y="400"/>
                      <a:pt x="593" y="404"/>
                      <a:pt x="594" y="407"/>
                    </a:cubicBezTo>
                    <a:cubicBezTo>
                      <a:pt x="594" y="408"/>
                      <a:pt x="594" y="408"/>
                      <a:pt x="594" y="408"/>
                    </a:cubicBezTo>
                    <a:cubicBezTo>
                      <a:pt x="594" y="409"/>
                      <a:pt x="594" y="409"/>
                      <a:pt x="594" y="409"/>
                    </a:cubicBezTo>
                    <a:cubicBezTo>
                      <a:pt x="593" y="409"/>
                      <a:pt x="593" y="409"/>
                      <a:pt x="593" y="409"/>
                    </a:cubicBezTo>
                    <a:cubicBezTo>
                      <a:pt x="591" y="413"/>
                      <a:pt x="590" y="418"/>
                      <a:pt x="590" y="425"/>
                    </a:cubicBezTo>
                    <a:cubicBezTo>
                      <a:pt x="590" y="427"/>
                      <a:pt x="590" y="430"/>
                      <a:pt x="591" y="432"/>
                    </a:cubicBezTo>
                    <a:cubicBezTo>
                      <a:pt x="591" y="432"/>
                      <a:pt x="591" y="432"/>
                      <a:pt x="591" y="432"/>
                    </a:cubicBezTo>
                    <a:cubicBezTo>
                      <a:pt x="591" y="433"/>
                      <a:pt x="591" y="433"/>
                      <a:pt x="591" y="433"/>
                    </a:cubicBezTo>
                    <a:cubicBezTo>
                      <a:pt x="590" y="434"/>
                      <a:pt x="590" y="434"/>
                      <a:pt x="590" y="434"/>
                    </a:cubicBezTo>
                    <a:cubicBezTo>
                      <a:pt x="589" y="436"/>
                      <a:pt x="588" y="439"/>
                      <a:pt x="587" y="442"/>
                    </a:cubicBezTo>
                    <a:cubicBezTo>
                      <a:pt x="587" y="442"/>
                      <a:pt x="587" y="442"/>
                      <a:pt x="587" y="442"/>
                    </a:cubicBezTo>
                    <a:cubicBezTo>
                      <a:pt x="587" y="443"/>
                      <a:pt x="587" y="443"/>
                      <a:pt x="587" y="443"/>
                    </a:cubicBezTo>
                    <a:cubicBezTo>
                      <a:pt x="586" y="446"/>
                      <a:pt x="586" y="450"/>
                      <a:pt x="586" y="454"/>
                    </a:cubicBezTo>
                    <a:cubicBezTo>
                      <a:pt x="586" y="455"/>
                      <a:pt x="586" y="456"/>
                      <a:pt x="586" y="457"/>
                    </a:cubicBezTo>
                    <a:cubicBezTo>
                      <a:pt x="586" y="458"/>
                      <a:pt x="586" y="458"/>
                      <a:pt x="586" y="458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2" y="464"/>
                      <a:pt x="581" y="471"/>
                      <a:pt x="580" y="481"/>
                    </a:cubicBezTo>
                    <a:cubicBezTo>
                      <a:pt x="580" y="482"/>
                      <a:pt x="580" y="482"/>
                      <a:pt x="580" y="482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76" y="488"/>
                      <a:pt x="574" y="494"/>
                      <a:pt x="573" y="505"/>
                    </a:cubicBezTo>
                    <a:cubicBezTo>
                      <a:pt x="573" y="505"/>
                      <a:pt x="573" y="505"/>
                      <a:pt x="573" y="505"/>
                    </a:cubicBezTo>
                    <a:cubicBezTo>
                      <a:pt x="573" y="506"/>
                      <a:pt x="573" y="506"/>
                      <a:pt x="573" y="506"/>
                    </a:cubicBezTo>
                    <a:cubicBezTo>
                      <a:pt x="572" y="507"/>
                      <a:pt x="572" y="507"/>
                      <a:pt x="572" y="507"/>
                    </a:cubicBezTo>
                    <a:cubicBezTo>
                      <a:pt x="571" y="509"/>
                      <a:pt x="569" y="511"/>
                      <a:pt x="568" y="514"/>
                    </a:cubicBezTo>
                    <a:cubicBezTo>
                      <a:pt x="567" y="515"/>
                      <a:pt x="567" y="515"/>
                      <a:pt x="567" y="515"/>
                    </a:cubicBezTo>
                    <a:cubicBezTo>
                      <a:pt x="566" y="519"/>
                      <a:pt x="565" y="523"/>
                      <a:pt x="564" y="529"/>
                    </a:cubicBezTo>
                    <a:cubicBezTo>
                      <a:pt x="564" y="529"/>
                      <a:pt x="564" y="529"/>
                      <a:pt x="564" y="529"/>
                    </a:cubicBezTo>
                    <a:cubicBezTo>
                      <a:pt x="563" y="530"/>
                      <a:pt x="563" y="530"/>
                      <a:pt x="563" y="530"/>
                    </a:cubicBezTo>
                    <a:cubicBezTo>
                      <a:pt x="563" y="531"/>
                      <a:pt x="563" y="531"/>
                      <a:pt x="563" y="531"/>
                    </a:cubicBezTo>
                    <a:cubicBezTo>
                      <a:pt x="559" y="535"/>
                      <a:pt x="556" y="541"/>
                      <a:pt x="553" y="551"/>
                    </a:cubicBezTo>
                    <a:cubicBezTo>
                      <a:pt x="553" y="552"/>
                      <a:pt x="553" y="552"/>
                      <a:pt x="553" y="552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48" y="557"/>
                      <a:pt x="545" y="563"/>
                      <a:pt x="542" y="573"/>
                    </a:cubicBezTo>
                    <a:lnTo>
                      <a:pt x="541" y="5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1" name="Freeform 32">
                <a:extLst>
                  <a:ext uri="{FF2B5EF4-FFF2-40B4-BE49-F238E27FC236}">
                    <a16:creationId xmlns:a16="http://schemas.microsoft.com/office/drawing/2014/main" id="{E79A33AC-9980-4F1B-BC3A-1B861FAED2F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56" y="7911"/>
                <a:ext cx="62" cy="36"/>
              </a:xfrm>
              <a:custGeom>
                <a:avLst/>
                <a:gdLst>
                  <a:gd name="T0" fmla="*/ 83 w 83"/>
                  <a:gd name="T1" fmla="*/ 10 h 48"/>
                  <a:gd name="T2" fmla="*/ 67 w 83"/>
                  <a:gd name="T3" fmla="*/ 11 h 48"/>
                  <a:gd name="T4" fmla="*/ 61 w 83"/>
                  <a:gd name="T5" fmla="*/ 19 h 48"/>
                  <a:gd name="T6" fmla="*/ 54 w 83"/>
                  <a:gd name="T7" fmla="*/ 21 h 48"/>
                  <a:gd name="T8" fmla="*/ 48 w 83"/>
                  <a:gd name="T9" fmla="*/ 7 h 48"/>
                  <a:gd name="T10" fmla="*/ 42 w 83"/>
                  <a:gd name="T11" fmla="*/ 0 h 48"/>
                  <a:gd name="T12" fmla="*/ 41 w 83"/>
                  <a:gd name="T13" fmla="*/ 0 h 48"/>
                  <a:gd name="T14" fmla="*/ 36 w 83"/>
                  <a:gd name="T15" fmla="*/ 7 h 48"/>
                  <a:gd name="T16" fmla="*/ 34 w 83"/>
                  <a:gd name="T17" fmla="*/ 19 h 48"/>
                  <a:gd name="T18" fmla="*/ 23 w 83"/>
                  <a:gd name="T19" fmla="*/ 20 h 48"/>
                  <a:gd name="T20" fmla="*/ 25 w 83"/>
                  <a:gd name="T21" fmla="*/ 13 h 48"/>
                  <a:gd name="T22" fmla="*/ 7 w 83"/>
                  <a:gd name="T23" fmla="*/ 6 h 48"/>
                  <a:gd name="T24" fmla="*/ 10 w 83"/>
                  <a:gd name="T25" fmla="*/ 19 h 48"/>
                  <a:gd name="T26" fmla="*/ 38 w 83"/>
                  <a:gd name="T27" fmla="*/ 48 h 48"/>
                  <a:gd name="T28" fmla="*/ 41 w 83"/>
                  <a:gd name="T29" fmla="*/ 48 h 48"/>
                  <a:gd name="T30" fmla="*/ 64 w 83"/>
                  <a:gd name="T31" fmla="*/ 42 h 48"/>
                  <a:gd name="T32" fmla="*/ 46 w 83"/>
                  <a:gd name="T33" fmla="*/ 10 h 48"/>
                  <a:gd name="T34" fmla="*/ 47 w 83"/>
                  <a:gd name="T35" fmla="*/ 17 h 48"/>
                  <a:gd name="T36" fmla="*/ 46 w 83"/>
                  <a:gd name="T37" fmla="*/ 10 h 48"/>
                  <a:gd name="T38" fmla="*/ 37 w 83"/>
                  <a:gd name="T39" fmla="*/ 9 h 48"/>
                  <a:gd name="T40" fmla="*/ 35 w 83"/>
                  <a:gd name="T41" fmla="*/ 17 h 48"/>
                  <a:gd name="T42" fmla="*/ 14 w 83"/>
                  <a:gd name="T43" fmla="*/ 16 h 48"/>
                  <a:gd name="T44" fmla="*/ 10 w 83"/>
                  <a:gd name="T45" fmla="*/ 10 h 48"/>
                  <a:gd name="T46" fmla="*/ 21 w 83"/>
                  <a:gd name="T47" fmla="*/ 14 h 48"/>
                  <a:gd name="T48" fmla="*/ 19 w 83"/>
                  <a:gd name="T49" fmla="*/ 19 h 48"/>
                  <a:gd name="T50" fmla="*/ 20 w 83"/>
                  <a:gd name="T51" fmla="*/ 33 h 48"/>
                  <a:gd name="T52" fmla="*/ 26 w 83"/>
                  <a:gd name="T53" fmla="*/ 30 h 48"/>
                  <a:gd name="T54" fmla="*/ 17 w 83"/>
                  <a:gd name="T55" fmla="*/ 27 h 48"/>
                  <a:gd name="T56" fmla="*/ 34 w 83"/>
                  <a:gd name="T57" fmla="*/ 27 h 48"/>
                  <a:gd name="T58" fmla="*/ 39 w 83"/>
                  <a:gd name="T59" fmla="*/ 31 h 48"/>
                  <a:gd name="T60" fmla="*/ 19 w 83"/>
                  <a:gd name="T61" fmla="*/ 34 h 48"/>
                  <a:gd name="T62" fmla="*/ 23 w 83"/>
                  <a:gd name="T63" fmla="*/ 43 h 48"/>
                  <a:gd name="T64" fmla="*/ 25 w 83"/>
                  <a:gd name="T65" fmla="*/ 39 h 48"/>
                  <a:gd name="T66" fmla="*/ 26 w 83"/>
                  <a:gd name="T67" fmla="*/ 42 h 48"/>
                  <a:gd name="T68" fmla="*/ 28 w 83"/>
                  <a:gd name="T69" fmla="*/ 38 h 48"/>
                  <a:gd name="T70" fmla="*/ 35 w 83"/>
                  <a:gd name="T71" fmla="*/ 45 h 48"/>
                  <a:gd name="T72" fmla="*/ 35 w 83"/>
                  <a:gd name="T73" fmla="*/ 38 h 48"/>
                  <a:gd name="T74" fmla="*/ 37 w 83"/>
                  <a:gd name="T75" fmla="*/ 45 h 48"/>
                  <a:gd name="T76" fmla="*/ 39 w 83"/>
                  <a:gd name="T77" fmla="*/ 45 h 48"/>
                  <a:gd name="T78" fmla="*/ 38 w 83"/>
                  <a:gd name="T79" fmla="*/ 6 h 48"/>
                  <a:gd name="T80" fmla="*/ 44 w 83"/>
                  <a:gd name="T81" fmla="*/ 8 h 48"/>
                  <a:gd name="T82" fmla="*/ 41 w 83"/>
                  <a:gd name="T83" fmla="*/ 9 h 48"/>
                  <a:gd name="T84" fmla="*/ 42 w 83"/>
                  <a:gd name="T85" fmla="*/ 38 h 48"/>
                  <a:gd name="T86" fmla="*/ 49 w 83"/>
                  <a:gd name="T87" fmla="*/ 45 h 48"/>
                  <a:gd name="T88" fmla="*/ 49 w 83"/>
                  <a:gd name="T89" fmla="*/ 38 h 48"/>
                  <a:gd name="T90" fmla="*/ 52 w 83"/>
                  <a:gd name="T91" fmla="*/ 45 h 48"/>
                  <a:gd name="T92" fmla="*/ 54 w 83"/>
                  <a:gd name="T93" fmla="*/ 44 h 48"/>
                  <a:gd name="T94" fmla="*/ 57 w 83"/>
                  <a:gd name="T95" fmla="*/ 43 h 48"/>
                  <a:gd name="T96" fmla="*/ 57 w 83"/>
                  <a:gd name="T97" fmla="*/ 40 h 48"/>
                  <a:gd name="T98" fmla="*/ 59 w 83"/>
                  <a:gd name="T99" fmla="*/ 43 h 48"/>
                  <a:gd name="T100" fmla="*/ 56 w 83"/>
                  <a:gd name="T101" fmla="*/ 30 h 48"/>
                  <a:gd name="T102" fmla="*/ 62 w 83"/>
                  <a:gd name="T103" fmla="*/ 34 h 48"/>
                  <a:gd name="T104" fmla="*/ 44 w 83"/>
                  <a:gd name="T105" fmla="*/ 35 h 48"/>
                  <a:gd name="T106" fmla="*/ 50 w 83"/>
                  <a:gd name="T107" fmla="*/ 29 h 48"/>
                  <a:gd name="T108" fmla="*/ 44 w 83"/>
                  <a:gd name="T109" fmla="*/ 24 h 48"/>
                  <a:gd name="T110" fmla="*/ 64 w 83"/>
                  <a:gd name="T111" fmla="*/ 19 h 48"/>
                  <a:gd name="T112" fmla="*/ 62 w 83"/>
                  <a:gd name="T113" fmla="*/ 14 h 48"/>
                  <a:gd name="T114" fmla="*/ 73 w 83"/>
                  <a:gd name="T115" fmla="*/ 11 h 48"/>
                  <a:gd name="T116" fmla="*/ 69 w 83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8">
                    <a:moveTo>
                      <a:pt x="73" y="20"/>
                    </a:moveTo>
                    <a:cubicBezTo>
                      <a:pt x="77" y="16"/>
                      <a:pt x="81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3" y="8"/>
                      <a:pt x="78" y="7"/>
                      <a:pt x="76" y="7"/>
                    </a:cubicBezTo>
                    <a:cubicBezTo>
                      <a:pt x="74" y="7"/>
                      <a:pt x="72" y="7"/>
                      <a:pt x="71" y="8"/>
                    </a:cubicBezTo>
                    <a:cubicBezTo>
                      <a:pt x="70" y="9"/>
                      <a:pt x="67" y="11"/>
                      <a:pt x="67" y="11"/>
                    </a:cubicBezTo>
                    <a:cubicBezTo>
                      <a:pt x="64" y="11"/>
                      <a:pt x="59" y="9"/>
                      <a:pt x="58" y="14"/>
                    </a:cubicBezTo>
                    <a:cubicBezTo>
                      <a:pt x="58" y="15"/>
                      <a:pt x="59" y="17"/>
                      <a:pt x="60" y="18"/>
                    </a:cubicBezTo>
                    <a:cubicBezTo>
                      <a:pt x="60" y="18"/>
                      <a:pt x="61" y="19"/>
                      <a:pt x="61" y="19"/>
                    </a:cubicBezTo>
                    <a:cubicBezTo>
                      <a:pt x="61" y="19"/>
                      <a:pt x="61" y="20"/>
                      <a:pt x="60" y="20"/>
                    </a:cubicBezTo>
                    <a:cubicBezTo>
                      <a:pt x="58" y="22"/>
                      <a:pt x="56" y="22"/>
                      <a:pt x="56" y="22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0" y="21"/>
                      <a:pt x="51" y="22"/>
                      <a:pt x="49" y="19"/>
                    </a:cubicBezTo>
                    <a:cubicBezTo>
                      <a:pt x="52" y="19"/>
                      <a:pt x="54" y="16"/>
                      <a:pt x="54" y="13"/>
                    </a:cubicBezTo>
                    <a:cubicBezTo>
                      <a:pt x="54" y="10"/>
                      <a:pt x="51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6"/>
                      <a:pt x="48" y="6"/>
                    </a:cubicBezTo>
                    <a:cubicBezTo>
                      <a:pt x="48" y="3"/>
                      <a:pt x="45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6" y="2"/>
                      <a:pt x="36" y="6"/>
                    </a:cubicBezTo>
                    <a:cubicBezTo>
                      <a:pt x="36" y="6"/>
                      <a:pt x="36" y="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2" y="6"/>
                      <a:pt x="29" y="9"/>
                      <a:pt x="29" y="13"/>
                    </a:cubicBezTo>
                    <a:cubicBezTo>
                      <a:pt x="29" y="16"/>
                      <a:pt x="31" y="18"/>
                      <a:pt x="34" y="19"/>
                    </a:cubicBezTo>
                    <a:cubicBezTo>
                      <a:pt x="32" y="21"/>
                      <a:pt x="32" y="20"/>
                      <a:pt x="28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5" y="21"/>
                      <a:pt x="23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2" y="17"/>
                      <a:pt x="23" y="17"/>
                    </a:cubicBezTo>
                    <a:cubicBezTo>
                      <a:pt x="24" y="16"/>
                      <a:pt x="25" y="14"/>
                      <a:pt x="25" y="13"/>
                    </a:cubicBezTo>
                    <a:cubicBezTo>
                      <a:pt x="25" y="9"/>
                      <a:pt x="19" y="10"/>
                      <a:pt x="17" y="10"/>
                    </a:cubicBezTo>
                    <a:cubicBezTo>
                      <a:pt x="17" y="10"/>
                      <a:pt x="13" y="7"/>
                      <a:pt x="12" y="7"/>
                    </a:cubicBezTo>
                    <a:cubicBezTo>
                      <a:pt x="11" y="6"/>
                      <a:pt x="9" y="6"/>
                      <a:pt x="7" y="6"/>
                    </a:cubicBezTo>
                    <a:cubicBezTo>
                      <a:pt x="5" y="5"/>
                      <a:pt x="1" y="6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6" y="15"/>
                      <a:pt x="10" y="19"/>
                    </a:cubicBezTo>
                    <a:cubicBezTo>
                      <a:pt x="12" y="22"/>
                      <a:pt x="15" y="29"/>
                      <a:pt x="16" y="32"/>
                    </a:cubicBezTo>
                    <a:cubicBezTo>
                      <a:pt x="16" y="32"/>
                      <a:pt x="18" y="41"/>
                      <a:pt x="18" y="41"/>
                    </a:cubicBezTo>
                    <a:cubicBezTo>
                      <a:pt x="19" y="46"/>
                      <a:pt x="30" y="47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51" y="48"/>
                      <a:pt x="63" y="47"/>
                      <a:pt x="64" y="42"/>
                    </a:cubicBezTo>
                    <a:cubicBezTo>
                      <a:pt x="64" y="42"/>
                      <a:pt x="66" y="33"/>
                      <a:pt x="66" y="33"/>
                    </a:cubicBezTo>
                    <a:cubicBezTo>
                      <a:pt x="67" y="30"/>
                      <a:pt x="70" y="24"/>
                      <a:pt x="73" y="20"/>
                    </a:cubicBezTo>
                    <a:moveTo>
                      <a:pt x="46" y="10"/>
                    </a:moveTo>
                    <a:cubicBezTo>
                      <a:pt x="47" y="9"/>
                      <a:pt x="47" y="9"/>
                      <a:pt x="48" y="9"/>
                    </a:cubicBezTo>
                    <a:cubicBezTo>
                      <a:pt x="50" y="9"/>
                      <a:pt x="51" y="11"/>
                      <a:pt x="51" y="13"/>
                    </a:cubicBezTo>
                    <a:cubicBezTo>
                      <a:pt x="51" y="15"/>
                      <a:pt x="50" y="17"/>
                      <a:pt x="47" y="17"/>
                    </a:cubicBezTo>
                    <a:cubicBezTo>
                      <a:pt x="45" y="17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cubicBezTo>
                      <a:pt x="45" y="11"/>
                      <a:pt x="46" y="10"/>
                      <a:pt x="46" y="10"/>
                    </a:cubicBezTo>
                    <a:moveTo>
                      <a:pt x="32" y="13"/>
                    </a:moveTo>
                    <a:cubicBezTo>
                      <a:pt x="32" y="11"/>
                      <a:pt x="33" y="9"/>
                      <a:pt x="35" y="9"/>
                    </a:cubicBezTo>
                    <a:cubicBezTo>
                      <a:pt x="36" y="9"/>
                      <a:pt x="36" y="9"/>
                      <a:pt x="37" y="9"/>
                    </a:cubicBezTo>
                    <a:cubicBezTo>
                      <a:pt x="37" y="10"/>
                      <a:pt x="38" y="11"/>
                      <a:pt x="39" y="11"/>
                    </a:cubicBezTo>
                    <a:cubicBezTo>
                      <a:pt x="39" y="12"/>
                      <a:pt x="39" y="12"/>
                      <a:pt x="39" y="13"/>
                    </a:cubicBezTo>
                    <a:cubicBezTo>
                      <a:pt x="39" y="15"/>
                      <a:pt x="37" y="17"/>
                      <a:pt x="35" y="17"/>
                    </a:cubicBezTo>
                    <a:cubicBezTo>
                      <a:pt x="33" y="17"/>
                      <a:pt x="32" y="15"/>
                      <a:pt x="32" y="13"/>
                    </a:cubicBezTo>
                    <a:moveTo>
                      <a:pt x="16" y="21"/>
                    </a:moveTo>
                    <a:cubicBezTo>
                      <a:pt x="15" y="20"/>
                      <a:pt x="16" y="16"/>
                      <a:pt x="14" y="16"/>
                    </a:cubicBezTo>
                    <a:cubicBezTo>
                      <a:pt x="11" y="17"/>
                      <a:pt x="7" y="11"/>
                      <a:pt x="4" y="9"/>
                    </a:cubicBezTo>
                    <a:cubicBezTo>
                      <a:pt x="5" y="9"/>
                      <a:pt x="6" y="8"/>
                      <a:pt x="7" y="8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1" y="11"/>
                      <a:pt x="12" y="12"/>
                      <a:pt x="14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9" y="19"/>
                    </a:cubicBezTo>
                    <a:cubicBezTo>
                      <a:pt x="20" y="23"/>
                      <a:pt x="17" y="23"/>
                      <a:pt x="16" y="21"/>
                    </a:cubicBezTo>
                    <a:moveTo>
                      <a:pt x="19" y="34"/>
                    </a:moveTo>
                    <a:cubicBezTo>
                      <a:pt x="19" y="34"/>
                      <a:pt x="20" y="34"/>
                      <a:pt x="20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2" y="33"/>
                      <a:pt x="25" y="32"/>
                    </a:cubicBezTo>
                    <a:cubicBezTo>
                      <a:pt x="26" y="32"/>
                      <a:pt x="26" y="31"/>
                      <a:pt x="26" y="30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20" y="29"/>
                      <a:pt x="18" y="30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21" y="25"/>
                      <a:pt x="30" y="24"/>
                      <a:pt x="39" y="24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2" y="28"/>
                      <a:pt x="32" y="29"/>
                    </a:cubicBezTo>
                    <a:cubicBezTo>
                      <a:pt x="32" y="30"/>
                      <a:pt x="33" y="31"/>
                      <a:pt x="34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4" y="36"/>
                      <a:pt x="20" y="38"/>
                    </a:cubicBezTo>
                    <a:cubicBezTo>
                      <a:pt x="20" y="37"/>
                      <a:pt x="20" y="35"/>
                      <a:pt x="19" y="34"/>
                    </a:cubicBezTo>
                    <a:moveTo>
                      <a:pt x="26" y="42"/>
                    </a:moveTo>
                    <a:cubicBezTo>
                      <a:pt x="26" y="42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3" y="43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2" y="41"/>
                      <a:pt x="22" y="40"/>
                      <a:pt x="23" y="40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5" y="39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2"/>
                      <a:pt x="26" y="42"/>
                    </a:cubicBezTo>
                    <a:moveTo>
                      <a:pt x="30" y="44"/>
                    </a:moveTo>
                    <a:cubicBezTo>
                      <a:pt x="29" y="44"/>
                      <a:pt x="28" y="44"/>
                      <a:pt x="27" y="44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9" y="38"/>
                      <a:pt x="30" y="38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3" y="45"/>
                      <a:pt x="33" y="45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4" y="38"/>
                      <a:pt x="35" y="38"/>
                    </a:cubicBezTo>
                    <a:lnTo>
                      <a:pt x="35" y="45"/>
                    </a:lnTo>
                    <a:close/>
                    <a:moveTo>
                      <a:pt x="39" y="45"/>
                    </a:moveTo>
                    <a:cubicBezTo>
                      <a:pt x="39" y="45"/>
                      <a:pt x="37" y="45"/>
                      <a:pt x="37" y="45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8"/>
                      <a:pt x="39" y="38"/>
                    </a:cubicBezTo>
                    <a:lnTo>
                      <a:pt x="39" y="45"/>
                    </a:lnTo>
                    <a:close/>
                    <a:moveTo>
                      <a:pt x="41" y="9"/>
                    </a:moveTo>
                    <a:cubicBezTo>
                      <a:pt x="40" y="9"/>
                      <a:pt x="39" y="8"/>
                      <a:pt x="39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4"/>
                      <a:pt x="40" y="2"/>
                      <a:pt x="42" y="2"/>
                    </a:cubicBezTo>
                    <a:cubicBezTo>
                      <a:pt x="44" y="2"/>
                      <a:pt x="45" y="4"/>
                      <a:pt x="45" y="6"/>
                    </a:cubicBezTo>
                    <a:cubicBezTo>
                      <a:pt x="45" y="7"/>
                      <a:pt x="45" y="7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5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38"/>
                      <a:pt x="42" y="38"/>
                    </a:cubicBezTo>
                    <a:cubicBezTo>
                      <a:pt x="43" y="38"/>
                      <a:pt x="45" y="38"/>
                      <a:pt x="45" y="38"/>
                    </a:cubicBezTo>
                    <a:lnTo>
                      <a:pt x="45" y="45"/>
                    </a:lnTo>
                    <a:close/>
                    <a:moveTo>
                      <a:pt x="49" y="45"/>
                    </a:moveTo>
                    <a:cubicBezTo>
                      <a:pt x="48" y="45"/>
                      <a:pt x="48" y="45"/>
                      <a:pt x="47" y="45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49" y="38"/>
                    </a:cubicBezTo>
                    <a:lnTo>
                      <a:pt x="49" y="45"/>
                    </a:lnTo>
                    <a:close/>
                    <a:moveTo>
                      <a:pt x="54" y="44"/>
                    </a:moveTo>
                    <a:cubicBezTo>
                      <a:pt x="54" y="44"/>
                      <a:pt x="53" y="45"/>
                      <a:pt x="52" y="45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3" y="39"/>
                      <a:pt x="54" y="39"/>
                      <a:pt x="54" y="39"/>
                    </a:cubicBezTo>
                    <a:lnTo>
                      <a:pt x="54" y="44"/>
                    </a:lnTo>
                    <a:close/>
                    <a:moveTo>
                      <a:pt x="59" y="43"/>
                    </a:moveTo>
                    <a:cubicBezTo>
                      <a:pt x="59" y="44"/>
                      <a:pt x="58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7" y="42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8" y="40"/>
                      <a:pt x="59" y="40"/>
                      <a:pt x="59" y="40"/>
                    </a:cubicBezTo>
                    <a:cubicBezTo>
                      <a:pt x="60" y="41"/>
                      <a:pt x="60" y="41"/>
                      <a:pt x="61" y="42"/>
                    </a:cubicBezTo>
                    <a:cubicBezTo>
                      <a:pt x="60" y="42"/>
                      <a:pt x="60" y="43"/>
                      <a:pt x="59" y="43"/>
                    </a:cubicBezTo>
                    <a:moveTo>
                      <a:pt x="64" y="31"/>
                    </a:moveTo>
                    <a:cubicBezTo>
                      <a:pt x="63" y="30"/>
                      <a:pt x="60" y="29"/>
                      <a:pt x="59" y="29"/>
                    </a:cubicBezTo>
                    <a:cubicBezTo>
                      <a:pt x="58" y="28"/>
                      <a:pt x="56" y="29"/>
                      <a:pt x="56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61" y="33"/>
                      <a:pt x="62" y="34"/>
                      <a:pt x="63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3" y="34"/>
                      <a:pt x="63" y="35"/>
                      <a:pt x="63" y="35"/>
                    </a:cubicBezTo>
                    <a:cubicBezTo>
                      <a:pt x="63" y="36"/>
                      <a:pt x="62" y="38"/>
                      <a:pt x="62" y="39"/>
                    </a:cubicBezTo>
                    <a:cubicBezTo>
                      <a:pt x="58" y="36"/>
                      <a:pt x="50" y="35"/>
                      <a:pt x="44" y="35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50" y="31"/>
                      <a:pt x="50" y="29"/>
                    </a:cubicBezTo>
                    <a:cubicBezTo>
                      <a:pt x="50" y="28"/>
                      <a:pt x="49" y="27"/>
                      <a:pt x="48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53" y="24"/>
                      <a:pt x="62" y="26"/>
                      <a:pt x="65" y="28"/>
                    </a:cubicBezTo>
                    <a:cubicBezTo>
                      <a:pt x="65" y="29"/>
                      <a:pt x="65" y="30"/>
                      <a:pt x="64" y="31"/>
                    </a:cubicBezTo>
                    <a:moveTo>
                      <a:pt x="64" y="19"/>
                    </a:moveTo>
                    <a:cubicBezTo>
                      <a:pt x="64" y="18"/>
                      <a:pt x="63" y="16"/>
                      <a:pt x="62" y="16"/>
                    </a:cubicBezTo>
                    <a:cubicBezTo>
                      <a:pt x="62" y="16"/>
                      <a:pt x="61" y="16"/>
                      <a:pt x="62" y="15"/>
                    </a:cubicBezTo>
                    <a:cubicBezTo>
                      <a:pt x="62" y="15"/>
                      <a:pt x="62" y="15"/>
                      <a:pt x="62" y="14"/>
                    </a:cubicBezTo>
                    <a:cubicBezTo>
                      <a:pt x="63" y="14"/>
                      <a:pt x="65" y="14"/>
                      <a:pt x="67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3"/>
                      <a:pt x="72" y="12"/>
                      <a:pt x="73" y="11"/>
                    </a:cubicBezTo>
                    <a:cubicBezTo>
                      <a:pt x="74" y="10"/>
                      <a:pt x="75" y="10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76" y="12"/>
                      <a:pt x="72" y="18"/>
                      <a:pt x="69" y="17"/>
                    </a:cubicBezTo>
                    <a:cubicBezTo>
                      <a:pt x="67" y="17"/>
                      <a:pt x="68" y="21"/>
                      <a:pt x="67" y="22"/>
                    </a:cubicBezTo>
                    <a:cubicBezTo>
                      <a:pt x="66" y="24"/>
                      <a:pt x="62" y="23"/>
                      <a:pt x="64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2" name="Freeform 33">
                <a:extLst>
                  <a:ext uri="{FF2B5EF4-FFF2-40B4-BE49-F238E27FC236}">
                    <a16:creationId xmlns:a16="http://schemas.microsoft.com/office/drawing/2014/main" id="{E779FF2C-E820-47B1-9046-CEBF5D0D3FC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5" y="7852"/>
                <a:ext cx="62" cy="36"/>
              </a:xfrm>
              <a:custGeom>
                <a:avLst/>
                <a:gdLst>
                  <a:gd name="T0" fmla="*/ 74 w 83"/>
                  <a:gd name="T1" fmla="*/ 15 h 49"/>
                  <a:gd name="T2" fmla="*/ 75 w 83"/>
                  <a:gd name="T3" fmla="*/ 2 h 49"/>
                  <a:gd name="T4" fmla="*/ 58 w 83"/>
                  <a:gd name="T5" fmla="*/ 11 h 49"/>
                  <a:gd name="T6" fmla="*/ 61 w 83"/>
                  <a:gd name="T7" fmla="*/ 17 h 49"/>
                  <a:gd name="T8" fmla="*/ 50 w 83"/>
                  <a:gd name="T9" fmla="*/ 18 h 49"/>
                  <a:gd name="T10" fmla="*/ 47 w 83"/>
                  <a:gd name="T11" fmla="*/ 6 h 49"/>
                  <a:gd name="T12" fmla="*/ 40 w 83"/>
                  <a:gd name="T13" fmla="*/ 0 h 49"/>
                  <a:gd name="T14" fmla="*/ 39 w 83"/>
                  <a:gd name="T15" fmla="*/ 0 h 49"/>
                  <a:gd name="T16" fmla="*/ 35 w 83"/>
                  <a:gd name="T17" fmla="*/ 8 h 49"/>
                  <a:gd name="T18" fmla="*/ 30 w 83"/>
                  <a:gd name="T19" fmla="*/ 23 h 49"/>
                  <a:gd name="T20" fmla="*/ 23 w 83"/>
                  <a:gd name="T21" fmla="*/ 22 h 49"/>
                  <a:gd name="T22" fmla="*/ 17 w 83"/>
                  <a:gd name="T23" fmla="*/ 14 h 49"/>
                  <a:gd name="T24" fmla="*/ 0 w 83"/>
                  <a:gd name="T25" fmla="*/ 15 h 49"/>
                  <a:gd name="T26" fmla="*/ 19 w 83"/>
                  <a:gd name="T27" fmla="*/ 36 h 49"/>
                  <a:gd name="T28" fmla="*/ 44 w 83"/>
                  <a:gd name="T29" fmla="*/ 48 h 49"/>
                  <a:gd name="T30" fmla="*/ 49 w 83"/>
                  <a:gd name="T31" fmla="*/ 48 h 49"/>
                  <a:gd name="T32" fmla="*/ 52 w 83"/>
                  <a:gd name="T33" fmla="*/ 44 h 49"/>
                  <a:gd name="T34" fmla="*/ 54 w 83"/>
                  <a:gd name="T35" fmla="*/ 44 h 49"/>
                  <a:gd name="T36" fmla="*/ 56 w 83"/>
                  <a:gd name="T37" fmla="*/ 37 h 49"/>
                  <a:gd name="T38" fmla="*/ 57 w 83"/>
                  <a:gd name="T39" fmla="*/ 43 h 49"/>
                  <a:gd name="T40" fmla="*/ 62 w 83"/>
                  <a:gd name="T41" fmla="*/ 40 h 49"/>
                  <a:gd name="T42" fmla="*/ 62 w 83"/>
                  <a:gd name="T43" fmla="*/ 37 h 49"/>
                  <a:gd name="T44" fmla="*/ 64 w 83"/>
                  <a:gd name="T45" fmla="*/ 40 h 49"/>
                  <a:gd name="T46" fmla="*/ 67 w 83"/>
                  <a:gd name="T47" fmla="*/ 10 h 49"/>
                  <a:gd name="T48" fmla="*/ 75 w 83"/>
                  <a:gd name="T49" fmla="*/ 4 h 49"/>
                  <a:gd name="T50" fmla="*/ 68 w 83"/>
                  <a:gd name="T51" fmla="*/ 18 h 49"/>
                  <a:gd name="T52" fmla="*/ 62 w 83"/>
                  <a:gd name="T53" fmla="*/ 12 h 49"/>
                  <a:gd name="T54" fmla="*/ 47 w 83"/>
                  <a:gd name="T55" fmla="*/ 9 h 49"/>
                  <a:gd name="T56" fmla="*/ 44 w 83"/>
                  <a:gd name="T57" fmla="*/ 13 h 49"/>
                  <a:gd name="T58" fmla="*/ 44 w 83"/>
                  <a:gd name="T59" fmla="*/ 6 h 49"/>
                  <a:gd name="T60" fmla="*/ 41 w 83"/>
                  <a:gd name="T61" fmla="*/ 10 h 49"/>
                  <a:gd name="T62" fmla="*/ 37 w 83"/>
                  <a:gd name="T63" fmla="*/ 7 h 49"/>
                  <a:gd name="T64" fmla="*/ 35 w 83"/>
                  <a:gd name="T65" fmla="*/ 11 h 49"/>
                  <a:gd name="T66" fmla="*/ 39 w 83"/>
                  <a:gd name="T67" fmla="*/ 14 h 49"/>
                  <a:gd name="T68" fmla="*/ 17 w 83"/>
                  <a:gd name="T69" fmla="*/ 25 h 49"/>
                  <a:gd name="T70" fmla="*/ 7 w 83"/>
                  <a:gd name="T71" fmla="*/ 14 h 49"/>
                  <a:gd name="T72" fmla="*/ 17 w 83"/>
                  <a:gd name="T73" fmla="*/ 17 h 49"/>
                  <a:gd name="T74" fmla="*/ 22 w 83"/>
                  <a:gd name="T75" fmla="*/ 18 h 49"/>
                  <a:gd name="T76" fmla="*/ 23 w 83"/>
                  <a:gd name="T77" fmla="*/ 38 h 49"/>
                  <a:gd name="T78" fmla="*/ 28 w 83"/>
                  <a:gd name="T79" fmla="*/ 35 h 49"/>
                  <a:gd name="T80" fmla="*/ 21 w 83"/>
                  <a:gd name="T81" fmla="*/ 34 h 49"/>
                  <a:gd name="T82" fmla="*/ 41 w 83"/>
                  <a:gd name="T83" fmla="*/ 28 h 49"/>
                  <a:gd name="T84" fmla="*/ 37 w 83"/>
                  <a:gd name="T85" fmla="*/ 32 h 49"/>
                  <a:gd name="T86" fmla="*/ 25 w 83"/>
                  <a:gd name="T87" fmla="*/ 41 h 49"/>
                  <a:gd name="T88" fmla="*/ 27 w 83"/>
                  <a:gd name="T89" fmla="*/ 45 h 49"/>
                  <a:gd name="T90" fmla="*/ 29 w 83"/>
                  <a:gd name="T91" fmla="*/ 42 h 49"/>
                  <a:gd name="T92" fmla="*/ 30 w 83"/>
                  <a:gd name="T93" fmla="*/ 44 h 49"/>
                  <a:gd name="T94" fmla="*/ 32 w 83"/>
                  <a:gd name="T95" fmla="*/ 41 h 49"/>
                  <a:gd name="T96" fmla="*/ 33 w 83"/>
                  <a:gd name="T97" fmla="*/ 46 h 49"/>
                  <a:gd name="T98" fmla="*/ 39 w 83"/>
                  <a:gd name="T99" fmla="*/ 39 h 49"/>
                  <a:gd name="T100" fmla="*/ 42 w 83"/>
                  <a:gd name="T101" fmla="*/ 46 h 49"/>
                  <a:gd name="T102" fmla="*/ 45 w 83"/>
                  <a:gd name="T103" fmla="*/ 45 h 49"/>
                  <a:gd name="T104" fmla="*/ 45 w 83"/>
                  <a:gd name="T105" fmla="*/ 24 h 49"/>
                  <a:gd name="T106" fmla="*/ 61 w 83"/>
                  <a:gd name="T107" fmla="*/ 26 h 49"/>
                  <a:gd name="T108" fmla="*/ 66 w 83"/>
                  <a:gd name="T109" fmla="*/ 31 h 49"/>
                  <a:gd name="T110" fmla="*/ 66 w 83"/>
                  <a:gd name="T111" fmla="*/ 36 h 49"/>
                  <a:gd name="T112" fmla="*/ 51 w 83"/>
                  <a:gd name="T113" fmla="*/ 31 h 49"/>
                  <a:gd name="T114" fmla="*/ 46 w 83"/>
                  <a:gd name="T115" fmla="*/ 27 h 49"/>
                  <a:gd name="T116" fmla="*/ 50 w 83"/>
                  <a:gd name="T1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9">
                    <a:moveTo>
                      <a:pt x="68" y="38"/>
                    </a:moveTo>
                    <a:cubicBezTo>
                      <a:pt x="68" y="38"/>
                      <a:pt x="69" y="29"/>
                      <a:pt x="69" y="29"/>
                    </a:cubicBezTo>
                    <a:cubicBezTo>
                      <a:pt x="70" y="26"/>
                      <a:pt x="72" y="19"/>
                      <a:pt x="74" y="15"/>
                    </a:cubicBezTo>
                    <a:cubicBezTo>
                      <a:pt x="77" y="11"/>
                      <a:pt x="80" y="6"/>
                      <a:pt x="82" y="6"/>
                    </a:cubicBezTo>
                    <a:cubicBezTo>
                      <a:pt x="82" y="5"/>
                      <a:pt x="83" y="4"/>
                      <a:pt x="82" y="4"/>
                    </a:cubicBezTo>
                    <a:cubicBezTo>
                      <a:pt x="82" y="2"/>
                      <a:pt x="77" y="1"/>
                      <a:pt x="75" y="2"/>
                    </a:cubicBezTo>
                    <a:cubicBezTo>
                      <a:pt x="73" y="2"/>
                      <a:pt x="71" y="2"/>
                      <a:pt x="70" y="3"/>
                    </a:cubicBezTo>
                    <a:cubicBezTo>
                      <a:pt x="69" y="4"/>
                      <a:pt x="66" y="7"/>
                      <a:pt x="66" y="7"/>
                    </a:cubicBezTo>
                    <a:cubicBezTo>
                      <a:pt x="64" y="8"/>
                      <a:pt x="58" y="7"/>
                      <a:pt x="58" y="11"/>
                    </a:cubicBezTo>
                    <a:cubicBezTo>
                      <a:pt x="58" y="12"/>
                      <a:pt x="60" y="15"/>
                      <a:pt x="61" y="15"/>
                    </a:cubicBezTo>
                    <a:cubicBezTo>
                      <a:pt x="61" y="15"/>
                      <a:pt x="62" y="16"/>
                      <a:pt x="62" y="16"/>
                    </a:cubicBezTo>
                    <a:cubicBezTo>
                      <a:pt x="62" y="17"/>
                      <a:pt x="62" y="17"/>
                      <a:pt x="61" y="17"/>
                    </a:cubicBezTo>
                    <a:cubicBezTo>
                      <a:pt x="59" y="19"/>
                      <a:pt x="57" y="20"/>
                      <a:pt x="57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2" y="19"/>
                      <a:pt x="52" y="20"/>
                      <a:pt x="50" y="18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3" y="8"/>
                      <a:pt x="50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6" y="2"/>
                      <a:pt x="43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1"/>
                      <a:pt x="34" y="4"/>
                      <a:pt x="35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8"/>
                      <a:pt x="29" y="12"/>
                      <a:pt x="29" y="15"/>
                    </a:cubicBezTo>
                    <a:cubicBezTo>
                      <a:pt x="30" y="18"/>
                      <a:pt x="32" y="20"/>
                      <a:pt x="35" y="20"/>
                    </a:cubicBezTo>
                    <a:cubicBezTo>
                      <a:pt x="33" y="23"/>
                      <a:pt x="34" y="22"/>
                      <a:pt x="30" y="23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6" y="24"/>
                      <a:pt x="24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1"/>
                      <a:pt x="23" y="21"/>
                      <a:pt x="24" y="20"/>
                    </a:cubicBezTo>
                    <a:cubicBezTo>
                      <a:pt x="25" y="20"/>
                      <a:pt x="26" y="17"/>
                      <a:pt x="25" y="16"/>
                    </a:cubicBezTo>
                    <a:cubicBezTo>
                      <a:pt x="24" y="12"/>
                      <a:pt x="19" y="14"/>
                      <a:pt x="17" y="14"/>
                    </a:cubicBezTo>
                    <a:cubicBezTo>
                      <a:pt x="17" y="14"/>
                      <a:pt x="13" y="12"/>
                      <a:pt x="12" y="12"/>
                    </a:cubicBezTo>
                    <a:cubicBezTo>
                      <a:pt x="10" y="11"/>
                      <a:pt x="9" y="11"/>
                      <a:pt x="7" y="12"/>
                    </a:cubicBezTo>
                    <a:cubicBezTo>
                      <a:pt x="5" y="12"/>
                      <a:pt x="0" y="13"/>
                      <a:pt x="0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3" y="18"/>
                      <a:pt x="7" y="21"/>
                      <a:pt x="11" y="24"/>
                    </a:cubicBezTo>
                    <a:cubicBezTo>
                      <a:pt x="14" y="27"/>
                      <a:pt x="18" y="33"/>
                      <a:pt x="19" y="36"/>
                    </a:cubicBezTo>
                    <a:cubicBezTo>
                      <a:pt x="19" y="36"/>
                      <a:pt x="23" y="44"/>
                      <a:pt x="23" y="45"/>
                    </a:cubicBezTo>
                    <a:cubicBezTo>
                      <a:pt x="24" y="49"/>
                      <a:pt x="36" y="49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7" y="46"/>
                      <a:pt x="68" y="43"/>
                      <a:pt x="68" y="38"/>
                    </a:cubicBezTo>
                    <a:moveTo>
                      <a:pt x="52" y="44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7"/>
                      <a:pt x="53" y="37"/>
                      <a:pt x="53" y="37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2" y="44"/>
                    </a:cubicBezTo>
                    <a:moveTo>
                      <a:pt x="57" y="43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7"/>
                      <a:pt x="58" y="37"/>
                      <a:pt x="59" y="37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9" y="42"/>
                      <a:pt x="58" y="43"/>
                      <a:pt x="57" y="43"/>
                    </a:cubicBezTo>
                    <a:moveTo>
                      <a:pt x="64" y="40"/>
                    </a:moveTo>
                    <a:cubicBezTo>
                      <a:pt x="64" y="41"/>
                      <a:pt x="63" y="41"/>
                      <a:pt x="62" y="41"/>
                    </a:cubicBezTo>
                    <a:cubicBezTo>
                      <a:pt x="62" y="41"/>
                      <a:pt x="62" y="40"/>
                      <a:pt x="62" y="40"/>
                    </a:cubicBezTo>
                    <a:cubicBezTo>
                      <a:pt x="61" y="40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1" y="37"/>
                      <a:pt x="62" y="37"/>
                    </a:cubicBezTo>
                    <a:cubicBezTo>
                      <a:pt x="62" y="37"/>
                      <a:pt x="63" y="37"/>
                      <a:pt x="64" y="37"/>
                    </a:cubicBezTo>
                    <a:cubicBezTo>
                      <a:pt x="64" y="38"/>
                      <a:pt x="65" y="38"/>
                      <a:pt x="65" y="39"/>
                    </a:cubicBezTo>
                    <a:cubicBezTo>
                      <a:pt x="65" y="39"/>
                      <a:pt x="65" y="40"/>
                      <a:pt x="64" y="40"/>
                    </a:cubicBezTo>
                    <a:moveTo>
                      <a:pt x="62" y="12"/>
                    </a:moveTo>
                    <a:cubicBezTo>
                      <a:pt x="62" y="12"/>
                      <a:pt x="62" y="12"/>
                      <a:pt x="62" y="11"/>
                    </a:cubicBezTo>
                    <a:cubicBezTo>
                      <a:pt x="63" y="11"/>
                      <a:pt x="65" y="10"/>
                      <a:pt x="67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9"/>
                      <a:pt x="71" y="8"/>
                      <a:pt x="72" y="7"/>
                    </a:cubicBezTo>
                    <a:cubicBezTo>
                      <a:pt x="73" y="6"/>
                      <a:pt x="74" y="5"/>
                      <a:pt x="75" y="4"/>
                    </a:cubicBezTo>
                    <a:cubicBezTo>
                      <a:pt x="76" y="4"/>
                      <a:pt x="78" y="4"/>
                      <a:pt x="79" y="5"/>
                    </a:cubicBezTo>
                    <a:cubicBezTo>
                      <a:pt x="75" y="7"/>
                      <a:pt x="73" y="14"/>
                      <a:pt x="70" y="13"/>
                    </a:cubicBezTo>
                    <a:cubicBezTo>
                      <a:pt x="67" y="13"/>
                      <a:pt x="69" y="17"/>
                      <a:pt x="68" y="18"/>
                    </a:cubicBezTo>
                    <a:cubicBezTo>
                      <a:pt x="67" y="20"/>
                      <a:pt x="64" y="20"/>
                      <a:pt x="64" y="16"/>
                    </a:cubicBezTo>
                    <a:cubicBezTo>
                      <a:pt x="65" y="14"/>
                      <a:pt x="63" y="13"/>
                      <a:pt x="62" y="13"/>
                    </a:cubicBezTo>
                    <a:cubicBezTo>
                      <a:pt x="62" y="13"/>
                      <a:pt x="62" y="13"/>
                      <a:pt x="62" y="12"/>
                    </a:cubicBezTo>
                    <a:moveTo>
                      <a:pt x="44" y="11"/>
                    </a:moveTo>
                    <a:cubicBezTo>
                      <a:pt x="45" y="11"/>
                      <a:pt x="45" y="10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9" y="9"/>
                      <a:pt x="51" y="10"/>
                      <a:pt x="51" y="12"/>
                    </a:cubicBezTo>
                    <a:cubicBezTo>
                      <a:pt x="52" y="14"/>
                      <a:pt x="50" y="16"/>
                      <a:pt x="48" y="16"/>
                    </a:cubicBezTo>
                    <a:cubicBezTo>
                      <a:pt x="46" y="16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moveTo>
                      <a:pt x="40" y="3"/>
                    </a:moveTo>
                    <a:cubicBezTo>
                      <a:pt x="42" y="3"/>
                      <a:pt x="44" y="4"/>
                      <a:pt x="44" y="6"/>
                    </a:cubicBezTo>
                    <a:cubicBezTo>
                      <a:pt x="44" y="6"/>
                      <a:pt x="44" y="7"/>
                      <a:pt x="44" y="7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10"/>
                      <a:pt x="40" y="10"/>
                      <a:pt x="40" y="10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8" y="8"/>
                      <a:pt x="37" y="7"/>
                      <a:pt x="37" y="7"/>
                    </a:cubicBezTo>
                    <a:cubicBezTo>
                      <a:pt x="37" y="5"/>
                      <a:pt x="38" y="3"/>
                      <a:pt x="40" y="3"/>
                    </a:cubicBezTo>
                    <a:moveTo>
                      <a:pt x="32" y="15"/>
                    </a:moveTo>
                    <a:cubicBezTo>
                      <a:pt x="32" y="13"/>
                      <a:pt x="33" y="11"/>
                      <a:pt x="35" y="11"/>
                    </a:cubicBezTo>
                    <a:cubicBezTo>
                      <a:pt x="36" y="10"/>
                      <a:pt x="36" y="10"/>
                      <a:pt x="36" y="11"/>
                    </a:cubicBezTo>
                    <a:cubicBezTo>
                      <a:pt x="37" y="11"/>
                      <a:pt x="38" y="12"/>
                      <a:pt x="39" y="12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40" y="16"/>
                      <a:pt x="38" y="17"/>
                      <a:pt x="36" y="18"/>
                    </a:cubicBezTo>
                    <a:cubicBezTo>
                      <a:pt x="34" y="18"/>
                      <a:pt x="32" y="17"/>
                      <a:pt x="32" y="15"/>
                    </a:cubicBezTo>
                    <a:moveTo>
                      <a:pt x="17" y="25"/>
                    </a:moveTo>
                    <a:cubicBezTo>
                      <a:pt x="17" y="24"/>
                      <a:pt x="17" y="20"/>
                      <a:pt x="15" y="21"/>
                    </a:cubicBezTo>
                    <a:cubicBezTo>
                      <a:pt x="12" y="22"/>
                      <a:pt x="8" y="17"/>
                      <a:pt x="3" y="15"/>
                    </a:cubicBezTo>
                    <a:cubicBezTo>
                      <a:pt x="4" y="15"/>
                      <a:pt x="6" y="14"/>
                      <a:pt x="7" y="14"/>
                    </a:cubicBezTo>
                    <a:cubicBezTo>
                      <a:pt x="8" y="14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21" y="17"/>
                      <a:pt x="21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9"/>
                      <a:pt x="20" y="21"/>
                      <a:pt x="21" y="22"/>
                    </a:cubicBezTo>
                    <a:cubicBezTo>
                      <a:pt x="22" y="26"/>
                      <a:pt x="19" y="27"/>
                      <a:pt x="17" y="25"/>
                    </a:cubicBezTo>
                    <a:moveTo>
                      <a:pt x="23" y="38"/>
                    </a:move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5" y="36"/>
                      <a:pt x="28" y="35"/>
                    </a:cubicBezTo>
                    <a:cubicBezTo>
                      <a:pt x="29" y="34"/>
                      <a:pt x="30" y="33"/>
                      <a:pt x="29" y="32"/>
                    </a:cubicBezTo>
                    <a:cubicBezTo>
                      <a:pt x="29" y="31"/>
                      <a:pt x="28" y="30"/>
                      <a:pt x="26" y="31"/>
                    </a:cubicBezTo>
                    <a:cubicBezTo>
                      <a:pt x="25" y="31"/>
                      <a:pt x="23" y="32"/>
                      <a:pt x="21" y="34"/>
                    </a:cubicBezTo>
                    <a:cubicBezTo>
                      <a:pt x="21" y="33"/>
                      <a:pt x="20" y="32"/>
                      <a:pt x="20" y="31"/>
                    </a:cubicBezTo>
                    <a:cubicBezTo>
                      <a:pt x="23" y="28"/>
                      <a:pt x="32" y="26"/>
                      <a:pt x="41" y="24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28"/>
                      <a:pt x="35" y="30"/>
                      <a:pt x="35" y="31"/>
                    </a:cubicBezTo>
                    <a:cubicBezTo>
                      <a:pt x="35" y="32"/>
                      <a:pt x="36" y="33"/>
                      <a:pt x="37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36" y="36"/>
                      <a:pt x="28" y="38"/>
                      <a:pt x="25" y="41"/>
                    </a:cubicBezTo>
                    <a:cubicBezTo>
                      <a:pt x="24" y="40"/>
                      <a:pt x="24" y="39"/>
                      <a:pt x="23" y="38"/>
                    </a:cubicBezTo>
                    <a:moveTo>
                      <a:pt x="30" y="46"/>
                    </a:moveTo>
                    <a:cubicBezTo>
                      <a:pt x="29" y="46"/>
                      <a:pt x="28" y="46"/>
                      <a:pt x="27" y="45"/>
                    </a:cubicBezTo>
                    <a:cubicBezTo>
                      <a:pt x="27" y="45"/>
                      <a:pt x="26" y="45"/>
                      <a:pt x="26" y="44"/>
                    </a:cubicBezTo>
                    <a:cubicBezTo>
                      <a:pt x="26" y="44"/>
                      <a:pt x="26" y="43"/>
                      <a:pt x="27" y="43"/>
                    </a:cubicBezTo>
                    <a:cubicBezTo>
                      <a:pt x="27" y="42"/>
                      <a:pt x="28" y="42"/>
                      <a:pt x="29" y="42"/>
                    </a:cubicBezTo>
                    <a:cubicBezTo>
                      <a:pt x="29" y="42"/>
                      <a:pt x="30" y="42"/>
                      <a:pt x="30" y="43"/>
                    </a:cubicBezTo>
                    <a:cubicBezTo>
                      <a:pt x="30" y="43"/>
                      <a:pt x="30" y="43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5"/>
                      <a:pt x="30" y="46"/>
                    </a:cubicBezTo>
                    <a:moveTo>
                      <a:pt x="33" y="46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0"/>
                      <a:pt x="33" y="40"/>
                      <a:pt x="34" y="40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4" y="46"/>
                      <a:pt x="33" y="46"/>
                      <a:pt x="33" y="46"/>
                    </a:cubicBezTo>
                    <a:moveTo>
                      <a:pt x="38" y="46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8" y="39"/>
                      <a:pt x="38" y="39"/>
                      <a:pt x="39" y="39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6"/>
                      <a:pt x="39" y="46"/>
                      <a:pt x="38" y="46"/>
                    </a:cubicBezTo>
                    <a:moveTo>
                      <a:pt x="42" y="46"/>
                    </a:move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38"/>
                      <a:pt x="43" y="38"/>
                      <a:pt x="43" y="38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2" y="46"/>
                      <a:pt x="42" y="46"/>
                    </a:cubicBezTo>
                    <a:moveTo>
                      <a:pt x="46" y="27"/>
                    </a:moveTo>
                    <a:cubicBezTo>
                      <a:pt x="45" y="24"/>
                      <a:pt x="45" y="24"/>
                      <a:pt x="45" y="24"/>
                    </a:cubicBezTo>
                    <a:cubicBezTo>
                      <a:pt x="55" y="22"/>
                      <a:pt x="63" y="23"/>
                      <a:pt x="68" y="24"/>
                    </a:cubicBezTo>
                    <a:cubicBezTo>
                      <a:pt x="67" y="25"/>
                      <a:pt x="67" y="26"/>
                      <a:pt x="67" y="27"/>
                    </a:cubicBezTo>
                    <a:cubicBezTo>
                      <a:pt x="65" y="26"/>
                      <a:pt x="62" y="26"/>
                      <a:pt x="61" y="26"/>
                    </a:cubicBezTo>
                    <a:cubicBezTo>
                      <a:pt x="60" y="26"/>
                      <a:pt x="59" y="27"/>
                      <a:pt x="59" y="28"/>
                    </a:cubicBezTo>
                    <a:cubicBezTo>
                      <a:pt x="59" y="29"/>
                      <a:pt x="60" y="30"/>
                      <a:pt x="61" y="30"/>
                    </a:cubicBezTo>
                    <a:cubicBezTo>
                      <a:pt x="64" y="30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3"/>
                      <a:pt x="66" y="34"/>
                      <a:pt x="66" y="36"/>
                    </a:cubicBezTo>
                    <a:cubicBezTo>
                      <a:pt x="62" y="34"/>
                      <a:pt x="53" y="34"/>
                      <a:pt x="47" y="35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0"/>
                      <a:pt x="53" y="29"/>
                      <a:pt x="53" y="28"/>
                    </a:cubicBezTo>
                    <a:cubicBezTo>
                      <a:pt x="53" y="27"/>
                      <a:pt x="52" y="26"/>
                      <a:pt x="51" y="26"/>
                    </a:cubicBezTo>
                    <a:lnTo>
                      <a:pt x="46" y="27"/>
                    </a:lnTo>
                    <a:close/>
                    <a:moveTo>
                      <a:pt x="46" y="37"/>
                    </a:moveTo>
                    <a:cubicBezTo>
                      <a:pt x="47" y="37"/>
                      <a:pt x="49" y="37"/>
                      <a:pt x="49" y="37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48" y="45"/>
                      <a:pt x="47" y="45"/>
                    </a:cubicBezTo>
                    <a:cubicBezTo>
                      <a:pt x="47" y="43"/>
                      <a:pt x="46" y="38"/>
                      <a:pt x="46" y="3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3" name="Freeform 34">
                <a:extLst>
                  <a:ext uri="{FF2B5EF4-FFF2-40B4-BE49-F238E27FC236}">
                    <a16:creationId xmlns:a16="http://schemas.microsoft.com/office/drawing/2014/main" id="{5B07EC96-5397-45B0-9E90-15D6834A4C1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97" y="7852"/>
                <a:ext cx="61" cy="36"/>
              </a:xfrm>
              <a:custGeom>
                <a:avLst/>
                <a:gdLst>
                  <a:gd name="T0" fmla="*/ 14 w 82"/>
                  <a:gd name="T1" fmla="*/ 38 h 49"/>
                  <a:gd name="T2" fmla="*/ 35 w 82"/>
                  <a:gd name="T3" fmla="*/ 48 h 49"/>
                  <a:gd name="T4" fmla="*/ 38 w 82"/>
                  <a:gd name="T5" fmla="*/ 48 h 49"/>
                  <a:gd name="T6" fmla="*/ 71 w 82"/>
                  <a:gd name="T7" fmla="*/ 24 h 49"/>
                  <a:gd name="T8" fmla="*/ 75 w 82"/>
                  <a:gd name="T9" fmla="*/ 11 h 49"/>
                  <a:gd name="T10" fmla="*/ 57 w 82"/>
                  <a:gd name="T11" fmla="*/ 15 h 49"/>
                  <a:gd name="T12" fmla="*/ 58 w 82"/>
                  <a:gd name="T13" fmla="*/ 22 h 49"/>
                  <a:gd name="T14" fmla="*/ 47 w 82"/>
                  <a:gd name="T15" fmla="*/ 20 h 49"/>
                  <a:gd name="T16" fmla="*/ 47 w 82"/>
                  <a:gd name="T17" fmla="*/ 8 h 49"/>
                  <a:gd name="T18" fmla="*/ 43 w 82"/>
                  <a:gd name="T19" fmla="*/ 0 h 49"/>
                  <a:gd name="T20" fmla="*/ 42 w 82"/>
                  <a:gd name="T21" fmla="*/ 0 h 49"/>
                  <a:gd name="T22" fmla="*/ 35 w 82"/>
                  <a:gd name="T23" fmla="*/ 6 h 49"/>
                  <a:gd name="T24" fmla="*/ 27 w 82"/>
                  <a:gd name="T25" fmla="*/ 19 h 49"/>
                  <a:gd name="T26" fmla="*/ 20 w 82"/>
                  <a:gd name="T27" fmla="*/ 16 h 49"/>
                  <a:gd name="T28" fmla="*/ 16 w 82"/>
                  <a:gd name="T29" fmla="*/ 7 h 49"/>
                  <a:gd name="T30" fmla="*/ 0 w 82"/>
                  <a:gd name="T31" fmla="*/ 3 h 49"/>
                  <a:gd name="T32" fmla="*/ 21 w 82"/>
                  <a:gd name="T33" fmla="*/ 39 h 49"/>
                  <a:gd name="T34" fmla="*/ 18 w 82"/>
                  <a:gd name="T35" fmla="*/ 40 h 49"/>
                  <a:gd name="T36" fmla="*/ 20 w 82"/>
                  <a:gd name="T37" fmla="*/ 37 h 49"/>
                  <a:gd name="T38" fmla="*/ 25 w 82"/>
                  <a:gd name="T39" fmla="*/ 43 h 49"/>
                  <a:gd name="T40" fmla="*/ 26 w 82"/>
                  <a:gd name="T41" fmla="*/ 36 h 49"/>
                  <a:gd name="T42" fmla="*/ 28 w 82"/>
                  <a:gd name="T43" fmla="*/ 43 h 49"/>
                  <a:gd name="T44" fmla="*/ 30 w 82"/>
                  <a:gd name="T45" fmla="*/ 44 h 49"/>
                  <a:gd name="T46" fmla="*/ 33 w 82"/>
                  <a:gd name="T47" fmla="*/ 37 h 49"/>
                  <a:gd name="T48" fmla="*/ 40 w 82"/>
                  <a:gd name="T49" fmla="*/ 45 h 49"/>
                  <a:gd name="T50" fmla="*/ 41 w 82"/>
                  <a:gd name="T51" fmla="*/ 38 h 49"/>
                  <a:gd name="T52" fmla="*/ 42 w 82"/>
                  <a:gd name="T53" fmla="*/ 46 h 49"/>
                  <a:gd name="T54" fmla="*/ 44 w 82"/>
                  <a:gd name="T55" fmla="*/ 46 h 49"/>
                  <a:gd name="T56" fmla="*/ 48 w 82"/>
                  <a:gd name="T57" fmla="*/ 40 h 49"/>
                  <a:gd name="T58" fmla="*/ 55 w 82"/>
                  <a:gd name="T59" fmla="*/ 45 h 49"/>
                  <a:gd name="T60" fmla="*/ 52 w 82"/>
                  <a:gd name="T61" fmla="*/ 43 h 49"/>
                  <a:gd name="T62" fmla="*/ 55 w 82"/>
                  <a:gd name="T63" fmla="*/ 42 h 49"/>
                  <a:gd name="T64" fmla="*/ 61 w 82"/>
                  <a:gd name="T65" fmla="*/ 17 h 49"/>
                  <a:gd name="T66" fmla="*/ 72 w 82"/>
                  <a:gd name="T67" fmla="*/ 15 h 49"/>
                  <a:gd name="T68" fmla="*/ 67 w 82"/>
                  <a:gd name="T69" fmla="*/ 21 h 49"/>
                  <a:gd name="T70" fmla="*/ 60 w 82"/>
                  <a:gd name="T71" fmla="*/ 18 h 49"/>
                  <a:gd name="T72" fmla="*/ 62 w 82"/>
                  <a:gd name="T73" fmla="*/ 31 h 49"/>
                  <a:gd name="T74" fmla="*/ 53 w 82"/>
                  <a:gd name="T75" fmla="*/ 32 h 49"/>
                  <a:gd name="T76" fmla="*/ 59 w 82"/>
                  <a:gd name="T77" fmla="*/ 36 h 49"/>
                  <a:gd name="T78" fmla="*/ 40 w 82"/>
                  <a:gd name="T79" fmla="*/ 35 h 49"/>
                  <a:gd name="T80" fmla="*/ 47 w 82"/>
                  <a:gd name="T81" fmla="*/ 30 h 49"/>
                  <a:gd name="T82" fmla="*/ 41 w 82"/>
                  <a:gd name="T83" fmla="*/ 24 h 49"/>
                  <a:gd name="T84" fmla="*/ 47 w 82"/>
                  <a:gd name="T85" fmla="*/ 10 h 49"/>
                  <a:gd name="T86" fmla="*/ 43 w 82"/>
                  <a:gd name="T87" fmla="*/ 13 h 49"/>
                  <a:gd name="T88" fmla="*/ 42 w 82"/>
                  <a:gd name="T89" fmla="*/ 2 h 49"/>
                  <a:gd name="T90" fmla="*/ 42 w 82"/>
                  <a:gd name="T91" fmla="*/ 9 h 49"/>
                  <a:gd name="T92" fmla="*/ 38 w 82"/>
                  <a:gd name="T93" fmla="*/ 7 h 49"/>
                  <a:gd name="T94" fmla="*/ 31 w 82"/>
                  <a:gd name="T95" fmla="*/ 12 h 49"/>
                  <a:gd name="T96" fmla="*/ 38 w 82"/>
                  <a:gd name="T97" fmla="*/ 11 h 49"/>
                  <a:gd name="T98" fmla="*/ 31 w 82"/>
                  <a:gd name="T99" fmla="*/ 12 h 49"/>
                  <a:gd name="T100" fmla="*/ 31 w 82"/>
                  <a:gd name="T101" fmla="*/ 26 h 49"/>
                  <a:gd name="T102" fmla="*/ 35 w 82"/>
                  <a:gd name="T103" fmla="*/ 31 h 49"/>
                  <a:gd name="T104" fmla="*/ 16 w 82"/>
                  <a:gd name="T105" fmla="*/ 31 h 49"/>
                  <a:gd name="T106" fmla="*/ 21 w 82"/>
                  <a:gd name="T107" fmla="*/ 30 h 49"/>
                  <a:gd name="T108" fmla="*/ 15 w 82"/>
                  <a:gd name="T109" fmla="*/ 27 h 49"/>
                  <a:gd name="T110" fmla="*/ 7 w 82"/>
                  <a:gd name="T111" fmla="*/ 4 h 49"/>
                  <a:gd name="T112" fmla="*/ 15 w 82"/>
                  <a:gd name="T113" fmla="*/ 10 h 49"/>
                  <a:gd name="T114" fmla="*/ 20 w 82"/>
                  <a:gd name="T115" fmla="*/ 12 h 49"/>
                  <a:gd name="T116" fmla="*/ 12 w 82"/>
                  <a:gd name="T117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49">
                    <a:moveTo>
                      <a:pt x="8" y="15"/>
                    </a:moveTo>
                    <a:cubicBezTo>
                      <a:pt x="10" y="19"/>
                      <a:pt x="12" y="26"/>
                      <a:pt x="13" y="28"/>
                    </a:cubicBezTo>
                    <a:cubicBezTo>
                      <a:pt x="13" y="29"/>
                      <a:pt x="14" y="38"/>
                      <a:pt x="14" y="38"/>
                    </a:cubicBezTo>
                    <a:cubicBezTo>
                      <a:pt x="14" y="43"/>
                      <a:pt x="25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6" y="49"/>
                      <a:pt x="58" y="49"/>
                      <a:pt x="59" y="45"/>
                    </a:cubicBezTo>
                    <a:cubicBezTo>
                      <a:pt x="59" y="44"/>
                      <a:pt x="63" y="36"/>
                      <a:pt x="63" y="36"/>
                    </a:cubicBezTo>
                    <a:cubicBezTo>
                      <a:pt x="64" y="33"/>
                      <a:pt x="68" y="27"/>
                      <a:pt x="71" y="24"/>
                    </a:cubicBezTo>
                    <a:cubicBezTo>
                      <a:pt x="75" y="20"/>
                      <a:pt x="80" y="17"/>
                      <a:pt x="81" y="17"/>
                    </a:cubicBezTo>
                    <a:cubicBezTo>
                      <a:pt x="82" y="17"/>
                      <a:pt x="82" y="16"/>
                      <a:pt x="82" y="15"/>
                    </a:cubicBezTo>
                    <a:cubicBezTo>
                      <a:pt x="82" y="13"/>
                      <a:pt x="77" y="11"/>
                      <a:pt x="75" y="11"/>
                    </a:cubicBezTo>
                    <a:cubicBezTo>
                      <a:pt x="74" y="11"/>
                      <a:pt x="72" y="11"/>
                      <a:pt x="70" y="12"/>
                    </a:cubicBezTo>
                    <a:cubicBezTo>
                      <a:pt x="69" y="12"/>
                      <a:pt x="66" y="14"/>
                      <a:pt x="66" y="14"/>
                    </a:cubicBezTo>
                    <a:cubicBezTo>
                      <a:pt x="63" y="14"/>
                      <a:pt x="58" y="12"/>
                      <a:pt x="57" y="15"/>
                    </a:cubicBezTo>
                    <a:cubicBezTo>
                      <a:pt x="56" y="17"/>
                      <a:pt x="57" y="19"/>
                      <a:pt x="58" y="20"/>
                    </a:cubicBezTo>
                    <a:cubicBezTo>
                      <a:pt x="59" y="20"/>
                      <a:pt x="59" y="21"/>
                      <a:pt x="59" y="22"/>
                    </a:cubicBezTo>
                    <a:cubicBezTo>
                      <a:pt x="59" y="22"/>
                      <a:pt x="59" y="22"/>
                      <a:pt x="58" y="22"/>
                    </a:cubicBezTo>
                    <a:cubicBezTo>
                      <a:pt x="56" y="23"/>
                      <a:pt x="53" y="24"/>
                      <a:pt x="53" y="24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8" y="22"/>
                      <a:pt x="49" y="23"/>
                      <a:pt x="47" y="20"/>
                    </a:cubicBezTo>
                    <a:cubicBezTo>
                      <a:pt x="50" y="20"/>
                      <a:pt x="52" y="18"/>
                      <a:pt x="53" y="15"/>
                    </a:cubicBezTo>
                    <a:cubicBezTo>
                      <a:pt x="53" y="11"/>
                      <a:pt x="51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4"/>
                      <a:pt x="46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6" y="2"/>
                      <a:pt x="36" y="5"/>
                    </a:cubicBezTo>
                    <a:cubicBezTo>
                      <a:pt x="35" y="5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2" y="5"/>
                      <a:pt x="29" y="8"/>
                      <a:pt x="28" y="11"/>
                    </a:cubicBezTo>
                    <a:cubicBezTo>
                      <a:pt x="28" y="14"/>
                      <a:pt x="29" y="17"/>
                      <a:pt x="32" y="18"/>
                    </a:cubicBezTo>
                    <a:cubicBezTo>
                      <a:pt x="30" y="20"/>
                      <a:pt x="30" y="19"/>
                      <a:pt x="27" y="19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3" y="19"/>
                      <a:pt x="21" y="17"/>
                    </a:cubicBezTo>
                    <a:cubicBezTo>
                      <a:pt x="20" y="17"/>
                      <a:pt x="20" y="16"/>
                      <a:pt x="20" y="16"/>
                    </a:cubicBezTo>
                    <a:cubicBezTo>
                      <a:pt x="20" y="16"/>
                      <a:pt x="21" y="15"/>
                      <a:pt x="21" y="15"/>
                    </a:cubicBezTo>
                    <a:cubicBezTo>
                      <a:pt x="22" y="14"/>
                      <a:pt x="24" y="12"/>
                      <a:pt x="24" y="11"/>
                    </a:cubicBezTo>
                    <a:cubicBezTo>
                      <a:pt x="24" y="7"/>
                      <a:pt x="18" y="8"/>
                      <a:pt x="16" y="7"/>
                    </a:cubicBezTo>
                    <a:cubicBezTo>
                      <a:pt x="16" y="7"/>
                      <a:pt x="13" y="4"/>
                      <a:pt x="12" y="3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6" y="1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5" y="11"/>
                      <a:pt x="8" y="15"/>
                    </a:cubicBezTo>
                    <a:moveTo>
                      <a:pt x="21" y="39"/>
                    </a:moveTo>
                    <a:cubicBezTo>
                      <a:pt x="21" y="39"/>
                      <a:pt x="21" y="39"/>
                      <a:pt x="21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19" y="41"/>
                      <a:pt x="18" y="40"/>
                      <a:pt x="18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1" y="37"/>
                      <a:pt x="21" y="38"/>
                      <a:pt x="21" y="38"/>
                    </a:cubicBezTo>
                    <a:cubicBezTo>
                      <a:pt x="21" y="38"/>
                      <a:pt x="21" y="39"/>
                      <a:pt x="21" y="39"/>
                    </a:cubicBezTo>
                    <a:moveTo>
                      <a:pt x="25" y="43"/>
                    </a:moveTo>
                    <a:cubicBezTo>
                      <a:pt x="24" y="42"/>
                      <a:pt x="23" y="42"/>
                      <a:pt x="23" y="4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6"/>
                      <a:pt x="26" y="36"/>
                    </a:cubicBezTo>
                    <a:lnTo>
                      <a:pt x="25" y="43"/>
                    </a:lnTo>
                    <a:close/>
                    <a:moveTo>
                      <a:pt x="30" y="44"/>
                    </a:moveTo>
                    <a:cubicBezTo>
                      <a:pt x="29" y="44"/>
                      <a:pt x="28" y="44"/>
                      <a:pt x="28" y="43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1" y="37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2" y="44"/>
                      <a:pt x="32" y="44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4" y="37"/>
                      <a:pt x="35" y="37"/>
                      <a:pt x="36" y="37"/>
                    </a:cubicBezTo>
                    <a:cubicBezTo>
                      <a:pt x="36" y="37"/>
                      <a:pt x="35" y="43"/>
                      <a:pt x="35" y="45"/>
                    </a:cubicBezTo>
                    <a:moveTo>
                      <a:pt x="40" y="45"/>
                    </a:moveTo>
                    <a:cubicBezTo>
                      <a:pt x="40" y="45"/>
                      <a:pt x="37" y="45"/>
                      <a:pt x="38" y="45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41" y="38"/>
                      <a:pt x="41" y="38"/>
                    </a:cubicBezTo>
                    <a:lnTo>
                      <a:pt x="40" y="45"/>
                    </a:lnTo>
                    <a:close/>
                    <a:moveTo>
                      <a:pt x="44" y="46"/>
                    </a:moveTo>
                    <a:cubicBezTo>
                      <a:pt x="43" y="46"/>
                      <a:pt x="43" y="46"/>
                      <a:pt x="42" y="46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9"/>
                      <a:pt x="44" y="39"/>
                      <a:pt x="45" y="39"/>
                    </a:cubicBezTo>
                    <a:lnTo>
                      <a:pt x="44" y="46"/>
                    </a:lnTo>
                    <a:close/>
                    <a:moveTo>
                      <a:pt x="49" y="46"/>
                    </a:moveTo>
                    <a:cubicBezTo>
                      <a:pt x="49" y="46"/>
                      <a:pt x="48" y="46"/>
                      <a:pt x="47" y="46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lnTo>
                      <a:pt x="49" y="46"/>
                    </a:lnTo>
                    <a:close/>
                    <a:moveTo>
                      <a:pt x="55" y="45"/>
                    </a:moveTo>
                    <a:cubicBezTo>
                      <a:pt x="54" y="46"/>
                      <a:pt x="53" y="46"/>
                      <a:pt x="53" y="46"/>
                    </a:cubicBezTo>
                    <a:cubicBezTo>
                      <a:pt x="52" y="45"/>
                      <a:pt x="52" y="45"/>
                      <a:pt x="52" y="44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1"/>
                    </a:cubicBezTo>
                    <a:cubicBezTo>
                      <a:pt x="54" y="41"/>
                      <a:pt x="55" y="42"/>
                      <a:pt x="55" y="42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5" y="45"/>
                      <a:pt x="55" y="45"/>
                    </a:cubicBezTo>
                    <a:moveTo>
                      <a:pt x="61" y="17"/>
                    </a:moveTo>
                    <a:cubicBezTo>
                      <a:pt x="62" y="17"/>
                      <a:pt x="64" y="17"/>
                      <a:pt x="65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9" y="17"/>
                      <a:pt x="71" y="16"/>
                      <a:pt x="72" y="15"/>
                    </a:cubicBezTo>
                    <a:cubicBezTo>
                      <a:pt x="73" y="15"/>
                      <a:pt x="74" y="14"/>
                      <a:pt x="75" y="14"/>
                    </a:cubicBezTo>
                    <a:cubicBezTo>
                      <a:pt x="76" y="14"/>
                      <a:pt x="78" y="15"/>
                      <a:pt x="79" y="15"/>
                    </a:cubicBezTo>
                    <a:cubicBezTo>
                      <a:pt x="74" y="16"/>
                      <a:pt x="70" y="22"/>
                      <a:pt x="67" y="21"/>
                    </a:cubicBezTo>
                    <a:cubicBezTo>
                      <a:pt x="65" y="20"/>
                      <a:pt x="66" y="24"/>
                      <a:pt x="65" y="25"/>
                    </a:cubicBezTo>
                    <a:cubicBezTo>
                      <a:pt x="63" y="27"/>
                      <a:pt x="60" y="26"/>
                      <a:pt x="62" y="22"/>
                    </a:cubicBezTo>
                    <a:cubicBezTo>
                      <a:pt x="62" y="21"/>
                      <a:pt x="61" y="19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1" y="17"/>
                    </a:cubicBezTo>
                    <a:moveTo>
                      <a:pt x="62" y="31"/>
                    </a:moveTo>
                    <a:cubicBezTo>
                      <a:pt x="62" y="32"/>
                      <a:pt x="61" y="33"/>
                      <a:pt x="61" y="33"/>
                    </a:cubicBezTo>
                    <a:cubicBezTo>
                      <a:pt x="59" y="32"/>
                      <a:pt x="57" y="31"/>
                      <a:pt x="56" y="31"/>
                    </a:cubicBezTo>
                    <a:cubicBezTo>
                      <a:pt x="54" y="30"/>
                      <a:pt x="53" y="31"/>
                      <a:pt x="53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7" y="36"/>
                      <a:pt x="59" y="37"/>
                      <a:pt x="59" y="37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9"/>
                      <a:pt x="58" y="40"/>
                      <a:pt x="57" y="41"/>
                    </a:cubicBezTo>
                    <a:cubicBezTo>
                      <a:pt x="54" y="38"/>
                      <a:pt x="46" y="36"/>
                      <a:pt x="40" y="35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2"/>
                      <a:pt x="47" y="32"/>
                      <a:pt x="47" y="30"/>
                    </a:cubicBezTo>
                    <a:cubicBezTo>
                      <a:pt x="47" y="29"/>
                      <a:pt x="47" y="28"/>
                      <a:pt x="45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50" y="25"/>
                      <a:pt x="59" y="28"/>
                      <a:pt x="62" y="31"/>
                    </a:cubicBezTo>
                    <a:moveTo>
                      <a:pt x="46" y="10"/>
                    </a:moveTo>
                    <a:cubicBezTo>
                      <a:pt x="46" y="10"/>
                      <a:pt x="47" y="10"/>
                      <a:pt x="47" y="10"/>
                    </a:cubicBezTo>
                    <a:cubicBezTo>
                      <a:pt x="49" y="11"/>
                      <a:pt x="50" y="12"/>
                      <a:pt x="50" y="14"/>
                    </a:cubicBezTo>
                    <a:cubicBezTo>
                      <a:pt x="50" y="16"/>
                      <a:pt x="48" y="18"/>
                      <a:pt x="46" y="17"/>
                    </a:cubicBezTo>
                    <a:cubicBezTo>
                      <a:pt x="44" y="17"/>
                      <a:pt x="43" y="15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1"/>
                      <a:pt x="45" y="11"/>
                      <a:pt x="46" y="10"/>
                    </a:cubicBezTo>
                    <a:moveTo>
                      <a:pt x="42" y="2"/>
                    </a:moveTo>
                    <a:cubicBezTo>
                      <a:pt x="44" y="3"/>
                      <a:pt x="45" y="5"/>
                      <a:pt x="45" y="6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9"/>
                      <a:pt x="40" y="9"/>
                      <a:pt x="40" y="9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4"/>
                      <a:pt x="40" y="2"/>
                      <a:pt x="42" y="2"/>
                    </a:cubicBezTo>
                    <a:moveTo>
                      <a:pt x="31" y="12"/>
                    </a:moveTo>
                    <a:cubicBezTo>
                      <a:pt x="31" y="10"/>
                      <a:pt x="33" y="8"/>
                      <a:pt x="35" y="9"/>
                    </a:cubicBezTo>
                    <a:cubicBezTo>
                      <a:pt x="35" y="9"/>
                      <a:pt x="36" y="9"/>
                      <a:pt x="36" y="9"/>
                    </a:cubicBezTo>
                    <a:cubicBezTo>
                      <a:pt x="37" y="10"/>
                      <a:pt x="37" y="10"/>
                      <a:pt x="38" y="11"/>
                    </a:cubicBezTo>
                    <a:cubicBezTo>
                      <a:pt x="38" y="11"/>
                      <a:pt x="38" y="12"/>
                      <a:pt x="38" y="13"/>
                    </a:cubicBezTo>
                    <a:cubicBezTo>
                      <a:pt x="38" y="15"/>
                      <a:pt x="36" y="16"/>
                      <a:pt x="34" y="16"/>
                    </a:cubicBezTo>
                    <a:cubicBezTo>
                      <a:pt x="32" y="15"/>
                      <a:pt x="31" y="14"/>
                      <a:pt x="31" y="12"/>
                    </a:cubicBezTo>
                    <a:moveTo>
                      <a:pt x="37" y="23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29" y="27"/>
                      <a:pt x="29" y="28"/>
                    </a:cubicBezTo>
                    <a:cubicBezTo>
                      <a:pt x="29" y="29"/>
                      <a:pt x="30" y="30"/>
                      <a:pt x="31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4"/>
                      <a:pt x="20" y="33"/>
                      <a:pt x="16" y="35"/>
                    </a:cubicBezTo>
                    <a:cubicBezTo>
                      <a:pt x="16" y="34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8" y="30"/>
                      <a:pt x="21" y="30"/>
                    </a:cubicBezTo>
                    <a:cubicBezTo>
                      <a:pt x="22" y="30"/>
                      <a:pt x="23" y="29"/>
                      <a:pt x="23" y="28"/>
                    </a:cubicBezTo>
                    <a:cubicBezTo>
                      <a:pt x="23" y="26"/>
                      <a:pt x="22" y="26"/>
                      <a:pt x="21" y="26"/>
                    </a:cubicBezTo>
                    <a:cubicBezTo>
                      <a:pt x="20" y="26"/>
                      <a:pt x="17" y="26"/>
                      <a:pt x="15" y="27"/>
                    </a:cubicBezTo>
                    <a:cubicBezTo>
                      <a:pt x="15" y="26"/>
                      <a:pt x="15" y="25"/>
                      <a:pt x="14" y="24"/>
                    </a:cubicBezTo>
                    <a:cubicBezTo>
                      <a:pt x="19" y="22"/>
                      <a:pt x="27" y="22"/>
                      <a:pt x="37" y="23"/>
                    </a:cubicBezTo>
                    <a:moveTo>
                      <a:pt x="7" y="4"/>
                    </a:move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0"/>
                      <a:pt x="19" y="11"/>
                      <a:pt x="20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17" y="14"/>
                      <a:pt x="18" y="16"/>
                    </a:cubicBezTo>
                    <a:cubicBezTo>
                      <a:pt x="18" y="20"/>
                      <a:pt x="15" y="20"/>
                      <a:pt x="14" y="18"/>
                    </a:cubicBezTo>
                    <a:cubicBezTo>
                      <a:pt x="13" y="17"/>
                      <a:pt x="15" y="12"/>
                      <a:pt x="12" y="13"/>
                    </a:cubicBezTo>
                    <a:cubicBezTo>
                      <a:pt x="9" y="13"/>
                      <a:pt x="7" y="7"/>
                      <a:pt x="3" y="4"/>
                    </a:cubicBezTo>
                    <a:cubicBezTo>
                      <a:pt x="4" y="4"/>
                      <a:pt x="6" y="4"/>
                      <a:pt x="7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4" name="Freeform 35">
                <a:extLst>
                  <a:ext uri="{FF2B5EF4-FFF2-40B4-BE49-F238E27FC236}">
                    <a16:creationId xmlns:a16="http://schemas.microsoft.com/office/drawing/2014/main" id="{1152D09E-988D-445B-BA03-FAA308BEDC9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0" y="7683"/>
                <a:ext cx="66" cy="52"/>
              </a:xfrm>
              <a:custGeom>
                <a:avLst/>
                <a:gdLst>
                  <a:gd name="T0" fmla="*/ 19 w 89"/>
                  <a:gd name="T1" fmla="*/ 62 h 69"/>
                  <a:gd name="T2" fmla="*/ 88 w 89"/>
                  <a:gd name="T3" fmla="*/ 3 h 69"/>
                  <a:gd name="T4" fmla="*/ 87 w 89"/>
                  <a:gd name="T5" fmla="*/ 1 h 69"/>
                  <a:gd name="T6" fmla="*/ 17 w 89"/>
                  <a:gd name="T7" fmla="*/ 57 h 69"/>
                  <a:gd name="T8" fmla="*/ 14 w 89"/>
                  <a:gd name="T9" fmla="*/ 52 h 69"/>
                  <a:gd name="T10" fmla="*/ 78 w 89"/>
                  <a:gd name="T11" fmla="*/ 6 h 69"/>
                  <a:gd name="T12" fmla="*/ 78 w 89"/>
                  <a:gd name="T13" fmla="*/ 5 h 69"/>
                  <a:gd name="T14" fmla="*/ 12 w 89"/>
                  <a:gd name="T15" fmla="*/ 49 h 69"/>
                  <a:gd name="T16" fmla="*/ 19 w 89"/>
                  <a:gd name="T17" fmla="*/ 6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19" y="62"/>
                    </a:moveTo>
                    <a:cubicBezTo>
                      <a:pt x="24" y="57"/>
                      <a:pt x="85" y="5"/>
                      <a:pt x="88" y="3"/>
                    </a:cubicBezTo>
                    <a:cubicBezTo>
                      <a:pt x="89" y="1"/>
                      <a:pt x="88" y="0"/>
                      <a:pt x="87" y="1"/>
                    </a:cubicBezTo>
                    <a:cubicBezTo>
                      <a:pt x="84" y="3"/>
                      <a:pt x="19" y="56"/>
                      <a:pt x="17" y="57"/>
                    </a:cubicBezTo>
                    <a:cubicBezTo>
                      <a:pt x="14" y="60"/>
                      <a:pt x="10" y="56"/>
                      <a:pt x="14" y="52"/>
                    </a:cubicBezTo>
                    <a:cubicBezTo>
                      <a:pt x="20" y="48"/>
                      <a:pt x="78" y="5"/>
                      <a:pt x="78" y="6"/>
                    </a:cubicBezTo>
                    <a:cubicBezTo>
                      <a:pt x="77" y="7"/>
                      <a:pt x="78" y="5"/>
                      <a:pt x="78" y="5"/>
                    </a:cubicBezTo>
                    <a:cubicBezTo>
                      <a:pt x="77" y="6"/>
                      <a:pt x="24" y="41"/>
                      <a:pt x="12" y="49"/>
                    </a:cubicBezTo>
                    <a:cubicBezTo>
                      <a:pt x="0" y="58"/>
                      <a:pt x="10" y="69"/>
                      <a:pt x="19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5" name="Freeform 36">
                <a:extLst>
                  <a:ext uri="{FF2B5EF4-FFF2-40B4-BE49-F238E27FC236}">
                    <a16:creationId xmlns:a16="http://schemas.microsoft.com/office/drawing/2014/main" id="{5AE37A0E-5AE1-4C8D-B9F6-1034D057C7E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7" y="7662"/>
                <a:ext cx="62" cy="38"/>
              </a:xfrm>
              <a:custGeom>
                <a:avLst/>
                <a:gdLst>
                  <a:gd name="T0" fmla="*/ 72 w 83"/>
                  <a:gd name="T1" fmla="*/ 4 h 50"/>
                  <a:gd name="T2" fmla="*/ 12 w 83"/>
                  <a:gd name="T3" fmla="*/ 33 h 50"/>
                  <a:gd name="T4" fmla="*/ 16 w 83"/>
                  <a:gd name="T5" fmla="*/ 45 h 50"/>
                  <a:gd name="T6" fmla="*/ 81 w 83"/>
                  <a:gd name="T7" fmla="*/ 2 h 50"/>
                  <a:gd name="T8" fmla="*/ 81 w 83"/>
                  <a:gd name="T9" fmla="*/ 1 h 50"/>
                  <a:gd name="T10" fmla="*/ 15 w 83"/>
                  <a:gd name="T11" fmla="*/ 41 h 50"/>
                  <a:gd name="T12" fmla="*/ 13 w 83"/>
                  <a:gd name="T13" fmla="*/ 36 h 50"/>
                  <a:gd name="T14" fmla="*/ 72 w 83"/>
                  <a:gd name="T15" fmla="*/ 4 h 50"/>
                  <a:gd name="T16" fmla="*/ 72 w 83"/>
                  <a:gd name="T1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50">
                    <a:moveTo>
                      <a:pt x="72" y="4"/>
                    </a:moveTo>
                    <a:cubicBezTo>
                      <a:pt x="72" y="4"/>
                      <a:pt x="22" y="28"/>
                      <a:pt x="12" y="33"/>
                    </a:cubicBezTo>
                    <a:cubicBezTo>
                      <a:pt x="0" y="39"/>
                      <a:pt x="7" y="50"/>
                      <a:pt x="16" y="45"/>
                    </a:cubicBezTo>
                    <a:cubicBezTo>
                      <a:pt x="20" y="42"/>
                      <a:pt x="79" y="4"/>
                      <a:pt x="81" y="2"/>
                    </a:cubicBezTo>
                    <a:cubicBezTo>
                      <a:pt x="83" y="2"/>
                      <a:pt x="82" y="0"/>
                      <a:pt x="81" y="1"/>
                    </a:cubicBezTo>
                    <a:cubicBezTo>
                      <a:pt x="78" y="2"/>
                      <a:pt x="17" y="40"/>
                      <a:pt x="15" y="41"/>
                    </a:cubicBezTo>
                    <a:cubicBezTo>
                      <a:pt x="11" y="43"/>
                      <a:pt x="9" y="39"/>
                      <a:pt x="13" y="36"/>
                    </a:cubicBezTo>
                    <a:cubicBezTo>
                      <a:pt x="18" y="34"/>
                      <a:pt x="73" y="4"/>
                      <a:pt x="72" y="4"/>
                    </a:cubicBezTo>
                    <a:cubicBezTo>
                      <a:pt x="72" y="5"/>
                      <a:pt x="73" y="3"/>
                      <a:pt x="7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6" name="Freeform 37">
                <a:extLst>
                  <a:ext uri="{FF2B5EF4-FFF2-40B4-BE49-F238E27FC236}">
                    <a16:creationId xmlns:a16="http://schemas.microsoft.com/office/drawing/2014/main" id="{EFB1C1B1-DE6C-490F-8E38-C6B2F428E7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78" y="7643"/>
                <a:ext cx="50" cy="19"/>
              </a:xfrm>
              <a:custGeom>
                <a:avLst/>
                <a:gdLst>
                  <a:gd name="T0" fmla="*/ 14 w 68"/>
                  <a:gd name="T1" fmla="*/ 22 h 26"/>
                  <a:gd name="T2" fmla="*/ 67 w 68"/>
                  <a:gd name="T3" fmla="*/ 2 h 26"/>
                  <a:gd name="T4" fmla="*/ 66 w 68"/>
                  <a:gd name="T5" fmla="*/ 1 h 26"/>
                  <a:gd name="T6" fmla="*/ 14 w 68"/>
                  <a:gd name="T7" fmla="*/ 18 h 26"/>
                  <a:gd name="T8" fmla="*/ 14 w 68"/>
                  <a:gd name="T9" fmla="*/ 13 h 26"/>
                  <a:gd name="T10" fmla="*/ 57 w 68"/>
                  <a:gd name="T11" fmla="*/ 2 h 26"/>
                  <a:gd name="T12" fmla="*/ 58 w 68"/>
                  <a:gd name="T13" fmla="*/ 1 h 26"/>
                  <a:gd name="T14" fmla="*/ 13 w 68"/>
                  <a:gd name="T15" fmla="*/ 10 h 26"/>
                  <a:gd name="T16" fmla="*/ 14 w 68"/>
                  <a:gd name="T17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6">
                    <a:moveTo>
                      <a:pt x="14" y="22"/>
                    </a:moveTo>
                    <a:cubicBezTo>
                      <a:pt x="20" y="20"/>
                      <a:pt x="64" y="3"/>
                      <a:pt x="67" y="2"/>
                    </a:cubicBezTo>
                    <a:cubicBezTo>
                      <a:pt x="68" y="2"/>
                      <a:pt x="68" y="0"/>
                      <a:pt x="66" y="1"/>
                    </a:cubicBezTo>
                    <a:cubicBezTo>
                      <a:pt x="64" y="2"/>
                      <a:pt x="17" y="18"/>
                      <a:pt x="14" y="18"/>
                    </a:cubicBezTo>
                    <a:cubicBezTo>
                      <a:pt x="11" y="19"/>
                      <a:pt x="9" y="15"/>
                      <a:pt x="14" y="13"/>
                    </a:cubicBezTo>
                    <a:cubicBezTo>
                      <a:pt x="19" y="12"/>
                      <a:pt x="55" y="3"/>
                      <a:pt x="57" y="2"/>
                    </a:cubicBezTo>
                    <a:cubicBezTo>
                      <a:pt x="57" y="2"/>
                      <a:pt x="58" y="1"/>
                      <a:pt x="58" y="1"/>
                    </a:cubicBezTo>
                    <a:cubicBezTo>
                      <a:pt x="57" y="1"/>
                      <a:pt x="24" y="7"/>
                      <a:pt x="13" y="10"/>
                    </a:cubicBezTo>
                    <a:cubicBezTo>
                      <a:pt x="0" y="13"/>
                      <a:pt x="5" y="26"/>
                      <a:pt x="14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7" name="Freeform 38">
                <a:extLst>
                  <a:ext uri="{FF2B5EF4-FFF2-40B4-BE49-F238E27FC236}">
                    <a16:creationId xmlns:a16="http://schemas.microsoft.com/office/drawing/2014/main" id="{F13CDE90-6883-4DB2-9C13-EF2593333F8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56" y="7687"/>
                <a:ext cx="19" cy="38"/>
              </a:xfrm>
              <a:custGeom>
                <a:avLst/>
                <a:gdLst>
                  <a:gd name="T0" fmla="*/ 10 w 26"/>
                  <a:gd name="T1" fmla="*/ 45 h 51"/>
                  <a:gd name="T2" fmla="*/ 26 w 26"/>
                  <a:gd name="T3" fmla="*/ 1 h 51"/>
                  <a:gd name="T4" fmla="*/ 25 w 26"/>
                  <a:gd name="T5" fmla="*/ 1 h 51"/>
                  <a:gd name="T6" fmla="*/ 8 w 26"/>
                  <a:gd name="T7" fmla="*/ 43 h 51"/>
                  <a:gd name="T8" fmla="*/ 6 w 26"/>
                  <a:gd name="T9" fmla="*/ 42 h 51"/>
                  <a:gd name="T10" fmla="*/ 22 w 26"/>
                  <a:gd name="T11" fmla="*/ 6 h 51"/>
                  <a:gd name="T12" fmla="*/ 22 w 26"/>
                  <a:gd name="T13" fmla="*/ 6 h 51"/>
                  <a:gd name="T14" fmla="*/ 4 w 26"/>
                  <a:gd name="T15" fmla="*/ 41 h 51"/>
                  <a:gd name="T16" fmla="*/ 10 w 26"/>
                  <a:gd name="T17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10" y="45"/>
                    </a:moveTo>
                    <a:cubicBezTo>
                      <a:pt x="11" y="41"/>
                      <a:pt x="25" y="3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4" y="3"/>
                      <a:pt x="9" y="42"/>
                      <a:pt x="8" y="43"/>
                    </a:cubicBezTo>
                    <a:cubicBezTo>
                      <a:pt x="8" y="46"/>
                      <a:pt x="4" y="45"/>
                      <a:pt x="6" y="42"/>
                    </a:cubicBezTo>
                    <a:cubicBezTo>
                      <a:pt x="7" y="38"/>
                      <a:pt x="21" y="8"/>
                      <a:pt x="22" y="6"/>
                    </a:cubicBezTo>
                    <a:cubicBezTo>
                      <a:pt x="22" y="6"/>
                      <a:pt x="22" y="5"/>
                      <a:pt x="22" y="6"/>
                    </a:cubicBezTo>
                    <a:cubicBezTo>
                      <a:pt x="22" y="6"/>
                      <a:pt x="7" y="34"/>
                      <a:pt x="4" y="41"/>
                    </a:cubicBezTo>
                    <a:cubicBezTo>
                      <a:pt x="0" y="49"/>
                      <a:pt x="8" y="51"/>
                      <a:pt x="10" y="4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8" name="Freeform 39">
                <a:extLst>
                  <a:ext uri="{FF2B5EF4-FFF2-40B4-BE49-F238E27FC236}">
                    <a16:creationId xmlns:a16="http://schemas.microsoft.com/office/drawing/2014/main" id="{68AFC5F2-0668-44B7-B408-800640D4810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2" y="7692"/>
                <a:ext cx="21" cy="37"/>
              </a:xfrm>
              <a:custGeom>
                <a:avLst/>
                <a:gdLst>
                  <a:gd name="T0" fmla="*/ 10 w 28"/>
                  <a:gd name="T1" fmla="*/ 44 h 50"/>
                  <a:gd name="T2" fmla="*/ 28 w 28"/>
                  <a:gd name="T3" fmla="*/ 2 h 50"/>
                  <a:gd name="T4" fmla="*/ 27 w 28"/>
                  <a:gd name="T5" fmla="*/ 1 h 50"/>
                  <a:gd name="T6" fmla="*/ 8 w 28"/>
                  <a:gd name="T7" fmla="*/ 42 h 50"/>
                  <a:gd name="T8" fmla="*/ 5 w 28"/>
                  <a:gd name="T9" fmla="*/ 41 h 50"/>
                  <a:gd name="T10" fmla="*/ 24 w 28"/>
                  <a:gd name="T11" fmla="*/ 6 h 50"/>
                  <a:gd name="T12" fmla="*/ 24 w 28"/>
                  <a:gd name="T13" fmla="*/ 6 h 50"/>
                  <a:gd name="T14" fmla="*/ 3 w 28"/>
                  <a:gd name="T15" fmla="*/ 40 h 50"/>
                  <a:gd name="T16" fmla="*/ 10 w 28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10" y="44"/>
                    </a:moveTo>
                    <a:cubicBezTo>
                      <a:pt x="11" y="41"/>
                      <a:pt x="27" y="3"/>
                      <a:pt x="28" y="2"/>
                    </a:cubicBezTo>
                    <a:cubicBezTo>
                      <a:pt x="28" y="1"/>
                      <a:pt x="27" y="0"/>
                      <a:pt x="27" y="1"/>
                    </a:cubicBezTo>
                    <a:cubicBezTo>
                      <a:pt x="26" y="3"/>
                      <a:pt x="9" y="41"/>
                      <a:pt x="8" y="42"/>
                    </a:cubicBezTo>
                    <a:cubicBezTo>
                      <a:pt x="7" y="45"/>
                      <a:pt x="4" y="44"/>
                      <a:pt x="5" y="41"/>
                    </a:cubicBezTo>
                    <a:cubicBezTo>
                      <a:pt x="7" y="37"/>
                      <a:pt x="23" y="7"/>
                      <a:pt x="24" y="6"/>
                    </a:cubicBezTo>
                    <a:cubicBezTo>
                      <a:pt x="24" y="6"/>
                      <a:pt x="24" y="5"/>
                      <a:pt x="24" y="6"/>
                    </a:cubicBezTo>
                    <a:cubicBezTo>
                      <a:pt x="23" y="6"/>
                      <a:pt x="7" y="33"/>
                      <a:pt x="3" y="40"/>
                    </a:cubicBezTo>
                    <a:cubicBezTo>
                      <a:pt x="0" y="47"/>
                      <a:pt x="8" y="50"/>
                      <a:pt x="10" y="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19" name="Freeform 40">
                <a:extLst>
                  <a:ext uri="{FF2B5EF4-FFF2-40B4-BE49-F238E27FC236}">
                    <a16:creationId xmlns:a16="http://schemas.microsoft.com/office/drawing/2014/main" id="{508E8C7F-2F25-4F2B-B58B-B915054B3E0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1" y="7693"/>
                <a:ext cx="21" cy="38"/>
              </a:xfrm>
              <a:custGeom>
                <a:avLst/>
                <a:gdLst>
                  <a:gd name="T0" fmla="*/ 24 w 28"/>
                  <a:gd name="T1" fmla="*/ 40 h 51"/>
                  <a:gd name="T2" fmla="*/ 4 w 28"/>
                  <a:gd name="T3" fmla="*/ 6 h 51"/>
                  <a:gd name="T4" fmla="*/ 4 w 28"/>
                  <a:gd name="T5" fmla="*/ 6 h 51"/>
                  <a:gd name="T6" fmla="*/ 22 w 28"/>
                  <a:gd name="T7" fmla="*/ 41 h 51"/>
                  <a:gd name="T8" fmla="*/ 20 w 28"/>
                  <a:gd name="T9" fmla="*/ 43 h 51"/>
                  <a:gd name="T10" fmla="*/ 1 w 28"/>
                  <a:gd name="T11" fmla="*/ 1 h 51"/>
                  <a:gd name="T12" fmla="*/ 0 w 28"/>
                  <a:gd name="T13" fmla="*/ 2 h 51"/>
                  <a:gd name="T14" fmla="*/ 18 w 28"/>
                  <a:gd name="T15" fmla="*/ 44 h 51"/>
                  <a:gd name="T16" fmla="*/ 24 w 28"/>
                  <a:gd name="T17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24" y="40"/>
                    </a:moveTo>
                    <a:cubicBezTo>
                      <a:pt x="21" y="33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8"/>
                      <a:pt x="21" y="38"/>
                      <a:pt x="22" y="41"/>
                    </a:cubicBezTo>
                    <a:cubicBezTo>
                      <a:pt x="24" y="44"/>
                      <a:pt x="21" y="45"/>
                      <a:pt x="20" y="43"/>
                    </a:cubicBezTo>
                    <a:cubicBezTo>
                      <a:pt x="19" y="41"/>
                      <a:pt x="2" y="3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4"/>
                      <a:pt x="17" y="41"/>
                      <a:pt x="18" y="44"/>
                    </a:cubicBezTo>
                    <a:cubicBezTo>
                      <a:pt x="20" y="51"/>
                      <a:pt x="28" y="48"/>
                      <a:pt x="24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0" name="Freeform 41">
                <a:extLst>
                  <a:ext uri="{FF2B5EF4-FFF2-40B4-BE49-F238E27FC236}">
                    <a16:creationId xmlns:a16="http://schemas.microsoft.com/office/drawing/2014/main" id="{9D9388D6-45C5-4066-907C-9CC7006A248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4" y="7688"/>
                <a:ext cx="17" cy="25"/>
              </a:xfrm>
              <a:custGeom>
                <a:avLst/>
                <a:gdLst>
                  <a:gd name="T0" fmla="*/ 19 w 23"/>
                  <a:gd name="T1" fmla="*/ 4 h 33"/>
                  <a:gd name="T2" fmla="*/ 19 w 23"/>
                  <a:gd name="T3" fmla="*/ 4 h 33"/>
                  <a:gd name="T4" fmla="*/ 3 w 23"/>
                  <a:gd name="T5" fmla="*/ 26 h 33"/>
                  <a:gd name="T6" fmla="*/ 8 w 23"/>
                  <a:gd name="T7" fmla="*/ 29 h 33"/>
                  <a:gd name="T8" fmla="*/ 22 w 23"/>
                  <a:gd name="T9" fmla="*/ 1 h 33"/>
                  <a:gd name="T10" fmla="*/ 22 w 23"/>
                  <a:gd name="T11" fmla="*/ 1 h 33"/>
                  <a:gd name="T12" fmla="*/ 7 w 23"/>
                  <a:gd name="T13" fmla="*/ 28 h 33"/>
                  <a:gd name="T14" fmla="*/ 5 w 23"/>
                  <a:gd name="T15" fmla="*/ 27 h 33"/>
                  <a:gd name="T16" fmla="*/ 19 w 23"/>
                  <a:gd name="T1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3">
                    <a:moveTo>
                      <a:pt x="19" y="4"/>
                    </a:move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6" y="22"/>
                      <a:pt x="3" y="26"/>
                    </a:cubicBezTo>
                    <a:cubicBezTo>
                      <a:pt x="0" y="31"/>
                      <a:pt x="7" y="33"/>
                      <a:pt x="8" y="29"/>
                    </a:cubicBezTo>
                    <a:cubicBezTo>
                      <a:pt x="9" y="27"/>
                      <a:pt x="22" y="2"/>
                      <a:pt x="22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1" y="2"/>
                      <a:pt x="7" y="27"/>
                      <a:pt x="7" y="28"/>
                    </a:cubicBezTo>
                    <a:cubicBezTo>
                      <a:pt x="6" y="29"/>
                      <a:pt x="4" y="29"/>
                      <a:pt x="5" y="27"/>
                    </a:cubicBezTo>
                    <a:cubicBezTo>
                      <a:pt x="6" y="25"/>
                      <a:pt x="19" y="4"/>
                      <a:pt x="19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1" name="Freeform 42">
                <a:extLst>
                  <a:ext uri="{FF2B5EF4-FFF2-40B4-BE49-F238E27FC236}">
                    <a16:creationId xmlns:a16="http://schemas.microsoft.com/office/drawing/2014/main" id="{A8B6A866-441B-4B71-B5E7-4F239E03D77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0" y="7690"/>
                <a:ext cx="18" cy="17"/>
              </a:xfrm>
              <a:custGeom>
                <a:avLst/>
                <a:gdLst>
                  <a:gd name="T0" fmla="*/ 22 w 23"/>
                  <a:gd name="T1" fmla="*/ 1 h 23"/>
                  <a:gd name="T2" fmla="*/ 22 w 23"/>
                  <a:gd name="T3" fmla="*/ 1 h 23"/>
                  <a:gd name="T4" fmla="*/ 9 w 23"/>
                  <a:gd name="T5" fmla="*/ 16 h 23"/>
                  <a:gd name="T6" fmla="*/ 7 w 23"/>
                  <a:gd name="T7" fmla="*/ 13 h 23"/>
                  <a:gd name="T8" fmla="*/ 17 w 23"/>
                  <a:gd name="T9" fmla="*/ 4 h 23"/>
                  <a:gd name="T10" fmla="*/ 17 w 23"/>
                  <a:gd name="T11" fmla="*/ 4 h 23"/>
                  <a:gd name="T12" fmla="*/ 6 w 23"/>
                  <a:gd name="T13" fmla="*/ 12 h 23"/>
                  <a:gd name="T14" fmla="*/ 10 w 23"/>
                  <a:gd name="T15" fmla="*/ 18 h 23"/>
                  <a:gd name="T16" fmla="*/ 22 w 23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1"/>
                    </a:moveTo>
                    <a:cubicBezTo>
                      <a:pt x="23" y="1"/>
                      <a:pt x="22" y="0"/>
                      <a:pt x="22" y="1"/>
                    </a:cubicBezTo>
                    <a:cubicBezTo>
                      <a:pt x="21" y="2"/>
                      <a:pt x="10" y="15"/>
                      <a:pt x="9" y="16"/>
                    </a:cubicBezTo>
                    <a:cubicBezTo>
                      <a:pt x="7" y="18"/>
                      <a:pt x="5" y="16"/>
                      <a:pt x="7" y="13"/>
                    </a:cubicBezTo>
                    <a:cubicBezTo>
                      <a:pt x="9" y="11"/>
                      <a:pt x="17" y="5"/>
                      <a:pt x="17" y="4"/>
                    </a:cubicBezTo>
                    <a:cubicBezTo>
                      <a:pt x="17" y="4"/>
                      <a:pt x="18" y="4"/>
                      <a:pt x="17" y="4"/>
                    </a:cubicBezTo>
                    <a:cubicBezTo>
                      <a:pt x="17" y="4"/>
                      <a:pt x="11" y="6"/>
                      <a:pt x="6" y="12"/>
                    </a:cubicBezTo>
                    <a:cubicBezTo>
                      <a:pt x="0" y="18"/>
                      <a:pt x="6" y="23"/>
                      <a:pt x="10" y="18"/>
                    </a:cubicBezTo>
                    <a:cubicBezTo>
                      <a:pt x="13" y="15"/>
                      <a:pt x="21" y="3"/>
                      <a:pt x="2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2" name="Freeform 43">
                <a:extLst>
                  <a:ext uri="{FF2B5EF4-FFF2-40B4-BE49-F238E27FC236}">
                    <a16:creationId xmlns:a16="http://schemas.microsoft.com/office/drawing/2014/main" id="{F2B77014-6C1E-4CFB-A272-3128614227C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26"/>
                <a:ext cx="27" cy="8"/>
              </a:xfrm>
              <a:custGeom>
                <a:avLst/>
                <a:gdLst>
                  <a:gd name="T0" fmla="*/ 29 w 37"/>
                  <a:gd name="T1" fmla="*/ 5 h 11"/>
                  <a:gd name="T2" fmla="*/ 11 w 37"/>
                  <a:gd name="T3" fmla="*/ 1 h 11"/>
                  <a:gd name="T4" fmla="*/ 9 w 37"/>
                  <a:gd name="T5" fmla="*/ 11 h 11"/>
                  <a:gd name="T6" fmla="*/ 36 w 37"/>
                  <a:gd name="T7" fmla="*/ 8 h 11"/>
                  <a:gd name="T8" fmla="*/ 36 w 37"/>
                  <a:gd name="T9" fmla="*/ 7 h 11"/>
                  <a:gd name="T10" fmla="*/ 10 w 37"/>
                  <a:gd name="T11" fmla="*/ 8 h 11"/>
                  <a:gd name="T12" fmla="*/ 11 w 37"/>
                  <a:gd name="T13" fmla="*/ 3 h 11"/>
                  <a:gd name="T14" fmla="*/ 28 w 37"/>
                  <a:gd name="T15" fmla="*/ 6 h 11"/>
                  <a:gd name="T16" fmla="*/ 29 w 37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9" y="5"/>
                    </a:moveTo>
                    <a:cubicBezTo>
                      <a:pt x="28" y="5"/>
                      <a:pt x="21" y="1"/>
                      <a:pt x="11" y="1"/>
                    </a:cubicBezTo>
                    <a:cubicBezTo>
                      <a:pt x="0" y="0"/>
                      <a:pt x="1" y="11"/>
                      <a:pt x="9" y="11"/>
                    </a:cubicBezTo>
                    <a:cubicBezTo>
                      <a:pt x="14" y="10"/>
                      <a:pt x="34" y="9"/>
                      <a:pt x="36" y="8"/>
                    </a:cubicBezTo>
                    <a:cubicBezTo>
                      <a:pt x="37" y="8"/>
                      <a:pt x="37" y="7"/>
                      <a:pt x="36" y="7"/>
                    </a:cubicBezTo>
                    <a:cubicBezTo>
                      <a:pt x="34" y="7"/>
                      <a:pt x="12" y="8"/>
                      <a:pt x="10" y="8"/>
                    </a:cubicBezTo>
                    <a:cubicBezTo>
                      <a:pt x="7" y="7"/>
                      <a:pt x="7" y="3"/>
                      <a:pt x="11" y="3"/>
                    </a:cubicBezTo>
                    <a:cubicBezTo>
                      <a:pt x="16" y="4"/>
                      <a:pt x="28" y="6"/>
                      <a:pt x="28" y="6"/>
                    </a:cubicBezTo>
                    <a:cubicBezTo>
                      <a:pt x="29" y="6"/>
                      <a:pt x="29" y="5"/>
                      <a:pt x="29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3" name="Freeform 44">
                <a:extLst>
                  <a:ext uri="{FF2B5EF4-FFF2-40B4-BE49-F238E27FC236}">
                    <a16:creationId xmlns:a16="http://schemas.microsoft.com/office/drawing/2014/main" id="{7FD34078-877F-4C2C-9449-8DEA5346404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12"/>
                <a:ext cx="27" cy="10"/>
              </a:xfrm>
              <a:custGeom>
                <a:avLst/>
                <a:gdLst>
                  <a:gd name="T0" fmla="*/ 9 w 37"/>
                  <a:gd name="T1" fmla="*/ 11 h 13"/>
                  <a:gd name="T2" fmla="*/ 36 w 37"/>
                  <a:gd name="T3" fmla="*/ 13 h 13"/>
                  <a:gd name="T4" fmla="*/ 36 w 37"/>
                  <a:gd name="T5" fmla="*/ 11 h 13"/>
                  <a:gd name="T6" fmla="*/ 11 w 37"/>
                  <a:gd name="T7" fmla="*/ 8 h 13"/>
                  <a:gd name="T8" fmla="*/ 12 w 37"/>
                  <a:gd name="T9" fmla="*/ 4 h 13"/>
                  <a:gd name="T10" fmla="*/ 29 w 37"/>
                  <a:gd name="T11" fmla="*/ 9 h 13"/>
                  <a:gd name="T12" fmla="*/ 29 w 37"/>
                  <a:gd name="T13" fmla="*/ 9 h 13"/>
                  <a:gd name="T14" fmla="*/ 12 w 37"/>
                  <a:gd name="T15" fmla="*/ 2 h 13"/>
                  <a:gd name="T16" fmla="*/ 9 w 37"/>
                  <a:gd name="T1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9" y="11"/>
                    </a:moveTo>
                    <a:cubicBezTo>
                      <a:pt x="14" y="12"/>
                      <a:pt x="33" y="12"/>
                      <a:pt x="36" y="13"/>
                    </a:cubicBezTo>
                    <a:cubicBezTo>
                      <a:pt x="37" y="13"/>
                      <a:pt x="37" y="11"/>
                      <a:pt x="36" y="11"/>
                    </a:cubicBezTo>
                    <a:cubicBezTo>
                      <a:pt x="34" y="11"/>
                      <a:pt x="12" y="9"/>
                      <a:pt x="11" y="8"/>
                    </a:cubicBezTo>
                    <a:cubicBezTo>
                      <a:pt x="7" y="8"/>
                      <a:pt x="8" y="4"/>
                      <a:pt x="12" y="4"/>
                    </a:cubicBezTo>
                    <a:cubicBezTo>
                      <a:pt x="16" y="5"/>
                      <a:pt x="28" y="9"/>
                      <a:pt x="29" y="9"/>
                    </a:cubicBezTo>
                    <a:cubicBezTo>
                      <a:pt x="29" y="9"/>
                      <a:pt x="30" y="9"/>
                      <a:pt x="29" y="9"/>
                    </a:cubicBezTo>
                    <a:cubicBezTo>
                      <a:pt x="28" y="8"/>
                      <a:pt x="22" y="4"/>
                      <a:pt x="12" y="2"/>
                    </a:cubicBezTo>
                    <a:cubicBezTo>
                      <a:pt x="1" y="0"/>
                      <a:pt x="0" y="11"/>
                      <a:pt x="9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4" name="Freeform 45">
                <a:extLst>
                  <a:ext uri="{FF2B5EF4-FFF2-40B4-BE49-F238E27FC236}">
                    <a16:creationId xmlns:a16="http://schemas.microsoft.com/office/drawing/2014/main" id="{8C2CAE03-F6D9-474F-8A6D-DE7D3CCFC43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3" y="7599"/>
                <a:ext cx="21" cy="13"/>
              </a:xfrm>
              <a:custGeom>
                <a:avLst/>
                <a:gdLst>
                  <a:gd name="T0" fmla="*/ 14 w 27"/>
                  <a:gd name="T1" fmla="*/ 5 h 18"/>
                  <a:gd name="T2" fmla="*/ 7 w 27"/>
                  <a:gd name="T3" fmla="*/ 11 h 18"/>
                  <a:gd name="T4" fmla="*/ 25 w 27"/>
                  <a:gd name="T5" fmla="*/ 18 h 18"/>
                  <a:gd name="T6" fmla="*/ 26 w 27"/>
                  <a:gd name="T7" fmla="*/ 17 h 18"/>
                  <a:gd name="T8" fmla="*/ 10 w 27"/>
                  <a:gd name="T9" fmla="*/ 10 h 18"/>
                  <a:gd name="T10" fmla="*/ 12 w 27"/>
                  <a:gd name="T11" fmla="*/ 7 h 18"/>
                  <a:gd name="T12" fmla="*/ 20 w 27"/>
                  <a:gd name="T13" fmla="*/ 13 h 18"/>
                  <a:gd name="T14" fmla="*/ 21 w 27"/>
                  <a:gd name="T15" fmla="*/ 13 h 18"/>
                  <a:gd name="T16" fmla="*/ 14 w 27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14" y="5"/>
                    </a:moveTo>
                    <a:cubicBezTo>
                      <a:pt x="5" y="0"/>
                      <a:pt x="0" y="8"/>
                      <a:pt x="7" y="11"/>
                    </a:cubicBezTo>
                    <a:cubicBezTo>
                      <a:pt x="11" y="13"/>
                      <a:pt x="23" y="17"/>
                      <a:pt x="25" y="18"/>
                    </a:cubicBezTo>
                    <a:cubicBezTo>
                      <a:pt x="26" y="18"/>
                      <a:pt x="27" y="17"/>
                      <a:pt x="26" y="17"/>
                    </a:cubicBezTo>
                    <a:cubicBezTo>
                      <a:pt x="24" y="16"/>
                      <a:pt x="11" y="10"/>
                      <a:pt x="10" y="10"/>
                    </a:cubicBezTo>
                    <a:cubicBezTo>
                      <a:pt x="7" y="8"/>
                      <a:pt x="9" y="5"/>
                      <a:pt x="12" y="7"/>
                    </a:cubicBezTo>
                    <a:cubicBezTo>
                      <a:pt x="16" y="9"/>
                      <a:pt x="21" y="13"/>
                      <a:pt x="20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2" y="10"/>
                      <a:pt x="14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5" name="Freeform 46">
                <a:extLst>
                  <a:ext uri="{FF2B5EF4-FFF2-40B4-BE49-F238E27FC236}">
                    <a16:creationId xmlns:a16="http://schemas.microsoft.com/office/drawing/2014/main" id="{1443D61C-F192-4D4F-8E9C-AAB246C9F0F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6" y="7586"/>
                <a:ext cx="24" cy="20"/>
              </a:xfrm>
              <a:custGeom>
                <a:avLst/>
                <a:gdLst>
                  <a:gd name="T0" fmla="*/ 26 w 32"/>
                  <a:gd name="T1" fmla="*/ 19 h 26"/>
                  <a:gd name="T2" fmla="*/ 13 w 32"/>
                  <a:gd name="T3" fmla="*/ 7 h 26"/>
                  <a:gd name="T4" fmla="*/ 7 w 32"/>
                  <a:gd name="T5" fmla="*/ 14 h 26"/>
                  <a:gd name="T6" fmla="*/ 30 w 32"/>
                  <a:gd name="T7" fmla="*/ 26 h 26"/>
                  <a:gd name="T8" fmla="*/ 31 w 32"/>
                  <a:gd name="T9" fmla="*/ 25 h 26"/>
                  <a:gd name="T10" fmla="*/ 9 w 32"/>
                  <a:gd name="T11" fmla="*/ 12 h 26"/>
                  <a:gd name="T12" fmla="*/ 11 w 32"/>
                  <a:gd name="T13" fmla="*/ 9 h 26"/>
                  <a:gd name="T14" fmla="*/ 26 w 32"/>
                  <a:gd name="T15" fmla="*/ 19 h 26"/>
                  <a:gd name="T16" fmla="*/ 26 w 32"/>
                  <a:gd name="T17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6">
                    <a:moveTo>
                      <a:pt x="26" y="19"/>
                    </a:moveTo>
                    <a:cubicBezTo>
                      <a:pt x="26" y="19"/>
                      <a:pt x="20" y="13"/>
                      <a:pt x="13" y="7"/>
                    </a:cubicBezTo>
                    <a:cubicBezTo>
                      <a:pt x="5" y="0"/>
                      <a:pt x="0" y="10"/>
                      <a:pt x="7" y="14"/>
                    </a:cubicBezTo>
                    <a:cubicBezTo>
                      <a:pt x="10" y="17"/>
                      <a:pt x="28" y="25"/>
                      <a:pt x="30" y="26"/>
                    </a:cubicBezTo>
                    <a:cubicBezTo>
                      <a:pt x="31" y="26"/>
                      <a:pt x="32" y="25"/>
                      <a:pt x="31" y="25"/>
                    </a:cubicBezTo>
                    <a:cubicBezTo>
                      <a:pt x="29" y="23"/>
                      <a:pt x="10" y="13"/>
                      <a:pt x="9" y="12"/>
                    </a:cubicBezTo>
                    <a:cubicBezTo>
                      <a:pt x="7" y="10"/>
                      <a:pt x="8" y="7"/>
                      <a:pt x="11" y="9"/>
                    </a:cubicBezTo>
                    <a:cubicBezTo>
                      <a:pt x="15" y="12"/>
                      <a:pt x="26" y="20"/>
                      <a:pt x="26" y="19"/>
                    </a:cubicBezTo>
                    <a:cubicBezTo>
                      <a:pt x="25" y="19"/>
                      <a:pt x="27" y="20"/>
                      <a:pt x="26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6" name="Freeform 47">
                <a:extLst>
                  <a:ext uri="{FF2B5EF4-FFF2-40B4-BE49-F238E27FC236}">
                    <a16:creationId xmlns:a16="http://schemas.microsoft.com/office/drawing/2014/main" id="{F8F7F247-4BFF-449B-8325-3F500C749C3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2" y="7582"/>
                <a:ext cx="13" cy="15"/>
              </a:xfrm>
              <a:custGeom>
                <a:avLst/>
                <a:gdLst>
                  <a:gd name="T0" fmla="*/ 17 w 18"/>
                  <a:gd name="T1" fmla="*/ 20 h 20"/>
                  <a:gd name="T2" fmla="*/ 17 w 18"/>
                  <a:gd name="T3" fmla="*/ 19 h 20"/>
                  <a:gd name="T4" fmla="*/ 5 w 18"/>
                  <a:gd name="T5" fmla="*/ 8 h 20"/>
                  <a:gd name="T6" fmla="*/ 7 w 18"/>
                  <a:gd name="T7" fmla="*/ 6 h 20"/>
                  <a:gd name="T8" fmla="*/ 15 w 18"/>
                  <a:gd name="T9" fmla="*/ 15 h 20"/>
                  <a:gd name="T10" fmla="*/ 15 w 18"/>
                  <a:gd name="T11" fmla="*/ 15 h 20"/>
                  <a:gd name="T12" fmla="*/ 8 w 18"/>
                  <a:gd name="T13" fmla="*/ 5 h 20"/>
                  <a:gd name="T14" fmla="*/ 3 w 18"/>
                  <a:gd name="T15" fmla="*/ 9 h 20"/>
                  <a:gd name="T16" fmla="*/ 17 w 18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7" y="20"/>
                    </a:moveTo>
                    <a:cubicBezTo>
                      <a:pt x="17" y="20"/>
                      <a:pt x="18" y="20"/>
                      <a:pt x="17" y="19"/>
                    </a:cubicBezTo>
                    <a:cubicBezTo>
                      <a:pt x="17" y="18"/>
                      <a:pt x="6" y="9"/>
                      <a:pt x="5" y="8"/>
                    </a:cubicBezTo>
                    <a:cubicBezTo>
                      <a:pt x="4" y="7"/>
                      <a:pt x="5" y="4"/>
                      <a:pt x="7" y="6"/>
                    </a:cubicBezTo>
                    <a:cubicBezTo>
                      <a:pt x="9" y="9"/>
                      <a:pt x="15" y="15"/>
                      <a:pt x="15" y="15"/>
                    </a:cubicBezTo>
                    <a:cubicBezTo>
                      <a:pt x="15" y="15"/>
                      <a:pt x="16" y="15"/>
                      <a:pt x="15" y="15"/>
                    </a:cubicBezTo>
                    <a:cubicBezTo>
                      <a:pt x="15" y="14"/>
                      <a:pt x="12" y="10"/>
                      <a:pt x="8" y="5"/>
                    </a:cubicBezTo>
                    <a:cubicBezTo>
                      <a:pt x="4" y="0"/>
                      <a:pt x="0" y="6"/>
                      <a:pt x="3" y="9"/>
                    </a:cubicBezTo>
                    <a:cubicBezTo>
                      <a:pt x="5" y="11"/>
                      <a:pt x="16" y="19"/>
                      <a:pt x="17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7" name="Freeform 48">
                <a:extLst>
                  <a:ext uri="{FF2B5EF4-FFF2-40B4-BE49-F238E27FC236}">
                    <a16:creationId xmlns:a16="http://schemas.microsoft.com/office/drawing/2014/main" id="{04712281-E045-40D9-81F8-282DD946E09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83" y="7580"/>
                <a:ext cx="6" cy="14"/>
              </a:xfrm>
              <a:custGeom>
                <a:avLst/>
                <a:gdLst>
                  <a:gd name="T0" fmla="*/ 5 w 8"/>
                  <a:gd name="T1" fmla="*/ 14 h 19"/>
                  <a:gd name="T2" fmla="*/ 7 w 8"/>
                  <a:gd name="T3" fmla="*/ 6 h 19"/>
                  <a:gd name="T4" fmla="*/ 0 w 8"/>
                  <a:gd name="T5" fmla="*/ 6 h 19"/>
                  <a:gd name="T6" fmla="*/ 3 w 8"/>
                  <a:gd name="T7" fmla="*/ 18 h 19"/>
                  <a:gd name="T8" fmla="*/ 3 w 8"/>
                  <a:gd name="T9" fmla="*/ 18 h 19"/>
                  <a:gd name="T10" fmla="*/ 2 w 8"/>
                  <a:gd name="T11" fmla="*/ 6 h 19"/>
                  <a:gd name="T12" fmla="*/ 5 w 8"/>
                  <a:gd name="T13" fmla="*/ 6 h 19"/>
                  <a:gd name="T14" fmla="*/ 5 w 8"/>
                  <a:gd name="T15" fmla="*/ 13 h 19"/>
                  <a:gd name="T16" fmla="*/ 5 w 8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5" y="14"/>
                    </a:moveTo>
                    <a:cubicBezTo>
                      <a:pt x="5" y="13"/>
                      <a:pt x="6" y="12"/>
                      <a:pt x="7" y="6"/>
                    </a:cubicBezTo>
                    <a:cubicBezTo>
                      <a:pt x="8" y="0"/>
                      <a:pt x="1" y="1"/>
                      <a:pt x="0" y="6"/>
                    </a:cubicBezTo>
                    <a:cubicBezTo>
                      <a:pt x="0" y="9"/>
                      <a:pt x="3" y="17"/>
                      <a:pt x="3" y="18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4" y="17"/>
                      <a:pt x="2" y="7"/>
                      <a:pt x="2" y="6"/>
                    </a:cubicBezTo>
                    <a:cubicBezTo>
                      <a:pt x="3" y="4"/>
                      <a:pt x="5" y="4"/>
                      <a:pt x="5" y="6"/>
                    </a:cubicBezTo>
                    <a:cubicBezTo>
                      <a:pt x="5" y="9"/>
                      <a:pt x="5" y="14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8" name="Freeform 49">
                <a:extLst>
                  <a:ext uri="{FF2B5EF4-FFF2-40B4-BE49-F238E27FC236}">
                    <a16:creationId xmlns:a16="http://schemas.microsoft.com/office/drawing/2014/main" id="{667F083D-2346-4FE2-99CA-C5CA4059340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0" y="7666"/>
                <a:ext cx="19" cy="15"/>
              </a:xfrm>
              <a:custGeom>
                <a:avLst/>
                <a:gdLst>
                  <a:gd name="T0" fmla="*/ 11 w 26"/>
                  <a:gd name="T1" fmla="*/ 16 h 20"/>
                  <a:gd name="T2" fmla="*/ 26 w 26"/>
                  <a:gd name="T3" fmla="*/ 2 h 20"/>
                  <a:gd name="T4" fmla="*/ 25 w 26"/>
                  <a:gd name="T5" fmla="*/ 1 h 20"/>
                  <a:gd name="T6" fmla="*/ 10 w 26"/>
                  <a:gd name="T7" fmla="*/ 14 h 20"/>
                  <a:gd name="T8" fmla="*/ 8 w 26"/>
                  <a:gd name="T9" fmla="*/ 11 h 20"/>
                  <a:gd name="T10" fmla="*/ 20 w 26"/>
                  <a:gd name="T11" fmla="*/ 4 h 20"/>
                  <a:gd name="T12" fmla="*/ 20 w 26"/>
                  <a:gd name="T13" fmla="*/ 3 h 20"/>
                  <a:gd name="T14" fmla="*/ 7 w 26"/>
                  <a:gd name="T15" fmla="*/ 9 h 20"/>
                  <a:gd name="T16" fmla="*/ 11 w 26"/>
                  <a:gd name="T1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1" y="16"/>
                    </a:moveTo>
                    <a:cubicBezTo>
                      <a:pt x="14" y="13"/>
                      <a:pt x="24" y="3"/>
                      <a:pt x="26" y="2"/>
                    </a:cubicBezTo>
                    <a:cubicBezTo>
                      <a:pt x="26" y="1"/>
                      <a:pt x="26" y="0"/>
                      <a:pt x="25" y="1"/>
                    </a:cubicBezTo>
                    <a:cubicBezTo>
                      <a:pt x="24" y="2"/>
                      <a:pt x="11" y="13"/>
                      <a:pt x="10" y="14"/>
                    </a:cubicBezTo>
                    <a:cubicBezTo>
                      <a:pt x="8" y="15"/>
                      <a:pt x="6" y="13"/>
                      <a:pt x="8" y="11"/>
                    </a:cubicBezTo>
                    <a:cubicBezTo>
                      <a:pt x="11" y="9"/>
                      <a:pt x="21" y="3"/>
                      <a:pt x="20" y="4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3"/>
                      <a:pt x="13" y="4"/>
                      <a:pt x="7" y="9"/>
                    </a:cubicBezTo>
                    <a:cubicBezTo>
                      <a:pt x="0" y="14"/>
                      <a:pt x="6" y="20"/>
                      <a:pt x="11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29" name="Freeform 50">
                <a:extLst>
                  <a:ext uri="{FF2B5EF4-FFF2-40B4-BE49-F238E27FC236}">
                    <a16:creationId xmlns:a16="http://schemas.microsoft.com/office/drawing/2014/main" id="{0A23816C-CF5D-4AD5-B104-F46F21CE4A7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5" y="7723"/>
                <a:ext cx="12" cy="18"/>
              </a:xfrm>
              <a:custGeom>
                <a:avLst/>
                <a:gdLst>
                  <a:gd name="T0" fmla="*/ 4 w 16"/>
                  <a:gd name="T1" fmla="*/ 13 h 25"/>
                  <a:gd name="T2" fmla="*/ 8 w 16"/>
                  <a:gd name="T3" fmla="*/ 19 h 25"/>
                  <a:gd name="T4" fmla="*/ 16 w 16"/>
                  <a:gd name="T5" fmla="*/ 1 h 25"/>
                  <a:gd name="T6" fmla="*/ 15 w 16"/>
                  <a:gd name="T7" fmla="*/ 0 h 25"/>
                  <a:gd name="T8" fmla="*/ 7 w 16"/>
                  <a:gd name="T9" fmla="*/ 17 h 25"/>
                  <a:gd name="T10" fmla="*/ 6 w 16"/>
                  <a:gd name="T11" fmla="*/ 15 h 25"/>
                  <a:gd name="T12" fmla="*/ 12 w 16"/>
                  <a:gd name="T13" fmla="*/ 5 h 25"/>
                  <a:gd name="T14" fmla="*/ 12 w 16"/>
                  <a:gd name="T15" fmla="*/ 4 h 25"/>
                  <a:gd name="T16" fmla="*/ 4 w 16"/>
                  <a:gd name="T17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13"/>
                    </a:moveTo>
                    <a:cubicBezTo>
                      <a:pt x="0" y="20"/>
                      <a:pt x="6" y="25"/>
                      <a:pt x="8" y="19"/>
                    </a:cubicBezTo>
                    <a:cubicBezTo>
                      <a:pt x="10" y="16"/>
                      <a:pt x="15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2"/>
                      <a:pt x="8" y="16"/>
                      <a:pt x="7" y="17"/>
                    </a:cubicBezTo>
                    <a:cubicBezTo>
                      <a:pt x="6" y="19"/>
                      <a:pt x="4" y="17"/>
                      <a:pt x="6" y="15"/>
                    </a:cubicBezTo>
                    <a:cubicBezTo>
                      <a:pt x="7" y="12"/>
                      <a:pt x="12" y="5"/>
                      <a:pt x="12" y="5"/>
                    </a:cubicBezTo>
                    <a:cubicBezTo>
                      <a:pt x="12" y="5"/>
                      <a:pt x="13" y="4"/>
                      <a:pt x="12" y="4"/>
                    </a:cubicBezTo>
                    <a:cubicBezTo>
                      <a:pt x="12" y="5"/>
                      <a:pt x="8" y="7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0" name="Freeform 51">
                <a:extLst>
                  <a:ext uri="{FF2B5EF4-FFF2-40B4-BE49-F238E27FC236}">
                    <a16:creationId xmlns:a16="http://schemas.microsoft.com/office/drawing/2014/main" id="{BC085AC7-3EAC-4D3C-91F8-E325483CC3B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45" y="7647"/>
                <a:ext cx="100" cy="51"/>
              </a:xfrm>
              <a:custGeom>
                <a:avLst/>
                <a:gdLst>
                  <a:gd name="T0" fmla="*/ 18 w 135"/>
                  <a:gd name="T1" fmla="*/ 64 h 69"/>
                  <a:gd name="T2" fmla="*/ 134 w 135"/>
                  <a:gd name="T3" fmla="*/ 3 h 69"/>
                  <a:gd name="T4" fmla="*/ 133 w 135"/>
                  <a:gd name="T5" fmla="*/ 1 h 69"/>
                  <a:gd name="T6" fmla="*/ 18 w 135"/>
                  <a:gd name="T7" fmla="*/ 59 h 69"/>
                  <a:gd name="T8" fmla="*/ 16 w 135"/>
                  <a:gd name="T9" fmla="*/ 54 h 69"/>
                  <a:gd name="T10" fmla="*/ 123 w 135"/>
                  <a:gd name="T11" fmla="*/ 4 h 69"/>
                  <a:gd name="T12" fmla="*/ 123 w 135"/>
                  <a:gd name="T13" fmla="*/ 4 h 69"/>
                  <a:gd name="T14" fmla="*/ 14 w 135"/>
                  <a:gd name="T15" fmla="*/ 50 h 69"/>
                  <a:gd name="T16" fmla="*/ 18 w 135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8" y="64"/>
                    </a:moveTo>
                    <a:cubicBezTo>
                      <a:pt x="24" y="60"/>
                      <a:pt x="131" y="5"/>
                      <a:pt x="134" y="3"/>
                    </a:cubicBezTo>
                    <a:cubicBezTo>
                      <a:pt x="135" y="2"/>
                      <a:pt x="135" y="0"/>
                      <a:pt x="133" y="1"/>
                    </a:cubicBezTo>
                    <a:cubicBezTo>
                      <a:pt x="130" y="3"/>
                      <a:pt x="20" y="58"/>
                      <a:pt x="18" y="59"/>
                    </a:cubicBezTo>
                    <a:cubicBezTo>
                      <a:pt x="13" y="61"/>
                      <a:pt x="11" y="56"/>
                      <a:pt x="16" y="54"/>
                    </a:cubicBezTo>
                    <a:cubicBezTo>
                      <a:pt x="22" y="51"/>
                      <a:pt x="124" y="4"/>
                      <a:pt x="123" y="4"/>
                    </a:cubicBezTo>
                    <a:cubicBezTo>
                      <a:pt x="122" y="5"/>
                      <a:pt x="124" y="3"/>
                      <a:pt x="123" y="4"/>
                    </a:cubicBezTo>
                    <a:cubicBezTo>
                      <a:pt x="122" y="4"/>
                      <a:pt x="27" y="45"/>
                      <a:pt x="14" y="50"/>
                    </a:cubicBezTo>
                    <a:cubicBezTo>
                      <a:pt x="0" y="56"/>
                      <a:pt x="7" y="69"/>
                      <a:pt x="18" y="6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1" name="Freeform 52">
                <a:extLst>
                  <a:ext uri="{FF2B5EF4-FFF2-40B4-BE49-F238E27FC236}">
                    <a16:creationId xmlns:a16="http://schemas.microsoft.com/office/drawing/2014/main" id="{7C718AD1-B51C-46B8-BD35-4B49CED0869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8" y="7679"/>
                <a:ext cx="101" cy="112"/>
              </a:xfrm>
              <a:custGeom>
                <a:avLst/>
                <a:gdLst>
                  <a:gd name="T0" fmla="*/ 19 w 135"/>
                  <a:gd name="T1" fmla="*/ 141 h 150"/>
                  <a:gd name="T2" fmla="*/ 51 w 135"/>
                  <a:gd name="T3" fmla="*/ 103 h 150"/>
                  <a:gd name="T4" fmla="*/ 64 w 135"/>
                  <a:gd name="T5" fmla="*/ 104 h 150"/>
                  <a:gd name="T6" fmla="*/ 132 w 135"/>
                  <a:gd name="T7" fmla="*/ 10 h 150"/>
                  <a:gd name="T8" fmla="*/ 131 w 135"/>
                  <a:gd name="T9" fmla="*/ 9 h 150"/>
                  <a:gd name="T10" fmla="*/ 61 w 135"/>
                  <a:gd name="T11" fmla="*/ 100 h 150"/>
                  <a:gd name="T12" fmla="*/ 57 w 135"/>
                  <a:gd name="T13" fmla="*/ 96 h 150"/>
                  <a:gd name="T14" fmla="*/ 115 w 135"/>
                  <a:gd name="T15" fmla="*/ 27 h 150"/>
                  <a:gd name="T16" fmla="*/ 134 w 135"/>
                  <a:gd name="T17" fmla="*/ 3 h 150"/>
                  <a:gd name="T18" fmla="*/ 133 w 135"/>
                  <a:gd name="T19" fmla="*/ 2 h 150"/>
                  <a:gd name="T20" fmla="*/ 17 w 135"/>
                  <a:gd name="T21" fmla="*/ 137 h 150"/>
                  <a:gd name="T22" fmla="*/ 13 w 135"/>
                  <a:gd name="T23" fmla="*/ 132 h 150"/>
                  <a:gd name="T24" fmla="*/ 125 w 135"/>
                  <a:gd name="T25" fmla="*/ 8 h 150"/>
                  <a:gd name="T26" fmla="*/ 125 w 135"/>
                  <a:gd name="T27" fmla="*/ 8 h 150"/>
                  <a:gd name="T28" fmla="*/ 10 w 135"/>
                  <a:gd name="T29" fmla="*/ 129 h 150"/>
                  <a:gd name="T30" fmla="*/ 19 w 135"/>
                  <a:gd name="T31" fmla="*/ 14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9" y="141"/>
                    </a:moveTo>
                    <a:cubicBezTo>
                      <a:pt x="21" y="139"/>
                      <a:pt x="34" y="123"/>
                      <a:pt x="51" y="103"/>
                    </a:cubicBezTo>
                    <a:cubicBezTo>
                      <a:pt x="51" y="109"/>
                      <a:pt x="59" y="111"/>
                      <a:pt x="64" y="104"/>
                    </a:cubicBezTo>
                    <a:cubicBezTo>
                      <a:pt x="67" y="99"/>
                      <a:pt x="130" y="13"/>
                      <a:pt x="132" y="10"/>
                    </a:cubicBezTo>
                    <a:cubicBezTo>
                      <a:pt x="133" y="9"/>
                      <a:pt x="132" y="7"/>
                      <a:pt x="131" y="9"/>
                    </a:cubicBezTo>
                    <a:cubicBezTo>
                      <a:pt x="129" y="11"/>
                      <a:pt x="63" y="98"/>
                      <a:pt x="61" y="100"/>
                    </a:cubicBezTo>
                    <a:cubicBezTo>
                      <a:pt x="58" y="104"/>
                      <a:pt x="54" y="101"/>
                      <a:pt x="57" y="96"/>
                    </a:cubicBezTo>
                    <a:cubicBezTo>
                      <a:pt x="60" y="92"/>
                      <a:pt x="97" y="47"/>
                      <a:pt x="115" y="27"/>
                    </a:cubicBezTo>
                    <a:cubicBezTo>
                      <a:pt x="126" y="13"/>
                      <a:pt x="134" y="4"/>
                      <a:pt x="134" y="3"/>
                    </a:cubicBezTo>
                    <a:cubicBezTo>
                      <a:pt x="135" y="2"/>
                      <a:pt x="134" y="0"/>
                      <a:pt x="133" y="2"/>
                    </a:cubicBezTo>
                    <a:cubicBezTo>
                      <a:pt x="131" y="4"/>
                      <a:pt x="19" y="135"/>
                      <a:pt x="17" y="137"/>
                    </a:cubicBezTo>
                    <a:cubicBezTo>
                      <a:pt x="14" y="140"/>
                      <a:pt x="9" y="137"/>
                      <a:pt x="13" y="132"/>
                    </a:cubicBezTo>
                    <a:cubicBezTo>
                      <a:pt x="17" y="127"/>
                      <a:pt x="126" y="8"/>
                      <a:pt x="125" y="8"/>
                    </a:cubicBezTo>
                    <a:cubicBezTo>
                      <a:pt x="125" y="9"/>
                      <a:pt x="126" y="7"/>
                      <a:pt x="125" y="8"/>
                    </a:cubicBezTo>
                    <a:cubicBezTo>
                      <a:pt x="124" y="8"/>
                      <a:pt x="20" y="119"/>
                      <a:pt x="10" y="129"/>
                    </a:cubicBezTo>
                    <a:cubicBezTo>
                      <a:pt x="0" y="141"/>
                      <a:pt x="12" y="150"/>
                      <a:pt x="19" y="1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2" name="Freeform 53">
                <a:extLst>
                  <a:ext uri="{FF2B5EF4-FFF2-40B4-BE49-F238E27FC236}">
                    <a16:creationId xmlns:a16="http://schemas.microsoft.com/office/drawing/2014/main" id="{9D5C6295-FDCC-471F-B6BC-38344ACDBC7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1" y="7682"/>
                <a:ext cx="66" cy="51"/>
              </a:xfrm>
              <a:custGeom>
                <a:avLst/>
                <a:gdLst>
                  <a:gd name="T0" fmla="*/ 70 w 89"/>
                  <a:gd name="T1" fmla="*/ 61 h 69"/>
                  <a:gd name="T2" fmla="*/ 77 w 89"/>
                  <a:gd name="T3" fmla="*/ 49 h 69"/>
                  <a:gd name="T4" fmla="*/ 12 w 89"/>
                  <a:gd name="T5" fmla="*/ 5 h 69"/>
                  <a:gd name="T6" fmla="*/ 12 w 89"/>
                  <a:gd name="T7" fmla="*/ 6 h 69"/>
                  <a:gd name="T8" fmla="*/ 75 w 89"/>
                  <a:gd name="T9" fmla="*/ 52 h 69"/>
                  <a:gd name="T10" fmla="*/ 72 w 89"/>
                  <a:gd name="T11" fmla="*/ 57 h 69"/>
                  <a:gd name="T12" fmla="*/ 3 w 89"/>
                  <a:gd name="T13" fmla="*/ 1 h 69"/>
                  <a:gd name="T14" fmla="*/ 1 w 89"/>
                  <a:gd name="T15" fmla="*/ 2 h 69"/>
                  <a:gd name="T16" fmla="*/ 70 w 89"/>
                  <a:gd name="T17" fmla="*/ 6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70" y="61"/>
                    </a:moveTo>
                    <a:cubicBezTo>
                      <a:pt x="80" y="69"/>
                      <a:pt x="89" y="57"/>
                      <a:pt x="77" y="49"/>
                    </a:cubicBezTo>
                    <a:cubicBezTo>
                      <a:pt x="66" y="41"/>
                      <a:pt x="13" y="5"/>
                      <a:pt x="12" y="5"/>
                    </a:cubicBezTo>
                    <a:cubicBezTo>
                      <a:pt x="11" y="5"/>
                      <a:pt x="12" y="7"/>
                      <a:pt x="12" y="6"/>
                    </a:cubicBezTo>
                    <a:cubicBezTo>
                      <a:pt x="11" y="5"/>
                      <a:pt x="69" y="48"/>
                      <a:pt x="75" y="52"/>
                    </a:cubicBezTo>
                    <a:cubicBezTo>
                      <a:pt x="79" y="55"/>
                      <a:pt x="76" y="60"/>
                      <a:pt x="72" y="57"/>
                    </a:cubicBezTo>
                    <a:cubicBezTo>
                      <a:pt x="70" y="56"/>
                      <a:pt x="5" y="3"/>
                      <a:pt x="3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4"/>
                      <a:pt x="65" y="57"/>
                      <a:pt x="70" y="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3" name="Freeform 54">
                <a:extLst>
                  <a:ext uri="{FF2B5EF4-FFF2-40B4-BE49-F238E27FC236}">
                    <a16:creationId xmlns:a16="http://schemas.microsoft.com/office/drawing/2014/main" id="{28857F16-5492-4E60-86AD-746883943C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2" y="7661"/>
                <a:ext cx="61" cy="37"/>
              </a:xfrm>
              <a:custGeom>
                <a:avLst/>
                <a:gdLst>
                  <a:gd name="T0" fmla="*/ 67 w 82"/>
                  <a:gd name="T1" fmla="*/ 41 h 50"/>
                  <a:gd name="T2" fmla="*/ 2 w 82"/>
                  <a:gd name="T3" fmla="*/ 1 h 50"/>
                  <a:gd name="T4" fmla="*/ 1 w 82"/>
                  <a:gd name="T5" fmla="*/ 2 h 50"/>
                  <a:gd name="T6" fmla="*/ 67 w 82"/>
                  <a:gd name="T7" fmla="*/ 44 h 50"/>
                  <a:gd name="T8" fmla="*/ 71 w 82"/>
                  <a:gd name="T9" fmla="*/ 33 h 50"/>
                  <a:gd name="T10" fmla="*/ 10 w 82"/>
                  <a:gd name="T11" fmla="*/ 3 h 50"/>
                  <a:gd name="T12" fmla="*/ 10 w 82"/>
                  <a:gd name="T13" fmla="*/ 4 h 50"/>
                  <a:gd name="T14" fmla="*/ 69 w 82"/>
                  <a:gd name="T15" fmla="*/ 36 h 50"/>
                  <a:gd name="T16" fmla="*/ 67 w 82"/>
                  <a:gd name="T17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50">
                    <a:moveTo>
                      <a:pt x="67" y="41"/>
                    </a:moveTo>
                    <a:cubicBezTo>
                      <a:pt x="65" y="40"/>
                      <a:pt x="4" y="2"/>
                      <a:pt x="2" y="1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3" y="4"/>
                      <a:pt x="62" y="41"/>
                      <a:pt x="67" y="44"/>
                    </a:cubicBezTo>
                    <a:cubicBezTo>
                      <a:pt x="75" y="50"/>
                      <a:pt x="82" y="39"/>
                      <a:pt x="71" y="33"/>
                    </a:cubicBezTo>
                    <a:cubicBezTo>
                      <a:pt x="60" y="28"/>
                      <a:pt x="11" y="3"/>
                      <a:pt x="10" y="3"/>
                    </a:cubicBezTo>
                    <a:cubicBezTo>
                      <a:pt x="9" y="3"/>
                      <a:pt x="11" y="5"/>
                      <a:pt x="10" y="4"/>
                    </a:cubicBezTo>
                    <a:cubicBezTo>
                      <a:pt x="9" y="3"/>
                      <a:pt x="64" y="33"/>
                      <a:pt x="69" y="36"/>
                    </a:cubicBezTo>
                    <a:cubicBezTo>
                      <a:pt x="73" y="38"/>
                      <a:pt x="71" y="43"/>
                      <a:pt x="67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4" name="Freeform 55">
                <a:extLst>
                  <a:ext uri="{FF2B5EF4-FFF2-40B4-BE49-F238E27FC236}">
                    <a16:creationId xmlns:a16="http://schemas.microsoft.com/office/drawing/2014/main" id="{F3F2550F-4751-4D57-995A-46A85B9A4A0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0" y="7644"/>
                <a:ext cx="50" cy="18"/>
              </a:xfrm>
              <a:custGeom>
                <a:avLst/>
                <a:gdLst>
                  <a:gd name="T0" fmla="*/ 55 w 68"/>
                  <a:gd name="T1" fmla="*/ 9 h 25"/>
                  <a:gd name="T2" fmla="*/ 11 w 68"/>
                  <a:gd name="T3" fmla="*/ 1 h 25"/>
                  <a:gd name="T4" fmla="*/ 11 w 68"/>
                  <a:gd name="T5" fmla="*/ 2 h 25"/>
                  <a:gd name="T6" fmla="*/ 54 w 68"/>
                  <a:gd name="T7" fmla="*/ 13 h 25"/>
                  <a:gd name="T8" fmla="*/ 54 w 68"/>
                  <a:gd name="T9" fmla="*/ 18 h 25"/>
                  <a:gd name="T10" fmla="*/ 2 w 68"/>
                  <a:gd name="T11" fmla="*/ 0 h 25"/>
                  <a:gd name="T12" fmla="*/ 2 w 68"/>
                  <a:gd name="T13" fmla="*/ 2 h 25"/>
                  <a:gd name="T14" fmla="*/ 54 w 68"/>
                  <a:gd name="T15" fmla="*/ 21 h 25"/>
                  <a:gd name="T16" fmla="*/ 55 w 68"/>
                  <a:gd name="T17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5">
                    <a:moveTo>
                      <a:pt x="55" y="9"/>
                    </a:moveTo>
                    <a:cubicBezTo>
                      <a:pt x="44" y="6"/>
                      <a:pt x="11" y="1"/>
                      <a:pt x="11" y="1"/>
                    </a:cubicBezTo>
                    <a:cubicBezTo>
                      <a:pt x="10" y="1"/>
                      <a:pt x="12" y="2"/>
                      <a:pt x="11" y="2"/>
                    </a:cubicBezTo>
                    <a:cubicBezTo>
                      <a:pt x="10" y="1"/>
                      <a:pt x="49" y="11"/>
                      <a:pt x="54" y="13"/>
                    </a:cubicBezTo>
                    <a:cubicBezTo>
                      <a:pt x="59" y="14"/>
                      <a:pt x="57" y="19"/>
                      <a:pt x="54" y="18"/>
                    </a:cubicBezTo>
                    <a:cubicBezTo>
                      <a:pt x="52" y="17"/>
                      <a:pt x="5" y="1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  <a:cubicBezTo>
                      <a:pt x="4" y="3"/>
                      <a:pt x="49" y="20"/>
                      <a:pt x="54" y="21"/>
                    </a:cubicBezTo>
                    <a:cubicBezTo>
                      <a:pt x="64" y="25"/>
                      <a:pt x="68" y="13"/>
                      <a:pt x="55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5" name="Freeform 56">
                <a:extLst>
                  <a:ext uri="{FF2B5EF4-FFF2-40B4-BE49-F238E27FC236}">
                    <a16:creationId xmlns:a16="http://schemas.microsoft.com/office/drawing/2014/main" id="{4F59DE7A-F499-4381-9C46-25E6BFBC10E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8" y="7688"/>
                <a:ext cx="20" cy="38"/>
              </a:xfrm>
              <a:custGeom>
                <a:avLst/>
                <a:gdLst>
                  <a:gd name="T0" fmla="*/ 22 w 26"/>
                  <a:gd name="T1" fmla="*/ 41 h 51"/>
                  <a:gd name="T2" fmla="*/ 4 w 26"/>
                  <a:gd name="T3" fmla="*/ 5 h 51"/>
                  <a:gd name="T4" fmla="*/ 4 w 26"/>
                  <a:gd name="T5" fmla="*/ 6 h 51"/>
                  <a:gd name="T6" fmla="*/ 20 w 26"/>
                  <a:gd name="T7" fmla="*/ 42 h 51"/>
                  <a:gd name="T8" fmla="*/ 18 w 26"/>
                  <a:gd name="T9" fmla="*/ 43 h 51"/>
                  <a:gd name="T10" fmla="*/ 1 w 26"/>
                  <a:gd name="T11" fmla="*/ 1 h 51"/>
                  <a:gd name="T12" fmla="*/ 0 w 26"/>
                  <a:gd name="T13" fmla="*/ 1 h 51"/>
                  <a:gd name="T14" fmla="*/ 16 w 26"/>
                  <a:gd name="T15" fmla="*/ 45 h 51"/>
                  <a:gd name="T16" fmla="*/ 22 w 26"/>
                  <a:gd name="T17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22" y="41"/>
                    </a:moveTo>
                    <a:cubicBezTo>
                      <a:pt x="20" y="33"/>
                      <a:pt x="5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5" y="7"/>
                      <a:pt x="19" y="38"/>
                      <a:pt x="20" y="42"/>
                    </a:cubicBezTo>
                    <a:cubicBezTo>
                      <a:pt x="22" y="44"/>
                      <a:pt x="19" y="45"/>
                      <a:pt x="18" y="43"/>
                    </a:cubicBezTo>
                    <a:cubicBezTo>
                      <a:pt x="17" y="42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5" y="41"/>
                      <a:pt x="16" y="45"/>
                    </a:cubicBezTo>
                    <a:cubicBezTo>
                      <a:pt x="18" y="51"/>
                      <a:pt x="26" y="48"/>
                      <a:pt x="22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6" name="Freeform 57">
                <a:extLst>
                  <a:ext uri="{FF2B5EF4-FFF2-40B4-BE49-F238E27FC236}">
                    <a16:creationId xmlns:a16="http://schemas.microsoft.com/office/drawing/2014/main" id="{492E00E7-25E4-4462-AC68-001D72E09BB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5" y="7691"/>
                <a:ext cx="16" cy="25"/>
              </a:xfrm>
              <a:custGeom>
                <a:avLst/>
                <a:gdLst>
                  <a:gd name="T0" fmla="*/ 16 w 22"/>
                  <a:gd name="T1" fmla="*/ 28 h 33"/>
                  <a:gd name="T2" fmla="*/ 1 w 22"/>
                  <a:gd name="T3" fmla="*/ 1 h 33"/>
                  <a:gd name="T4" fmla="*/ 0 w 22"/>
                  <a:gd name="T5" fmla="*/ 1 h 33"/>
                  <a:gd name="T6" fmla="*/ 14 w 22"/>
                  <a:gd name="T7" fmla="*/ 29 h 33"/>
                  <a:gd name="T8" fmla="*/ 19 w 22"/>
                  <a:gd name="T9" fmla="*/ 26 h 33"/>
                  <a:gd name="T10" fmla="*/ 4 w 22"/>
                  <a:gd name="T11" fmla="*/ 4 h 33"/>
                  <a:gd name="T12" fmla="*/ 3 w 22"/>
                  <a:gd name="T13" fmla="*/ 4 h 33"/>
                  <a:gd name="T14" fmla="*/ 18 w 22"/>
                  <a:gd name="T15" fmla="*/ 27 h 33"/>
                  <a:gd name="T16" fmla="*/ 16 w 22"/>
                  <a:gd name="T17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6" y="28"/>
                    </a:moveTo>
                    <a:cubicBezTo>
                      <a:pt x="15" y="27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3" y="26"/>
                      <a:pt x="14" y="29"/>
                    </a:cubicBezTo>
                    <a:cubicBezTo>
                      <a:pt x="16" y="33"/>
                      <a:pt x="22" y="31"/>
                      <a:pt x="19" y="26"/>
                    </a:cubicBezTo>
                    <a:cubicBezTo>
                      <a:pt x="17" y="21"/>
                      <a:pt x="4" y="4"/>
                      <a:pt x="4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17" y="24"/>
                      <a:pt x="18" y="27"/>
                    </a:cubicBezTo>
                    <a:cubicBezTo>
                      <a:pt x="19" y="28"/>
                      <a:pt x="17" y="29"/>
                      <a:pt x="16" y="2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7" name="Freeform 58">
                <a:extLst>
                  <a:ext uri="{FF2B5EF4-FFF2-40B4-BE49-F238E27FC236}">
                    <a16:creationId xmlns:a16="http://schemas.microsoft.com/office/drawing/2014/main" id="{32456213-A2A2-483E-99AE-322B65F7DE1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3" y="7689"/>
                <a:ext cx="17" cy="17"/>
              </a:xfrm>
              <a:custGeom>
                <a:avLst/>
                <a:gdLst>
                  <a:gd name="T0" fmla="*/ 6 w 23"/>
                  <a:gd name="T1" fmla="*/ 4 h 23"/>
                  <a:gd name="T2" fmla="*/ 6 w 23"/>
                  <a:gd name="T3" fmla="*/ 5 h 23"/>
                  <a:gd name="T4" fmla="*/ 16 w 23"/>
                  <a:gd name="T5" fmla="*/ 14 h 23"/>
                  <a:gd name="T6" fmla="*/ 14 w 23"/>
                  <a:gd name="T7" fmla="*/ 16 h 23"/>
                  <a:gd name="T8" fmla="*/ 1 w 23"/>
                  <a:gd name="T9" fmla="*/ 1 h 23"/>
                  <a:gd name="T10" fmla="*/ 1 w 23"/>
                  <a:gd name="T11" fmla="*/ 1 h 23"/>
                  <a:gd name="T12" fmla="*/ 13 w 23"/>
                  <a:gd name="T13" fmla="*/ 18 h 23"/>
                  <a:gd name="T14" fmla="*/ 18 w 23"/>
                  <a:gd name="T15" fmla="*/ 12 h 23"/>
                  <a:gd name="T16" fmla="*/ 6 w 23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14" y="11"/>
                      <a:pt x="16" y="14"/>
                    </a:cubicBezTo>
                    <a:cubicBezTo>
                      <a:pt x="18" y="16"/>
                      <a:pt x="16" y="18"/>
                      <a:pt x="14" y="16"/>
                    </a:cubicBezTo>
                    <a:cubicBezTo>
                      <a:pt x="13" y="15"/>
                      <a:pt x="3" y="2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3"/>
                      <a:pt x="11" y="15"/>
                      <a:pt x="13" y="18"/>
                    </a:cubicBezTo>
                    <a:cubicBezTo>
                      <a:pt x="17" y="23"/>
                      <a:pt x="23" y="18"/>
                      <a:pt x="18" y="12"/>
                    </a:cubicBezTo>
                    <a:cubicBezTo>
                      <a:pt x="12" y="6"/>
                      <a:pt x="6" y="4"/>
                      <a:pt x="6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8" name="Freeform 59">
                <a:extLst>
                  <a:ext uri="{FF2B5EF4-FFF2-40B4-BE49-F238E27FC236}">
                    <a16:creationId xmlns:a16="http://schemas.microsoft.com/office/drawing/2014/main" id="{647C3E87-7C03-4CE3-BC0F-5E2543EE80D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3" y="7626"/>
                <a:ext cx="28" cy="8"/>
              </a:xfrm>
              <a:custGeom>
                <a:avLst/>
                <a:gdLst>
                  <a:gd name="T0" fmla="*/ 27 w 37"/>
                  <a:gd name="T1" fmla="*/ 8 h 11"/>
                  <a:gd name="T2" fmla="*/ 2 w 37"/>
                  <a:gd name="T3" fmla="*/ 7 h 11"/>
                  <a:gd name="T4" fmla="*/ 2 w 37"/>
                  <a:gd name="T5" fmla="*/ 9 h 11"/>
                  <a:gd name="T6" fmla="*/ 28 w 37"/>
                  <a:gd name="T7" fmla="*/ 11 h 11"/>
                  <a:gd name="T8" fmla="*/ 26 w 37"/>
                  <a:gd name="T9" fmla="*/ 1 h 11"/>
                  <a:gd name="T10" fmla="*/ 9 w 37"/>
                  <a:gd name="T11" fmla="*/ 6 h 11"/>
                  <a:gd name="T12" fmla="*/ 9 w 37"/>
                  <a:gd name="T13" fmla="*/ 6 h 11"/>
                  <a:gd name="T14" fmla="*/ 27 w 37"/>
                  <a:gd name="T15" fmla="*/ 4 h 11"/>
                  <a:gd name="T16" fmla="*/ 27 w 37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7" y="8"/>
                    </a:moveTo>
                    <a:cubicBezTo>
                      <a:pt x="26" y="8"/>
                      <a:pt x="4" y="7"/>
                      <a:pt x="2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4" y="9"/>
                      <a:pt x="24" y="11"/>
                      <a:pt x="28" y="11"/>
                    </a:cubicBezTo>
                    <a:cubicBezTo>
                      <a:pt x="37" y="11"/>
                      <a:pt x="37" y="0"/>
                      <a:pt x="26" y="1"/>
                    </a:cubicBezTo>
                    <a:cubicBezTo>
                      <a:pt x="17" y="1"/>
                      <a:pt x="9" y="5"/>
                      <a:pt x="9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22" y="4"/>
                      <a:pt x="27" y="4"/>
                    </a:cubicBezTo>
                    <a:cubicBezTo>
                      <a:pt x="31" y="3"/>
                      <a:pt x="31" y="8"/>
                      <a:pt x="27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39" name="Freeform 60">
                <a:extLst>
                  <a:ext uri="{FF2B5EF4-FFF2-40B4-BE49-F238E27FC236}">
                    <a16:creationId xmlns:a16="http://schemas.microsoft.com/office/drawing/2014/main" id="{F13F8F75-DAEB-4201-AB50-21785BD4A2F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612"/>
                <a:ext cx="27" cy="10"/>
              </a:xfrm>
              <a:custGeom>
                <a:avLst/>
                <a:gdLst>
                  <a:gd name="T0" fmla="*/ 27 w 37"/>
                  <a:gd name="T1" fmla="*/ 9 h 13"/>
                  <a:gd name="T2" fmla="*/ 1 w 37"/>
                  <a:gd name="T3" fmla="*/ 11 h 13"/>
                  <a:gd name="T4" fmla="*/ 2 w 37"/>
                  <a:gd name="T5" fmla="*/ 13 h 13"/>
                  <a:gd name="T6" fmla="*/ 28 w 37"/>
                  <a:gd name="T7" fmla="*/ 12 h 13"/>
                  <a:gd name="T8" fmla="*/ 25 w 37"/>
                  <a:gd name="T9" fmla="*/ 2 h 13"/>
                  <a:gd name="T10" fmla="*/ 8 w 37"/>
                  <a:gd name="T11" fmla="*/ 9 h 13"/>
                  <a:gd name="T12" fmla="*/ 8 w 37"/>
                  <a:gd name="T13" fmla="*/ 9 h 13"/>
                  <a:gd name="T14" fmla="*/ 26 w 37"/>
                  <a:gd name="T15" fmla="*/ 5 h 13"/>
                  <a:gd name="T16" fmla="*/ 27 w 37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27" y="9"/>
                    </a:moveTo>
                    <a:cubicBezTo>
                      <a:pt x="25" y="9"/>
                      <a:pt x="3" y="11"/>
                      <a:pt x="1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4" y="13"/>
                      <a:pt x="23" y="12"/>
                      <a:pt x="28" y="12"/>
                    </a:cubicBezTo>
                    <a:cubicBezTo>
                      <a:pt x="37" y="11"/>
                      <a:pt x="36" y="0"/>
                      <a:pt x="25" y="2"/>
                    </a:cubicBezTo>
                    <a:cubicBezTo>
                      <a:pt x="15" y="4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21" y="5"/>
                      <a:pt x="26" y="5"/>
                    </a:cubicBezTo>
                    <a:cubicBezTo>
                      <a:pt x="29" y="4"/>
                      <a:pt x="30" y="8"/>
                      <a:pt x="27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0" name="Freeform 61">
                <a:extLst>
                  <a:ext uri="{FF2B5EF4-FFF2-40B4-BE49-F238E27FC236}">
                    <a16:creationId xmlns:a16="http://schemas.microsoft.com/office/drawing/2014/main" id="{0C7482E4-943C-43A4-A803-94B39F654C5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8" y="7599"/>
                <a:ext cx="21" cy="13"/>
              </a:xfrm>
              <a:custGeom>
                <a:avLst/>
                <a:gdLst>
                  <a:gd name="T0" fmla="*/ 13 w 28"/>
                  <a:gd name="T1" fmla="*/ 5 h 18"/>
                  <a:gd name="T2" fmla="*/ 6 w 28"/>
                  <a:gd name="T3" fmla="*/ 13 h 18"/>
                  <a:gd name="T4" fmla="*/ 7 w 28"/>
                  <a:gd name="T5" fmla="*/ 13 h 18"/>
                  <a:gd name="T6" fmla="*/ 15 w 28"/>
                  <a:gd name="T7" fmla="*/ 7 h 18"/>
                  <a:gd name="T8" fmla="*/ 18 w 28"/>
                  <a:gd name="T9" fmla="*/ 10 h 18"/>
                  <a:gd name="T10" fmla="*/ 1 w 28"/>
                  <a:gd name="T11" fmla="*/ 17 h 18"/>
                  <a:gd name="T12" fmla="*/ 2 w 28"/>
                  <a:gd name="T13" fmla="*/ 18 h 18"/>
                  <a:gd name="T14" fmla="*/ 20 w 28"/>
                  <a:gd name="T15" fmla="*/ 11 h 18"/>
                  <a:gd name="T16" fmla="*/ 13 w 28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8">
                    <a:moveTo>
                      <a:pt x="13" y="5"/>
                    </a:moveTo>
                    <a:cubicBezTo>
                      <a:pt x="5" y="10"/>
                      <a:pt x="7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11" y="9"/>
                      <a:pt x="15" y="7"/>
                    </a:cubicBezTo>
                    <a:cubicBezTo>
                      <a:pt x="18" y="5"/>
                      <a:pt x="21" y="8"/>
                      <a:pt x="18" y="10"/>
                    </a:cubicBezTo>
                    <a:cubicBezTo>
                      <a:pt x="16" y="10"/>
                      <a:pt x="3" y="16"/>
                      <a:pt x="1" y="17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4" y="17"/>
                      <a:pt x="16" y="13"/>
                      <a:pt x="20" y="11"/>
                    </a:cubicBezTo>
                    <a:cubicBezTo>
                      <a:pt x="28" y="8"/>
                      <a:pt x="22" y="0"/>
                      <a:pt x="1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1" name="Freeform 62">
                <a:extLst>
                  <a:ext uri="{FF2B5EF4-FFF2-40B4-BE49-F238E27FC236}">
                    <a16:creationId xmlns:a16="http://schemas.microsoft.com/office/drawing/2014/main" id="{9A8A6F89-CF7C-41D8-9959-E6DE6018AD2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03" y="7586"/>
                <a:ext cx="23" cy="20"/>
              </a:xfrm>
              <a:custGeom>
                <a:avLst/>
                <a:gdLst>
                  <a:gd name="T0" fmla="*/ 19 w 31"/>
                  <a:gd name="T1" fmla="*/ 7 h 26"/>
                  <a:gd name="T2" fmla="*/ 5 w 31"/>
                  <a:gd name="T3" fmla="*/ 19 h 26"/>
                  <a:gd name="T4" fmla="*/ 6 w 31"/>
                  <a:gd name="T5" fmla="*/ 19 h 26"/>
                  <a:gd name="T6" fmla="*/ 20 w 31"/>
                  <a:gd name="T7" fmla="*/ 9 h 26"/>
                  <a:gd name="T8" fmla="*/ 23 w 31"/>
                  <a:gd name="T9" fmla="*/ 12 h 26"/>
                  <a:gd name="T10" fmla="*/ 1 w 31"/>
                  <a:gd name="T11" fmla="*/ 25 h 26"/>
                  <a:gd name="T12" fmla="*/ 2 w 31"/>
                  <a:gd name="T13" fmla="*/ 26 h 26"/>
                  <a:gd name="T14" fmla="*/ 25 w 31"/>
                  <a:gd name="T15" fmla="*/ 14 h 26"/>
                  <a:gd name="T16" fmla="*/ 19 w 31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6">
                    <a:moveTo>
                      <a:pt x="19" y="7"/>
                    </a:moveTo>
                    <a:cubicBezTo>
                      <a:pt x="12" y="13"/>
                      <a:pt x="6" y="19"/>
                      <a:pt x="5" y="19"/>
                    </a:cubicBezTo>
                    <a:cubicBezTo>
                      <a:pt x="5" y="20"/>
                      <a:pt x="7" y="19"/>
                      <a:pt x="6" y="19"/>
                    </a:cubicBezTo>
                    <a:cubicBezTo>
                      <a:pt x="5" y="20"/>
                      <a:pt x="17" y="12"/>
                      <a:pt x="20" y="9"/>
                    </a:cubicBezTo>
                    <a:cubicBezTo>
                      <a:pt x="23" y="7"/>
                      <a:pt x="25" y="10"/>
                      <a:pt x="23" y="12"/>
                    </a:cubicBezTo>
                    <a:cubicBezTo>
                      <a:pt x="21" y="13"/>
                      <a:pt x="3" y="23"/>
                      <a:pt x="1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4" y="25"/>
                      <a:pt x="21" y="17"/>
                      <a:pt x="25" y="14"/>
                    </a:cubicBezTo>
                    <a:cubicBezTo>
                      <a:pt x="31" y="10"/>
                      <a:pt x="27" y="0"/>
                      <a:pt x="19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2" name="Freeform 63">
                <a:extLst>
                  <a:ext uri="{FF2B5EF4-FFF2-40B4-BE49-F238E27FC236}">
                    <a16:creationId xmlns:a16="http://schemas.microsoft.com/office/drawing/2014/main" id="{A4880C54-DAE5-4449-8B9B-BD8F9CD1C43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6" y="7580"/>
                <a:ext cx="13" cy="15"/>
              </a:xfrm>
              <a:custGeom>
                <a:avLst/>
                <a:gdLst>
                  <a:gd name="T0" fmla="*/ 0 w 18"/>
                  <a:gd name="T1" fmla="*/ 19 h 20"/>
                  <a:gd name="T2" fmla="*/ 1 w 18"/>
                  <a:gd name="T3" fmla="*/ 19 h 20"/>
                  <a:gd name="T4" fmla="*/ 14 w 18"/>
                  <a:gd name="T5" fmla="*/ 9 h 20"/>
                  <a:gd name="T6" fmla="*/ 9 w 18"/>
                  <a:gd name="T7" fmla="*/ 5 h 20"/>
                  <a:gd name="T8" fmla="*/ 2 w 18"/>
                  <a:gd name="T9" fmla="*/ 15 h 20"/>
                  <a:gd name="T10" fmla="*/ 3 w 18"/>
                  <a:gd name="T11" fmla="*/ 15 h 20"/>
                  <a:gd name="T12" fmla="*/ 11 w 18"/>
                  <a:gd name="T13" fmla="*/ 6 h 20"/>
                  <a:gd name="T14" fmla="*/ 12 w 18"/>
                  <a:gd name="T15" fmla="*/ 8 h 20"/>
                  <a:gd name="T16" fmla="*/ 0 w 18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0" y="19"/>
                    </a:moveTo>
                    <a:cubicBezTo>
                      <a:pt x="0" y="19"/>
                      <a:pt x="0" y="20"/>
                      <a:pt x="1" y="19"/>
                    </a:cubicBezTo>
                    <a:cubicBezTo>
                      <a:pt x="2" y="18"/>
                      <a:pt x="12" y="11"/>
                      <a:pt x="14" y="9"/>
                    </a:cubicBezTo>
                    <a:cubicBezTo>
                      <a:pt x="18" y="5"/>
                      <a:pt x="13" y="0"/>
                      <a:pt x="9" y="5"/>
                    </a:cubicBezTo>
                    <a:cubicBezTo>
                      <a:pt x="5" y="10"/>
                      <a:pt x="2" y="14"/>
                      <a:pt x="2" y="15"/>
                    </a:cubicBezTo>
                    <a:cubicBezTo>
                      <a:pt x="2" y="15"/>
                      <a:pt x="3" y="14"/>
                      <a:pt x="3" y="15"/>
                    </a:cubicBezTo>
                    <a:cubicBezTo>
                      <a:pt x="2" y="15"/>
                      <a:pt x="9" y="8"/>
                      <a:pt x="11" y="6"/>
                    </a:cubicBezTo>
                    <a:cubicBezTo>
                      <a:pt x="12" y="4"/>
                      <a:pt x="14" y="6"/>
                      <a:pt x="12" y="8"/>
                    </a:cubicBezTo>
                    <a:cubicBezTo>
                      <a:pt x="12" y="9"/>
                      <a:pt x="1" y="18"/>
                      <a:pt x="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3" name="Freeform 64">
                <a:extLst>
                  <a:ext uri="{FF2B5EF4-FFF2-40B4-BE49-F238E27FC236}">
                    <a16:creationId xmlns:a16="http://schemas.microsoft.com/office/drawing/2014/main" id="{B667FBBA-253C-4904-B4E9-500E909F0E1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65"/>
                <a:ext cx="19" cy="15"/>
              </a:xfrm>
              <a:custGeom>
                <a:avLst/>
                <a:gdLst>
                  <a:gd name="T0" fmla="*/ 17 w 26"/>
                  <a:gd name="T1" fmla="*/ 13 h 20"/>
                  <a:gd name="T2" fmla="*/ 2 w 26"/>
                  <a:gd name="T3" fmla="*/ 0 h 20"/>
                  <a:gd name="T4" fmla="*/ 1 w 26"/>
                  <a:gd name="T5" fmla="*/ 1 h 20"/>
                  <a:gd name="T6" fmla="*/ 16 w 26"/>
                  <a:gd name="T7" fmla="*/ 15 h 20"/>
                  <a:gd name="T8" fmla="*/ 19 w 26"/>
                  <a:gd name="T9" fmla="*/ 9 h 20"/>
                  <a:gd name="T10" fmla="*/ 7 w 26"/>
                  <a:gd name="T11" fmla="*/ 3 h 20"/>
                  <a:gd name="T12" fmla="*/ 7 w 26"/>
                  <a:gd name="T13" fmla="*/ 3 h 20"/>
                  <a:gd name="T14" fmla="*/ 18 w 26"/>
                  <a:gd name="T15" fmla="*/ 10 h 20"/>
                  <a:gd name="T16" fmla="*/ 17 w 26"/>
                  <a:gd name="T1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7" y="13"/>
                    </a:moveTo>
                    <a:cubicBezTo>
                      <a:pt x="15" y="12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13" y="13"/>
                      <a:pt x="16" y="15"/>
                    </a:cubicBezTo>
                    <a:cubicBezTo>
                      <a:pt x="21" y="20"/>
                      <a:pt x="26" y="14"/>
                      <a:pt x="19" y="9"/>
                    </a:cubicBezTo>
                    <a:cubicBezTo>
                      <a:pt x="13" y="4"/>
                      <a:pt x="7" y="3"/>
                      <a:pt x="7" y="3"/>
                    </a:cubicBezTo>
                    <a:cubicBezTo>
                      <a:pt x="6" y="2"/>
                      <a:pt x="7" y="4"/>
                      <a:pt x="7" y="3"/>
                    </a:cubicBezTo>
                    <a:cubicBezTo>
                      <a:pt x="6" y="3"/>
                      <a:pt x="15" y="8"/>
                      <a:pt x="18" y="10"/>
                    </a:cubicBezTo>
                    <a:cubicBezTo>
                      <a:pt x="21" y="12"/>
                      <a:pt x="19" y="15"/>
                      <a:pt x="17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4" name="Freeform 65">
                <a:extLst>
                  <a:ext uri="{FF2B5EF4-FFF2-40B4-BE49-F238E27FC236}">
                    <a16:creationId xmlns:a16="http://schemas.microsoft.com/office/drawing/2014/main" id="{8E884AC5-28A1-472A-9D41-054E84B9750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722"/>
                <a:ext cx="12" cy="19"/>
              </a:xfrm>
              <a:custGeom>
                <a:avLst/>
                <a:gdLst>
                  <a:gd name="T0" fmla="*/ 9 w 16"/>
                  <a:gd name="T1" fmla="*/ 18 h 25"/>
                  <a:gd name="T2" fmla="*/ 1 w 16"/>
                  <a:gd name="T3" fmla="*/ 1 h 25"/>
                  <a:gd name="T4" fmla="*/ 1 w 16"/>
                  <a:gd name="T5" fmla="*/ 2 h 25"/>
                  <a:gd name="T6" fmla="*/ 8 w 16"/>
                  <a:gd name="T7" fmla="*/ 20 h 25"/>
                  <a:gd name="T8" fmla="*/ 12 w 16"/>
                  <a:gd name="T9" fmla="*/ 14 h 25"/>
                  <a:gd name="T10" fmla="*/ 4 w 16"/>
                  <a:gd name="T11" fmla="*/ 5 h 25"/>
                  <a:gd name="T12" fmla="*/ 4 w 16"/>
                  <a:gd name="T13" fmla="*/ 5 h 25"/>
                  <a:gd name="T14" fmla="*/ 11 w 16"/>
                  <a:gd name="T15" fmla="*/ 15 h 25"/>
                  <a:gd name="T16" fmla="*/ 9 w 16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9" y="18"/>
                    </a:moveTo>
                    <a:cubicBezTo>
                      <a:pt x="9" y="16"/>
                      <a:pt x="2" y="2"/>
                      <a:pt x="1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7" y="16"/>
                      <a:pt x="8" y="20"/>
                    </a:cubicBezTo>
                    <a:cubicBezTo>
                      <a:pt x="11" y="25"/>
                      <a:pt x="16" y="21"/>
                      <a:pt x="12" y="14"/>
                    </a:cubicBezTo>
                    <a:cubicBezTo>
                      <a:pt x="9" y="8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0" y="13"/>
                      <a:pt x="11" y="15"/>
                    </a:cubicBezTo>
                    <a:cubicBezTo>
                      <a:pt x="12" y="18"/>
                      <a:pt x="10" y="20"/>
                      <a:pt x="9" y="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5" name="Freeform 66">
                <a:extLst>
                  <a:ext uri="{FF2B5EF4-FFF2-40B4-BE49-F238E27FC236}">
                    <a16:creationId xmlns:a16="http://schemas.microsoft.com/office/drawing/2014/main" id="{3B5694B0-AA6A-42B3-A7DB-D62DAB5AAA5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7" y="7647"/>
                <a:ext cx="101" cy="51"/>
              </a:xfrm>
              <a:custGeom>
                <a:avLst/>
                <a:gdLst>
                  <a:gd name="T0" fmla="*/ 121 w 135"/>
                  <a:gd name="T1" fmla="*/ 49 h 69"/>
                  <a:gd name="T2" fmla="*/ 12 w 135"/>
                  <a:gd name="T3" fmla="*/ 3 h 69"/>
                  <a:gd name="T4" fmla="*/ 12 w 135"/>
                  <a:gd name="T5" fmla="*/ 4 h 69"/>
                  <a:gd name="T6" fmla="*/ 120 w 135"/>
                  <a:gd name="T7" fmla="*/ 53 h 69"/>
                  <a:gd name="T8" fmla="*/ 118 w 135"/>
                  <a:gd name="T9" fmla="*/ 58 h 69"/>
                  <a:gd name="T10" fmla="*/ 2 w 135"/>
                  <a:gd name="T11" fmla="*/ 0 h 69"/>
                  <a:gd name="T12" fmla="*/ 2 w 135"/>
                  <a:gd name="T13" fmla="*/ 2 h 69"/>
                  <a:gd name="T14" fmla="*/ 117 w 135"/>
                  <a:gd name="T15" fmla="*/ 63 h 69"/>
                  <a:gd name="T16" fmla="*/ 121 w 135"/>
                  <a:gd name="T17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21" y="49"/>
                    </a:moveTo>
                    <a:cubicBezTo>
                      <a:pt x="108" y="44"/>
                      <a:pt x="13" y="3"/>
                      <a:pt x="12" y="3"/>
                    </a:cubicBezTo>
                    <a:cubicBezTo>
                      <a:pt x="11" y="3"/>
                      <a:pt x="13" y="4"/>
                      <a:pt x="12" y="4"/>
                    </a:cubicBezTo>
                    <a:cubicBezTo>
                      <a:pt x="11" y="3"/>
                      <a:pt x="114" y="50"/>
                      <a:pt x="120" y="53"/>
                    </a:cubicBezTo>
                    <a:cubicBezTo>
                      <a:pt x="125" y="55"/>
                      <a:pt x="122" y="60"/>
                      <a:pt x="118" y="58"/>
                    </a:cubicBezTo>
                    <a:cubicBezTo>
                      <a:pt x="115" y="57"/>
                      <a:pt x="5" y="2"/>
                      <a:pt x="2" y="0"/>
                    </a:cubicBezTo>
                    <a:cubicBezTo>
                      <a:pt x="1" y="0"/>
                      <a:pt x="0" y="1"/>
                      <a:pt x="2" y="2"/>
                    </a:cubicBezTo>
                    <a:cubicBezTo>
                      <a:pt x="5" y="4"/>
                      <a:pt x="111" y="59"/>
                      <a:pt x="117" y="63"/>
                    </a:cubicBezTo>
                    <a:cubicBezTo>
                      <a:pt x="128" y="69"/>
                      <a:pt x="135" y="55"/>
                      <a:pt x="121" y="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6" name="Freeform 67">
                <a:extLst>
                  <a:ext uri="{FF2B5EF4-FFF2-40B4-BE49-F238E27FC236}">
                    <a16:creationId xmlns:a16="http://schemas.microsoft.com/office/drawing/2014/main" id="{90903ACD-5939-4ABA-BE6F-6FAAE45B398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82"/>
                <a:ext cx="100" cy="112"/>
              </a:xfrm>
              <a:custGeom>
                <a:avLst/>
                <a:gdLst>
                  <a:gd name="T0" fmla="*/ 10 w 135"/>
                  <a:gd name="T1" fmla="*/ 7 h 150"/>
                  <a:gd name="T2" fmla="*/ 10 w 135"/>
                  <a:gd name="T3" fmla="*/ 8 h 150"/>
                  <a:gd name="T4" fmla="*/ 122 w 135"/>
                  <a:gd name="T5" fmla="*/ 132 h 150"/>
                  <a:gd name="T6" fmla="*/ 118 w 135"/>
                  <a:gd name="T7" fmla="*/ 136 h 150"/>
                  <a:gd name="T8" fmla="*/ 2 w 135"/>
                  <a:gd name="T9" fmla="*/ 1 h 150"/>
                  <a:gd name="T10" fmla="*/ 1 w 135"/>
                  <a:gd name="T11" fmla="*/ 3 h 150"/>
                  <a:gd name="T12" fmla="*/ 19 w 135"/>
                  <a:gd name="T13" fmla="*/ 25 h 150"/>
                  <a:gd name="T14" fmla="*/ 78 w 135"/>
                  <a:gd name="T15" fmla="*/ 96 h 150"/>
                  <a:gd name="T16" fmla="*/ 74 w 135"/>
                  <a:gd name="T17" fmla="*/ 100 h 150"/>
                  <a:gd name="T18" fmla="*/ 4 w 135"/>
                  <a:gd name="T19" fmla="*/ 9 h 150"/>
                  <a:gd name="T20" fmla="*/ 3 w 135"/>
                  <a:gd name="T21" fmla="*/ 10 h 150"/>
                  <a:gd name="T22" fmla="*/ 72 w 135"/>
                  <a:gd name="T23" fmla="*/ 104 h 150"/>
                  <a:gd name="T24" fmla="*/ 85 w 135"/>
                  <a:gd name="T25" fmla="*/ 102 h 150"/>
                  <a:gd name="T26" fmla="*/ 116 w 135"/>
                  <a:gd name="T27" fmla="*/ 140 h 150"/>
                  <a:gd name="T28" fmla="*/ 125 w 135"/>
                  <a:gd name="T29" fmla="*/ 129 h 150"/>
                  <a:gd name="T30" fmla="*/ 10 w 135"/>
                  <a:gd name="T31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0" y="7"/>
                    </a:moveTo>
                    <a:cubicBezTo>
                      <a:pt x="10" y="7"/>
                      <a:pt x="11" y="9"/>
                      <a:pt x="10" y="8"/>
                    </a:cubicBezTo>
                    <a:cubicBezTo>
                      <a:pt x="9" y="7"/>
                      <a:pt x="118" y="127"/>
                      <a:pt x="122" y="132"/>
                    </a:cubicBezTo>
                    <a:cubicBezTo>
                      <a:pt x="126" y="136"/>
                      <a:pt x="121" y="140"/>
                      <a:pt x="118" y="136"/>
                    </a:cubicBezTo>
                    <a:cubicBezTo>
                      <a:pt x="117" y="135"/>
                      <a:pt x="4" y="4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3"/>
                      <a:pt x="9" y="12"/>
                      <a:pt x="19" y="25"/>
                    </a:cubicBezTo>
                    <a:cubicBezTo>
                      <a:pt x="36" y="45"/>
                      <a:pt x="75" y="92"/>
                      <a:pt x="78" y="96"/>
                    </a:cubicBezTo>
                    <a:cubicBezTo>
                      <a:pt x="82" y="100"/>
                      <a:pt x="77" y="104"/>
                      <a:pt x="74" y="100"/>
                    </a:cubicBezTo>
                    <a:cubicBezTo>
                      <a:pt x="73" y="98"/>
                      <a:pt x="6" y="11"/>
                      <a:pt x="4" y="9"/>
                    </a:cubicBezTo>
                    <a:cubicBezTo>
                      <a:pt x="3" y="7"/>
                      <a:pt x="2" y="9"/>
                      <a:pt x="3" y="10"/>
                    </a:cubicBezTo>
                    <a:cubicBezTo>
                      <a:pt x="5" y="13"/>
                      <a:pt x="68" y="98"/>
                      <a:pt x="72" y="104"/>
                    </a:cubicBezTo>
                    <a:cubicBezTo>
                      <a:pt x="77" y="111"/>
                      <a:pt x="84" y="108"/>
                      <a:pt x="85" y="102"/>
                    </a:cubicBezTo>
                    <a:cubicBezTo>
                      <a:pt x="102" y="123"/>
                      <a:pt x="115" y="138"/>
                      <a:pt x="116" y="140"/>
                    </a:cubicBezTo>
                    <a:cubicBezTo>
                      <a:pt x="123" y="150"/>
                      <a:pt x="135" y="140"/>
                      <a:pt x="125" y="129"/>
                    </a:cubicBezTo>
                    <a:cubicBezTo>
                      <a:pt x="116" y="119"/>
                      <a:pt x="11" y="8"/>
                      <a:pt x="1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7" name="Freeform 68">
                <a:extLst>
                  <a:ext uri="{FF2B5EF4-FFF2-40B4-BE49-F238E27FC236}">
                    <a16:creationId xmlns:a16="http://schemas.microsoft.com/office/drawing/2014/main" id="{95B90217-8F29-4177-8665-312999BCA3C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47" y="7723"/>
                <a:ext cx="278" cy="298"/>
              </a:xfrm>
              <a:custGeom>
                <a:avLst/>
                <a:gdLst>
                  <a:gd name="T0" fmla="*/ 341 w 374"/>
                  <a:gd name="T1" fmla="*/ 190 h 399"/>
                  <a:gd name="T2" fmla="*/ 241 w 374"/>
                  <a:gd name="T3" fmla="*/ 112 h 399"/>
                  <a:gd name="T4" fmla="*/ 243 w 374"/>
                  <a:gd name="T5" fmla="*/ 84 h 399"/>
                  <a:gd name="T6" fmla="*/ 237 w 374"/>
                  <a:gd name="T7" fmla="*/ 34 h 399"/>
                  <a:gd name="T8" fmla="*/ 199 w 374"/>
                  <a:gd name="T9" fmla="*/ 31 h 399"/>
                  <a:gd name="T10" fmla="*/ 189 w 374"/>
                  <a:gd name="T11" fmla="*/ 0 h 399"/>
                  <a:gd name="T12" fmla="*/ 174 w 374"/>
                  <a:gd name="T13" fmla="*/ 31 h 399"/>
                  <a:gd name="T14" fmla="*/ 135 w 374"/>
                  <a:gd name="T15" fmla="*/ 40 h 399"/>
                  <a:gd name="T16" fmla="*/ 133 w 374"/>
                  <a:gd name="T17" fmla="*/ 87 h 399"/>
                  <a:gd name="T18" fmla="*/ 68 w 374"/>
                  <a:gd name="T19" fmla="*/ 181 h 399"/>
                  <a:gd name="T20" fmla="*/ 21 w 374"/>
                  <a:gd name="T21" fmla="*/ 193 h 399"/>
                  <a:gd name="T22" fmla="*/ 26 w 374"/>
                  <a:gd name="T23" fmla="*/ 280 h 399"/>
                  <a:gd name="T24" fmla="*/ 80 w 374"/>
                  <a:gd name="T25" fmla="*/ 360 h 399"/>
                  <a:gd name="T26" fmla="*/ 203 w 374"/>
                  <a:gd name="T27" fmla="*/ 356 h 399"/>
                  <a:gd name="T28" fmla="*/ 299 w 374"/>
                  <a:gd name="T29" fmla="*/ 337 h 399"/>
                  <a:gd name="T30" fmla="*/ 232 w 374"/>
                  <a:gd name="T31" fmla="*/ 97 h 399"/>
                  <a:gd name="T32" fmla="*/ 151 w 374"/>
                  <a:gd name="T33" fmla="*/ 91 h 399"/>
                  <a:gd name="T34" fmla="*/ 211 w 374"/>
                  <a:gd name="T35" fmla="*/ 83 h 399"/>
                  <a:gd name="T36" fmla="*/ 194 w 374"/>
                  <a:gd name="T37" fmla="*/ 84 h 399"/>
                  <a:gd name="T38" fmla="*/ 164 w 374"/>
                  <a:gd name="T39" fmla="*/ 83 h 399"/>
                  <a:gd name="T40" fmla="*/ 256 w 374"/>
                  <a:gd name="T41" fmla="*/ 65 h 399"/>
                  <a:gd name="T42" fmla="*/ 245 w 374"/>
                  <a:gd name="T43" fmla="*/ 41 h 399"/>
                  <a:gd name="T44" fmla="*/ 230 w 374"/>
                  <a:gd name="T45" fmla="*/ 60 h 399"/>
                  <a:gd name="T46" fmla="*/ 232 w 374"/>
                  <a:gd name="T47" fmla="*/ 39 h 399"/>
                  <a:gd name="T48" fmla="*/ 218 w 374"/>
                  <a:gd name="T49" fmla="*/ 33 h 399"/>
                  <a:gd name="T50" fmla="*/ 200 w 374"/>
                  <a:gd name="T51" fmla="*/ 70 h 399"/>
                  <a:gd name="T52" fmla="*/ 200 w 374"/>
                  <a:gd name="T53" fmla="*/ 50 h 399"/>
                  <a:gd name="T54" fmla="*/ 194 w 374"/>
                  <a:gd name="T55" fmla="*/ 10 h 399"/>
                  <a:gd name="T56" fmla="*/ 188 w 374"/>
                  <a:gd name="T57" fmla="*/ 51 h 399"/>
                  <a:gd name="T58" fmla="*/ 183 w 374"/>
                  <a:gd name="T59" fmla="*/ 57 h 399"/>
                  <a:gd name="T60" fmla="*/ 176 w 374"/>
                  <a:gd name="T61" fmla="*/ 50 h 399"/>
                  <a:gd name="T62" fmla="*/ 172 w 374"/>
                  <a:gd name="T63" fmla="*/ 36 h 399"/>
                  <a:gd name="T64" fmla="*/ 155 w 374"/>
                  <a:gd name="T65" fmla="*/ 41 h 399"/>
                  <a:gd name="T66" fmla="*/ 147 w 374"/>
                  <a:gd name="T67" fmla="*/ 70 h 399"/>
                  <a:gd name="T68" fmla="*/ 141 w 374"/>
                  <a:gd name="T69" fmla="*/ 46 h 399"/>
                  <a:gd name="T70" fmla="*/ 116 w 374"/>
                  <a:gd name="T71" fmla="*/ 62 h 399"/>
                  <a:gd name="T72" fmla="*/ 130 w 374"/>
                  <a:gd name="T73" fmla="*/ 52 h 399"/>
                  <a:gd name="T74" fmla="*/ 186 w 374"/>
                  <a:gd name="T75" fmla="*/ 74 h 399"/>
                  <a:gd name="T76" fmla="*/ 142 w 374"/>
                  <a:gd name="T77" fmla="*/ 90 h 399"/>
                  <a:gd name="T78" fmla="*/ 25 w 374"/>
                  <a:gd name="T79" fmla="*/ 270 h 399"/>
                  <a:gd name="T80" fmla="*/ 56 w 374"/>
                  <a:gd name="T81" fmla="*/ 291 h 399"/>
                  <a:gd name="T82" fmla="*/ 68 w 374"/>
                  <a:gd name="T83" fmla="*/ 301 h 399"/>
                  <a:gd name="T84" fmla="*/ 75 w 374"/>
                  <a:gd name="T85" fmla="*/ 345 h 399"/>
                  <a:gd name="T86" fmla="*/ 167 w 374"/>
                  <a:gd name="T87" fmla="*/ 372 h 399"/>
                  <a:gd name="T88" fmla="*/ 114 w 374"/>
                  <a:gd name="T89" fmla="*/ 360 h 399"/>
                  <a:gd name="T90" fmla="*/ 92 w 374"/>
                  <a:gd name="T91" fmla="*/ 311 h 399"/>
                  <a:gd name="T92" fmla="*/ 52 w 374"/>
                  <a:gd name="T93" fmla="*/ 228 h 399"/>
                  <a:gd name="T94" fmla="*/ 20 w 374"/>
                  <a:gd name="T95" fmla="*/ 124 h 399"/>
                  <a:gd name="T96" fmla="*/ 96 w 374"/>
                  <a:gd name="T97" fmla="*/ 300 h 399"/>
                  <a:gd name="T98" fmla="*/ 91 w 374"/>
                  <a:gd name="T99" fmla="*/ 228 h 399"/>
                  <a:gd name="T100" fmla="*/ 246 w 374"/>
                  <a:gd name="T101" fmla="*/ 333 h 399"/>
                  <a:gd name="T102" fmla="*/ 346 w 374"/>
                  <a:gd name="T103" fmla="*/ 107 h 399"/>
                  <a:gd name="T104" fmla="*/ 343 w 374"/>
                  <a:gd name="T105" fmla="*/ 168 h 399"/>
                  <a:gd name="T106" fmla="*/ 335 w 374"/>
                  <a:gd name="T107" fmla="*/ 231 h 399"/>
                  <a:gd name="T108" fmla="*/ 249 w 374"/>
                  <a:gd name="T109" fmla="*/ 345 h 399"/>
                  <a:gd name="T110" fmla="*/ 314 w 374"/>
                  <a:gd name="T111" fmla="*/ 287 h 399"/>
                  <a:gd name="T112" fmla="*/ 267 w 374"/>
                  <a:gd name="T113" fmla="*/ 365 h 399"/>
                  <a:gd name="T114" fmla="*/ 302 w 374"/>
                  <a:gd name="T115" fmla="*/ 360 h 399"/>
                  <a:gd name="T116" fmla="*/ 282 w 374"/>
                  <a:gd name="T117" fmla="*/ 337 h 399"/>
                  <a:gd name="T118" fmla="*/ 305 w 374"/>
                  <a:gd name="T119" fmla="*/ 306 h 399"/>
                  <a:gd name="T120" fmla="*/ 338 w 374"/>
                  <a:gd name="T121" fmla="*/ 268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4" h="399">
                    <a:moveTo>
                      <a:pt x="366" y="267"/>
                    </a:moveTo>
                    <a:cubicBezTo>
                      <a:pt x="360" y="264"/>
                      <a:pt x="355" y="265"/>
                      <a:pt x="353" y="265"/>
                    </a:cubicBezTo>
                    <a:cubicBezTo>
                      <a:pt x="352" y="265"/>
                      <a:pt x="350" y="265"/>
                      <a:pt x="352" y="264"/>
                    </a:cubicBezTo>
                    <a:cubicBezTo>
                      <a:pt x="353" y="263"/>
                      <a:pt x="355" y="263"/>
                      <a:pt x="358" y="262"/>
                    </a:cubicBezTo>
                    <a:cubicBezTo>
                      <a:pt x="361" y="261"/>
                      <a:pt x="360" y="260"/>
                      <a:pt x="356" y="258"/>
                    </a:cubicBezTo>
                    <a:cubicBezTo>
                      <a:pt x="352" y="256"/>
                      <a:pt x="343" y="256"/>
                      <a:pt x="339" y="256"/>
                    </a:cubicBezTo>
                    <a:cubicBezTo>
                      <a:pt x="336" y="256"/>
                      <a:pt x="327" y="260"/>
                      <a:pt x="324" y="262"/>
                    </a:cubicBezTo>
                    <a:cubicBezTo>
                      <a:pt x="321" y="265"/>
                      <a:pt x="320" y="264"/>
                      <a:pt x="322" y="260"/>
                    </a:cubicBezTo>
                    <a:cubicBezTo>
                      <a:pt x="324" y="256"/>
                      <a:pt x="326" y="250"/>
                      <a:pt x="334" y="239"/>
                    </a:cubicBezTo>
                    <a:cubicBezTo>
                      <a:pt x="341" y="230"/>
                      <a:pt x="349" y="223"/>
                      <a:pt x="351" y="221"/>
                    </a:cubicBezTo>
                    <a:cubicBezTo>
                      <a:pt x="353" y="219"/>
                      <a:pt x="352" y="217"/>
                      <a:pt x="350" y="216"/>
                    </a:cubicBezTo>
                    <a:cubicBezTo>
                      <a:pt x="348" y="215"/>
                      <a:pt x="343" y="215"/>
                      <a:pt x="341" y="215"/>
                    </a:cubicBezTo>
                    <a:cubicBezTo>
                      <a:pt x="340" y="216"/>
                      <a:pt x="341" y="214"/>
                      <a:pt x="343" y="212"/>
                    </a:cubicBezTo>
                    <a:cubicBezTo>
                      <a:pt x="345" y="210"/>
                      <a:pt x="362" y="199"/>
                      <a:pt x="362" y="199"/>
                    </a:cubicBezTo>
                    <a:cubicBezTo>
                      <a:pt x="364" y="198"/>
                      <a:pt x="365" y="196"/>
                      <a:pt x="364" y="194"/>
                    </a:cubicBezTo>
                    <a:cubicBezTo>
                      <a:pt x="361" y="192"/>
                      <a:pt x="359" y="192"/>
                      <a:pt x="353" y="193"/>
                    </a:cubicBezTo>
                    <a:cubicBezTo>
                      <a:pt x="346" y="194"/>
                      <a:pt x="341" y="197"/>
                      <a:pt x="340" y="197"/>
                    </a:cubicBezTo>
                    <a:cubicBezTo>
                      <a:pt x="338" y="198"/>
                      <a:pt x="335" y="200"/>
                      <a:pt x="341" y="190"/>
                    </a:cubicBezTo>
                    <a:cubicBezTo>
                      <a:pt x="347" y="180"/>
                      <a:pt x="363" y="166"/>
                      <a:pt x="367" y="164"/>
                    </a:cubicBezTo>
                    <a:cubicBezTo>
                      <a:pt x="370" y="161"/>
                      <a:pt x="370" y="160"/>
                      <a:pt x="368" y="159"/>
                    </a:cubicBezTo>
                    <a:cubicBezTo>
                      <a:pt x="367" y="157"/>
                      <a:pt x="366" y="157"/>
                      <a:pt x="361" y="157"/>
                    </a:cubicBezTo>
                    <a:cubicBezTo>
                      <a:pt x="356" y="157"/>
                      <a:pt x="349" y="159"/>
                      <a:pt x="349" y="159"/>
                    </a:cubicBezTo>
                    <a:cubicBezTo>
                      <a:pt x="346" y="161"/>
                      <a:pt x="346" y="161"/>
                      <a:pt x="346" y="161"/>
                    </a:cubicBezTo>
                    <a:cubicBezTo>
                      <a:pt x="346" y="161"/>
                      <a:pt x="346" y="160"/>
                      <a:pt x="347" y="159"/>
                    </a:cubicBezTo>
                    <a:cubicBezTo>
                      <a:pt x="347" y="158"/>
                      <a:pt x="352" y="151"/>
                      <a:pt x="356" y="137"/>
                    </a:cubicBezTo>
                    <a:cubicBezTo>
                      <a:pt x="361" y="124"/>
                      <a:pt x="357" y="112"/>
                      <a:pt x="357" y="112"/>
                    </a:cubicBezTo>
                    <a:cubicBezTo>
                      <a:pt x="355" y="109"/>
                      <a:pt x="353" y="109"/>
                      <a:pt x="353" y="109"/>
                    </a:cubicBezTo>
                    <a:cubicBezTo>
                      <a:pt x="353" y="109"/>
                      <a:pt x="352" y="107"/>
                      <a:pt x="352" y="106"/>
                    </a:cubicBezTo>
                    <a:cubicBezTo>
                      <a:pt x="351" y="105"/>
                      <a:pt x="350" y="101"/>
                      <a:pt x="349" y="100"/>
                    </a:cubicBezTo>
                    <a:cubicBezTo>
                      <a:pt x="349" y="99"/>
                      <a:pt x="344" y="93"/>
                      <a:pt x="343" y="101"/>
                    </a:cubicBezTo>
                    <a:cubicBezTo>
                      <a:pt x="343" y="109"/>
                      <a:pt x="341" y="118"/>
                      <a:pt x="336" y="132"/>
                    </a:cubicBezTo>
                    <a:cubicBezTo>
                      <a:pt x="331" y="147"/>
                      <a:pt x="321" y="161"/>
                      <a:pt x="321" y="161"/>
                    </a:cubicBezTo>
                    <a:cubicBezTo>
                      <a:pt x="314" y="168"/>
                      <a:pt x="312" y="172"/>
                      <a:pt x="310" y="174"/>
                    </a:cubicBezTo>
                    <a:cubicBezTo>
                      <a:pt x="308" y="176"/>
                      <a:pt x="307" y="178"/>
                      <a:pt x="306" y="180"/>
                    </a:cubicBezTo>
                    <a:cubicBezTo>
                      <a:pt x="302" y="171"/>
                      <a:pt x="295" y="156"/>
                      <a:pt x="281" y="141"/>
                    </a:cubicBezTo>
                    <a:cubicBezTo>
                      <a:pt x="265" y="124"/>
                      <a:pt x="241" y="112"/>
                      <a:pt x="241" y="112"/>
                    </a:cubicBezTo>
                    <a:cubicBezTo>
                      <a:pt x="239" y="111"/>
                      <a:pt x="235" y="109"/>
                      <a:pt x="231" y="107"/>
                    </a:cubicBezTo>
                    <a:cubicBezTo>
                      <a:pt x="231" y="107"/>
                      <a:pt x="231" y="107"/>
                      <a:pt x="231" y="107"/>
                    </a:cubicBezTo>
                    <a:cubicBezTo>
                      <a:pt x="232" y="107"/>
                      <a:pt x="234" y="106"/>
                      <a:pt x="234" y="105"/>
                    </a:cubicBezTo>
                    <a:cubicBezTo>
                      <a:pt x="235" y="103"/>
                      <a:pt x="234" y="100"/>
                      <a:pt x="234" y="100"/>
                    </a:cubicBezTo>
                    <a:cubicBezTo>
                      <a:pt x="234" y="100"/>
                      <a:pt x="234" y="99"/>
                      <a:pt x="235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7" y="97"/>
                      <a:pt x="237" y="97"/>
                    </a:cubicBezTo>
                    <a:cubicBezTo>
                      <a:pt x="237" y="96"/>
                      <a:pt x="237" y="96"/>
                      <a:pt x="237" y="95"/>
                    </a:cubicBezTo>
                    <a:cubicBezTo>
                      <a:pt x="237" y="95"/>
                      <a:pt x="237" y="94"/>
                      <a:pt x="237" y="93"/>
                    </a:cubicBezTo>
                    <a:cubicBezTo>
                      <a:pt x="237" y="93"/>
                      <a:pt x="238" y="93"/>
                      <a:pt x="238" y="93"/>
                    </a:cubicBezTo>
                    <a:cubicBezTo>
                      <a:pt x="238" y="92"/>
                      <a:pt x="238" y="92"/>
                      <a:pt x="238" y="92"/>
                    </a:cubicBezTo>
                    <a:cubicBezTo>
                      <a:pt x="238" y="92"/>
                      <a:pt x="238" y="91"/>
                      <a:pt x="239" y="90"/>
                    </a:cubicBezTo>
                    <a:cubicBezTo>
                      <a:pt x="239" y="91"/>
                      <a:pt x="239" y="91"/>
                      <a:pt x="239" y="91"/>
                    </a:cubicBezTo>
                    <a:cubicBezTo>
                      <a:pt x="240" y="90"/>
                      <a:pt x="241" y="90"/>
                      <a:pt x="242" y="89"/>
                    </a:cubicBezTo>
                    <a:cubicBezTo>
                      <a:pt x="242" y="88"/>
                      <a:pt x="242" y="88"/>
                      <a:pt x="242" y="87"/>
                    </a:cubicBezTo>
                    <a:cubicBezTo>
                      <a:pt x="242" y="87"/>
                      <a:pt x="242" y="86"/>
                      <a:pt x="242" y="86"/>
                    </a:cubicBezTo>
                    <a:cubicBezTo>
                      <a:pt x="243" y="85"/>
                      <a:pt x="243" y="85"/>
                      <a:pt x="243" y="84"/>
                    </a:cubicBezTo>
                    <a:cubicBezTo>
                      <a:pt x="243" y="84"/>
                      <a:pt x="243" y="84"/>
                      <a:pt x="243" y="84"/>
                    </a:cubicBezTo>
                    <a:cubicBezTo>
                      <a:pt x="247" y="84"/>
                      <a:pt x="249" y="81"/>
                      <a:pt x="250" y="77"/>
                    </a:cubicBezTo>
                    <a:cubicBezTo>
                      <a:pt x="253" y="77"/>
                      <a:pt x="256" y="74"/>
                      <a:pt x="256" y="70"/>
                    </a:cubicBezTo>
                    <a:cubicBezTo>
                      <a:pt x="256" y="70"/>
                      <a:pt x="256" y="69"/>
                      <a:pt x="256" y="69"/>
                    </a:cubicBezTo>
                    <a:cubicBezTo>
                      <a:pt x="259" y="69"/>
                      <a:pt x="262" y="66"/>
                      <a:pt x="262" y="62"/>
                    </a:cubicBezTo>
                    <a:cubicBezTo>
                      <a:pt x="262" y="59"/>
                      <a:pt x="261" y="57"/>
                      <a:pt x="259" y="56"/>
                    </a:cubicBezTo>
                    <a:cubicBezTo>
                      <a:pt x="259" y="55"/>
                      <a:pt x="260" y="54"/>
                      <a:pt x="260" y="53"/>
                    </a:cubicBezTo>
                    <a:cubicBezTo>
                      <a:pt x="260" y="49"/>
                      <a:pt x="257" y="46"/>
                      <a:pt x="253" y="46"/>
                    </a:cubicBezTo>
                    <a:cubicBezTo>
                      <a:pt x="252" y="46"/>
                      <a:pt x="251" y="46"/>
                      <a:pt x="251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1" y="46"/>
                    </a:cubicBezTo>
                    <a:cubicBezTo>
                      <a:pt x="251" y="45"/>
                      <a:pt x="251" y="44"/>
                      <a:pt x="251" y="44"/>
                    </a:cubicBezTo>
                    <a:cubicBezTo>
                      <a:pt x="251" y="41"/>
                      <a:pt x="248" y="38"/>
                      <a:pt x="245" y="38"/>
                    </a:cubicBezTo>
                    <a:cubicBezTo>
                      <a:pt x="243" y="38"/>
                      <a:pt x="242" y="39"/>
                      <a:pt x="241" y="40"/>
                    </a:cubicBezTo>
                    <a:cubicBezTo>
                      <a:pt x="241" y="40"/>
                      <a:pt x="241" y="40"/>
                      <a:pt x="241" y="40"/>
                    </a:cubicBezTo>
                    <a:cubicBezTo>
                      <a:pt x="240" y="40"/>
                      <a:pt x="240" y="40"/>
                      <a:pt x="240" y="39"/>
                    </a:cubicBezTo>
                    <a:cubicBezTo>
                      <a:pt x="240" y="38"/>
                      <a:pt x="240" y="35"/>
                      <a:pt x="237" y="34"/>
                    </a:cubicBezTo>
                    <a:cubicBezTo>
                      <a:pt x="236" y="34"/>
                      <a:pt x="235" y="34"/>
                      <a:pt x="235" y="34"/>
                    </a:cubicBezTo>
                    <a:cubicBezTo>
                      <a:pt x="233" y="34"/>
                      <a:pt x="231" y="35"/>
                      <a:pt x="231" y="36"/>
                    </a:cubicBezTo>
                    <a:cubicBezTo>
                      <a:pt x="230" y="36"/>
                      <a:pt x="228" y="36"/>
                      <a:pt x="227" y="35"/>
                    </a:cubicBezTo>
                    <a:cubicBezTo>
                      <a:pt x="227" y="33"/>
                      <a:pt x="227" y="32"/>
                      <a:pt x="224" y="31"/>
                    </a:cubicBezTo>
                    <a:cubicBezTo>
                      <a:pt x="224" y="31"/>
                      <a:pt x="223" y="31"/>
                      <a:pt x="223" y="31"/>
                    </a:cubicBezTo>
                    <a:cubicBezTo>
                      <a:pt x="222" y="31"/>
                      <a:pt x="221" y="31"/>
                      <a:pt x="221" y="31"/>
                    </a:cubicBezTo>
                    <a:cubicBezTo>
                      <a:pt x="220" y="31"/>
                      <a:pt x="220" y="30"/>
                      <a:pt x="218" y="29"/>
                    </a:cubicBezTo>
                    <a:cubicBezTo>
                      <a:pt x="218" y="29"/>
                      <a:pt x="217" y="29"/>
                      <a:pt x="217" y="29"/>
                    </a:cubicBezTo>
                    <a:cubicBezTo>
                      <a:pt x="216" y="29"/>
                      <a:pt x="215" y="30"/>
                      <a:pt x="215" y="30"/>
                    </a:cubicBezTo>
                    <a:cubicBezTo>
                      <a:pt x="214" y="29"/>
                      <a:pt x="213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9"/>
                      <a:pt x="209" y="29"/>
                      <a:pt x="209" y="30"/>
                    </a:cubicBezTo>
                    <a:cubicBezTo>
                      <a:pt x="208" y="29"/>
                      <a:pt x="207" y="29"/>
                      <a:pt x="206" y="29"/>
                    </a:cubicBezTo>
                    <a:cubicBezTo>
                      <a:pt x="206" y="29"/>
                      <a:pt x="206" y="29"/>
                      <a:pt x="206" y="29"/>
                    </a:cubicBezTo>
                    <a:cubicBezTo>
                      <a:pt x="204" y="29"/>
                      <a:pt x="203" y="30"/>
                      <a:pt x="203" y="30"/>
                    </a:cubicBezTo>
                    <a:cubicBezTo>
                      <a:pt x="203" y="31"/>
                      <a:pt x="202" y="31"/>
                      <a:pt x="202" y="31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1"/>
                      <a:pt x="200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7" y="31"/>
                      <a:pt x="195" y="31"/>
                      <a:pt x="194" y="31"/>
                    </a:cubicBezTo>
                    <a:cubicBezTo>
                      <a:pt x="193" y="31"/>
                      <a:pt x="193" y="31"/>
                      <a:pt x="193" y="30"/>
                    </a:cubicBezTo>
                    <a:cubicBezTo>
                      <a:pt x="193" y="30"/>
                      <a:pt x="193" y="30"/>
                      <a:pt x="193" y="29"/>
                    </a:cubicBezTo>
                    <a:cubicBezTo>
                      <a:pt x="195" y="28"/>
                      <a:pt x="197" y="25"/>
                      <a:pt x="197" y="22"/>
                    </a:cubicBezTo>
                    <a:cubicBezTo>
                      <a:pt x="197" y="19"/>
                      <a:pt x="195" y="16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7" y="12"/>
                      <a:pt x="197" y="11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6"/>
                      <a:pt x="196" y="5"/>
                      <a:pt x="195" y="5"/>
                    </a:cubicBezTo>
                    <a:cubicBezTo>
                      <a:pt x="194" y="5"/>
                      <a:pt x="194" y="5"/>
                      <a:pt x="194" y="5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92" y="2"/>
                      <a:pt x="192" y="2"/>
                      <a:pt x="192" y="2"/>
                    </a:cubicBezTo>
                    <a:cubicBezTo>
                      <a:pt x="192" y="1"/>
                      <a:pt x="191" y="0"/>
                      <a:pt x="190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4" y="0"/>
                      <a:pt x="183" y="1"/>
                      <a:pt x="183" y="2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1" y="5"/>
                      <a:pt x="181" y="5"/>
                      <a:pt x="181" y="5"/>
                    </a:cubicBezTo>
                    <a:cubicBezTo>
                      <a:pt x="180" y="5"/>
                      <a:pt x="180" y="5"/>
                      <a:pt x="180" y="5"/>
                    </a:cubicBezTo>
                    <a:cubicBezTo>
                      <a:pt x="179" y="5"/>
                      <a:pt x="178" y="6"/>
                      <a:pt x="178" y="7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2"/>
                      <a:pt x="179" y="13"/>
                      <a:pt x="180" y="13"/>
                    </a:cubicBezTo>
                    <a:cubicBezTo>
                      <a:pt x="181" y="13"/>
                      <a:pt x="181" y="13"/>
                      <a:pt x="181" y="13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83" y="15"/>
                      <a:pt x="183" y="15"/>
                      <a:pt x="183" y="15"/>
                    </a:cubicBezTo>
                    <a:cubicBezTo>
                      <a:pt x="180" y="16"/>
                      <a:pt x="178" y="19"/>
                      <a:pt x="178" y="22"/>
                    </a:cubicBezTo>
                    <a:cubicBezTo>
                      <a:pt x="178" y="25"/>
                      <a:pt x="180" y="28"/>
                      <a:pt x="182" y="29"/>
                    </a:cubicBezTo>
                    <a:cubicBezTo>
                      <a:pt x="182" y="29"/>
                      <a:pt x="182" y="30"/>
                      <a:pt x="182" y="30"/>
                    </a:cubicBezTo>
                    <a:cubicBezTo>
                      <a:pt x="182" y="30"/>
                      <a:pt x="182" y="30"/>
                      <a:pt x="181" y="31"/>
                    </a:cubicBezTo>
                    <a:cubicBezTo>
                      <a:pt x="180" y="31"/>
                      <a:pt x="178" y="31"/>
                      <a:pt x="177" y="31"/>
                    </a:cubicBezTo>
                    <a:cubicBezTo>
                      <a:pt x="176" y="31"/>
                      <a:pt x="175" y="31"/>
                      <a:pt x="174" y="31"/>
                    </a:cubicBezTo>
                    <a:cubicBezTo>
                      <a:pt x="173" y="30"/>
                      <a:pt x="171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29"/>
                      <a:pt x="168" y="29"/>
                      <a:pt x="168" y="30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66" y="29"/>
                      <a:pt x="165" y="29"/>
                      <a:pt x="164" y="29"/>
                    </a:cubicBezTo>
                    <a:cubicBezTo>
                      <a:pt x="163" y="29"/>
                      <a:pt x="162" y="29"/>
                      <a:pt x="161" y="30"/>
                    </a:cubicBezTo>
                    <a:cubicBezTo>
                      <a:pt x="161" y="30"/>
                      <a:pt x="160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6" y="30"/>
                      <a:pt x="155" y="30"/>
                      <a:pt x="155" y="31"/>
                    </a:cubicBezTo>
                    <a:cubicBezTo>
                      <a:pt x="154" y="31"/>
                      <a:pt x="154" y="31"/>
                      <a:pt x="153" y="31"/>
                    </a:cubicBezTo>
                    <a:cubicBezTo>
                      <a:pt x="153" y="31"/>
                      <a:pt x="152" y="31"/>
                      <a:pt x="152" y="31"/>
                    </a:cubicBezTo>
                    <a:cubicBezTo>
                      <a:pt x="150" y="32"/>
                      <a:pt x="149" y="33"/>
                      <a:pt x="149" y="35"/>
                    </a:cubicBezTo>
                    <a:cubicBezTo>
                      <a:pt x="148" y="36"/>
                      <a:pt x="145" y="36"/>
                      <a:pt x="144" y="37"/>
                    </a:cubicBezTo>
                    <a:cubicBezTo>
                      <a:pt x="143" y="35"/>
                      <a:pt x="142" y="34"/>
                      <a:pt x="140" y="34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7" y="35"/>
                      <a:pt x="135" y="36"/>
                      <a:pt x="135" y="39"/>
                    </a:cubicBezTo>
                    <a:cubicBezTo>
                      <a:pt x="135" y="39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4" y="39"/>
                      <a:pt x="133" y="38"/>
                      <a:pt x="131" y="38"/>
                    </a:cubicBezTo>
                    <a:cubicBezTo>
                      <a:pt x="128" y="38"/>
                      <a:pt x="125" y="40"/>
                      <a:pt x="125" y="43"/>
                    </a:cubicBezTo>
                    <a:cubicBezTo>
                      <a:pt x="125" y="44"/>
                      <a:pt x="125" y="45"/>
                      <a:pt x="125" y="45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5" y="46"/>
                      <a:pt x="124" y="46"/>
                      <a:pt x="123" y="46"/>
                    </a:cubicBezTo>
                    <a:cubicBezTo>
                      <a:pt x="120" y="46"/>
                      <a:pt x="116" y="48"/>
                      <a:pt x="116" y="52"/>
                    </a:cubicBezTo>
                    <a:cubicBezTo>
                      <a:pt x="116" y="53"/>
                      <a:pt x="116" y="54"/>
                      <a:pt x="116" y="55"/>
                    </a:cubicBezTo>
                    <a:cubicBezTo>
                      <a:pt x="115" y="57"/>
                      <a:pt x="114" y="59"/>
                      <a:pt x="114" y="62"/>
                    </a:cubicBezTo>
                    <a:cubicBezTo>
                      <a:pt x="114" y="65"/>
                      <a:pt x="116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70"/>
                      <a:pt x="120" y="71"/>
                      <a:pt x="120" y="72"/>
                    </a:cubicBezTo>
                    <a:cubicBezTo>
                      <a:pt x="120" y="75"/>
                      <a:pt x="123" y="77"/>
                      <a:pt x="126" y="78"/>
                    </a:cubicBezTo>
                    <a:cubicBezTo>
                      <a:pt x="126" y="81"/>
                      <a:pt x="129" y="84"/>
                      <a:pt x="133" y="84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33" y="85"/>
                      <a:pt x="133" y="85"/>
                      <a:pt x="134" y="86"/>
                    </a:cubicBezTo>
                    <a:cubicBezTo>
                      <a:pt x="134" y="86"/>
                      <a:pt x="133" y="86"/>
                      <a:pt x="133" y="87"/>
                    </a:cubicBezTo>
                    <a:cubicBezTo>
                      <a:pt x="133" y="88"/>
                      <a:pt x="134" y="88"/>
                      <a:pt x="134" y="89"/>
                    </a:cubicBezTo>
                    <a:cubicBezTo>
                      <a:pt x="135" y="90"/>
                      <a:pt x="136" y="90"/>
                      <a:pt x="137" y="91"/>
                    </a:cubicBezTo>
                    <a:cubicBezTo>
                      <a:pt x="137" y="91"/>
                      <a:pt x="137" y="90"/>
                      <a:pt x="137" y="90"/>
                    </a:cubicBezTo>
                    <a:cubicBezTo>
                      <a:pt x="137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2"/>
                      <a:pt x="138" y="92"/>
                    </a:cubicBezTo>
                    <a:cubicBezTo>
                      <a:pt x="139" y="94"/>
                      <a:pt x="139" y="95"/>
                      <a:pt x="139" y="95"/>
                    </a:cubicBezTo>
                    <a:cubicBezTo>
                      <a:pt x="139" y="96"/>
                      <a:pt x="139" y="97"/>
                      <a:pt x="139" y="97"/>
                    </a:cubicBezTo>
                    <a:cubicBezTo>
                      <a:pt x="139" y="97"/>
                      <a:pt x="140" y="98"/>
                      <a:pt x="140" y="98"/>
                    </a:cubicBezTo>
                    <a:cubicBezTo>
                      <a:pt x="140" y="98"/>
                      <a:pt x="141" y="98"/>
                      <a:pt x="141" y="99"/>
                    </a:cubicBezTo>
                    <a:cubicBezTo>
                      <a:pt x="142" y="99"/>
                      <a:pt x="142" y="100"/>
                      <a:pt x="142" y="100"/>
                    </a:cubicBezTo>
                    <a:cubicBezTo>
                      <a:pt x="142" y="100"/>
                      <a:pt x="141" y="103"/>
                      <a:pt x="142" y="105"/>
                    </a:cubicBezTo>
                    <a:cubicBezTo>
                      <a:pt x="142" y="106"/>
                      <a:pt x="145" y="107"/>
                      <a:pt x="145" y="107"/>
                    </a:cubicBezTo>
                    <a:cubicBezTo>
                      <a:pt x="144" y="107"/>
                      <a:pt x="145" y="107"/>
                      <a:pt x="145" y="107"/>
                    </a:cubicBezTo>
                    <a:cubicBezTo>
                      <a:pt x="139" y="109"/>
                      <a:pt x="135" y="111"/>
                      <a:pt x="134" y="112"/>
                    </a:cubicBezTo>
                    <a:cubicBezTo>
                      <a:pt x="134" y="112"/>
                      <a:pt x="110" y="124"/>
                      <a:pt x="94" y="141"/>
                    </a:cubicBezTo>
                    <a:cubicBezTo>
                      <a:pt x="79" y="157"/>
                      <a:pt x="72" y="171"/>
                      <a:pt x="68" y="181"/>
                    </a:cubicBezTo>
                    <a:cubicBezTo>
                      <a:pt x="67" y="180"/>
                      <a:pt x="67" y="178"/>
                      <a:pt x="66" y="177"/>
                    </a:cubicBezTo>
                    <a:cubicBezTo>
                      <a:pt x="61" y="170"/>
                      <a:pt x="57" y="165"/>
                      <a:pt x="53" y="161"/>
                    </a:cubicBezTo>
                    <a:cubicBezTo>
                      <a:pt x="53" y="161"/>
                      <a:pt x="43" y="145"/>
                      <a:pt x="38" y="131"/>
                    </a:cubicBezTo>
                    <a:cubicBezTo>
                      <a:pt x="33" y="117"/>
                      <a:pt x="31" y="109"/>
                      <a:pt x="30" y="101"/>
                    </a:cubicBezTo>
                    <a:cubicBezTo>
                      <a:pt x="30" y="93"/>
                      <a:pt x="25" y="100"/>
                      <a:pt x="25" y="101"/>
                    </a:cubicBezTo>
                    <a:cubicBezTo>
                      <a:pt x="24" y="102"/>
                      <a:pt x="22" y="106"/>
                      <a:pt x="22" y="107"/>
                    </a:cubicBezTo>
                    <a:cubicBezTo>
                      <a:pt x="21" y="108"/>
                      <a:pt x="21" y="109"/>
                      <a:pt x="21" y="109"/>
                    </a:cubicBezTo>
                    <a:cubicBezTo>
                      <a:pt x="21" y="109"/>
                      <a:pt x="19" y="109"/>
                      <a:pt x="17" y="112"/>
                    </a:cubicBezTo>
                    <a:cubicBezTo>
                      <a:pt x="17" y="112"/>
                      <a:pt x="13" y="123"/>
                      <a:pt x="18" y="137"/>
                    </a:cubicBezTo>
                    <a:cubicBezTo>
                      <a:pt x="22" y="151"/>
                      <a:pt x="26" y="158"/>
                      <a:pt x="27" y="159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5" y="159"/>
                      <a:pt x="17" y="157"/>
                      <a:pt x="13" y="157"/>
                    </a:cubicBezTo>
                    <a:cubicBezTo>
                      <a:pt x="8" y="157"/>
                      <a:pt x="7" y="157"/>
                      <a:pt x="6" y="159"/>
                    </a:cubicBezTo>
                    <a:cubicBezTo>
                      <a:pt x="4" y="160"/>
                      <a:pt x="4" y="161"/>
                      <a:pt x="7" y="164"/>
                    </a:cubicBezTo>
                    <a:cubicBezTo>
                      <a:pt x="11" y="166"/>
                      <a:pt x="27" y="180"/>
                      <a:pt x="33" y="190"/>
                    </a:cubicBezTo>
                    <a:cubicBezTo>
                      <a:pt x="39" y="200"/>
                      <a:pt x="36" y="198"/>
                      <a:pt x="34" y="197"/>
                    </a:cubicBezTo>
                    <a:cubicBezTo>
                      <a:pt x="33" y="197"/>
                      <a:pt x="28" y="194"/>
                      <a:pt x="21" y="193"/>
                    </a:cubicBezTo>
                    <a:cubicBezTo>
                      <a:pt x="15" y="192"/>
                      <a:pt x="13" y="192"/>
                      <a:pt x="10" y="195"/>
                    </a:cubicBezTo>
                    <a:cubicBezTo>
                      <a:pt x="9" y="196"/>
                      <a:pt x="10" y="198"/>
                      <a:pt x="11" y="199"/>
                    </a:cubicBezTo>
                    <a:cubicBezTo>
                      <a:pt x="11" y="199"/>
                      <a:pt x="29" y="211"/>
                      <a:pt x="31" y="212"/>
                    </a:cubicBezTo>
                    <a:cubicBezTo>
                      <a:pt x="33" y="214"/>
                      <a:pt x="34" y="216"/>
                      <a:pt x="33" y="215"/>
                    </a:cubicBezTo>
                    <a:cubicBezTo>
                      <a:pt x="31" y="215"/>
                      <a:pt x="26" y="215"/>
                      <a:pt x="24" y="216"/>
                    </a:cubicBezTo>
                    <a:cubicBezTo>
                      <a:pt x="22" y="217"/>
                      <a:pt x="21" y="219"/>
                      <a:pt x="23" y="221"/>
                    </a:cubicBezTo>
                    <a:cubicBezTo>
                      <a:pt x="24" y="223"/>
                      <a:pt x="33" y="230"/>
                      <a:pt x="40" y="239"/>
                    </a:cubicBezTo>
                    <a:cubicBezTo>
                      <a:pt x="48" y="251"/>
                      <a:pt x="50" y="257"/>
                      <a:pt x="52" y="260"/>
                    </a:cubicBezTo>
                    <a:cubicBezTo>
                      <a:pt x="54" y="264"/>
                      <a:pt x="53" y="265"/>
                      <a:pt x="50" y="263"/>
                    </a:cubicBezTo>
                    <a:cubicBezTo>
                      <a:pt x="47" y="260"/>
                      <a:pt x="38" y="256"/>
                      <a:pt x="35" y="256"/>
                    </a:cubicBezTo>
                    <a:cubicBezTo>
                      <a:pt x="31" y="256"/>
                      <a:pt x="22" y="257"/>
                      <a:pt x="18" y="258"/>
                    </a:cubicBezTo>
                    <a:cubicBezTo>
                      <a:pt x="13" y="260"/>
                      <a:pt x="13" y="261"/>
                      <a:pt x="16" y="262"/>
                    </a:cubicBezTo>
                    <a:cubicBezTo>
                      <a:pt x="19" y="263"/>
                      <a:pt x="21" y="263"/>
                      <a:pt x="22" y="264"/>
                    </a:cubicBezTo>
                    <a:cubicBezTo>
                      <a:pt x="24" y="265"/>
                      <a:pt x="22" y="265"/>
                      <a:pt x="21" y="265"/>
                    </a:cubicBezTo>
                    <a:cubicBezTo>
                      <a:pt x="19" y="265"/>
                      <a:pt x="14" y="264"/>
                      <a:pt x="8" y="267"/>
                    </a:cubicBezTo>
                    <a:cubicBezTo>
                      <a:pt x="2" y="270"/>
                      <a:pt x="2" y="273"/>
                      <a:pt x="0" y="276"/>
                    </a:cubicBezTo>
                    <a:cubicBezTo>
                      <a:pt x="0" y="278"/>
                      <a:pt x="1" y="279"/>
                      <a:pt x="4" y="279"/>
                    </a:cubicBezTo>
                    <a:cubicBezTo>
                      <a:pt x="7" y="278"/>
                      <a:pt x="21" y="278"/>
                      <a:pt x="26" y="280"/>
                    </a:cubicBezTo>
                    <a:cubicBezTo>
                      <a:pt x="30" y="281"/>
                      <a:pt x="31" y="282"/>
                      <a:pt x="29" y="283"/>
                    </a:cubicBezTo>
                    <a:cubicBezTo>
                      <a:pt x="27" y="283"/>
                      <a:pt x="23" y="286"/>
                      <a:pt x="20" y="288"/>
                    </a:cubicBezTo>
                    <a:cubicBezTo>
                      <a:pt x="18" y="291"/>
                      <a:pt x="16" y="293"/>
                      <a:pt x="18" y="292"/>
                    </a:cubicBezTo>
                    <a:cubicBezTo>
                      <a:pt x="21" y="292"/>
                      <a:pt x="27" y="292"/>
                      <a:pt x="39" y="297"/>
                    </a:cubicBezTo>
                    <a:cubicBezTo>
                      <a:pt x="52" y="303"/>
                      <a:pt x="64" y="311"/>
                      <a:pt x="68" y="315"/>
                    </a:cubicBezTo>
                    <a:cubicBezTo>
                      <a:pt x="72" y="319"/>
                      <a:pt x="71" y="319"/>
                      <a:pt x="69" y="319"/>
                    </a:cubicBezTo>
                    <a:cubicBezTo>
                      <a:pt x="66" y="318"/>
                      <a:pt x="60" y="315"/>
                      <a:pt x="54" y="316"/>
                    </a:cubicBezTo>
                    <a:cubicBezTo>
                      <a:pt x="48" y="316"/>
                      <a:pt x="39" y="317"/>
                      <a:pt x="34" y="320"/>
                    </a:cubicBezTo>
                    <a:cubicBezTo>
                      <a:pt x="30" y="323"/>
                      <a:pt x="31" y="324"/>
                      <a:pt x="33" y="324"/>
                    </a:cubicBezTo>
                    <a:cubicBezTo>
                      <a:pt x="36" y="324"/>
                      <a:pt x="52" y="329"/>
                      <a:pt x="59" y="331"/>
                    </a:cubicBezTo>
                    <a:cubicBezTo>
                      <a:pt x="65" y="333"/>
                      <a:pt x="72" y="336"/>
                      <a:pt x="76" y="338"/>
                    </a:cubicBezTo>
                    <a:cubicBezTo>
                      <a:pt x="79" y="340"/>
                      <a:pt x="72" y="343"/>
                      <a:pt x="69" y="345"/>
                    </a:cubicBezTo>
                    <a:cubicBezTo>
                      <a:pt x="67" y="347"/>
                      <a:pt x="69" y="347"/>
                      <a:pt x="70" y="348"/>
                    </a:cubicBezTo>
                    <a:cubicBezTo>
                      <a:pt x="72" y="349"/>
                      <a:pt x="79" y="347"/>
                      <a:pt x="79" y="348"/>
                    </a:cubicBezTo>
                    <a:cubicBezTo>
                      <a:pt x="80" y="350"/>
                      <a:pt x="75" y="350"/>
                      <a:pt x="72" y="355"/>
                    </a:cubicBezTo>
                    <a:cubicBezTo>
                      <a:pt x="69" y="359"/>
                      <a:pt x="67" y="362"/>
                      <a:pt x="67" y="366"/>
                    </a:cubicBezTo>
                    <a:cubicBezTo>
                      <a:pt x="67" y="370"/>
                      <a:pt x="68" y="367"/>
                      <a:pt x="69" y="366"/>
                    </a:cubicBezTo>
                    <a:cubicBezTo>
                      <a:pt x="71" y="365"/>
                      <a:pt x="77" y="362"/>
                      <a:pt x="80" y="360"/>
                    </a:cubicBezTo>
                    <a:cubicBezTo>
                      <a:pt x="82" y="359"/>
                      <a:pt x="86" y="357"/>
                      <a:pt x="88" y="357"/>
                    </a:cubicBezTo>
                    <a:cubicBezTo>
                      <a:pt x="91" y="356"/>
                      <a:pt x="86" y="362"/>
                      <a:pt x="88" y="364"/>
                    </a:cubicBezTo>
                    <a:cubicBezTo>
                      <a:pt x="90" y="366"/>
                      <a:pt x="94" y="365"/>
                      <a:pt x="98" y="363"/>
                    </a:cubicBezTo>
                    <a:cubicBezTo>
                      <a:pt x="101" y="362"/>
                      <a:pt x="105" y="359"/>
                      <a:pt x="106" y="360"/>
                    </a:cubicBezTo>
                    <a:cubicBezTo>
                      <a:pt x="108" y="361"/>
                      <a:pt x="102" y="366"/>
                      <a:pt x="105" y="368"/>
                    </a:cubicBezTo>
                    <a:cubicBezTo>
                      <a:pt x="109" y="371"/>
                      <a:pt x="120" y="368"/>
                      <a:pt x="120" y="368"/>
                    </a:cubicBezTo>
                    <a:cubicBezTo>
                      <a:pt x="146" y="366"/>
                      <a:pt x="155" y="384"/>
                      <a:pt x="156" y="388"/>
                    </a:cubicBezTo>
                    <a:cubicBezTo>
                      <a:pt x="156" y="392"/>
                      <a:pt x="152" y="394"/>
                      <a:pt x="150" y="395"/>
                    </a:cubicBezTo>
                    <a:cubicBezTo>
                      <a:pt x="148" y="395"/>
                      <a:pt x="151" y="398"/>
                      <a:pt x="161" y="399"/>
                    </a:cubicBezTo>
                    <a:cubicBezTo>
                      <a:pt x="166" y="399"/>
                      <a:pt x="175" y="398"/>
                      <a:pt x="180" y="386"/>
                    </a:cubicBezTo>
                    <a:cubicBezTo>
                      <a:pt x="184" y="376"/>
                      <a:pt x="172" y="358"/>
                      <a:pt x="171" y="356"/>
                    </a:cubicBezTo>
                    <a:cubicBezTo>
                      <a:pt x="170" y="355"/>
                      <a:pt x="169" y="353"/>
                      <a:pt x="168" y="352"/>
                    </a:cubicBezTo>
                    <a:cubicBezTo>
                      <a:pt x="171" y="354"/>
                      <a:pt x="173" y="355"/>
                      <a:pt x="175" y="356"/>
                    </a:cubicBezTo>
                    <a:cubicBezTo>
                      <a:pt x="177" y="358"/>
                      <a:pt x="182" y="362"/>
                      <a:pt x="187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94" y="362"/>
                      <a:pt x="197" y="358"/>
                      <a:pt x="200" y="357"/>
                    </a:cubicBezTo>
                    <a:cubicBezTo>
                      <a:pt x="201" y="356"/>
                      <a:pt x="202" y="355"/>
                      <a:pt x="203" y="355"/>
                    </a:cubicBezTo>
                    <a:cubicBezTo>
                      <a:pt x="203" y="355"/>
                      <a:pt x="203" y="356"/>
                      <a:pt x="203" y="356"/>
                    </a:cubicBezTo>
                    <a:cubicBezTo>
                      <a:pt x="202" y="358"/>
                      <a:pt x="190" y="376"/>
                      <a:pt x="194" y="386"/>
                    </a:cubicBezTo>
                    <a:cubicBezTo>
                      <a:pt x="199" y="397"/>
                      <a:pt x="208" y="398"/>
                      <a:pt x="214" y="398"/>
                    </a:cubicBezTo>
                    <a:cubicBezTo>
                      <a:pt x="223" y="398"/>
                      <a:pt x="227" y="395"/>
                      <a:pt x="224" y="394"/>
                    </a:cubicBezTo>
                    <a:cubicBezTo>
                      <a:pt x="222" y="393"/>
                      <a:pt x="218" y="392"/>
                      <a:pt x="219" y="387"/>
                    </a:cubicBezTo>
                    <a:cubicBezTo>
                      <a:pt x="219" y="383"/>
                      <a:pt x="228" y="366"/>
                      <a:pt x="255" y="368"/>
                    </a:cubicBezTo>
                    <a:cubicBezTo>
                      <a:pt x="255" y="368"/>
                      <a:pt x="265" y="371"/>
                      <a:pt x="269" y="368"/>
                    </a:cubicBezTo>
                    <a:cubicBezTo>
                      <a:pt x="272" y="365"/>
                      <a:pt x="267" y="361"/>
                      <a:pt x="268" y="360"/>
                    </a:cubicBezTo>
                    <a:cubicBezTo>
                      <a:pt x="269" y="358"/>
                      <a:pt x="273" y="361"/>
                      <a:pt x="277" y="363"/>
                    </a:cubicBezTo>
                    <a:cubicBezTo>
                      <a:pt x="280" y="365"/>
                      <a:pt x="284" y="365"/>
                      <a:pt x="286" y="363"/>
                    </a:cubicBezTo>
                    <a:cubicBezTo>
                      <a:pt x="288" y="362"/>
                      <a:pt x="283" y="356"/>
                      <a:pt x="286" y="356"/>
                    </a:cubicBezTo>
                    <a:cubicBezTo>
                      <a:pt x="288" y="357"/>
                      <a:pt x="292" y="359"/>
                      <a:pt x="294" y="360"/>
                    </a:cubicBezTo>
                    <a:cubicBezTo>
                      <a:pt x="297" y="361"/>
                      <a:pt x="304" y="364"/>
                      <a:pt x="305" y="365"/>
                    </a:cubicBezTo>
                    <a:cubicBezTo>
                      <a:pt x="306" y="366"/>
                      <a:pt x="307" y="369"/>
                      <a:pt x="307" y="365"/>
                    </a:cubicBezTo>
                    <a:cubicBezTo>
                      <a:pt x="307" y="362"/>
                      <a:pt x="305" y="359"/>
                      <a:pt x="302" y="354"/>
                    </a:cubicBezTo>
                    <a:cubicBezTo>
                      <a:pt x="299" y="350"/>
                      <a:pt x="294" y="349"/>
                      <a:pt x="295" y="348"/>
                    </a:cubicBezTo>
                    <a:cubicBezTo>
                      <a:pt x="295" y="346"/>
                      <a:pt x="301" y="347"/>
                      <a:pt x="302" y="347"/>
                    </a:cubicBezTo>
                    <a:cubicBezTo>
                      <a:pt x="304" y="346"/>
                      <a:pt x="308" y="347"/>
                      <a:pt x="306" y="345"/>
                    </a:cubicBezTo>
                    <a:cubicBezTo>
                      <a:pt x="304" y="343"/>
                      <a:pt x="297" y="338"/>
                      <a:pt x="299" y="337"/>
                    </a:cubicBezTo>
                    <a:cubicBezTo>
                      <a:pt x="303" y="336"/>
                      <a:pt x="309" y="332"/>
                      <a:pt x="315" y="330"/>
                    </a:cubicBezTo>
                    <a:cubicBezTo>
                      <a:pt x="322" y="328"/>
                      <a:pt x="338" y="323"/>
                      <a:pt x="341" y="323"/>
                    </a:cubicBezTo>
                    <a:cubicBezTo>
                      <a:pt x="343" y="323"/>
                      <a:pt x="344" y="322"/>
                      <a:pt x="340" y="319"/>
                    </a:cubicBezTo>
                    <a:cubicBezTo>
                      <a:pt x="335" y="317"/>
                      <a:pt x="326" y="316"/>
                      <a:pt x="320" y="315"/>
                    </a:cubicBezTo>
                    <a:cubicBezTo>
                      <a:pt x="314" y="315"/>
                      <a:pt x="308" y="318"/>
                      <a:pt x="305" y="318"/>
                    </a:cubicBezTo>
                    <a:cubicBezTo>
                      <a:pt x="303" y="319"/>
                      <a:pt x="302" y="318"/>
                      <a:pt x="306" y="314"/>
                    </a:cubicBezTo>
                    <a:cubicBezTo>
                      <a:pt x="310" y="311"/>
                      <a:pt x="322" y="302"/>
                      <a:pt x="335" y="297"/>
                    </a:cubicBezTo>
                    <a:cubicBezTo>
                      <a:pt x="347" y="291"/>
                      <a:pt x="353" y="292"/>
                      <a:pt x="356" y="292"/>
                    </a:cubicBezTo>
                    <a:cubicBezTo>
                      <a:pt x="358" y="292"/>
                      <a:pt x="356" y="290"/>
                      <a:pt x="354" y="288"/>
                    </a:cubicBezTo>
                    <a:cubicBezTo>
                      <a:pt x="351" y="285"/>
                      <a:pt x="347" y="283"/>
                      <a:pt x="345" y="282"/>
                    </a:cubicBezTo>
                    <a:cubicBezTo>
                      <a:pt x="343" y="282"/>
                      <a:pt x="344" y="281"/>
                      <a:pt x="348" y="280"/>
                    </a:cubicBezTo>
                    <a:cubicBezTo>
                      <a:pt x="352" y="278"/>
                      <a:pt x="367" y="278"/>
                      <a:pt x="370" y="279"/>
                    </a:cubicBezTo>
                    <a:cubicBezTo>
                      <a:pt x="373" y="279"/>
                      <a:pt x="374" y="278"/>
                      <a:pt x="373" y="276"/>
                    </a:cubicBezTo>
                    <a:cubicBezTo>
                      <a:pt x="372" y="272"/>
                      <a:pt x="371" y="269"/>
                      <a:pt x="366" y="267"/>
                    </a:cubicBezTo>
                    <a:moveTo>
                      <a:pt x="235" y="95"/>
                    </a:moveTo>
                    <a:cubicBezTo>
                      <a:pt x="235" y="96"/>
                      <a:pt x="234" y="96"/>
                      <a:pt x="234" y="97"/>
                    </a:cubicBezTo>
                    <a:cubicBezTo>
                      <a:pt x="234" y="97"/>
                      <a:pt x="234" y="97"/>
                      <a:pt x="234" y="97"/>
                    </a:cubicBezTo>
                    <a:cubicBezTo>
                      <a:pt x="232" y="97"/>
                      <a:pt x="232" y="97"/>
                      <a:pt x="232" y="97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34" y="91"/>
                      <a:pt x="234" y="91"/>
                      <a:pt x="234" y="91"/>
                    </a:cubicBezTo>
                    <a:cubicBezTo>
                      <a:pt x="235" y="91"/>
                      <a:pt x="235" y="91"/>
                      <a:pt x="235" y="91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6" y="93"/>
                      <a:pt x="235" y="94"/>
                      <a:pt x="235" y="95"/>
                    </a:cubicBezTo>
                    <a:moveTo>
                      <a:pt x="151" y="91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7" y="87"/>
                      <a:pt x="149" y="86"/>
                      <a:pt x="154" y="85"/>
                    </a:cubicBezTo>
                    <a:cubicBezTo>
                      <a:pt x="157" y="84"/>
                      <a:pt x="159" y="84"/>
                      <a:pt x="161" y="83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64" y="92"/>
                      <a:pt x="164" y="92"/>
                      <a:pt x="164" y="92"/>
                    </a:cubicBezTo>
                    <a:cubicBezTo>
                      <a:pt x="163" y="92"/>
                      <a:pt x="162" y="93"/>
                      <a:pt x="161" y="93"/>
                    </a:cubicBezTo>
                    <a:cubicBezTo>
                      <a:pt x="159" y="93"/>
                      <a:pt x="150" y="96"/>
                      <a:pt x="147" y="97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1" y="91"/>
                    </a:lnTo>
                    <a:close/>
                    <a:moveTo>
                      <a:pt x="228" y="96"/>
                    </a:moveTo>
                    <a:cubicBezTo>
                      <a:pt x="224" y="95"/>
                      <a:pt x="216" y="93"/>
                      <a:pt x="214" y="93"/>
                    </a:cubicBezTo>
                    <a:cubicBezTo>
                      <a:pt x="214" y="93"/>
                      <a:pt x="213" y="92"/>
                      <a:pt x="211" y="92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6" y="84"/>
                      <a:pt x="219" y="84"/>
                      <a:pt x="222" y="85"/>
                    </a:cubicBezTo>
                    <a:cubicBezTo>
                      <a:pt x="226" y="86"/>
                      <a:pt x="228" y="87"/>
                      <a:pt x="232" y="89"/>
                    </a:cubicBezTo>
                    <a:cubicBezTo>
                      <a:pt x="224" y="91"/>
                      <a:pt x="224" y="91"/>
                      <a:pt x="224" y="91"/>
                    </a:cubicBezTo>
                    <a:cubicBezTo>
                      <a:pt x="223" y="92"/>
                      <a:pt x="223" y="92"/>
                      <a:pt x="223" y="92"/>
                    </a:cubicBezTo>
                    <a:lnTo>
                      <a:pt x="228" y="96"/>
                    </a:lnTo>
                    <a:close/>
                    <a:moveTo>
                      <a:pt x="217" y="88"/>
                    </a:moveTo>
                    <a:cubicBezTo>
                      <a:pt x="210" y="90"/>
                      <a:pt x="210" y="90"/>
                      <a:pt x="210" y="90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11" y="83"/>
                      <a:pt x="211" y="83"/>
                      <a:pt x="211" y="83"/>
                    </a:cubicBezTo>
                    <a:cubicBezTo>
                      <a:pt x="211" y="83"/>
                      <a:pt x="211" y="83"/>
                      <a:pt x="211" y="83"/>
                    </a:cubicBezTo>
                    <a:lnTo>
                      <a:pt x="217" y="88"/>
                    </a:lnTo>
                    <a:close/>
                    <a:moveTo>
                      <a:pt x="201" y="85"/>
                    </a:moveTo>
                    <a:cubicBezTo>
                      <a:pt x="200" y="86"/>
                      <a:pt x="200" y="86"/>
                      <a:pt x="200" y="86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3" y="90"/>
                      <a:pt x="195" y="89"/>
                      <a:pt x="188" y="89"/>
                    </a:cubicBezTo>
                    <a:cubicBezTo>
                      <a:pt x="197" y="85"/>
                      <a:pt x="197" y="85"/>
                      <a:pt x="197" y="85"/>
                    </a:cubicBezTo>
                    <a:cubicBezTo>
                      <a:pt x="197" y="83"/>
                      <a:pt x="197" y="83"/>
                      <a:pt x="197" y="83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6" y="80"/>
                      <a:pt x="202" y="80"/>
                      <a:pt x="206" y="81"/>
                    </a:cubicBezTo>
                    <a:cubicBezTo>
                      <a:pt x="207" y="81"/>
                      <a:pt x="208" y="81"/>
                      <a:pt x="209" y="82"/>
                    </a:cubicBezTo>
                    <a:lnTo>
                      <a:pt x="201" y="85"/>
                    </a:lnTo>
                    <a:close/>
                    <a:moveTo>
                      <a:pt x="194" y="84"/>
                    </a:moveTo>
                    <a:cubicBezTo>
                      <a:pt x="194" y="84"/>
                      <a:pt x="194" y="84"/>
                      <a:pt x="194" y="84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1" y="84"/>
                      <a:pt x="181" y="84"/>
                      <a:pt x="181" y="84"/>
                    </a:cubicBezTo>
                    <a:cubicBezTo>
                      <a:pt x="187" y="80"/>
                      <a:pt x="187" y="80"/>
                      <a:pt x="187" y="80"/>
                    </a:cubicBezTo>
                    <a:cubicBezTo>
                      <a:pt x="187" y="80"/>
                      <a:pt x="187" y="80"/>
                      <a:pt x="187" y="80"/>
                    </a:cubicBezTo>
                    <a:lnTo>
                      <a:pt x="194" y="84"/>
                    </a:lnTo>
                    <a:close/>
                    <a:moveTo>
                      <a:pt x="177" y="83"/>
                    </a:move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5"/>
                      <a:pt x="178" y="85"/>
                      <a:pt x="178" y="85"/>
                    </a:cubicBezTo>
                    <a:cubicBezTo>
                      <a:pt x="187" y="89"/>
                      <a:pt x="187" y="89"/>
                      <a:pt x="187" y="89"/>
                    </a:cubicBezTo>
                    <a:cubicBezTo>
                      <a:pt x="187" y="89"/>
                      <a:pt x="186" y="89"/>
                      <a:pt x="186" y="89"/>
                    </a:cubicBezTo>
                    <a:cubicBezTo>
                      <a:pt x="179" y="89"/>
                      <a:pt x="172" y="91"/>
                      <a:pt x="167" y="92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2"/>
                      <a:pt x="169" y="81"/>
                      <a:pt x="170" y="81"/>
                    </a:cubicBezTo>
                    <a:cubicBezTo>
                      <a:pt x="174" y="80"/>
                      <a:pt x="181" y="80"/>
                      <a:pt x="184" y="79"/>
                    </a:cubicBezTo>
                    <a:lnTo>
                      <a:pt x="177" y="83"/>
                    </a:lnTo>
                    <a:close/>
                    <a:moveTo>
                      <a:pt x="171" y="86"/>
                    </a:moveTo>
                    <a:cubicBezTo>
                      <a:pt x="171" y="86"/>
                      <a:pt x="171" y="86"/>
                      <a:pt x="171" y="86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64" y="83"/>
                      <a:pt x="164" y="83"/>
                      <a:pt x="164" y="83"/>
                    </a:cubicBezTo>
                    <a:cubicBezTo>
                      <a:pt x="164" y="83"/>
                      <a:pt x="164" y="83"/>
                      <a:pt x="164" y="83"/>
                    </a:cubicBezTo>
                    <a:lnTo>
                      <a:pt x="171" y="86"/>
                    </a:lnTo>
                    <a:close/>
                    <a:moveTo>
                      <a:pt x="148" y="100"/>
                    </a:moveTo>
                    <a:cubicBezTo>
                      <a:pt x="151" y="98"/>
                      <a:pt x="172" y="93"/>
                      <a:pt x="187" y="93"/>
                    </a:cubicBezTo>
                    <a:cubicBezTo>
                      <a:pt x="207" y="93"/>
                      <a:pt x="219" y="97"/>
                      <a:pt x="229" y="101"/>
                    </a:cubicBezTo>
                    <a:cubicBezTo>
                      <a:pt x="230" y="101"/>
                      <a:pt x="230" y="103"/>
                      <a:pt x="230" y="104"/>
                    </a:cubicBezTo>
                    <a:cubicBezTo>
                      <a:pt x="229" y="105"/>
                      <a:pt x="228" y="105"/>
                      <a:pt x="226" y="105"/>
                    </a:cubicBezTo>
                    <a:cubicBezTo>
                      <a:pt x="223" y="103"/>
                      <a:pt x="205" y="98"/>
                      <a:pt x="188" y="98"/>
                    </a:cubicBezTo>
                    <a:cubicBezTo>
                      <a:pt x="171" y="98"/>
                      <a:pt x="153" y="103"/>
                      <a:pt x="150" y="104"/>
                    </a:cubicBezTo>
                    <a:cubicBezTo>
                      <a:pt x="149" y="105"/>
                      <a:pt x="147" y="105"/>
                      <a:pt x="146" y="103"/>
                    </a:cubicBezTo>
                    <a:cubicBezTo>
                      <a:pt x="146" y="102"/>
                      <a:pt x="147" y="101"/>
                      <a:pt x="148" y="100"/>
                    </a:cubicBezTo>
                    <a:moveTo>
                      <a:pt x="243" y="81"/>
                    </a:moveTo>
                    <a:cubicBezTo>
                      <a:pt x="241" y="81"/>
                      <a:pt x="240" y="80"/>
                      <a:pt x="240" y="78"/>
                    </a:cubicBezTo>
                    <a:cubicBezTo>
                      <a:pt x="240" y="76"/>
                      <a:pt x="241" y="75"/>
                      <a:pt x="243" y="75"/>
                    </a:cubicBezTo>
                    <a:cubicBezTo>
                      <a:pt x="245" y="75"/>
                      <a:pt x="246" y="76"/>
                      <a:pt x="246" y="78"/>
                    </a:cubicBezTo>
                    <a:cubicBezTo>
                      <a:pt x="246" y="80"/>
                      <a:pt x="245" y="81"/>
                      <a:pt x="243" y="81"/>
                    </a:cubicBezTo>
                    <a:moveTo>
                      <a:pt x="259" y="62"/>
                    </a:moveTo>
                    <a:cubicBezTo>
                      <a:pt x="259" y="64"/>
                      <a:pt x="258" y="65"/>
                      <a:pt x="256" y="65"/>
                    </a:cubicBezTo>
                    <a:cubicBezTo>
                      <a:pt x="254" y="65"/>
                      <a:pt x="253" y="64"/>
                      <a:pt x="253" y="62"/>
                    </a:cubicBezTo>
                    <a:cubicBezTo>
                      <a:pt x="253" y="60"/>
                      <a:pt x="254" y="59"/>
                      <a:pt x="256" y="59"/>
                    </a:cubicBezTo>
                    <a:cubicBezTo>
                      <a:pt x="258" y="59"/>
                      <a:pt x="259" y="60"/>
                      <a:pt x="259" y="62"/>
                    </a:cubicBezTo>
                    <a:moveTo>
                      <a:pt x="254" y="49"/>
                    </a:moveTo>
                    <a:cubicBezTo>
                      <a:pt x="255" y="49"/>
                      <a:pt x="257" y="50"/>
                      <a:pt x="257" y="52"/>
                    </a:cubicBezTo>
                    <a:cubicBezTo>
                      <a:pt x="257" y="54"/>
                      <a:pt x="255" y="55"/>
                      <a:pt x="254" y="55"/>
                    </a:cubicBezTo>
                    <a:cubicBezTo>
                      <a:pt x="252" y="55"/>
                      <a:pt x="251" y="54"/>
                      <a:pt x="251" y="52"/>
                    </a:cubicBezTo>
                    <a:cubicBezTo>
                      <a:pt x="251" y="50"/>
                      <a:pt x="252" y="49"/>
                      <a:pt x="254" y="49"/>
                    </a:cubicBezTo>
                    <a:moveTo>
                      <a:pt x="250" y="68"/>
                    </a:moveTo>
                    <a:cubicBezTo>
                      <a:pt x="251" y="68"/>
                      <a:pt x="253" y="69"/>
                      <a:pt x="253" y="71"/>
                    </a:cubicBezTo>
                    <a:cubicBezTo>
                      <a:pt x="253" y="73"/>
                      <a:pt x="251" y="74"/>
                      <a:pt x="250" y="74"/>
                    </a:cubicBezTo>
                    <a:cubicBezTo>
                      <a:pt x="248" y="74"/>
                      <a:pt x="247" y="73"/>
                      <a:pt x="247" y="71"/>
                    </a:cubicBezTo>
                    <a:cubicBezTo>
                      <a:pt x="247" y="69"/>
                      <a:pt x="248" y="68"/>
                      <a:pt x="250" y="68"/>
                    </a:cubicBezTo>
                    <a:moveTo>
                      <a:pt x="245" y="41"/>
                    </a:moveTo>
                    <a:cubicBezTo>
                      <a:pt x="247" y="41"/>
                      <a:pt x="249" y="42"/>
                      <a:pt x="249" y="44"/>
                    </a:cubicBezTo>
                    <a:cubicBezTo>
                      <a:pt x="249" y="46"/>
                      <a:pt x="247" y="47"/>
                      <a:pt x="245" y="47"/>
                    </a:cubicBezTo>
                    <a:cubicBezTo>
                      <a:pt x="244" y="47"/>
                      <a:pt x="242" y="46"/>
                      <a:pt x="242" y="44"/>
                    </a:cubicBezTo>
                    <a:cubicBezTo>
                      <a:pt x="242" y="42"/>
                      <a:pt x="244" y="41"/>
                      <a:pt x="245" y="41"/>
                    </a:cubicBezTo>
                    <a:moveTo>
                      <a:pt x="239" y="49"/>
                    </a:moveTo>
                    <a:cubicBezTo>
                      <a:pt x="239" y="48"/>
                      <a:pt x="239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41" y="48"/>
                      <a:pt x="244" y="51"/>
                      <a:pt x="246" y="52"/>
                    </a:cubicBezTo>
                    <a:cubicBezTo>
                      <a:pt x="247" y="53"/>
                      <a:pt x="248" y="55"/>
                      <a:pt x="249" y="57"/>
                    </a:cubicBezTo>
                    <a:cubicBezTo>
                      <a:pt x="249" y="58"/>
                      <a:pt x="249" y="58"/>
                      <a:pt x="249" y="59"/>
                    </a:cubicBezTo>
                    <a:cubicBezTo>
                      <a:pt x="249" y="60"/>
                      <a:pt x="249" y="60"/>
                      <a:pt x="248" y="62"/>
                    </a:cubicBezTo>
                    <a:cubicBezTo>
                      <a:pt x="247" y="64"/>
                      <a:pt x="245" y="68"/>
                      <a:pt x="242" y="70"/>
                    </a:cubicBezTo>
                    <a:cubicBezTo>
                      <a:pt x="240" y="73"/>
                      <a:pt x="237" y="75"/>
                      <a:pt x="237" y="76"/>
                    </a:cubicBezTo>
                    <a:cubicBezTo>
                      <a:pt x="236" y="76"/>
                      <a:pt x="236" y="77"/>
                      <a:pt x="235" y="78"/>
                    </a:cubicBezTo>
                    <a:cubicBezTo>
                      <a:pt x="235" y="78"/>
                      <a:pt x="235" y="79"/>
                      <a:pt x="235" y="79"/>
                    </a:cubicBezTo>
                    <a:cubicBezTo>
                      <a:pt x="234" y="79"/>
                      <a:pt x="233" y="78"/>
                      <a:pt x="231" y="78"/>
                    </a:cubicBezTo>
                    <a:cubicBezTo>
                      <a:pt x="230" y="77"/>
                      <a:pt x="229" y="77"/>
                      <a:pt x="228" y="77"/>
                    </a:cubicBezTo>
                    <a:cubicBezTo>
                      <a:pt x="229" y="76"/>
                      <a:pt x="229" y="76"/>
                      <a:pt x="229" y="76"/>
                    </a:cubicBezTo>
                    <a:cubicBezTo>
                      <a:pt x="233" y="73"/>
                      <a:pt x="236" y="66"/>
                      <a:pt x="237" y="63"/>
                    </a:cubicBezTo>
                    <a:cubicBezTo>
                      <a:pt x="239" y="58"/>
                      <a:pt x="239" y="53"/>
                      <a:pt x="239" y="50"/>
                    </a:cubicBezTo>
                    <a:cubicBezTo>
                      <a:pt x="239" y="49"/>
                      <a:pt x="239" y="49"/>
                      <a:pt x="239" y="49"/>
                    </a:cubicBezTo>
                    <a:moveTo>
                      <a:pt x="230" y="60"/>
                    </a:moveTo>
                    <a:cubicBezTo>
                      <a:pt x="231" y="60"/>
                      <a:pt x="233" y="61"/>
                      <a:pt x="233" y="63"/>
                    </a:cubicBezTo>
                    <a:cubicBezTo>
                      <a:pt x="233" y="65"/>
                      <a:pt x="231" y="66"/>
                      <a:pt x="230" y="66"/>
                    </a:cubicBezTo>
                    <a:cubicBezTo>
                      <a:pt x="228" y="66"/>
                      <a:pt x="226" y="65"/>
                      <a:pt x="226" y="63"/>
                    </a:cubicBezTo>
                    <a:cubicBezTo>
                      <a:pt x="226" y="61"/>
                      <a:pt x="228" y="60"/>
                      <a:pt x="230" y="60"/>
                    </a:cubicBezTo>
                    <a:moveTo>
                      <a:pt x="229" y="55"/>
                    </a:moveTo>
                    <a:cubicBezTo>
                      <a:pt x="229" y="53"/>
                      <a:pt x="230" y="52"/>
                      <a:pt x="232" y="52"/>
                    </a:cubicBezTo>
                    <a:cubicBezTo>
                      <a:pt x="233" y="52"/>
                      <a:pt x="235" y="53"/>
                      <a:pt x="235" y="55"/>
                    </a:cubicBezTo>
                    <a:cubicBezTo>
                      <a:pt x="235" y="57"/>
                      <a:pt x="233" y="58"/>
                      <a:pt x="232" y="58"/>
                    </a:cubicBezTo>
                    <a:cubicBezTo>
                      <a:pt x="230" y="58"/>
                      <a:pt x="229" y="57"/>
                      <a:pt x="229" y="55"/>
                    </a:cubicBezTo>
                    <a:moveTo>
                      <a:pt x="229" y="70"/>
                    </a:moveTo>
                    <a:cubicBezTo>
                      <a:pt x="229" y="72"/>
                      <a:pt x="227" y="74"/>
                      <a:pt x="226" y="74"/>
                    </a:cubicBezTo>
                    <a:cubicBezTo>
                      <a:pt x="224" y="74"/>
                      <a:pt x="222" y="72"/>
                      <a:pt x="222" y="70"/>
                    </a:cubicBezTo>
                    <a:cubicBezTo>
                      <a:pt x="222" y="69"/>
                      <a:pt x="224" y="67"/>
                      <a:pt x="226" y="67"/>
                    </a:cubicBezTo>
                    <a:cubicBezTo>
                      <a:pt x="227" y="67"/>
                      <a:pt x="229" y="69"/>
                      <a:pt x="229" y="70"/>
                    </a:cubicBezTo>
                    <a:moveTo>
                      <a:pt x="235" y="36"/>
                    </a:moveTo>
                    <a:cubicBezTo>
                      <a:pt x="236" y="36"/>
                      <a:pt x="238" y="37"/>
                      <a:pt x="238" y="39"/>
                    </a:cubicBezTo>
                    <a:cubicBezTo>
                      <a:pt x="238" y="41"/>
                      <a:pt x="236" y="42"/>
                      <a:pt x="235" y="42"/>
                    </a:cubicBezTo>
                    <a:cubicBezTo>
                      <a:pt x="233" y="42"/>
                      <a:pt x="232" y="41"/>
                      <a:pt x="232" y="39"/>
                    </a:cubicBezTo>
                    <a:cubicBezTo>
                      <a:pt x="232" y="37"/>
                      <a:pt x="233" y="36"/>
                      <a:pt x="235" y="36"/>
                    </a:cubicBezTo>
                    <a:moveTo>
                      <a:pt x="231" y="43"/>
                    </a:moveTo>
                    <a:cubicBezTo>
                      <a:pt x="233" y="43"/>
                      <a:pt x="234" y="44"/>
                      <a:pt x="234" y="46"/>
                    </a:cubicBezTo>
                    <a:cubicBezTo>
                      <a:pt x="234" y="48"/>
                      <a:pt x="233" y="49"/>
                      <a:pt x="231" y="49"/>
                    </a:cubicBezTo>
                    <a:cubicBezTo>
                      <a:pt x="229" y="49"/>
                      <a:pt x="228" y="48"/>
                      <a:pt x="228" y="46"/>
                    </a:cubicBezTo>
                    <a:cubicBezTo>
                      <a:pt x="228" y="44"/>
                      <a:pt x="229" y="43"/>
                      <a:pt x="231" y="43"/>
                    </a:cubicBezTo>
                    <a:moveTo>
                      <a:pt x="227" y="37"/>
                    </a:moveTo>
                    <a:cubicBezTo>
                      <a:pt x="228" y="37"/>
                      <a:pt x="230" y="38"/>
                      <a:pt x="230" y="40"/>
                    </a:cubicBezTo>
                    <a:cubicBezTo>
                      <a:pt x="230" y="41"/>
                      <a:pt x="228" y="43"/>
                      <a:pt x="227" y="43"/>
                    </a:cubicBezTo>
                    <a:cubicBezTo>
                      <a:pt x="225" y="43"/>
                      <a:pt x="224" y="41"/>
                      <a:pt x="224" y="40"/>
                    </a:cubicBezTo>
                    <a:cubicBezTo>
                      <a:pt x="224" y="38"/>
                      <a:pt x="225" y="37"/>
                      <a:pt x="227" y="37"/>
                    </a:cubicBezTo>
                    <a:moveTo>
                      <a:pt x="222" y="33"/>
                    </a:moveTo>
                    <a:cubicBezTo>
                      <a:pt x="223" y="33"/>
                      <a:pt x="225" y="34"/>
                      <a:pt x="225" y="35"/>
                    </a:cubicBezTo>
                    <a:cubicBezTo>
                      <a:pt x="225" y="37"/>
                      <a:pt x="223" y="38"/>
                      <a:pt x="222" y="38"/>
                    </a:cubicBezTo>
                    <a:cubicBezTo>
                      <a:pt x="221" y="38"/>
                      <a:pt x="219" y="37"/>
                      <a:pt x="219" y="35"/>
                    </a:cubicBezTo>
                    <a:cubicBezTo>
                      <a:pt x="219" y="34"/>
                      <a:pt x="221" y="33"/>
                      <a:pt x="222" y="33"/>
                    </a:cubicBezTo>
                    <a:moveTo>
                      <a:pt x="216" y="31"/>
                    </a:moveTo>
                    <a:cubicBezTo>
                      <a:pt x="218" y="31"/>
                      <a:pt x="218" y="32"/>
                      <a:pt x="218" y="33"/>
                    </a:cubicBezTo>
                    <a:cubicBezTo>
                      <a:pt x="218" y="34"/>
                      <a:pt x="218" y="35"/>
                      <a:pt x="216" y="35"/>
                    </a:cubicBezTo>
                    <a:cubicBezTo>
                      <a:pt x="215" y="35"/>
                      <a:pt x="214" y="34"/>
                      <a:pt x="214" y="33"/>
                    </a:cubicBezTo>
                    <a:cubicBezTo>
                      <a:pt x="214" y="32"/>
                      <a:pt x="215" y="31"/>
                      <a:pt x="216" y="31"/>
                    </a:cubicBezTo>
                    <a:moveTo>
                      <a:pt x="211" y="30"/>
                    </a:moveTo>
                    <a:cubicBezTo>
                      <a:pt x="212" y="30"/>
                      <a:pt x="213" y="31"/>
                      <a:pt x="213" y="32"/>
                    </a:cubicBezTo>
                    <a:cubicBezTo>
                      <a:pt x="213" y="33"/>
                      <a:pt x="212" y="34"/>
                      <a:pt x="211" y="34"/>
                    </a:cubicBezTo>
                    <a:cubicBezTo>
                      <a:pt x="210" y="34"/>
                      <a:pt x="210" y="33"/>
                      <a:pt x="210" y="32"/>
                    </a:cubicBezTo>
                    <a:cubicBezTo>
                      <a:pt x="210" y="31"/>
                      <a:pt x="210" y="30"/>
                      <a:pt x="211" y="30"/>
                    </a:cubicBezTo>
                    <a:moveTo>
                      <a:pt x="206" y="30"/>
                    </a:moveTo>
                    <a:cubicBezTo>
                      <a:pt x="206" y="30"/>
                      <a:pt x="207" y="31"/>
                      <a:pt x="207" y="32"/>
                    </a:cubicBezTo>
                    <a:cubicBezTo>
                      <a:pt x="207" y="33"/>
                      <a:pt x="207" y="33"/>
                      <a:pt x="207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5" y="34"/>
                      <a:pt x="205" y="34"/>
                      <a:pt x="204" y="33"/>
                    </a:cubicBezTo>
                    <a:cubicBezTo>
                      <a:pt x="204" y="33"/>
                      <a:pt x="204" y="33"/>
                      <a:pt x="204" y="33"/>
                    </a:cubicBezTo>
                    <a:cubicBezTo>
                      <a:pt x="204" y="33"/>
                      <a:pt x="204" y="32"/>
                      <a:pt x="204" y="32"/>
                    </a:cubicBezTo>
                    <a:cubicBezTo>
                      <a:pt x="204" y="31"/>
                      <a:pt x="205" y="30"/>
                      <a:pt x="206" y="30"/>
                    </a:cubicBezTo>
                    <a:moveTo>
                      <a:pt x="200" y="70"/>
                    </a:moveTo>
                    <a:cubicBezTo>
                      <a:pt x="202" y="66"/>
                      <a:pt x="203" y="60"/>
                      <a:pt x="203" y="54"/>
                    </a:cubicBezTo>
                    <a:cubicBezTo>
                      <a:pt x="203" y="48"/>
                      <a:pt x="202" y="42"/>
                      <a:pt x="201" y="37"/>
                    </a:cubicBezTo>
                    <a:cubicBezTo>
                      <a:pt x="201" y="36"/>
                      <a:pt x="201" y="36"/>
                      <a:pt x="201" y="36"/>
                    </a:cubicBezTo>
                    <a:cubicBezTo>
                      <a:pt x="201" y="36"/>
                      <a:pt x="202" y="36"/>
                      <a:pt x="202" y="36"/>
                    </a:cubicBezTo>
                    <a:cubicBezTo>
                      <a:pt x="203" y="36"/>
                      <a:pt x="209" y="37"/>
                      <a:pt x="214" y="38"/>
                    </a:cubicBezTo>
                    <a:cubicBezTo>
                      <a:pt x="220" y="39"/>
                      <a:pt x="220" y="41"/>
                      <a:pt x="222" y="43"/>
                    </a:cubicBezTo>
                    <a:cubicBezTo>
                      <a:pt x="223" y="44"/>
                      <a:pt x="225" y="49"/>
                      <a:pt x="225" y="51"/>
                    </a:cubicBezTo>
                    <a:cubicBezTo>
                      <a:pt x="225" y="52"/>
                      <a:pt x="225" y="52"/>
                      <a:pt x="224" y="52"/>
                    </a:cubicBezTo>
                    <a:cubicBezTo>
                      <a:pt x="224" y="57"/>
                      <a:pt x="224" y="62"/>
                      <a:pt x="217" y="73"/>
                    </a:cubicBezTo>
                    <a:cubicBezTo>
                      <a:pt x="217" y="73"/>
                      <a:pt x="217" y="73"/>
                      <a:pt x="216" y="73"/>
                    </a:cubicBezTo>
                    <a:cubicBezTo>
                      <a:pt x="216" y="73"/>
                      <a:pt x="216" y="73"/>
                      <a:pt x="216" y="73"/>
                    </a:cubicBezTo>
                    <a:cubicBezTo>
                      <a:pt x="213" y="72"/>
                      <a:pt x="203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moveTo>
                      <a:pt x="196" y="37"/>
                    </a:moveTo>
                    <a:cubicBezTo>
                      <a:pt x="195" y="36"/>
                      <a:pt x="196" y="34"/>
                      <a:pt x="197" y="34"/>
                    </a:cubicBezTo>
                    <a:cubicBezTo>
                      <a:pt x="197" y="34"/>
                      <a:pt x="198" y="35"/>
                      <a:pt x="198" y="36"/>
                    </a:cubicBezTo>
                    <a:cubicBezTo>
                      <a:pt x="198" y="37"/>
                      <a:pt x="200" y="44"/>
                      <a:pt x="200" y="50"/>
                    </a:cubicBezTo>
                    <a:cubicBezTo>
                      <a:pt x="200" y="59"/>
                      <a:pt x="198" y="66"/>
                      <a:pt x="196" y="69"/>
                    </a:cubicBezTo>
                    <a:cubicBezTo>
                      <a:pt x="196" y="70"/>
                      <a:pt x="196" y="70"/>
                      <a:pt x="195" y="70"/>
                    </a:cubicBezTo>
                    <a:cubicBezTo>
                      <a:pt x="194" y="70"/>
                      <a:pt x="193" y="69"/>
                      <a:pt x="194" y="68"/>
                    </a:cubicBezTo>
                    <a:cubicBezTo>
                      <a:pt x="195" y="67"/>
                      <a:pt x="196" y="59"/>
                      <a:pt x="196" y="50"/>
                    </a:cubicBezTo>
                    <a:cubicBezTo>
                      <a:pt x="196" y="44"/>
                      <a:pt x="196" y="37"/>
                      <a:pt x="196" y="37"/>
                    </a:cubicBezTo>
                    <a:moveTo>
                      <a:pt x="182" y="11"/>
                    </a:moveTo>
                    <a:cubicBezTo>
                      <a:pt x="181" y="11"/>
                      <a:pt x="181" y="11"/>
                      <a:pt x="181" y="10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7"/>
                      <a:pt x="181" y="7"/>
                      <a:pt x="182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3"/>
                      <a:pt x="186" y="2"/>
                      <a:pt x="187" y="2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2"/>
                      <a:pt x="190" y="3"/>
                      <a:pt x="190" y="4"/>
                    </a:cubicBezTo>
                    <a:cubicBezTo>
                      <a:pt x="190" y="7"/>
                      <a:pt x="190" y="7"/>
                      <a:pt x="190" y="7"/>
                    </a:cubicBezTo>
                    <a:cubicBezTo>
                      <a:pt x="193" y="7"/>
                      <a:pt x="193" y="7"/>
                      <a:pt x="193" y="7"/>
                    </a:cubicBezTo>
                    <a:cubicBezTo>
                      <a:pt x="194" y="7"/>
                      <a:pt x="194" y="7"/>
                      <a:pt x="194" y="8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4" y="11"/>
                      <a:pt x="194" y="11"/>
                      <a:pt x="193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90" y="14"/>
                      <a:pt x="189" y="15"/>
                      <a:pt x="189" y="15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6" y="15"/>
                      <a:pt x="185" y="14"/>
                      <a:pt x="185" y="13"/>
                    </a:cubicBezTo>
                    <a:cubicBezTo>
                      <a:pt x="185" y="11"/>
                      <a:pt x="185" y="11"/>
                      <a:pt x="185" y="11"/>
                    </a:cubicBezTo>
                    <a:lnTo>
                      <a:pt x="182" y="11"/>
                    </a:lnTo>
                    <a:close/>
                    <a:moveTo>
                      <a:pt x="182" y="22"/>
                    </a:moveTo>
                    <a:cubicBezTo>
                      <a:pt x="182" y="19"/>
                      <a:pt x="185" y="17"/>
                      <a:pt x="188" y="17"/>
                    </a:cubicBezTo>
                    <a:cubicBezTo>
                      <a:pt x="191" y="17"/>
                      <a:pt x="193" y="19"/>
                      <a:pt x="193" y="22"/>
                    </a:cubicBezTo>
                    <a:cubicBezTo>
                      <a:pt x="193" y="25"/>
                      <a:pt x="191" y="28"/>
                      <a:pt x="188" y="28"/>
                    </a:cubicBezTo>
                    <a:cubicBezTo>
                      <a:pt x="185" y="28"/>
                      <a:pt x="182" y="25"/>
                      <a:pt x="182" y="22"/>
                    </a:cubicBezTo>
                    <a:moveTo>
                      <a:pt x="187" y="43"/>
                    </a:moveTo>
                    <a:cubicBezTo>
                      <a:pt x="187" y="43"/>
                      <a:pt x="187" y="43"/>
                      <a:pt x="187" y="43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3"/>
                      <a:pt x="191" y="45"/>
                      <a:pt x="191" y="47"/>
                    </a:cubicBezTo>
                    <a:cubicBezTo>
                      <a:pt x="191" y="49"/>
                      <a:pt x="190" y="50"/>
                      <a:pt x="188" y="51"/>
                    </a:cubicBezTo>
                    <a:cubicBezTo>
                      <a:pt x="188" y="51"/>
                      <a:pt x="188" y="51"/>
                      <a:pt x="187" y="51"/>
                    </a:cubicBezTo>
                    <a:cubicBezTo>
                      <a:pt x="187" y="51"/>
                      <a:pt x="187" y="51"/>
                      <a:pt x="187" y="51"/>
                    </a:cubicBezTo>
                    <a:cubicBezTo>
                      <a:pt x="185" y="51"/>
                      <a:pt x="183" y="49"/>
                      <a:pt x="183" y="47"/>
                    </a:cubicBezTo>
                    <a:cubicBezTo>
                      <a:pt x="183" y="45"/>
                      <a:pt x="185" y="43"/>
                      <a:pt x="187" y="43"/>
                    </a:cubicBezTo>
                    <a:moveTo>
                      <a:pt x="183" y="37"/>
                    </a:moveTo>
                    <a:cubicBezTo>
                      <a:pt x="183" y="35"/>
                      <a:pt x="185" y="33"/>
                      <a:pt x="187" y="33"/>
                    </a:cubicBezTo>
                    <a:cubicBezTo>
                      <a:pt x="187" y="33"/>
                      <a:pt x="187" y="33"/>
                      <a:pt x="188" y="33"/>
                    </a:cubicBezTo>
                    <a:cubicBezTo>
                      <a:pt x="188" y="33"/>
                      <a:pt x="188" y="33"/>
                      <a:pt x="188" y="33"/>
                    </a:cubicBezTo>
                    <a:cubicBezTo>
                      <a:pt x="188" y="33"/>
                      <a:pt x="188" y="33"/>
                      <a:pt x="189" y="33"/>
                    </a:cubicBezTo>
                    <a:cubicBezTo>
                      <a:pt x="190" y="33"/>
                      <a:pt x="191" y="35"/>
                      <a:pt x="191" y="37"/>
                    </a:cubicBezTo>
                    <a:cubicBezTo>
                      <a:pt x="191" y="38"/>
                      <a:pt x="190" y="40"/>
                      <a:pt x="188" y="41"/>
                    </a:cubicBezTo>
                    <a:cubicBezTo>
                      <a:pt x="188" y="41"/>
                      <a:pt x="188" y="41"/>
                      <a:pt x="187" y="41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5" y="40"/>
                      <a:pt x="183" y="39"/>
                      <a:pt x="183" y="37"/>
                    </a:cubicBezTo>
                    <a:moveTo>
                      <a:pt x="188" y="61"/>
                    </a:moveTo>
                    <a:cubicBezTo>
                      <a:pt x="188" y="61"/>
                      <a:pt x="188" y="61"/>
                      <a:pt x="187" y="61"/>
                    </a:cubicBezTo>
                    <a:cubicBezTo>
                      <a:pt x="187" y="61"/>
                      <a:pt x="187" y="61"/>
                      <a:pt x="187" y="61"/>
                    </a:cubicBezTo>
                    <a:cubicBezTo>
                      <a:pt x="185" y="61"/>
                      <a:pt x="183" y="59"/>
                      <a:pt x="183" y="57"/>
                    </a:cubicBezTo>
                    <a:cubicBezTo>
                      <a:pt x="183" y="55"/>
                      <a:pt x="185" y="54"/>
                      <a:pt x="187" y="53"/>
                    </a:cubicBezTo>
                    <a:cubicBezTo>
                      <a:pt x="187" y="53"/>
                      <a:pt x="187" y="53"/>
                      <a:pt x="187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90" y="54"/>
                      <a:pt x="192" y="55"/>
                      <a:pt x="192" y="57"/>
                    </a:cubicBezTo>
                    <a:cubicBezTo>
                      <a:pt x="192" y="59"/>
                      <a:pt x="190" y="61"/>
                      <a:pt x="188" y="61"/>
                    </a:cubicBezTo>
                    <a:moveTo>
                      <a:pt x="192" y="68"/>
                    </a:moveTo>
                    <a:cubicBezTo>
                      <a:pt x="192" y="70"/>
                      <a:pt x="190" y="72"/>
                      <a:pt x="187" y="72"/>
                    </a:cubicBezTo>
                    <a:cubicBezTo>
                      <a:pt x="185" y="72"/>
                      <a:pt x="183" y="70"/>
                      <a:pt x="183" y="68"/>
                    </a:cubicBezTo>
                    <a:cubicBezTo>
                      <a:pt x="183" y="65"/>
                      <a:pt x="185" y="64"/>
                      <a:pt x="187" y="64"/>
                    </a:cubicBezTo>
                    <a:cubicBezTo>
                      <a:pt x="190" y="64"/>
                      <a:pt x="192" y="65"/>
                      <a:pt x="192" y="68"/>
                    </a:cubicBezTo>
                    <a:moveTo>
                      <a:pt x="177" y="37"/>
                    </a:moveTo>
                    <a:cubicBezTo>
                      <a:pt x="177" y="36"/>
                      <a:pt x="178" y="34"/>
                      <a:pt x="179" y="34"/>
                    </a:cubicBezTo>
                    <a:cubicBezTo>
                      <a:pt x="180" y="34"/>
                      <a:pt x="179" y="36"/>
                      <a:pt x="179" y="37"/>
                    </a:cubicBezTo>
                    <a:cubicBezTo>
                      <a:pt x="179" y="37"/>
                      <a:pt x="179" y="44"/>
                      <a:pt x="179" y="50"/>
                    </a:cubicBezTo>
                    <a:cubicBezTo>
                      <a:pt x="179" y="59"/>
                      <a:pt x="180" y="67"/>
                      <a:pt x="181" y="69"/>
                    </a:cubicBezTo>
                    <a:cubicBezTo>
                      <a:pt x="182" y="69"/>
                      <a:pt x="181" y="70"/>
                      <a:pt x="180" y="70"/>
                    </a:cubicBezTo>
                    <a:cubicBezTo>
                      <a:pt x="180" y="70"/>
                      <a:pt x="179" y="70"/>
                      <a:pt x="179" y="69"/>
                    </a:cubicBezTo>
                    <a:cubicBezTo>
                      <a:pt x="177" y="66"/>
                      <a:pt x="175" y="59"/>
                      <a:pt x="176" y="50"/>
                    </a:cubicBezTo>
                    <a:cubicBezTo>
                      <a:pt x="176" y="44"/>
                      <a:pt x="177" y="37"/>
                      <a:pt x="177" y="37"/>
                    </a:cubicBezTo>
                    <a:moveTo>
                      <a:pt x="170" y="30"/>
                    </a:moveTo>
                    <a:cubicBezTo>
                      <a:pt x="171" y="30"/>
                      <a:pt x="171" y="31"/>
                      <a:pt x="171" y="32"/>
                    </a:cubicBezTo>
                    <a:cubicBezTo>
                      <a:pt x="171" y="33"/>
                      <a:pt x="171" y="34"/>
                      <a:pt x="170" y="34"/>
                    </a:cubicBezTo>
                    <a:cubicBezTo>
                      <a:pt x="169" y="34"/>
                      <a:pt x="168" y="33"/>
                      <a:pt x="168" y="32"/>
                    </a:cubicBezTo>
                    <a:cubicBezTo>
                      <a:pt x="168" y="31"/>
                      <a:pt x="169" y="30"/>
                      <a:pt x="170" y="30"/>
                    </a:cubicBezTo>
                    <a:moveTo>
                      <a:pt x="165" y="30"/>
                    </a:moveTo>
                    <a:cubicBezTo>
                      <a:pt x="166" y="30"/>
                      <a:pt x="167" y="31"/>
                      <a:pt x="167" y="32"/>
                    </a:cubicBezTo>
                    <a:cubicBezTo>
                      <a:pt x="167" y="33"/>
                      <a:pt x="166" y="34"/>
                      <a:pt x="165" y="34"/>
                    </a:cubicBezTo>
                    <a:cubicBezTo>
                      <a:pt x="164" y="34"/>
                      <a:pt x="163" y="33"/>
                      <a:pt x="163" y="32"/>
                    </a:cubicBezTo>
                    <a:cubicBezTo>
                      <a:pt x="163" y="31"/>
                      <a:pt x="164" y="30"/>
                      <a:pt x="165" y="30"/>
                    </a:cubicBezTo>
                    <a:moveTo>
                      <a:pt x="159" y="31"/>
                    </a:moveTo>
                    <a:cubicBezTo>
                      <a:pt x="160" y="31"/>
                      <a:pt x="161" y="32"/>
                      <a:pt x="161" y="33"/>
                    </a:cubicBezTo>
                    <a:cubicBezTo>
                      <a:pt x="161" y="34"/>
                      <a:pt x="160" y="35"/>
                      <a:pt x="159" y="35"/>
                    </a:cubicBezTo>
                    <a:cubicBezTo>
                      <a:pt x="158" y="35"/>
                      <a:pt x="157" y="34"/>
                      <a:pt x="157" y="33"/>
                    </a:cubicBezTo>
                    <a:cubicBezTo>
                      <a:pt x="157" y="32"/>
                      <a:pt x="158" y="31"/>
                      <a:pt x="159" y="31"/>
                    </a:cubicBezTo>
                    <a:moveTo>
                      <a:pt x="163" y="38"/>
                    </a:moveTo>
                    <a:cubicBezTo>
                      <a:pt x="168" y="37"/>
                      <a:pt x="172" y="36"/>
                      <a:pt x="172" y="36"/>
                    </a:cubicBezTo>
                    <a:cubicBezTo>
                      <a:pt x="173" y="36"/>
                      <a:pt x="173" y="36"/>
                      <a:pt x="173" y="36"/>
                    </a:cubicBezTo>
                    <a:cubicBezTo>
                      <a:pt x="173" y="36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41"/>
                      <a:pt x="172" y="46"/>
                      <a:pt x="172" y="50"/>
                    </a:cubicBezTo>
                    <a:cubicBezTo>
                      <a:pt x="172" y="58"/>
                      <a:pt x="174" y="66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3" y="70"/>
                      <a:pt x="162" y="71"/>
                      <a:pt x="159" y="72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59" y="72"/>
                      <a:pt x="159" y="72"/>
                      <a:pt x="159" y="71"/>
                    </a:cubicBezTo>
                    <a:cubicBezTo>
                      <a:pt x="159" y="71"/>
                      <a:pt x="158" y="71"/>
                      <a:pt x="158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4" y="64"/>
                      <a:pt x="153" y="59"/>
                      <a:pt x="152" y="49"/>
                    </a:cubicBezTo>
                    <a:cubicBezTo>
                      <a:pt x="152" y="46"/>
                      <a:pt x="154" y="43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6" y="40"/>
                      <a:pt x="158" y="39"/>
                      <a:pt x="163" y="38"/>
                    </a:cubicBezTo>
                    <a:moveTo>
                      <a:pt x="146" y="59"/>
                    </a:moveTo>
                    <a:cubicBezTo>
                      <a:pt x="148" y="59"/>
                      <a:pt x="150" y="61"/>
                      <a:pt x="150" y="63"/>
                    </a:cubicBezTo>
                    <a:cubicBezTo>
                      <a:pt x="150" y="64"/>
                      <a:pt x="148" y="66"/>
                      <a:pt x="146" y="66"/>
                    </a:cubicBezTo>
                    <a:cubicBezTo>
                      <a:pt x="145" y="66"/>
                      <a:pt x="143" y="64"/>
                      <a:pt x="143" y="63"/>
                    </a:cubicBezTo>
                    <a:cubicBezTo>
                      <a:pt x="143" y="61"/>
                      <a:pt x="145" y="59"/>
                      <a:pt x="146" y="59"/>
                    </a:cubicBezTo>
                    <a:moveTo>
                      <a:pt x="141" y="54"/>
                    </a:moveTo>
                    <a:cubicBezTo>
                      <a:pt x="141" y="53"/>
                      <a:pt x="142" y="51"/>
                      <a:pt x="144" y="51"/>
                    </a:cubicBezTo>
                    <a:cubicBezTo>
                      <a:pt x="146" y="51"/>
                      <a:pt x="147" y="53"/>
                      <a:pt x="147" y="54"/>
                    </a:cubicBezTo>
                    <a:cubicBezTo>
                      <a:pt x="147" y="56"/>
                      <a:pt x="146" y="58"/>
                      <a:pt x="144" y="58"/>
                    </a:cubicBezTo>
                    <a:cubicBezTo>
                      <a:pt x="142" y="58"/>
                      <a:pt x="141" y="56"/>
                      <a:pt x="141" y="54"/>
                    </a:cubicBezTo>
                    <a:moveTo>
                      <a:pt x="150" y="67"/>
                    </a:moveTo>
                    <a:cubicBezTo>
                      <a:pt x="152" y="67"/>
                      <a:pt x="154" y="69"/>
                      <a:pt x="154" y="70"/>
                    </a:cubicBezTo>
                    <a:cubicBezTo>
                      <a:pt x="154" y="72"/>
                      <a:pt x="152" y="74"/>
                      <a:pt x="150" y="74"/>
                    </a:cubicBezTo>
                    <a:cubicBezTo>
                      <a:pt x="150" y="74"/>
                      <a:pt x="150" y="74"/>
                      <a:pt x="149" y="73"/>
                    </a:cubicBezTo>
                    <a:cubicBezTo>
                      <a:pt x="148" y="73"/>
                      <a:pt x="148" y="73"/>
                      <a:pt x="148" y="72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7" y="69"/>
                      <a:pt x="149" y="67"/>
                      <a:pt x="150" y="67"/>
                    </a:cubicBezTo>
                    <a:moveTo>
                      <a:pt x="153" y="33"/>
                    </a:moveTo>
                    <a:cubicBezTo>
                      <a:pt x="155" y="33"/>
                      <a:pt x="156" y="34"/>
                      <a:pt x="156" y="35"/>
                    </a:cubicBezTo>
                    <a:cubicBezTo>
                      <a:pt x="156" y="37"/>
                      <a:pt x="155" y="38"/>
                      <a:pt x="153" y="38"/>
                    </a:cubicBezTo>
                    <a:cubicBezTo>
                      <a:pt x="153" y="38"/>
                      <a:pt x="152" y="38"/>
                      <a:pt x="152" y="37"/>
                    </a:cubicBezTo>
                    <a:cubicBezTo>
                      <a:pt x="151" y="37"/>
                      <a:pt x="151" y="36"/>
                      <a:pt x="151" y="35"/>
                    </a:cubicBezTo>
                    <a:cubicBezTo>
                      <a:pt x="151" y="34"/>
                      <a:pt x="152" y="33"/>
                      <a:pt x="153" y="33"/>
                    </a:cubicBezTo>
                    <a:moveTo>
                      <a:pt x="149" y="37"/>
                    </a:moveTo>
                    <a:cubicBezTo>
                      <a:pt x="150" y="37"/>
                      <a:pt x="151" y="38"/>
                      <a:pt x="151" y="40"/>
                    </a:cubicBezTo>
                    <a:cubicBezTo>
                      <a:pt x="151" y="41"/>
                      <a:pt x="150" y="43"/>
                      <a:pt x="149" y="43"/>
                    </a:cubicBezTo>
                    <a:cubicBezTo>
                      <a:pt x="147" y="43"/>
                      <a:pt x="146" y="41"/>
                      <a:pt x="146" y="40"/>
                    </a:cubicBezTo>
                    <a:cubicBezTo>
                      <a:pt x="146" y="38"/>
                      <a:pt x="147" y="37"/>
                      <a:pt x="149" y="37"/>
                    </a:cubicBezTo>
                    <a:moveTo>
                      <a:pt x="144" y="43"/>
                    </a:moveTo>
                    <a:cubicBezTo>
                      <a:pt x="145" y="43"/>
                      <a:pt x="145" y="43"/>
                      <a:pt x="145" y="43"/>
                    </a:cubicBezTo>
                    <a:cubicBezTo>
                      <a:pt x="147" y="44"/>
                      <a:pt x="148" y="45"/>
                      <a:pt x="148" y="46"/>
                    </a:cubicBezTo>
                    <a:cubicBezTo>
                      <a:pt x="148" y="48"/>
                      <a:pt x="146" y="49"/>
                      <a:pt x="144" y="49"/>
                    </a:cubicBezTo>
                    <a:cubicBezTo>
                      <a:pt x="143" y="49"/>
                      <a:pt x="142" y="48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1" y="45"/>
                      <a:pt x="143" y="43"/>
                      <a:pt x="144" y="43"/>
                    </a:cubicBezTo>
                    <a:moveTo>
                      <a:pt x="140" y="36"/>
                    </a:moveTo>
                    <a:cubicBezTo>
                      <a:pt x="142" y="36"/>
                      <a:pt x="143" y="37"/>
                      <a:pt x="143" y="39"/>
                    </a:cubicBezTo>
                    <a:cubicBezTo>
                      <a:pt x="143" y="41"/>
                      <a:pt x="142" y="42"/>
                      <a:pt x="140" y="42"/>
                    </a:cubicBezTo>
                    <a:cubicBezTo>
                      <a:pt x="139" y="42"/>
                      <a:pt x="137" y="41"/>
                      <a:pt x="137" y="39"/>
                    </a:cubicBezTo>
                    <a:cubicBezTo>
                      <a:pt x="137" y="37"/>
                      <a:pt x="139" y="36"/>
                      <a:pt x="140" y="36"/>
                    </a:cubicBezTo>
                    <a:moveTo>
                      <a:pt x="130" y="41"/>
                    </a:moveTo>
                    <a:cubicBezTo>
                      <a:pt x="132" y="41"/>
                      <a:pt x="133" y="42"/>
                      <a:pt x="133" y="44"/>
                    </a:cubicBezTo>
                    <a:cubicBezTo>
                      <a:pt x="133" y="46"/>
                      <a:pt x="132" y="47"/>
                      <a:pt x="130" y="47"/>
                    </a:cubicBezTo>
                    <a:cubicBezTo>
                      <a:pt x="128" y="47"/>
                      <a:pt x="127" y="46"/>
                      <a:pt x="127" y="44"/>
                    </a:cubicBezTo>
                    <a:cubicBezTo>
                      <a:pt x="127" y="42"/>
                      <a:pt x="128" y="41"/>
                      <a:pt x="130" y="41"/>
                    </a:cubicBezTo>
                    <a:moveTo>
                      <a:pt x="122" y="49"/>
                    </a:moveTo>
                    <a:cubicBezTo>
                      <a:pt x="123" y="49"/>
                      <a:pt x="125" y="50"/>
                      <a:pt x="125" y="52"/>
                    </a:cubicBezTo>
                    <a:cubicBezTo>
                      <a:pt x="125" y="54"/>
                      <a:pt x="123" y="55"/>
                      <a:pt x="122" y="55"/>
                    </a:cubicBezTo>
                    <a:cubicBezTo>
                      <a:pt x="120" y="55"/>
                      <a:pt x="118" y="54"/>
                      <a:pt x="118" y="52"/>
                    </a:cubicBezTo>
                    <a:cubicBezTo>
                      <a:pt x="118" y="50"/>
                      <a:pt x="120" y="49"/>
                      <a:pt x="122" y="49"/>
                    </a:cubicBezTo>
                    <a:moveTo>
                      <a:pt x="119" y="65"/>
                    </a:moveTo>
                    <a:cubicBezTo>
                      <a:pt x="118" y="65"/>
                      <a:pt x="116" y="64"/>
                      <a:pt x="116" y="62"/>
                    </a:cubicBezTo>
                    <a:cubicBezTo>
                      <a:pt x="116" y="60"/>
                      <a:pt x="118" y="59"/>
                      <a:pt x="119" y="59"/>
                    </a:cubicBezTo>
                    <a:cubicBezTo>
                      <a:pt x="121" y="59"/>
                      <a:pt x="123" y="60"/>
                      <a:pt x="123" y="62"/>
                    </a:cubicBezTo>
                    <a:cubicBezTo>
                      <a:pt x="123" y="64"/>
                      <a:pt x="121" y="65"/>
                      <a:pt x="119" y="65"/>
                    </a:cubicBezTo>
                    <a:moveTo>
                      <a:pt x="125" y="74"/>
                    </a:moveTo>
                    <a:cubicBezTo>
                      <a:pt x="123" y="74"/>
                      <a:pt x="122" y="73"/>
                      <a:pt x="122" y="71"/>
                    </a:cubicBezTo>
                    <a:cubicBezTo>
                      <a:pt x="122" y="70"/>
                      <a:pt x="123" y="68"/>
                      <a:pt x="125" y="68"/>
                    </a:cubicBezTo>
                    <a:cubicBezTo>
                      <a:pt x="127" y="68"/>
                      <a:pt x="128" y="70"/>
                      <a:pt x="128" y="71"/>
                    </a:cubicBezTo>
                    <a:cubicBezTo>
                      <a:pt x="128" y="73"/>
                      <a:pt x="127" y="74"/>
                      <a:pt x="125" y="74"/>
                    </a:cubicBezTo>
                    <a:moveTo>
                      <a:pt x="132" y="81"/>
                    </a:moveTo>
                    <a:cubicBezTo>
                      <a:pt x="131" y="81"/>
                      <a:pt x="129" y="80"/>
                      <a:pt x="129" y="78"/>
                    </a:cubicBezTo>
                    <a:cubicBezTo>
                      <a:pt x="129" y="76"/>
                      <a:pt x="131" y="75"/>
                      <a:pt x="132" y="75"/>
                    </a:cubicBezTo>
                    <a:cubicBezTo>
                      <a:pt x="134" y="75"/>
                      <a:pt x="136" y="76"/>
                      <a:pt x="136" y="78"/>
                    </a:cubicBezTo>
                    <a:cubicBezTo>
                      <a:pt x="136" y="80"/>
                      <a:pt x="134" y="81"/>
                      <a:pt x="132" y="81"/>
                    </a:cubicBezTo>
                    <a:moveTo>
                      <a:pt x="132" y="68"/>
                    </a:moveTo>
                    <a:cubicBezTo>
                      <a:pt x="131" y="67"/>
                      <a:pt x="129" y="65"/>
                      <a:pt x="128" y="63"/>
                    </a:cubicBezTo>
                    <a:cubicBezTo>
                      <a:pt x="127" y="61"/>
                      <a:pt x="127" y="60"/>
                      <a:pt x="127" y="59"/>
                    </a:cubicBezTo>
                    <a:cubicBezTo>
                      <a:pt x="127" y="58"/>
                      <a:pt x="127" y="57"/>
                      <a:pt x="128" y="56"/>
                    </a:cubicBezTo>
                    <a:cubicBezTo>
                      <a:pt x="129" y="54"/>
                      <a:pt x="129" y="54"/>
                      <a:pt x="130" y="52"/>
                    </a:cubicBezTo>
                    <a:cubicBezTo>
                      <a:pt x="131" y="51"/>
                      <a:pt x="131" y="51"/>
                      <a:pt x="134" y="49"/>
                    </a:cubicBezTo>
                    <a:cubicBezTo>
                      <a:pt x="135" y="48"/>
                      <a:pt x="135" y="48"/>
                      <a:pt x="136" y="47"/>
                    </a:cubicBezTo>
                    <a:cubicBezTo>
                      <a:pt x="136" y="47"/>
                      <a:pt x="136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7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7" y="48"/>
                      <a:pt x="137" y="49"/>
                      <a:pt x="137" y="51"/>
                    </a:cubicBezTo>
                    <a:cubicBezTo>
                      <a:pt x="137" y="60"/>
                      <a:pt x="139" y="68"/>
                      <a:pt x="147" y="76"/>
                    </a:cubicBezTo>
                    <a:cubicBezTo>
                      <a:pt x="146" y="77"/>
                      <a:pt x="145" y="77"/>
                      <a:pt x="144" y="77"/>
                    </a:cubicBezTo>
                    <a:cubicBezTo>
                      <a:pt x="142" y="78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8"/>
                    </a:cubicBezTo>
                    <a:cubicBezTo>
                      <a:pt x="140" y="76"/>
                      <a:pt x="134" y="70"/>
                      <a:pt x="132" y="68"/>
                    </a:cubicBezTo>
                    <a:moveTo>
                      <a:pt x="138" y="87"/>
                    </a:moveTo>
                    <a:cubicBezTo>
                      <a:pt x="137" y="86"/>
                      <a:pt x="138" y="85"/>
                      <a:pt x="138" y="85"/>
                    </a:cubicBezTo>
                    <a:cubicBezTo>
                      <a:pt x="139" y="84"/>
                      <a:pt x="146" y="81"/>
                      <a:pt x="157" y="78"/>
                    </a:cubicBezTo>
                    <a:cubicBezTo>
                      <a:pt x="168" y="75"/>
                      <a:pt x="175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8" y="74"/>
                      <a:pt x="188" y="74"/>
                      <a:pt x="188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200" y="74"/>
                      <a:pt x="207" y="75"/>
                      <a:pt x="218" y="78"/>
                    </a:cubicBezTo>
                    <a:cubicBezTo>
                      <a:pt x="229" y="81"/>
                      <a:pt x="236" y="84"/>
                      <a:pt x="237" y="85"/>
                    </a:cubicBezTo>
                    <a:cubicBezTo>
                      <a:pt x="238" y="85"/>
                      <a:pt x="238" y="86"/>
                      <a:pt x="237" y="87"/>
                    </a:cubicBezTo>
                    <a:cubicBezTo>
                      <a:pt x="237" y="87"/>
                      <a:pt x="236" y="88"/>
                      <a:pt x="235" y="87"/>
                    </a:cubicBezTo>
                    <a:cubicBezTo>
                      <a:pt x="235" y="87"/>
                      <a:pt x="228" y="84"/>
                      <a:pt x="217" y="81"/>
                    </a:cubicBezTo>
                    <a:cubicBezTo>
                      <a:pt x="206" y="78"/>
                      <a:pt x="199" y="77"/>
                      <a:pt x="188" y="77"/>
                    </a:cubicBezTo>
                    <a:cubicBezTo>
                      <a:pt x="176" y="77"/>
                      <a:pt x="169" y="78"/>
                      <a:pt x="158" y="81"/>
                    </a:cubicBezTo>
                    <a:cubicBezTo>
                      <a:pt x="147" y="84"/>
                      <a:pt x="140" y="87"/>
                      <a:pt x="140" y="87"/>
                    </a:cubicBezTo>
                    <a:cubicBezTo>
                      <a:pt x="139" y="88"/>
                      <a:pt x="138" y="87"/>
                      <a:pt x="138" y="87"/>
                    </a:cubicBezTo>
                    <a:moveTo>
                      <a:pt x="143" y="97"/>
                    </a:moveTo>
                    <a:cubicBezTo>
                      <a:pt x="142" y="97"/>
                      <a:pt x="142" y="97"/>
                      <a:pt x="142" y="97"/>
                    </a:cubicBezTo>
                    <a:cubicBezTo>
                      <a:pt x="141" y="96"/>
                      <a:pt x="141" y="96"/>
                      <a:pt x="141" y="95"/>
                    </a:cubicBezTo>
                    <a:cubicBezTo>
                      <a:pt x="140" y="93"/>
                      <a:pt x="140" y="92"/>
                      <a:pt x="140" y="91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2"/>
                      <a:pt x="148" y="92"/>
                      <a:pt x="148" y="92"/>
                    </a:cubicBezTo>
                    <a:cubicBezTo>
                      <a:pt x="148" y="92"/>
                      <a:pt x="148" y="92"/>
                      <a:pt x="148" y="92"/>
                    </a:cubicBezTo>
                    <a:lnTo>
                      <a:pt x="143" y="97"/>
                    </a:lnTo>
                    <a:close/>
                    <a:moveTo>
                      <a:pt x="69" y="310"/>
                    </a:moveTo>
                    <a:cubicBezTo>
                      <a:pt x="63" y="305"/>
                      <a:pt x="63" y="305"/>
                      <a:pt x="63" y="305"/>
                    </a:cubicBezTo>
                    <a:cubicBezTo>
                      <a:pt x="58" y="301"/>
                      <a:pt x="42" y="292"/>
                      <a:pt x="38" y="291"/>
                    </a:cubicBezTo>
                    <a:cubicBezTo>
                      <a:pt x="36" y="290"/>
                      <a:pt x="29" y="289"/>
                      <a:pt x="24" y="289"/>
                    </a:cubicBezTo>
                    <a:cubicBezTo>
                      <a:pt x="25" y="288"/>
                      <a:pt x="27" y="287"/>
                      <a:pt x="30" y="286"/>
                    </a:cubicBezTo>
                    <a:cubicBezTo>
                      <a:pt x="31" y="286"/>
                      <a:pt x="31" y="286"/>
                      <a:pt x="31" y="286"/>
                    </a:cubicBezTo>
                    <a:cubicBezTo>
                      <a:pt x="37" y="284"/>
                      <a:pt x="43" y="285"/>
                      <a:pt x="49" y="288"/>
                    </a:cubicBezTo>
                    <a:cubicBezTo>
                      <a:pt x="50" y="288"/>
                      <a:pt x="50" y="288"/>
                      <a:pt x="50" y="288"/>
                    </a:cubicBezTo>
                    <a:cubicBezTo>
                      <a:pt x="51" y="287"/>
                      <a:pt x="51" y="287"/>
                      <a:pt x="51" y="287"/>
                    </a:cubicBezTo>
                    <a:cubicBezTo>
                      <a:pt x="51" y="285"/>
                      <a:pt x="47" y="282"/>
                      <a:pt x="40" y="278"/>
                    </a:cubicBezTo>
                    <a:cubicBezTo>
                      <a:pt x="37" y="277"/>
                      <a:pt x="37" y="277"/>
                      <a:pt x="37" y="277"/>
                    </a:cubicBezTo>
                    <a:cubicBezTo>
                      <a:pt x="37" y="277"/>
                      <a:pt x="36" y="277"/>
                      <a:pt x="36" y="277"/>
                    </a:cubicBezTo>
                    <a:cubicBezTo>
                      <a:pt x="29" y="274"/>
                      <a:pt x="8" y="276"/>
                      <a:pt x="5" y="276"/>
                    </a:cubicBezTo>
                    <a:cubicBezTo>
                      <a:pt x="2" y="276"/>
                      <a:pt x="6" y="273"/>
                      <a:pt x="5" y="273"/>
                    </a:cubicBezTo>
                    <a:cubicBezTo>
                      <a:pt x="6" y="271"/>
                      <a:pt x="11" y="267"/>
                      <a:pt x="25" y="270"/>
                    </a:cubicBezTo>
                    <a:cubicBezTo>
                      <a:pt x="25" y="270"/>
                      <a:pt x="37" y="271"/>
                      <a:pt x="37" y="270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33" y="267"/>
                      <a:pt x="33" y="267"/>
                      <a:pt x="33" y="267"/>
                    </a:cubicBezTo>
                    <a:cubicBezTo>
                      <a:pt x="30" y="265"/>
                      <a:pt x="26" y="263"/>
                      <a:pt x="23" y="261"/>
                    </a:cubicBezTo>
                    <a:cubicBezTo>
                      <a:pt x="23" y="258"/>
                      <a:pt x="37" y="260"/>
                      <a:pt x="37" y="260"/>
                    </a:cubicBezTo>
                    <a:cubicBezTo>
                      <a:pt x="41" y="262"/>
                      <a:pt x="47" y="264"/>
                      <a:pt x="51" y="268"/>
                    </a:cubicBezTo>
                    <a:cubicBezTo>
                      <a:pt x="52" y="269"/>
                      <a:pt x="53" y="271"/>
                      <a:pt x="54" y="272"/>
                    </a:cubicBezTo>
                    <a:cubicBezTo>
                      <a:pt x="54" y="274"/>
                      <a:pt x="55" y="276"/>
                      <a:pt x="55" y="277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1" y="277"/>
                      <a:pt x="49" y="278"/>
                      <a:pt x="49" y="278"/>
                    </a:cubicBezTo>
                    <a:cubicBezTo>
                      <a:pt x="49" y="279"/>
                      <a:pt x="49" y="281"/>
                      <a:pt x="50" y="281"/>
                    </a:cubicBezTo>
                    <a:cubicBezTo>
                      <a:pt x="52" y="283"/>
                      <a:pt x="55" y="286"/>
                      <a:pt x="59" y="288"/>
                    </a:cubicBezTo>
                    <a:cubicBezTo>
                      <a:pt x="58" y="288"/>
                      <a:pt x="57" y="288"/>
                      <a:pt x="56" y="288"/>
                    </a:cubicBezTo>
                    <a:cubicBezTo>
                      <a:pt x="56" y="288"/>
                      <a:pt x="55" y="288"/>
                      <a:pt x="55" y="289"/>
                    </a:cubicBezTo>
                    <a:cubicBezTo>
                      <a:pt x="55" y="289"/>
                      <a:pt x="55" y="289"/>
                      <a:pt x="55" y="289"/>
                    </a:cubicBezTo>
                    <a:cubicBezTo>
                      <a:pt x="55" y="290"/>
                      <a:pt x="55" y="290"/>
                      <a:pt x="55" y="290"/>
                    </a:cubicBezTo>
                    <a:cubicBezTo>
                      <a:pt x="56" y="291"/>
                      <a:pt x="56" y="291"/>
                      <a:pt x="56" y="291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8" y="292"/>
                      <a:pt x="62" y="295"/>
                      <a:pt x="62" y="296"/>
                    </a:cubicBezTo>
                    <a:cubicBezTo>
                      <a:pt x="62" y="297"/>
                      <a:pt x="63" y="301"/>
                      <a:pt x="69" y="306"/>
                    </a:cubicBezTo>
                    <a:cubicBezTo>
                      <a:pt x="77" y="312"/>
                      <a:pt x="77" y="312"/>
                      <a:pt x="77" y="312"/>
                    </a:cubicBezTo>
                    <a:cubicBezTo>
                      <a:pt x="79" y="314"/>
                      <a:pt x="92" y="327"/>
                      <a:pt x="86" y="328"/>
                    </a:cubicBezTo>
                    <a:cubicBezTo>
                      <a:pt x="85" y="327"/>
                      <a:pt x="76" y="320"/>
                      <a:pt x="69" y="310"/>
                    </a:cubicBezTo>
                    <a:moveTo>
                      <a:pt x="67" y="296"/>
                    </a:moveTo>
                    <a:cubicBezTo>
                      <a:pt x="63" y="293"/>
                      <a:pt x="61" y="287"/>
                      <a:pt x="60" y="286"/>
                    </a:cubicBezTo>
                    <a:cubicBezTo>
                      <a:pt x="76" y="291"/>
                      <a:pt x="85" y="311"/>
                      <a:pt x="91" y="314"/>
                    </a:cubicBezTo>
                    <a:cubicBezTo>
                      <a:pt x="103" y="331"/>
                      <a:pt x="103" y="331"/>
                      <a:pt x="103" y="331"/>
                    </a:cubicBezTo>
                    <a:cubicBezTo>
                      <a:pt x="103" y="331"/>
                      <a:pt x="102" y="333"/>
                      <a:pt x="102" y="334"/>
                    </a:cubicBezTo>
                    <a:cubicBezTo>
                      <a:pt x="102" y="334"/>
                      <a:pt x="102" y="334"/>
                      <a:pt x="102" y="334"/>
                    </a:cubicBezTo>
                    <a:cubicBezTo>
                      <a:pt x="99" y="335"/>
                      <a:pt x="99" y="335"/>
                      <a:pt x="99" y="335"/>
                    </a:cubicBezTo>
                    <a:cubicBezTo>
                      <a:pt x="97" y="335"/>
                      <a:pt x="90" y="323"/>
                      <a:pt x="87" y="319"/>
                    </a:cubicBezTo>
                    <a:cubicBezTo>
                      <a:pt x="84" y="314"/>
                      <a:pt x="84" y="314"/>
                      <a:pt x="84" y="314"/>
                    </a:cubicBezTo>
                    <a:cubicBezTo>
                      <a:pt x="82" y="313"/>
                      <a:pt x="78" y="309"/>
                      <a:pt x="75" y="306"/>
                    </a:cubicBezTo>
                    <a:cubicBezTo>
                      <a:pt x="73" y="304"/>
                      <a:pt x="70" y="301"/>
                      <a:pt x="69" y="301"/>
                    </a:cubicBezTo>
                    <a:cubicBezTo>
                      <a:pt x="69" y="301"/>
                      <a:pt x="68" y="301"/>
                      <a:pt x="68" y="301"/>
                    </a:cubicBezTo>
                    <a:cubicBezTo>
                      <a:pt x="68" y="300"/>
                      <a:pt x="68" y="299"/>
                      <a:pt x="68" y="299"/>
                    </a:cubicBezTo>
                    <a:lnTo>
                      <a:pt x="67" y="296"/>
                    </a:lnTo>
                    <a:close/>
                    <a:moveTo>
                      <a:pt x="65" y="327"/>
                    </a:moveTo>
                    <a:cubicBezTo>
                      <a:pt x="65" y="326"/>
                      <a:pt x="64" y="327"/>
                      <a:pt x="64" y="327"/>
                    </a:cubicBezTo>
                    <a:cubicBezTo>
                      <a:pt x="63" y="327"/>
                      <a:pt x="62" y="328"/>
                      <a:pt x="61" y="327"/>
                    </a:cubicBezTo>
                    <a:cubicBezTo>
                      <a:pt x="60" y="327"/>
                      <a:pt x="58" y="326"/>
                      <a:pt x="53" y="325"/>
                    </a:cubicBezTo>
                    <a:cubicBezTo>
                      <a:pt x="49" y="324"/>
                      <a:pt x="42" y="322"/>
                      <a:pt x="39" y="321"/>
                    </a:cubicBezTo>
                    <a:cubicBezTo>
                      <a:pt x="42" y="320"/>
                      <a:pt x="50" y="318"/>
                      <a:pt x="67" y="322"/>
                    </a:cubicBezTo>
                    <a:cubicBezTo>
                      <a:pt x="71" y="323"/>
                      <a:pt x="76" y="325"/>
                      <a:pt x="81" y="327"/>
                    </a:cubicBezTo>
                    <a:cubicBezTo>
                      <a:pt x="83" y="328"/>
                      <a:pt x="90" y="334"/>
                      <a:pt x="92" y="337"/>
                    </a:cubicBezTo>
                    <a:cubicBezTo>
                      <a:pt x="92" y="337"/>
                      <a:pt x="92" y="338"/>
                      <a:pt x="92" y="338"/>
                    </a:cubicBezTo>
                    <a:cubicBezTo>
                      <a:pt x="92" y="338"/>
                      <a:pt x="91" y="338"/>
                      <a:pt x="91" y="338"/>
                    </a:cubicBezTo>
                    <a:cubicBezTo>
                      <a:pt x="87" y="341"/>
                      <a:pt x="87" y="341"/>
                      <a:pt x="87" y="341"/>
                    </a:cubicBezTo>
                    <a:cubicBezTo>
                      <a:pt x="86" y="341"/>
                      <a:pt x="86" y="340"/>
                      <a:pt x="85" y="339"/>
                    </a:cubicBezTo>
                    <a:cubicBezTo>
                      <a:pt x="82" y="335"/>
                      <a:pt x="82" y="335"/>
                      <a:pt x="82" y="335"/>
                    </a:cubicBezTo>
                    <a:cubicBezTo>
                      <a:pt x="76" y="330"/>
                      <a:pt x="69" y="328"/>
                      <a:pt x="65" y="327"/>
                    </a:cubicBezTo>
                    <a:moveTo>
                      <a:pt x="77" y="345"/>
                    </a:moveTo>
                    <a:cubicBezTo>
                      <a:pt x="75" y="345"/>
                      <a:pt x="75" y="345"/>
                      <a:pt x="75" y="345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8" y="342"/>
                      <a:pt x="78" y="340"/>
                      <a:pt x="81" y="341"/>
                    </a:cubicBezTo>
                    <a:cubicBezTo>
                      <a:pt x="82" y="341"/>
                      <a:pt x="82" y="341"/>
                      <a:pt x="82" y="341"/>
                    </a:cubicBezTo>
                    <a:cubicBezTo>
                      <a:pt x="83" y="342"/>
                      <a:pt x="84" y="343"/>
                      <a:pt x="84" y="345"/>
                    </a:cubicBezTo>
                    <a:cubicBezTo>
                      <a:pt x="83" y="346"/>
                      <a:pt x="82" y="346"/>
                      <a:pt x="77" y="345"/>
                    </a:cubicBezTo>
                    <a:moveTo>
                      <a:pt x="82" y="355"/>
                    </a:moveTo>
                    <a:cubicBezTo>
                      <a:pt x="74" y="360"/>
                      <a:pt x="75" y="359"/>
                      <a:pt x="73" y="360"/>
                    </a:cubicBezTo>
                    <a:cubicBezTo>
                      <a:pt x="72" y="355"/>
                      <a:pt x="95" y="337"/>
                      <a:pt x="104" y="336"/>
                    </a:cubicBezTo>
                    <a:cubicBezTo>
                      <a:pt x="105" y="336"/>
                      <a:pt x="106" y="339"/>
                      <a:pt x="106" y="341"/>
                    </a:cubicBezTo>
                    <a:cubicBezTo>
                      <a:pt x="107" y="342"/>
                      <a:pt x="111" y="345"/>
                      <a:pt x="111" y="345"/>
                    </a:cubicBezTo>
                    <a:cubicBezTo>
                      <a:pt x="112" y="345"/>
                      <a:pt x="122" y="348"/>
                      <a:pt x="124" y="348"/>
                    </a:cubicBezTo>
                    <a:cubicBezTo>
                      <a:pt x="121" y="348"/>
                      <a:pt x="98" y="345"/>
                      <a:pt x="82" y="355"/>
                    </a:cubicBezTo>
                    <a:moveTo>
                      <a:pt x="101" y="357"/>
                    </a:moveTo>
                    <a:cubicBezTo>
                      <a:pt x="101" y="357"/>
                      <a:pt x="95" y="363"/>
                      <a:pt x="91" y="361"/>
                    </a:cubicBezTo>
                    <a:cubicBezTo>
                      <a:pt x="87" y="360"/>
                      <a:pt x="94" y="355"/>
                      <a:pt x="95" y="353"/>
                    </a:cubicBezTo>
                    <a:cubicBezTo>
                      <a:pt x="101" y="350"/>
                      <a:pt x="120" y="349"/>
                      <a:pt x="128" y="350"/>
                    </a:cubicBezTo>
                    <a:cubicBezTo>
                      <a:pt x="136" y="352"/>
                      <a:pt x="145" y="353"/>
                      <a:pt x="150" y="356"/>
                    </a:cubicBezTo>
                    <a:cubicBezTo>
                      <a:pt x="157" y="359"/>
                      <a:pt x="164" y="365"/>
                      <a:pt x="167" y="372"/>
                    </a:cubicBezTo>
                    <a:cubicBezTo>
                      <a:pt x="170" y="379"/>
                      <a:pt x="170" y="384"/>
                      <a:pt x="168" y="383"/>
                    </a:cubicBezTo>
                    <a:cubicBezTo>
                      <a:pt x="165" y="382"/>
                      <a:pt x="168" y="383"/>
                      <a:pt x="164" y="374"/>
                    </a:cubicBezTo>
                    <a:cubicBezTo>
                      <a:pt x="162" y="371"/>
                      <a:pt x="161" y="368"/>
                      <a:pt x="152" y="362"/>
                    </a:cubicBezTo>
                    <a:cubicBezTo>
                      <a:pt x="135" y="356"/>
                      <a:pt x="135" y="356"/>
                      <a:pt x="135" y="356"/>
                    </a:cubicBezTo>
                    <a:cubicBezTo>
                      <a:pt x="129" y="355"/>
                      <a:pt x="113" y="353"/>
                      <a:pt x="101" y="357"/>
                    </a:cubicBezTo>
                    <a:moveTo>
                      <a:pt x="161" y="394"/>
                    </a:moveTo>
                    <a:cubicBezTo>
                      <a:pt x="158" y="395"/>
                      <a:pt x="158" y="393"/>
                      <a:pt x="158" y="393"/>
                    </a:cubicBezTo>
                    <a:cubicBezTo>
                      <a:pt x="158" y="393"/>
                      <a:pt x="158" y="392"/>
                      <a:pt x="158" y="392"/>
                    </a:cubicBezTo>
                    <a:cubicBezTo>
                      <a:pt x="159" y="390"/>
                      <a:pt x="160" y="389"/>
                      <a:pt x="160" y="388"/>
                    </a:cubicBezTo>
                    <a:cubicBezTo>
                      <a:pt x="160" y="385"/>
                      <a:pt x="157" y="382"/>
                      <a:pt x="156" y="379"/>
                    </a:cubicBezTo>
                    <a:cubicBezTo>
                      <a:pt x="155" y="379"/>
                      <a:pt x="155" y="379"/>
                      <a:pt x="155" y="379"/>
                    </a:cubicBezTo>
                    <a:cubicBezTo>
                      <a:pt x="152" y="375"/>
                      <a:pt x="148" y="372"/>
                      <a:pt x="144" y="369"/>
                    </a:cubicBezTo>
                    <a:cubicBezTo>
                      <a:pt x="141" y="367"/>
                      <a:pt x="136" y="366"/>
                      <a:pt x="132" y="365"/>
                    </a:cubicBezTo>
                    <a:cubicBezTo>
                      <a:pt x="131" y="365"/>
                      <a:pt x="131" y="365"/>
                      <a:pt x="131" y="365"/>
                    </a:cubicBezTo>
                    <a:cubicBezTo>
                      <a:pt x="127" y="364"/>
                      <a:pt x="121" y="365"/>
                      <a:pt x="116" y="365"/>
                    </a:cubicBezTo>
                    <a:cubicBezTo>
                      <a:pt x="113" y="365"/>
                      <a:pt x="108" y="366"/>
                      <a:pt x="108" y="365"/>
                    </a:cubicBezTo>
                    <a:cubicBezTo>
                      <a:pt x="108" y="365"/>
                      <a:pt x="108" y="364"/>
                      <a:pt x="108" y="364"/>
                    </a:cubicBezTo>
                    <a:cubicBezTo>
                      <a:pt x="108" y="362"/>
                      <a:pt x="112" y="361"/>
                      <a:pt x="114" y="360"/>
                    </a:cubicBezTo>
                    <a:cubicBezTo>
                      <a:pt x="117" y="359"/>
                      <a:pt x="136" y="356"/>
                      <a:pt x="154" y="367"/>
                    </a:cubicBezTo>
                    <a:cubicBezTo>
                      <a:pt x="158" y="370"/>
                      <a:pt x="166" y="381"/>
                      <a:pt x="166" y="388"/>
                    </a:cubicBezTo>
                    <a:cubicBezTo>
                      <a:pt x="165" y="390"/>
                      <a:pt x="163" y="393"/>
                      <a:pt x="161" y="394"/>
                    </a:cubicBezTo>
                    <a:moveTo>
                      <a:pt x="173" y="367"/>
                    </a:moveTo>
                    <a:cubicBezTo>
                      <a:pt x="177" y="374"/>
                      <a:pt x="177" y="380"/>
                      <a:pt x="176" y="385"/>
                    </a:cubicBezTo>
                    <a:cubicBezTo>
                      <a:pt x="175" y="387"/>
                      <a:pt x="175" y="389"/>
                      <a:pt x="173" y="390"/>
                    </a:cubicBezTo>
                    <a:cubicBezTo>
                      <a:pt x="168" y="397"/>
                      <a:pt x="162" y="396"/>
                      <a:pt x="168" y="390"/>
                    </a:cubicBezTo>
                    <a:cubicBezTo>
                      <a:pt x="168" y="390"/>
                      <a:pt x="172" y="386"/>
                      <a:pt x="172" y="380"/>
                    </a:cubicBezTo>
                    <a:cubicBezTo>
                      <a:pt x="172" y="378"/>
                      <a:pt x="171" y="375"/>
                      <a:pt x="171" y="373"/>
                    </a:cubicBezTo>
                    <a:cubicBezTo>
                      <a:pt x="169" y="370"/>
                      <a:pt x="166" y="365"/>
                      <a:pt x="164" y="362"/>
                    </a:cubicBezTo>
                    <a:cubicBezTo>
                      <a:pt x="158" y="356"/>
                      <a:pt x="153" y="353"/>
                      <a:pt x="145" y="350"/>
                    </a:cubicBezTo>
                    <a:cubicBezTo>
                      <a:pt x="138" y="347"/>
                      <a:pt x="132" y="346"/>
                      <a:pt x="126" y="345"/>
                    </a:cubicBezTo>
                    <a:cubicBezTo>
                      <a:pt x="122" y="345"/>
                      <a:pt x="122" y="345"/>
                      <a:pt x="122" y="345"/>
                    </a:cubicBezTo>
                    <a:cubicBezTo>
                      <a:pt x="117" y="344"/>
                      <a:pt x="112" y="344"/>
                      <a:pt x="110" y="340"/>
                    </a:cubicBezTo>
                    <a:cubicBezTo>
                      <a:pt x="108" y="336"/>
                      <a:pt x="108" y="336"/>
                      <a:pt x="108" y="336"/>
                    </a:cubicBezTo>
                    <a:cubicBezTo>
                      <a:pt x="106" y="333"/>
                      <a:pt x="105" y="330"/>
                      <a:pt x="103" y="326"/>
                    </a:cubicBezTo>
                    <a:cubicBezTo>
                      <a:pt x="103" y="325"/>
                      <a:pt x="102" y="324"/>
                      <a:pt x="102" y="323"/>
                    </a:cubicBezTo>
                    <a:cubicBezTo>
                      <a:pt x="99" y="319"/>
                      <a:pt x="96" y="315"/>
                      <a:pt x="92" y="311"/>
                    </a:cubicBezTo>
                    <a:cubicBezTo>
                      <a:pt x="90" y="308"/>
                      <a:pt x="90" y="308"/>
                      <a:pt x="90" y="308"/>
                    </a:cubicBezTo>
                    <a:cubicBezTo>
                      <a:pt x="82" y="298"/>
                      <a:pt x="82" y="298"/>
                      <a:pt x="82" y="298"/>
                    </a:cubicBezTo>
                    <a:cubicBezTo>
                      <a:pt x="80" y="296"/>
                      <a:pt x="80" y="296"/>
                      <a:pt x="80" y="296"/>
                    </a:cubicBezTo>
                    <a:cubicBezTo>
                      <a:pt x="78" y="294"/>
                      <a:pt x="75" y="291"/>
                      <a:pt x="72" y="290"/>
                    </a:cubicBezTo>
                    <a:cubicBezTo>
                      <a:pt x="69" y="289"/>
                      <a:pt x="67" y="288"/>
                      <a:pt x="64" y="285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60" y="281"/>
                      <a:pt x="60" y="281"/>
                      <a:pt x="60" y="281"/>
                    </a:cubicBezTo>
                    <a:cubicBezTo>
                      <a:pt x="58" y="279"/>
                      <a:pt x="58" y="277"/>
                      <a:pt x="58" y="275"/>
                    </a:cubicBezTo>
                    <a:cubicBezTo>
                      <a:pt x="58" y="274"/>
                      <a:pt x="58" y="274"/>
                      <a:pt x="58" y="274"/>
                    </a:cubicBezTo>
                    <a:cubicBezTo>
                      <a:pt x="57" y="269"/>
                      <a:pt x="57" y="269"/>
                      <a:pt x="57" y="269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6" y="257"/>
                      <a:pt x="47" y="241"/>
                      <a:pt x="39" y="232"/>
                    </a:cubicBezTo>
                    <a:cubicBezTo>
                      <a:pt x="37" y="229"/>
                      <a:pt x="29" y="222"/>
                      <a:pt x="26" y="220"/>
                    </a:cubicBezTo>
                    <a:cubicBezTo>
                      <a:pt x="27" y="220"/>
                      <a:pt x="29" y="219"/>
                      <a:pt x="30" y="219"/>
                    </a:cubicBezTo>
                    <a:cubicBezTo>
                      <a:pt x="33" y="219"/>
                      <a:pt x="37" y="220"/>
                      <a:pt x="40" y="222"/>
                    </a:cubicBezTo>
                    <a:cubicBezTo>
                      <a:pt x="40" y="222"/>
                      <a:pt x="50" y="234"/>
                      <a:pt x="52" y="233"/>
                    </a:cubicBezTo>
                    <a:cubicBezTo>
                      <a:pt x="52" y="232"/>
                      <a:pt x="53" y="232"/>
                      <a:pt x="53" y="231"/>
                    </a:cubicBezTo>
                    <a:cubicBezTo>
                      <a:pt x="53" y="230"/>
                      <a:pt x="53" y="229"/>
                      <a:pt x="52" y="228"/>
                    </a:cubicBezTo>
                    <a:cubicBezTo>
                      <a:pt x="51" y="226"/>
                      <a:pt x="47" y="222"/>
                      <a:pt x="34" y="211"/>
                    </a:cubicBezTo>
                    <a:cubicBezTo>
                      <a:pt x="22" y="200"/>
                      <a:pt x="12" y="199"/>
                      <a:pt x="16" y="197"/>
                    </a:cubicBezTo>
                    <a:cubicBezTo>
                      <a:pt x="21" y="198"/>
                      <a:pt x="31" y="197"/>
                      <a:pt x="40" y="205"/>
                    </a:cubicBezTo>
                    <a:cubicBezTo>
                      <a:pt x="43" y="208"/>
                      <a:pt x="49" y="214"/>
                      <a:pt x="52" y="217"/>
                    </a:cubicBezTo>
                    <a:cubicBezTo>
                      <a:pt x="54" y="220"/>
                      <a:pt x="56" y="219"/>
                      <a:pt x="56" y="219"/>
                    </a:cubicBezTo>
                    <a:cubicBezTo>
                      <a:pt x="52" y="211"/>
                      <a:pt x="52" y="211"/>
                      <a:pt x="52" y="211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3" y="199"/>
                      <a:pt x="41" y="196"/>
                      <a:pt x="39" y="193"/>
                    </a:cubicBezTo>
                    <a:cubicBezTo>
                      <a:pt x="37" y="189"/>
                      <a:pt x="35" y="185"/>
                      <a:pt x="33" y="182"/>
                    </a:cubicBezTo>
                    <a:cubicBezTo>
                      <a:pt x="31" y="179"/>
                      <a:pt x="24" y="174"/>
                      <a:pt x="18" y="169"/>
                    </a:cubicBezTo>
                    <a:cubicBezTo>
                      <a:pt x="15" y="166"/>
                      <a:pt x="11" y="163"/>
                      <a:pt x="10" y="161"/>
                    </a:cubicBezTo>
                    <a:cubicBezTo>
                      <a:pt x="14" y="161"/>
                      <a:pt x="26" y="164"/>
                      <a:pt x="31" y="168"/>
                    </a:cubicBezTo>
                    <a:cubicBezTo>
                      <a:pt x="31" y="169"/>
                      <a:pt x="42" y="181"/>
                      <a:pt x="44" y="184"/>
                    </a:cubicBezTo>
                    <a:cubicBezTo>
                      <a:pt x="45" y="186"/>
                      <a:pt x="47" y="187"/>
                      <a:pt x="48" y="186"/>
                    </a:cubicBezTo>
                    <a:cubicBezTo>
                      <a:pt x="49" y="186"/>
                      <a:pt x="49" y="185"/>
                      <a:pt x="49" y="185"/>
                    </a:cubicBezTo>
                    <a:cubicBezTo>
                      <a:pt x="49" y="184"/>
                      <a:pt x="49" y="183"/>
                      <a:pt x="48" y="182"/>
                    </a:cubicBezTo>
                    <a:cubicBezTo>
                      <a:pt x="43" y="175"/>
                      <a:pt x="29" y="152"/>
                      <a:pt x="27" y="149"/>
                    </a:cubicBezTo>
                    <a:cubicBezTo>
                      <a:pt x="24" y="142"/>
                      <a:pt x="21" y="134"/>
                      <a:pt x="20" y="124"/>
                    </a:cubicBezTo>
                    <a:cubicBezTo>
                      <a:pt x="20" y="124"/>
                      <a:pt x="20" y="123"/>
                      <a:pt x="20" y="122"/>
                    </a:cubicBezTo>
                    <a:cubicBezTo>
                      <a:pt x="20" y="120"/>
                      <a:pt x="20" y="116"/>
                      <a:pt x="20" y="114"/>
                    </a:cubicBezTo>
                    <a:cubicBezTo>
                      <a:pt x="21" y="115"/>
                      <a:pt x="21" y="118"/>
                      <a:pt x="21" y="120"/>
                    </a:cubicBezTo>
                    <a:cubicBezTo>
                      <a:pt x="22" y="123"/>
                      <a:pt x="22" y="125"/>
                      <a:pt x="22" y="125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4" y="114"/>
                      <a:pt x="25" y="112"/>
                      <a:pt x="25" y="108"/>
                    </a:cubicBezTo>
                    <a:cubicBezTo>
                      <a:pt x="25" y="107"/>
                      <a:pt x="26" y="104"/>
                      <a:pt x="26" y="104"/>
                    </a:cubicBezTo>
                    <a:cubicBezTo>
                      <a:pt x="27" y="104"/>
                      <a:pt x="28" y="104"/>
                      <a:pt x="28" y="104"/>
                    </a:cubicBezTo>
                    <a:cubicBezTo>
                      <a:pt x="28" y="104"/>
                      <a:pt x="29" y="106"/>
                      <a:pt x="29" y="107"/>
                    </a:cubicBezTo>
                    <a:cubicBezTo>
                      <a:pt x="28" y="122"/>
                      <a:pt x="35" y="137"/>
                      <a:pt x="35" y="137"/>
                    </a:cubicBezTo>
                    <a:cubicBezTo>
                      <a:pt x="46" y="157"/>
                      <a:pt x="49" y="162"/>
                      <a:pt x="63" y="181"/>
                    </a:cubicBezTo>
                    <a:cubicBezTo>
                      <a:pt x="74" y="195"/>
                      <a:pt x="84" y="213"/>
                      <a:pt x="86" y="230"/>
                    </a:cubicBezTo>
                    <a:cubicBezTo>
                      <a:pt x="88" y="245"/>
                      <a:pt x="84" y="264"/>
                      <a:pt x="82" y="272"/>
                    </a:cubicBezTo>
                    <a:cubicBezTo>
                      <a:pt x="80" y="279"/>
                      <a:pt x="84" y="286"/>
                      <a:pt x="84" y="286"/>
                    </a:cubicBezTo>
                    <a:cubicBezTo>
                      <a:pt x="88" y="293"/>
                      <a:pt x="88" y="289"/>
                      <a:pt x="96" y="300"/>
                    </a:cubicBezTo>
                    <a:cubicBezTo>
                      <a:pt x="102" y="307"/>
                      <a:pt x="106" y="317"/>
                      <a:pt x="109" y="323"/>
                    </a:cubicBezTo>
                    <a:cubicBezTo>
                      <a:pt x="111" y="328"/>
                      <a:pt x="115" y="332"/>
                      <a:pt x="118" y="335"/>
                    </a:cubicBezTo>
                    <a:cubicBezTo>
                      <a:pt x="121" y="339"/>
                      <a:pt x="124" y="339"/>
                      <a:pt x="130" y="339"/>
                    </a:cubicBezTo>
                    <a:cubicBezTo>
                      <a:pt x="145" y="341"/>
                      <a:pt x="145" y="341"/>
                      <a:pt x="145" y="341"/>
                    </a:cubicBezTo>
                    <a:cubicBezTo>
                      <a:pt x="163" y="344"/>
                      <a:pt x="166" y="356"/>
                      <a:pt x="173" y="367"/>
                    </a:cubicBezTo>
                    <a:moveTo>
                      <a:pt x="188" y="356"/>
                    </a:moveTo>
                    <a:cubicBezTo>
                      <a:pt x="180" y="357"/>
                      <a:pt x="170" y="348"/>
                      <a:pt x="165" y="344"/>
                    </a:cubicBezTo>
                    <a:cubicBezTo>
                      <a:pt x="163" y="344"/>
                      <a:pt x="160" y="342"/>
                      <a:pt x="158" y="341"/>
                    </a:cubicBezTo>
                    <a:cubicBezTo>
                      <a:pt x="158" y="341"/>
                      <a:pt x="158" y="341"/>
                      <a:pt x="158" y="341"/>
                    </a:cubicBezTo>
                    <a:cubicBezTo>
                      <a:pt x="152" y="338"/>
                      <a:pt x="152" y="338"/>
                      <a:pt x="152" y="338"/>
                    </a:cubicBezTo>
                    <a:cubicBezTo>
                      <a:pt x="147" y="336"/>
                      <a:pt x="140" y="334"/>
                      <a:pt x="136" y="333"/>
                    </a:cubicBezTo>
                    <a:cubicBezTo>
                      <a:pt x="129" y="333"/>
                      <a:pt x="129" y="333"/>
                      <a:pt x="129" y="333"/>
                    </a:cubicBezTo>
                    <a:cubicBezTo>
                      <a:pt x="120" y="333"/>
                      <a:pt x="117" y="328"/>
                      <a:pt x="115" y="325"/>
                    </a:cubicBezTo>
                    <a:cubicBezTo>
                      <a:pt x="111" y="318"/>
                      <a:pt x="110" y="311"/>
                      <a:pt x="103" y="300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87" y="283"/>
                      <a:pt x="87" y="280"/>
                      <a:pt x="87" y="275"/>
                    </a:cubicBezTo>
                    <a:cubicBezTo>
                      <a:pt x="88" y="263"/>
                      <a:pt x="88" y="263"/>
                      <a:pt x="88" y="263"/>
                    </a:cubicBezTo>
                    <a:cubicBezTo>
                      <a:pt x="90" y="251"/>
                      <a:pt x="92" y="241"/>
                      <a:pt x="91" y="228"/>
                    </a:cubicBezTo>
                    <a:cubicBezTo>
                      <a:pt x="89" y="213"/>
                      <a:pt x="80" y="198"/>
                      <a:pt x="72" y="187"/>
                    </a:cubicBezTo>
                    <a:cubicBezTo>
                      <a:pt x="73" y="186"/>
                      <a:pt x="73" y="184"/>
                      <a:pt x="74" y="182"/>
                    </a:cubicBezTo>
                    <a:cubicBezTo>
                      <a:pt x="74" y="182"/>
                      <a:pt x="85" y="155"/>
                      <a:pt x="103" y="140"/>
                    </a:cubicBezTo>
                    <a:cubicBezTo>
                      <a:pt x="119" y="123"/>
                      <a:pt x="155" y="103"/>
                      <a:pt x="189" y="103"/>
                    </a:cubicBezTo>
                    <a:cubicBezTo>
                      <a:pt x="228" y="104"/>
                      <a:pt x="259" y="127"/>
                      <a:pt x="274" y="141"/>
                    </a:cubicBezTo>
                    <a:cubicBezTo>
                      <a:pt x="282" y="149"/>
                      <a:pt x="293" y="167"/>
                      <a:pt x="293" y="167"/>
                    </a:cubicBezTo>
                    <a:cubicBezTo>
                      <a:pt x="298" y="177"/>
                      <a:pt x="301" y="182"/>
                      <a:pt x="302" y="186"/>
                    </a:cubicBezTo>
                    <a:cubicBezTo>
                      <a:pt x="299" y="190"/>
                      <a:pt x="296" y="194"/>
                      <a:pt x="295" y="197"/>
                    </a:cubicBezTo>
                    <a:cubicBezTo>
                      <a:pt x="288" y="212"/>
                      <a:pt x="288" y="212"/>
                      <a:pt x="288" y="212"/>
                    </a:cubicBezTo>
                    <a:cubicBezTo>
                      <a:pt x="285" y="219"/>
                      <a:pt x="284" y="223"/>
                      <a:pt x="283" y="233"/>
                    </a:cubicBezTo>
                    <a:cubicBezTo>
                      <a:pt x="283" y="244"/>
                      <a:pt x="283" y="244"/>
                      <a:pt x="283" y="244"/>
                    </a:cubicBezTo>
                    <a:cubicBezTo>
                      <a:pt x="284" y="251"/>
                      <a:pt x="285" y="258"/>
                      <a:pt x="286" y="264"/>
                    </a:cubicBezTo>
                    <a:cubicBezTo>
                      <a:pt x="287" y="274"/>
                      <a:pt x="287" y="274"/>
                      <a:pt x="287" y="274"/>
                    </a:cubicBezTo>
                    <a:cubicBezTo>
                      <a:pt x="288" y="279"/>
                      <a:pt x="286" y="283"/>
                      <a:pt x="281" y="287"/>
                    </a:cubicBezTo>
                    <a:cubicBezTo>
                      <a:pt x="277" y="292"/>
                      <a:pt x="277" y="292"/>
                      <a:pt x="277" y="292"/>
                    </a:cubicBezTo>
                    <a:cubicBezTo>
                      <a:pt x="273" y="297"/>
                      <a:pt x="266" y="309"/>
                      <a:pt x="264" y="313"/>
                    </a:cubicBezTo>
                    <a:cubicBezTo>
                      <a:pt x="261" y="320"/>
                      <a:pt x="261" y="320"/>
                      <a:pt x="261" y="320"/>
                    </a:cubicBezTo>
                    <a:cubicBezTo>
                      <a:pt x="258" y="326"/>
                      <a:pt x="255" y="332"/>
                      <a:pt x="246" y="333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22" y="337"/>
                      <a:pt x="218" y="339"/>
                      <a:pt x="215" y="342"/>
                    </a:cubicBezTo>
                    <a:cubicBezTo>
                      <a:pt x="214" y="343"/>
                      <a:pt x="212" y="344"/>
                      <a:pt x="211" y="344"/>
                    </a:cubicBezTo>
                    <a:cubicBezTo>
                      <a:pt x="211" y="344"/>
                      <a:pt x="197" y="357"/>
                      <a:pt x="188" y="356"/>
                    </a:cubicBezTo>
                    <a:moveTo>
                      <a:pt x="201" y="390"/>
                    </a:moveTo>
                    <a:cubicBezTo>
                      <a:pt x="200" y="388"/>
                      <a:pt x="199" y="387"/>
                      <a:pt x="199" y="384"/>
                    </a:cubicBezTo>
                    <a:cubicBezTo>
                      <a:pt x="198" y="380"/>
                      <a:pt x="197" y="374"/>
                      <a:pt x="202" y="367"/>
                    </a:cubicBezTo>
                    <a:cubicBezTo>
                      <a:pt x="209" y="356"/>
                      <a:pt x="212" y="344"/>
                      <a:pt x="230" y="340"/>
                    </a:cubicBezTo>
                    <a:cubicBezTo>
                      <a:pt x="245" y="339"/>
                      <a:pt x="245" y="339"/>
                      <a:pt x="245" y="339"/>
                    </a:cubicBezTo>
                    <a:cubicBezTo>
                      <a:pt x="251" y="338"/>
                      <a:pt x="253" y="338"/>
                      <a:pt x="257" y="334"/>
                    </a:cubicBezTo>
                    <a:cubicBezTo>
                      <a:pt x="260" y="331"/>
                      <a:pt x="264" y="327"/>
                      <a:pt x="266" y="323"/>
                    </a:cubicBezTo>
                    <a:cubicBezTo>
                      <a:pt x="268" y="316"/>
                      <a:pt x="273" y="306"/>
                      <a:pt x="278" y="300"/>
                    </a:cubicBezTo>
                    <a:cubicBezTo>
                      <a:pt x="286" y="289"/>
                      <a:pt x="286" y="292"/>
                      <a:pt x="290" y="286"/>
                    </a:cubicBezTo>
                    <a:cubicBezTo>
                      <a:pt x="291" y="285"/>
                      <a:pt x="294" y="279"/>
                      <a:pt x="293" y="272"/>
                    </a:cubicBezTo>
                    <a:cubicBezTo>
                      <a:pt x="291" y="264"/>
                      <a:pt x="287" y="245"/>
                      <a:pt x="289" y="230"/>
                    </a:cubicBezTo>
                    <a:cubicBezTo>
                      <a:pt x="291" y="213"/>
                      <a:pt x="301" y="195"/>
                      <a:pt x="311" y="181"/>
                    </a:cubicBezTo>
                    <a:cubicBezTo>
                      <a:pt x="325" y="162"/>
                      <a:pt x="329" y="157"/>
                      <a:pt x="339" y="137"/>
                    </a:cubicBezTo>
                    <a:cubicBezTo>
                      <a:pt x="339" y="137"/>
                      <a:pt x="347" y="122"/>
                      <a:pt x="346" y="107"/>
                    </a:cubicBezTo>
                    <a:cubicBezTo>
                      <a:pt x="345" y="106"/>
                      <a:pt x="346" y="105"/>
                      <a:pt x="347" y="105"/>
                    </a:cubicBezTo>
                    <a:cubicBezTo>
                      <a:pt x="347" y="104"/>
                      <a:pt x="349" y="105"/>
                      <a:pt x="349" y="105"/>
                    </a:cubicBezTo>
                    <a:cubicBezTo>
                      <a:pt x="349" y="106"/>
                      <a:pt x="350" y="106"/>
                      <a:pt x="350" y="107"/>
                    </a:cubicBezTo>
                    <a:cubicBezTo>
                      <a:pt x="350" y="111"/>
                      <a:pt x="350" y="114"/>
                      <a:pt x="350" y="117"/>
                    </a:cubicBezTo>
                    <a:cubicBezTo>
                      <a:pt x="349" y="122"/>
                      <a:pt x="349" y="122"/>
                      <a:pt x="349" y="122"/>
                    </a:cubicBezTo>
                    <a:cubicBezTo>
                      <a:pt x="349" y="127"/>
                      <a:pt x="349" y="127"/>
                      <a:pt x="349" y="127"/>
                    </a:cubicBezTo>
                    <a:cubicBezTo>
                      <a:pt x="350" y="128"/>
                      <a:pt x="350" y="128"/>
                      <a:pt x="350" y="128"/>
                    </a:cubicBezTo>
                    <a:cubicBezTo>
                      <a:pt x="350" y="128"/>
                      <a:pt x="352" y="126"/>
                      <a:pt x="352" y="125"/>
                    </a:cubicBezTo>
                    <a:cubicBezTo>
                      <a:pt x="353" y="125"/>
                      <a:pt x="353" y="123"/>
                      <a:pt x="353" y="120"/>
                    </a:cubicBezTo>
                    <a:cubicBezTo>
                      <a:pt x="353" y="119"/>
                      <a:pt x="353" y="117"/>
                      <a:pt x="354" y="116"/>
                    </a:cubicBezTo>
                    <a:cubicBezTo>
                      <a:pt x="354" y="117"/>
                      <a:pt x="355" y="120"/>
                      <a:pt x="355" y="122"/>
                    </a:cubicBezTo>
                    <a:cubicBezTo>
                      <a:pt x="355" y="123"/>
                      <a:pt x="355" y="124"/>
                      <a:pt x="355" y="125"/>
                    </a:cubicBezTo>
                    <a:cubicBezTo>
                      <a:pt x="353" y="135"/>
                      <a:pt x="351" y="142"/>
                      <a:pt x="347" y="149"/>
                    </a:cubicBezTo>
                    <a:cubicBezTo>
                      <a:pt x="345" y="152"/>
                      <a:pt x="331" y="175"/>
                      <a:pt x="326" y="182"/>
                    </a:cubicBezTo>
                    <a:cubicBezTo>
                      <a:pt x="326" y="183"/>
                      <a:pt x="325" y="184"/>
                      <a:pt x="325" y="185"/>
                    </a:cubicBezTo>
                    <a:cubicBezTo>
                      <a:pt x="325" y="185"/>
                      <a:pt x="326" y="186"/>
                      <a:pt x="326" y="186"/>
                    </a:cubicBezTo>
                    <a:cubicBezTo>
                      <a:pt x="327" y="187"/>
                      <a:pt x="329" y="186"/>
                      <a:pt x="330" y="184"/>
                    </a:cubicBezTo>
                    <a:cubicBezTo>
                      <a:pt x="333" y="181"/>
                      <a:pt x="343" y="169"/>
                      <a:pt x="343" y="168"/>
                    </a:cubicBezTo>
                    <a:cubicBezTo>
                      <a:pt x="348" y="164"/>
                      <a:pt x="361" y="161"/>
                      <a:pt x="364" y="161"/>
                    </a:cubicBezTo>
                    <a:cubicBezTo>
                      <a:pt x="363" y="163"/>
                      <a:pt x="359" y="166"/>
                      <a:pt x="356" y="169"/>
                    </a:cubicBezTo>
                    <a:cubicBezTo>
                      <a:pt x="350" y="174"/>
                      <a:pt x="343" y="179"/>
                      <a:pt x="342" y="182"/>
                    </a:cubicBezTo>
                    <a:cubicBezTo>
                      <a:pt x="339" y="185"/>
                      <a:pt x="337" y="189"/>
                      <a:pt x="336" y="193"/>
                    </a:cubicBezTo>
                    <a:cubicBezTo>
                      <a:pt x="334" y="196"/>
                      <a:pt x="331" y="199"/>
                      <a:pt x="329" y="20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17" y="219"/>
                      <a:pt x="317" y="219"/>
                      <a:pt x="317" y="219"/>
                    </a:cubicBezTo>
                    <a:cubicBezTo>
                      <a:pt x="317" y="219"/>
                      <a:pt x="319" y="220"/>
                      <a:pt x="321" y="217"/>
                    </a:cubicBezTo>
                    <a:cubicBezTo>
                      <a:pt x="324" y="214"/>
                      <a:pt x="331" y="208"/>
                      <a:pt x="335" y="205"/>
                    </a:cubicBezTo>
                    <a:cubicBezTo>
                      <a:pt x="343" y="197"/>
                      <a:pt x="353" y="198"/>
                      <a:pt x="358" y="197"/>
                    </a:cubicBezTo>
                    <a:cubicBezTo>
                      <a:pt x="363" y="198"/>
                      <a:pt x="353" y="200"/>
                      <a:pt x="340" y="211"/>
                    </a:cubicBezTo>
                    <a:cubicBezTo>
                      <a:pt x="327" y="222"/>
                      <a:pt x="323" y="226"/>
                      <a:pt x="322" y="228"/>
                    </a:cubicBezTo>
                    <a:cubicBezTo>
                      <a:pt x="322" y="229"/>
                      <a:pt x="322" y="230"/>
                      <a:pt x="322" y="231"/>
                    </a:cubicBezTo>
                    <a:cubicBezTo>
                      <a:pt x="322" y="232"/>
                      <a:pt x="323" y="231"/>
                      <a:pt x="323" y="231"/>
                    </a:cubicBezTo>
                    <a:cubicBezTo>
                      <a:pt x="326" y="229"/>
                      <a:pt x="335" y="222"/>
                      <a:pt x="335" y="222"/>
                    </a:cubicBezTo>
                    <a:cubicBezTo>
                      <a:pt x="337" y="220"/>
                      <a:pt x="342" y="219"/>
                      <a:pt x="344" y="219"/>
                    </a:cubicBezTo>
                    <a:cubicBezTo>
                      <a:pt x="345" y="219"/>
                      <a:pt x="348" y="220"/>
                      <a:pt x="349" y="220"/>
                    </a:cubicBezTo>
                    <a:cubicBezTo>
                      <a:pt x="346" y="222"/>
                      <a:pt x="337" y="229"/>
                      <a:pt x="335" y="231"/>
                    </a:cubicBezTo>
                    <a:cubicBezTo>
                      <a:pt x="327" y="240"/>
                      <a:pt x="319" y="257"/>
                      <a:pt x="318" y="266"/>
                    </a:cubicBezTo>
                    <a:cubicBezTo>
                      <a:pt x="317" y="269"/>
                      <a:pt x="317" y="269"/>
                      <a:pt x="317" y="269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6" y="277"/>
                      <a:pt x="316" y="279"/>
                      <a:pt x="315" y="281"/>
                    </a:cubicBezTo>
                    <a:cubicBezTo>
                      <a:pt x="311" y="284"/>
                      <a:pt x="311" y="284"/>
                      <a:pt x="311" y="284"/>
                    </a:cubicBezTo>
                    <a:cubicBezTo>
                      <a:pt x="310" y="285"/>
                      <a:pt x="310" y="285"/>
                      <a:pt x="310" y="285"/>
                    </a:cubicBezTo>
                    <a:cubicBezTo>
                      <a:pt x="307" y="287"/>
                      <a:pt x="306" y="288"/>
                      <a:pt x="303" y="289"/>
                    </a:cubicBezTo>
                    <a:cubicBezTo>
                      <a:pt x="299" y="291"/>
                      <a:pt x="297" y="293"/>
                      <a:pt x="294" y="296"/>
                    </a:cubicBezTo>
                    <a:cubicBezTo>
                      <a:pt x="293" y="297"/>
                      <a:pt x="293" y="297"/>
                      <a:pt x="293" y="297"/>
                    </a:cubicBezTo>
                    <a:cubicBezTo>
                      <a:pt x="284" y="308"/>
                      <a:pt x="284" y="308"/>
                      <a:pt x="284" y="308"/>
                    </a:cubicBezTo>
                    <a:cubicBezTo>
                      <a:pt x="282" y="310"/>
                      <a:pt x="282" y="310"/>
                      <a:pt x="282" y="310"/>
                    </a:cubicBezTo>
                    <a:cubicBezTo>
                      <a:pt x="279" y="315"/>
                      <a:pt x="276" y="319"/>
                      <a:pt x="273" y="323"/>
                    </a:cubicBezTo>
                    <a:cubicBezTo>
                      <a:pt x="272" y="324"/>
                      <a:pt x="272" y="325"/>
                      <a:pt x="272" y="325"/>
                    </a:cubicBezTo>
                    <a:cubicBezTo>
                      <a:pt x="270" y="329"/>
                      <a:pt x="268" y="333"/>
                      <a:pt x="266" y="336"/>
                    </a:cubicBezTo>
                    <a:cubicBezTo>
                      <a:pt x="264" y="340"/>
                      <a:pt x="264" y="340"/>
                      <a:pt x="264" y="340"/>
                    </a:cubicBezTo>
                    <a:cubicBezTo>
                      <a:pt x="262" y="343"/>
                      <a:pt x="257" y="344"/>
                      <a:pt x="253" y="344"/>
                    </a:cubicBezTo>
                    <a:cubicBezTo>
                      <a:pt x="249" y="345"/>
                      <a:pt x="249" y="345"/>
                      <a:pt x="249" y="345"/>
                    </a:cubicBezTo>
                    <a:cubicBezTo>
                      <a:pt x="243" y="345"/>
                      <a:pt x="237" y="347"/>
                      <a:pt x="230" y="349"/>
                    </a:cubicBezTo>
                    <a:cubicBezTo>
                      <a:pt x="221" y="352"/>
                      <a:pt x="216" y="355"/>
                      <a:pt x="211" y="362"/>
                    </a:cubicBezTo>
                    <a:cubicBezTo>
                      <a:pt x="209" y="364"/>
                      <a:pt x="205" y="370"/>
                      <a:pt x="204" y="373"/>
                    </a:cubicBezTo>
                    <a:cubicBezTo>
                      <a:pt x="203" y="375"/>
                      <a:pt x="203" y="377"/>
                      <a:pt x="203" y="380"/>
                    </a:cubicBezTo>
                    <a:cubicBezTo>
                      <a:pt x="203" y="386"/>
                      <a:pt x="207" y="390"/>
                      <a:pt x="207" y="390"/>
                    </a:cubicBezTo>
                    <a:cubicBezTo>
                      <a:pt x="213" y="396"/>
                      <a:pt x="207" y="396"/>
                      <a:pt x="201" y="390"/>
                    </a:cubicBezTo>
                    <a:moveTo>
                      <a:pt x="305" y="299"/>
                    </a:moveTo>
                    <a:cubicBezTo>
                      <a:pt x="305" y="300"/>
                      <a:pt x="305" y="300"/>
                      <a:pt x="305" y="301"/>
                    </a:cubicBezTo>
                    <a:cubicBezTo>
                      <a:pt x="305" y="301"/>
                      <a:pt x="305" y="301"/>
                      <a:pt x="305" y="301"/>
                    </a:cubicBezTo>
                    <a:cubicBezTo>
                      <a:pt x="305" y="301"/>
                      <a:pt x="302" y="304"/>
                      <a:pt x="300" y="306"/>
                    </a:cubicBezTo>
                    <a:cubicBezTo>
                      <a:pt x="296" y="309"/>
                      <a:pt x="292" y="312"/>
                      <a:pt x="291" y="314"/>
                    </a:cubicBezTo>
                    <a:cubicBezTo>
                      <a:pt x="288" y="319"/>
                      <a:pt x="288" y="319"/>
                      <a:pt x="288" y="319"/>
                    </a:cubicBezTo>
                    <a:cubicBezTo>
                      <a:pt x="285" y="323"/>
                      <a:pt x="277" y="335"/>
                      <a:pt x="275" y="334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1" y="331"/>
                      <a:pt x="271" y="331"/>
                    </a:cubicBezTo>
                    <a:cubicBezTo>
                      <a:pt x="284" y="314"/>
                      <a:pt x="284" y="314"/>
                      <a:pt x="284" y="314"/>
                    </a:cubicBezTo>
                    <a:cubicBezTo>
                      <a:pt x="289" y="311"/>
                      <a:pt x="298" y="292"/>
                      <a:pt x="314" y="287"/>
                    </a:cubicBezTo>
                    <a:cubicBezTo>
                      <a:pt x="313" y="288"/>
                      <a:pt x="309" y="294"/>
                      <a:pt x="304" y="297"/>
                    </a:cubicBezTo>
                    <a:lnTo>
                      <a:pt x="305" y="299"/>
                    </a:lnTo>
                    <a:close/>
                    <a:moveTo>
                      <a:pt x="267" y="365"/>
                    </a:moveTo>
                    <a:cubicBezTo>
                      <a:pt x="266" y="365"/>
                      <a:pt x="262" y="365"/>
                      <a:pt x="258" y="365"/>
                    </a:cubicBezTo>
                    <a:cubicBezTo>
                      <a:pt x="254" y="364"/>
                      <a:pt x="248" y="364"/>
                      <a:pt x="244" y="365"/>
                    </a:cubicBezTo>
                    <a:cubicBezTo>
                      <a:pt x="243" y="365"/>
                      <a:pt x="243" y="365"/>
                      <a:pt x="243" y="365"/>
                    </a:cubicBezTo>
                    <a:cubicBezTo>
                      <a:pt x="239" y="366"/>
                      <a:pt x="234" y="367"/>
                      <a:pt x="230" y="369"/>
                    </a:cubicBezTo>
                    <a:cubicBezTo>
                      <a:pt x="226" y="371"/>
                      <a:pt x="223" y="374"/>
                      <a:pt x="220" y="378"/>
                    </a:cubicBezTo>
                    <a:cubicBezTo>
                      <a:pt x="219" y="379"/>
                      <a:pt x="219" y="379"/>
                      <a:pt x="219" y="379"/>
                    </a:cubicBezTo>
                    <a:cubicBezTo>
                      <a:pt x="217" y="381"/>
                      <a:pt x="215" y="384"/>
                      <a:pt x="215" y="387"/>
                    </a:cubicBezTo>
                    <a:cubicBezTo>
                      <a:pt x="215" y="389"/>
                      <a:pt x="216" y="390"/>
                      <a:pt x="217" y="391"/>
                    </a:cubicBezTo>
                    <a:cubicBezTo>
                      <a:pt x="217" y="392"/>
                      <a:pt x="217" y="392"/>
                      <a:pt x="217" y="392"/>
                    </a:cubicBezTo>
                    <a:cubicBezTo>
                      <a:pt x="217" y="392"/>
                      <a:pt x="216" y="394"/>
                      <a:pt x="214" y="393"/>
                    </a:cubicBezTo>
                    <a:cubicBezTo>
                      <a:pt x="212" y="393"/>
                      <a:pt x="209" y="390"/>
                      <a:pt x="209" y="388"/>
                    </a:cubicBezTo>
                    <a:cubicBezTo>
                      <a:pt x="209" y="380"/>
                      <a:pt x="217" y="370"/>
                      <a:pt x="221" y="367"/>
                    </a:cubicBezTo>
                    <a:cubicBezTo>
                      <a:pt x="238" y="355"/>
                      <a:pt x="258" y="358"/>
                      <a:pt x="260" y="359"/>
                    </a:cubicBezTo>
                    <a:cubicBezTo>
                      <a:pt x="263" y="360"/>
                      <a:pt x="266" y="362"/>
                      <a:pt x="267" y="364"/>
                    </a:cubicBezTo>
                    <a:cubicBezTo>
                      <a:pt x="267" y="364"/>
                      <a:pt x="267" y="364"/>
                      <a:pt x="267" y="365"/>
                    </a:cubicBezTo>
                    <a:moveTo>
                      <a:pt x="284" y="361"/>
                    </a:moveTo>
                    <a:cubicBezTo>
                      <a:pt x="280" y="362"/>
                      <a:pt x="274" y="357"/>
                      <a:pt x="274" y="357"/>
                    </a:cubicBezTo>
                    <a:cubicBezTo>
                      <a:pt x="262" y="352"/>
                      <a:pt x="246" y="355"/>
                      <a:pt x="240" y="356"/>
                    </a:cubicBezTo>
                    <a:cubicBezTo>
                      <a:pt x="223" y="362"/>
                      <a:pt x="223" y="362"/>
                      <a:pt x="223" y="362"/>
                    </a:cubicBezTo>
                    <a:cubicBezTo>
                      <a:pt x="213" y="367"/>
                      <a:pt x="213" y="370"/>
                      <a:pt x="211" y="374"/>
                    </a:cubicBezTo>
                    <a:cubicBezTo>
                      <a:pt x="207" y="382"/>
                      <a:pt x="209" y="382"/>
                      <a:pt x="207" y="382"/>
                    </a:cubicBezTo>
                    <a:cubicBezTo>
                      <a:pt x="205" y="383"/>
                      <a:pt x="205" y="378"/>
                      <a:pt x="208" y="371"/>
                    </a:cubicBezTo>
                    <a:cubicBezTo>
                      <a:pt x="211" y="365"/>
                      <a:pt x="218" y="359"/>
                      <a:pt x="224" y="356"/>
                    </a:cubicBezTo>
                    <a:cubicBezTo>
                      <a:pt x="229" y="353"/>
                      <a:pt x="238" y="351"/>
                      <a:pt x="247" y="350"/>
                    </a:cubicBezTo>
                    <a:cubicBezTo>
                      <a:pt x="255" y="349"/>
                      <a:pt x="274" y="350"/>
                      <a:pt x="279" y="352"/>
                    </a:cubicBezTo>
                    <a:cubicBezTo>
                      <a:pt x="281" y="354"/>
                      <a:pt x="288" y="360"/>
                      <a:pt x="284" y="361"/>
                    </a:cubicBezTo>
                    <a:moveTo>
                      <a:pt x="302" y="360"/>
                    </a:moveTo>
                    <a:cubicBezTo>
                      <a:pt x="300" y="359"/>
                      <a:pt x="301" y="360"/>
                      <a:pt x="292" y="355"/>
                    </a:cubicBezTo>
                    <a:cubicBezTo>
                      <a:pt x="277" y="345"/>
                      <a:pt x="254" y="348"/>
                      <a:pt x="251" y="348"/>
                    </a:cubicBezTo>
                    <a:cubicBezTo>
                      <a:pt x="252" y="347"/>
                      <a:pt x="263" y="345"/>
                      <a:pt x="263" y="345"/>
                    </a:cubicBezTo>
                    <a:cubicBezTo>
                      <a:pt x="263" y="345"/>
                      <a:pt x="267" y="342"/>
                      <a:pt x="268" y="340"/>
                    </a:cubicBezTo>
                    <a:cubicBezTo>
                      <a:pt x="269" y="339"/>
                      <a:pt x="270" y="336"/>
                      <a:pt x="271" y="336"/>
                    </a:cubicBezTo>
                    <a:cubicBezTo>
                      <a:pt x="279" y="337"/>
                      <a:pt x="302" y="354"/>
                      <a:pt x="302" y="360"/>
                    </a:cubicBezTo>
                    <a:moveTo>
                      <a:pt x="299" y="344"/>
                    </a:moveTo>
                    <a:cubicBezTo>
                      <a:pt x="297" y="345"/>
                      <a:pt x="297" y="345"/>
                      <a:pt x="297" y="345"/>
                    </a:cubicBezTo>
                    <a:cubicBezTo>
                      <a:pt x="292" y="344"/>
                      <a:pt x="292" y="344"/>
                      <a:pt x="291" y="343"/>
                    </a:cubicBezTo>
                    <a:cubicBezTo>
                      <a:pt x="290" y="342"/>
                      <a:pt x="292" y="341"/>
                      <a:pt x="292" y="340"/>
                    </a:cubicBezTo>
                    <a:cubicBezTo>
                      <a:pt x="294" y="339"/>
                      <a:pt x="294" y="339"/>
                      <a:pt x="294" y="339"/>
                    </a:cubicBezTo>
                    <a:cubicBezTo>
                      <a:pt x="296" y="338"/>
                      <a:pt x="296" y="341"/>
                      <a:pt x="298" y="343"/>
                    </a:cubicBezTo>
                    <a:lnTo>
                      <a:pt x="299" y="344"/>
                    </a:lnTo>
                    <a:close/>
                    <a:moveTo>
                      <a:pt x="308" y="322"/>
                    </a:moveTo>
                    <a:cubicBezTo>
                      <a:pt x="324" y="318"/>
                      <a:pt x="333" y="320"/>
                      <a:pt x="335" y="321"/>
                    </a:cubicBezTo>
                    <a:cubicBezTo>
                      <a:pt x="333" y="322"/>
                      <a:pt x="326" y="324"/>
                      <a:pt x="321" y="325"/>
                    </a:cubicBezTo>
                    <a:cubicBezTo>
                      <a:pt x="317" y="326"/>
                      <a:pt x="315" y="326"/>
                      <a:pt x="314" y="327"/>
                    </a:cubicBezTo>
                    <a:cubicBezTo>
                      <a:pt x="313" y="328"/>
                      <a:pt x="312" y="327"/>
                      <a:pt x="310" y="327"/>
                    </a:cubicBezTo>
                    <a:cubicBezTo>
                      <a:pt x="308" y="327"/>
                      <a:pt x="309" y="327"/>
                      <a:pt x="307" y="328"/>
                    </a:cubicBezTo>
                    <a:cubicBezTo>
                      <a:pt x="303" y="329"/>
                      <a:pt x="294" y="334"/>
                      <a:pt x="289" y="339"/>
                    </a:cubicBezTo>
                    <a:cubicBezTo>
                      <a:pt x="288" y="340"/>
                      <a:pt x="288" y="340"/>
                      <a:pt x="288" y="340"/>
                    </a:cubicBezTo>
                    <a:cubicBezTo>
                      <a:pt x="287" y="341"/>
                      <a:pt x="284" y="338"/>
                      <a:pt x="284" y="338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3" y="338"/>
                      <a:pt x="283" y="337"/>
                      <a:pt x="282" y="337"/>
                    </a:cubicBezTo>
                    <a:cubicBezTo>
                      <a:pt x="284" y="334"/>
                      <a:pt x="292" y="328"/>
                      <a:pt x="294" y="327"/>
                    </a:cubicBezTo>
                    <a:cubicBezTo>
                      <a:pt x="298" y="324"/>
                      <a:pt x="304" y="322"/>
                      <a:pt x="308" y="322"/>
                    </a:cubicBezTo>
                    <a:moveTo>
                      <a:pt x="369" y="275"/>
                    </a:moveTo>
                    <a:cubicBezTo>
                      <a:pt x="366" y="275"/>
                      <a:pt x="346" y="274"/>
                      <a:pt x="338" y="276"/>
                    </a:cubicBezTo>
                    <a:cubicBezTo>
                      <a:pt x="338" y="277"/>
                      <a:pt x="337" y="277"/>
                      <a:pt x="337" y="277"/>
                    </a:cubicBezTo>
                    <a:cubicBezTo>
                      <a:pt x="335" y="278"/>
                      <a:pt x="335" y="278"/>
                      <a:pt x="335" y="278"/>
                    </a:cubicBezTo>
                    <a:cubicBezTo>
                      <a:pt x="327" y="282"/>
                      <a:pt x="324" y="284"/>
                      <a:pt x="324" y="287"/>
                    </a:cubicBezTo>
                    <a:cubicBezTo>
                      <a:pt x="324" y="288"/>
                      <a:pt x="324" y="288"/>
                      <a:pt x="324" y="288"/>
                    </a:cubicBezTo>
                    <a:cubicBezTo>
                      <a:pt x="325" y="287"/>
                      <a:pt x="325" y="287"/>
                      <a:pt x="325" y="287"/>
                    </a:cubicBezTo>
                    <a:cubicBezTo>
                      <a:pt x="331" y="285"/>
                      <a:pt x="338" y="284"/>
                      <a:pt x="344" y="285"/>
                    </a:cubicBezTo>
                    <a:cubicBezTo>
                      <a:pt x="345" y="286"/>
                      <a:pt x="345" y="286"/>
                      <a:pt x="345" y="286"/>
                    </a:cubicBezTo>
                    <a:cubicBezTo>
                      <a:pt x="347" y="287"/>
                      <a:pt x="349" y="288"/>
                      <a:pt x="350" y="288"/>
                    </a:cubicBezTo>
                    <a:cubicBezTo>
                      <a:pt x="345" y="289"/>
                      <a:pt x="338" y="290"/>
                      <a:pt x="337" y="290"/>
                    </a:cubicBezTo>
                    <a:cubicBezTo>
                      <a:pt x="332" y="292"/>
                      <a:pt x="316" y="301"/>
                      <a:pt x="312" y="305"/>
                    </a:cubicBezTo>
                    <a:cubicBezTo>
                      <a:pt x="306" y="310"/>
                      <a:pt x="306" y="310"/>
                      <a:pt x="306" y="310"/>
                    </a:cubicBezTo>
                    <a:cubicBezTo>
                      <a:pt x="298" y="320"/>
                      <a:pt x="289" y="327"/>
                      <a:pt x="289" y="327"/>
                    </a:cubicBezTo>
                    <a:cubicBezTo>
                      <a:pt x="282" y="327"/>
                      <a:pt x="295" y="314"/>
                      <a:pt x="298" y="311"/>
                    </a:cubicBezTo>
                    <a:cubicBezTo>
                      <a:pt x="305" y="306"/>
                      <a:pt x="305" y="306"/>
                      <a:pt x="305" y="306"/>
                    </a:cubicBezTo>
                    <a:cubicBezTo>
                      <a:pt x="312" y="301"/>
                      <a:pt x="312" y="296"/>
                      <a:pt x="312" y="296"/>
                    </a:cubicBezTo>
                    <a:cubicBezTo>
                      <a:pt x="313" y="295"/>
                      <a:pt x="317" y="292"/>
                      <a:pt x="318" y="292"/>
                    </a:cubicBezTo>
                    <a:cubicBezTo>
                      <a:pt x="319" y="291"/>
                      <a:pt x="319" y="291"/>
                      <a:pt x="319" y="291"/>
                    </a:cubicBezTo>
                    <a:cubicBezTo>
                      <a:pt x="319" y="290"/>
                      <a:pt x="319" y="290"/>
                      <a:pt x="319" y="290"/>
                    </a:cubicBezTo>
                    <a:cubicBezTo>
                      <a:pt x="319" y="290"/>
                      <a:pt x="320" y="289"/>
                      <a:pt x="320" y="289"/>
                    </a:cubicBezTo>
                    <a:cubicBezTo>
                      <a:pt x="320" y="289"/>
                      <a:pt x="320" y="289"/>
                      <a:pt x="319" y="288"/>
                    </a:cubicBezTo>
                    <a:cubicBezTo>
                      <a:pt x="319" y="288"/>
                      <a:pt x="318" y="288"/>
                      <a:pt x="318" y="288"/>
                    </a:cubicBezTo>
                    <a:cubicBezTo>
                      <a:pt x="318" y="288"/>
                      <a:pt x="317" y="288"/>
                      <a:pt x="316" y="288"/>
                    </a:cubicBezTo>
                    <a:cubicBezTo>
                      <a:pt x="319" y="286"/>
                      <a:pt x="323" y="283"/>
                      <a:pt x="325" y="281"/>
                    </a:cubicBezTo>
                    <a:cubicBezTo>
                      <a:pt x="325" y="280"/>
                      <a:pt x="326" y="279"/>
                      <a:pt x="326" y="278"/>
                    </a:cubicBezTo>
                    <a:cubicBezTo>
                      <a:pt x="326" y="278"/>
                      <a:pt x="323" y="276"/>
                      <a:pt x="320" y="278"/>
                    </a:cubicBezTo>
                    <a:cubicBezTo>
                      <a:pt x="320" y="278"/>
                      <a:pt x="320" y="277"/>
                      <a:pt x="320" y="277"/>
                    </a:cubicBezTo>
                    <a:cubicBezTo>
                      <a:pt x="320" y="276"/>
                      <a:pt x="320" y="274"/>
                      <a:pt x="321" y="272"/>
                    </a:cubicBezTo>
                    <a:cubicBezTo>
                      <a:pt x="321" y="270"/>
                      <a:pt x="322" y="269"/>
                      <a:pt x="323" y="268"/>
                    </a:cubicBezTo>
                    <a:cubicBezTo>
                      <a:pt x="327" y="264"/>
                      <a:pt x="333" y="261"/>
                      <a:pt x="338" y="260"/>
                    </a:cubicBezTo>
                    <a:cubicBezTo>
                      <a:pt x="338" y="260"/>
                      <a:pt x="351" y="258"/>
                      <a:pt x="352" y="261"/>
                    </a:cubicBezTo>
                    <a:cubicBezTo>
                      <a:pt x="348" y="263"/>
                      <a:pt x="344" y="265"/>
                      <a:pt x="341" y="266"/>
                    </a:cubicBezTo>
                    <a:cubicBezTo>
                      <a:pt x="338" y="268"/>
                      <a:pt x="338" y="268"/>
                      <a:pt x="338" y="268"/>
                    </a:cubicBezTo>
                    <a:cubicBezTo>
                      <a:pt x="337" y="269"/>
                      <a:pt x="337" y="269"/>
                      <a:pt x="337" y="269"/>
                    </a:cubicBezTo>
                    <a:cubicBezTo>
                      <a:pt x="337" y="270"/>
                      <a:pt x="337" y="270"/>
                      <a:pt x="337" y="270"/>
                    </a:cubicBezTo>
                    <a:cubicBezTo>
                      <a:pt x="338" y="271"/>
                      <a:pt x="349" y="270"/>
                      <a:pt x="349" y="270"/>
                    </a:cubicBezTo>
                    <a:cubicBezTo>
                      <a:pt x="364" y="267"/>
                      <a:pt x="368" y="271"/>
                      <a:pt x="370" y="273"/>
                    </a:cubicBezTo>
                    <a:cubicBezTo>
                      <a:pt x="368" y="273"/>
                      <a:pt x="372" y="275"/>
                      <a:pt x="369" y="2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8" name="Freeform 69">
                <a:extLst>
                  <a:ext uri="{FF2B5EF4-FFF2-40B4-BE49-F238E27FC236}">
                    <a16:creationId xmlns:a16="http://schemas.microsoft.com/office/drawing/2014/main" id="{7EB75E10-73BB-4742-83A3-94766D4968A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6" y="7864"/>
                <a:ext cx="23" cy="70"/>
              </a:xfrm>
              <a:custGeom>
                <a:avLst/>
                <a:gdLst>
                  <a:gd name="T0" fmla="*/ 2 w 31"/>
                  <a:gd name="T1" fmla="*/ 0 h 94"/>
                  <a:gd name="T2" fmla="*/ 0 w 31"/>
                  <a:gd name="T3" fmla="*/ 0 h 94"/>
                  <a:gd name="T4" fmla="*/ 5 w 31"/>
                  <a:gd name="T5" fmla="*/ 8 h 94"/>
                  <a:gd name="T6" fmla="*/ 24 w 31"/>
                  <a:gd name="T7" fmla="*/ 53 h 94"/>
                  <a:gd name="T8" fmla="*/ 19 w 31"/>
                  <a:gd name="T9" fmla="*/ 91 h 94"/>
                  <a:gd name="T10" fmla="*/ 22 w 31"/>
                  <a:gd name="T11" fmla="*/ 93 h 94"/>
                  <a:gd name="T12" fmla="*/ 27 w 31"/>
                  <a:gd name="T13" fmla="*/ 42 h 94"/>
                  <a:gd name="T14" fmla="*/ 2 w 31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5" y="8"/>
                    </a:cubicBezTo>
                    <a:cubicBezTo>
                      <a:pt x="22" y="30"/>
                      <a:pt x="23" y="41"/>
                      <a:pt x="24" y="53"/>
                    </a:cubicBezTo>
                    <a:cubicBezTo>
                      <a:pt x="26" y="65"/>
                      <a:pt x="21" y="88"/>
                      <a:pt x="19" y="91"/>
                    </a:cubicBezTo>
                    <a:cubicBezTo>
                      <a:pt x="18" y="93"/>
                      <a:pt x="21" y="94"/>
                      <a:pt x="22" y="93"/>
                    </a:cubicBezTo>
                    <a:cubicBezTo>
                      <a:pt x="23" y="91"/>
                      <a:pt x="31" y="69"/>
                      <a:pt x="27" y="42"/>
                    </a:cubicBezTo>
                    <a:cubicBezTo>
                      <a:pt x="24" y="23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49" name="Freeform 70">
                <a:extLst>
                  <a:ext uri="{FF2B5EF4-FFF2-40B4-BE49-F238E27FC236}">
                    <a16:creationId xmlns:a16="http://schemas.microsoft.com/office/drawing/2014/main" id="{BD9E9433-6EB6-4F6D-A4D7-8A78960821A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7" y="7896"/>
                <a:ext cx="8" cy="35"/>
              </a:xfrm>
              <a:custGeom>
                <a:avLst/>
                <a:gdLst>
                  <a:gd name="T0" fmla="*/ 4 w 12"/>
                  <a:gd name="T1" fmla="*/ 2 h 47"/>
                  <a:gd name="T2" fmla="*/ 1 w 12"/>
                  <a:gd name="T3" fmla="*/ 4 h 47"/>
                  <a:gd name="T4" fmla="*/ 8 w 12"/>
                  <a:gd name="T5" fmla="*/ 22 h 47"/>
                  <a:gd name="T6" fmla="*/ 8 w 12"/>
                  <a:gd name="T7" fmla="*/ 44 h 47"/>
                  <a:gd name="T8" fmla="*/ 10 w 12"/>
                  <a:gd name="T9" fmla="*/ 45 h 47"/>
                  <a:gd name="T10" fmla="*/ 11 w 12"/>
                  <a:gd name="T11" fmla="*/ 21 h 47"/>
                  <a:gd name="T12" fmla="*/ 4 w 12"/>
                  <a:gd name="T13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4" y="2"/>
                    </a:moveTo>
                    <a:cubicBezTo>
                      <a:pt x="2" y="0"/>
                      <a:pt x="0" y="3"/>
                      <a:pt x="1" y="4"/>
                    </a:cubicBezTo>
                    <a:cubicBezTo>
                      <a:pt x="4" y="8"/>
                      <a:pt x="7" y="19"/>
                      <a:pt x="8" y="22"/>
                    </a:cubicBezTo>
                    <a:cubicBezTo>
                      <a:pt x="8" y="34"/>
                      <a:pt x="8" y="40"/>
                      <a:pt x="8" y="44"/>
                    </a:cubicBezTo>
                    <a:cubicBezTo>
                      <a:pt x="8" y="47"/>
                      <a:pt x="10" y="47"/>
                      <a:pt x="10" y="45"/>
                    </a:cubicBezTo>
                    <a:cubicBezTo>
                      <a:pt x="10" y="39"/>
                      <a:pt x="12" y="37"/>
                      <a:pt x="11" y="21"/>
                    </a:cubicBezTo>
                    <a:cubicBezTo>
                      <a:pt x="10" y="16"/>
                      <a:pt x="7" y="7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0" name="Freeform 71">
                <a:extLst>
                  <a:ext uri="{FF2B5EF4-FFF2-40B4-BE49-F238E27FC236}">
                    <a16:creationId xmlns:a16="http://schemas.microsoft.com/office/drawing/2014/main" id="{551BA75B-A489-418A-8DBB-8269983E4C2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92" y="7888"/>
                <a:ext cx="10" cy="44"/>
              </a:xfrm>
              <a:custGeom>
                <a:avLst/>
                <a:gdLst>
                  <a:gd name="T0" fmla="*/ 12 w 14"/>
                  <a:gd name="T1" fmla="*/ 22 h 59"/>
                  <a:gd name="T2" fmla="*/ 4 w 14"/>
                  <a:gd name="T3" fmla="*/ 3 h 59"/>
                  <a:gd name="T4" fmla="*/ 1 w 14"/>
                  <a:gd name="T5" fmla="*/ 5 h 59"/>
                  <a:gd name="T6" fmla="*/ 8 w 14"/>
                  <a:gd name="T7" fmla="*/ 23 h 59"/>
                  <a:gd name="T8" fmla="*/ 7 w 14"/>
                  <a:gd name="T9" fmla="*/ 56 h 59"/>
                  <a:gd name="T10" fmla="*/ 9 w 14"/>
                  <a:gd name="T11" fmla="*/ 57 h 59"/>
                  <a:gd name="T12" fmla="*/ 12 w 14"/>
                  <a:gd name="T13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2" y="22"/>
                    </a:moveTo>
                    <a:cubicBezTo>
                      <a:pt x="11" y="17"/>
                      <a:pt x="7" y="7"/>
                      <a:pt x="4" y="3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8" y="20"/>
                      <a:pt x="8" y="23"/>
                    </a:cubicBezTo>
                    <a:cubicBezTo>
                      <a:pt x="10" y="43"/>
                      <a:pt x="7" y="53"/>
                      <a:pt x="7" y="56"/>
                    </a:cubicBezTo>
                    <a:cubicBezTo>
                      <a:pt x="6" y="59"/>
                      <a:pt x="9" y="59"/>
                      <a:pt x="9" y="57"/>
                    </a:cubicBezTo>
                    <a:cubicBezTo>
                      <a:pt x="9" y="52"/>
                      <a:pt x="14" y="41"/>
                      <a:pt x="1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1" name="Freeform 72">
                <a:extLst>
                  <a:ext uri="{FF2B5EF4-FFF2-40B4-BE49-F238E27FC236}">
                    <a16:creationId xmlns:a16="http://schemas.microsoft.com/office/drawing/2014/main" id="{572D9EEE-8EF0-422F-A681-80AF5F9C75D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4" y="7864"/>
                <a:ext cx="23" cy="70"/>
              </a:xfrm>
              <a:custGeom>
                <a:avLst/>
                <a:gdLst>
                  <a:gd name="T0" fmla="*/ 12 w 31"/>
                  <a:gd name="T1" fmla="*/ 91 h 94"/>
                  <a:gd name="T2" fmla="*/ 7 w 31"/>
                  <a:gd name="T3" fmla="*/ 53 h 94"/>
                  <a:gd name="T4" fmla="*/ 26 w 31"/>
                  <a:gd name="T5" fmla="*/ 8 h 94"/>
                  <a:gd name="T6" fmla="*/ 31 w 31"/>
                  <a:gd name="T7" fmla="*/ 0 h 94"/>
                  <a:gd name="T8" fmla="*/ 30 w 31"/>
                  <a:gd name="T9" fmla="*/ 0 h 94"/>
                  <a:gd name="T10" fmla="*/ 4 w 31"/>
                  <a:gd name="T11" fmla="*/ 42 h 94"/>
                  <a:gd name="T12" fmla="*/ 9 w 31"/>
                  <a:gd name="T13" fmla="*/ 93 h 94"/>
                  <a:gd name="T14" fmla="*/ 12 w 31"/>
                  <a:gd name="T1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12" y="91"/>
                    </a:moveTo>
                    <a:cubicBezTo>
                      <a:pt x="10" y="88"/>
                      <a:pt x="5" y="65"/>
                      <a:pt x="7" y="53"/>
                    </a:cubicBezTo>
                    <a:cubicBezTo>
                      <a:pt x="8" y="41"/>
                      <a:pt x="9" y="30"/>
                      <a:pt x="26" y="8"/>
                    </a:cubicBezTo>
                    <a:cubicBezTo>
                      <a:pt x="29" y="4"/>
                      <a:pt x="31" y="1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7" y="0"/>
                      <a:pt x="7" y="23"/>
                      <a:pt x="4" y="42"/>
                    </a:cubicBezTo>
                    <a:cubicBezTo>
                      <a:pt x="0" y="69"/>
                      <a:pt x="8" y="91"/>
                      <a:pt x="9" y="93"/>
                    </a:cubicBezTo>
                    <a:cubicBezTo>
                      <a:pt x="10" y="94"/>
                      <a:pt x="13" y="93"/>
                      <a:pt x="12" y="9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2" name="Freeform 73">
                <a:extLst>
                  <a:ext uri="{FF2B5EF4-FFF2-40B4-BE49-F238E27FC236}">
                    <a16:creationId xmlns:a16="http://schemas.microsoft.com/office/drawing/2014/main" id="{9C744416-A26E-4E2C-A44B-84791596028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7" y="7896"/>
                <a:ext cx="9" cy="35"/>
              </a:xfrm>
              <a:custGeom>
                <a:avLst/>
                <a:gdLst>
                  <a:gd name="T0" fmla="*/ 1 w 12"/>
                  <a:gd name="T1" fmla="*/ 21 h 47"/>
                  <a:gd name="T2" fmla="*/ 2 w 12"/>
                  <a:gd name="T3" fmla="*/ 45 h 47"/>
                  <a:gd name="T4" fmla="*/ 4 w 12"/>
                  <a:gd name="T5" fmla="*/ 44 h 47"/>
                  <a:gd name="T6" fmla="*/ 4 w 12"/>
                  <a:gd name="T7" fmla="*/ 22 h 47"/>
                  <a:gd name="T8" fmla="*/ 11 w 12"/>
                  <a:gd name="T9" fmla="*/ 4 h 47"/>
                  <a:gd name="T10" fmla="*/ 8 w 12"/>
                  <a:gd name="T11" fmla="*/ 2 h 47"/>
                  <a:gd name="T12" fmla="*/ 1 w 12"/>
                  <a:gd name="T13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" y="21"/>
                    </a:moveTo>
                    <a:cubicBezTo>
                      <a:pt x="0" y="37"/>
                      <a:pt x="2" y="39"/>
                      <a:pt x="2" y="45"/>
                    </a:cubicBezTo>
                    <a:cubicBezTo>
                      <a:pt x="2" y="47"/>
                      <a:pt x="4" y="47"/>
                      <a:pt x="4" y="44"/>
                    </a:cubicBezTo>
                    <a:cubicBezTo>
                      <a:pt x="4" y="40"/>
                      <a:pt x="4" y="34"/>
                      <a:pt x="4" y="22"/>
                    </a:cubicBezTo>
                    <a:cubicBezTo>
                      <a:pt x="5" y="19"/>
                      <a:pt x="8" y="8"/>
                      <a:pt x="11" y="4"/>
                    </a:cubicBezTo>
                    <a:cubicBezTo>
                      <a:pt x="12" y="3"/>
                      <a:pt x="10" y="0"/>
                      <a:pt x="8" y="2"/>
                    </a:cubicBezTo>
                    <a:cubicBezTo>
                      <a:pt x="5" y="7"/>
                      <a:pt x="2" y="16"/>
                      <a:pt x="1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3" name="Freeform 74">
                <a:extLst>
                  <a:ext uri="{FF2B5EF4-FFF2-40B4-BE49-F238E27FC236}">
                    <a16:creationId xmlns:a16="http://schemas.microsoft.com/office/drawing/2014/main" id="{250C503F-851C-4D05-B9A9-4ABE2DDE36B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0" y="7888"/>
                <a:ext cx="11" cy="44"/>
              </a:xfrm>
              <a:custGeom>
                <a:avLst/>
                <a:gdLst>
                  <a:gd name="T0" fmla="*/ 6 w 14"/>
                  <a:gd name="T1" fmla="*/ 23 h 59"/>
                  <a:gd name="T2" fmla="*/ 13 w 14"/>
                  <a:gd name="T3" fmla="*/ 5 h 59"/>
                  <a:gd name="T4" fmla="*/ 10 w 14"/>
                  <a:gd name="T5" fmla="*/ 3 h 59"/>
                  <a:gd name="T6" fmla="*/ 2 w 14"/>
                  <a:gd name="T7" fmla="*/ 22 h 59"/>
                  <a:gd name="T8" fmla="*/ 5 w 14"/>
                  <a:gd name="T9" fmla="*/ 57 h 59"/>
                  <a:gd name="T10" fmla="*/ 7 w 14"/>
                  <a:gd name="T11" fmla="*/ 56 h 59"/>
                  <a:gd name="T12" fmla="*/ 6 w 14"/>
                  <a:gd name="T13" fmla="*/ 2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23"/>
                    </a:moveTo>
                    <a:cubicBezTo>
                      <a:pt x="6" y="20"/>
                      <a:pt x="10" y="9"/>
                      <a:pt x="13" y="5"/>
                    </a:cubicBezTo>
                    <a:cubicBezTo>
                      <a:pt x="14" y="3"/>
                      <a:pt x="12" y="0"/>
                      <a:pt x="10" y="3"/>
                    </a:cubicBezTo>
                    <a:cubicBezTo>
                      <a:pt x="7" y="7"/>
                      <a:pt x="3" y="17"/>
                      <a:pt x="2" y="22"/>
                    </a:cubicBezTo>
                    <a:cubicBezTo>
                      <a:pt x="0" y="41"/>
                      <a:pt x="5" y="52"/>
                      <a:pt x="5" y="57"/>
                    </a:cubicBezTo>
                    <a:cubicBezTo>
                      <a:pt x="5" y="59"/>
                      <a:pt x="8" y="59"/>
                      <a:pt x="7" y="56"/>
                    </a:cubicBezTo>
                    <a:cubicBezTo>
                      <a:pt x="7" y="53"/>
                      <a:pt x="4" y="43"/>
                      <a:pt x="6" y="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4" name="Freeform 75">
                <a:extLst>
                  <a:ext uri="{FF2B5EF4-FFF2-40B4-BE49-F238E27FC236}">
                    <a16:creationId xmlns:a16="http://schemas.microsoft.com/office/drawing/2014/main" id="{EAD161A0-C1A3-4245-9808-01BBE6D3CB1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4" y="7861"/>
                <a:ext cx="41" cy="42"/>
              </a:xfrm>
              <a:custGeom>
                <a:avLst/>
                <a:gdLst>
                  <a:gd name="T0" fmla="*/ 46 w 55"/>
                  <a:gd name="T1" fmla="*/ 23 h 56"/>
                  <a:gd name="T2" fmla="*/ 46 w 55"/>
                  <a:gd name="T3" fmla="*/ 23 h 56"/>
                  <a:gd name="T4" fmla="*/ 47 w 55"/>
                  <a:gd name="T5" fmla="*/ 26 h 56"/>
                  <a:gd name="T6" fmla="*/ 43 w 55"/>
                  <a:gd name="T7" fmla="*/ 30 h 56"/>
                  <a:gd name="T8" fmla="*/ 31 w 55"/>
                  <a:gd name="T9" fmla="*/ 35 h 56"/>
                  <a:gd name="T10" fmla="*/ 39 w 55"/>
                  <a:gd name="T11" fmla="*/ 20 h 56"/>
                  <a:gd name="T12" fmla="*/ 41 w 55"/>
                  <a:gd name="T13" fmla="*/ 16 h 56"/>
                  <a:gd name="T14" fmla="*/ 42 w 55"/>
                  <a:gd name="T15" fmla="*/ 16 h 56"/>
                  <a:gd name="T16" fmla="*/ 44 w 55"/>
                  <a:gd name="T17" fmla="*/ 19 h 56"/>
                  <a:gd name="T18" fmla="*/ 44 w 55"/>
                  <a:gd name="T19" fmla="*/ 19 h 56"/>
                  <a:gd name="T20" fmla="*/ 46 w 55"/>
                  <a:gd name="T21" fmla="*/ 19 h 56"/>
                  <a:gd name="T22" fmla="*/ 38 w 55"/>
                  <a:gd name="T23" fmla="*/ 0 h 56"/>
                  <a:gd name="T24" fmla="*/ 36 w 55"/>
                  <a:gd name="T25" fmla="*/ 1 h 56"/>
                  <a:gd name="T26" fmla="*/ 36 w 55"/>
                  <a:gd name="T27" fmla="*/ 1 h 56"/>
                  <a:gd name="T28" fmla="*/ 37 w 55"/>
                  <a:gd name="T29" fmla="*/ 5 h 56"/>
                  <a:gd name="T30" fmla="*/ 35 w 55"/>
                  <a:gd name="T31" fmla="*/ 12 h 56"/>
                  <a:gd name="T32" fmla="*/ 25 w 55"/>
                  <a:gd name="T33" fmla="*/ 30 h 56"/>
                  <a:gd name="T34" fmla="*/ 12 w 55"/>
                  <a:gd name="T35" fmla="*/ 26 h 56"/>
                  <a:gd name="T36" fmla="*/ 2 w 55"/>
                  <a:gd name="T37" fmla="*/ 18 h 56"/>
                  <a:gd name="T38" fmla="*/ 2 w 55"/>
                  <a:gd name="T39" fmla="*/ 18 h 56"/>
                  <a:gd name="T40" fmla="*/ 0 w 55"/>
                  <a:gd name="T41" fmla="*/ 19 h 56"/>
                  <a:gd name="T42" fmla="*/ 7 w 55"/>
                  <a:gd name="T43" fmla="*/ 35 h 56"/>
                  <a:gd name="T44" fmla="*/ 9 w 55"/>
                  <a:gd name="T45" fmla="*/ 34 h 56"/>
                  <a:gd name="T46" fmla="*/ 9 w 55"/>
                  <a:gd name="T47" fmla="*/ 34 h 56"/>
                  <a:gd name="T48" fmla="*/ 8 w 55"/>
                  <a:gd name="T49" fmla="*/ 30 h 56"/>
                  <a:gd name="T50" fmla="*/ 8 w 55"/>
                  <a:gd name="T51" fmla="*/ 30 h 56"/>
                  <a:gd name="T52" fmla="*/ 9 w 55"/>
                  <a:gd name="T53" fmla="*/ 30 h 56"/>
                  <a:gd name="T54" fmla="*/ 12 w 55"/>
                  <a:gd name="T55" fmla="*/ 30 h 56"/>
                  <a:gd name="T56" fmla="*/ 29 w 55"/>
                  <a:gd name="T57" fmla="*/ 36 h 56"/>
                  <a:gd name="T58" fmla="*/ 18 w 55"/>
                  <a:gd name="T59" fmla="*/ 40 h 56"/>
                  <a:gd name="T60" fmla="*/ 14 w 55"/>
                  <a:gd name="T61" fmla="*/ 42 h 56"/>
                  <a:gd name="T62" fmla="*/ 11 w 55"/>
                  <a:gd name="T63" fmla="*/ 38 h 56"/>
                  <a:gd name="T64" fmla="*/ 11 w 55"/>
                  <a:gd name="T65" fmla="*/ 38 h 56"/>
                  <a:gd name="T66" fmla="*/ 9 w 55"/>
                  <a:gd name="T67" fmla="*/ 39 h 56"/>
                  <a:gd name="T68" fmla="*/ 16 w 55"/>
                  <a:gd name="T69" fmla="*/ 56 h 56"/>
                  <a:gd name="T70" fmla="*/ 18 w 55"/>
                  <a:gd name="T71" fmla="*/ 55 h 56"/>
                  <a:gd name="T72" fmla="*/ 18 w 55"/>
                  <a:gd name="T73" fmla="*/ 55 h 56"/>
                  <a:gd name="T74" fmla="*/ 17 w 55"/>
                  <a:gd name="T75" fmla="*/ 52 h 56"/>
                  <a:gd name="T76" fmla="*/ 21 w 55"/>
                  <a:gd name="T77" fmla="*/ 48 h 56"/>
                  <a:gd name="T78" fmla="*/ 46 w 55"/>
                  <a:gd name="T79" fmla="*/ 37 h 56"/>
                  <a:gd name="T80" fmla="*/ 49 w 55"/>
                  <a:gd name="T81" fmla="*/ 36 h 56"/>
                  <a:gd name="T82" fmla="*/ 53 w 55"/>
                  <a:gd name="T83" fmla="*/ 40 h 56"/>
                  <a:gd name="T84" fmla="*/ 53 w 55"/>
                  <a:gd name="T85" fmla="*/ 41 h 56"/>
                  <a:gd name="T86" fmla="*/ 53 w 55"/>
                  <a:gd name="T87" fmla="*/ 40 h 56"/>
                  <a:gd name="T88" fmla="*/ 55 w 55"/>
                  <a:gd name="T89" fmla="*/ 40 h 56"/>
                  <a:gd name="T90" fmla="*/ 48 w 55"/>
                  <a:gd name="T91" fmla="*/ 22 h 56"/>
                  <a:gd name="T92" fmla="*/ 46 w 55"/>
                  <a:gd name="T93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5" h="56">
                    <a:moveTo>
                      <a:pt x="46" y="23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5"/>
                      <a:pt x="47" y="26"/>
                      <a:pt x="47" y="26"/>
                    </a:cubicBezTo>
                    <a:cubicBezTo>
                      <a:pt x="47" y="28"/>
                      <a:pt x="46" y="29"/>
                      <a:pt x="43" y="30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7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3" y="16"/>
                      <a:pt x="43" y="18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2"/>
                      <a:pt x="37" y="4"/>
                      <a:pt x="37" y="5"/>
                    </a:cubicBezTo>
                    <a:cubicBezTo>
                      <a:pt x="37" y="8"/>
                      <a:pt x="36" y="10"/>
                      <a:pt x="35" y="12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7" y="24"/>
                      <a:pt x="4" y="23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11" y="30"/>
                      <a:pt x="12" y="30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6" y="41"/>
                      <a:pt x="15" y="42"/>
                      <a:pt x="14" y="42"/>
                    </a:cubicBezTo>
                    <a:cubicBezTo>
                      <a:pt x="13" y="42"/>
                      <a:pt x="12" y="41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7" y="54"/>
                      <a:pt x="17" y="52"/>
                      <a:pt x="17" y="52"/>
                    </a:cubicBezTo>
                    <a:cubicBezTo>
                      <a:pt x="17" y="50"/>
                      <a:pt x="18" y="49"/>
                      <a:pt x="21" y="48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7" y="37"/>
                      <a:pt x="48" y="36"/>
                      <a:pt x="49" y="36"/>
                    </a:cubicBezTo>
                    <a:cubicBezTo>
                      <a:pt x="51" y="36"/>
                      <a:pt x="52" y="37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48" y="22"/>
                      <a:pt x="48" y="22"/>
                      <a:pt x="48" y="22"/>
                    </a:cubicBezTo>
                    <a:lnTo>
                      <a:pt x="4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5" name="Freeform 76">
                <a:extLst>
                  <a:ext uri="{FF2B5EF4-FFF2-40B4-BE49-F238E27FC236}">
                    <a16:creationId xmlns:a16="http://schemas.microsoft.com/office/drawing/2014/main" id="{F0FD5061-0483-4A0B-98BC-44A26F1AB77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3" y="7835"/>
                <a:ext cx="36" cy="34"/>
              </a:xfrm>
              <a:custGeom>
                <a:avLst/>
                <a:gdLst>
                  <a:gd name="T0" fmla="*/ 37 w 48"/>
                  <a:gd name="T1" fmla="*/ 33 h 46"/>
                  <a:gd name="T2" fmla="*/ 48 w 48"/>
                  <a:gd name="T3" fmla="*/ 21 h 46"/>
                  <a:gd name="T4" fmla="*/ 47 w 48"/>
                  <a:gd name="T5" fmla="*/ 13 h 46"/>
                  <a:gd name="T6" fmla="*/ 34 w 48"/>
                  <a:gd name="T7" fmla="*/ 0 h 46"/>
                  <a:gd name="T8" fmla="*/ 28 w 48"/>
                  <a:gd name="T9" fmla="*/ 1 h 46"/>
                  <a:gd name="T10" fmla="*/ 8 w 48"/>
                  <a:gd name="T11" fmla="*/ 6 h 46"/>
                  <a:gd name="T12" fmla="*/ 5 w 48"/>
                  <a:gd name="T13" fmla="*/ 7 h 46"/>
                  <a:gd name="T14" fmla="*/ 1 w 48"/>
                  <a:gd name="T15" fmla="*/ 2 h 46"/>
                  <a:gd name="T16" fmla="*/ 1 w 48"/>
                  <a:gd name="T17" fmla="*/ 2 h 46"/>
                  <a:gd name="T18" fmla="*/ 0 w 48"/>
                  <a:gd name="T19" fmla="*/ 2 h 46"/>
                  <a:gd name="T20" fmla="*/ 4 w 48"/>
                  <a:gd name="T21" fmla="*/ 19 h 46"/>
                  <a:gd name="T22" fmla="*/ 6 w 48"/>
                  <a:gd name="T23" fmla="*/ 19 h 46"/>
                  <a:gd name="T24" fmla="*/ 6 w 48"/>
                  <a:gd name="T25" fmla="*/ 18 h 46"/>
                  <a:gd name="T26" fmla="*/ 5 w 48"/>
                  <a:gd name="T27" fmla="*/ 15 h 46"/>
                  <a:gd name="T28" fmla="*/ 10 w 48"/>
                  <a:gd name="T29" fmla="*/ 11 h 46"/>
                  <a:gd name="T30" fmla="*/ 30 w 48"/>
                  <a:gd name="T31" fmla="*/ 6 h 46"/>
                  <a:gd name="T32" fmla="*/ 35 w 48"/>
                  <a:gd name="T33" fmla="*/ 5 h 46"/>
                  <a:gd name="T34" fmla="*/ 40 w 48"/>
                  <a:gd name="T35" fmla="*/ 7 h 46"/>
                  <a:gd name="T36" fmla="*/ 40 w 48"/>
                  <a:gd name="T37" fmla="*/ 7 h 46"/>
                  <a:gd name="T38" fmla="*/ 43 w 48"/>
                  <a:gd name="T39" fmla="*/ 13 h 46"/>
                  <a:gd name="T40" fmla="*/ 44 w 48"/>
                  <a:gd name="T41" fmla="*/ 17 h 46"/>
                  <a:gd name="T42" fmla="*/ 43 w 48"/>
                  <a:gd name="T43" fmla="*/ 20 h 46"/>
                  <a:gd name="T44" fmla="*/ 43 w 48"/>
                  <a:gd name="T45" fmla="*/ 21 h 46"/>
                  <a:gd name="T46" fmla="*/ 35 w 48"/>
                  <a:gd name="T47" fmla="*/ 26 h 46"/>
                  <a:gd name="T48" fmla="*/ 15 w 48"/>
                  <a:gd name="T49" fmla="*/ 31 h 46"/>
                  <a:gd name="T50" fmla="*/ 12 w 48"/>
                  <a:gd name="T51" fmla="*/ 32 h 46"/>
                  <a:gd name="T52" fmla="*/ 8 w 48"/>
                  <a:gd name="T53" fmla="*/ 27 h 46"/>
                  <a:gd name="T54" fmla="*/ 8 w 48"/>
                  <a:gd name="T55" fmla="*/ 27 h 46"/>
                  <a:gd name="T56" fmla="*/ 6 w 48"/>
                  <a:gd name="T57" fmla="*/ 27 h 46"/>
                  <a:gd name="T58" fmla="*/ 11 w 48"/>
                  <a:gd name="T59" fmla="*/ 46 h 46"/>
                  <a:gd name="T60" fmla="*/ 13 w 48"/>
                  <a:gd name="T61" fmla="*/ 46 h 46"/>
                  <a:gd name="T62" fmla="*/ 13 w 48"/>
                  <a:gd name="T63" fmla="*/ 46 h 46"/>
                  <a:gd name="T64" fmla="*/ 13 w 48"/>
                  <a:gd name="T65" fmla="*/ 43 h 46"/>
                  <a:gd name="T66" fmla="*/ 17 w 48"/>
                  <a:gd name="T67" fmla="*/ 39 h 46"/>
                  <a:gd name="T68" fmla="*/ 37 w 48"/>
                  <a:gd name="T69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46">
                    <a:moveTo>
                      <a:pt x="37" y="33"/>
                    </a:moveTo>
                    <a:cubicBezTo>
                      <a:pt x="44" y="32"/>
                      <a:pt x="48" y="28"/>
                      <a:pt x="48" y="21"/>
                    </a:cubicBezTo>
                    <a:cubicBezTo>
                      <a:pt x="48" y="19"/>
                      <a:pt x="47" y="16"/>
                      <a:pt x="47" y="13"/>
                    </a:cubicBezTo>
                    <a:cubicBezTo>
                      <a:pt x="44" y="3"/>
                      <a:pt x="39" y="0"/>
                      <a:pt x="34" y="0"/>
                    </a:cubicBezTo>
                    <a:cubicBezTo>
                      <a:pt x="32" y="0"/>
                      <a:pt x="30" y="0"/>
                      <a:pt x="28" y="1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5" y="13"/>
                      <a:pt x="6" y="12"/>
                      <a:pt x="10" y="11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2" y="6"/>
                      <a:pt x="33" y="5"/>
                      <a:pt x="35" y="5"/>
                    </a:cubicBezTo>
                    <a:cubicBezTo>
                      <a:pt x="37" y="5"/>
                      <a:pt x="39" y="6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9"/>
                      <a:pt x="42" y="11"/>
                      <a:pt x="43" y="13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9"/>
                      <a:pt x="43" y="19"/>
                      <a:pt x="43" y="20"/>
                    </a:cubicBezTo>
                    <a:cubicBezTo>
                      <a:pt x="43" y="20"/>
                      <a:pt x="43" y="21"/>
                      <a:pt x="43" y="21"/>
                    </a:cubicBezTo>
                    <a:cubicBezTo>
                      <a:pt x="42" y="23"/>
                      <a:pt x="39" y="25"/>
                      <a:pt x="35" y="26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1"/>
                      <a:pt x="13" y="32"/>
                      <a:pt x="12" y="32"/>
                    </a:cubicBezTo>
                    <a:cubicBezTo>
                      <a:pt x="10" y="32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3" y="40"/>
                      <a:pt x="14" y="40"/>
                      <a:pt x="17" y="39"/>
                    </a:cubicBezTo>
                    <a:lnTo>
                      <a:pt x="37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6" name="Freeform 77">
                <a:extLst>
                  <a:ext uri="{FF2B5EF4-FFF2-40B4-BE49-F238E27FC236}">
                    <a16:creationId xmlns:a16="http://schemas.microsoft.com/office/drawing/2014/main" id="{D8DD47C9-C1C1-4B7C-BDD8-C966473B293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94"/>
                <a:ext cx="35" cy="35"/>
              </a:xfrm>
              <a:custGeom>
                <a:avLst/>
                <a:gdLst>
                  <a:gd name="T0" fmla="*/ 8 w 47"/>
                  <a:gd name="T1" fmla="*/ 46 h 46"/>
                  <a:gd name="T2" fmla="*/ 7 w 47"/>
                  <a:gd name="T3" fmla="*/ 44 h 46"/>
                  <a:gd name="T4" fmla="*/ 12 w 47"/>
                  <a:gd name="T5" fmla="*/ 40 h 46"/>
                  <a:gd name="T6" fmla="*/ 39 w 47"/>
                  <a:gd name="T7" fmla="*/ 36 h 46"/>
                  <a:gd name="T8" fmla="*/ 41 w 47"/>
                  <a:gd name="T9" fmla="*/ 36 h 46"/>
                  <a:gd name="T10" fmla="*/ 45 w 47"/>
                  <a:gd name="T11" fmla="*/ 41 h 46"/>
                  <a:gd name="T12" fmla="*/ 45 w 47"/>
                  <a:gd name="T13" fmla="*/ 42 h 46"/>
                  <a:gd name="T14" fmla="*/ 46 w 47"/>
                  <a:gd name="T15" fmla="*/ 42 h 46"/>
                  <a:gd name="T16" fmla="*/ 47 w 47"/>
                  <a:gd name="T17" fmla="*/ 41 h 46"/>
                  <a:gd name="T18" fmla="*/ 45 w 47"/>
                  <a:gd name="T19" fmla="*/ 25 h 46"/>
                  <a:gd name="T20" fmla="*/ 43 w 47"/>
                  <a:gd name="T21" fmla="*/ 25 h 46"/>
                  <a:gd name="T22" fmla="*/ 43 w 47"/>
                  <a:gd name="T23" fmla="*/ 25 h 46"/>
                  <a:gd name="T24" fmla="*/ 44 w 47"/>
                  <a:gd name="T25" fmla="*/ 28 h 46"/>
                  <a:gd name="T26" fmla="*/ 39 w 47"/>
                  <a:gd name="T27" fmla="*/ 32 h 46"/>
                  <a:gd name="T28" fmla="*/ 11 w 47"/>
                  <a:gd name="T29" fmla="*/ 35 h 46"/>
                  <a:gd name="T30" fmla="*/ 44 w 47"/>
                  <a:gd name="T31" fmla="*/ 8 h 46"/>
                  <a:gd name="T32" fmla="*/ 43 w 47"/>
                  <a:gd name="T33" fmla="*/ 1 h 46"/>
                  <a:gd name="T34" fmla="*/ 9 w 47"/>
                  <a:gd name="T35" fmla="*/ 5 h 46"/>
                  <a:gd name="T36" fmla="*/ 6 w 47"/>
                  <a:gd name="T37" fmla="*/ 6 h 46"/>
                  <a:gd name="T38" fmla="*/ 2 w 47"/>
                  <a:gd name="T39" fmla="*/ 0 h 46"/>
                  <a:gd name="T40" fmla="*/ 2 w 47"/>
                  <a:gd name="T41" fmla="*/ 0 h 46"/>
                  <a:gd name="T42" fmla="*/ 0 w 47"/>
                  <a:gd name="T43" fmla="*/ 0 h 46"/>
                  <a:gd name="T44" fmla="*/ 2 w 47"/>
                  <a:gd name="T45" fmla="*/ 17 h 46"/>
                  <a:gd name="T46" fmla="*/ 4 w 47"/>
                  <a:gd name="T47" fmla="*/ 17 h 46"/>
                  <a:gd name="T48" fmla="*/ 4 w 47"/>
                  <a:gd name="T49" fmla="*/ 16 h 46"/>
                  <a:gd name="T50" fmla="*/ 4 w 47"/>
                  <a:gd name="T51" fmla="*/ 14 h 46"/>
                  <a:gd name="T52" fmla="*/ 9 w 47"/>
                  <a:gd name="T53" fmla="*/ 10 h 46"/>
                  <a:gd name="T54" fmla="*/ 35 w 47"/>
                  <a:gd name="T55" fmla="*/ 7 h 46"/>
                  <a:gd name="T56" fmla="*/ 4 w 47"/>
                  <a:gd name="T57" fmla="*/ 32 h 46"/>
                  <a:gd name="T58" fmla="*/ 6 w 47"/>
                  <a:gd name="T59" fmla="*/ 46 h 46"/>
                  <a:gd name="T60" fmla="*/ 8 w 47"/>
                  <a:gd name="T6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6">
                    <a:moveTo>
                      <a:pt x="8" y="46"/>
                    </a:moveTo>
                    <a:cubicBezTo>
                      <a:pt x="7" y="45"/>
                      <a:pt x="7" y="44"/>
                      <a:pt x="7" y="44"/>
                    </a:cubicBezTo>
                    <a:cubicBezTo>
                      <a:pt x="7" y="41"/>
                      <a:pt x="8" y="40"/>
                      <a:pt x="12" y="40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4" y="36"/>
                      <a:pt x="45" y="37"/>
                      <a:pt x="45" y="41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4" y="26"/>
                      <a:pt x="44" y="27"/>
                      <a:pt x="44" y="28"/>
                    </a:cubicBezTo>
                    <a:cubicBezTo>
                      <a:pt x="44" y="31"/>
                      <a:pt x="43" y="31"/>
                      <a:pt x="39" y="32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3" y="6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1"/>
                      <a:pt x="5" y="11"/>
                      <a:pt x="9" y="1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8" y="46"/>
                      <a:pt x="8" y="46"/>
                      <a:pt x="8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7" name="Freeform 78">
                <a:extLst>
                  <a:ext uri="{FF2B5EF4-FFF2-40B4-BE49-F238E27FC236}">
                    <a16:creationId xmlns:a16="http://schemas.microsoft.com/office/drawing/2014/main" id="{91D1A4A0-5381-4555-B00F-654ED76057E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54"/>
                <a:ext cx="32" cy="31"/>
              </a:xfrm>
              <a:custGeom>
                <a:avLst/>
                <a:gdLst>
                  <a:gd name="T0" fmla="*/ 21 w 43"/>
                  <a:gd name="T1" fmla="*/ 42 h 42"/>
                  <a:gd name="T2" fmla="*/ 22 w 43"/>
                  <a:gd name="T3" fmla="*/ 42 h 42"/>
                  <a:gd name="T4" fmla="*/ 22 w 43"/>
                  <a:gd name="T5" fmla="*/ 42 h 42"/>
                  <a:gd name="T6" fmla="*/ 43 w 43"/>
                  <a:gd name="T7" fmla="*/ 23 h 42"/>
                  <a:gd name="T8" fmla="*/ 43 w 43"/>
                  <a:gd name="T9" fmla="*/ 21 h 42"/>
                  <a:gd name="T10" fmla="*/ 41 w 43"/>
                  <a:gd name="T11" fmla="*/ 6 h 42"/>
                  <a:gd name="T12" fmla="*/ 41 w 43"/>
                  <a:gd name="T13" fmla="*/ 6 h 42"/>
                  <a:gd name="T14" fmla="*/ 41 w 43"/>
                  <a:gd name="T15" fmla="*/ 6 h 42"/>
                  <a:gd name="T16" fmla="*/ 27 w 43"/>
                  <a:gd name="T17" fmla="*/ 5 h 42"/>
                  <a:gd name="T18" fmla="*/ 21 w 43"/>
                  <a:gd name="T19" fmla="*/ 1 h 42"/>
                  <a:gd name="T20" fmla="*/ 21 w 43"/>
                  <a:gd name="T21" fmla="*/ 0 h 42"/>
                  <a:gd name="T22" fmla="*/ 21 w 43"/>
                  <a:gd name="T23" fmla="*/ 0 h 42"/>
                  <a:gd name="T24" fmla="*/ 19 w 43"/>
                  <a:gd name="T25" fmla="*/ 0 h 42"/>
                  <a:gd name="T26" fmla="*/ 19 w 43"/>
                  <a:gd name="T27" fmla="*/ 19 h 42"/>
                  <a:gd name="T28" fmla="*/ 21 w 43"/>
                  <a:gd name="T29" fmla="*/ 19 h 42"/>
                  <a:gd name="T30" fmla="*/ 21 w 43"/>
                  <a:gd name="T31" fmla="*/ 18 h 42"/>
                  <a:gd name="T32" fmla="*/ 26 w 43"/>
                  <a:gd name="T33" fmla="*/ 13 h 42"/>
                  <a:gd name="T34" fmla="*/ 27 w 43"/>
                  <a:gd name="T35" fmla="*/ 13 h 42"/>
                  <a:gd name="T36" fmla="*/ 39 w 43"/>
                  <a:gd name="T37" fmla="*/ 14 h 42"/>
                  <a:gd name="T38" fmla="*/ 40 w 43"/>
                  <a:gd name="T39" fmla="*/ 19 h 42"/>
                  <a:gd name="T40" fmla="*/ 40 w 43"/>
                  <a:gd name="T41" fmla="*/ 20 h 42"/>
                  <a:gd name="T42" fmla="*/ 23 w 43"/>
                  <a:gd name="T43" fmla="*/ 34 h 42"/>
                  <a:gd name="T44" fmla="*/ 21 w 43"/>
                  <a:gd name="T45" fmla="*/ 34 h 42"/>
                  <a:gd name="T46" fmla="*/ 3 w 43"/>
                  <a:gd name="T47" fmla="*/ 22 h 42"/>
                  <a:gd name="T48" fmla="*/ 3 w 43"/>
                  <a:gd name="T49" fmla="*/ 22 h 42"/>
                  <a:gd name="T50" fmla="*/ 12 w 43"/>
                  <a:gd name="T51" fmla="*/ 9 h 42"/>
                  <a:gd name="T52" fmla="*/ 12 w 43"/>
                  <a:gd name="T53" fmla="*/ 9 h 42"/>
                  <a:gd name="T54" fmla="*/ 12 w 43"/>
                  <a:gd name="T55" fmla="*/ 7 h 42"/>
                  <a:gd name="T56" fmla="*/ 2 w 43"/>
                  <a:gd name="T57" fmla="*/ 7 h 42"/>
                  <a:gd name="T58" fmla="*/ 2 w 43"/>
                  <a:gd name="T59" fmla="*/ 7 h 42"/>
                  <a:gd name="T60" fmla="*/ 0 w 43"/>
                  <a:gd name="T61" fmla="*/ 22 h 42"/>
                  <a:gd name="T62" fmla="*/ 0 w 43"/>
                  <a:gd name="T63" fmla="*/ 23 h 42"/>
                  <a:gd name="T64" fmla="*/ 21 w 43"/>
                  <a:gd name="T6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21" y="42"/>
                    </a:move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32" y="42"/>
                      <a:pt x="43" y="38"/>
                      <a:pt x="43" y="23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13"/>
                      <a:pt x="42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2" y="5"/>
                      <a:pt x="21" y="4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4"/>
                      <a:pt x="22" y="13"/>
                      <a:pt x="26" y="13"/>
                    </a:cubicBezTo>
                    <a:cubicBezTo>
                      <a:pt x="26" y="13"/>
                      <a:pt x="26" y="13"/>
                      <a:pt x="27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31"/>
                      <a:pt x="33" y="34"/>
                      <a:pt x="23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3" y="33"/>
                      <a:pt x="3" y="3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2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5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0" y="38"/>
                      <a:pt x="9" y="42"/>
                      <a:pt x="21" y="4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8" name="Freeform 79">
                <a:extLst>
                  <a:ext uri="{FF2B5EF4-FFF2-40B4-BE49-F238E27FC236}">
                    <a16:creationId xmlns:a16="http://schemas.microsoft.com/office/drawing/2014/main" id="{A9141833-586C-46FE-A205-4F75319D219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0" y="7723"/>
                <a:ext cx="35" cy="26"/>
              </a:xfrm>
              <a:custGeom>
                <a:avLst/>
                <a:gdLst>
                  <a:gd name="T0" fmla="*/ 2 w 47"/>
                  <a:gd name="T1" fmla="*/ 29 h 35"/>
                  <a:gd name="T2" fmla="*/ 6 w 47"/>
                  <a:gd name="T3" fmla="*/ 24 h 35"/>
                  <a:gd name="T4" fmla="*/ 8 w 47"/>
                  <a:gd name="T5" fmla="*/ 24 h 35"/>
                  <a:gd name="T6" fmla="*/ 35 w 47"/>
                  <a:gd name="T7" fmla="*/ 28 h 35"/>
                  <a:gd name="T8" fmla="*/ 39 w 47"/>
                  <a:gd name="T9" fmla="*/ 32 h 35"/>
                  <a:gd name="T10" fmla="*/ 39 w 47"/>
                  <a:gd name="T11" fmla="*/ 35 h 35"/>
                  <a:gd name="T12" fmla="*/ 39 w 47"/>
                  <a:gd name="T13" fmla="*/ 35 h 35"/>
                  <a:gd name="T14" fmla="*/ 39 w 47"/>
                  <a:gd name="T15" fmla="*/ 35 h 35"/>
                  <a:gd name="T16" fmla="*/ 41 w 47"/>
                  <a:gd name="T17" fmla="*/ 35 h 35"/>
                  <a:gd name="T18" fmla="*/ 47 w 47"/>
                  <a:gd name="T19" fmla="*/ 2 h 35"/>
                  <a:gd name="T20" fmla="*/ 37 w 47"/>
                  <a:gd name="T21" fmla="*/ 0 h 35"/>
                  <a:gd name="T22" fmla="*/ 36 w 47"/>
                  <a:gd name="T23" fmla="*/ 2 h 35"/>
                  <a:gd name="T24" fmla="*/ 36 w 47"/>
                  <a:gd name="T25" fmla="*/ 2 h 35"/>
                  <a:gd name="T26" fmla="*/ 42 w 47"/>
                  <a:gd name="T27" fmla="*/ 9 h 35"/>
                  <a:gd name="T28" fmla="*/ 42 w 47"/>
                  <a:gd name="T29" fmla="*/ 12 h 35"/>
                  <a:gd name="T30" fmla="*/ 41 w 47"/>
                  <a:gd name="T31" fmla="*/ 17 h 35"/>
                  <a:gd name="T32" fmla="*/ 38 w 47"/>
                  <a:gd name="T33" fmla="*/ 20 h 35"/>
                  <a:gd name="T34" fmla="*/ 36 w 47"/>
                  <a:gd name="T35" fmla="*/ 20 h 35"/>
                  <a:gd name="T36" fmla="*/ 10 w 47"/>
                  <a:gd name="T37" fmla="*/ 16 h 35"/>
                  <a:gd name="T38" fmla="*/ 5 w 47"/>
                  <a:gd name="T39" fmla="*/ 12 h 35"/>
                  <a:gd name="T40" fmla="*/ 5 w 47"/>
                  <a:gd name="T41" fmla="*/ 9 h 35"/>
                  <a:gd name="T42" fmla="*/ 5 w 47"/>
                  <a:gd name="T43" fmla="*/ 9 h 35"/>
                  <a:gd name="T44" fmla="*/ 3 w 47"/>
                  <a:gd name="T45" fmla="*/ 9 h 35"/>
                  <a:gd name="T46" fmla="*/ 0 w 47"/>
                  <a:gd name="T47" fmla="*/ 28 h 35"/>
                  <a:gd name="T48" fmla="*/ 2 w 47"/>
                  <a:gd name="T4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5">
                    <a:moveTo>
                      <a:pt x="2" y="29"/>
                    </a:moveTo>
                    <a:cubicBezTo>
                      <a:pt x="2" y="25"/>
                      <a:pt x="3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8" y="29"/>
                      <a:pt x="39" y="30"/>
                      <a:pt x="39" y="32"/>
                    </a:cubicBezTo>
                    <a:cubicBezTo>
                      <a:pt x="39" y="33"/>
                      <a:pt x="39" y="34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0" y="4"/>
                      <a:pt x="42" y="5"/>
                      <a:pt x="42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20"/>
                      <a:pt x="40" y="20"/>
                      <a:pt x="38" y="20"/>
                    </a:cubicBezTo>
                    <a:cubicBezTo>
                      <a:pt x="37" y="20"/>
                      <a:pt x="37" y="20"/>
                      <a:pt x="36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5"/>
                      <a:pt x="5" y="15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59" name="Freeform 80">
                <a:extLst>
                  <a:ext uri="{FF2B5EF4-FFF2-40B4-BE49-F238E27FC236}">
                    <a16:creationId xmlns:a16="http://schemas.microsoft.com/office/drawing/2014/main" id="{7208A34D-C9A0-432D-A41A-397D7159B73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21" y="7709"/>
                <a:ext cx="7" cy="7"/>
              </a:xfrm>
              <a:custGeom>
                <a:avLst/>
                <a:gdLst>
                  <a:gd name="T0" fmla="*/ 6 w 9"/>
                  <a:gd name="T1" fmla="*/ 0 h 10"/>
                  <a:gd name="T2" fmla="*/ 5 w 9"/>
                  <a:gd name="T3" fmla="*/ 0 h 10"/>
                  <a:gd name="T4" fmla="*/ 1 w 9"/>
                  <a:gd name="T5" fmla="*/ 2 h 10"/>
                  <a:gd name="T6" fmla="*/ 1 w 9"/>
                  <a:gd name="T7" fmla="*/ 2 h 10"/>
                  <a:gd name="T8" fmla="*/ 0 w 9"/>
                  <a:gd name="T9" fmla="*/ 4 h 10"/>
                  <a:gd name="T10" fmla="*/ 0 w 9"/>
                  <a:gd name="T11" fmla="*/ 5 h 10"/>
                  <a:gd name="T12" fmla="*/ 2 w 9"/>
                  <a:gd name="T13" fmla="*/ 9 h 10"/>
                  <a:gd name="T14" fmla="*/ 2 w 9"/>
                  <a:gd name="T15" fmla="*/ 9 h 10"/>
                  <a:gd name="T16" fmla="*/ 3 w 9"/>
                  <a:gd name="T17" fmla="*/ 10 h 10"/>
                  <a:gd name="T18" fmla="*/ 5 w 9"/>
                  <a:gd name="T19" fmla="*/ 10 h 10"/>
                  <a:gd name="T20" fmla="*/ 8 w 9"/>
                  <a:gd name="T21" fmla="*/ 8 h 10"/>
                  <a:gd name="T22" fmla="*/ 8 w 9"/>
                  <a:gd name="T23" fmla="*/ 7 h 10"/>
                  <a:gd name="T24" fmla="*/ 9 w 9"/>
                  <a:gd name="T25" fmla="*/ 6 h 10"/>
                  <a:gd name="T26" fmla="*/ 9 w 9"/>
                  <a:gd name="T27" fmla="*/ 5 h 10"/>
                  <a:gd name="T28" fmla="*/ 8 w 9"/>
                  <a:gd name="T29" fmla="*/ 1 h 10"/>
                  <a:gd name="T30" fmla="*/ 7 w 9"/>
                  <a:gd name="T31" fmla="*/ 1 h 10"/>
                  <a:gd name="T32" fmla="*/ 6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0" name="Freeform 81">
                <a:extLst>
                  <a:ext uri="{FF2B5EF4-FFF2-40B4-BE49-F238E27FC236}">
                    <a16:creationId xmlns:a16="http://schemas.microsoft.com/office/drawing/2014/main" id="{38AD1C57-FB92-47C2-9C5F-906E28C937B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0" y="7658"/>
                <a:ext cx="37" cy="36"/>
              </a:xfrm>
              <a:custGeom>
                <a:avLst/>
                <a:gdLst>
                  <a:gd name="T0" fmla="*/ 2 w 49"/>
                  <a:gd name="T1" fmla="*/ 48 h 48"/>
                  <a:gd name="T2" fmla="*/ 10 w 49"/>
                  <a:gd name="T3" fmla="*/ 43 h 48"/>
                  <a:gd name="T4" fmla="*/ 47 w 49"/>
                  <a:gd name="T5" fmla="*/ 42 h 48"/>
                  <a:gd name="T6" fmla="*/ 49 w 49"/>
                  <a:gd name="T7" fmla="*/ 36 h 48"/>
                  <a:gd name="T8" fmla="*/ 22 w 49"/>
                  <a:gd name="T9" fmla="*/ 10 h 48"/>
                  <a:gd name="T10" fmla="*/ 19 w 49"/>
                  <a:gd name="T11" fmla="*/ 5 h 48"/>
                  <a:gd name="T12" fmla="*/ 20 w 49"/>
                  <a:gd name="T13" fmla="*/ 1 h 48"/>
                  <a:gd name="T14" fmla="*/ 20 w 49"/>
                  <a:gd name="T15" fmla="*/ 1 h 48"/>
                  <a:gd name="T16" fmla="*/ 18 w 49"/>
                  <a:gd name="T17" fmla="*/ 0 h 48"/>
                  <a:gd name="T18" fmla="*/ 12 w 49"/>
                  <a:gd name="T19" fmla="*/ 17 h 48"/>
                  <a:gd name="T20" fmla="*/ 13 w 49"/>
                  <a:gd name="T21" fmla="*/ 18 h 48"/>
                  <a:gd name="T22" fmla="*/ 14 w 49"/>
                  <a:gd name="T23" fmla="*/ 17 h 48"/>
                  <a:gd name="T24" fmla="*/ 17 w 49"/>
                  <a:gd name="T25" fmla="*/ 13 h 48"/>
                  <a:gd name="T26" fmla="*/ 17 w 49"/>
                  <a:gd name="T27" fmla="*/ 13 h 48"/>
                  <a:gd name="T28" fmla="*/ 20 w 49"/>
                  <a:gd name="T29" fmla="*/ 15 h 48"/>
                  <a:gd name="T30" fmla="*/ 41 w 49"/>
                  <a:gd name="T31" fmla="*/ 35 h 48"/>
                  <a:gd name="T32" fmla="*/ 12 w 49"/>
                  <a:gd name="T33" fmla="*/ 35 h 48"/>
                  <a:gd name="T34" fmla="*/ 9 w 49"/>
                  <a:gd name="T35" fmla="*/ 35 h 48"/>
                  <a:gd name="T36" fmla="*/ 8 w 49"/>
                  <a:gd name="T37" fmla="*/ 33 h 48"/>
                  <a:gd name="T38" fmla="*/ 9 w 49"/>
                  <a:gd name="T39" fmla="*/ 29 h 48"/>
                  <a:gd name="T40" fmla="*/ 9 w 49"/>
                  <a:gd name="T41" fmla="*/ 29 h 48"/>
                  <a:gd name="T42" fmla="*/ 7 w 49"/>
                  <a:gd name="T43" fmla="*/ 28 h 48"/>
                  <a:gd name="T44" fmla="*/ 0 w 49"/>
                  <a:gd name="T45" fmla="*/ 47 h 48"/>
                  <a:gd name="T46" fmla="*/ 2 w 49"/>
                  <a:gd name="T4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48">
                    <a:moveTo>
                      <a:pt x="2" y="48"/>
                    </a:moveTo>
                    <a:cubicBezTo>
                      <a:pt x="4" y="43"/>
                      <a:pt x="5" y="43"/>
                      <a:pt x="10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9" y="7"/>
                      <a:pt x="19" y="5"/>
                    </a:cubicBezTo>
                    <a:cubicBezTo>
                      <a:pt x="19" y="4"/>
                      <a:pt x="19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35"/>
                      <a:pt x="10" y="35"/>
                      <a:pt x="9" y="35"/>
                    </a:cubicBezTo>
                    <a:cubicBezTo>
                      <a:pt x="8" y="34"/>
                      <a:pt x="8" y="34"/>
                      <a:pt x="8" y="33"/>
                    </a:cubicBezTo>
                    <a:cubicBezTo>
                      <a:pt x="8" y="32"/>
                      <a:pt x="8" y="31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2" y="48"/>
                      <a:pt x="2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1" name="Freeform 82">
                <a:extLst>
                  <a:ext uri="{FF2B5EF4-FFF2-40B4-BE49-F238E27FC236}">
                    <a16:creationId xmlns:a16="http://schemas.microsoft.com/office/drawing/2014/main" id="{03708E36-7F4C-4598-9116-CB3355AD634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17" y="7631"/>
                <a:ext cx="40" cy="37"/>
              </a:xfrm>
              <a:custGeom>
                <a:avLst/>
                <a:gdLst>
                  <a:gd name="T0" fmla="*/ 2 w 54"/>
                  <a:gd name="T1" fmla="*/ 29 h 49"/>
                  <a:gd name="T2" fmla="*/ 6 w 54"/>
                  <a:gd name="T3" fmla="*/ 26 h 49"/>
                  <a:gd name="T4" fmla="*/ 10 w 54"/>
                  <a:gd name="T5" fmla="*/ 27 h 49"/>
                  <a:gd name="T6" fmla="*/ 33 w 54"/>
                  <a:gd name="T7" fmla="*/ 41 h 49"/>
                  <a:gd name="T8" fmla="*/ 37 w 54"/>
                  <a:gd name="T9" fmla="*/ 44 h 49"/>
                  <a:gd name="T10" fmla="*/ 35 w 54"/>
                  <a:gd name="T11" fmla="*/ 48 h 49"/>
                  <a:gd name="T12" fmla="*/ 35 w 54"/>
                  <a:gd name="T13" fmla="*/ 48 h 49"/>
                  <a:gd name="T14" fmla="*/ 35 w 54"/>
                  <a:gd name="T15" fmla="*/ 49 h 49"/>
                  <a:gd name="T16" fmla="*/ 37 w 54"/>
                  <a:gd name="T17" fmla="*/ 49 h 49"/>
                  <a:gd name="T18" fmla="*/ 54 w 54"/>
                  <a:gd name="T19" fmla="*/ 20 h 49"/>
                  <a:gd name="T20" fmla="*/ 46 w 54"/>
                  <a:gd name="T21" fmla="*/ 15 h 49"/>
                  <a:gd name="T22" fmla="*/ 45 w 54"/>
                  <a:gd name="T23" fmla="*/ 17 h 49"/>
                  <a:gd name="T24" fmla="*/ 45 w 54"/>
                  <a:gd name="T25" fmla="*/ 17 h 49"/>
                  <a:gd name="T26" fmla="*/ 48 w 54"/>
                  <a:gd name="T27" fmla="*/ 22 h 49"/>
                  <a:gd name="T28" fmla="*/ 46 w 54"/>
                  <a:gd name="T29" fmla="*/ 27 h 49"/>
                  <a:gd name="T30" fmla="*/ 43 w 54"/>
                  <a:gd name="T31" fmla="*/ 32 h 49"/>
                  <a:gd name="T32" fmla="*/ 40 w 54"/>
                  <a:gd name="T33" fmla="*/ 35 h 49"/>
                  <a:gd name="T34" fmla="*/ 37 w 54"/>
                  <a:gd name="T35" fmla="*/ 34 h 49"/>
                  <a:gd name="T36" fmla="*/ 26 w 54"/>
                  <a:gd name="T37" fmla="*/ 27 h 49"/>
                  <a:gd name="T38" fmla="*/ 31 w 54"/>
                  <a:gd name="T39" fmla="*/ 20 h 49"/>
                  <a:gd name="T40" fmla="*/ 34 w 54"/>
                  <a:gd name="T41" fmla="*/ 16 h 49"/>
                  <a:gd name="T42" fmla="*/ 37 w 54"/>
                  <a:gd name="T43" fmla="*/ 18 h 49"/>
                  <a:gd name="T44" fmla="*/ 38 w 54"/>
                  <a:gd name="T45" fmla="*/ 18 h 49"/>
                  <a:gd name="T46" fmla="*/ 39 w 54"/>
                  <a:gd name="T47" fmla="*/ 16 h 49"/>
                  <a:gd name="T48" fmla="*/ 27 w 54"/>
                  <a:gd name="T49" fmla="*/ 9 h 49"/>
                  <a:gd name="T50" fmla="*/ 26 w 54"/>
                  <a:gd name="T51" fmla="*/ 11 h 49"/>
                  <a:gd name="T52" fmla="*/ 26 w 54"/>
                  <a:gd name="T53" fmla="*/ 11 h 49"/>
                  <a:gd name="T54" fmla="*/ 29 w 54"/>
                  <a:gd name="T55" fmla="*/ 14 h 49"/>
                  <a:gd name="T56" fmla="*/ 28 w 54"/>
                  <a:gd name="T57" fmla="*/ 18 h 49"/>
                  <a:gd name="T58" fmla="*/ 23 w 54"/>
                  <a:gd name="T59" fmla="*/ 26 h 49"/>
                  <a:gd name="T60" fmla="*/ 14 w 54"/>
                  <a:gd name="T61" fmla="*/ 20 h 49"/>
                  <a:gd name="T62" fmla="*/ 11 w 54"/>
                  <a:gd name="T63" fmla="*/ 17 h 49"/>
                  <a:gd name="T64" fmla="*/ 12 w 54"/>
                  <a:gd name="T65" fmla="*/ 15 h 49"/>
                  <a:gd name="T66" fmla="*/ 15 w 54"/>
                  <a:gd name="T67" fmla="*/ 11 h 49"/>
                  <a:gd name="T68" fmla="*/ 21 w 54"/>
                  <a:gd name="T69" fmla="*/ 5 h 49"/>
                  <a:gd name="T70" fmla="*/ 24 w 54"/>
                  <a:gd name="T71" fmla="*/ 6 h 49"/>
                  <a:gd name="T72" fmla="*/ 24 w 54"/>
                  <a:gd name="T73" fmla="*/ 6 h 49"/>
                  <a:gd name="T74" fmla="*/ 26 w 54"/>
                  <a:gd name="T75" fmla="*/ 4 h 49"/>
                  <a:gd name="T76" fmla="*/ 17 w 54"/>
                  <a:gd name="T77" fmla="*/ 0 h 49"/>
                  <a:gd name="T78" fmla="*/ 0 w 54"/>
                  <a:gd name="T79" fmla="*/ 28 h 49"/>
                  <a:gd name="T80" fmla="*/ 2 w 54"/>
                  <a:gd name="T81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49">
                    <a:moveTo>
                      <a:pt x="2" y="29"/>
                    </a:moveTo>
                    <a:cubicBezTo>
                      <a:pt x="4" y="27"/>
                      <a:pt x="5" y="26"/>
                      <a:pt x="6" y="26"/>
                    </a:cubicBezTo>
                    <a:cubicBezTo>
                      <a:pt x="7" y="26"/>
                      <a:pt x="8" y="26"/>
                      <a:pt x="10" y="27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6" y="42"/>
                      <a:pt x="37" y="43"/>
                      <a:pt x="37" y="44"/>
                    </a:cubicBezTo>
                    <a:cubicBezTo>
                      <a:pt x="37" y="45"/>
                      <a:pt x="36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7" y="18"/>
                      <a:pt x="48" y="20"/>
                      <a:pt x="48" y="22"/>
                    </a:cubicBezTo>
                    <a:cubicBezTo>
                      <a:pt x="48" y="23"/>
                      <a:pt x="47" y="25"/>
                      <a:pt x="46" y="27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2" y="34"/>
                      <a:pt x="41" y="35"/>
                      <a:pt x="40" y="35"/>
                    </a:cubicBezTo>
                    <a:cubicBezTo>
                      <a:pt x="40" y="35"/>
                      <a:pt x="39" y="34"/>
                      <a:pt x="37" y="34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7"/>
                      <a:pt x="33" y="16"/>
                      <a:pt x="34" y="16"/>
                    </a:cubicBezTo>
                    <a:cubicBezTo>
                      <a:pt x="35" y="16"/>
                      <a:pt x="36" y="17"/>
                      <a:pt x="37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8" y="12"/>
                      <a:pt x="29" y="13"/>
                      <a:pt x="29" y="14"/>
                    </a:cubicBezTo>
                    <a:cubicBezTo>
                      <a:pt x="29" y="15"/>
                      <a:pt x="29" y="16"/>
                      <a:pt x="28" y="1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1" y="18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5"/>
                      <a:pt x="23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2" name="Freeform 83">
                <a:extLst>
                  <a:ext uri="{FF2B5EF4-FFF2-40B4-BE49-F238E27FC236}">
                    <a16:creationId xmlns:a16="http://schemas.microsoft.com/office/drawing/2014/main" id="{97485D82-2C1C-4455-9924-60A0D560ABC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6" y="7600"/>
                <a:ext cx="37" cy="36"/>
              </a:xfrm>
              <a:custGeom>
                <a:avLst/>
                <a:gdLst>
                  <a:gd name="T0" fmla="*/ 9 w 50"/>
                  <a:gd name="T1" fmla="*/ 33 h 48"/>
                  <a:gd name="T2" fmla="*/ 9 w 50"/>
                  <a:gd name="T3" fmla="*/ 33 h 48"/>
                  <a:gd name="T4" fmla="*/ 6 w 50"/>
                  <a:gd name="T5" fmla="*/ 28 h 48"/>
                  <a:gd name="T6" fmla="*/ 9 w 50"/>
                  <a:gd name="T7" fmla="*/ 21 h 48"/>
                  <a:gd name="T8" fmla="*/ 11 w 50"/>
                  <a:gd name="T9" fmla="*/ 19 h 48"/>
                  <a:gd name="T10" fmla="*/ 35 w 50"/>
                  <a:gd name="T11" fmla="*/ 39 h 48"/>
                  <a:gd name="T12" fmla="*/ 38 w 50"/>
                  <a:gd name="T13" fmla="*/ 43 h 48"/>
                  <a:gd name="T14" fmla="*/ 36 w 50"/>
                  <a:gd name="T15" fmla="*/ 47 h 48"/>
                  <a:gd name="T16" fmla="*/ 36 w 50"/>
                  <a:gd name="T17" fmla="*/ 47 h 48"/>
                  <a:gd name="T18" fmla="*/ 36 w 50"/>
                  <a:gd name="T19" fmla="*/ 47 h 48"/>
                  <a:gd name="T20" fmla="*/ 37 w 50"/>
                  <a:gd name="T21" fmla="*/ 48 h 48"/>
                  <a:gd name="T22" fmla="*/ 50 w 50"/>
                  <a:gd name="T23" fmla="*/ 33 h 48"/>
                  <a:gd name="T24" fmla="*/ 48 w 50"/>
                  <a:gd name="T25" fmla="*/ 31 h 48"/>
                  <a:gd name="T26" fmla="*/ 48 w 50"/>
                  <a:gd name="T27" fmla="*/ 31 h 48"/>
                  <a:gd name="T28" fmla="*/ 44 w 50"/>
                  <a:gd name="T29" fmla="*/ 34 h 48"/>
                  <a:gd name="T30" fmla="*/ 40 w 50"/>
                  <a:gd name="T31" fmla="*/ 32 h 48"/>
                  <a:gd name="T32" fmla="*/ 16 w 50"/>
                  <a:gd name="T33" fmla="*/ 13 h 48"/>
                  <a:gd name="T34" fmla="*/ 17 w 50"/>
                  <a:gd name="T35" fmla="*/ 11 h 48"/>
                  <a:gd name="T36" fmla="*/ 24 w 50"/>
                  <a:gd name="T37" fmla="*/ 6 h 48"/>
                  <a:gd name="T38" fmla="*/ 28 w 50"/>
                  <a:gd name="T39" fmla="*/ 8 h 48"/>
                  <a:gd name="T40" fmla="*/ 29 w 50"/>
                  <a:gd name="T41" fmla="*/ 8 h 48"/>
                  <a:gd name="T42" fmla="*/ 30 w 50"/>
                  <a:gd name="T43" fmla="*/ 6 h 48"/>
                  <a:gd name="T44" fmla="*/ 22 w 50"/>
                  <a:gd name="T45" fmla="*/ 0 h 48"/>
                  <a:gd name="T46" fmla="*/ 0 w 50"/>
                  <a:gd name="T47" fmla="*/ 28 h 48"/>
                  <a:gd name="T48" fmla="*/ 7 w 50"/>
                  <a:gd name="T49" fmla="*/ 35 h 48"/>
                  <a:gd name="T50" fmla="*/ 9 w 50"/>
                  <a:gd name="T51" fmla="*/ 3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9" y="33"/>
                    </a:moveTo>
                    <a:cubicBezTo>
                      <a:pt x="9" y="33"/>
                      <a:pt x="9" y="33"/>
                      <a:pt x="9" y="33"/>
                    </a:cubicBezTo>
                    <a:cubicBezTo>
                      <a:pt x="7" y="31"/>
                      <a:pt x="6" y="29"/>
                      <a:pt x="6" y="28"/>
                    </a:cubicBezTo>
                    <a:cubicBezTo>
                      <a:pt x="6" y="26"/>
                      <a:pt x="7" y="24"/>
                      <a:pt x="9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40"/>
                      <a:pt x="38" y="41"/>
                      <a:pt x="38" y="43"/>
                    </a:cubicBezTo>
                    <a:cubicBezTo>
                      <a:pt x="38" y="44"/>
                      <a:pt x="37" y="45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6" y="34"/>
                      <a:pt x="45" y="34"/>
                      <a:pt x="44" y="34"/>
                    </a:cubicBezTo>
                    <a:cubicBezTo>
                      <a:pt x="43" y="34"/>
                      <a:pt x="42" y="34"/>
                      <a:pt x="40" y="3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8"/>
                      <a:pt x="22" y="6"/>
                      <a:pt x="24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7" y="35"/>
                      <a:pt x="7" y="35"/>
                      <a:pt x="7" y="35"/>
                    </a:cubicBezTo>
                    <a:lnTo>
                      <a:pt x="9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3" name="Freeform 84">
                <a:extLst>
                  <a:ext uri="{FF2B5EF4-FFF2-40B4-BE49-F238E27FC236}">
                    <a16:creationId xmlns:a16="http://schemas.microsoft.com/office/drawing/2014/main" id="{E129AF46-2AE4-4F5B-830F-70A77B29A47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58" y="7577"/>
                <a:ext cx="40" cy="40"/>
              </a:xfrm>
              <a:custGeom>
                <a:avLst/>
                <a:gdLst>
                  <a:gd name="T0" fmla="*/ 2 w 54"/>
                  <a:gd name="T1" fmla="*/ 23 h 53"/>
                  <a:gd name="T2" fmla="*/ 6 w 54"/>
                  <a:gd name="T3" fmla="*/ 21 h 53"/>
                  <a:gd name="T4" fmla="*/ 10 w 54"/>
                  <a:gd name="T5" fmla="*/ 24 h 53"/>
                  <a:gd name="T6" fmla="*/ 28 w 54"/>
                  <a:gd name="T7" fmla="*/ 44 h 53"/>
                  <a:gd name="T8" fmla="*/ 30 w 54"/>
                  <a:gd name="T9" fmla="*/ 48 h 53"/>
                  <a:gd name="T10" fmla="*/ 27 w 54"/>
                  <a:gd name="T11" fmla="*/ 52 h 53"/>
                  <a:gd name="T12" fmla="*/ 27 w 54"/>
                  <a:gd name="T13" fmla="*/ 52 h 53"/>
                  <a:gd name="T14" fmla="*/ 27 w 54"/>
                  <a:gd name="T15" fmla="*/ 52 h 53"/>
                  <a:gd name="T16" fmla="*/ 28 w 54"/>
                  <a:gd name="T17" fmla="*/ 53 h 53"/>
                  <a:gd name="T18" fmla="*/ 54 w 54"/>
                  <a:gd name="T19" fmla="*/ 31 h 53"/>
                  <a:gd name="T20" fmla="*/ 48 w 54"/>
                  <a:gd name="T21" fmla="*/ 23 h 53"/>
                  <a:gd name="T22" fmla="*/ 46 w 54"/>
                  <a:gd name="T23" fmla="*/ 25 h 53"/>
                  <a:gd name="T24" fmla="*/ 46 w 54"/>
                  <a:gd name="T25" fmla="*/ 25 h 53"/>
                  <a:gd name="T26" fmla="*/ 48 w 54"/>
                  <a:gd name="T27" fmla="*/ 29 h 53"/>
                  <a:gd name="T28" fmla="*/ 44 w 54"/>
                  <a:gd name="T29" fmla="*/ 35 h 53"/>
                  <a:gd name="T30" fmla="*/ 39 w 54"/>
                  <a:gd name="T31" fmla="*/ 39 h 53"/>
                  <a:gd name="T32" fmla="*/ 37 w 54"/>
                  <a:gd name="T33" fmla="*/ 41 h 53"/>
                  <a:gd name="T34" fmla="*/ 34 w 54"/>
                  <a:gd name="T35" fmla="*/ 38 h 53"/>
                  <a:gd name="T36" fmla="*/ 25 w 54"/>
                  <a:gd name="T37" fmla="*/ 29 h 53"/>
                  <a:gd name="T38" fmla="*/ 32 w 54"/>
                  <a:gd name="T39" fmla="*/ 23 h 53"/>
                  <a:gd name="T40" fmla="*/ 35 w 54"/>
                  <a:gd name="T41" fmla="*/ 21 h 53"/>
                  <a:gd name="T42" fmla="*/ 39 w 54"/>
                  <a:gd name="T43" fmla="*/ 23 h 53"/>
                  <a:gd name="T44" fmla="*/ 39 w 54"/>
                  <a:gd name="T45" fmla="*/ 24 h 53"/>
                  <a:gd name="T46" fmla="*/ 41 w 54"/>
                  <a:gd name="T47" fmla="*/ 22 h 53"/>
                  <a:gd name="T48" fmla="*/ 32 w 54"/>
                  <a:gd name="T49" fmla="*/ 12 h 53"/>
                  <a:gd name="T50" fmla="*/ 30 w 54"/>
                  <a:gd name="T51" fmla="*/ 14 h 53"/>
                  <a:gd name="T52" fmla="*/ 30 w 54"/>
                  <a:gd name="T53" fmla="*/ 14 h 53"/>
                  <a:gd name="T54" fmla="*/ 32 w 54"/>
                  <a:gd name="T55" fmla="*/ 17 h 53"/>
                  <a:gd name="T56" fmla="*/ 30 w 54"/>
                  <a:gd name="T57" fmla="*/ 21 h 53"/>
                  <a:gd name="T58" fmla="*/ 23 w 54"/>
                  <a:gd name="T59" fmla="*/ 27 h 53"/>
                  <a:gd name="T60" fmla="*/ 16 w 54"/>
                  <a:gd name="T61" fmla="*/ 18 h 53"/>
                  <a:gd name="T62" fmla="*/ 14 w 54"/>
                  <a:gd name="T63" fmla="*/ 15 h 53"/>
                  <a:gd name="T64" fmla="*/ 16 w 54"/>
                  <a:gd name="T65" fmla="*/ 13 h 53"/>
                  <a:gd name="T66" fmla="*/ 19 w 54"/>
                  <a:gd name="T67" fmla="*/ 10 h 53"/>
                  <a:gd name="T68" fmla="*/ 26 w 54"/>
                  <a:gd name="T69" fmla="*/ 6 h 53"/>
                  <a:gd name="T70" fmla="*/ 30 w 54"/>
                  <a:gd name="T71" fmla="*/ 8 h 53"/>
                  <a:gd name="T72" fmla="*/ 30 w 54"/>
                  <a:gd name="T73" fmla="*/ 8 h 53"/>
                  <a:gd name="T74" fmla="*/ 32 w 54"/>
                  <a:gd name="T75" fmla="*/ 7 h 53"/>
                  <a:gd name="T76" fmla="*/ 25 w 54"/>
                  <a:gd name="T77" fmla="*/ 0 h 53"/>
                  <a:gd name="T78" fmla="*/ 0 w 54"/>
                  <a:gd name="T79" fmla="*/ 22 h 53"/>
                  <a:gd name="T80" fmla="*/ 2 w 54"/>
                  <a:gd name="T8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3">
                    <a:moveTo>
                      <a:pt x="2" y="23"/>
                    </a:moveTo>
                    <a:cubicBezTo>
                      <a:pt x="4" y="22"/>
                      <a:pt x="5" y="21"/>
                      <a:pt x="6" y="21"/>
                    </a:cubicBezTo>
                    <a:cubicBezTo>
                      <a:pt x="7" y="21"/>
                      <a:pt x="8" y="22"/>
                      <a:pt x="10" y="2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6"/>
                      <a:pt x="30" y="47"/>
                      <a:pt x="30" y="48"/>
                    </a:cubicBezTo>
                    <a:cubicBezTo>
                      <a:pt x="30" y="49"/>
                      <a:pt x="29" y="50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7" y="26"/>
                      <a:pt x="48" y="28"/>
                      <a:pt x="48" y="29"/>
                    </a:cubicBezTo>
                    <a:cubicBezTo>
                      <a:pt x="48" y="31"/>
                      <a:pt x="47" y="33"/>
                      <a:pt x="44" y="35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40"/>
                      <a:pt x="37" y="41"/>
                      <a:pt x="37" y="41"/>
                    </a:cubicBezTo>
                    <a:cubicBezTo>
                      <a:pt x="36" y="41"/>
                      <a:pt x="35" y="40"/>
                      <a:pt x="34" y="3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4" y="21"/>
                      <a:pt x="35" y="21"/>
                    </a:cubicBezTo>
                    <a:cubicBezTo>
                      <a:pt x="36" y="21"/>
                      <a:pt x="37" y="22"/>
                      <a:pt x="39" y="2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1" y="15"/>
                      <a:pt x="32" y="16"/>
                      <a:pt x="32" y="17"/>
                    </a:cubicBezTo>
                    <a:cubicBezTo>
                      <a:pt x="32" y="18"/>
                      <a:pt x="31" y="19"/>
                      <a:pt x="30" y="21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4" y="16"/>
                      <a:pt x="14" y="15"/>
                    </a:cubicBezTo>
                    <a:cubicBezTo>
                      <a:pt x="14" y="15"/>
                      <a:pt x="15" y="14"/>
                      <a:pt x="16" y="13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2" y="7"/>
                      <a:pt x="24" y="6"/>
                      <a:pt x="26" y="6"/>
                    </a:cubicBezTo>
                    <a:cubicBezTo>
                      <a:pt x="27" y="6"/>
                      <a:pt x="28" y="7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4" name="Freeform 85">
                <a:extLst>
                  <a:ext uri="{FF2B5EF4-FFF2-40B4-BE49-F238E27FC236}">
                    <a16:creationId xmlns:a16="http://schemas.microsoft.com/office/drawing/2014/main" id="{62F96C2B-6B05-4FD2-9BE1-B89AD2518F9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8" y="7552"/>
                <a:ext cx="41" cy="44"/>
              </a:xfrm>
              <a:custGeom>
                <a:avLst/>
                <a:gdLst>
                  <a:gd name="T0" fmla="*/ 1 w 55"/>
                  <a:gd name="T1" fmla="*/ 24 h 59"/>
                  <a:gd name="T2" fmla="*/ 5 w 55"/>
                  <a:gd name="T3" fmla="*/ 23 h 59"/>
                  <a:gd name="T4" fmla="*/ 8 w 55"/>
                  <a:gd name="T5" fmla="*/ 26 h 59"/>
                  <a:gd name="T6" fmla="*/ 22 w 55"/>
                  <a:gd name="T7" fmla="*/ 50 h 59"/>
                  <a:gd name="T8" fmla="*/ 23 w 55"/>
                  <a:gd name="T9" fmla="*/ 53 h 59"/>
                  <a:gd name="T10" fmla="*/ 19 w 55"/>
                  <a:gd name="T11" fmla="*/ 57 h 59"/>
                  <a:gd name="T12" fmla="*/ 19 w 55"/>
                  <a:gd name="T13" fmla="*/ 57 h 59"/>
                  <a:gd name="T14" fmla="*/ 19 w 55"/>
                  <a:gd name="T15" fmla="*/ 58 h 59"/>
                  <a:gd name="T16" fmla="*/ 20 w 55"/>
                  <a:gd name="T17" fmla="*/ 59 h 59"/>
                  <a:gd name="T18" fmla="*/ 35 w 55"/>
                  <a:gd name="T19" fmla="*/ 51 h 59"/>
                  <a:gd name="T20" fmla="*/ 34 w 55"/>
                  <a:gd name="T21" fmla="*/ 49 h 59"/>
                  <a:gd name="T22" fmla="*/ 33 w 55"/>
                  <a:gd name="T23" fmla="*/ 49 h 59"/>
                  <a:gd name="T24" fmla="*/ 30 w 55"/>
                  <a:gd name="T25" fmla="*/ 51 h 59"/>
                  <a:gd name="T26" fmla="*/ 26 w 55"/>
                  <a:gd name="T27" fmla="*/ 47 h 59"/>
                  <a:gd name="T28" fmla="*/ 12 w 55"/>
                  <a:gd name="T29" fmla="*/ 23 h 59"/>
                  <a:gd name="T30" fmla="*/ 49 w 55"/>
                  <a:gd name="T31" fmla="*/ 43 h 59"/>
                  <a:gd name="T32" fmla="*/ 55 w 55"/>
                  <a:gd name="T33" fmla="*/ 39 h 59"/>
                  <a:gd name="T34" fmla="*/ 38 w 55"/>
                  <a:gd name="T35" fmla="*/ 9 h 59"/>
                  <a:gd name="T36" fmla="*/ 37 w 55"/>
                  <a:gd name="T37" fmla="*/ 6 h 59"/>
                  <a:gd name="T38" fmla="*/ 40 w 55"/>
                  <a:gd name="T39" fmla="*/ 2 h 59"/>
                  <a:gd name="T40" fmla="*/ 41 w 55"/>
                  <a:gd name="T41" fmla="*/ 2 h 59"/>
                  <a:gd name="T42" fmla="*/ 40 w 55"/>
                  <a:gd name="T43" fmla="*/ 0 h 59"/>
                  <a:gd name="T44" fmla="*/ 25 w 55"/>
                  <a:gd name="T45" fmla="*/ 8 h 59"/>
                  <a:gd name="T46" fmla="*/ 26 w 55"/>
                  <a:gd name="T47" fmla="*/ 10 h 59"/>
                  <a:gd name="T48" fmla="*/ 26 w 55"/>
                  <a:gd name="T49" fmla="*/ 10 h 59"/>
                  <a:gd name="T50" fmla="*/ 30 w 55"/>
                  <a:gd name="T51" fmla="*/ 8 h 59"/>
                  <a:gd name="T52" fmla="*/ 34 w 55"/>
                  <a:gd name="T53" fmla="*/ 12 h 59"/>
                  <a:gd name="T54" fmla="*/ 47 w 55"/>
                  <a:gd name="T55" fmla="*/ 34 h 59"/>
                  <a:gd name="T56" fmla="*/ 12 w 55"/>
                  <a:gd name="T57" fmla="*/ 16 h 59"/>
                  <a:gd name="T58" fmla="*/ 0 w 55"/>
                  <a:gd name="T59" fmla="*/ 23 h 59"/>
                  <a:gd name="T60" fmla="*/ 0 w 55"/>
                  <a:gd name="T61" fmla="*/ 24 h 59"/>
                  <a:gd name="T62" fmla="*/ 1 w 55"/>
                  <a:gd name="T63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9">
                    <a:moveTo>
                      <a:pt x="1" y="24"/>
                    </a:moveTo>
                    <a:cubicBezTo>
                      <a:pt x="2" y="23"/>
                      <a:pt x="4" y="23"/>
                      <a:pt x="5" y="23"/>
                    </a:cubicBezTo>
                    <a:cubicBezTo>
                      <a:pt x="6" y="23"/>
                      <a:pt x="7" y="24"/>
                      <a:pt x="8" y="26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51"/>
                      <a:pt x="23" y="53"/>
                      <a:pt x="23" y="53"/>
                    </a:cubicBezTo>
                    <a:cubicBezTo>
                      <a:pt x="23" y="55"/>
                      <a:pt x="22" y="56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50"/>
                      <a:pt x="31" y="51"/>
                      <a:pt x="30" y="51"/>
                    </a:cubicBezTo>
                    <a:cubicBezTo>
                      <a:pt x="28" y="51"/>
                      <a:pt x="27" y="50"/>
                      <a:pt x="26" y="4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7" y="8"/>
                      <a:pt x="37" y="6"/>
                      <a:pt x="37" y="6"/>
                    </a:cubicBezTo>
                    <a:cubicBezTo>
                      <a:pt x="37" y="4"/>
                      <a:pt x="38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9" y="8"/>
                      <a:pt x="30" y="8"/>
                    </a:cubicBezTo>
                    <a:cubicBezTo>
                      <a:pt x="32" y="8"/>
                      <a:pt x="33" y="9"/>
                      <a:pt x="34" y="12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5" name="Freeform 86">
                <a:extLst>
                  <a:ext uri="{FF2B5EF4-FFF2-40B4-BE49-F238E27FC236}">
                    <a16:creationId xmlns:a16="http://schemas.microsoft.com/office/drawing/2014/main" id="{C57A24FA-43B3-42A0-90DC-099AF2AC4DC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32" y="7542"/>
                <a:ext cx="27" cy="34"/>
              </a:xfrm>
              <a:custGeom>
                <a:avLst/>
                <a:gdLst>
                  <a:gd name="T0" fmla="*/ 11 w 36"/>
                  <a:gd name="T1" fmla="*/ 25 h 46"/>
                  <a:gd name="T2" fmla="*/ 28 w 36"/>
                  <a:gd name="T3" fmla="*/ 32 h 46"/>
                  <a:gd name="T4" fmla="*/ 28 w 36"/>
                  <a:gd name="T5" fmla="*/ 34 h 46"/>
                  <a:gd name="T6" fmla="*/ 21 w 36"/>
                  <a:gd name="T7" fmla="*/ 41 h 46"/>
                  <a:gd name="T8" fmla="*/ 17 w 36"/>
                  <a:gd name="T9" fmla="*/ 42 h 46"/>
                  <a:gd name="T10" fmla="*/ 8 w 36"/>
                  <a:gd name="T11" fmla="*/ 36 h 46"/>
                  <a:gd name="T12" fmla="*/ 8 w 36"/>
                  <a:gd name="T13" fmla="*/ 35 h 46"/>
                  <a:gd name="T14" fmla="*/ 5 w 36"/>
                  <a:gd name="T15" fmla="*/ 36 h 46"/>
                  <a:gd name="T16" fmla="*/ 9 w 36"/>
                  <a:gd name="T17" fmla="*/ 46 h 46"/>
                  <a:gd name="T18" fmla="*/ 9 w 36"/>
                  <a:gd name="T19" fmla="*/ 46 h 46"/>
                  <a:gd name="T20" fmla="*/ 21 w 36"/>
                  <a:gd name="T21" fmla="*/ 44 h 46"/>
                  <a:gd name="T22" fmla="*/ 35 w 36"/>
                  <a:gd name="T23" fmla="*/ 34 h 46"/>
                  <a:gd name="T24" fmla="*/ 35 w 36"/>
                  <a:gd name="T25" fmla="*/ 33 h 46"/>
                  <a:gd name="T26" fmla="*/ 36 w 36"/>
                  <a:gd name="T27" fmla="*/ 31 h 46"/>
                  <a:gd name="T28" fmla="*/ 35 w 36"/>
                  <a:gd name="T29" fmla="*/ 28 h 46"/>
                  <a:gd name="T30" fmla="*/ 27 w 36"/>
                  <a:gd name="T31" fmla="*/ 20 h 46"/>
                  <a:gd name="T32" fmla="*/ 7 w 36"/>
                  <a:gd name="T33" fmla="*/ 13 h 46"/>
                  <a:gd name="T34" fmla="*/ 7 w 36"/>
                  <a:gd name="T35" fmla="*/ 11 h 46"/>
                  <a:gd name="T36" fmla="*/ 14 w 36"/>
                  <a:gd name="T37" fmla="*/ 5 h 46"/>
                  <a:gd name="T38" fmla="*/ 18 w 36"/>
                  <a:gd name="T39" fmla="*/ 4 h 46"/>
                  <a:gd name="T40" fmla="*/ 25 w 36"/>
                  <a:gd name="T41" fmla="*/ 10 h 46"/>
                  <a:gd name="T42" fmla="*/ 25 w 36"/>
                  <a:gd name="T43" fmla="*/ 10 h 46"/>
                  <a:gd name="T44" fmla="*/ 26 w 36"/>
                  <a:gd name="T45" fmla="*/ 10 h 46"/>
                  <a:gd name="T46" fmla="*/ 28 w 36"/>
                  <a:gd name="T47" fmla="*/ 9 h 46"/>
                  <a:gd name="T48" fmla="*/ 25 w 36"/>
                  <a:gd name="T49" fmla="*/ 0 h 46"/>
                  <a:gd name="T50" fmla="*/ 24 w 36"/>
                  <a:gd name="T51" fmla="*/ 0 h 46"/>
                  <a:gd name="T52" fmla="*/ 13 w 36"/>
                  <a:gd name="T53" fmla="*/ 2 h 46"/>
                  <a:gd name="T54" fmla="*/ 1 w 36"/>
                  <a:gd name="T55" fmla="*/ 12 h 46"/>
                  <a:gd name="T56" fmla="*/ 0 w 36"/>
                  <a:gd name="T57" fmla="*/ 14 h 46"/>
                  <a:gd name="T58" fmla="*/ 1 w 36"/>
                  <a:gd name="T59" fmla="*/ 17 h 46"/>
                  <a:gd name="T60" fmla="*/ 11 w 36"/>
                  <a:gd name="T61" fmla="*/ 25 h 46"/>
                  <a:gd name="T62" fmla="*/ 1 w 36"/>
                  <a:gd name="T63" fmla="*/ 13 h 46"/>
                  <a:gd name="T64" fmla="*/ 1 w 36"/>
                  <a:gd name="T65" fmla="*/ 14 h 46"/>
                  <a:gd name="T66" fmla="*/ 1 w 36"/>
                  <a:gd name="T67" fmla="*/ 14 h 46"/>
                  <a:gd name="T68" fmla="*/ 1 w 36"/>
                  <a:gd name="T69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11" y="25"/>
                    </a:moveTo>
                    <a:cubicBezTo>
                      <a:pt x="18" y="26"/>
                      <a:pt x="26" y="26"/>
                      <a:pt x="28" y="32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8" y="37"/>
                      <a:pt x="26" y="40"/>
                      <a:pt x="21" y="41"/>
                    </a:cubicBezTo>
                    <a:cubicBezTo>
                      <a:pt x="19" y="41"/>
                      <a:pt x="18" y="42"/>
                      <a:pt x="17" y="42"/>
                    </a:cubicBezTo>
                    <a:cubicBezTo>
                      <a:pt x="11" y="42"/>
                      <a:pt x="9" y="38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6"/>
                      <a:pt x="16" y="46"/>
                      <a:pt x="21" y="44"/>
                    </a:cubicBezTo>
                    <a:cubicBezTo>
                      <a:pt x="29" y="42"/>
                      <a:pt x="34" y="39"/>
                      <a:pt x="35" y="34"/>
                    </a:cubicBezTo>
                    <a:cubicBezTo>
                      <a:pt x="35" y="34"/>
                      <a:pt x="35" y="33"/>
                      <a:pt x="35" y="33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4" y="23"/>
                      <a:pt x="31" y="21"/>
                      <a:pt x="27" y="20"/>
                    </a:cubicBezTo>
                    <a:cubicBezTo>
                      <a:pt x="21" y="18"/>
                      <a:pt x="9" y="18"/>
                      <a:pt x="7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7" y="9"/>
                      <a:pt x="9" y="6"/>
                      <a:pt x="14" y="5"/>
                    </a:cubicBezTo>
                    <a:cubicBezTo>
                      <a:pt x="15" y="5"/>
                      <a:pt x="17" y="4"/>
                      <a:pt x="18" y="4"/>
                    </a:cubicBezTo>
                    <a:cubicBezTo>
                      <a:pt x="22" y="4"/>
                      <a:pt x="24" y="7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6" y="4"/>
                      <a:pt x="2" y="7"/>
                      <a:pt x="1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21"/>
                      <a:pt x="6" y="23"/>
                      <a:pt x="11" y="25"/>
                    </a:cubicBezTo>
                    <a:moveTo>
                      <a:pt x="1" y="13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6" name="Freeform 87">
                <a:extLst>
                  <a:ext uri="{FF2B5EF4-FFF2-40B4-BE49-F238E27FC236}">
                    <a16:creationId xmlns:a16="http://schemas.microsoft.com/office/drawing/2014/main" id="{0B518C30-0974-48C4-B53A-5A8FD0F335B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65" y="7537"/>
                <a:ext cx="104" cy="46"/>
              </a:xfrm>
              <a:custGeom>
                <a:avLst/>
                <a:gdLst>
                  <a:gd name="T0" fmla="*/ 1 w 140"/>
                  <a:gd name="T1" fmla="*/ 4 h 62"/>
                  <a:gd name="T2" fmla="*/ 7 w 140"/>
                  <a:gd name="T3" fmla="*/ 36 h 62"/>
                  <a:gd name="T4" fmla="*/ 2 w 140"/>
                  <a:gd name="T5" fmla="*/ 42 h 62"/>
                  <a:gd name="T6" fmla="*/ 1 w 140"/>
                  <a:gd name="T7" fmla="*/ 42 h 62"/>
                  <a:gd name="T8" fmla="*/ 1 w 140"/>
                  <a:gd name="T9" fmla="*/ 44 h 62"/>
                  <a:gd name="T10" fmla="*/ 20 w 140"/>
                  <a:gd name="T11" fmla="*/ 41 h 62"/>
                  <a:gd name="T12" fmla="*/ 19 w 140"/>
                  <a:gd name="T13" fmla="*/ 41 h 62"/>
                  <a:gd name="T14" fmla="*/ 15 w 140"/>
                  <a:gd name="T15" fmla="*/ 23 h 62"/>
                  <a:gd name="T16" fmla="*/ 28 w 140"/>
                  <a:gd name="T17" fmla="*/ 40 h 62"/>
                  <a:gd name="T18" fmla="*/ 24 w 140"/>
                  <a:gd name="T19" fmla="*/ 41 h 62"/>
                  <a:gd name="T20" fmla="*/ 24 w 140"/>
                  <a:gd name="T21" fmla="*/ 43 h 62"/>
                  <a:gd name="T22" fmla="*/ 45 w 140"/>
                  <a:gd name="T23" fmla="*/ 42 h 62"/>
                  <a:gd name="T24" fmla="*/ 61 w 140"/>
                  <a:gd name="T25" fmla="*/ 43 h 62"/>
                  <a:gd name="T26" fmla="*/ 56 w 140"/>
                  <a:gd name="T27" fmla="*/ 41 h 62"/>
                  <a:gd name="T28" fmla="*/ 57 w 140"/>
                  <a:gd name="T29" fmla="*/ 38 h 62"/>
                  <a:gd name="T30" fmla="*/ 78 w 140"/>
                  <a:gd name="T31" fmla="*/ 36 h 62"/>
                  <a:gd name="T32" fmla="*/ 80 w 140"/>
                  <a:gd name="T33" fmla="*/ 44 h 62"/>
                  <a:gd name="T34" fmla="*/ 77 w 140"/>
                  <a:gd name="T35" fmla="*/ 47 h 62"/>
                  <a:gd name="T36" fmla="*/ 74 w 140"/>
                  <a:gd name="T37" fmla="*/ 46 h 62"/>
                  <a:gd name="T38" fmla="*/ 93 w 140"/>
                  <a:gd name="T39" fmla="*/ 52 h 62"/>
                  <a:gd name="T40" fmla="*/ 111 w 140"/>
                  <a:gd name="T41" fmla="*/ 62 h 62"/>
                  <a:gd name="T42" fmla="*/ 112 w 140"/>
                  <a:gd name="T43" fmla="*/ 60 h 62"/>
                  <a:gd name="T44" fmla="*/ 109 w 140"/>
                  <a:gd name="T45" fmla="*/ 52 h 62"/>
                  <a:gd name="T46" fmla="*/ 116 w 140"/>
                  <a:gd name="T47" fmla="*/ 43 h 62"/>
                  <a:gd name="T48" fmla="*/ 139 w 140"/>
                  <a:gd name="T49" fmla="*/ 41 h 62"/>
                  <a:gd name="T50" fmla="*/ 139 w 140"/>
                  <a:gd name="T51" fmla="*/ 38 h 62"/>
                  <a:gd name="T52" fmla="*/ 129 w 140"/>
                  <a:gd name="T53" fmla="*/ 24 h 62"/>
                  <a:gd name="T54" fmla="*/ 110 w 140"/>
                  <a:gd name="T55" fmla="*/ 17 h 62"/>
                  <a:gd name="T56" fmla="*/ 114 w 140"/>
                  <a:gd name="T57" fmla="*/ 21 h 62"/>
                  <a:gd name="T58" fmla="*/ 102 w 140"/>
                  <a:gd name="T59" fmla="*/ 49 h 62"/>
                  <a:gd name="T60" fmla="*/ 94 w 140"/>
                  <a:gd name="T61" fmla="*/ 51 h 62"/>
                  <a:gd name="T62" fmla="*/ 94 w 140"/>
                  <a:gd name="T63" fmla="*/ 52 h 62"/>
                  <a:gd name="T64" fmla="*/ 94 w 140"/>
                  <a:gd name="T65" fmla="*/ 50 h 62"/>
                  <a:gd name="T66" fmla="*/ 87 w 140"/>
                  <a:gd name="T67" fmla="*/ 43 h 62"/>
                  <a:gd name="T68" fmla="*/ 74 w 140"/>
                  <a:gd name="T69" fmla="*/ 5 h 62"/>
                  <a:gd name="T70" fmla="*/ 47 w 140"/>
                  <a:gd name="T71" fmla="*/ 40 h 62"/>
                  <a:gd name="T72" fmla="*/ 44 w 140"/>
                  <a:gd name="T73" fmla="*/ 40 h 62"/>
                  <a:gd name="T74" fmla="*/ 44 w 140"/>
                  <a:gd name="T75" fmla="*/ 40 h 62"/>
                  <a:gd name="T76" fmla="*/ 21 w 140"/>
                  <a:gd name="T77" fmla="*/ 20 h 62"/>
                  <a:gd name="T78" fmla="*/ 40 w 140"/>
                  <a:gd name="T79" fmla="*/ 2 h 62"/>
                  <a:gd name="T80" fmla="*/ 41 w 140"/>
                  <a:gd name="T81" fmla="*/ 0 h 62"/>
                  <a:gd name="T82" fmla="*/ 23 w 140"/>
                  <a:gd name="T83" fmla="*/ 3 h 62"/>
                  <a:gd name="T84" fmla="*/ 25 w 140"/>
                  <a:gd name="T85" fmla="*/ 3 h 62"/>
                  <a:gd name="T86" fmla="*/ 28 w 140"/>
                  <a:gd name="T87" fmla="*/ 4 h 62"/>
                  <a:gd name="T88" fmla="*/ 25 w 140"/>
                  <a:gd name="T89" fmla="*/ 7 h 62"/>
                  <a:gd name="T90" fmla="*/ 14 w 140"/>
                  <a:gd name="T91" fmla="*/ 9 h 62"/>
                  <a:gd name="T92" fmla="*/ 18 w 140"/>
                  <a:gd name="T93" fmla="*/ 3 h 62"/>
                  <a:gd name="T94" fmla="*/ 19 w 140"/>
                  <a:gd name="T95" fmla="*/ 1 h 62"/>
                  <a:gd name="T96" fmla="*/ 0 w 140"/>
                  <a:gd name="T97" fmla="*/ 4 h 62"/>
                  <a:gd name="T98" fmla="*/ 123 w 140"/>
                  <a:gd name="T99" fmla="*/ 25 h 62"/>
                  <a:gd name="T100" fmla="*/ 132 w 140"/>
                  <a:gd name="T101" fmla="*/ 33 h 62"/>
                  <a:gd name="T102" fmla="*/ 124 w 140"/>
                  <a:gd name="T103" fmla="*/ 43 h 62"/>
                  <a:gd name="T104" fmla="*/ 115 w 140"/>
                  <a:gd name="T105" fmla="*/ 39 h 62"/>
                  <a:gd name="T106" fmla="*/ 74 w 140"/>
                  <a:gd name="T107" fmla="*/ 13 h 62"/>
                  <a:gd name="T108" fmla="*/ 63 w 140"/>
                  <a:gd name="T10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" h="62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5" y="4"/>
                      <a:pt x="6" y="5"/>
                      <a:pt x="6" y="9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41"/>
                      <a:pt x="6" y="42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19" y="41"/>
                      <a:pt x="19" y="41"/>
                    </a:cubicBezTo>
                    <a:cubicBezTo>
                      <a:pt x="16" y="41"/>
                      <a:pt x="15" y="40"/>
                      <a:pt x="15" y="36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8"/>
                      <a:pt x="28" y="39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1"/>
                      <a:pt x="27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7" y="43"/>
                      <a:pt x="56" y="42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39"/>
                      <a:pt x="57" y="39"/>
                      <a:pt x="57" y="38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79" y="46"/>
                      <a:pt x="79" y="47"/>
                      <a:pt x="77" y="47"/>
                    </a:cubicBezTo>
                    <a:cubicBezTo>
                      <a:pt x="76" y="47"/>
                      <a:pt x="75" y="47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09" y="58"/>
                      <a:pt x="108" y="57"/>
                      <a:pt x="108" y="56"/>
                    </a:cubicBezTo>
                    <a:cubicBezTo>
                      <a:pt x="108" y="55"/>
                      <a:pt x="108" y="54"/>
                      <a:pt x="109" y="52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20" y="45"/>
                      <a:pt x="125" y="47"/>
                      <a:pt x="129" y="47"/>
                    </a:cubicBezTo>
                    <a:cubicBezTo>
                      <a:pt x="133" y="47"/>
                      <a:pt x="136" y="46"/>
                      <a:pt x="139" y="41"/>
                    </a:cubicBezTo>
                    <a:cubicBezTo>
                      <a:pt x="139" y="40"/>
                      <a:pt x="139" y="40"/>
                      <a:pt x="139" y="39"/>
                    </a:cubicBezTo>
                    <a:cubicBezTo>
                      <a:pt x="139" y="38"/>
                      <a:pt x="139" y="38"/>
                      <a:pt x="139" y="38"/>
                    </a:cubicBez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1"/>
                      <a:pt x="135" y="27"/>
                      <a:pt x="129" y="24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3" y="18"/>
                      <a:pt x="114" y="19"/>
                      <a:pt x="114" y="21"/>
                    </a:cubicBezTo>
                    <a:cubicBezTo>
                      <a:pt x="114" y="22"/>
                      <a:pt x="114" y="23"/>
                      <a:pt x="113" y="25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0" y="52"/>
                      <a:pt x="99" y="53"/>
                      <a:pt x="98" y="53"/>
                    </a:cubicBezTo>
                    <a:cubicBezTo>
                      <a:pt x="97" y="53"/>
                      <a:pt x="96" y="52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9" y="49"/>
                      <a:pt x="88" y="48"/>
                      <a:pt x="87" y="43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9"/>
                      <a:pt x="49" y="40"/>
                      <a:pt x="47" y="40"/>
                    </a:cubicBezTo>
                    <a:cubicBezTo>
                      <a:pt x="46" y="40"/>
                      <a:pt x="45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39" y="40"/>
                      <a:pt x="36" y="38"/>
                      <a:pt x="34" y="35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4"/>
                      <a:pt x="35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3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6"/>
                      <a:pt x="25" y="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4"/>
                      <a:pt x="15" y="4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  <a:moveTo>
                      <a:pt x="120" y="28"/>
                    </a:moveTo>
                    <a:cubicBezTo>
                      <a:pt x="121" y="26"/>
                      <a:pt x="122" y="25"/>
                      <a:pt x="123" y="25"/>
                    </a:cubicBezTo>
                    <a:cubicBezTo>
                      <a:pt x="124" y="25"/>
                      <a:pt x="125" y="25"/>
                      <a:pt x="126" y="26"/>
                    </a:cubicBezTo>
                    <a:cubicBezTo>
                      <a:pt x="130" y="28"/>
                      <a:pt x="132" y="30"/>
                      <a:pt x="132" y="33"/>
                    </a:cubicBezTo>
                    <a:cubicBezTo>
                      <a:pt x="132" y="34"/>
                      <a:pt x="132" y="36"/>
                      <a:pt x="131" y="37"/>
                    </a:cubicBezTo>
                    <a:cubicBezTo>
                      <a:pt x="129" y="41"/>
                      <a:pt x="127" y="43"/>
                      <a:pt x="124" y="43"/>
                    </a:cubicBezTo>
                    <a:cubicBezTo>
                      <a:pt x="122" y="43"/>
                      <a:pt x="119" y="42"/>
                      <a:pt x="117" y="40"/>
                    </a:cubicBezTo>
                    <a:cubicBezTo>
                      <a:pt x="115" y="39"/>
                      <a:pt x="115" y="39"/>
                      <a:pt x="115" y="39"/>
                    </a:cubicBezTo>
                    <a:lnTo>
                      <a:pt x="120" y="28"/>
                    </a:lnTo>
                    <a:close/>
                    <a:moveTo>
                      <a:pt x="74" y="1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63" y="29"/>
                      <a:pt x="63" y="29"/>
                      <a:pt x="63" y="29"/>
                    </a:cubicBezTo>
                    <a:lnTo>
                      <a:pt x="74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7" name="Freeform 88">
                <a:extLst>
                  <a:ext uri="{FF2B5EF4-FFF2-40B4-BE49-F238E27FC236}">
                    <a16:creationId xmlns:a16="http://schemas.microsoft.com/office/drawing/2014/main" id="{49CC35A5-DDAA-4FFB-BDAA-67A153BD9CD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2" y="7568"/>
                <a:ext cx="35" cy="32"/>
              </a:xfrm>
              <a:custGeom>
                <a:avLst/>
                <a:gdLst>
                  <a:gd name="T0" fmla="*/ 8 w 47"/>
                  <a:gd name="T1" fmla="*/ 22 h 43"/>
                  <a:gd name="T2" fmla="*/ 8 w 47"/>
                  <a:gd name="T3" fmla="*/ 21 h 43"/>
                  <a:gd name="T4" fmla="*/ 6 w 47"/>
                  <a:gd name="T5" fmla="*/ 20 h 43"/>
                  <a:gd name="T6" fmla="*/ 0 w 47"/>
                  <a:gd name="T7" fmla="*/ 29 h 43"/>
                  <a:gd name="T8" fmla="*/ 1 w 47"/>
                  <a:gd name="T9" fmla="*/ 29 h 43"/>
                  <a:gd name="T10" fmla="*/ 10 w 47"/>
                  <a:gd name="T11" fmla="*/ 38 h 43"/>
                  <a:gd name="T12" fmla="*/ 23 w 47"/>
                  <a:gd name="T13" fmla="*/ 43 h 43"/>
                  <a:gd name="T14" fmla="*/ 23 w 47"/>
                  <a:gd name="T15" fmla="*/ 43 h 43"/>
                  <a:gd name="T16" fmla="*/ 32 w 47"/>
                  <a:gd name="T17" fmla="*/ 39 h 43"/>
                  <a:gd name="T18" fmla="*/ 34 w 47"/>
                  <a:gd name="T19" fmla="*/ 33 h 43"/>
                  <a:gd name="T20" fmla="*/ 33 w 47"/>
                  <a:gd name="T21" fmla="*/ 30 h 43"/>
                  <a:gd name="T22" fmla="*/ 33 w 47"/>
                  <a:gd name="T23" fmla="*/ 30 h 43"/>
                  <a:gd name="T24" fmla="*/ 32 w 47"/>
                  <a:gd name="T25" fmla="*/ 27 h 43"/>
                  <a:gd name="T26" fmla="*/ 25 w 47"/>
                  <a:gd name="T27" fmla="*/ 10 h 43"/>
                  <a:gd name="T28" fmla="*/ 26 w 47"/>
                  <a:gd name="T29" fmla="*/ 7 h 43"/>
                  <a:gd name="T30" fmla="*/ 30 w 47"/>
                  <a:gd name="T31" fmla="*/ 5 h 43"/>
                  <a:gd name="T32" fmla="*/ 36 w 47"/>
                  <a:gd name="T33" fmla="*/ 8 h 43"/>
                  <a:gd name="T34" fmla="*/ 41 w 47"/>
                  <a:gd name="T35" fmla="*/ 15 h 43"/>
                  <a:gd name="T36" fmla="*/ 39 w 47"/>
                  <a:gd name="T37" fmla="*/ 20 h 43"/>
                  <a:gd name="T38" fmla="*/ 39 w 47"/>
                  <a:gd name="T39" fmla="*/ 20 h 43"/>
                  <a:gd name="T40" fmla="*/ 39 w 47"/>
                  <a:gd name="T41" fmla="*/ 20 h 43"/>
                  <a:gd name="T42" fmla="*/ 41 w 47"/>
                  <a:gd name="T43" fmla="*/ 21 h 43"/>
                  <a:gd name="T44" fmla="*/ 47 w 47"/>
                  <a:gd name="T45" fmla="*/ 13 h 43"/>
                  <a:gd name="T46" fmla="*/ 47 w 47"/>
                  <a:gd name="T47" fmla="*/ 13 h 43"/>
                  <a:gd name="T48" fmla="*/ 38 w 47"/>
                  <a:gd name="T49" fmla="*/ 5 h 43"/>
                  <a:gd name="T50" fmla="*/ 27 w 47"/>
                  <a:gd name="T51" fmla="*/ 0 h 43"/>
                  <a:gd name="T52" fmla="*/ 19 w 47"/>
                  <a:gd name="T53" fmla="*/ 4 h 43"/>
                  <a:gd name="T54" fmla="*/ 17 w 47"/>
                  <a:gd name="T55" fmla="*/ 10 h 43"/>
                  <a:gd name="T56" fmla="*/ 19 w 47"/>
                  <a:gd name="T57" fmla="*/ 17 h 43"/>
                  <a:gd name="T58" fmla="*/ 25 w 47"/>
                  <a:gd name="T59" fmla="*/ 32 h 43"/>
                  <a:gd name="T60" fmla="*/ 24 w 47"/>
                  <a:gd name="T61" fmla="*/ 36 h 43"/>
                  <a:gd name="T62" fmla="*/ 19 w 47"/>
                  <a:gd name="T63" fmla="*/ 38 h 43"/>
                  <a:gd name="T64" fmla="*/ 12 w 47"/>
                  <a:gd name="T65" fmla="*/ 35 h 43"/>
                  <a:gd name="T66" fmla="*/ 7 w 47"/>
                  <a:gd name="T67" fmla="*/ 27 h 43"/>
                  <a:gd name="T68" fmla="*/ 8 w 47"/>
                  <a:gd name="T6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43">
                    <a:moveTo>
                      <a:pt x="8" y="22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5" y="35"/>
                      <a:pt x="10" y="38"/>
                    </a:cubicBezTo>
                    <a:cubicBezTo>
                      <a:pt x="14" y="41"/>
                      <a:pt x="19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6" y="43"/>
                      <a:pt x="29" y="42"/>
                      <a:pt x="32" y="39"/>
                    </a:cubicBezTo>
                    <a:cubicBezTo>
                      <a:pt x="33" y="37"/>
                      <a:pt x="34" y="35"/>
                      <a:pt x="34" y="33"/>
                    </a:cubicBezTo>
                    <a:cubicBezTo>
                      <a:pt x="34" y="32"/>
                      <a:pt x="33" y="31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1" y="22"/>
                      <a:pt x="25" y="15"/>
                      <a:pt x="25" y="10"/>
                    </a:cubicBezTo>
                    <a:cubicBezTo>
                      <a:pt x="25" y="9"/>
                      <a:pt x="25" y="8"/>
                      <a:pt x="26" y="7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5"/>
                      <a:pt x="34" y="6"/>
                      <a:pt x="36" y="8"/>
                    </a:cubicBezTo>
                    <a:cubicBezTo>
                      <a:pt x="40" y="10"/>
                      <a:pt x="41" y="13"/>
                      <a:pt x="41" y="15"/>
                    </a:cubicBezTo>
                    <a:cubicBezTo>
                      <a:pt x="41" y="17"/>
                      <a:pt x="40" y="18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11"/>
                      <a:pt x="42" y="8"/>
                      <a:pt x="38" y="5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3" y="0"/>
                      <a:pt x="21" y="2"/>
                      <a:pt x="19" y="4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17" y="13"/>
                      <a:pt x="18" y="15"/>
                      <a:pt x="19" y="17"/>
                    </a:cubicBezTo>
                    <a:cubicBezTo>
                      <a:pt x="21" y="23"/>
                      <a:pt x="25" y="28"/>
                      <a:pt x="25" y="32"/>
                    </a:cubicBezTo>
                    <a:cubicBezTo>
                      <a:pt x="25" y="33"/>
                      <a:pt x="24" y="34"/>
                      <a:pt x="24" y="36"/>
                    </a:cubicBezTo>
                    <a:cubicBezTo>
                      <a:pt x="22" y="37"/>
                      <a:pt x="21" y="38"/>
                      <a:pt x="19" y="38"/>
                    </a:cubicBezTo>
                    <a:cubicBezTo>
                      <a:pt x="17" y="38"/>
                      <a:pt x="15" y="37"/>
                      <a:pt x="12" y="35"/>
                    </a:cubicBezTo>
                    <a:cubicBezTo>
                      <a:pt x="8" y="32"/>
                      <a:pt x="7" y="29"/>
                      <a:pt x="7" y="27"/>
                    </a:cubicBezTo>
                    <a:cubicBezTo>
                      <a:pt x="7" y="25"/>
                      <a:pt x="8" y="23"/>
                      <a:pt x="8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8" name="Freeform 89">
                <a:extLst>
                  <a:ext uri="{FF2B5EF4-FFF2-40B4-BE49-F238E27FC236}">
                    <a16:creationId xmlns:a16="http://schemas.microsoft.com/office/drawing/2014/main" id="{546C4A5F-C19E-4961-A97D-CAF7BF7A013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82" y="7594"/>
                <a:ext cx="94" cy="124"/>
              </a:xfrm>
              <a:custGeom>
                <a:avLst/>
                <a:gdLst>
                  <a:gd name="T0" fmla="*/ 66 w 127"/>
                  <a:gd name="T1" fmla="*/ 95 h 166"/>
                  <a:gd name="T2" fmla="*/ 70 w 127"/>
                  <a:gd name="T3" fmla="*/ 93 h 166"/>
                  <a:gd name="T4" fmla="*/ 79 w 127"/>
                  <a:gd name="T5" fmla="*/ 114 h 166"/>
                  <a:gd name="T6" fmla="*/ 73 w 127"/>
                  <a:gd name="T7" fmla="*/ 112 h 166"/>
                  <a:gd name="T8" fmla="*/ 80 w 127"/>
                  <a:gd name="T9" fmla="*/ 131 h 166"/>
                  <a:gd name="T10" fmla="*/ 102 w 127"/>
                  <a:gd name="T11" fmla="*/ 166 h 166"/>
                  <a:gd name="T12" fmla="*/ 125 w 127"/>
                  <a:gd name="T13" fmla="*/ 137 h 166"/>
                  <a:gd name="T14" fmla="*/ 118 w 127"/>
                  <a:gd name="T15" fmla="*/ 120 h 166"/>
                  <a:gd name="T16" fmla="*/ 88 w 127"/>
                  <a:gd name="T17" fmla="*/ 134 h 166"/>
                  <a:gd name="T18" fmla="*/ 81 w 127"/>
                  <a:gd name="T19" fmla="*/ 130 h 166"/>
                  <a:gd name="T20" fmla="*/ 80 w 127"/>
                  <a:gd name="T21" fmla="*/ 126 h 166"/>
                  <a:gd name="T22" fmla="*/ 106 w 127"/>
                  <a:gd name="T23" fmla="*/ 88 h 166"/>
                  <a:gd name="T24" fmla="*/ 60 w 127"/>
                  <a:gd name="T25" fmla="*/ 84 h 166"/>
                  <a:gd name="T26" fmla="*/ 59 w 127"/>
                  <a:gd name="T27" fmla="*/ 78 h 166"/>
                  <a:gd name="T28" fmla="*/ 80 w 127"/>
                  <a:gd name="T29" fmla="*/ 56 h 166"/>
                  <a:gd name="T30" fmla="*/ 93 w 127"/>
                  <a:gd name="T31" fmla="*/ 61 h 166"/>
                  <a:gd name="T32" fmla="*/ 81 w 127"/>
                  <a:gd name="T33" fmla="*/ 47 h 166"/>
                  <a:gd name="T34" fmla="*/ 82 w 127"/>
                  <a:gd name="T35" fmla="*/ 51 h 166"/>
                  <a:gd name="T36" fmla="*/ 71 w 127"/>
                  <a:gd name="T37" fmla="*/ 42 h 166"/>
                  <a:gd name="T38" fmla="*/ 79 w 127"/>
                  <a:gd name="T39" fmla="*/ 43 h 166"/>
                  <a:gd name="T40" fmla="*/ 68 w 127"/>
                  <a:gd name="T41" fmla="*/ 28 h 166"/>
                  <a:gd name="T42" fmla="*/ 67 w 127"/>
                  <a:gd name="T43" fmla="*/ 36 h 166"/>
                  <a:gd name="T44" fmla="*/ 37 w 127"/>
                  <a:gd name="T45" fmla="*/ 49 h 166"/>
                  <a:gd name="T46" fmla="*/ 37 w 127"/>
                  <a:gd name="T47" fmla="*/ 48 h 166"/>
                  <a:gd name="T48" fmla="*/ 50 w 127"/>
                  <a:gd name="T49" fmla="*/ 4 h 166"/>
                  <a:gd name="T50" fmla="*/ 7 w 127"/>
                  <a:gd name="T51" fmla="*/ 15 h 166"/>
                  <a:gd name="T52" fmla="*/ 1 w 127"/>
                  <a:gd name="T53" fmla="*/ 12 h 166"/>
                  <a:gd name="T54" fmla="*/ 13 w 127"/>
                  <a:gd name="T55" fmla="*/ 24 h 166"/>
                  <a:gd name="T56" fmla="*/ 11 w 127"/>
                  <a:gd name="T57" fmla="*/ 19 h 166"/>
                  <a:gd name="T58" fmla="*/ 32 w 127"/>
                  <a:gd name="T59" fmla="*/ 28 h 166"/>
                  <a:gd name="T60" fmla="*/ 27 w 127"/>
                  <a:gd name="T61" fmla="*/ 37 h 166"/>
                  <a:gd name="T62" fmla="*/ 21 w 127"/>
                  <a:gd name="T63" fmla="*/ 35 h 166"/>
                  <a:gd name="T64" fmla="*/ 45 w 127"/>
                  <a:gd name="T65" fmla="*/ 66 h 166"/>
                  <a:gd name="T66" fmla="*/ 46 w 127"/>
                  <a:gd name="T67" fmla="*/ 61 h 166"/>
                  <a:gd name="T68" fmla="*/ 54 w 127"/>
                  <a:gd name="T69" fmla="*/ 67 h 166"/>
                  <a:gd name="T70" fmla="*/ 49 w 127"/>
                  <a:gd name="T71" fmla="*/ 68 h 166"/>
                  <a:gd name="T72" fmla="*/ 59 w 127"/>
                  <a:gd name="T73" fmla="*/ 86 h 166"/>
                  <a:gd name="T74" fmla="*/ 67 w 127"/>
                  <a:gd name="T75" fmla="*/ 99 h 166"/>
                  <a:gd name="T76" fmla="*/ 119 w 127"/>
                  <a:gd name="T77" fmla="*/ 134 h 166"/>
                  <a:gd name="T78" fmla="*/ 109 w 127"/>
                  <a:gd name="T79" fmla="*/ 156 h 166"/>
                  <a:gd name="T80" fmla="*/ 87 w 127"/>
                  <a:gd name="T81" fmla="*/ 145 h 166"/>
                  <a:gd name="T82" fmla="*/ 86 w 127"/>
                  <a:gd name="T83" fmla="*/ 107 h 166"/>
                  <a:gd name="T84" fmla="*/ 23 w 127"/>
                  <a:gd name="T85" fmla="*/ 14 h 166"/>
                  <a:gd name="T86" fmla="*/ 23 w 127"/>
                  <a:gd name="T87" fmla="*/ 1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7" h="166">
                    <a:moveTo>
                      <a:pt x="67" y="99"/>
                    </a:move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8"/>
                      <a:pt x="66" y="96"/>
                      <a:pt x="66" y="95"/>
                    </a:cubicBezTo>
                    <a:cubicBezTo>
                      <a:pt x="66" y="95"/>
                      <a:pt x="67" y="94"/>
                      <a:pt x="67" y="94"/>
                    </a:cubicBezTo>
                    <a:cubicBezTo>
                      <a:pt x="68" y="93"/>
                      <a:pt x="69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8" y="115"/>
                      <a:pt x="78" y="116"/>
                      <a:pt x="77" y="116"/>
                    </a:cubicBezTo>
                    <a:cubicBezTo>
                      <a:pt x="77" y="116"/>
                      <a:pt x="77" y="116"/>
                      <a:pt x="77" y="116"/>
                    </a:cubicBezTo>
                    <a:cubicBezTo>
                      <a:pt x="75" y="116"/>
                      <a:pt x="74" y="114"/>
                      <a:pt x="73" y="112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1" y="113"/>
                      <a:pt x="71" y="113"/>
                      <a:pt x="71" y="113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7" y="159"/>
                      <a:pt x="91" y="166"/>
                      <a:pt x="102" y="166"/>
                    </a:cubicBezTo>
                    <a:cubicBezTo>
                      <a:pt x="104" y="166"/>
                      <a:pt x="107" y="165"/>
                      <a:pt x="111" y="164"/>
                    </a:cubicBezTo>
                    <a:cubicBezTo>
                      <a:pt x="123" y="161"/>
                      <a:pt x="127" y="155"/>
                      <a:pt x="127" y="147"/>
                    </a:cubicBezTo>
                    <a:cubicBezTo>
                      <a:pt x="127" y="144"/>
                      <a:pt x="126" y="141"/>
                      <a:pt x="125" y="137"/>
                    </a:cubicBezTo>
                    <a:cubicBezTo>
                      <a:pt x="120" y="119"/>
                      <a:pt x="120" y="119"/>
                      <a:pt x="120" y="119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1"/>
                      <a:pt x="118" y="122"/>
                      <a:pt x="118" y="123"/>
                    </a:cubicBezTo>
                    <a:cubicBezTo>
                      <a:pt x="118" y="125"/>
                      <a:pt x="117" y="126"/>
                      <a:pt x="114" y="127"/>
                    </a:cubicBezTo>
                    <a:cubicBezTo>
                      <a:pt x="88" y="134"/>
                      <a:pt x="88" y="134"/>
                      <a:pt x="88" y="134"/>
                    </a:cubicBezTo>
                    <a:cubicBezTo>
                      <a:pt x="87" y="135"/>
                      <a:pt x="86" y="135"/>
                      <a:pt x="85" y="135"/>
                    </a:cubicBezTo>
                    <a:cubicBezTo>
                      <a:pt x="83" y="135"/>
                      <a:pt x="82" y="134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8"/>
                      <a:pt x="80" y="127"/>
                      <a:pt x="80" y="126"/>
                    </a:cubicBezTo>
                    <a:cubicBezTo>
                      <a:pt x="80" y="124"/>
                      <a:pt x="81" y="122"/>
                      <a:pt x="83" y="120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69" y="89"/>
                      <a:pt x="69" y="89"/>
                      <a:pt x="68" y="89"/>
                    </a:cubicBezTo>
                    <a:cubicBezTo>
                      <a:pt x="64" y="89"/>
                      <a:pt x="62" y="88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2"/>
                      <a:pt x="59" y="80"/>
                      <a:pt x="59" y="78"/>
                    </a:cubicBezTo>
                    <a:cubicBezTo>
                      <a:pt x="59" y="77"/>
                      <a:pt x="59" y="75"/>
                      <a:pt x="60" y="7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5" y="56"/>
                      <a:pt x="88" y="57"/>
                      <a:pt x="91" y="61"/>
                    </a:cubicBezTo>
                    <a:cubicBezTo>
                      <a:pt x="91" y="62"/>
                      <a:pt x="91" y="62"/>
                      <a:pt x="91" y="62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9"/>
                      <a:pt x="83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2" y="51"/>
                      <a:pt x="82" y="51"/>
                    </a:cubicBezTo>
                    <a:cubicBezTo>
                      <a:pt x="81" y="51"/>
                      <a:pt x="80" y="51"/>
                      <a:pt x="79" y="51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3" y="41"/>
                      <a:pt x="74" y="41"/>
                      <a:pt x="75" y="41"/>
                    </a:cubicBezTo>
                    <a:cubicBezTo>
                      <a:pt x="76" y="41"/>
                      <a:pt x="77" y="41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9" y="30"/>
                      <a:pt x="70" y="31"/>
                      <a:pt x="70" y="32"/>
                    </a:cubicBezTo>
                    <a:cubicBezTo>
                      <a:pt x="70" y="33"/>
                      <a:pt x="69" y="34"/>
                      <a:pt x="67" y="36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52"/>
                      <a:pt x="42" y="52"/>
                      <a:pt x="41" y="52"/>
                    </a:cubicBezTo>
                    <a:cubicBezTo>
                      <a:pt x="39" y="52"/>
                      <a:pt x="38" y="51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46"/>
                      <a:pt x="34" y="45"/>
                      <a:pt x="34" y="43"/>
                    </a:cubicBezTo>
                    <a:cubicBezTo>
                      <a:pt x="34" y="42"/>
                      <a:pt x="34" y="40"/>
                      <a:pt x="35" y="3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8" y="15"/>
                      <a:pt x="7" y="15"/>
                    </a:cubicBezTo>
                    <a:cubicBezTo>
                      <a:pt x="5" y="15"/>
                      <a:pt x="4" y="14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2"/>
                      <a:pt x="11" y="21"/>
                      <a:pt x="11" y="20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8" y="37"/>
                      <a:pt x="27" y="37"/>
                      <a:pt x="27" y="37"/>
                    </a:cubicBezTo>
                    <a:cubicBezTo>
                      <a:pt x="26" y="37"/>
                      <a:pt x="24" y="35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3"/>
                      <a:pt x="46" y="62"/>
                      <a:pt x="46" y="61"/>
                    </a:cubicBezTo>
                    <a:cubicBezTo>
                      <a:pt x="46" y="60"/>
                      <a:pt x="47" y="59"/>
                      <a:pt x="49" y="57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9"/>
                      <a:pt x="53" y="70"/>
                      <a:pt x="53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1" y="70"/>
                      <a:pt x="50" y="69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6" y="100"/>
                      <a:pt x="66" y="100"/>
                      <a:pt x="66" y="100"/>
                    </a:cubicBezTo>
                    <a:lnTo>
                      <a:pt x="67" y="99"/>
                    </a:lnTo>
                    <a:close/>
                    <a:moveTo>
                      <a:pt x="90" y="142"/>
                    </a:move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7" y="134"/>
                      <a:pt x="118" y="134"/>
                      <a:pt x="119" y="134"/>
                    </a:cubicBezTo>
                    <a:cubicBezTo>
                      <a:pt x="120" y="134"/>
                      <a:pt x="121" y="135"/>
                      <a:pt x="122" y="138"/>
                    </a:cubicBezTo>
                    <a:cubicBezTo>
                      <a:pt x="122" y="140"/>
                      <a:pt x="123" y="142"/>
                      <a:pt x="123" y="144"/>
                    </a:cubicBezTo>
                    <a:cubicBezTo>
                      <a:pt x="123" y="151"/>
                      <a:pt x="117" y="154"/>
                      <a:pt x="109" y="156"/>
                    </a:cubicBezTo>
                    <a:cubicBezTo>
                      <a:pt x="105" y="157"/>
                      <a:pt x="102" y="158"/>
                      <a:pt x="99" y="158"/>
                    </a:cubicBezTo>
                    <a:cubicBezTo>
                      <a:pt x="93" y="158"/>
                      <a:pt x="90" y="155"/>
                      <a:pt x="88" y="147"/>
                    </a:cubicBezTo>
                    <a:cubicBezTo>
                      <a:pt x="87" y="146"/>
                      <a:pt x="87" y="146"/>
                      <a:pt x="87" y="145"/>
                    </a:cubicBezTo>
                    <a:cubicBezTo>
                      <a:pt x="87" y="143"/>
                      <a:pt x="88" y="143"/>
                      <a:pt x="90" y="142"/>
                    </a:cubicBezTo>
                    <a:moveTo>
                      <a:pt x="100" y="92"/>
                    </a:moveTo>
                    <a:cubicBezTo>
                      <a:pt x="86" y="107"/>
                      <a:pt x="86" y="107"/>
                      <a:pt x="86" y="107"/>
                    </a:cubicBezTo>
                    <a:cubicBezTo>
                      <a:pt x="80" y="93"/>
                      <a:pt x="80" y="93"/>
                      <a:pt x="80" y="93"/>
                    </a:cubicBezTo>
                    <a:lnTo>
                      <a:pt x="100" y="92"/>
                    </a:lnTo>
                    <a:close/>
                    <a:moveTo>
                      <a:pt x="23" y="14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34" y="25"/>
                      <a:pt x="34" y="25"/>
                      <a:pt x="34" y="25"/>
                    </a:cubicBezTo>
                    <a:lnTo>
                      <a:pt x="2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9" name="Freeform 90">
                <a:extLst>
                  <a:ext uri="{FF2B5EF4-FFF2-40B4-BE49-F238E27FC236}">
                    <a16:creationId xmlns:a16="http://schemas.microsoft.com/office/drawing/2014/main" id="{B0042580-C006-4FE9-AB3B-E87A0FB4821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0" y="7722"/>
                <a:ext cx="35" cy="30"/>
              </a:xfrm>
              <a:custGeom>
                <a:avLst/>
                <a:gdLst>
                  <a:gd name="T0" fmla="*/ 6 w 47"/>
                  <a:gd name="T1" fmla="*/ 11 h 40"/>
                  <a:gd name="T2" fmla="*/ 2 w 47"/>
                  <a:gd name="T3" fmla="*/ 6 h 40"/>
                  <a:gd name="T4" fmla="*/ 2 w 47"/>
                  <a:gd name="T5" fmla="*/ 5 h 40"/>
                  <a:gd name="T6" fmla="*/ 2 w 47"/>
                  <a:gd name="T7" fmla="*/ 5 h 40"/>
                  <a:gd name="T8" fmla="*/ 0 w 47"/>
                  <a:gd name="T9" fmla="*/ 6 h 40"/>
                  <a:gd name="T10" fmla="*/ 5 w 47"/>
                  <a:gd name="T11" fmla="*/ 40 h 40"/>
                  <a:gd name="T12" fmla="*/ 15 w 47"/>
                  <a:gd name="T13" fmla="*/ 39 h 40"/>
                  <a:gd name="T14" fmla="*/ 14 w 47"/>
                  <a:gd name="T15" fmla="*/ 36 h 40"/>
                  <a:gd name="T16" fmla="*/ 14 w 47"/>
                  <a:gd name="T17" fmla="*/ 36 h 40"/>
                  <a:gd name="T18" fmla="*/ 13 w 47"/>
                  <a:gd name="T19" fmla="*/ 36 h 40"/>
                  <a:gd name="T20" fmla="*/ 7 w 47"/>
                  <a:gd name="T21" fmla="*/ 29 h 40"/>
                  <a:gd name="T22" fmla="*/ 6 w 47"/>
                  <a:gd name="T23" fmla="*/ 23 h 40"/>
                  <a:gd name="T24" fmla="*/ 6 w 47"/>
                  <a:gd name="T25" fmla="*/ 21 h 40"/>
                  <a:gd name="T26" fmla="*/ 10 w 47"/>
                  <a:gd name="T27" fmla="*/ 18 h 40"/>
                  <a:gd name="T28" fmla="*/ 22 w 47"/>
                  <a:gd name="T29" fmla="*/ 17 h 40"/>
                  <a:gd name="T30" fmla="*/ 24 w 47"/>
                  <a:gd name="T31" fmla="*/ 25 h 40"/>
                  <a:gd name="T32" fmla="*/ 24 w 47"/>
                  <a:gd name="T33" fmla="*/ 27 h 40"/>
                  <a:gd name="T34" fmla="*/ 19 w 47"/>
                  <a:gd name="T35" fmla="*/ 31 h 40"/>
                  <a:gd name="T36" fmla="*/ 19 w 47"/>
                  <a:gd name="T37" fmla="*/ 31 h 40"/>
                  <a:gd name="T38" fmla="*/ 20 w 47"/>
                  <a:gd name="T39" fmla="*/ 33 h 40"/>
                  <a:gd name="T40" fmla="*/ 33 w 47"/>
                  <a:gd name="T41" fmla="*/ 31 h 40"/>
                  <a:gd name="T42" fmla="*/ 32 w 47"/>
                  <a:gd name="T43" fmla="*/ 29 h 40"/>
                  <a:gd name="T44" fmla="*/ 32 w 47"/>
                  <a:gd name="T45" fmla="*/ 29 h 40"/>
                  <a:gd name="T46" fmla="*/ 30 w 47"/>
                  <a:gd name="T47" fmla="*/ 29 h 40"/>
                  <a:gd name="T48" fmla="*/ 27 w 47"/>
                  <a:gd name="T49" fmla="*/ 25 h 40"/>
                  <a:gd name="T50" fmla="*/ 25 w 47"/>
                  <a:gd name="T51" fmla="*/ 16 h 40"/>
                  <a:gd name="T52" fmla="*/ 36 w 47"/>
                  <a:gd name="T53" fmla="*/ 14 h 40"/>
                  <a:gd name="T54" fmla="*/ 38 w 47"/>
                  <a:gd name="T55" fmla="*/ 14 h 40"/>
                  <a:gd name="T56" fmla="*/ 41 w 47"/>
                  <a:gd name="T57" fmla="*/ 18 h 40"/>
                  <a:gd name="T58" fmla="*/ 42 w 47"/>
                  <a:gd name="T59" fmla="*/ 22 h 40"/>
                  <a:gd name="T60" fmla="*/ 42 w 47"/>
                  <a:gd name="T61" fmla="*/ 25 h 40"/>
                  <a:gd name="T62" fmla="*/ 37 w 47"/>
                  <a:gd name="T63" fmla="*/ 32 h 40"/>
                  <a:gd name="T64" fmla="*/ 37 w 47"/>
                  <a:gd name="T65" fmla="*/ 32 h 40"/>
                  <a:gd name="T66" fmla="*/ 37 w 47"/>
                  <a:gd name="T67" fmla="*/ 34 h 40"/>
                  <a:gd name="T68" fmla="*/ 47 w 47"/>
                  <a:gd name="T69" fmla="*/ 32 h 40"/>
                  <a:gd name="T70" fmla="*/ 42 w 47"/>
                  <a:gd name="T71" fmla="*/ 0 h 40"/>
                  <a:gd name="T72" fmla="*/ 40 w 47"/>
                  <a:gd name="T73" fmla="*/ 0 h 40"/>
                  <a:gd name="T74" fmla="*/ 40 w 47"/>
                  <a:gd name="T75" fmla="*/ 0 h 40"/>
                  <a:gd name="T76" fmla="*/ 40 w 47"/>
                  <a:gd name="T77" fmla="*/ 3 h 40"/>
                  <a:gd name="T78" fmla="*/ 35 w 47"/>
                  <a:gd name="T79" fmla="*/ 6 h 40"/>
                  <a:gd name="T80" fmla="*/ 8 w 47"/>
                  <a:gd name="T81" fmla="*/ 10 h 40"/>
                  <a:gd name="T82" fmla="*/ 6 w 47"/>
                  <a:gd name="T83" fmla="*/ 1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6" y="11"/>
                    </a:moveTo>
                    <a:cubicBezTo>
                      <a:pt x="3" y="11"/>
                      <a:pt x="3" y="10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3" y="36"/>
                    </a:cubicBezTo>
                    <a:cubicBezTo>
                      <a:pt x="10" y="36"/>
                      <a:pt x="8" y="35"/>
                      <a:pt x="7" y="29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9"/>
                      <a:pt x="6" y="19"/>
                      <a:pt x="10" y="1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7"/>
                      <a:pt x="24" y="27"/>
                    </a:cubicBezTo>
                    <a:cubicBezTo>
                      <a:pt x="24" y="30"/>
                      <a:pt x="23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0" y="29"/>
                    </a:cubicBezTo>
                    <a:cubicBezTo>
                      <a:pt x="28" y="29"/>
                      <a:pt x="27" y="28"/>
                      <a:pt x="27" y="2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8" y="14"/>
                    </a:cubicBezTo>
                    <a:cubicBezTo>
                      <a:pt x="40" y="14"/>
                      <a:pt x="41" y="15"/>
                      <a:pt x="41" y="18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4"/>
                      <a:pt x="42" y="25"/>
                    </a:cubicBezTo>
                    <a:cubicBezTo>
                      <a:pt x="42" y="30"/>
                      <a:pt x="40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40" y="2"/>
                      <a:pt x="40" y="3"/>
                    </a:cubicBezTo>
                    <a:cubicBezTo>
                      <a:pt x="40" y="5"/>
                      <a:pt x="39" y="6"/>
                      <a:pt x="35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0" name="Freeform 91">
                <a:extLst>
                  <a:ext uri="{FF2B5EF4-FFF2-40B4-BE49-F238E27FC236}">
                    <a16:creationId xmlns:a16="http://schemas.microsoft.com/office/drawing/2014/main" id="{BE5A164B-85A5-4241-BA63-C5CDD331CBF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4" y="7759"/>
                <a:ext cx="32" cy="44"/>
              </a:xfrm>
              <a:custGeom>
                <a:avLst/>
                <a:gdLst>
                  <a:gd name="T0" fmla="*/ 36 w 43"/>
                  <a:gd name="T1" fmla="*/ 7 h 59"/>
                  <a:gd name="T2" fmla="*/ 35 w 43"/>
                  <a:gd name="T3" fmla="*/ 7 h 59"/>
                  <a:gd name="T4" fmla="*/ 8 w 43"/>
                  <a:gd name="T5" fmla="*/ 6 h 59"/>
                  <a:gd name="T6" fmla="*/ 3 w 43"/>
                  <a:gd name="T7" fmla="*/ 1 h 59"/>
                  <a:gd name="T8" fmla="*/ 3 w 43"/>
                  <a:gd name="T9" fmla="*/ 1 h 59"/>
                  <a:gd name="T10" fmla="*/ 3 w 43"/>
                  <a:gd name="T11" fmla="*/ 0 h 59"/>
                  <a:gd name="T12" fmla="*/ 3 w 43"/>
                  <a:gd name="T13" fmla="*/ 0 h 59"/>
                  <a:gd name="T14" fmla="*/ 1 w 43"/>
                  <a:gd name="T15" fmla="*/ 0 h 59"/>
                  <a:gd name="T16" fmla="*/ 1 w 43"/>
                  <a:gd name="T17" fmla="*/ 0 h 59"/>
                  <a:gd name="T18" fmla="*/ 1 w 43"/>
                  <a:gd name="T19" fmla="*/ 17 h 59"/>
                  <a:gd name="T20" fmla="*/ 3 w 43"/>
                  <a:gd name="T21" fmla="*/ 17 h 59"/>
                  <a:gd name="T22" fmla="*/ 3 w 43"/>
                  <a:gd name="T23" fmla="*/ 17 h 59"/>
                  <a:gd name="T24" fmla="*/ 8 w 43"/>
                  <a:gd name="T25" fmla="*/ 11 h 59"/>
                  <a:gd name="T26" fmla="*/ 8 w 43"/>
                  <a:gd name="T27" fmla="*/ 11 h 59"/>
                  <a:gd name="T28" fmla="*/ 37 w 43"/>
                  <a:gd name="T29" fmla="*/ 11 h 59"/>
                  <a:gd name="T30" fmla="*/ 1 w 43"/>
                  <a:gd name="T31" fmla="*/ 25 h 59"/>
                  <a:gd name="T32" fmla="*/ 1 w 43"/>
                  <a:gd name="T33" fmla="*/ 30 h 59"/>
                  <a:gd name="T34" fmla="*/ 37 w 43"/>
                  <a:gd name="T35" fmla="*/ 45 h 59"/>
                  <a:gd name="T36" fmla="*/ 8 w 43"/>
                  <a:gd name="T37" fmla="*/ 45 h 59"/>
                  <a:gd name="T38" fmla="*/ 2 w 43"/>
                  <a:gd name="T39" fmla="*/ 40 h 59"/>
                  <a:gd name="T40" fmla="*/ 2 w 43"/>
                  <a:gd name="T41" fmla="*/ 39 h 59"/>
                  <a:gd name="T42" fmla="*/ 2 w 43"/>
                  <a:gd name="T43" fmla="*/ 39 h 59"/>
                  <a:gd name="T44" fmla="*/ 1 w 43"/>
                  <a:gd name="T45" fmla="*/ 39 h 59"/>
                  <a:gd name="T46" fmla="*/ 0 w 43"/>
                  <a:gd name="T47" fmla="*/ 58 h 59"/>
                  <a:gd name="T48" fmla="*/ 2 w 43"/>
                  <a:gd name="T49" fmla="*/ 58 h 59"/>
                  <a:gd name="T50" fmla="*/ 2 w 43"/>
                  <a:gd name="T51" fmla="*/ 58 h 59"/>
                  <a:gd name="T52" fmla="*/ 7 w 43"/>
                  <a:gd name="T53" fmla="*/ 52 h 59"/>
                  <a:gd name="T54" fmla="*/ 8 w 43"/>
                  <a:gd name="T55" fmla="*/ 52 h 59"/>
                  <a:gd name="T56" fmla="*/ 35 w 43"/>
                  <a:gd name="T57" fmla="*/ 53 h 59"/>
                  <a:gd name="T58" fmla="*/ 40 w 43"/>
                  <a:gd name="T59" fmla="*/ 58 h 59"/>
                  <a:gd name="T60" fmla="*/ 40 w 43"/>
                  <a:gd name="T61" fmla="*/ 58 h 59"/>
                  <a:gd name="T62" fmla="*/ 40 w 43"/>
                  <a:gd name="T63" fmla="*/ 59 h 59"/>
                  <a:gd name="T64" fmla="*/ 42 w 43"/>
                  <a:gd name="T65" fmla="*/ 59 h 59"/>
                  <a:gd name="T66" fmla="*/ 42 w 43"/>
                  <a:gd name="T67" fmla="*/ 43 h 59"/>
                  <a:gd name="T68" fmla="*/ 9 w 43"/>
                  <a:gd name="T69" fmla="*/ 29 h 59"/>
                  <a:gd name="T70" fmla="*/ 43 w 43"/>
                  <a:gd name="T71" fmla="*/ 16 h 59"/>
                  <a:gd name="T72" fmla="*/ 43 w 43"/>
                  <a:gd name="T73" fmla="*/ 1 h 59"/>
                  <a:gd name="T74" fmla="*/ 41 w 43"/>
                  <a:gd name="T75" fmla="*/ 1 h 59"/>
                  <a:gd name="T76" fmla="*/ 41 w 43"/>
                  <a:gd name="T77" fmla="*/ 1 h 59"/>
                  <a:gd name="T78" fmla="*/ 36 w 43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9">
                    <a:moveTo>
                      <a:pt x="36" y="7"/>
                    </a:moveTo>
                    <a:cubicBezTo>
                      <a:pt x="35" y="7"/>
                      <a:pt x="35" y="7"/>
                      <a:pt x="35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3" y="5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2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3" y="45"/>
                      <a:pt x="3" y="44"/>
                      <a:pt x="2" y="40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3"/>
                      <a:pt x="3" y="52"/>
                      <a:pt x="7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9" y="53"/>
                      <a:pt x="40" y="54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6"/>
                      <a:pt x="40" y="7"/>
                      <a:pt x="36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1" name="Freeform 92">
                <a:extLst>
                  <a:ext uri="{FF2B5EF4-FFF2-40B4-BE49-F238E27FC236}">
                    <a16:creationId xmlns:a16="http://schemas.microsoft.com/office/drawing/2014/main" id="{C453E2B5-71C5-4E34-9E7F-F6FABFA88F3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2" y="7809"/>
                <a:ext cx="32" cy="20"/>
              </a:xfrm>
              <a:custGeom>
                <a:avLst/>
                <a:gdLst>
                  <a:gd name="T0" fmla="*/ 42 w 44"/>
                  <a:gd name="T1" fmla="*/ 6 h 26"/>
                  <a:gd name="T2" fmla="*/ 38 w 44"/>
                  <a:gd name="T3" fmla="*/ 11 h 26"/>
                  <a:gd name="T4" fmla="*/ 36 w 44"/>
                  <a:gd name="T5" fmla="*/ 11 h 26"/>
                  <a:gd name="T6" fmla="*/ 9 w 44"/>
                  <a:gd name="T7" fmla="*/ 7 h 26"/>
                  <a:gd name="T8" fmla="*/ 4 w 44"/>
                  <a:gd name="T9" fmla="*/ 3 h 26"/>
                  <a:gd name="T10" fmla="*/ 4 w 44"/>
                  <a:gd name="T11" fmla="*/ 0 h 26"/>
                  <a:gd name="T12" fmla="*/ 4 w 44"/>
                  <a:gd name="T13" fmla="*/ 0 h 26"/>
                  <a:gd name="T14" fmla="*/ 4 w 44"/>
                  <a:gd name="T15" fmla="*/ 0 h 26"/>
                  <a:gd name="T16" fmla="*/ 2 w 44"/>
                  <a:gd name="T17" fmla="*/ 0 h 26"/>
                  <a:gd name="T18" fmla="*/ 0 w 44"/>
                  <a:gd name="T19" fmla="*/ 19 h 26"/>
                  <a:gd name="T20" fmla="*/ 1 w 44"/>
                  <a:gd name="T21" fmla="*/ 20 h 26"/>
                  <a:gd name="T22" fmla="*/ 2 w 44"/>
                  <a:gd name="T23" fmla="*/ 20 h 26"/>
                  <a:gd name="T24" fmla="*/ 5 w 44"/>
                  <a:gd name="T25" fmla="*/ 14 h 26"/>
                  <a:gd name="T26" fmla="*/ 8 w 44"/>
                  <a:gd name="T27" fmla="*/ 15 h 26"/>
                  <a:gd name="T28" fmla="*/ 34 w 44"/>
                  <a:gd name="T29" fmla="*/ 19 h 26"/>
                  <a:gd name="T30" fmla="*/ 39 w 44"/>
                  <a:gd name="T31" fmla="*/ 23 h 26"/>
                  <a:gd name="T32" fmla="*/ 39 w 44"/>
                  <a:gd name="T33" fmla="*/ 25 h 26"/>
                  <a:gd name="T34" fmla="*/ 39 w 44"/>
                  <a:gd name="T35" fmla="*/ 25 h 26"/>
                  <a:gd name="T36" fmla="*/ 41 w 44"/>
                  <a:gd name="T37" fmla="*/ 26 h 26"/>
                  <a:gd name="T38" fmla="*/ 44 w 44"/>
                  <a:gd name="T39" fmla="*/ 6 h 26"/>
                  <a:gd name="T40" fmla="*/ 42 w 44"/>
                  <a:gd name="T4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6">
                    <a:moveTo>
                      <a:pt x="42" y="6"/>
                    </a:moveTo>
                    <a:cubicBezTo>
                      <a:pt x="41" y="10"/>
                      <a:pt x="41" y="11"/>
                      <a:pt x="38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4" y="5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8" y="19"/>
                      <a:pt x="39" y="20"/>
                      <a:pt x="39" y="23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6"/>
                      <a:pt x="42" y="6"/>
                      <a:pt x="4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2" name="Freeform 93">
                <a:extLst>
                  <a:ext uri="{FF2B5EF4-FFF2-40B4-BE49-F238E27FC236}">
                    <a16:creationId xmlns:a16="http://schemas.microsoft.com/office/drawing/2014/main" id="{82B946CC-29B5-4636-87BD-400AC183C14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44" y="7830"/>
                <a:ext cx="37" cy="32"/>
              </a:xfrm>
              <a:custGeom>
                <a:avLst/>
                <a:gdLst>
                  <a:gd name="T0" fmla="*/ 47 w 49"/>
                  <a:gd name="T1" fmla="*/ 11 h 43"/>
                  <a:gd name="T2" fmla="*/ 43 w 49"/>
                  <a:gd name="T3" fmla="*/ 15 h 43"/>
                  <a:gd name="T4" fmla="*/ 40 w 49"/>
                  <a:gd name="T5" fmla="*/ 15 h 43"/>
                  <a:gd name="T6" fmla="*/ 14 w 49"/>
                  <a:gd name="T7" fmla="*/ 8 h 43"/>
                  <a:gd name="T8" fmla="*/ 10 w 49"/>
                  <a:gd name="T9" fmla="*/ 4 h 43"/>
                  <a:gd name="T10" fmla="*/ 10 w 49"/>
                  <a:gd name="T11" fmla="*/ 1 h 43"/>
                  <a:gd name="T12" fmla="*/ 10 w 49"/>
                  <a:gd name="T13" fmla="*/ 1 h 43"/>
                  <a:gd name="T14" fmla="*/ 10 w 49"/>
                  <a:gd name="T15" fmla="*/ 1 h 43"/>
                  <a:gd name="T16" fmla="*/ 8 w 49"/>
                  <a:gd name="T17" fmla="*/ 0 h 43"/>
                  <a:gd name="T18" fmla="*/ 0 w 49"/>
                  <a:gd name="T19" fmla="*/ 33 h 43"/>
                  <a:gd name="T20" fmla="*/ 9 w 49"/>
                  <a:gd name="T21" fmla="*/ 36 h 43"/>
                  <a:gd name="T22" fmla="*/ 9 w 49"/>
                  <a:gd name="T23" fmla="*/ 34 h 43"/>
                  <a:gd name="T24" fmla="*/ 9 w 49"/>
                  <a:gd name="T25" fmla="*/ 34 h 43"/>
                  <a:gd name="T26" fmla="*/ 5 w 49"/>
                  <a:gd name="T27" fmla="*/ 28 h 43"/>
                  <a:gd name="T28" fmla="*/ 5 w 49"/>
                  <a:gd name="T29" fmla="*/ 25 h 43"/>
                  <a:gd name="T30" fmla="*/ 7 w 49"/>
                  <a:gd name="T31" fmla="*/ 18 h 43"/>
                  <a:gd name="T32" fmla="*/ 9 w 49"/>
                  <a:gd name="T33" fmla="*/ 15 h 43"/>
                  <a:gd name="T34" fmla="*/ 12 w 49"/>
                  <a:gd name="T35" fmla="*/ 16 h 43"/>
                  <a:gd name="T36" fmla="*/ 24 w 49"/>
                  <a:gd name="T37" fmla="*/ 19 h 43"/>
                  <a:gd name="T38" fmla="*/ 22 w 49"/>
                  <a:gd name="T39" fmla="*/ 27 h 43"/>
                  <a:gd name="T40" fmla="*/ 19 w 49"/>
                  <a:gd name="T41" fmla="*/ 31 h 43"/>
                  <a:gd name="T42" fmla="*/ 16 w 49"/>
                  <a:gd name="T43" fmla="*/ 31 h 43"/>
                  <a:gd name="T44" fmla="*/ 16 w 49"/>
                  <a:gd name="T45" fmla="*/ 31 h 43"/>
                  <a:gd name="T46" fmla="*/ 15 w 49"/>
                  <a:gd name="T47" fmla="*/ 33 h 43"/>
                  <a:gd name="T48" fmla="*/ 28 w 49"/>
                  <a:gd name="T49" fmla="*/ 37 h 43"/>
                  <a:gd name="T50" fmla="*/ 29 w 49"/>
                  <a:gd name="T51" fmla="*/ 34 h 43"/>
                  <a:gd name="T52" fmla="*/ 29 w 49"/>
                  <a:gd name="T53" fmla="*/ 34 h 43"/>
                  <a:gd name="T54" fmla="*/ 25 w 49"/>
                  <a:gd name="T55" fmla="*/ 31 h 43"/>
                  <a:gd name="T56" fmla="*/ 25 w 49"/>
                  <a:gd name="T57" fmla="*/ 28 h 43"/>
                  <a:gd name="T58" fmla="*/ 27 w 49"/>
                  <a:gd name="T59" fmla="*/ 20 h 43"/>
                  <a:gd name="T60" fmla="*/ 38 w 49"/>
                  <a:gd name="T61" fmla="*/ 22 h 43"/>
                  <a:gd name="T62" fmla="*/ 41 w 49"/>
                  <a:gd name="T63" fmla="*/ 25 h 43"/>
                  <a:gd name="T64" fmla="*/ 41 w 49"/>
                  <a:gd name="T65" fmla="*/ 27 h 43"/>
                  <a:gd name="T66" fmla="*/ 40 w 49"/>
                  <a:gd name="T67" fmla="*/ 32 h 43"/>
                  <a:gd name="T68" fmla="*/ 34 w 49"/>
                  <a:gd name="T69" fmla="*/ 39 h 43"/>
                  <a:gd name="T70" fmla="*/ 32 w 49"/>
                  <a:gd name="T71" fmla="*/ 39 h 43"/>
                  <a:gd name="T72" fmla="*/ 32 w 49"/>
                  <a:gd name="T73" fmla="*/ 38 h 43"/>
                  <a:gd name="T74" fmla="*/ 31 w 49"/>
                  <a:gd name="T75" fmla="*/ 41 h 43"/>
                  <a:gd name="T76" fmla="*/ 40 w 49"/>
                  <a:gd name="T77" fmla="*/ 43 h 43"/>
                  <a:gd name="T78" fmla="*/ 49 w 49"/>
                  <a:gd name="T79" fmla="*/ 11 h 43"/>
                  <a:gd name="T80" fmla="*/ 47 w 49"/>
                  <a:gd name="T81" fmla="*/ 10 h 43"/>
                  <a:gd name="T82" fmla="*/ 47 w 49"/>
                  <a:gd name="T83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9" h="43">
                    <a:moveTo>
                      <a:pt x="47" y="11"/>
                    </a:moveTo>
                    <a:cubicBezTo>
                      <a:pt x="46" y="14"/>
                      <a:pt x="45" y="15"/>
                      <a:pt x="43" y="15"/>
                    </a:cubicBezTo>
                    <a:cubicBezTo>
                      <a:pt x="42" y="15"/>
                      <a:pt x="41" y="15"/>
                      <a:pt x="40" y="1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7"/>
                      <a:pt x="10" y="6"/>
                      <a:pt x="10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3"/>
                      <a:pt x="5" y="31"/>
                      <a:pt x="5" y="28"/>
                    </a:cubicBezTo>
                    <a:cubicBezTo>
                      <a:pt x="5" y="27"/>
                      <a:pt x="5" y="26"/>
                      <a:pt x="5" y="2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6"/>
                      <a:pt x="8" y="15"/>
                      <a:pt x="9" y="15"/>
                    </a:cubicBezTo>
                    <a:cubicBezTo>
                      <a:pt x="10" y="15"/>
                      <a:pt x="11" y="15"/>
                      <a:pt x="12" y="16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31"/>
                      <a:pt x="20" y="31"/>
                      <a:pt x="19" y="31"/>
                    </a:cubicBezTo>
                    <a:cubicBezTo>
                      <a:pt x="18" y="31"/>
                      <a:pt x="17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6" y="33"/>
                      <a:pt x="25" y="33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8"/>
                      <a:pt x="36" y="39"/>
                      <a:pt x="34" y="39"/>
                    </a:cubicBezTo>
                    <a:cubicBezTo>
                      <a:pt x="33" y="39"/>
                      <a:pt x="33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10"/>
                      <a:pt x="47" y="10"/>
                      <a:pt x="47" y="10"/>
                    </a:cubicBezTo>
                    <a:lnTo>
                      <a:pt x="4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3" name="Freeform 94">
                <a:extLst>
                  <a:ext uri="{FF2B5EF4-FFF2-40B4-BE49-F238E27FC236}">
                    <a16:creationId xmlns:a16="http://schemas.microsoft.com/office/drawing/2014/main" id="{EA55F94B-C252-4B03-9E20-4C520319603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30" y="7861"/>
                <a:ext cx="40" cy="45"/>
              </a:xfrm>
              <a:custGeom>
                <a:avLst/>
                <a:gdLst>
                  <a:gd name="T0" fmla="*/ 54 w 54"/>
                  <a:gd name="T1" fmla="*/ 17 h 59"/>
                  <a:gd name="T2" fmla="*/ 53 w 54"/>
                  <a:gd name="T3" fmla="*/ 16 h 59"/>
                  <a:gd name="T4" fmla="*/ 53 w 54"/>
                  <a:gd name="T5" fmla="*/ 17 h 59"/>
                  <a:gd name="T6" fmla="*/ 49 w 54"/>
                  <a:gd name="T7" fmla="*/ 21 h 59"/>
                  <a:gd name="T8" fmla="*/ 45 w 54"/>
                  <a:gd name="T9" fmla="*/ 20 h 59"/>
                  <a:gd name="T10" fmla="*/ 21 w 54"/>
                  <a:gd name="T11" fmla="*/ 9 h 59"/>
                  <a:gd name="T12" fmla="*/ 17 w 54"/>
                  <a:gd name="T13" fmla="*/ 5 h 59"/>
                  <a:gd name="T14" fmla="*/ 18 w 54"/>
                  <a:gd name="T15" fmla="*/ 1 h 59"/>
                  <a:gd name="T16" fmla="*/ 18 w 54"/>
                  <a:gd name="T17" fmla="*/ 1 h 59"/>
                  <a:gd name="T18" fmla="*/ 18 w 54"/>
                  <a:gd name="T19" fmla="*/ 1 h 59"/>
                  <a:gd name="T20" fmla="*/ 16 w 54"/>
                  <a:gd name="T21" fmla="*/ 0 h 59"/>
                  <a:gd name="T22" fmla="*/ 9 w 54"/>
                  <a:gd name="T23" fmla="*/ 16 h 59"/>
                  <a:gd name="T24" fmla="*/ 11 w 54"/>
                  <a:gd name="T25" fmla="*/ 17 h 59"/>
                  <a:gd name="T26" fmla="*/ 11 w 54"/>
                  <a:gd name="T27" fmla="*/ 16 h 59"/>
                  <a:gd name="T28" fmla="*/ 15 w 54"/>
                  <a:gd name="T29" fmla="*/ 12 h 59"/>
                  <a:gd name="T30" fmla="*/ 19 w 54"/>
                  <a:gd name="T31" fmla="*/ 13 h 59"/>
                  <a:gd name="T32" fmla="*/ 44 w 54"/>
                  <a:gd name="T33" fmla="*/ 24 h 59"/>
                  <a:gd name="T34" fmla="*/ 3 w 54"/>
                  <a:gd name="T35" fmla="*/ 31 h 59"/>
                  <a:gd name="T36" fmla="*/ 0 w 54"/>
                  <a:gd name="T37" fmla="*/ 37 h 59"/>
                  <a:gd name="T38" fmla="*/ 32 w 54"/>
                  <a:gd name="T39" fmla="*/ 51 h 59"/>
                  <a:gd name="T40" fmla="*/ 36 w 54"/>
                  <a:gd name="T41" fmla="*/ 55 h 59"/>
                  <a:gd name="T42" fmla="*/ 34 w 54"/>
                  <a:gd name="T43" fmla="*/ 58 h 59"/>
                  <a:gd name="T44" fmla="*/ 34 w 54"/>
                  <a:gd name="T45" fmla="*/ 59 h 59"/>
                  <a:gd name="T46" fmla="*/ 36 w 54"/>
                  <a:gd name="T47" fmla="*/ 59 h 59"/>
                  <a:gd name="T48" fmla="*/ 43 w 54"/>
                  <a:gd name="T49" fmla="*/ 44 h 59"/>
                  <a:gd name="T50" fmla="*/ 41 w 54"/>
                  <a:gd name="T51" fmla="*/ 43 h 59"/>
                  <a:gd name="T52" fmla="*/ 41 w 54"/>
                  <a:gd name="T53" fmla="*/ 44 h 59"/>
                  <a:gd name="T54" fmla="*/ 37 w 54"/>
                  <a:gd name="T55" fmla="*/ 48 h 59"/>
                  <a:gd name="T56" fmla="*/ 33 w 54"/>
                  <a:gd name="T57" fmla="*/ 47 h 59"/>
                  <a:gd name="T58" fmla="*/ 10 w 54"/>
                  <a:gd name="T59" fmla="*/ 37 h 59"/>
                  <a:gd name="T60" fmla="*/ 49 w 54"/>
                  <a:gd name="T61" fmla="*/ 30 h 59"/>
                  <a:gd name="T62" fmla="*/ 54 w 54"/>
                  <a:gd name="T6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59">
                    <a:moveTo>
                      <a:pt x="54" y="17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9"/>
                      <a:pt x="50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8"/>
                      <a:pt x="17" y="7"/>
                      <a:pt x="17" y="5"/>
                    </a:cubicBezTo>
                    <a:cubicBezTo>
                      <a:pt x="17" y="4"/>
                      <a:pt x="17" y="3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3"/>
                      <a:pt x="13" y="12"/>
                      <a:pt x="15" y="12"/>
                    </a:cubicBezTo>
                    <a:cubicBezTo>
                      <a:pt x="16" y="12"/>
                      <a:pt x="17" y="13"/>
                      <a:pt x="19" y="1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4" y="52"/>
                      <a:pt x="36" y="53"/>
                      <a:pt x="36" y="55"/>
                    </a:cubicBezTo>
                    <a:cubicBezTo>
                      <a:pt x="36" y="56"/>
                      <a:pt x="35" y="57"/>
                      <a:pt x="34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7"/>
                      <a:pt x="39" y="48"/>
                      <a:pt x="37" y="48"/>
                    </a:cubicBezTo>
                    <a:cubicBezTo>
                      <a:pt x="36" y="48"/>
                      <a:pt x="35" y="47"/>
                      <a:pt x="33" y="4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5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4" name="Freeform 95">
                <a:extLst>
                  <a:ext uri="{FF2B5EF4-FFF2-40B4-BE49-F238E27FC236}">
                    <a16:creationId xmlns:a16="http://schemas.microsoft.com/office/drawing/2014/main" id="{5D823E73-858E-47BE-96FD-401123AE66A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45" y="7603"/>
                <a:ext cx="83" cy="79"/>
              </a:xfrm>
              <a:custGeom>
                <a:avLst/>
                <a:gdLst>
                  <a:gd name="T0" fmla="*/ 64 w 112"/>
                  <a:gd name="T1" fmla="*/ 89 h 105"/>
                  <a:gd name="T2" fmla="*/ 93 w 112"/>
                  <a:gd name="T3" fmla="*/ 102 h 105"/>
                  <a:gd name="T4" fmla="*/ 97 w 112"/>
                  <a:gd name="T5" fmla="*/ 97 h 105"/>
                  <a:gd name="T6" fmla="*/ 87 w 112"/>
                  <a:gd name="T7" fmla="*/ 71 h 105"/>
                  <a:gd name="T8" fmla="*/ 88 w 112"/>
                  <a:gd name="T9" fmla="*/ 62 h 105"/>
                  <a:gd name="T10" fmla="*/ 108 w 112"/>
                  <a:gd name="T11" fmla="*/ 46 h 105"/>
                  <a:gd name="T12" fmla="*/ 105 w 112"/>
                  <a:gd name="T13" fmla="*/ 38 h 105"/>
                  <a:gd name="T14" fmla="*/ 81 w 112"/>
                  <a:gd name="T15" fmla="*/ 39 h 105"/>
                  <a:gd name="T16" fmla="*/ 74 w 112"/>
                  <a:gd name="T17" fmla="*/ 33 h 105"/>
                  <a:gd name="T18" fmla="*/ 61 w 112"/>
                  <a:gd name="T19" fmla="*/ 5 h 105"/>
                  <a:gd name="T20" fmla="*/ 53 w 112"/>
                  <a:gd name="T21" fmla="*/ 5 h 105"/>
                  <a:gd name="T22" fmla="*/ 45 w 112"/>
                  <a:gd name="T23" fmla="*/ 31 h 105"/>
                  <a:gd name="T24" fmla="*/ 34 w 112"/>
                  <a:gd name="T25" fmla="*/ 38 h 105"/>
                  <a:gd name="T26" fmla="*/ 6 w 112"/>
                  <a:gd name="T27" fmla="*/ 38 h 105"/>
                  <a:gd name="T28" fmla="*/ 5 w 112"/>
                  <a:gd name="T29" fmla="*/ 47 h 105"/>
                  <a:gd name="T30" fmla="*/ 26 w 112"/>
                  <a:gd name="T31" fmla="*/ 61 h 105"/>
                  <a:gd name="T32" fmla="*/ 30 w 112"/>
                  <a:gd name="T33" fmla="*/ 74 h 105"/>
                  <a:gd name="T34" fmla="*/ 22 w 112"/>
                  <a:gd name="T35" fmla="*/ 98 h 105"/>
                  <a:gd name="T36" fmla="*/ 28 w 112"/>
                  <a:gd name="T37" fmla="*/ 103 h 105"/>
                  <a:gd name="T38" fmla="*/ 52 w 112"/>
                  <a:gd name="T39" fmla="*/ 89 h 105"/>
                  <a:gd name="T40" fmla="*/ 64 w 112"/>
                  <a:gd name="T41" fmla="*/ 89 h 105"/>
                  <a:gd name="T42" fmla="*/ 33 w 112"/>
                  <a:gd name="T43" fmla="*/ 86 h 105"/>
                  <a:gd name="T44" fmla="*/ 40 w 112"/>
                  <a:gd name="T45" fmla="*/ 67 h 105"/>
                  <a:gd name="T46" fmla="*/ 37 w 112"/>
                  <a:gd name="T47" fmla="*/ 59 h 105"/>
                  <a:gd name="T48" fmla="*/ 19 w 112"/>
                  <a:gd name="T49" fmla="*/ 49 h 105"/>
                  <a:gd name="T50" fmla="*/ 20 w 112"/>
                  <a:gd name="T51" fmla="*/ 45 h 105"/>
                  <a:gd name="T52" fmla="*/ 41 w 112"/>
                  <a:gd name="T53" fmla="*/ 46 h 105"/>
                  <a:gd name="T54" fmla="*/ 49 w 112"/>
                  <a:gd name="T55" fmla="*/ 41 h 105"/>
                  <a:gd name="T56" fmla="*/ 55 w 112"/>
                  <a:gd name="T57" fmla="*/ 21 h 105"/>
                  <a:gd name="T58" fmla="*/ 60 w 112"/>
                  <a:gd name="T59" fmla="*/ 20 h 105"/>
                  <a:gd name="T60" fmla="*/ 67 w 112"/>
                  <a:gd name="T61" fmla="*/ 42 h 105"/>
                  <a:gd name="T62" fmla="*/ 73 w 112"/>
                  <a:gd name="T63" fmla="*/ 47 h 105"/>
                  <a:gd name="T64" fmla="*/ 92 w 112"/>
                  <a:gd name="T65" fmla="*/ 45 h 105"/>
                  <a:gd name="T66" fmla="*/ 94 w 112"/>
                  <a:gd name="T67" fmla="*/ 49 h 105"/>
                  <a:gd name="T68" fmla="*/ 78 w 112"/>
                  <a:gd name="T69" fmla="*/ 59 h 105"/>
                  <a:gd name="T70" fmla="*/ 76 w 112"/>
                  <a:gd name="T71" fmla="*/ 67 h 105"/>
                  <a:gd name="T72" fmla="*/ 86 w 112"/>
                  <a:gd name="T73" fmla="*/ 87 h 105"/>
                  <a:gd name="T74" fmla="*/ 83 w 112"/>
                  <a:gd name="T75" fmla="*/ 90 h 105"/>
                  <a:gd name="T76" fmla="*/ 63 w 112"/>
                  <a:gd name="T77" fmla="*/ 77 h 105"/>
                  <a:gd name="T78" fmla="*/ 54 w 112"/>
                  <a:gd name="T79" fmla="*/ 77 h 105"/>
                  <a:gd name="T80" fmla="*/ 37 w 112"/>
                  <a:gd name="T81" fmla="*/ 90 h 105"/>
                  <a:gd name="T82" fmla="*/ 33 w 112"/>
                  <a:gd name="T83" fmla="*/ 8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2" h="105">
                    <a:moveTo>
                      <a:pt x="64" y="89"/>
                    </a:moveTo>
                    <a:cubicBezTo>
                      <a:pt x="93" y="102"/>
                      <a:pt x="93" y="102"/>
                      <a:pt x="93" y="102"/>
                    </a:cubicBezTo>
                    <a:cubicBezTo>
                      <a:pt x="97" y="104"/>
                      <a:pt x="99" y="101"/>
                      <a:pt x="97" y="97"/>
                    </a:cubicBezTo>
                    <a:cubicBezTo>
                      <a:pt x="87" y="71"/>
                      <a:pt x="87" y="71"/>
                      <a:pt x="87" y="71"/>
                    </a:cubicBezTo>
                    <a:cubicBezTo>
                      <a:pt x="85" y="68"/>
                      <a:pt x="85" y="65"/>
                      <a:pt x="88" y="6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12" y="43"/>
                      <a:pt x="111" y="38"/>
                      <a:pt x="105" y="38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7" y="39"/>
                      <a:pt x="75" y="38"/>
                      <a:pt x="74" y="33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0"/>
                      <a:pt x="55" y="0"/>
                      <a:pt x="53" y="5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3" y="35"/>
                      <a:pt x="41" y="37"/>
                      <a:pt x="34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2" y="39"/>
                      <a:pt x="0" y="44"/>
                      <a:pt x="5" y="47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31" y="64"/>
                      <a:pt x="32" y="67"/>
                      <a:pt x="30" y="74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1" y="102"/>
                      <a:pt x="24" y="105"/>
                      <a:pt x="28" y="103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8" y="86"/>
                      <a:pt x="61" y="88"/>
                      <a:pt x="64" y="89"/>
                    </a:cubicBezTo>
                    <a:moveTo>
                      <a:pt x="33" y="86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4"/>
                      <a:pt x="40" y="61"/>
                      <a:pt x="37" y="5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6" y="47"/>
                      <a:pt x="17" y="44"/>
                      <a:pt x="20" y="4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4" y="45"/>
                      <a:pt x="48" y="44"/>
                      <a:pt x="49" y="4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18"/>
                      <a:pt x="59" y="18"/>
                      <a:pt x="60" y="20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4"/>
                      <a:pt x="69" y="47"/>
                      <a:pt x="73" y="47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5" y="45"/>
                      <a:pt x="96" y="48"/>
                      <a:pt x="94" y="4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5" y="61"/>
                      <a:pt x="74" y="64"/>
                      <a:pt x="76" y="67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87" y="89"/>
                      <a:pt x="86" y="91"/>
                      <a:pt x="83" y="90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1" y="76"/>
                      <a:pt x="57" y="76"/>
                      <a:pt x="54" y="77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4" y="92"/>
                      <a:pt x="32" y="90"/>
                      <a:pt x="33" y="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5" name="Freeform 96">
                <a:extLst>
                  <a:ext uri="{FF2B5EF4-FFF2-40B4-BE49-F238E27FC236}">
                    <a16:creationId xmlns:a16="http://schemas.microsoft.com/office/drawing/2014/main" id="{F816381F-D51E-4701-A5F5-1B0484C42D5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00" y="8102"/>
                <a:ext cx="38" cy="53"/>
              </a:xfrm>
              <a:custGeom>
                <a:avLst/>
                <a:gdLst>
                  <a:gd name="T0" fmla="*/ 48 w 50"/>
                  <a:gd name="T1" fmla="*/ 0 h 70"/>
                  <a:gd name="T2" fmla="*/ 2 w 50"/>
                  <a:gd name="T3" fmla="*/ 0 h 70"/>
                  <a:gd name="T4" fmla="*/ 0 w 50"/>
                  <a:gd name="T5" fmla="*/ 3 h 70"/>
                  <a:gd name="T6" fmla="*/ 0 w 50"/>
                  <a:gd name="T7" fmla="*/ 5 h 70"/>
                  <a:gd name="T8" fmla="*/ 2 w 50"/>
                  <a:gd name="T9" fmla="*/ 8 h 70"/>
                  <a:gd name="T10" fmla="*/ 21 w 50"/>
                  <a:gd name="T11" fmla="*/ 8 h 70"/>
                  <a:gd name="T12" fmla="*/ 21 w 50"/>
                  <a:gd name="T13" fmla="*/ 68 h 70"/>
                  <a:gd name="T14" fmla="*/ 25 w 50"/>
                  <a:gd name="T15" fmla="*/ 70 h 70"/>
                  <a:gd name="T16" fmla="*/ 26 w 50"/>
                  <a:gd name="T17" fmla="*/ 70 h 70"/>
                  <a:gd name="T18" fmla="*/ 30 w 50"/>
                  <a:gd name="T19" fmla="*/ 68 h 70"/>
                  <a:gd name="T20" fmla="*/ 30 w 50"/>
                  <a:gd name="T21" fmla="*/ 8 h 70"/>
                  <a:gd name="T22" fmla="*/ 48 w 50"/>
                  <a:gd name="T23" fmla="*/ 8 h 70"/>
                  <a:gd name="T24" fmla="*/ 50 w 50"/>
                  <a:gd name="T25" fmla="*/ 5 h 70"/>
                  <a:gd name="T26" fmla="*/ 50 w 50"/>
                  <a:gd name="T27" fmla="*/ 3 h 70"/>
                  <a:gd name="T28" fmla="*/ 48 w 50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70">
                    <a:moveTo>
                      <a:pt x="4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2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0"/>
                      <a:pt x="30" y="69"/>
                      <a:pt x="30" y="6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8"/>
                      <a:pt x="50" y="7"/>
                      <a:pt x="50" y="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6" name="Freeform 97">
                <a:extLst>
                  <a:ext uri="{FF2B5EF4-FFF2-40B4-BE49-F238E27FC236}">
                    <a16:creationId xmlns:a16="http://schemas.microsoft.com/office/drawing/2014/main" id="{C5637EC6-FB80-4111-9EAB-E9FC8F73606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49" y="8102"/>
                <a:ext cx="40" cy="53"/>
              </a:xfrm>
              <a:custGeom>
                <a:avLst/>
                <a:gdLst>
                  <a:gd name="T0" fmla="*/ 50 w 54"/>
                  <a:gd name="T1" fmla="*/ 0 h 70"/>
                  <a:gd name="T2" fmla="*/ 49 w 54"/>
                  <a:gd name="T3" fmla="*/ 0 h 70"/>
                  <a:gd name="T4" fmla="*/ 45 w 54"/>
                  <a:gd name="T5" fmla="*/ 2 h 70"/>
                  <a:gd name="T6" fmla="*/ 45 w 54"/>
                  <a:gd name="T7" fmla="*/ 31 h 70"/>
                  <a:gd name="T8" fmla="*/ 9 w 54"/>
                  <a:gd name="T9" fmla="*/ 31 h 70"/>
                  <a:gd name="T10" fmla="*/ 9 w 54"/>
                  <a:gd name="T11" fmla="*/ 2 h 70"/>
                  <a:gd name="T12" fmla="*/ 5 w 54"/>
                  <a:gd name="T13" fmla="*/ 0 h 70"/>
                  <a:gd name="T14" fmla="*/ 4 w 54"/>
                  <a:gd name="T15" fmla="*/ 0 h 70"/>
                  <a:gd name="T16" fmla="*/ 0 w 54"/>
                  <a:gd name="T17" fmla="*/ 2 h 70"/>
                  <a:gd name="T18" fmla="*/ 0 w 54"/>
                  <a:gd name="T19" fmla="*/ 68 h 70"/>
                  <a:gd name="T20" fmla="*/ 4 w 54"/>
                  <a:gd name="T21" fmla="*/ 70 h 70"/>
                  <a:gd name="T22" fmla="*/ 5 w 54"/>
                  <a:gd name="T23" fmla="*/ 70 h 70"/>
                  <a:gd name="T24" fmla="*/ 9 w 54"/>
                  <a:gd name="T25" fmla="*/ 68 h 70"/>
                  <a:gd name="T26" fmla="*/ 9 w 54"/>
                  <a:gd name="T27" fmla="*/ 38 h 70"/>
                  <a:gd name="T28" fmla="*/ 45 w 54"/>
                  <a:gd name="T29" fmla="*/ 38 h 70"/>
                  <a:gd name="T30" fmla="*/ 45 w 54"/>
                  <a:gd name="T31" fmla="*/ 68 h 70"/>
                  <a:gd name="T32" fmla="*/ 49 w 54"/>
                  <a:gd name="T33" fmla="*/ 70 h 70"/>
                  <a:gd name="T34" fmla="*/ 50 w 54"/>
                  <a:gd name="T35" fmla="*/ 70 h 70"/>
                  <a:gd name="T36" fmla="*/ 54 w 54"/>
                  <a:gd name="T37" fmla="*/ 68 h 70"/>
                  <a:gd name="T38" fmla="*/ 54 w 54"/>
                  <a:gd name="T39" fmla="*/ 2 h 70"/>
                  <a:gd name="T40" fmla="*/ 50 w 54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70">
                    <a:moveTo>
                      <a:pt x="5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9"/>
                      <a:pt x="46" y="70"/>
                      <a:pt x="49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3" y="70"/>
                      <a:pt x="54" y="69"/>
                      <a:pt x="54" y="6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7" name="Freeform 98">
                <a:extLst>
                  <a:ext uri="{FF2B5EF4-FFF2-40B4-BE49-F238E27FC236}">
                    <a16:creationId xmlns:a16="http://schemas.microsoft.com/office/drawing/2014/main" id="{7E258347-982A-4E87-B408-7333827C712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8" name="Freeform 99">
                <a:extLst>
                  <a:ext uri="{FF2B5EF4-FFF2-40B4-BE49-F238E27FC236}">
                    <a16:creationId xmlns:a16="http://schemas.microsoft.com/office/drawing/2014/main" id="{E70A54EA-EE42-48D8-9A71-F48B5801553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69" y="8102"/>
                <a:ext cx="37" cy="53"/>
              </a:xfrm>
              <a:custGeom>
                <a:avLst/>
                <a:gdLst>
                  <a:gd name="T0" fmla="*/ 41 w 49"/>
                  <a:gd name="T1" fmla="*/ 48 h 70"/>
                  <a:gd name="T2" fmla="*/ 32 w 49"/>
                  <a:gd name="T3" fmla="*/ 35 h 70"/>
                  <a:gd name="T4" fmla="*/ 32 w 49"/>
                  <a:gd name="T5" fmla="*/ 35 h 70"/>
                  <a:gd name="T6" fmla="*/ 43 w 49"/>
                  <a:gd name="T7" fmla="*/ 18 h 70"/>
                  <a:gd name="T8" fmla="*/ 19 w 49"/>
                  <a:gd name="T9" fmla="*/ 0 h 70"/>
                  <a:gd name="T10" fmla="*/ 3 w 49"/>
                  <a:gd name="T11" fmla="*/ 0 h 70"/>
                  <a:gd name="T12" fmla="*/ 0 w 49"/>
                  <a:gd name="T13" fmla="*/ 3 h 70"/>
                  <a:gd name="T14" fmla="*/ 0 w 49"/>
                  <a:gd name="T15" fmla="*/ 68 h 70"/>
                  <a:gd name="T16" fmla="*/ 4 w 49"/>
                  <a:gd name="T17" fmla="*/ 70 h 70"/>
                  <a:gd name="T18" fmla="*/ 4 w 49"/>
                  <a:gd name="T19" fmla="*/ 70 h 70"/>
                  <a:gd name="T20" fmla="*/ 8 w 49"/>
                  <a:gd name="T21" fmla="*/ 68 h 70"/>
                  <a:gd name="T22" fmla="*/ 8 w 49"/>
                  <a:gd name="T23" fmla="*/ 39 h 70"/>
                  <a:gd name="T24" fmla="*/ 17 w 49"/>
                  <a:gd name="T25" fmla="*/ 39 h 70"/>
                  <a:gd name="T26" fmla="*/ 32 w 49"/>
                  <a:gd name="T27" fmla="*/ 49 h 70"/>
                  <a:gd name="T28" fmla="*/ 40 w 49"/>
                  <a:gd name="T29" fmla="*/ 69 h 70"/>
                  <a:gd name="T30" fmla="*/ 44 w 49"/>
                  <a:gd name="T31" fmla="*/ 70 h 70"/>
                  <a:gd name="T32" fmla="*/ 45 w 49"/>
                  <a:gd name="T33" fmla="*/ 70 h 70"/>
                  <a:gd name="T34" fmla="*/ 49 w 49"/>
                  <a:gd name="T35" fmla="*/ 69 h 70"/>
                  <a:gd name="T36" fmla="*/ 48 w 49"/>
                  <a:gd name="T37" fmla="*/ 67 h 70"/>
                  <a:gd name="T38" fmla="*/ 41 w 49"/>
                  <a:gd name="T39" fmla="*/ 48 h 70"/>
                  <a:gd name="T40" fmla="*/ 21 w 49"/>
                  <a:gd name="T41" fmla="*/ 32 h 70"/>
                  <a:gd name="T42" fmla="*/ 8 w 49"/>
                  <a:gd name="T43" fmla="*/ 32 h 70"/>
                  <a:gd name="T44" fmla="*/ 8 w 49"/>
                  <a:gd name="T45" fmla="*/ 8 h 70"/>
                  <a:gd name="T46" fmla="*/ 21 w 49"/>
                  <a:gd name="T47" fmla="*/ 8 h 70"/>
                  <a:gd name="T48" fmla="*/ 34 w 49"/>
                  <a:gd name="T49" fmla="*/ 20 h 70"/>
                  <a:gd name="T50" fmla="*/ 21 w 49"/>
                  <a:gd name="T51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0">
                    <a:moveTo>
                      <a:pt x="41" y="48"/>
                    </a:moveTo>
                    <a:cubicBezTo>
                      <a:pt x="38" y="41"/>
                      <a:pt x="36" y="37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9" y="32"/>
                      <a:pt x="43" y="27"/>
                      <a:pt x="43" y="18"/>
                    </a:cubicBezTo>
                    <a:cubicBezTo>
                      <a:pt x="43" y="6"/>
                      <a:pt x="35" y="0"/>
                      <a:pt x="1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25" y="39"/>
                      <a:pt x="29" y="41"/>
                      <a:pt x="32" y="4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70"/>
                      <a:pt x="42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70"/>
                      <a:pt x="49" y="69"/>
                    </a:cubicBezTo>
                    <a:cubicBezTo>
                      <a:pt x="49" y="68"/>
                      <a:pt x="49" y="68"/>
                      <a:pt x="48" y="67"/>
                    </a:cubicBezTo>
                    <a:lnTo>
                      <a:pt x="41" y="48"/>
                    </a:lnTo>
                    <a:close/>
                    <a:moveTo>
                      <a:pt x="21" y="32"/>
                    </a:moveTo>
                    <a:cubicBezTo>
                      <a:pt x="8" y="32"/>
                      <a:pt x="8" y="32"/>
                      <a:pt x="8" y="3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9" y="8"/>
                      <a:pt x="34" y="12"/>
                      <a:pt x="34" y="20"/>
                    </a:cubicBezTo>
                    <a:cubicBezTo>
                      <a:pt x="34" y="26"/>
                      <a:pt x="29" y="32"/>
                      <a:pt x="21" y="3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9" name="Freeform 100">
                <a:extLst>
                  <a:ext uri="{FF2B5EF4-FFF2-40B4-BE49-F238E27FC236}">
                    <a16:creationId xmlns:a16="http://schemas.microsoft.com/office/drawing/2014/main" id="{009DECB4-BED8-4638-87EF-A93A8B4C40B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4" y="8102"/>
                <a:ext cx="45" cy="53"/>
              </a:xfrm>
              <a:custGeom>
                <a:avLst/>
                <a:gdLst>
                  <a:gd name="T0" fmla="*/ 30 w 61"/>
                  <a:gd name="T1" fmla="*/ 0 h 71"/>
                  <a:gd name="T2" fmla="*/ 0 w 61"/>
                  <a:gd name="T3" fmla="*/ 35 h 71"/>
                  <a:gd name="T4" fmla="*/ 30 w 61"/>
                  <a:gd name="T5" fmla="*/ 71 h 71"/>
                  <a:gd name="T6" fmla="*/ 61 w 61"/>
                  <a:gd name="T7" fmla="*/ 35 h 71"/>
                  <a:gd name="T8" fmla="*/ 30 w 61"/>
                  <a:gd name="T9" fmla="*/ 0 h 71"/>
                  <a:gd name="T10" fmla="*/ 30 w 61"/>
                  <a:gd name="T11" fmla="*/ 63 h 71"/>
                  <a:gd name="T12" fmla="*/ 9 w 61"/>
                  <a:gd name="T13" fmla="*/ 35 h 71"/>
                  <a:gd name="T14" fmla="*/ 30 w 61"/>
                  <a:gd name="T15" fmla="*/ 7 h 71"/>
                  <a:gd name="T16" fmla="*/ 52 w 61"/>
                  <a:gd name="T17" fmla="*/ 35 h 71"/>
                  <a:gd name="T18" fmla="*/ 30 w 61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1">
                    <a:moveTo>
                      <a:pt x="30" y="0"/>
                    </a:moveTo>
                    <a:cubicBezTo>
                      <a:pt x="10" y="0"/>
                      <a:pt x="0" y="12"/>
                      <a:pt x="0" y="35"/>
                    </a:cubicBezTo>
                    <a:cubicBezTo>
                      <a:pt x="0" y="58"/>
                      <a:pt x="10" y="71"/>
                      <a:pt x="30" y="71"/>
                    </a:cubicBezTo>
                    <a:cubicBezTo>
                      <a:pt x="50" y="71"/>
                      <a:pt x="61" y="58"/>
                      <a:pt x="61" y="35"/>
                    </a:cubicBezTo>
                    <a:cubicBezTo>
                      <a:pt x="61" y="12"/>
                      <a:pt x="50" y="0"/>
                      <a:pt x="30" y="0"/>
                    </a:cubicBezTo>
                    <a:moveTo>
                      <a:pt x="30" y="63"/>
                    </a:moveTo>
                    <a:cubicBezTo>
                      <a:pt x="16" y="63"/>
                      <a:pt x="9" y="53"/>
                      <a:pt x="9" y="35"/>
                    </a:cubicBezTo>
                    <a:cubicBezTo>
                      <a:pt x="9" y="17"/>
                      <a:pt x="16" y="7"/>
                      <a:pt x="30" y="7"/>
                    </a:cubicBezTo>
                    <a:cubicBezTo>
                      <a:pt x="44" y="7"/>
                      <a:pt x="52" y="17"/>
                      <a:pt x="52" y="35"/>
                    </a:cubicBezTo>
                    <a:cubicBezTo>
                      <a:pt x="52" y="53"/>
                      <a:pt x="44" y="63"/>
                      <a:pt x="30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0" name="Freeform 101">
                <a:extLst>
                  <a:ext uri="{FF2B5EF4-FFF2-40B4-BE49-F238E27FC236}">
                    <a16:creationId xmlns:a16="http://schemas.microsoft.com/office/drawing/2014/main" id="{4E90916E-EFA5-43BC-87BB-9428D905FCE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8" y="8102"/>
                <a:ext cx="38" cy="53"/>
              </a:xfrm>
              <a:custGeom>
                <a:avLst/>
                <a:gdLst>
                  <a:gd name="T0" fmla="*/ 47 w 52"/>
                  <a:gd name="T1" fmla="*/ 0 h 70"/>
                  <a:gd name="T2" fmla="*/ 43 w 52"/>
                  <a:gd name="T3" fmla="*/ 2 h 70"/>
                  <a:gd name="T4" fmla="*/ 26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4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1 w 52"/>
                  <a:gd name="T17" fmla="*/ 34 h 70"/>
                  <a:gd name="T18" fmla="*/ 21 w 52"/>
                  <a:gd name="T19" fmla="*/ 68 h 70"/>
                  <a:gd name="T20" fmla="*/ 25 w 52"/>
                  <a:gd name="T21" fmla="*/ 70 h 70"/>
                  <a:gd name="T22" fmla="*/ 26 w 52"/>
                  <a:gd name="T23" fmla="*/ 70 h 70"/>
                  <a:gd name="T24" fmla="*/ 30 w 52"/>
                  <a:gd name="T25" fmla="*/ 68 h 70"/>
                  <a:gd name="T26" fmla="*/ 30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7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7" y="0"/>
                    </a:moveTo>
                    <a:cubicBezTo>
                      <a:pt x="45" y="0"/>
                      <a:pt x="43" y="1"/>
                      <a:pt x="43" y="2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3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9" y="70"/>
                      <a:pt x="30" y="69"/>
                      <a:pt x="30" y="6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1" name="Freeform 102">
                <a:extLst>
                  <a:ext uri="{FF2B5EF4-FFF2-40B4-BE49-F238E27FC236}">
                    <a16:creationId xmlns:a16="http://schemas.microsoft.com/office/drawing/2014/main" id="{B9CAB644-F56B-4DDC-8011-110D0FE3497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11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1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5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9" y="70"/>
                      <a:pt x="9" y="69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9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2" name="Freeform 103">
                <a:extLst>
                  <a:ext uri="{FF2B5EF4-FFF2-40B4-BE49-F238E27FC236}">
                    <a16:creationId xmlns:a16="http://schemas.microsoft.com/office/drawing/2014/main" id="{7FEFC793-2784-4BA2-ABFB-370E0489FDB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5" y="8102"/>
                <a:ext cx="28" cy="53"/>
              </a:xfrm>
              <a:custGeom>
                <a:avLst/>
                <a:gdLst>
                  <a:gd name="T0" fmla="*/ 36 w 38"/>
                  <a:gd name="T1" fmla="*/ 62 h 70"/>
                  <a:gd name="T2" fmla="*/ 9 w 38"/>
                  <a:gd name="T3" fmla="*/ 62 h 70"/>
                  <a:gd name="T4" fmla="*/ 9 w 38"/>
                  <a:gd name="T5" fmla="*/ 2 h 70"/>
                  <a:gd name="T6" fmla="*/ 5 w 38"/>
                  <a:gd name="T7" fmla="*/ 0 h 70"/>
                  <a:gd name="T8" fmla="*/ 4 w 38"/>
                  <a:gd name="T9" fmla="*/ 0 h 70"/>
                  <a:gd name="T10" fmla="*/ 0 w 38"/>
                  <a:gd name="T11" fmla="*/ 2 h 70"/>
                  <a:gd name="T12" fmla="*/ 0 w 38"/>
                  <a:gd name="T13" fmla="*/ 67 h 70"/>
                  <a:gd name="T14" fmla="*/ 3 w 38"/>
                  <a:gd name="T15" fmla="*/ 70 h 70"/>
                  <a:gd name="T16" fmla="*/ 36 w 38"/>
                  <a:gd name="T17" fmla="*/ 70 h 70"/>
                  <a:gd name="T18" fmla="*/ 38 w 38"/>
                  <a:gd name="T19" fmla="*/ 67 h 70"/>
                  <a:gd name="T20" fmla="*/ 38 w 38"/>
                  <a:gd name="T21" fmla="*/ 65 h 70"/>
                  <a:gd name="T22" fmla="*/ 36 w 38"/>
                  <a:gd name="T23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6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0"/>
                      <a:pt x="38" y="69"/>
                      <a:pt x="38" y="67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3"/>
                      <a:pt x="37" y="62"/>
                      <a:pt x="36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3" name="Freeform 104">
                <a:extLst>
                  <a:ext uri="{FF2B5EF4-FFF2-40B4-BE49-F238E27FC236}">
                    <a16:creationId xmlns:a16="http://schemas.microsoft.com/office/drawing/2014/main" id="{0A37F0C1-2680-44E8-AF8F-6C3244737C1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19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4" name="Freeform 105">
                <a:extLst>
                  <a:ext uri="{FF2B5EF4-FFF2-40B4-BE49-F238E27FC236}">
                    <a16:creationId xmlns:a16="http://schemas.microsoft.com/office/drawing/2014/main" id="{1EC5A070-990E-4DF3-AAE0-82F6FF5D4CC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7" y="8102"/>
                <a:ext cx="63" cy="53"/>
              </a:xfrm>
              <a:custGeom>
                <a:avLst/>
                <a:gdLst>
                  <a:gd name="T0" fmla="*/ 80 w 84"/>
                  <a:gd name="T1" fmla="*/ 0 h 70"/>
                  <a:gd name="T2" fmla="*/ 80 w 84"/>
                  <a:gd name="T3" fmla="*/ 0 h 70"/>
                  <a:gd name="T4" fmla="*/ 76 w 84"/>
                  <a:gd name="T5" fmla="*/ 2 h 70"/>
                  <a:gd name="T6" fmla="*/ 61 w 84"/>
                  <a:gd name="T7" fmla="*/ 60 h 70"/>
                  <a:gd name="T8" fmla="*/ 60 w 84"/>
                  <a:gd name="T9" fmla="*/ 51 h 70"/>
                  <a:gd name="T10" fmla="*/ 47 w 84"/>
                  <a:gd name="T11" fmla="*/ 2 h 70"/>
                  <a:gd name="T12" fmla="*/ 43 w 84"/>
                  <a:gd name="T13" fmla="*/ 0 h 70"/>
                  <a:gd name="T14" fmla="*/ 42 w 84"/>
                  <a:gd name="T15" fmla="*/ 0 h 70"/>
                  <a:gd name="T16" fmla="*/ 38 w 84"/>
                  <a:gd name="T17" fmla="*/ 2 h 70"/>
                  <a:gd name="T18" fmla="*/ 23 w 84"/>
                  <a:gd name="T19" fmla="*/ 60 h 70"/>
                  <a:gd name="T20" fmla="*/ 22 w 84"/>
                  <a:gd name="T21" fmla="*/ 51 h 70"/>
                  <a:gd name="T22" fmla="*/ 9 w 84"/>
                  <a:gd name="T23" fmla="*/ 2 h 70"/>
                  <a:gd name="T24" fmla="*/ 5 w 84"/>
                  <a:gd name="T25" fmla="*/ 0 h 70"/>
                  <a:gd name="T26" fmla="*/ 4 w 84"/>
                  <a:gd name="T27" fmla="*/ 0 h 70"/>
                  <a:gd name="T28" fmla="*/ 0 w 84"/>
                  <a:gd name="T29" fmla="*/ 2 h 70"/>
                  <a:gd name="T30" fmla="*/ 0 w 84"/>
                  <a:gd name="T31" fmla="*/ 3 h 70"/>
                  <a:gd name="T32" fmla="*/ 17 w 84"/>
                  <a:gd name="T33" fmla="*/ 69 h 70"/>
                  <a:gd name="T34" fmla="*/ 21 w 84"/>
                  <a:gd name="T35" fmla="*/ 70 h 70"/>
                  <a:gd name="T36" fmla="*/ 25 w 84"/>
                  <a:gd name="T37" fmla="*/ 70 h 70"/>
                  <a:gd name="T38" fmla="*/ 29 w 84"/>
                  <a:gd name="T39" fmla="*/ 69 h 70"/>
                  <a:gd name="T40" fmla="*/ 40 w 84"/>
                  <a:gd name="T41" fmla="*/ 28 h 70"/>
                  <a:gd name="T42" fmla="*/ 42 w 84"/>
                  <a:gd name="T43" fmla="*/ 15 h 70"/>
                  <a:gd name="T44" fmla="*/ 44 w 84"/>
                  <a:gd name="T45" fmla="*/ 28 h 70"/>
                  <a:gd name="T46" fmla="*/ 55 w 84"/>
                  <a:gd name="T47" fmla="*/ 69 h 70"/>
                  <a:gd name="T48" fmla="*/ 59 w 84"/>
                  <a:gd name="T49" fmla="*/ 70 h 70"/>
                  <a:gd name="T50" fmla="*/ 63 w 84"/>
                  <a:gd name="T51" fmla="*/ 70 h 70"/>
                  <a:gd name="T52" fmla="*/ 67 w 84"/>
                  <a:gd name="T53" fmla="*/ 69 h 70"/>
                  <a:gd name="T54" fmla="*/ 84 w 84"/>
                  <a:gd name="T55" fmla="*/ 3 h 70"/>
                  <a:gd name="T56" fmla="*/ 84 w 84"/>
                  <a:gd name="T57" fmla="*/ 2 h 70"/>
                  <a:gd name="T58" fmla="*/ 80 w 84"/>
                  <a:gd name="T5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70"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78" y="0"/>
                      <a:pt x="76" y="1"/>
                      <a:pt x="76" y="2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1" y="60"/>
                      <a:pt x="60" y="54"/>
                      <a:pt x="60" y="5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5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38" y="1"/>
                      <a:pt x="38" y="2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2" y="53"/>
                      <a:pt x="22" y="5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9" y="70"/>
                      <a:pt x="21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9" y="70"/>
                      <a:pt x="29" y="6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70"/>
                      <a:pt x="57" y="70"/>
                      <a:pt x="59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5" y="70"/>
                      <a:pt x="67" y="70"/>
                      <a:pt x="67" y="69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4" y="1"/>
                      <a:pt x="83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5" name="Freeform 106">
                <a:extLst>
                  <a:ext uri="{FF2B5EF4-FFF2-40B4-BE49-F238E27FC236}">
                    <a16:creationId xmlns:a16="http://schemas.microsoft.com/office/drawing/2014/main" id="{1786F74D-1B3C-4DDA-A4E0-772B72B7CD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31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6" name="Freeform 107">
                <a:extLst>
                  <a:ext uri="{FF2B5EF4-FFF2-40B4-BE49-F238E27FC236}">
                    <a16:creationId xmlns:a16="http://schemas.microsoft.com/office/drawing/2014/main" id="{E2B00F67-786C-4DD8-91EB-EDF508CC902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74" y="8102"/>
                <a:ext cx="40" cy="53"/>
              </a:xfrm>
              <a:custGeom>
                <a:avLst/>
                <a:gdLst>
                  <a:gd name="T0" fmla="*/ 23 w 53"/>
                  <a:gd name="T1" fmla="*/ 0 h 70"/>
                  <a:gd name="T2" fmla="*/ 3 w 53"/>
                  <a:gd name="T3" fmla="*/ 0 h 70"/>
                  <a:gd name="T4" fmla="*/ 0 w 53"/>
                  <a:gd name="T5" fmla="*/ 3 h 70"/>
                  <a:gd name="T6" fmla="*/ 0 w 53"/>
                  <a:gd name="T7" fmla="*/ 67 h 70"/>
                  <a:gd name="T8" fmla="*/ 3 w 53"/>
                  <a:gd name="T9" fmla="*/ 70 h 70"/>
                  <a:gd name="T10" fmla="*/ 23 w 53"/>
                  <a:gd name="T11" fmla="*/ 70 h 70"/>
                  <a:gd name="T12" fmla="*/ 53 w 53"/>
                  <a:gd name="T13" fmla="*/ 35 h 70"/>
                  <a:gd name="T14" fmla="*/ 23 w 53"/>
                  <a:gd name="T15" fmla="*/ 0 h 70"/>
                  <a:gd name="T16" fmla="*/ 22 w 53"/>
                  <a:gd name="T17" fmla="*/ 62 h 70"/>
                  <a:gd name="T18" fmla="*/ 8 w 53"/>
                  <a:gd name="T19" fmla="*/ 62 h 70"/>
                  <a:gd name="T20" fmla="*/ 8 w 53"/>
                  <a:gd name="T21" fmla="*/ 8 h 70"/>
                  <a:gd name="T22" fmla="*/ 22 w 53"/>
                  <a:gd name="T23" fmla="*/ 8 h 70"/>
                  <a:gd name="T24" fmla="*/ 44 w 53"/>
                  <a:gd name="T25" fmla="*/ 35 h 70"/>
                  <a:gd name="T26" fmla="*/ 22 w 53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3" y="61"/>
                      <a:pt x="53" y="35"/>
                    </a:cubicBezTo>
                    <a:cubicBezTo>
                      <a:pt x="53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4" y="8"/>
                      <a:pt x="44" y="15"/>
                      <a:pt x="44" y="35"/>
                    </a:cubicBezTo>
                    <a:cubicBezTo>
                      <a:pt x="44" y="55"/>
                      <a:pt x="34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7" name="Freeform 108">
                <a:extLst>
                  <a:ext uri="{FF2B5EF4-FFF2-40B4-BE49-F238E27FC236}">
                    <a16:creationId xmlns:a16="http://schemas.microsoft.com/office/drawing/2014/main" id="{CD6B682A-47B7-42D1-BA1E-EA3BD00108C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28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8" name="Freeform 109">
                <a:extLst>
                  <a:ext uri="{FF2B5EF4-FFF2-40B4-BE49-F238E27FC236}">
                    <a16:creationId xmlns:a16="http://schemas.microsoft.com/office/drawing/2014/main" id="{98ACD0A4-2783-4C44-946D-52421F944E6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47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5" y="7"/>
                      <a:pt x="23" y="7"/>
                    </a:cubicBezTo>
                    <a:cubicBezTo>
                      <a:pt x="31" y="7"/>
                      <a:pt x="34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4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9" name="Freeform 110">
                <a:extLst>
                  <a:ext uri="{FF2B5EF4-FFF2-40B4-BE49-F238E27FC236}">
                    <a16:creationId xmlns:a16="http://schemas.microsoft.com/office/drawing/2014/main" id="{17BA10E2-8777-4838-8C7C-664DF9F82C2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1" y="8102"/>
                <a:ext cx="40" cy="53"/>
              </a:xfrm>
              <a:custGeom>
                <a:avLst/>
                <a:gdLst>
                  <a:gd name="T0" fmla="*/ 49 w 53"/>
                  <a:gd name="T1" fmla="*/ 0 h 70"/>
                  <a:gd name="T2" fmla="*/ 48 w 53"/>
                  <a:gd name="T3" fmla="*/ 0 h 70"/>
                  <a:gd name="T4" fmla="*/ 44 w 53"/>
                  <a:gd name="T5" fmla="*/ 2 h 70"/>
                  <a:gd name="T6" fmla="*/ 44 w 53"/>
                  <a:gd name="T7" fmla="*/ 31 h 70"/>
                  <a:gd name="T8" fmla="*/ 8 w 53"/>
                  <a:gd name="T9" fmla="*/ 31 h 70"/>
                  <a:gd name="T10" fmla="*/ 8 w 53"/>
                  <a:gd name="T11" fmla="*/ 2 h 70"/>
                  <a:gd name="T12" fmla="*/ 4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38 h 70"/>
                  <a:gd name="T28" fmla="*/ 44 w 53"/>
                  <a:gd name="T29" fmla="*/ 38 h 70"/>
                  <a:gd name="T30" fmla="*/ 44 w 53"/>
                  <a:gd name="T31" fmla="*/ 68 h 70"/>
                  <a:gd name="T32" fmla="*/ 48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4" y="1"/>
                      <a:pt x="44" y="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9"/>
                      <a:pt x="46" y="70"/>
                      <a:pt x="48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0" name="Freeform 111">
                <a:extLst>
                  <a:ext uri="{FF2B5EF4-FFF2-40B4-BE49-F238E27FC236}">
                    <a16:creationId xmlns:a16="http://schemas.microsoft.com/office/drawing/2014/main" id="{73973889-D35C-492A-913D-890F5E27B29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562" y="8102"/>
                <a:ext cx="43" cy="53"/>
              </a:xfrm>
              <a:custGeom>
                <a:avLst/>
                <a:gdLst>
                  <a:gd name="T0" fmla="*/ 34 w 58"/>
                  <a:gd name="T1" fmla="*/ 2 h 70"/>
                  <a:gd name="T2" fmla="*/ 31 w 58"/>
                  <a:gd name="T3" fmla="*/ 0 h 70"/>
                  <a:gd name="T4" fmla="*/ 28 w 58"/>
                  <a:gd name="T5" fmla="*/ 0 h 70"/>
                  <a:gd name="T6" fmla="*/ 24 w 58"/>
                  <a:gd name="T7" fmla="*/ 2 h 70"/>
                  <a:gd name="T8" fmla="*/ 0 w 58"/>
                  <a:gd name="T9" fmla="*/ 67 h 70"/>
                  <a:gd name="T10" fmla="*/ 0 w 58"/>
                  <a:gd name="T11" fmla="*/ 68 h 70"/>
                  <a:gd name="T12" fmla="*/ 4 w 58"/>
                  <a:gd name="T13" fmla="*/ 70 h 70"/>
                  <a:gd name="T14" fmla="*/ 5 w 58"/>
                  <a:gd name="T15" fmla="*/ 70 h 70"/>
                  <a:gd name="T16" fmla="*/ 9 w 58"/>
                  <a:gd name="T17" fmla="*/ 69 h 70"/>
                  <a:gd name="T18" fmla="*/ 14 w 58"/>
                  <a:gd name="T19" fmla="*/ 52 h 70"/>
                  <a:gd name="T20" fmla="*/ 43 w 58"/>
                  <a:gd name="T21" fmla="*/ 52 h 70"/>
                  <a:gd name="T22" fmla="*/ 49 w 58"/>
                  <a:gd name="T23" fmla="*/ 69 h 70"/>
                  <a:gd name="T24" fmla="*/ 53 w 58"/>
                  <a:gd name="T25" fmla="*/ 70 h 70"/>
                  <a:gd name="T26" fmla="*/ 54 w 58"/>
                  <a:gd name="T27" fmla="*/ 70 h 70"/>
                  <a:gd name="T28" fmla="*/ 58 w 58"/>
                  <a:gd name="T29" fmla="*/ 68 h 70"/>
                  <a:gd name="T30" fmla="*/ 58 w 58"/>
                  <a:gd name="T31" fmla="*/ 67 h 70"/>
                  <a:gd name="T32" fmla="*/ 34 w 58"/>
                  <a:gd name="T33" fmla="*/ 2 h 70"/>
                  <a:gd name="T34" fmla="*/ 17 w 58"/>
                  <a:gd name="T35" fmla="*/ 45 h 70"/>
                  <a:gd name="T36" fmla="*/ 27 w 58"/>
                  <a:gd name="T37" fmla="*/ 15 h 70"/>
                  <a:gd name="T38" fmla="*/ 29 w 58"/>
                  <a:gd name="T39" fmla="*/ 9 h 70"/>
                  <a:gd name="T40" fmla="*/ 30 w 58"/>
                  <a:gd name="T41" fmla="*/ 15 h 70"/>
                  <a:gd name="T42" fmla="*/ 41 w 58"/>
                  <a:gd name="T43" fmla="*/ 45 h 70"/>
                  <a:gd name="T44" fmla="*/ 17 w 58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70">
                    <a:moveTo>
                      <a:pt x="34" y="2"/>
                    </a:moveTo>
                    <a:cubicBezTo>
                      <a:pt x="34" y="1"/>
                      <a:pt x="32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0" y="70"/>
                      <a:pt x="51" y="70"/>
                      <a:pt x="53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8" y="69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lnTo>
                      <a:pt x="34" y="2"/>
                    </a:lnTo>
                    <a:close/>
                    <a:moveTo>
                      <a:pt x="17" y="4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1" name="Freeform 112">
                <a:extLst>
                  <a:ext uri="{FF2B5EF4-FFF2-40B4-BE49-F238E27FC236}">
                    <a16:creationId xmlns:a16="http://schemas.microsoft.com/office/drawing/2014/main" id="{8DB4A3F1-1B2D-459E-B9EC-F796D10D34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3" y="8102"/>
                <a:ext cx="39" cy="53"/>
              </a:xfrm>
              <a:custGeom>
                <a:avLst/>
                <a:gdLst>
                  <a:gd name="T0" fmla="*/ 49 w 52"/>
                  <a:gd name="T1" fmla="*/ 58 h 71"/>
                  <a:gd name="T2" fmla="*/ 32 w 52"/>
                  <a:gd name="T3" fmla="*/ 63 h 71"/>
                  <a:gd name="T4" fmla="*/ 9 w 52"/>
                  <a:gd name="T5" fmla="*/ 35 h 71"/>
                  <a:gd name="T6" fmla="*/ 32 w 52"/>
                  <a:gd name="T7" fmla="*/ 7 h 71"/>
                  <a:gd name="T8" fmla="*/ 47 w 52"/>
                  <a:gd name="T9" fmla="*/ 12 h 71"/>
                  <a:gd name="T10" fmla="*/ 51 w 52"/>
                  <a:gd name="T11" fmla="*/ 6 h 71"/>
                  <a:gd name="T12" fmla="*/ 32 w 52"/>
                  <a:gd name="T13" fmla="*/ 0 h 71"/>
                  <a:gd name="T14" fmla="*/ 0 w 52"/>
                  <a:gd name="T15" fmla="*/ 35 h 71"/>
                  <a:gd name="T16" fmla="*/ 32 w 52"/>
                  <a:gd name="T17" fmla="*/ 71 h 71"/>
                  <a:gd name="T18" fmla="*/ 52 w 52"/>
                  <a:gd name="T19" fmla="*/ 63 h 71"/>
                  <a:gd name="T20" fmla="*/ 49 w 52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1">
                    <a:moveTo>
                      <a:pt x="49" y="58"/>
                    </a:moveTo>
                    <a:cubicBezTo>
                      <a:pt x="47" y="58"/>
                      <a:pt x="42" y="63"/>
                      <a:pt x="32" y="63"/>
                    </a:cubicBezTo>
                    <a:cubicBezTo>
                      <a:pt x="16" y="63"/>
                      <a:pt x="9" y="54"/>
                      <a:pt x="9" y="35"/>
                    </a:cubicBezTo>
                    <a:cubicBezTo>
                      <a:pt x="9" y="16"/>
                      <a:pt x="16" y="7"/>
                      <a:pt x="32" y="7"/>
                    </a:cubicBezTo>
                    <a:cubicBezTo>
                      <a:pt x="42" y="7"/>
                      <a:pt x="46" y="12"/>
                      <a:pt x="47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0" y="71"/>
                      <a:pt x="32" y="71"/>
                    </a:cubicBezTo>
                    <a:cubicBezTo>
                      <a:pt x="43" y="71"/>
                      <a:pt x="52" y="66"/>
                      <a:pt x="52" y="63"/>
                    </a:cubicBezTo>
                    <a:cubicBezTo>
                      <a:pt x="52" y="62"/>
                      <a:pt x="50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2" name="Freeform 113">
                <a:extLst>
                  <a:ext uri="{FF2B5EF4-FFF2-40B4-BE49-F238E27FC236}">
                    <a16:creationId xmlns:a16="http://schemas.microsoft.com/office/drawing/2014/main" id="{2C930783-74C5-4AB2-8015-8001D385510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58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0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4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8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3" name="Freeform 114">
                <a:extLst>
                  <a:ext uri="{FF2B5EF4-FFF2-40B4-BE49-F238E27FC236}">
                    <a16:creationId xmlns:a16="http://schemas.microsoft.com/office/drawing/2014/main" id="{D021778E-25A3-4921-BCE0-24A9FD33578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12" y="8102"/>
                <a:ext cx="40" cy="53"/>
              </a:xfrm>
              <a:custGeom>
                <a:avLst/>
                <a:gdLst>
                  <a:gd name="T0" fmla="*/ 23 w 54"/>
                  <a:gd name="T1" fmla="*/ 0 h 70"/>
                  <a:gd name="T2" fmla="*/ 3 w 54"/>
                  <a:gd name="T3" fmla="*/ 0 h 70"/>
                  <a:gd name="T4" fmla="*/ 0 w 54"/>
                  <a:gd name="T5" fmla="*/ 3 h 70"/>
                  <a:gd name="T6" fmla="*/ 0 w 54"/>
                  <a:gd name="T7" fmla="*/ 67 h 70"/>
                  <a:gd name="T8" fmla="*/ 3 w 54"/>
                  <a:gd name="T9" fmla="*/ 70 h 70"/>
                  <a:gd name="T10" fmla="*/ 23 w 54"/>
                  <a:gd name="T11" fmla="*/ 70 h 70"/>
                  <a:gd name="T12" fmla="*/ 54 w 54"/>
                  <a:gd name="T13" fmla="*/ 35 h 70"/>
                  <a:gd name="T14" fmla="*/ 23 w 54"/>
                  <a:gd name="T15" fmla="*/ 0 h 70"/>
                  <a:gd name="T16" fmla="*/ 22 w 54"/>
                  <a:gd name="T17" fmla="*/ 62 h 70"/>
                  <a:gd name="T18" fmla="*/ 9 w 54"/>
                  <a:gd name="T19" fmla="*/ 62 h 70"/>
                  <a:gd name="T20" fmla="*/ 9 w 54"/>
                  <a:gd name="T21" fmla="*/ 8 h 70"/>
                  <a:gd name="T22" fmla="*/ 22 w 54"/>
                  <a:gd name="T23" fmla="*/ 8 h 70"/>
                  <a:gd name="T24" fmla="*/ 45 w 54"/>
                  <a:gd name="T25" fmla="*/ 35 h 70"/>
                  <a:gd name="T26" fmla="*/ 22 w 54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4" y="61"/>
                      <a:pt x="54" y="35"/>
                    </a:cubicBezTo>
                    <a:cubicBezTo>
                      <a:pt x="54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5" y="8"/>
                      <a:pt x="45" y="15"/>
                      <a:pt x="45" y="35"/>
                    </a:cubicBezTo>
                    <a:cubicBezTo>
                      <a:pt x="45" y="55"/>
                      <a:pt x="35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4" name="Freeform 115">
                <a:extLst>
                  <a:ext uri="{FF2B5EF4-FFF2-40B4-BE49-F238E27FC236}">
                    <a16:creationId xmlns:a16="http://schemas.microsoft.com/office/drawing/2014/main" id="{8CF39B94-B1FA-43A1-9533-45BEE11B83F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66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5" name="Freeform 116">
                <a:extLst>
                  <a:ext uri="{FF2B5EF4-FFF2-40B4-BE49-F238E27FC236}">
                    <a16:creationId xmlns:a16="http://schemas.microsoft.com/office/drawing/2014/main" id="{AA9A5624-CEBE-4970-B16B-3B25180192C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08" y="8102"/>
                <a:ext cx="49" cy="53"/>
              </a:xfrm>
              <a:custGeom>
                <a:avLst/>
                <a:gdLst>
                  <a:gd name="T0" fmla="*/ 62 w 66"/>
                  <a:gd name="T1" fmla="*/ 0 h 70"/>
                  <a:gd name="T2" fmla="*/ 59 w 66"/>
                  <a:gd name="T3" fmla="*/ 0 h 70"/>
                  <a:gd name="T4" fmla="*/ 55 w 66"/>
                  <a:gd name="T5" fmla="*/ 2 h 70"/>
                  <a:gd name="T6" fmla="*/ 36 w 66"/>
                  <a:gd name="T7" fmla="*/ 35 h 70"/>
                  <a:gd name="T8" fmla="*/ 33 w 66"/>
                  <a:gd name="T9" fmla="*/ 41 h 70"/>
                  <a:gd name="T10" fmla="*/ 31 w 66"/>
                  <a:gd name="T11" fmla="*/ 35 h 70"/>
                  <a:gd name="T12" fmla="*/ 12 w 66"/>
                  <a:gd name="T13" fmla="*/ 2 h 70"/>
                  <a:gd name="T14" fmla="*/ 8 w 66"/>
                  <a:gd name="T15" fmla="*/ 0 h 70"/>
                  <a:gd name="T16" fmla="*/ 4 w 66"/>
                  <a:gd name="T17" fmla="*/ 0 h 70"/>
                  <a:gd name="T18" fmla="*/ 0 w 66"/>
                  <a:gd name="T19" fmla="*/ 2 h 70"/>
                  <a:gd name="T20" fmla="*/ 0 w 66"/>
                  <a:gd name="T21" fmla="*/ 68 h 70"/>
                  <a:gd name="T22" fmla="*/ 4 w 66"/>
                  <a:gd name="T23" fmla="*/ 70 h 70"/>
                  <a:gd name="T24" fmla="*/ 5 w 66"/>
                  <a:gd name="T25" fmla="*/ 70 h 70"/>
                  <a:gd name="T26" fmla="*/ 9 w 66"/>
                  <a:gd name="T27" fmla="*/ 68 h 70"/>
                  <a:gd name="T28" fmla="*/ 9 w 66"/>
                  <a:gd name="T29" fmla="*/ 14 h 70"/>
                  <a:gd name="T30" fmla="*/ 29 w 66"/>
                  <a:gd name="T31" fmla="*/ 49 h 70"/>
                  <a:gd name="T32" fmla="*/ 31 w 66"/>
                  <a:gd name="T33" fmla="*/ 51 h 70"/>
                  <a:gd name="T34" fmla="*/ 35 w 66"/>
                  <a:gd name="T35" fmla="*/ 51 h 70"/>
                  <a:gd name="T36" fmla="*/ 38 w 66"/>
                  <a:gd name="T37" fmla="*/ 49 h 70"/>
                  <a:gd name="T38" fmla="*/ 58 w 66"/>
                  <a:gd name="T39" fmla="*/ 15 h 70"/>
                  <a:gd name="T40" fmla="*/ 58 w 66"/>
                  <a:gd name="T41" fmla="*/ 68 h 70"/>
                  <a:gd name="T42" fmla="*/ 61 w 66"/>
                  <a:gd name="T43" fmla="*/ 70 h 70"/>
                  <a:gd name="T44" fmla="*/ 62 w 66"/>
                  <a:gd name="T45" fmla="*/ 70 h 70"/>
                  <a:gd name="T46" fmla="*/ 66 w 66"/>
                  <a:gd name="T47" fmla="*/ 68 h 70"/>
                  <a:gd name="T48" fmla="*/ 66 w 66"/>
                  <a:gd name="T49" fmla="*/ 2 h 70"/>
                  <a:gd name="T50" fmla="*/ 62 w 66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70">
                    <a:moveTo>
                      <a:pt x="62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0"/>
                      <a:pt x="55" y="1"/>
                      <a:pt x="55" y="2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50"/>
                      <a:pt x="30" y="51"/>
                      <a:pt x="31" y="51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51"/>
                      <a:pt x="37" y="50"/>
                      <a:pt x="38" y="49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9"/>
                      <a:pt x="59" y="70"/>
                      <a:pt x="6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5" y="70"/>
                      <a:pt x="66" y="69"/>
                      <a:pt x="66" y="6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5" y="0"/>
                      <a:pt x="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6" name="Freeform 117">
                <a:extLst>
                  <a:ext uri="{FF2B5EF4-FFF2-40B4-BE49-F238E27FC236}">
                    <a16:creationId xmlns:a16="http://schemas.microsoft.com/office/drawing/2014/main" id="{121201C0-9342-4264-89A1-AE649508823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68" y="8102"/>
                <a:ext cx="38" cy="53"/>
              </a:xfrm>
              <a:custGeom>
                <a:avLst/>
                <a:gdLst>
                  <a:gd name="T0" fmla="*/ 48 w 52"/>
                  <a:gd name="T1" fmla="*/ 0 h 70"/>
                  <a:gd name="T2" fmla="*/ 43 w 52"/>
                  <a:gd name="T3" fmla="*/ 2 h 70"/>
                  <a:gd name="T4" fmla="*/ 27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5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2 w 52"/>
                  <a:gd name="T17" fmla="*/ 34 h 70"/>
                  <a:gd name="T18" fmla="*/ 22 w 52"/>
                  <a:gd name="T19" fmla="*/ 68 h 70"/>
                  <a:gd name="T20" fmla="*/ 26 w 52"/>
                  <a:gd name="T21" fmla="*/ 70 h 70"/>
                  <a:gd name="T22" fmla="*/ 27 w 52"/>
                  <a:gd name="T23" fmla="*/ 70 h 70"/>
                  <a:gd name="T24" fmla="*/ 31 w 52"/>
                  <a:gd name="T25" fmla="*/ 68 h 70"/>
                  <a:gd name="T26" fmla="*/ 31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8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8" y="0"/>
                    </a:moveTo>
                    <a:cubicBezTo>
                      <a:pt x="46" y="0"/>
                      <a:pt x="44" y="1"/>
                      <a:pt x="43" y="2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2" y="69"/>
                      <a:pt x="23" y="70"/>
                      <a:pt x="26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9" y="70"/>
                      <a:pt x="31" y="69"/>
                      <a:pt x="31" y="68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7" name="Freeform 118">
                <a:extLst>
                  <a:ext uri="{FF2B5EF4-FFF2-40B4-BE49-F238E27FC236}">
                    <a16:creationId xmlns:a16="http://schemas.microsoft.com/office/drawing/2014/main" id="{17EFFEFC-3373-47FA-B0EC-0678C40799D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35" y="8102"/>
                <a:ext cx="46" cy="53"/>
              </a:xfrm>
              <a:custGeom>
                <a:avLst/>
                <a:gdLst>
                  <a:gd name="T0" fmla="*/ 31 w 62"/>
                  <a:gd name="T1" fmla="*/ 0 h 71"/>
                  <a:gd name="T2" fmla="*/ 0 w 62"/>
                  <a:gd name="T3" fmla="*/ 35 h 71"/>
                  <a:gd name="T4" fmla="*/ 31 w 62"/>
                  <a:gd name="T5" fmla="*/ 71 h 71"/>
                  <a:gd name="T6" fmla="*/ 62 w 62"/>
                  <a:gd name="T7" fmla="*/ 35 h 71"/>
                  <a:gd name="T8" fmla="*/ 31 w 62"/>
                  <a:gd name="T9" fmla="*/ 0 h 71"/>
                  <a:gd name="T10" fmla="*/ 31 w 62"/>
                  <a:gd name="T11" fmla="*/ 63 h 71"/>
                  <a:gd name="T12" fmla="*/ 10 w 62"/>
                  <a:gd name="T13" fmla="*/ 35 h 71"/>
                  <a:gd name="T14" fmla="*/ 31 w 62"/>
                  <a:gd name="T15" fmla="*/ 7 h 71"/>
                  <a:gd name="T16" fmla="*/ 53 w 62"/>
                  <a:gd name="T17" fmla="*/ 35 h 71"/>
                  <a:gd name="T18" fmla="*/ 31 w 62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1">
                    <a:moveTo>
                      <a:pt x="31" y="0"/>
                    </a:moveTo>
                    <a:cubicBezTo>
                      <a:pt x="11" y="0"/>
                      <a:pt x="0" y="12"/>
                      <a:pt x="0" y="35"/>
                    </a:cubicBezTo>
                    <a:cubicBezTo>
                      <a:pt x="0" y="58"/>
                      <a:pt x="11" y="71"/>
                      <a:pt x="31" y="71"/>
                    </a:cubicBezTo>
                    <a:cubicBezTo>
                      <a:pt x="51" y="71"/>
                      <a:pt x="62" y="58"/>
                      <a:pt x="62" y="35"/>
                    </a:cubicBezTo>
                    <a:cubicBezTo>
                      <a:pt x="62" y="12"/>
                      <a:pt x="51" y="0"/>
                      <a:pt x="31" y="0"/>
                    </a:cubicBezTo>
                    <a:moveTo>
                      <a:pt x="31" y="63"/>
                    </a:moveTo>
                    <a:cubicBezTo>
                      <a:pt x="17" y="63"/>
                      <a:pt x="10" y="53"/>
                      <a:pt x="10" y="35"/>
                    </a:cubicBezTo>
                    <a:cubicBezTo>
                      <a:pt x="10" y="17"/>
                      <a:pt x="17" y="7"/>
                      <a:pt x="31" y="7"/>
                    </a:cubicBezTo>
                    <a:cubicBezTo>
                      <a:pt x="45" y="7"/>
                      <a:pt x="53" y="17"/>
                      <a:pt x="53" y="35"/>
                    </a:cubicBezTo>
                    <a:cubicBezTo>
                      <a:pt x="53" y="53"/>
                      <a:pt x="45" y="63"/>
                      <a:pt x="31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8" name="Freeform 119">
                <a:extLst>
                  <a:ext uri="{FF2B5EF4-FFF2-40B4-BE49-F238E27FC236}">
                    <a16:creationId xmlns:a16="http://schemas.microsoft.com/office/drawing/2014/main" id="{B106A5C9-276A-440E-895A-A0E360707FB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94" y="8102"/>
                <a:ext cx="28" cy="53"/>
              </a:xfrm>
              <a:custGeom>
                <a:avLst/>
                <a:gdLst>
                  <a:gd name="T0" fmla="*/ 35 w 37"/>
                  <a:gd name="T1" fmla="*/ 0 h 70"/>
                  <a:gd name="T2" fmla="*/ 3 w 37"/>
                  <a:gd name="T3" fmla="*/ 0 h 70"/>
                  <a:gd name="T4" fmla="*/ 0 w 37"/>
                  <a:gd name="T5" fmla="*/ 3 h 70"/>
                  <a:gd name="T6" fmla="*/ 0 w 37"/>
                  <a:gd name="T7" fmla="*/ 68 h 70"/>
                  <a:gd name="T8" fmla="*/ 4 w 37"/>
                  <a:gd name="T9" fmla="*/ 70 h 70"/>
                  <a:gd name="T10" fmla="*/ 5 w 37"/>
                  <a:gd name="T11" fmla="*/ 70 h 70"/>
                  <a:gd name="T12" fmla="*/ 9 w 37"/>
                  <a:gd name="T13" fmla="*/ 68 h 70"/>
                  <a:gd name="T14" fmla="*/ 9 w 37"/>
                  <a:gd name="T15" fmla="*/ 38 h 70"/>
                  <a:gd name="T16" fmla="*/ 33 w 37"/>
                  <a:gd name="T17" fmla="*/ 38 h 70"/>
                  <a:gd name="T18" fmla="*/ 35 w 37"/>
                  <a:gd name="T19" fmla="*/ 35 h 70"/>
                  <a:gd name="T20" fmla="*/ 35 w 37"/>
                  <a:gd name="T21" fmla="*/ 34 h 70"/>
                  <a:gd name="T22" fmla="*/ 33 w 37"/>
                  <a:gd name="T23" fmla="*/ 31 h 70"/>
                  <a:gd name="T24" fmla="*/ 9 w 37"/>
                  <a:gd name="T25" fmla="*/ 31 h 70"/>
                  <a:gd name="T26" fmla="*/ 9 w 37"/>
                  <a:gd name="T27" fmla="*/ 8 h 70"/>
                  <a:gd name="T28" fmla="*/ 35 w 37"/>
                  <a:gd name="T29" fmla="*/ 8 h 70"/>
                  <a:gd name="T30" fmla="*/ 37 w 37"/>
                  <a:gd name="T31" fmla="*/ 5 h 70"/>
                  <a:gd name="T32" fmla="*/ 37 w 37"/>
                  <a:gd name="T33" fmla="*/ 3 h 70"/>
                  <a:gd name="T34" fmla="*/ 35 w 37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70">
                    <a:moveTo>
                      <a:pt x="3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8"/>
                      <a:pt x="35" y="37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2"/>
                      <a:pt x="34" y="31"/>
                      <a:pt x="33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8"/>
                      <a:pt x="37" y="7"/>
                      <a:pt x="37" y="5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9" name="Freeform 120">
                <a:extLst>
                  <a:ext uri="{FF2B5EF4-FFF2-40B4-BE49-F238E27FC236}">
                    <a16:creationId xmlns:a16="http://schemas.microsoft.com/office/drawing/2014/main" id="{DEE7AE80-4AE1-4DD4-A713-D7F15562DC3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50" y="8102"/>
                <a:ext cx="32" cy="53"/>
              </a:xfrm>
              <a:custGeom>
                <a:avLst/>
                <a:gdLst>
                  <a:gd name="T0" fmla="*/ 11 w 43"/>
                  <a:gd name="T1" fmla="*/ 19 h 71"/>
                  <a:gd name="T2" fmla="*/ 23 w 43"/>
                  <a:gd name="T3" fmla="*/ 7 h 71"/>
                  <a:gd name="T4" fmla="*/ 36 w 43"/>
                  <a:gd name="T5" fmla="*/ 11 h 71"/>
                  <a:gd name="T6" fmla="*/ 40 w 43"/>
                  <a:gd name="T7" fmla="*/ 6 h 71"/>
                  <a:gd name="T8" fmla="*/ 24 w 43"/>
                  <a:gd name="T9" fmla="*/ 0 h 71"/>
                  <a:gd name="T10" fmla="*/ 2 w 43"/>
                  <a:gd name="T11" fmla="*/ 18 h 71"/>
                  <a:gd name="T12" fmla="*/ 34 w 43"/>
                  <a:gd name="T13" fmla="*/ 51 h 71"/>
                  <a:gd name="T14" fmla="*/ 21 w 43"/>
                  <a:gd name="T15" fmla="*/ 63 h 71"/>
                  <a:gd name="T16" fmla="*/ 4 w 43"/>
                  <a:gd name="T17" fmla="*/ 58 h 71"/>
                  <a:gd name="T18" fmla="*/ 0 w 43"/>
                  <a:gd name="T19" fmla="*/ 63 h 71"/>
                  <a:gd name="T20" fmla="*/ 21 w 43"/>
                  <a:gd name="T21" fmla="*/ 71 h 71"/>
                  <a:gd name="T22" fmla="*/ 43 w 43"/>
                  <a:gd name="T23" fmla="*/ 51 h 71"/>
                  <a:gd name="T24" fmla="*/ 11 w 43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71">
                    <a:moveTo>
                      <a:pt x="11" y="19"/>
                    </a:moveTo>
                    <a:cubicBezTo>
                      <a:pt x="11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40" y="7"/>
                      <a:pt x="40" y="6"/>
                    </a:cubicBezTo>
                    <a:cubicBezTo>
                      <a:pt x="40" y="2"/>
                      <a:pt x="29" y="0"/>
                      <a:pt x="24" y="0"/>
                    </a:cubicBezTo>
                    <a:cubicBezTo>
                      <a:pt x="10" y="0"/>
                      <a:pt x="2" y="7"/>
                      <a:pt x="2" y="18"/>
                    </a:cubicBezTo>
                    <a:cubicBezTo>
                      <a:pt x="2" y="41"/>
                      <a:pt x="34" y="34"/>
                      <a:pt x="34" y="51"/>
                    </a:cubicBezTo>
                    <a:cubicBezTo>
                      <a:pt x="34" y="58"/>
                      <a:pt x="28" y="63"/>
                      <a:pt x="21" y="63"/>
                    </a:cubicBezTo>
                    <a:cubicBezTo>
                      <a:pt x="11" y="63"/>
                      <a:pt x="5" y="58"/>
                      <a:pt x="4" y="58"/>
                    </a:cubicBezTo>
                    <a:cubicBezTo>
                      <a:pt x="3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1" y="71"/>
                    </a:cubicBezTo>
                    <a:cubicBezTo>
                      <a:pt x="34" y="71"/>
                      <a:pt x="43" y="63"/>
                      <a:pt x="43" y="51"/>
                    </a:cubicBezTo>
                    <a:cubicBezTo>
                      <a:pt x="43" y="26"/>
                      <a:pt x="11" y="33"/>
                      <a:pt x="11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0" name="Freeform 121">
                <a:extLst>
                  <a:ext uri="{FF2B5EF4-FFF2-40B4-BE49-F238E27FC236}">
                    <a16:creationId xmlns:a16="http://schemas.microsoft.com/office/drawing/2014/main" id="{D319F372-C4CC-4041-A013-E4C3F4F1E4F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9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3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3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3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1" name="Freeform 122">
                <a:extLst>
                  <a:ext uri="{FF2B5EF4-FFF2-40B4-BE49-F238E27FC236}">
                    <a16:creationId xmlns:a16="http://schemas.microsoft.com/office/drawing/2014/main" id="{2D556D28-96F5-49D0-B836-CFA521296D9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42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2" name="Freeform 123">
                <a:extLst>
                  <a:ext uri="{FF2B5EF4-FFF2-40B4-BE49-F238E27FC236}">
                    <a16:creationId xmlns:a16="http://schemas.microsoft.com/office/drawing/2014/main" id="{AD56E02A-01B9-4F7F-B039-D9D9E0C119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6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3" name="Freeform 124">
                <a:extLst>
                  <a:ext uri="{FF2B5EF4-FFF2-40B4-BE49-F238E27FC236}">
                    <a16:creationId xmlns:a16="http://schemas.microsoft.com/office/drawing/2014/main" id="{87881FAE-3765-43BA-A9E2-771DCCD163B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09" y="8102"/>
                <a:ext cx="39" cy="53"/>
              </a:xfrm>
              <a:custGeom>
                <a:avLst/>
                <a:gdLst>
                  <a:gd name="T0" fmla="*/ 49 w 53"/>
                  <a:gd name="T1" fmla="*/ 0 h 70"/>
                  <a:gd name="T2" fmla="*/ 49 w 53"/>
                  <a:gd name="T3" fmla="*/ 0 h 70"/>
                  <a:gd name="T4" fmla="*/ 45 w 53"/>
                  <a:gd name="T5" fmla="*/ 2 h 70"/>
                  <a:gd name="T6" fmla="*/ 45 w 53"/>
                  <a:gd name="T7" fmla="*/ 56 h 70"/>
                  <a:gd name="T8" fmla="*/ 42 w 53"/>
                  <a:gd name="T9" fmla="*/ 50 h 70"/>
                  <a:gd name="T10" fmla="*/ 10 w 53"/>
                  <a:gd name="T11" fmla="*/ 2 h 70"/>
                  <a:gd name="T12" fmla="*/ 6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14 h 70"/>
                  <a:gd name="T28" fmla="*/ 11 w 53"/>
                  <a:gd name="T29" fmla="*/ 19 h 70"/>
                  <a:gd name="T30" fmla="*/ 44 w 53"/>
                  <a:gd name="T31" fmla="*/ 69 h 70"/>
                  <a:gd name="T32" fmla="*/ 47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5" y="70"/>
                      <a:pt x="47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4" name="Freeform 125">
                <a:extLst>
                  <a:ext uri="{FF2B5EF4-FFF2-40B4-BE49-F238E27FC236}">
                    <a16:creationId xmlns:a16="http://schemas.microsoft.com/office/drawing/2014/main" id="{8A131AC3-B525-4ABE-B3EB-D0EF9D1014F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6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2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2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5" name="Freeform 126">
                <a:extLst>
                  <a:ext uri="{FF2B5EF4-FFF2-40B4-BE49-F238E27FC236}">
                    <a16:creationId xmlns:a16="http://schemas.microsoft.com/office/drawing/2014/main" id="{71C0BD14-8824-4FE1-A4CD-28C1CE2C5B3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3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6" name="Freeform 127">
                <a:extLst>
                  <a:ext uri="{FF2B5EF4-FFF2-40B4-BE49-F238E27FC236}">
                    <a16:creationId xmlns:a16="http://schemas.microsoft.com/office/drawing/2014/main" id="{4533FEDD-C1CB-4613-B082-FB6002D24A2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52" y="8102"/>
                <a:ext cx="31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7" name="Freeform 128">
                <a:extLst>
                  <a:ext uri="{FF2B5EF4-FFF2-40B4-BE49-F238E27FC236}">
                    <a16:creationId xmlns:a16="http://schemas.microsoft.com/office/drawing/2014/main" id="{944FB04E-08FB-4F6F-86C3-531BA5D1FDE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403" y="7563"/>
                <a:ext cx="146" cy="196"/>
              </a:xfrm>
              <a:custGeom>
                <a:avLst/>
                <a:gdLst>
                  <a:gd name="T0" fmla="*/ 197 w 197"/>
                  <a:gd name="T1" fmla="*/ 188 h 262"/>
                  <a:gd name="T2" fmla="*/ 154 w 197"/>
                  <a:gd name="T3" fmla="*/ 127 h 262"/>
                  <a:gd name="T4" fmla="*/ 189 w 197"/>
                  <a:gd name="T5" fmla="*/ 72 h 262"/>
                  <a:gd name="T6" fmla="*/ 100 w 197"/>
                  <a:gd name="T7" fmla="*/ 0 h 262"/>
                  <a:gd name="T8" fmla="*/ 0 w 197"/>
                  <a:gd name="T9" fmla="*/ 0 h 262"/>
                  <a:gd name="T10" fmla="*/ 0 w 197"/>
                  <a:gd name="T11" fmla="*/ 262 h 262"/>
                  <a:gd name="T12" fmla="*/ 109 w 197"/>
                  <a:gd name="T13" fmla="*/ 262 h 262"/>
                  <a:gd name="T14" fmla="*/ 197 w 197"/>
                  <a:gd name="T15" fmla="*/ 188 h 262"/>
                  <a:gd name="T16" fmla="*/ 53 w 197"/>
                  <a:gd name="T17" fmla="*/ 46 h 262"/>
                  <a:gd name="T18" fmla="*/ 97 w 197"/>
                  <a:gd name="T19" fmla="*/ 46 h 262"/>
                  <a:gd name="T20" fmla="*/ 137 w 197"/>
                  <a:gd name="T21" fmla="*/ 77 h 262"/>
                  <a:gd name="T22" fmla="*/ 97 w 197"/>
                  <a:gd name="T23" fmla="*/ 108 h 262"/>
                  <a:gd name="T24" fmla="*/ 53 w 197"/>
                  <a:gd name="T25" fmla="*/ 108 h 262"/>
                  <a:gd name="T26" fmla="*/ 53 w 197"/>
                  <a:gd name="T27" fmla="*/ 46 h 262"/>
                  <a:gd name="T28" fmla="*/ 53 w 197"/>
                  <a:gd name="T29" fmla="*/ 216 h 262"/>
                  <a:gd name="T30" fmla="*/ 53 w 197"/>
                  <a:gd name="T31" fmla="*/ 150 h 262"/>
                  <a:gd name="T32" fmla="*/ 104 w 197"/>
                  <a:gd name="T33" fmla="*/ 150 h 262"/>
                  <a:gd name="T34" fmla="*/ 143 w 197"/>
                  <a:gd name="T35" fmla="*/ 183 h 262"/>
                  <a:gd name="T36" fmla="*/ 104 w 197"/>
                  <a:gd name="T37" fmla="*/ 216 h 262"/>
                  <a:gd name="T38" fmla="*/ 53 w 197"/>
                  <a:gd name="T39" fmla="*/ 21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262">
                    <a:moveTo>
                      <a:pt x="197" y="188"/>
                    </a:moveTo>
                    <a:cubicBezTo>
                      <a:pt x="197" y="159"/>
                      <a:pt x="179" y="135"/>
                      <a:pt x="154" y="127"/>
                    </a:cubicBezTo>
                    <a:cubicBezTo>
                      <a:pt x="173" y="120"/>
                      <a:pt x="189" y="100"/>
                      <a:pt x="189" y="72"/>
                    </a:cubicBezTo>
                    <a:cubicBezTo>
                      <a:pt x="189" y="25"/>
                      <a:pt x="155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2"/>
                      <a:pt x="0" y="262"/>
                      <a:pt x="0" y="262"/>
                    </a:cubicBezTo>
                    <a:cubicBezTo>
                      <a:pt x="109" y="262"/>
                      <a:pt x="109" y="262"/>
                      <a:pt x="109" y="262"/>
                    </a:cubicBezTo>
                    <a:cubicBezTo>
                      <a:pt x="164" y="262"/>
                      <a:pt x="197" y="236"/>
                      <a:pt x="197" y="188"/>
                    </a:cubicBezTo>
                    <a:moveTo>
                      <a:pt x="53" y="46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123" y="46"/>
                      <a:pt x="137" y="56"/>
                      <a:pt x="137" y="77"/>
                    </a:cubicBezTo>
                    <a:cubicBezTo>
                      <a:pt x="137" y="98"/>
                      <a:pt x="123" y="108"/>
                      <a:pt x="97" y="108"/>
                    </a:cubicBezTo>
                    <a:cubicBezTo>
                      <a:pt x="53" y="108"/>
                      <a:pt x="53" y="108"/>
                      <a:pt x="53" y="108"/>
                    </a:cubicBezTo>
                    <a:lnTo>
                      <a:pt x="53" y="46"/>
                    </a:lnTo>
                    <a:close/>
                    <a:moveTo>
                      <a:pt x="53" y="216"/>
                    </a:moveTo>
                    <a:cubicBezTo>
                      <a:pt x="53" y="150"/>
                      <a:pt x="53" y="150"/>
                      <a:pt x="53" y="150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30" y="150"/>
                      <a:pt x="143" y="163"/>
                      <a:pt x="143" y="183"/>
                    </a:cubicBezTo>
                    <a:cubicBezTo>
                      <a:pt x="143" y="203"/>
                      <a:pt x="130" y="216"/>
                      <a:pt x="104" y="216"/>
                    </a:cubicBezTo>
                    <a:lnTo>
                      <a:pt x="53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8" name="Freeform 129">
                <a:extLst>
                  <a:ext uri="{FF2B5EF4-FFF2-40B4-BE49-F238E27FC236}">
                    <a16:creationId xmlns:a16="http://schemas.microsoft.com/office/drawing/2014/main" id="{2FF9E697-DFB6-4361-BE17-9CAD8C2E62D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574" y="7613"/>
                <a:ext cx="133" cy="149"/>
              </a:xfrm>
              <a:custGeom>
                <a:avLst/>
                <a:gdLst>
                  <a:gd name="T0" fmla="*/ 93 w 179"/>
                  <a:gd name="T1" fmla="*/ 199 h 199"/>
                  <a:gd name="T2" fmla="*/ 177 w 179"/>
                  <a:gd name="T3" fmla="*/ 133 h 199"/>
                  <a:gd name="T4" fmla="*/ 128 w 179"/>
                  <a:gd name="T5" fmla="*/ 133 h 199"/>
                  <a:gd name="T6" fmla="*/ 93 w 179"/>
                  <a:gd name="T7" fmla="*/ 157 h 199"/>
                  <a:gd name="T8" fmla="*/ 52 w 179"/>
                  <a:gd name="T9" fmla="*/ 111 h 199"/>
                  <a:gd name="T10" fmla="*/ 179 w 179"/>
                  <a:gd name="T11" fmla="*/ 111 h 199"/>
                  <a:gd name="T12" fmla="*/ 179 w 179"/>
                  <a:gd name="T13" fmla="*/ 95 h 199"/>
                  <a:gd name="T14" fmla="*/ 92 w 179"/>
                  <a:gd name="T15" fmla="*/ 0 h 199"/>
                  <a:gd name="T16" fmla="*/ 0 w 179"/>
                  <a:gd name="T17" fmla="*/ 100 h 199"/>
                  <a:gd name="T18" fmla="*/ 93 w 179"/>
                  <a:gd name="T19" fmla="*/ 199 h 199"/>
                  <a:gd name="T20" fmla="*/ 93 w 179"/>
                  <a:gd name="T21" fmla="*/ 43 h 199"/>
                  <a:gd name="T22" fmla="*/ 127 w 179"/>
                  <a:gd name="T23" fmla="*/ 79 h 199"/>
                  <a:gd name="T24" fmla="*/ 53 w 179"/>
                  <a:gd name="T25" fmla="*/ 79 h 199"/>
                  <a:gd name="T26" fmla="*/ 93 w 179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9">
                    <a:moveTo>
                      <a:pt x="93" y="199"/>
                    </a:moveTo>
                    <a:cubicBezTo>
                      <a:pt x="141" y="199"/>
                      <a:pt x="171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1" y="157"/>
                      <a:pt x="93" y="157"/>
                    </a:cubicBezTo>
                    <a:cubicBezTo>
                      <a:pt x="70" y="157"/>
                      <a:pt x="53" y="140"/>
                      <a:pt x="52" y="111"/>
                    </a:cubicBezTo>
                    <a:cubicBezTo>
                      <a:pt x="179" y="111"/>
                      <a:pt x="179" y="111"/>
                      <a:pt x="179" y="111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39"/>
                      <a:pt x="148" y="0"/>
                      <a:pt x="92" y="0"/>
                    </a:cubicBezTo>
                    <a:cubicBezTo>
                      <a:pt x="39" y="0"/>
                      <a:pt x="0" y="42"/>
                      <a:pt x="0" y="100"/>
                    </a:cubicBezTo>
                    <a:cubicBezTo>
                      <a:pt x="0" y="159"/>
                      <a:pt x="38" y="199"/>
                      <a:pt x="93" y="199"/>
                    </a:cubicBezTo>
                    <a:moveTo>
                      <a:pt x="93" y="43"/>
                    </a:moveTo>
                    <a:cubicBezTo>
                      <a:pt x="114" y="43"/>
                      <a:pt x="126" y="59"/>
                      <a:pt x="127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8" y="56"/>
                      <a:pt x="72" y="43"/>
                      <a:pt x="93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9" name="Oval 130">
                <a:extLst>
                  <a:ext uri="{FF2B5EF4-FFF2-40B4-BE49-F238E27FC236}">
                    <a16:creationId xmlns:a16="http://schemas.microsoft.com/office/drawing/2014/main" id="{DD964D7A-68CF-48B9-AA88-7DC5A9BBEB1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28" y="7553"/>
                <a:ext cx="47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0" name="Rectangle 131">
                <a:extLst>
                  <a:ext uri="{FF2B5EF4-FFF2-40B4-BE49-F238E27FC236}">
                    <a16:creationId xmlns:a16="http://schemas.microsoft.com/office/drawing/2014/main" id="{01E3860A-CE8C-40C8-BA87-7E6E7B2F01A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32" y="7617"/>
                <a:ext cx="39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1" name="Freeform 132">
                <a:extLst>
                  <a:ext uri="{FF2B5EF4-FFF2-40B4-BE49-F238E27FC236}">
                    <a16:creationId xmlns:a16="http://schemas.microsoft.com/office/drawing/2014/main" id="{5F5E075F-E017-4803-8905-EEF0C87A858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87" y="7617"/>
                <a:ext cx="64" cy="197"/>
              </a:xfrm>
              <a:custGeom>
                <a:avLst/>
                <a:gdLst>
                  <a:gd name="T0" fmla="*/ 87 w 87"/>
                  <a:gd name="T1" fmla="*/ 198 h 265"/>
                  <a:gd name="T2" fmla="*/ 87 w 87"/>
                  <a:gd name="T3" fmla="*/ 0 h 265"/>
                  <a:gd name="T4" fmla="*/ 34 w 87"/>
                  <a:gd name="T5" fmla="*/ 0 h 265"/>
                  <a:gd name="T6" fmla="*/ 34 w 87"/>
                  <a:gd name="T7" fmla="*/ 197 h 265"/>
                  <a:gd name="T8" fmla="*/ 11 w 87"/>
                  <a:gd name="T9" fmla="*/ 222 h 265"/>
                  <a:gd name="T10" fmla="*/ 0 w 87"/>
                  <a:gd name="T11" fmla="*/ 220 h 265"/>
                  <a:gd name="T12" fmla="*/ 0 w 87"/>
                  <a:gd name="T13" fmla="*/ 263 h 265"/>
                  <a:gd name="T14" fmla="*/ 20 w 87"/>
                  <a:gd name="T15" fmla="*/ 265 h 265"/>
                  <a:gd name="T16" fmla="*/ 87 w 87"/>
                  <a:gd name="T17" fmla="*/ 19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65">
                    <a:moveTo>
                      <a:pt x="87" y="198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4" y="214"/>
                      <a:pt x="27" y="222"/>
                      <a:pt x="11" y="222"/>
                    </a:cubicBezTo>
                    <a:cubicBezTo>
                      <a:pt x="7" y="222"/>
                      <a:pt x="3" y="221"/>
                      <a:pt x="0" y="220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5" y="264"/>
                      <a:pt x="13" y="265"/>
                      <a:pt x="20" y="265"/>
                    </a:cubicBezTo>
                    <a:cubicBezTo>
                      <a:pt x="64" y="265"/>
                      <a:pt x="87" y="240"/>
                      <a:pt x="87" y="1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2" name="Oval 133">
                <a:extLst>
                  <a:ext uri="{FF2B5EF4-FFF2-40B4-BE49-F238E27FC236}">
                    <a16:creationId xmlns:a16="http://schemas.microsoft.com/office/drawing/2014/main" id="{12BD68A1-7408-4DFB-8635-B126645CD3D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08" y="7553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3" name="Freeform 134">
                <a:extLst>
                  <a:ext uri="{FF2B5EF4-FFF2-40B4-BE49-F238E27FC236}">
                    <a16:creationId xmlns:a16="http://schemas.microsoft.com/office/drawing/2014/main" id="{7B2D1538-96F9-4E87-BC5B-B5E1C841C91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76" y="7613"/>
                <a:ext cx="133" cy="149"/>
              </a:xfrm>
              <a:custGeom>
                <a:avLst/>
                <a:gdLst>
                  <a:gd name="T0" fmla="*/ 177 w 178"/>
                  <a:gd name="T1" fmla="*/ 133 h 199"/>
                  <a:gd name="T2" fmla="*/ 128 w 178"/>
                  <a:gd name="T3" fmla="*/ 133 h 199"/>
                  <a:gd name="T4" fmla="*/ 92 w 178"/>
                  <a:gd name="T5" fmla="*/ 157 h 199"/>
                  <a:gd name="T6" fmla="*/ 51 w 178"/>
                  <a:gd name="T7" fmla="*/ 111 h 199"/>
                  <a:gd name="T8" fmla="*/ 178 w 178"/>
                  <a:gd name="T9" fmla="*/ 111 h 199"/>
                  <a:gd name="T10" fmla="*/ 178 w 178"/>
                  <a:gd name="T11" fmla="*/ 95 h 199"/>
                  <a:gd name="T12" fmla="*/ 92 w 178"/>
                  <a:gd name="T13" fmla="*/ 0 h 199"/>
                  <a:gd name="T14" fmla="*/ 0 w 178"/>
                  <a:gd name="T15" fmla="*/ 100 h 199"/>
                  <a:gd name="T16" fmla="*/ 92 w 178"/>
                  <a:gd name="T17" fmla="*/ 199 h 199"/>
                  <a:gd name="T18" fmla="*/ 177 w 178"/>
                  <a:gd name="T19" fmla="*/ 133 h 199"/>
                  <a:gd name="T20" fmla="*/ 92 w 178"/>
                  <a:gd name="T21" fmla="*/ 43 h 199"/>
                  <a:gd name="T22" fmla="*/ 126 w 178"/>
                  <a:gd name="T23" fmla="*/ 79 h 199"/>
                  <a:gd name="T24" fmla="*/ 52 w 178"/>
                  <a:gd name="T25" fmla="*/ 79 h 199"/>
                  <a:gd name="T26" fmla="*/ 92 w 178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177" y="133"/>
                    </a:move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2" y="0"/>
                    </a:cubicBezTo>
                    <a:cubicBezTo>
                      <a:pt x="38" y="0"/>
                      <a:pt x="0" y="42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moveTo>
                      <a:pt x="92" y="43"/>
                    </a:moveTo>
                    <a:cubicBezTo>
                      <a:pt x="114" y="43"/>
                      <a:pt x="126" y="59"/>
                      <a:pt x="126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7" y="56"/>
                      <a:pt x="72" y="43"/>
                      <a:pt x="92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4" name="Freeform 135">
                <a:extLst>
                  <a:ext uri="{FF2B5EF4-FFF2-40B4-BE49-F238E27FC236}">
                    <a16:creationId xmlns:a16="http://schemas.microsoft.com/office/drawing/2014/main" id="{D7CB5CB4-4183-46FB-93B2-FA3285D5E07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34" y="7613"/>
                <a:ext cx="85" cy="146"/>
              </a:xfrm>
              <a:custGeom>
                <a:avLst/>
                <a:gdLst>
                  <a:gd name="T0" fmla="*/ 53 w 115"/>
                  <a:gd name="T1" fmla="*/ 77 h 195"/>
                  <a:gd name="T2" fmla="*/ 89 w 115"/>
                  <a:gd name="T3" fmla="*/ 50 h 195"/>
                  <a:gd name="T4" fmla="*/ 115 w 115"/>
                  <a:gd name="T5" fmla="*/ 57 h 195"/>
                  <a:gd name="T6" fmla="*/ 115 w 115"/>
                  <a:gd name="T7" fmla="*/ 4 h 195"/>
                  <a:gd name="T8" fmla="*/ 95 w 115"/>
                  <a:gd name="T9" fmla="*/ 0 h 195"/>
                  <a:gd name="T10" fmla="*/ 53 w 115"/>
                  <a:gd name="T11" fmla="*/ 23 h 195"/>
                  <a:gd name="T12" fmla="*/ 53 w 115"/>
                  <a:gd name="T13" fmla="*/ 5 h 195"/>
                  <a:gd name="T14" fmla="*/ 0 w 115"/>
                  <a:gd name="T15" fmla="*/ 5 h 195"/>
                  <a:gd name="T16" fmla="*/ 0 w 115"/>
                  <a:gd name="T17" fmla="*/ 195 h 195"/>
                  <a:gd name="T18" fmla="*/ 53 w 115"/>
                  <a:gd name="T19" fmla="*/ 195 h 195"/>
                  <a:gd name="T20" fmla="*/ 53 w 115"/>
                  <a:gd name="T21" fmla="*/ 7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195">
                    <a:moveTo>
                      <a:pt x="53" y="77"/>
                    </a:moveTo>
                    <a:cubicBezTo>
                      <a:pt x="57" y="60"/>
                      <a:pt x="71" y="50"/>
                      <a:pt x="89" y="50"/>
                    </a:cubicBezTo>
                    <a:cubicBezTo>
                      <a:pt x="99" y="50"/>
                      <a:pt x="108" y="52"/>
                      <a:pt x="115" y="57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2" y="2"/>
                      <a:pt x="104" y="0"/>
                      <a:pt x="95" y="0"/>
                    </a:cubicBezTo>
                    <a:cubicBezTo>
                      <a:pt x="77" y="0"/>
                      <a:pt x="61" y="10"/>
                      <a:pt x="53" y="23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3" y="195"/>
                      <a:pt x="53" y="195"/>
                      <a:pt x="53" y="195"/>
                    </a:cubicBezTo>
                    <a:lnTo>
                      <a:pt x="53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5" name="Rectangle 136">
                <a:extLst>
                  <a:ext uri="{FF2B5EF4-FFF2-40B4-BE49-F238E27FC236}">
                    <a16:creationId xmlns:a16="http://schemas.microsoft.com/office/drawing/2014/main" id="{2534D243-A65C-43BA-80CF-B9C52893B1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403" y="7841"/>
                <a:ext cx="41" cy="1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6" name="Freeform 137">
                <a:extLst>
                  <a:ext uri="{FF2B5EF4-FFF2-40B4-BE49-F238E27FC236}">
                    <a16:creationId xmlns:a16="http://schemas.microsoft.com/office/drawing/2014/main" id="{4467B2E6-B047-4F4E-8D75-2A21C2A0C1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79" y="7891"/>
                <a:ext cx="128" cy="146"/>
              </a:xfrm>
              <a:custGeom>
                <a:avLst/>
                <a:gdLst>
                  <a:gd name="T0" fmla="*/ 104 w 171"/>
                  <a:gd name="T1" fmla="*/ 0 h 195"/>
                  <a:gd name="T2" fmla="*/ 52 w 171"/>
                  <a:gd name="T3" fmla="*/ 22 h 195"/>
                  <a:gd name="T4" fmla="*/ 52 w 171"/>
                  <a:gd name="T5" fmla="*/ 5 h 195"/>
                  <a:gd name="T6" fmla="*/ 0 w 171"/>
                  <a:gd name="T7" fmla="*/ 5 h 195"/>
                  <a:gd name="T8" fmla="*/ 0 w 171"/>
                  <a:gd name="T9" fmla="*/ 195 h 195"/>
                  <a:gd name="T10" fmla="*/ 52 w 171"/>
                  <a:gd name="T11" fmla="*/ 195 h 195"/>
                  <a:gd name="T12" fmla="*/ 52 w 171"/>
                  <a:gd name="T13" fmla="*/ 74 h 195"/>
                  <a:gd name="T14" fmla="*/ 87 w 171"/>
                  <a:gd name="T15" fmla="*/ 48 h 195"/>
                  <a:gd name="T16" fmla="*/ 118 w 171"/>
                  <a:gd name="T17" fmla="*/ 82 h 195"/>
                  <a:gd name="T18" fmla="*/ 118 w 171"/>
                  <a:gd name="T19" fmla="*/ 195 h 195"/>
                  <a:gd name="T20" fmla="*/ 171 w 171"/>
                  <a:gd name="T21" fmla="*/ 195 h 195"/>
                  <a:gd name="T22" fmla="*/ 171 w 171"/>
                  <a:gd name="T23" fmla="*/ 71 h 195"/>
                  <a:gd name="T24" fmla="*/ 104 w 171"/>
                  <a:gd name="T2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1" h="195">
                    <a:moveTo>
                      <a:pt x="104" y="0"/>
                    </a:moveTo>
                    <a:cubicBezTo>
                      <a:pt x="81" y="0"/>
                      <a:pt x="63" y="10"/>
                      <a:pt x="52" y="2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7" y="58"/>
                      <a:pt x="71" y="48"/>
                      <a:pt x="87" y="48"/>
                    </a:cubicBezTo>
                    <a:cubicBezTo>
                      <a:pt x="108" y="48"/>
                      <a:pt x="118" y="62"/>
                      <a:pt x="118" y="82"/>
                    </a:cubicBez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71" y="195"/>
                      <a:pt x="171" y="195"/>
                      <a:pt x="171" y="195"/>
                    </a:cubicBezTo>
                    <a:cubicBezTo>
                      <a:pt x="171" y="71"/>
                      <a:pt x="171" y="71"/>
                      <a:pt x="171" y="71"/>
                    </a:cubicBezTo>
                    <a:cubicBezTo>
                      <a:pt x="171" y="28"/>
                      <a:pt x="14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7" name="Freeform 138">
                <a:extLst>
                  <a:ext uri="{FF2B5EF4-FFF2-40B4-BE49-F238E27FC236}">
                    <a16:creationId xmlns:a16="http://schemas.microsoft.com/office/drawing/2014/main" id="{6B1EE3DD-D52C-433C-A083-546B9FF1CC0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30" y="7891"/>
                <a:ext cx="121" cy="149"/>
              </a:xfrm>
              <a:custGeom>
                <a:avLst/>
                <a:gdLst>
                  <a:gd name="T0" fmla="*/ 84 w 162"/>
                  <a:gd name="T1" fmla="*/ 159 h 199"/>
                  <a:gd name="T2" fmla="*/ 52 w 162"/>
                  <a:gd name="T3" fmla="*/ 138 h 199"/>
                  <a:gd name="T4" fmla="*/ 0 w 162"/>
                  <a:gd name="T5" fmla="*/ 138 h 199"/>
                  <a:gd name="T6" fmla="*/ 84 w 162"/>
                  <a:gd name="T7" fmla="*/ 199 h 199"/>
                  <a:gd name="T8" fmla="*/ 162 w 162"/>
                  <a:gd name="T9" fmla="*/ 138 h 199"/>
                  <a:gd name="T10" fmla="*/ 112 w 162"/>
                  <a:gd name="T11" fmla="*/ 82 h 199"/>
                  <a:gd name="T12" fmla="*/ 72 w 162"/>
                  <a:gd name="T13" fmla="*/ 73 h 199"/>
                  <a:gd name="T14" fmla="*/ 55 w 162"/>
                  <a:gd name="T15" fmla="*/ 58 h 199"/>
                  <a:gd name="T16" fmla="*/ 81 w 162"/>
                  <a:gd name="T17" fmla="*/ 40 h 199"/>
                  <a:gd name="T18" fmla="*/ 110 w 162"/>
                  <a:gd name="T19" fmla="*/ 59 h 199"/>
                  <a:gd name="T20" fmla="*/ 161 w 162"/>
                  <a:gd name="T21" fmla="*/ 59 h 199"/>
                  <a:gd name="T22" fmla="*/ 80 w 162"/>
                  <a:gd name="T23" fmla="*/ 0 h 199"/>
                  <a:gd name="T24" fmla="*/ 4 w 162"/>
                  <a:gd name="T25" fmla="*/ 62 h 199"/>
                  <a:gd name="T26" fmla="*/ 53 w 162"/>
                  <a:gd name="T27" fmla="*/ 116 h 199"/>
                  <a:gd name="T28" fmla="*/ 92 w 162"/>
                  <a:gd name="T29" fmla="*/ 124 h 199"/>
                  <a:gd name="T30" fmla="*/ 111 w 162"/>
                  <a:gd name="T31" fmla="*/ 141 h 199"/>
                  <a:gd name="T32" fmla="*/ 84 w 162"/>
                  <a:gd name="T33" fmla="*/ 15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99">
                    <a:moveTo>
                      <a:pt x="84" y="159"/>
                    </a:moveTo>
                    <a:cubicBezTo>
                      <a:pt x="68" y="159"/>
                      <a:pt x="56" y="152"/>
                      <a:pt x="52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5" y="177"/>
                      <a:pt x="38" y="199"/>
                      <a:pt x="84" y="199"/>
                    </a:cubicBezTo>
                    <a:cubicBezTo>
                      <a:pt x="129" y="199"/>
                      <a:pt x="162" y="176"/>
                      <a:pt x="162" y="138"/>
                    </a:cubicBezTo>
                    <a:cubicBezTo>
                      <a:pt x="162" y="109"/>
                      <a:pt x="145" y="90"/>
                      <a:pt x="112" y="8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60" y="70"/>
                      <a:pt x="55" y="66"/>
                      <a:pt x="55" y="58"/>
                    </a:cubicBezTo>
                    <a:cubicBezTo>
                      <a:pt x="55" y="46"/>
                      <a:pt x="68" y="40"/>
                      <a:pt x="81" y="40"/>
                    </a:cubicBezTo>
                    <a:cubicBezTo>
                      <a:pt x="98" y="40"/>
                      <a:pt x="107" y="48"/>
                      <a:pt x="110" y="59"/>
                    </a:cubicBezTo>
                    <a:cubicBezTo>
                      <a:pt x="161" y="59"/>
                      <a:pt x="161" y="59"/>
                      <a:pt x="161" y="59"/>
                    </a:cubicBezTo>
                    <a:cubicBezTo>
                      <a:pt x="154" y="23"/>
                      <a:pt x="128" y="0"/>
                      <a:pt x="80" y="0"/>
                    </a:cubicBezTo>
                    <a:cubicBezTo>
                      <a:pt x="37" y="0"/>
                      <a:pt x="4" y="25"/>
                      <a:pt x="4" y="62"/>
                    </a:cubicBezTo>
                    <a:cubicBezTo>
                      <a:pt x="4" y="94"/>
                      <a:pt x="24" y="109"/>
                      <a:pt x="53" y="116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105" y="128"/>
                      <a:pt x="111" y="132"/>
                      <a:pt x="111" y="141"/>
                    </a:cubicBezTo>
                    <a:cubicBezTo>
                      <a:pt x="111" y="153"/>
                      <a:pt x="100" y="159"/>
                      <a:pt x="84" y="15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8" name="Freeform 139">
                <a:extLst>
                  <a:ext uri="{FF2B5EF4-FFF2-40B4-BE49-F238E27FC236}">
                    <a16:creationId xmlns:a16="http://schemas.microsoft.com/office/drawing/2014/main" id="{F6DA1693-8D99-4BD3-8A70-8236F330C76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65" y="7856"/>
                <a:ext cx="94" cy="184"/>
              </a:xfrm>
              <a:custGeom>
                <a:avLst/>
                <a:gdLst>
                  <a:gd name="T0" fmla="*/ 29 w 126"/>
                  <a:gd name="T1" fmla="*/ 185 h 246"/>
                  <a:gd name="T2" fmla="*/ 92 w 126"/>
                  <a:gd name="T3" fmla="*/ 246 h 246"/>
                  <a:gd name="T4" fmla="*/ 126 w 126"/>
                  <a:gd name="T5" fmla="*/ 240 h 246"/>
                  <a:gd name="T6" fmla="*/ 126 w 126"/>
                  <a:gd name="T7" fmla="*/ 193 h 246"/>
                  <a:gd name="T8" fmla="*/ 103 w 126"/>
                  <a:gd name="T9" fmla="*/ 199 h 246"/>
                  <a:gd name="T10" fmla="*/ 81 w 126"/>
                  <a:gd name="T11" fmla="*/ 178 h 246"/>
                  <a:gd name="T12" fmla="*/ 81 w 126"/>
                  <a:gd name="T13" fmla="*/ 94 h 246"/>
                  <a:gd name="T14" fmla="*/ 123 w 126"/>
                  <a:gd name="T15" fmla="*/ 94 h 246"/>
                  <a:gd name="T16" fmla="*/ 123 w 126"/>
                  <a:gd name="T17" fmla="*/ 52 h 246"/>
                  <a:gd name="T18" fmla="*/ 81 w 126"/>
                  <a:gd name="T19" fmla="*/ 52 h 246"/>
                  <a:gd name="T20" fmla="*/ 81 w 126"/>
                  <a:gd name="T21" fmla="*/ 0 h 246"/>
                  <a:gd name="T22" fmla="*/ 29 w 126"/>
                  <a:gd name="T23" fmla="*/ 0 h 246"/>
                  <a:gd name="T24" fmla="*/ 29 w 126"/>
                  <a:gd name="T25" fmla="*/ 52 h 246"/>
                  <a:gd name="T26" fmla="*/ 0 w 126"/>
                  <a:gd name="T27" fmla="*/ 52 h 246"/>
                  <a:gd name="T28" fmla="*/ 0 w 126"/>
                  <a:gd name="T29" fmla="*/ 94 h 246"/>
                  <a:gd name="T30" fmla="*/ 29 w 126"/>
                  <a:gd name="T31" fmla="*/ 94 h 246"/>
                  <a:gd name="T32" fmla="*/ 29 w 126"/>
                  <a:gd name="T33" fmla="*/ 185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29" y="185"/>
                    </a:move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lnTo>
                      <a:pt x="29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9" name="Rectangle 140">
                <a:extLst>
                  <a:ext uri="{FF2B5EF4-FFF2-40B4-BE49-F238E27FC236}">
                    <a16:creationId xmlns:a16="http://schemas.microsoft.com/office/drawing/2014/main" id="{944FD44E-00D9-4A24-AC99-0E5F827600F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7" y="7895"/>
                <a:ext cx="40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0" name="Oval 141">
                <a:extLst>
                  <a:ext uri="{FF2B5EF4-FFF2-40B4-BE49-F238E27FC236}">
                    <a16:creationId xmlns:a16="http://schemas.microsoft.com/office/drawing/2014/main" id="{C318BA18-042F-4956-870E-8A57764974E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4" y="7831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1" name="Freeform 142">
                <a:extLst>
                  <a:ext uri="{FF2B5EF4-FFF2-40B4-BE49-F238E27FC236}">
                    <a16:creationId xmlns:a16="http://schemas.microsoft.com/office/drawing/2014/main" id="{F4F4FC9D-FFAE-46A7-A69F-45348A1E1A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48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2" name="Freeform 143">
                <a:extLst>
                  <a:ext uri="{FF2B5EF4-FFF2-40B4-BE49-F238E27FC236}">
                    <a16:creationId xmlns:a16="http://schemas.microsoft.com/office/drawing/2014/main" id="{EC660615-F48B-4825-B3C1-60CCBB8078A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7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3" name="Freeform 144">
                <a:extLst>
                  <a:ext uri="{FF2B5EF4-FFF2-40B4-BE49-F238E27FC236}">
                    <a16:creationId xmlns:a16="http://schemas.microsoft.com/office/drawing/2014/main" id="{310F2D39-DA17-47E6-A09B-53ADCC68036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329" y="7891"/>
                <a:ext cx="133" cy="149"/>
              </a:xfrm>
              <a:custGeom>
                <a:avLst/>
                <a:gdLst>
                  <a:gd name="T0" fmla="*/ 91 w 178"/>
                  <a:gd name="T1" fmla="*/ 0 h 199"/>
                  <a:gd name="T2" fmla="*/ 0 w 178"/>
                  <a:gd name="T3" fmla="*/ 100 h 199"/>
                  <a:gd name="T4" fmla="*/ 92 w 178"/>
                  <a:gd name="T5" fmla="*/ 199 h 199"/>
                  <a:gd name="T6" fmla="*/ 177 w 178"/>
                  <a:gd name="T7" fmla="*/ 133 h 199"/>
                  <a:gd name="T8" fmla="*/ 128 w 178"/>
                  <a:gd name="T9" fmla="*/ 133 h 199"/>
                  <a:gd name="T10" fmla="*/ 92 w 178"/>
                  <a:gd name="T11" fmla="*/ 157 h 199"/>
                  <a:gd name="T12" fmla="*/ 51 w 178"/>
                  <a:gd name="T13" fmla="*/ 111 h 199"/>
                  <a:gd name="T14" fmla="*/ 178 w 178"/>
                  <a:gd name="T15" fmla="*/ 111 h 199"/>
                  <a:gd name="T16" fmla="*/ 178 w 178"/>
                  <a:gd name="T17" fmla="*/ 95 h 199"/>
                  <a:gd name="T18" fmla="*/ 91 w 178"/>
                  <a:gd name="T19" fmla="*/ 0 h 199"/>
                  <a:gd name="T20" fmla="*/ 52 w 178"/>
                  <a:gd name="T21" fmla="*/ 79 h 199"/>
                  <a:gd name="T22" fmla="*/ 92 w 178"/>
                  <a:gd name="T23" fmla="*/ 43 h 199"/>
                  <a:gd name="T24" fmla="*/ 126 w 178"/>
                  <a:gd name="T25" fmla="*/ 79 h 199"/>
                  <a:gd name="T26" fmla="*/ 52 w 178"/>
                  <a:gd name="T27" fmla="*/ 7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91" y="0"/>
                    </a:moveTo>
                    <a:cubicBezTo>
                      <a:pt x="38" y="0"/>
                      <a:pt x="0" y="43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3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1" y="0"/>
                    </a:cubicBezTo>
                    <a:moveTo>
                      <a:pt x="52" y="79"/>
                    </a:moveTo>
                    <a:cubicBezTo>
                      <a:pt x="57" y="56"/>
                      <a:pt x="71" y="43"/>
                      <a:pt x="92" y="43"/>
                    </a:cubicBezTo>
                    <a:cubicBezTo>
                      <a:pt x="114" y="43"/>
                      <a:pt x="126" y="59"/>
                      <a:pt x="126" y="79"/>
                    </a:cubicBezTo>
                    <a:lnTo>
                      <a:pt x="52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4" name="Freeform 145">
                <a:extLst>
                  <a:ext uri="{FF2B5EF4-FFF2-40B4-BE49-F238E27FC236}">
                    <a16:creationId xmlns:a16="http://schemas.microsoft.com/office/drawing/2014/main" id="{F42E7707-3310-4368-BB68-C2DFF31190E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396" y="8105"/>
                <a:ext cx="45" cy="50"/>
              </a:xfrm>
              <a:custGeom>
                <a:avLst/>
                <a:gdLst>
                  <a:gd name="T0" fmla="*/ 30 w 60"/>
                  <a:gd name="T1" fmla="*/ 0 h 67"/>
                  <a:gd name="T2" fmla="*/ 0 w 60"/>
                  <a:gd name="T3" fmla="*/ 33 h 67"/>
                  <a:gd name="T4" fmla="*/ 30 w 60"/>
                  <a:gd name="T5" fmla="*/ 67 h 67"/>
                  <a:gd name="T6" fmla="*/ 60 w 60"/>
                  <a:gd name="T7" fmla="*/ 33 h 67"/>
                  <a:gd name="T8" fmla="*/ 30 w 60"/>
                  <a:gd name="T9" fmla="*/ 0 h 67"/>
                  <a:gd name="T10" fmla="*/ 30 w 60"/>
                  <a:gd name="T11" fmla="*/ 57 h 67"/>
                  <a:gd name="T12" fmla="*/ 11 w 60"/>
                  <a:gd name="T13" fmla="*/ 33 h 67"/>
                  <a:gd name="T14" fmla="*/ 30 w 60"/>
                  <a:gd name="T15" fmla="*/ 10 h 67"/>
                  <a:gd name="T16" fmla="*/ 49 w 60"/>
                  <a:gd name="T17" fmla="*/ 33 h 67"/>
                  <a:gd name="T18" fmla="*/ 30 w 60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67">
                    <a:moveTo>
                      <a:pt x="30" y="0"/>
                    </a:move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7" y="67"/>
                      <a:pt x="60" y="53"/>
                      <a:pt x="60" y="33"/>
                    </a:cubicBezTo>
                    <a:cubicBezTo>
                      <a:pt x="60" y="14"/>
                      <a:pt x="47" y="0"/>
                      <a:pt x="30" y="0"/>
                    </a:cubicBezTo>
                    <a:moveTo>
                      <a:pt x="30" y="57"/>
                    </a:moveTo>
                    <a:cubicBezTo>
                      <a:pt x="19" y="57"/>
                      <a:pt x="11" y="47"/>
                      <a:pt x="11" y="33"/>
                    </a:cubicBezTo>
                    <a:cubicBezTo>
                      <a:pt x="11" y="20"/>
                      <a:pt x="19" y="10"/>
                      <a:pt x="30" y="10"/>
                    </a:cubicBezTo>
                    <a:cubicBezTo>
                      <a:pt x="41" y="10"/>
                      <a:pt x="49" y="20"/>
                      <a:pt x="49" y="33"/>
                    </a:cubicBezTo>
                    <a:cubicBezTo>
                      <a:pt x="49" y="47"/>
                      <a:pt x="41" y="57"/>
                      <a:pt x="30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5" name="Freeform 146">
                <a:extLst>
                  <a:ext uri="{FF2B5EF4-FFF2-40B4-BE49-F238E27FC236}">
                    <a16:creationId xmlns:a16="http://schemas.microsoft.com/office/drawing/2014/main" id="{F6DB26F1-AD57-4A82-8F20-AA6D3431A75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5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8 w 31"/>
                  <a:gd name="T3" fmla="*/ 49 h 49"/>
                  <a:gd name="T4" fmla="*/ 8 w 31"/>
                  <a:gd name="T5" fmla="*/ 30 h 49"/>
                  <a:gd name="T6" fmla="*/ 29 w 31"/>
                  <a:gd name="T7" fmla="*/ 30 h 49"/>
                  <a:gd name="T8" fmla="*/ 29 w 31"/>
                  <a:gd name="T9" fmla="*/ 22 h 49"/>
                  <a:gd name="T10" fmla="*/ 8 w 31"/>
                  <a:gd name="T11" fmla="*/ 22 h 49"/>
                  <a:gd name="T12" fmla="*/ 8 w 31"/>
                  <a:gd name="T13" fmla="*/ 8 h 49"/>
                  <a:gd name="T14" fmla="*/ 31 w 31"/>
                  <a:gd name="T15" fmla="*/ 8 h 49"/>
                  <a:gd name="T16" fmla="*/ 31 w 31"/>
                  <a:gd name="T17" fmla="*/ 0 h 49"/>
                  <a:gd name="T18" fmla="*/ 0 w 31"/>
                  <a:gd name="T19" fmla="*/ 0 h 49"/>
                  <a:gd name="T20" fmla="*/ 0 w 31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8" y="49"/>
                    </a:lnTo>
                    <a:lnTo>
                      <a:pt x="8" y="30"/>
                    </a:lnTo>
                    <a:lnTo>
                      <a:pt x="29" y="30"/>
                    </a:lnTo>
                    <a:lnTo>
                      <a:pt x="29" y="22"/>
                    </a:lnTo>
                    <a:lnTo>
                      <a:pt x="8" y="22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6" name="Freeform 147">
                <a:extLst>
                  <a:ext uri="{FF2B5EF4-FFF2-40B4-BE49-F238E27FC236}">
                    <a16:creationId xmlns:a16="http://schemas.microsoft.com/office/drawing/2014/main" id="{57340971-436F-4778-B518-9FF265B43EE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22" y="8105"/>
                <a:ext cx="30" cy="49"/>
              </a:xfrm>
              <a:custGeom>
                <a:avLst/>
                <a:gdLst>
                  <a:gd name="T0" fmla="*/ 0 w 30"/>
                  <a:gd name="T1" fmla="*/ 49 h 49"/>
                  <a:gd name="T2" fmla="*/ 30 w 30"/>
                  <a:gd name="T3" fmla="*/ 49 h 49"/>
                  <a:gd name="T4" fmla="*/ 30 w 30"/>
                  <a:gd name="T5" fmla="*/ 41 h 49"/>
                  <a:gd name="T6" fmla="*/ 7 w 30"/>
                  <a:gd name="T7" fmla="*/ 41 h 49"/>
                  <a:gd name="T8" fmla="*/ 7 w 30"/>
                  <a:gd name="T9" fmla="*/ 27 h 49"/>
                  <a:gd name="T10" fmla="*/ 29 w 30"/>
                  <a:gd name="T11" fmla="*/ 27 h 49"/>
                  <a:gd name="T12" fmla="*/ 29 w 30"/>
                  <a:gd name="T13" fmla="*/ 21 h 49"/>
                  <a:gd name="T14" fmla="*/ 7 w 30"/>
                  <a:gd name="T15" fmla="*/ 21 h 49"/>
                  <a:gd name="T16" fmla="*/ 7 w 30"/>
                  <a:gd name="T17" fmla="*/ 8 h 49"/>
                  <a:gd name="T18" fmla="*/ 30 w 30"/>
                  <a:gd name="T19" fmla="*/ 8 h 49"/>
                  <a:gd name="T20" fmla="*/ 30 w 30"/>
                  <a:gd name="T21" fmla="*/ 0 h 49"/>
                  <a:gd name="T22" fmla="*/ 0 w 30"/>
                  <a:gd name="T23" fmla="*/ 0 h 49"/>
                  <a:gd name="T24" fmla="*/ 0 w 30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9">
                    <a:moveTo>
                      <a:pt x="0" y="49"/>
                    </a:moveTo>
                    <a:lnTo>
                      <a:pt x="30" y="49"/>
                    </a:lnTo>
                    <a:lnTo>
                      <a:pt x="30" y="41"/>
                    </a:lnTo>
                    <a:lnTo>
                      <a:pt x="7" y="41"/>
                    </a:lnTo>
                    <a:lnTo>
                      <a:pt x="7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7" y="21"/>
                    </a:lnTo>
                    <a:lnTo>
                      <a:pt x="7" y="8"/>
                    </a:lnTo>
                    <a:lnTo>
                      <a:pt x="30" y="8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7" name="Freeform 148">
                <a:extLst>
                  <a:ext uri="{FF2B5EF4-FFF2-40B4-BE49-F238E27FC236}">
                    <a16:creationId xmlns:a16="http://schemas.microsoft.com/office/drawing/2014/main" id="{9C3AA6FB-C3DA-490B-855E-CFA9367D61C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65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4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4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7" y="10"/>
                      <a:pt x="42" y="15"/>
                      <a:pt x="44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3" y="0"/>
                      <a:pt x="29" y="0"/>
                    </a:cubicBez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3" y="67"/>
                      <a:pt x="53" y="58"/>
                      <a:pt x="5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52"/>
                      <a:pt x="37" y="57"/>
                      <a:pt x="29" y="57"/>
                    </a:cubicBezTo>
                    <a:cubicBezTo>
                      <a:pt x="17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8" name="Freeform 149">
                <a:extLst>
                  <a:ext uri="{FF2B5EF4-FFF2-40B4-BE49-F238E27FC236}">
                    <a16:creationId xmlns:a16="http://schemas.microsoft.com/office/drawing/2014/main" id="{871429F5-DF7C-4C96-A087-8403691190C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617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9" name="Freeform 150">
                <a:extLst>
                  <a:ext uri="{FF2B5EF4-FFF2-40B4-BE49-F238E27FC236}">
                    <a16:creationId xmlns:a16="http://schemas.microsoft.com/office/drawing/2014/main" id="{5698D817-C54C-44AF-A744-64C69EF4B47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75" y="8105"/>
                <a:ext cx="31" cy="49"/>
              </a:xfrm>
              <a:custGeom>
                <a:avLst/>
                <a:gdLst>
                  <a:gd name="T0" fmla="*/ 8 w 31"/>
                  <a:gd name="T1" fmla="*/ 0 h 49"/>
                  <a:gd name="T2" fmla="*/ 0 w 31"/>
                  <a:gd name="T3" fmla="*/ 0 h 49"/>
                  <a:gd name="T4" fmla="*/ 0 w 31"/>
                  <a:gd name="T5" fmla="*/ 49 h 49"/>
                  <a:gd name="T6" fmla="*/ 31 w 31"/>
                  <a:gd name="T7" fmla="*/ 49 h 49"/>
                  <a:gd name="T8" fmla="*/ 31 w 31"/>
                  <a:gd name="T9" fmla="*/ 41 h 49"/>
                  <a:gd name="T10" fmla="*/ 8 w 31"/>
                  <a:gd name="T11" fmla="*/ 41 h 49"/>
                  <a:gd name="T12" fmla="*/ 8 w 31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9">
                    <a:moveTo>
                      <a:pt x="8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0" name="Freeform 151">
                <a:extLst>
                  <a:ext uri="{FF2B5EF4-FFF2-40B4-BE49-F238E27FC236}">
                    <a16:creationId xmlns:a16="http://schemas.microsoft.com/office/drawing/2014/main" id="{5E52C041-B3AC-44AC-85CE-62914327E63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715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1" name="Freeform 152">
                <a:extLst>
                  <a:ext uri="{FF2B5EF4-FFF2-40B4-BE49-F238E27FC236}">
                    <a16:creationId xmlns:a16="http://schemas.microsoft.com/office/drawing/2014/main" id="{AA31EA27-B99B-44D7-9556-A9A00897FAC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1" y="8105"/>
                <a:ext cx="43" cy="50"/>
              </a:xfrm>
              <a:custGeom>
                <a:avLst/>
                <a:gdLst>
                  <a:gd name="T0" fmla="*/ 33 w 57"/>
                  <a:gd name="T1" fmla="*/ 42 h 67"/>
                  <a:gd name="T2" fmla="*/ 47 w 57"/>
                  <a:gd name="T3" fmla="*/ 42 h 67"/>
                  <a:gd name="T4" fmla="*/ 30 w 57"/>
                  <a:gd name="T5" fmla="*/ 57 h 67"/>
                  <a:gd name="T6" fmla="*/ 11 w 57"/>
                  <a:gd name="T7" fmla="*/ 33 h 67"/>
                  <a:gd name="T8" fmla="*/ 29 w 57"/>
                  <a:gd name="T9" fmla="*/ 10 h 67"/>
                  <a:gd name="T10" fmla="*/ 45 w 57"/>
                  <a:gd name="T11" fmla="*/ 21 h 67"/>
                  <a:gd name="T12" fmla="*/ 56 w 57"/>
                  <a:gd name="T13" fmla="*/ 21 h 67"/>
                  <a:gd name="T14" fmla="*/ 29 w 57"/>
                  <a:gd name="T15" fmla="*/ 0 h 67"/>
                  <a:gd name="T16" fmla="*/ 0 w 57"/>
                  <a:gd name="T17" fmla="*/ 33 h 67"/>
                  <a:gd name="T18" fmla="*/ 30 w 57"/>
                  <a:gd name="T19" fmla="*/ 67 h 67"/>
                  <a:gd name="T20" fmla="*/ 57 w 57"/>
                  <a:gd name="T21" fmla="*/ 37 h 67"/>
                  <a:gd name="T22" fmla="*/ 57 w 57"/>
                  <a:gd name="T23" fmla="*/ 32 h 67"/>
                  <a:gd name="T24" fmla="*/ 33 w 57"/>
                  <a:gd name="T25" fmla="*/ 32 h 67"/>
                  <a:gd name="T26" fmla="*/ 33 w 57"/>
                  <a:gd name="T27" fmla="*/ 4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7">
                    <a:moveTo>
                      <a:pt x="33" y="42"/>
                    </a:moveTo>
                    <a:cubicBezTo>
                      <a:pt x="47" y="42"/>
                      <a:pt x="47" y="42"/>
                      <a:pt x="47" y="42"/>
                    </a:cubicBezTo>
                    <a:cubicBezTo>
                      <a:pt x="45" y="51"/>
                      <a:pt x="39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38" y="10"/>
                      <a:pt x="42" y="15"/>
                      <a:pt x="45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5" y="67"/>
                      <a:pt x="57" y="55"/>
                      <a:pt x="57" y="37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33" y="32"/>
                      <a:pt x="33" y="32"/>
                      <a:pt x="33" y="32"/>
                    </a:cubicBezTo>
                    <a:lnTo>
                      <a:pt x="33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2" name="Rectangle 153">
                <a:extLst>
                  <a:ext uri="{FF2B5EF4-FFF2-40B4-BE49-F238E27FC236}">
                    <a16:creationId xmlns:a16="http://schemas.microsoft.com/office/drawing/2014/main" id="{3B0914A4-5404-466E-9DF3-BAA99A5D186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28" y="8105"/>
                <a:ext cx="7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3" name="Freeform 154">
                <a:extLst>
                  <a:ext uri="{FF2B5EF4-FFF2-40B4-BE49-F238E27FC236}">
                    <a16:creationId xmlns:a16="http://schemas.microsoft.com/office/drawing/2014/main" id="{57EE2267-B20B-407F-AEB9-122DB6FC936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49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5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5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8" y="10"/>
                      <a:pt x="42" y="15"/>
                      <a:pt x="4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29" y="67"/>
                    </a:cubicBezTo>
                    <a:cubicBezTo>
                      <a:pt x="44" y="67"/>
                      <a:pt x="53" y="58"/>
                      <a:pt x="5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2" y="52"/>
                      <a:pt x="38" y="57"/>
                      <a:pt x="29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4" name="Freeform 155">
                <a:extLst>
                  <a:ext uri="{FF2B5EF4-FFF2-40B4-BE49-F238E27FC236}">
                    <a16:creationId xmlns:a16="http://schemas.microsoft.com/office/drawing/2014/main" id="{1D96C418-7699-49B4-9CE8-131F122830C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99" y="8105"/>
                <a:ext cx="45" cy="49"/>
              </a:xfrm>
              <a:custGeom>
                <a:avLst/>
                <a:gdLst>
                  <a:gd name="T0" fmla="*/ 19 w 45"/>
                  <a:gd name="T1" fmla="*/ 0 h 49"/>
                  <a:gd name="T2" fmla="*/ 0 w 45"/>
                  <a:gd name="T3" fmla="*/ 49 h 49"/>
                  <a:gd name="T4" fmla="*/ 8 w 45"/>
                  <a:gd name="T5" fmla="*/ 49 h 49"/>
                  <a:gd name="T6" fmla="*/ 14 w 45"/>
                  <a:gd name="T7" fmla="*/ 36 h 49"/>
                  <a:gd name="T8" fmla="*/ 31 w 45"/>
                  <a:gd name="T9" fmla="*/ 36 h 49"/>
                  <a:gd name="T10" fmla="*/ 37 w 45"/>
                  <a:gd name="T11" fmla="*/ 49 h 49"/>
                  <a:gd name="T12" fmla="*/ 45 w 45"/>
                  <a:gd name="T13" fmla="*/ 49 h 49"/>
                  <a:gd name="T14" fmla="*/ 26 w 45"/>
                  <a:gd name="T15" fmla="*/ 0 h 49"/>
                  <a:gd name="T16" fmla="*/ 19 w 45"/>
                  <a:gd name="T17" fmla="*/ 0 h 49"/>
                  <a:gd name="T18" fmla="*/ 16 w 45"/>
                  <a:gd name="T19" fmla="*/ 28 h 49"/>
                  <a:gd name="T20" fmla="*/ 22 w 45"/>
                  <a:gd name="T21" fmla="*/ 11 h 49"/>
                  <a:gd name="T22" fmla="*/ 29 w 45"/>
                  <a:gd name="T23" fmla="*/ 28 h 49"/>
                  <a:gd name="T24" fmla="*/ 16 w 45"/>
                  <a:gd name="T25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9">
                    <a:moveTo>
                      <a:pt x="19" y="0"/>
                    </a:moveTo>
                    <a:lnTo>
                      <a:pt x="0" y="49"/>
                    </a:lnTo>
                    <a:lnTo>
                      <a:pt x="8" y="49"/>
                    </a:lnTo>
                    <a:lnTo>
                      <a:pt x="14" y="36"/>
                    </a:lnTo>
                    <a:lnTo>
                      <a:pt x="31" y="36"/>
                    </a:lnTo>
                    <a:lnTo>
                      <a:pt x="37" y="49"/>
                    </a:lnTo>
                    <a:lnTo>
                      <a:pt x="45" y="49"/>
                    </a:lnTo>
                    <a:lnTo>
                      <a:pt x="26" y="0"/>
                    </a:lnTo>
                    <a:lnTo>
                      <a:pt x="19" y="0"/>
                    </a:lnTo>
                    <a:close/>
                    <a:moveTo>
                      <a:pt x="16" y="28"/>
                    </a:moveTo>
                    <a:lnTo>
                      <a:pt x="22" y="11"/>
                    </a:lnTo>
                    <a:lnTo>
                      <a:pt x="29" y="28"/>
                    </a:lnTo>
                    <a:lnTo>
                      <a:pt x="16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5" name="Freeform 156">
                <a:extLst>
                  <a:ext uri="{FF2B5EF4-FFF2-40B4-BE49-F238E27FC236}">
                    <a16:creationId xmlns:a16="http://schemas.microsoft.com/office/drawing/2014/main" id="{A6F28B49-6203-407E-BF5A-30A6ECB162F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6" y="8105"/>
                <a:ext cx="32" cy="49"/>
              </a:xfrm>
              <a:custGeom>
                <a:avLst/>
                <a:gdLst>
                  <a:gd name="T0" fmla="*/ 9 w 32"/>
                  <a:gd name="T1" fmla="*/ 0 h 49"/>
                  <a:gd name="T2" fmla="*/ 0 w 32"/>
                  <a:gd name="T3" fmla="*/ 0 h 49"/>
                  <a:gd name="T4" fmla="*/ 0 w 32"/>
                  <a:gd name="T5" fmla="*/ 49 h 49"/>
                  <a:gd name="T6" fmla="*/ 32 w 32"/>
                  <a:gd name="T7" fmla="*/ 49 h 49"/>
                  <a:gd name="T8" fmla="*/ 32 w 32"/>
                  <a:gd name="T9" fmla="*/ 41 h 49"/>
                  <a:gd name="T10" fmla="*/ 9 w 32"/>
                  <a:gd name="T11" fmla="*/ 41 h 49"/>
                  <a:gd name="T12" fmla="*/ 9 w 3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9">
                    <a:moveTo>
                      <a:pt x="9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2" y="49"/>
                    </a:lnTo>
                    <a:lnTo>
                      <a:pt x="32" y="41"/>
                    </a:lnTo>
                    <a:lnTo>
                      <a:pt x="9" y="41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6" name="Freeform 157">
                <a:extLst>
                  <a:ext uri="{FF2B5EF4-FFF2-40B4-BE49-F238E27FC236}">
                    <a16:creationId xmlns:a16="http://schemas.microsoft.com/office/drawing/2014/main" id="{108B70A3-35F0-4F17-B182-C98FF743721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2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31 w 31"/>
                  <a:gd name="T3" fmla="*/ 49 h 49"/>
                  <a:gd name="T4" fmla="*/ 31 w 31"/>
                  <a:gd name="T5" fmla="*/ 41 h 49"/>
                  <a:gd name="T6" fmla="*/ 8 w 31"/>
                  <a:gd name="T7" fmla="*/ 41 h 49"/>
                  <a:gd name="T8" fmla="*/ 8 w 31"/>
                  <a:gd name="T9" fmla="*/ 27 h 49"/>
                  <a:gd name="T10" fmla="*/ 29 w 31"/>
                  <a:gd name="T11" fmla="*/ 27 h 49"/>
                  <a:gd name="T12" fmla="*/ 29 w 31"/>
                  <a:gd name="T13" fmla="*/ 21 h 49"/>
                  <a:gd name="T14" fmla="*/ 8 w 31"/>
                  <a:gd name="T15" fmla="*/ 21 h 49"/>
                  <a:gd name="T16" fmla="*/ 8 w 31"/>
                  <a:gd name="T17" fmla="*/ 8 h 49"/>
                  <a:gd name="T18" fmla="*/ 31 w 31"/>
                  <a:gd name="T19" fmla="*/ 8 h 49"/>
                  <a:gd name="T20" fmla="*/ 31 w 31"/>
                  <a:gd name="T21" fmla="*/ 0 h 49"/>
                  <a:gd name="T22" fmla="*/ 0 w 31"/>
                  <a:gd name="T23" fmla="*/ 0 h 49"/>
                  <a:gd name="T24" fmla="*/ 0 w 31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8" y="21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7" name="Freeform 158">
                <a:extLst>
                  <a:ext uri="{FF2B5EF4-FFF2-40B4-BE49-F238E27FC236}">
                    <a16:creationId xmlns:a16="http://schemas.microsoft.com/office/drawing/2014/main" id="{DDE7115F-0AE3-43DE-8076-BEDAC756E38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8" name="Freeform 159">
                <a:extLst>
                  <a:ext uri="{FF2B5EF4-FFF2-40B4-BE49-F238E27FC236}">
                    <a16:creationId xmlns:a16="http://schemas.microsoft.com/office/drawing/2014/main" id="{6AE4599F-E1AE-49BA-B061-6025E3B04D8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12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9" name="Freeform 160">
                <a:extLst>
                  <a:ext uri="{FF2B5EF4-FFF2-40B4-BE49-F238E27FC236}">
                    <a16:creationId xmlns:a16="http://schemas.microsoft.com/office/drawing/2014/main" id="{66F02406-D5BC-497F-8EDD-BE6409880B0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77" y="8105"/>
                <a:ext cx="39" cy="49"/>
              </a:xfrm>
              <a:custGeom>
                <a:avLst/>
                <a:gdLst>
                  <a:gd name="T0" fmla="*/ 32 w 39"/>
                  <a:gd name="T1" fmla="*/ 34 h 49"/>
                  <a:gd name="T2" fmla="*/ 9 w 39"/>
                  <a:gd name="T3" fmla="*/ 0 h 49"/>
                  <a:gd name="T4" fmla="*/ 0 w 39"/>
                  <a:gd name="T5" fmla="*/ 0 h 49"/>
                  <a:gd name="T6" fmla="*/ 0 w 39"/>
                  <a:gd name="T7" fmla="*/ 49 h 49"/>
                  <a:gd name="T8" fmla="*/ 9 w 39"/>
                  <a:gd name="T9" fmla="*/ 49 h 49"/>
                  <a:gd name="T10" fmla="*/ 9 w 39"/>
                  <a:gd name="T11" fmla="*/ 14 h 49"/>
                  <a:gd name="T12" fmla="*/ 33 w 39"/>
                  <a:gd name="T13" fmla="*/ 49 h 49"/>
                  <a:gd name="T14" fmla="*/ 39 w 39"/>
                  <a:gd name="T15" fmla="*/ 49 h 49"/>
                  <a:gd name="T16" fmla="*/ 39 w 39"/>
                  <a:gd name="T17" fmla="*/ 0 h 49"/>
                  <a:gd name="T18" fmla="*/ 32 w 39"/>
                  <a:gd name="T19" fmla="*/ 0 h 49"/>
                  <a:gd name="T20" fmla="*/ 32 w 39"/>
                  <a:gd name="T21" fmla="*/ 3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9">
                    <a:moveTo>
                      <a:pt x="32" y="34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9" y="49"/>
                    </a:lnTo>
                    <a:lnTo>
                      <a:pt x="9" y="14"/>
                    </a:lnTo>
                    <a:lnTo>
                      <a:pt x="33" y="49"/>
                    </a:lnTo>
                    <a:lnTo>
                      <a:pt x="39" y="49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32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0" name="Freeform 161">
                <a:extLst>
                  <a:ext uri="{FF2B5EF4-FFF2-40B4-BE49-F238E27FC236}">
                    <a16:creationId xmlns:a16="http://schemas.microsoft.com/office/drawing/2014/main" id="{44FA7C4A-45A9-4C56-8D53-6CE3BA32731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23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1" name="Freeform 162">
                <a:extLst>
                  <a:ext uri="{FF2B5EF4-FFF2-40B4-BE49-F238E27FC236}">
                    <a16:creationId xmlns:a16="http://schemas.microsoft.com/office/drawing/2014/main" id="{09F11CB8-9B79-4726-A594-2384F9A3E11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88" y="8105"/>
                <a:ext cx="47" cy="49"/>
              </a:xfrm>
              <a:custGeom>
                <a:avLst/>
                <a:gdLst>
                  <a:gd name="T0" fmla="*/ 23 w 47"/>
                  <a:gd name="T1" fmla="*/ 38 h 49"/>
                  <a:gd name="T2" fmla="*/ 9 w 47"/>
                  <a:gd name="T3" fmla="*/ 0 h 49"/>
                  <a:gd name="T4" fmla="*/ 0 w 47"/>
                  <a:gd name="T5" fmla="*/ 0 h 49"/>
                  <a:gd name="T6" fmla="*/ 0 w 47"/>
                  <a:gd name="T7" fmla="*/ 49 h 49"/>
                  <a:gd name="T8" fmla="*/ 8 w 47"/>
                  <a:gd name="T9" fmla="*/ 49 h 49"/>
                  <a:gd name="T10" fmla="*/ 8 w 47"/>
                  <a:gd name="T11" fmla="*/ 15 h 49"/>
                  <a:gd name="T12" fmla="*/ 20 w 47"/>
                  <a:gd name="T13" fmla="*/ 49 h 49"/>
                  <a:gd name="T14" fmla="*/ 26 w 47"/>
                  <a:gd name="T15" fmla="*/ 49 h 49"/>
                  <a:gd name="T16" fmla="*/ 39 w 47"/>
                  <a:gd name="T17" fmla="*/ 15 h 49"/>
                  <a:gd name="T18" fmla="*/ 39 w 47"/>
                  <a:gd name="T19" fmla="*/ 49 h 49"/>
                  <a:gd name="T20" fmla="*/ 47 w 47"/>
                  <a:gd name="T21" fmla="*/ 49 h 49"/>
                  <a:gd name="T22" fmla="*/ 47 w 47"/>
                  <a:gd name="T23" fmla="*/ 0 h 49"/>
                  <a:gd name="T24" fmla="*/ 38 w 47"/>
                  <a:gd name="T25" fmla="*/ 0 h 49"/>
                  <a:gd name="T26" fmla="*/ 23 w 47"/>
                  <a:gd name="T2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9">
                    <a:moveTo>
                      <a:pt x="23" y="38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8" y="49"/>
                    </a:lnTo>
                    <a:lnTo>
                      <a:pt x="8" y="15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39" y="15"/>
                    </a:lnTo>
                    <a:lnTo>
                      <a:pt x="39" y="49"/>
                    </a:lnTo>
                    <a:lnTo>
                      <a:pt x="47" y="49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3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2" name="Rectangle 163">
                <a:extLst>
                  <a:ext uri="{FF2B5EF4-FFF2-40B4-BE49-F238E27FC236}">
                    <a16:creationId xmlns:a16="http://schemas.microsoft.com/office/drawing/2014/main" id="{FA9229B0-B853-439F-8674-2948E7DCC4B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8105"/>
                <a:ext cx="8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3" name="Freeform 164">
                <a:extLst>
                  <a:ext uri="{FF2B5EF4-FFF2-40B4-BE49-F238E27FC236}">
                    <a16:creationId xmlns:a16="http://schemas.microsoft.com/office/drawing/2014/main" id="{4FA5EC2A-BD4F-42B3-9E96-424B3C7D6DF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73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4" name="Freeform 165">
                <a:extLst>
                  <a:ext uri="{FF2B5EF4-FFF2-40B4-BE49-F238E27FC236}">
                    <a16:creationId xmlns:a16="http://schemas.microsoft.com/office/drawing/2014/main" id="{E8E7CB4C-BFCD-463B-BF04-C9E42BD4C21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5" y="8105"/>
                <a:ext cx="36" cy="50"/>
              </a:xfrm>
              <a:custGeom>
                <a:avLst/>
                <a:gdLst>
                  <a:gd name="T0" fmla="*/ 31 w 48"/>
                  <a:gd name="T1" fmla="*/ 29 h 67"/>
                  <a:gd name="T2" fmla="*/ 20 w 48"/>
                  <a:gd name="T3" fmla="*/ 27 h 67"/>
                  <a:gd name="T4" fmla="*/ 12 w 48"/>
                  <a:gd name="T5" fmla="*/ 18 h 67"/>
                  <a:gd name="T6" fmla="*/ 23 w 48"/>
                  <a:gd name="T7" fmla="*/ 10 h 67"/>
                  <a:gd name="T8" fmla="*/ 37 w 48"/>
                  <a:gd name="T9" fmla="*/ 18 h 67"/>
                  <a:gd name="T10" fmla="*/ 48 w 48"/>
                  <a:gd name="T11" fmla="*/ 18 h 67"/>
                  <a:gd name="T12" fmla="*/ 23 w 48"/>
                  <a:gd name="T13" fmla="*/ 0 h 67"/>
                  <a:gd name="T14" fmla="*/ 1 w 48"/>
                  <a:gd name="T15" fmla="*/ 19 h 67"/>
                  <a:gd name="T16" fmla="*/ 17 w 48"/>
                  <a:gd name="T17" fmla="*/ 37 h 67"/>
                  <a:gd name="T18" fmla="*/ 28 w 48"/>
                  <a:gd name="T19" fmla="*/ 39 h 67"/>
                  <a:gd name="T20" fmla="*/ 38 w 48"/>
                  <a:gd name="T21" fmla="*/ 48 h 67"/>
                  <a:gd name="T22" fmla="*/ 25 w 48"/>
                  <a:gd name="T23" fmla="*/ 57 h 67"/>
                  <a:gd name="T24" fmla="*/ 11 w 48"/>
                  <a:gd name="T25" fmla="*/ 48 h 67"/>
                  <a:gd name="T26" fmla="*/ 0 w 48"/>
                  <a:gd name="T27" fmla="*/ 48 h 67"/>
                  <a:gd name="T28" fmla="*/ 25 w 48"/>
                  <a:gd name="T29" fmla="*/ 67 h 67"/>
                  <a:gd name="T30" fmla="*/ 48 w 48"/>
                  <a:gd name="T31" fmla="*/ 47 h 67"/>
                  <a:gd name="T32" fmla="*/ 31 w 48"/>
                  <a:gd name="T33" fmla="*/ 2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7">
                    <a:moveTo>
                      <a:pt x="31" y="29"/>
                    </a:moveTo>
                    <a:cubicBezTo>
                      <a:pt x="20" y="27"/>
                      <a:pt x="20" y="27"/>
                      <a:pt x="20" y="27"/>
                    </a:cubicBezTo>
                    <a:cubicBezTo>
                      <a:pt x="14" y="25"/>
                      <a:pt x="12" y="23"/>
                      <a:pt x="12" y="18"/>
                    </a:cubicBezTo>
                    <a:cubicBezTo>
                      <a:pt x="12" y="13"/>
                      <a:pt x="16" y="10"/>
                      <a:pt x="23" y="10"/>
                    </a:cubicBezTo>
                    <a:cubicBezTo>
                      <a:pt x="31" y="10"/>
                      <a:pt x="35" y="13"/>
                      <a:pt x="3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7"/>
                      <a:pt x="37" y="0"/>
                      <a:pt x="23" y="0"/>
                    </a:cubicBezTo>
                    <a:cubicBezTo>
                      <a:pt x="10" y="0"/>
                      <a:pt x="1" y="9"/>
                      <a:pt x="1" y="19"/>
                    </a:cubicBezTo>
                    <a:cubicBezTo>
                      <a:pt x="1" y="30"/>
                      <a:pt x="9" y="35"/>
                      <a:pt x="17" y="37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5" y="41"/>
                      <a:pt x="38" y="43"/>
                      <a:pt x="38" y="48"/>
                    </a:cubicBezTo>
                    <a:cubicBezTo>
                      <a:pt x="38" y="54"/>
                      <a:pt x="33" y="57"/>
                      <a:pt x="25" y="57"/>
                    </a:cubicBezTo>
                    <a:cubicBezTo>
                      <a:pt x="18" y="57"/>
                      <a:pt x="13" y="54"/>
                      <a:pt x="1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12" y="67"/>
                      <a:pt x="25" y="67"/>
                    </a:cubicBezTo>
                    <a:cubicBezTo>
                      <a:pt x="38" y="67"/>
                      <a:pt x="48" y="59"/>
                      <a:pt x="48" y="47"/>
                    </a:cubicBezTo>
                    <a:cubicBezTo>
                      <a:pt x="48" y="38"/>
                      <a:pt x="41" y="32"/>
                      <a:pt x="31" y="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5" name="Freeform 166">
                <a:extLst>
                  <a:ext uri="{FF2B5EF4-FFF2-40B4-BE49-F238E27FC236}">
                    <a16:creationId xmlns:a16="http://schemas.microsoft.com/office/drawing/2014/main" id="{95327C19-9A5F-4A04-B593-F2108926CD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7895"/>
                <a:ext cx="144" cy="144"/>
              </a:xfrm>
              <a:custGeom>
                <a:avLst/>
                <a:gdLst>
                  <a:gd name="T0" fmla="*/ 191 w 193"/>
                  <a:gd name="T1" fmla="*/ 189 h 193"/>
                  <a:gd name="T2" fmla="*/ 193 w 193"/>
                  <a:gd name="T3" fmla="*/ 188 h 193"/>
                  <a:gd name="T4" fmla="*/ 193 w 193"/>
                  <a:gd name="T5" fmla="*/ 146 h 193"/>
                  <a:gd name="T6" fmla="*/ 189 w 193"/>
                  <a:gd name="T7" fmla="*/ 147 h 193"/>
                  <a:gd name="T8" fmla="*/ 180 w 193"/>
                  <a:gd name="T9" fmla="*/ 147 h 193"/>
                  <a:gd name="T10" fmla="*/ 171 w 193"/>
                  <a:gd name="T11" fmla="*/ 130 h 193"/>
                  <a:gd name="T12" fmla="*/ 171 w 193"/>
                  <a:gd name="T13" fmla="*/ 0 h 193"/>
                  <a:gd name="T14" fmla="*/ 120 w 193"/>
                  <a:gd name="T15" fmla="*/ 0 h 193"/>
                  <a:gd name="T16" fmla="*/ 120 w 193"/>
                  <a:gd name="T17" fmla="*/ 108 h 193"/>
                  <a:gd name="T18" fmla="*/ 84 w 193"/>
                  <a:gd name="T19" fmla="*/ 147 h 193"/>
                  <a:gd name="T20" fmla="*/ 51 w 193"/>
                  <a:gd name="T21" fmla="*/ 110 h 193"/>
                  <a:gd name="T22" fmla="*/ 51 w 193"/>
                  <a:gd name="T23" fmla="*/ 0 h 193"/>
                  <a:gd name="T24" fmla="*/ 0 w 193"/>
                  <a:gd name="T25" fmla="*/ 0 h 193"/>
                  <a:gd name="T26" fmla="*/ 0 w 193"/>
                  <a:gd name="T27" fmla="*/ 116 h 193"/>
                  <a:gd name="T28" fmla="*/ 73 w 193"/>
                  <a:gd name="T29" fmla="*/ 193 h 193"/>
                  <a:gd name="T30" fmla="*/ 127 w 193"/>
                  <a:gd name="T31" fmla="*/ 170 h 193"/>
                  <a:gd name="T32" fmla="*/ 139 w 193"/>
                  <a:gd name="T33" fmla="*/ 184 h 193"/>
                  <a:gd name="T34" fmla="*/ 168 w 193"/>
                  <a:gd name="T35" fmla="*/ 192 h 193"/>
                  <a:gd name="T36" fmla="*/ 191 w 193"/>
                  <a:gd name="T37" fmla="*/ 18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3" h="193">
                    <a:moveTo>
                      <a:pt x="191" y="189"/>
                    </a:move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6"/>
                      <a:pt x="193" y="146"/>
                      <a:pt x="193" y="146"/>
                    </a:cubicBezTo>
                    <a:cubicBezTo>
                      <a:pt x="189" y="147"/>
                      <a:pt x="189" y="147"/>
                      <a:pt x="189" y="147"/>
                    </a:cubicBezTo>
                    <a:cubicBezTo>
                      <a:pt x="186" y="147"/>
                      <a:pt x="183" y="147"/>
                      <a:pt x="180" y="147"/>
                    </a:cubicBezTo>
                    <a:cubicBezTo>
                      <a:pt x="175" y="147"/>
                      <a:pt x="171" y="146"/>
                      <a:pt x="171" y="13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31"/>
                      <a:pt x="105" y="147"/>
                      <a:pt x="84" y="147"/>
                    </a:cubicBezTo>
                    <a:cubicBezTo>
                      <a:pt x="63" y="147"/>
                      <a:pt x="51" y="133"/>
                      <a:pt x="51" y="11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63"/>
                      <a:pt x="28" y="193"/>
                      <a:pt x="73" y="193"/>
                    </a:cubicBezTo>
                    <a:cubicBezTo>
                      <a:pt x="103" y="193"/>
                      <a:pt x="119" y="181"/>
                      <a:pt x="127" y="170"/>
                    </a:cubicBezTo>
                    <a:cubicBezTo>
                      <a:pt x="130" y="176"/>
                      <a:pt x="134" y="180"/>
                      <a:pt x="139" y="184"/>
                    </a:cubicBezTo>
                    <a:cubicBezTo>
                      <a:pt x="146" y="190"/>
                      <a:pt x="156" y="192"/>
                      <a:pt x="168" y="192"/>
                    </a:cubicBezTo>
                    <a:cubicBezTo>
                      <a:pt x="175" y="192"/>
                      <a:pt x="184" y="192"/>
                      <a:pt x="191" y="18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6" name="Oval 167">
                <a:extLst>
                  <a:ext uri="{FF2B5EF4-FFF2-40B4-BE49-F238E27FC236}">
                    <a16:creationId xmlns:a16="http://schemas.microsoft.com/office/drawing/2014/main" id="{B537F9BE-8D1A-45BF-87E4-847F3C7ADA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7" name="Freeform 168">
                <a:extLst>
                  <a:ext uri="{FF2B5EF4-FFF2-40B4-BE49-F238E27FC236}">
                    <a16:creationId xmlns:a16="http://schemas.microsoft.com/office/drawing/2014/main" id="{D25A3112-579A-471E-8925-E67E85546D8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4" y="7657"/>
                <a:ext cx="6" cy="8"/>
              </a:xfrm>
              <a:custGeom>
                <a:avLst/>
                <a:gdLst>
                  <a:gd name="T0" fmla="*/ 3 w 8"/>
                  <a:gd name="T1" fmla="*/ 11 h 11"/>
                  <a:gd name="T2" fmla="*/ 8 w 8"/>
                  <a:gd name="T3" fmla="*/ 6 h 11"/>
                  <a:gd name="T4" fmla="*/ 3 w 8"/>
                  <a:gd name="T5" fmla="*/ 0 h 11"/>
                  <a:gd name="T6" fmla="*/ 0 w 8"/>
                  <a:gd name="T7" fmla="*/ 1 h 11"/>
                  <a:gd name="T8" fmla="*/ 0 w 8"/>
                  <a:gd name="T9" fmla="*/ 11 h 11"/>
                  <a:gd name="T10" fmla="*/ 3 w 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6" y="11"/>
                      <a:pt x="8" y="9"/>
                      <a:pt x="8" y="6"/>
                    </a:cubicBezTo>
                    <a:cubicBezTo>
                      <a:pt x="8" y="2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4"/>
                      <a:pt x="0" y="8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8" name="Oval 169">
                <a:extLst>
                  <a:ext uri="{FF2B5EF4-FFF2-40B4-BE49-F238E27FC236}">
                    <a16:creationId xmlns:a16="http://schemas.microsoft.com/office/drawing/2014/main" id="{61F19A7F-E704-468F-ADE3-53AAB7E5F8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80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9" name="Oval 170">
                <a:extLst>
                  <a:ext uri="{FF2B5EF4-FFF2-40B4-BE49-F238E27FC236}">
                    <a16:creationId xmlns:a16="http://schemas.microsoft.com/office/drawing/2014/main" id="{A6FAD573-451E-4B01-B4A7-701D7188C9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3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0" name="Oval 171">
                <a:extLst>
                  <a:ext uri="{FF2B5EF4-FFF2-40B4-BE49-F238E27FC236}">
                    <a16:creationId xmlns:a16="http://schemas.microsoft.com/office/drawing/2014/main" id="{EBB6489B-2ABD-460E-B403-C7BAED5099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6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1" name="Oval 172">
                <a:extLst>
                  <a:ext uri="{FF2B5EF4-FFF2-40B4-BE49-F238E27FC236}">
                    <a16:creationId xmlns:a16="http://schemas.microsoft.com/office/drawing/2014/main" id="{C4EA8E0A-7E67-4657-817D-180F675E9EC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8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2" name="Oval 173">
                <a:extLst>
                  <a:ext uri="{FF2B5EF4-FFF2-40B4-BE49-F238E27FC236}">
                    <a16:creationId xmlns:a16="http://schemas.microsoft.com/office/drawing/2014/main" id="{B382A456-555E-46B3-A70F-D674A346403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9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3" name="Oval 174">
                <a:extLst>
                  <a:ext uri="{FF2B5EF4-FFF2-40B4-BE49-F238E27FC236}">
                    <a16:creationId xmlns:a16="http://schemas.microsoft.com/office/drawing/2014/main" id="{7BCBD5B8-35EB-49EC-BA74-316F9DC0F21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7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4" name="Oval 175">
                <a:extLst>
                  <a:ext uri="{FF2B5EF4-FFF2-40B4-BE49-F238E27FC236}">
                    <a16:creationId xmlns:a16="http://schemas.microsoft.com/office/drawing/2014/main" id="{B7F2B5BE-D6D6-401F-8824-B9713C76B21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3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5" name="Oval 176">
                <a:extLst>
                  <a:ext uri="{FF2B5EF4-FFF2-40B4-BE49-F238E27FC236}">
                    <a16:creationId xmlns:a16="http://schemas.microsoft.com/office/drawing/2014/main" id="{29745321-A4AD-4BA9-A67E-0B4977B08B5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69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6" name="Oval 177">
                <a:extLst>
                  <a:ext uri="{FF2B5EF4-FFF2-40B4-BE49-F238E27FC236}">
                    <a16:creationId xmlns:a16="http://schemas.microsoft.com/office/drawing/2014/main" id="{FECDFCE6-09F4-43E6-94C0-8B070EF138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7" name="Oval 178">
                <a:extLst>
                  <a:ext uri="{FF2B5EF4-FFF2-40B4-BE49-F238E27FC236}">
                    <a16:creationId xmlns:a16="http://schemas.microsoft.com/office/drawing/2014/main" id="{CA698095-EFFA-4868-9EC9-9BC5174B4D5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50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8" name="Oval 179">
                <a:extLst>
                  <a:ext uri="{FF2B5EF4-FFF2-40B4-BE49-F238E27FC236}">
                    <a16:creationId xmlns:a16="http://schemas.microsoft.com/office/drawing/2014/main" id="{36C2F708-9F48-4172-92E6-69215CBD66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0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9" name="Oval 180">
                <a:extLst>
                  <a:ext uri="{FF2B5EF4-FFF2-40B4-BE49-F238E27FC236}">
                    <a16:creationId xmlns:a16="http://schemas.microsoft.com/office/drawing/2014/main" id="{36E06B95-7CDA-4462-AA22-5B591DA32B5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5" y="77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0" name="Oval 181">
                <a:extLst>
                  <a:ext uri="{FF2B5EF4-FFF2-40B4-BE49-F238E27FC236}">
                    <a16:creationId xmlns:a16="http://schemas.microsoft.com/office/drawing/2014/main" id="{959F1354-5EE1-4509-9D30-4D09A797694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9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1" name="Oval 182">
                <a:extLst>
                  <a:ext uri="{FF2B5EF4-FFF2-40B4-BE49-F238E27FC236}">
                    <a16:creationId xmlns:a16="http://schemas.microsoft.com/office/drawing/2014/main" id="{E477AF63-D1F7-4BC1-B7F0-0AF95799F01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2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2" name="Oval 183">
                <a:extLst>
                  <a:ext uri="{FF2B5EF4-FFF2-40B4-BE49-F238E27FC236}">
                    <a16:creationId xmlns:a16="http://schemas.microsoft.com/office/drawing/2014/main" id="{A4C1FEF5-695C-4B6C-8108-30085F60681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1" y="75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3" name="Oval 184">
                <a:extLst>
                  <a:ext uri="{FF2B5EF4-FFF2-40B4-BE49-F238E27FC236}">
                    <a16:creationId xmlns:a16="http://schemas.microsoft.com/office/drawing/2014/main" id="{84D95168-6831-448C-9C3F-63078B600F7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6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4" name="Oval 185">
                <a:extLst>
                  <a:ext uri="{FF2B5EF4-FFF2-40B4-BE49-F238E27FC236}">
                    <a16:creationId xmlns:a16="http://schemas.microsoft.com/office/drawing/2014/main" id="{B3E31E9C-4733-4A4D-8F51-B045B6BBD0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3" y="76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5" name="Oval 186">
                <a:extLst>
                  <a:ext uri="{FF2B5EF4-FFF2-40B4-BE49-F238E27FC236}">
                    <a16:creationId xmlns:a16="http://schemas.microsoft.com/office/drawing/2014/main" id="{B7FB35A9-DA13-4E6A-91BE-4B9B7B59335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0" y="777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6" name="Oval 187">
                <a:extLst>
                  <a:ext uri="{FF2B5EF4-FFF2-40B4-BE49-F238E27FC236}">
                    <a16:creationId xmlns:a16="http://schemas.microsoft.com/office/drawing/2014/main" id="{211CFDB2-7598-42F8-A62B-22C4E64F8E6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0" y="77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7" name="Oval 188">
                <a:extLst>
                  <a:ext uri="{FF2B5EF4-FFF2-40B4-BE49-F238E27FC236}">
                    <a16:creationId xmlns:a16="http://schemas.microsoft.com/office/drawing/2014/main" id="{A07C21E1-2FFC-4886-8FCF-DD27FB3F317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8" name="Freeform 189">
                <a:extLst>
                  <a:ext uri="{FF2B5EF4-FFF2-40B4-BE49-F238E27FC236}">
                    <a16:creationId xmlns:a16="http://schemas.microsoft.com/office/drawing/2014/main" id="{130A0C0F-8C9A-4EE0-B29A-90482CB3476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8" y="7761"/>
                <a:ext cx="9" cy="8"/>
              </a:xfrm>
              <a:custGeom>
                <a:avLst/>
                <a:gdLst>
                  <a:gd name="T0" fmla="*/ 6 w 12"/>
                  <a:gd name="T1" fmla="*/ 0 h 11"/>
                  <a:gd name="T2" fmla="*/ 0 w 12"/>
                  <a:gd name="T3" fmla="*/ 6 h 11"/>
                  <a:gd name="T4" fmla="*/ 5 w 12"/>
                  <a:gd name="T5" fmla="*/ 11 h 11"/>
                  <a:gd name="T6" fmla="*/ 12 w 12"/>
                  <a:gd name="T7" fmla="*/ 4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8"/>
                      <a:pt x="3" y="11"/>
                      <a:pt x="5" y="11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9" name="Oval 190">
                <a:extLst>
                  <a:ext uri="{FF2B5EF4-FFF2-40B4-BE49-F238E27FC236}">
                    <a16:creationId xmlns:a16="http://schemas.microsoft.com/office/drawing/2014/main" id="{F0BBE898-F8F7-44A0-AFA1-FBA510208D4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8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0" name="Oval 191">
                <a:extLst>
                  <a:ext uri="{FF2B5EF4-FFF2-40B4-BE49-F238E27FC236}">
                    <a16:creationId xmlns:a16="http://schemas.microsoft.com/office/drawing/2014/main" id="{B6D4E352-6F13-4050-B15C-94EEBE4B200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1" name="Oval 192">
                <a:extLst>
                  <a:ext uri="{FF2B5EF4-FFF2-40B4-BE49-F238E27FC236}">
                    <a16:creationId xmlns:a16="http://schemas.microsoft.com/office/drawing/2014/main" id="{8AE48B92-30A4-464B-B55A-B753EE58B1B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2" y="756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2" name="Oval 193">
                <a:extLst>
                  <a:ext uri="{FF2B5EF4-FFF2-40B4-BE49-F238E27FC236}">
                    <a16:creationId xmlns:a16="http://schemas.microsoft.com/office/drawing/2014/main" id="{2BBE3295-CC98-4E8E-ACDF-1D56023B085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77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3" name="Oval 194">
                <a:extLst>
                  <a:ext uri="{FF2B5EF4-FFF2-40B4-BE49-F238E27FC236}">
                    <a16:creationId xmlns:a16="http://schemas.microsoft.com/office/drawing/2014/main" id="{A7494D91-3C7E-46DB-A32A-085BBE9686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76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4" name="Oval 195">
                <a:extLst>
                  <a:ext uri="{FF2B5EF4-FFF2-40B4-BE49-F238E27FC236}">
                    <a16:creationId xmlns:a16="http://schemas.microsoft.com/office/drawing/2014/main" id="{DD3C39E0-5E46-4235-8440-161C05E4480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67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5" name="Oval 196">
                <a:extLst>
                  <a:ext uri="{FF2B5EF4-FFF2-40B4-BE49-F238E27FC236}">
                    <a16:creationId xmlns:a16="http://schemas.microsoft.com/office/drawing/2014/main" id="{252B147D-CB5A-4E82-9D0A-8A7F446B850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6" name="Oval 197">
                <a:extLst>
                  <a:ext uri="{FF2B5EF4-FFF2-40B4-BE49-F238E27FC236}">
                    <a16:creationId xmlns:a16="http://schemas.microsoft.com/office/drawing/2014/main" id="{FD0E8BE3-F3DC-4E16-8A13-ACBDB4985FA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1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7" name="Oval 198">
                <a:extLst>
                  <a:ext uri="{FF2B5EF4-FFF2-40B4-BE49-F238E27FC236}">
                    <a16:creationId xmlns:a16="http://schemas.microsoft.com/office/drawing/2014/main" id="{AF1BA0AF-E1F5-4834-B615-74D4AF9016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6" y="772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8" name="Oval 199">
                <a:extLst>
                  <a:ext uri="{FF2B5EF4-FFF2-40B4-BE49-F238E27FC236}">
                    <a16:creationId xmlns:a16="http://schemas.microsoft.com/office/drawing/2014/main" id="{BBDCC7A7-7C6C-4EE2-A917-277427E4589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9" name="Oval 200">
                <a:extLst>
                  <a:ext uri="{FF2B5EF4-FFF2-40B4-BE49-F238E27FC236}">
                    <a16:creationId xmlns:a16="http://schemas.microsoft.com/office/drawing/2014/main" id="{522F4290-09B5-4348-9991-BB5357F88D7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9" y="781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80" name="Oval 201">
                <a:extLst>
                  <a:ext uri="{FF2B5EF4-FFF2-40B4-BE49-F238E27FC236}">
                    <a16:creationId xmlns:a16="http://schemas.microsoft.com/office/drawing/2014/main" id="{48EB3D8D-5BBB-4BB4-B402-09F6F06818B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1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81" name="Oval 202">
                <a:extLst>
                  <a:ext uri="{FF2B5EF4-FFF2-40B4-BE49-F238E27FC236}">
                    <a16:creationId xmlns:a16="http://schemas.microsoft.com/office/drawing/2014/main" id="{59D9C105-AE76-4E8D-8B94-E88C1C3DA7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56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82" name="Freeform 203">
                <a:extLst>
                  <a:ext uri="{FF2B5EF4-FFF2-40B4-BE49-F238E27FC236}">
                    <a16:creationId xmlns:a16="http://schemas.microsoft.com/office/drawing/2014/main" id="{9A89BA92-7823-43E2-A7E1-E5D935A4C72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0" y="7771"/>
                <a:ext cx="8" cy="8"/>
              </a:xfrm>
              <a:custGeom>
                <a:avLst/>
                <a:gdLst>
                  <a:gd name="T0" fmla="*/ 0 w 10"/>
                  <a:gd name="T1" fmla="*/ 6 h 10"/>
                  <a:gd name="T2" fmla="*/ 2 w 10"/>
                  <a:gd name="T3" fmla="*/ 10 h 10"/>
                  <a:gd name="T4" fmla="*/ 10 w 10"/>
                  <a:gd name="T5" fmla="*/ 2 h 10"/>
                  <a:gd name="T6" fmla="*/ 6 w 10"/>
                  <a:gd name="T7" fmla="*/ 0 h 10"/>
                  <a:gd name="T8" fmla="*/ 0 w 10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0" y="8"/>
                      <a:pt x="1" y="9"/>
                      <a:pt x="2" y="10"/>
                    </a:cubicBezTo>
                    <a:cubicBezTo>
                      <a:pt x="5" y="8"/>
                      <a:pt x="7" y="5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83" name="Oval 204">
                <a:extLst>
                  <a:ext uri="{FF2B5EF4-FFF2-40B4-BE49-F238E27FC236}">
                    <a16:creationId xmlns:a16="http://schemas.microsoft.com/office/drawing/2014/main" id="{171B14ED-8229-439B-B252-1CBB5CE6C9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5" y="767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grpSp>
          <p:nvGrpSpPr>
            <p:cNvPr id="783" name="Group 406">
              <a:extLst>
                <a:ext uri="{FF2B5EF4-FFF2-40B4-BE49-F238E27FC236}">
                  <a16:creationId xmlns:a16="http://schemas.microsoft.com/office/drawing/2014/main" id="{D803DD6E-B6C8-41A3-AD3B-CD3F8C42425F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3471863" y="11942763"/>
              <a:ext cx="525463" cy="471488"/>
              <a:chOff x="2187" y="7523"/>
              <a:chExt cx="331" cy="297"/>
            </a:xfrm>
            <a:grpFill/>
          </p:grpSpPr>
          <p:sp>
            <p:nvSpPr>
              <p:cNvPr id="884" name="Oval 206">
                <a:extLst>
                  <a:ext uri="{FF2B5EF4-FFF2-40B4-BE49-F238E27FC236}">
                    <a16:creationId xmlns:a16="http://schemas.microsoft.com/office/drawing/2014/main" id="{8C04A326-B729-40D0-A774-69ABEA4D8E8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4" y="77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85" name="Oval 207">
                <a:extLst>
                  <a:ext uri="{FF2B5EF4-FFF2-40B4-BE49-F238E27FC236}">
                    <a16:creationId xmlns:a16="http://schemas.microsoft.com/office/drawing/2014/main" id="{5DB26B0B-D7EE-41C7-83C1-88AC0EBF894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0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86" name="Oval 208">
                <a:extLst>
                  <a:ext uri="{FF2B5EF4-FFF2-40B4-BE49-F238E27FC236}">
                    <a16:creationId xmlns:a16="http://schemas.microsoft.com/office/drawing/2014/main" id="{AE6A4587-86B9-44C8-A35C-A84E65AF5C7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0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87" name="Oval 209">
                <a:extLst>
                  <a:ext uri="{FF2B5EF4-FFF2-40B4-BE49-F238E27FC236}">
                    <a16:creationId xmlns:a16="http://schemas.microsoft.com/office/drawing/2014/main" id="{001C2373-26A6-44B5-A090-D4C37A463C7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88" name="Oval 210">
                <a:extLst>
                  <a:ext uri="{FF2B5EF4-FFF2-40B4-BE49-F238E27FC236}">
                    <a16:creationId xmlns:a16="http://schemas.microsoft.com/office/drawing/2014/main" id="{C589CD91-1331-42EE-8E23-0E1B923D290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89" name="Oval 211">
                <a:extLst>
                  <a:ext uri="{FF2B5EF4-FFF2-40B4-BE49-F238E27FC236}">
                    <a16:creationId xmlns:a16="http://schemas.microsoft.com/office/drawing/2014/main" id="{0A3A88AF-180B-423B-AA86-A2B9BABE913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8" y="77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0" name="Oval 212">
                <a:extLst>
                  <a:ext uri="{FF2B5EF4-FFF2-40B4-BE49-F238E27FC236}">
                    <a16:creationId xmlns:a16="http://schemas.microsoft.com/office/drawing/2014/main" id="{E5380AAD-AD11-4D24-8AB1-17691C55B3E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6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1" name="Oval 213">
                <a:extLst>
                  <a:ext uri="{FF2B5EF4-FFF2-40B4-BE49-F238E27FC236}">
                    <a16:creationId xmlns:a16="http://schemas.microsoft.com/office/drawing/2014/main" id="{6293503F-7DE1-4B9D-841F-113889B6FBB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2" y="76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2" name="Oval 214">
                <a:extLst>
                  <a:ext uri="{FF2B5EF4-FFF2-40B4-BE49-F238E27FC236}">
                    <a16:creationId xmlns:a16="http://schemas.microsoft.com/office/drawing/2014/main" id="{6FA0B0F7-2C34-4895-A686-25BC9D042B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7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3" name="Freeform 215">
                <a:extLst>
                  <a:ext uri="{FF2B5EF4-FFF2-40B4-BE49-F238E27FC236}">
                    <a16:creationId xmlns:a16="http://schemas.microsoft.com/office/drawing/2014/main" id="{94A4A697-0EAB-4361-9307-EA89BE78CF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78" y="7752"/>
                <a:ext cx="8" cy="8"/>
              </a:xfrm>
              <a:custGeom>
                <a:avLst/>
                <a:gdLst>
                  <a:gd name="T0" fmla="*/ 0 w 10"/>
                  <a:gd name="T1" fmla="*/ 6 h 11"/>
                  <a:gd name="T2" fmla="*/ 3 w 10"/>
                  <a:gd name="T3" fmla="*/ 11 h 11"/>
                  <a:gd name="T4" fmla="*/ 10 w 10"/>
                  <a:gd name="T5" fmla="*/ 1 h 11"/>
                  <a:gd name="T6" fmla="*/ 6 w 10"/>
                  <a:gd name="T7" fmla="*/ 0 h 11"/>
                  <a:gd name="T8" fmla="*/ 0 w 10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cubicBezTo>
                      <a:pt x="0" y="8"/>
                      <a:pt x="1" y="9"/>
                      <a:pt x="3" y="11"/>
                    </a:cubicBezTo>
                    <a:cubicBezTo>
                      <a:pt x="5" y="8"/>
                      <a:pt x="8" y="4"/>
                      <a:pt x="10" y="1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4" name="Oval 216">
                <a:extLst>
                  <a:ext uri="{FF2B5EF4-FFF2-40B4-BE49-F238E27FC236}">
                    <a16:creationId xmlns:a16="http://schemas.microsoft.com/office/drawing/2014/main" id="{B4F7B4AC-7747-40A8-98BF-36B33CC120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0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5" name="Oval 217">
                <a:extLst>
                  <a:ext uri="{FF2B5EF4-FFF2-40B4-BE49-F238E27FC236}">
                    <a16:creationId xmlns:a16="http://schemas.microsoft.com/office/drawing/2014/main" id="{26AAC4D1-6DA3-4562-81BE-6CAAD89B18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1" y="766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6" name="Oval 218">
                <a:extLst>
                  <a:ext uri="{FF2B5EF4-FFF2-40B4-BE49-F238E27FC236}">
                    <a16:creationId xmlns:a16="http://schemas.microsoft.com/office/drawing/2014/main" id="{81E5EF7E-7F6F-416F-9858-6656FA1FF0D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7" name="Oval 219">
                <a:extLst>
                  <a:ext uri="{FF2B5EF4-FFF2-40B4-BE49-F238E27FC236}">
                    <a16:creationId xmlns:a16="http://schemas.microsoft.com/office/drawing/2014/main" id="{5AAF3F6F-DD20-4632-93D1-F2C1E1E720F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4" y="769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8" name="Oval 220">
                <a:extLst>
                  <a:ext uri="{FF2B5EF4-FFF2-40B4-BE49-F238E27FC236}">
                    <a16:creationId xmlns:a16="http://schemas.microsoft.com/office/drawing/2014/main" id="{88F3CD6D-2FBB-4AA3-AAC8-F3F158B2A4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71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899" name="Oval 221">
                <a:extLst>
                  <a:ext uri="{FF2B5EF4-FFF2-40B4-BE49-F238E27FC236}">
                    <a16:creationId xmlns:a16="http://schemas.microsoft.com/office/drawing/2014/main" id="{68A05FC4-1086-40F5-B4CE-7CD961919FE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7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0" name="Oval 222">
                <a:extLst>
                  <a:ext uri="{FF2B5EF4-FFF2-40B4-BE49-F238E27FC236}">
                    <a16:creationId xmlns:a16="http://schemas.microsoft.com/office/drawing/2014/main" id="{CD9883BB-D5D5-4FD4-B6EA-4B118CA50DE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4" y="770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1" name="Oval 223">
                <a:extLst>
                  <a:ext uri="{FF2B5EF4-FFF2-40B4-BE49-F238E27FC236}">
                    <a16:creationId xmlns:a16="http://schemas.microsoft.com/office/drawing/2014/main" id="{D875C44F-1BE5-4940-B41C-07567D6562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4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2" name="Oval 224">
                <a:extLst>
                  <a:ext uri="{FF2B5EF4-FFF2-40B4-BE49-F238E27FC236}">
                    <a16:creationId xmlns:a16="http://schemas.microsoft.com/office/drawing/2014/main" id="{B600C9F9-A2AF-4066-B314-435A2E1CA9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3" y="769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3" name="Oval 225">
                <a:extLst>
                  <a:ext uri="{FF2B5EF4-FFF2-40B4-BE49-F238E27FC236}">
                    <a16:creationId xmlns:a16="http://schemas.microsoft.com/office/drawing/2014/main" id="{A49C7599-75F2-4432-9CCA-0BC1FF9A550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4" name="Oval 226">
                <a:extLst>
                  <a:ext uri="{FF2B5EF4-FFF2-40B4-BE49-F238E27FC236}">
                    <a16:creationId xmlns:a16="http://schemas.microsoft.com/office/drawing/2014/main" id="{4C5D13D5-2257-4B8B-8632-EC6CE927200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74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5" name="Oval 227">
                <a:extLst>
                  <a:ext uri="{FF2B5EF4-FFF2-40B4-BE49-F238E27FC236}">
                    <a16:creationId xmlns:a16="http://schemas.microsoft.com/office/drawing/2014/main" id="{8E3FBE29-6C3C-4828-8701-01BDFB5DA05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75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6" name="Oval 228">
                <a:extLst>
                  <a:ext uri="{FF2B5EF4-FFF2-40B4-BE49-F238E27FC236}">
                    <a16:creationId xmlns:a16="http://schemas.microsoft.com/office/drawing/2014/main" id="{889D9DA7-0246-4867-890B-F9A505392D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57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7" name="Oval 229">
                <a:extLst>
                  <a:ext uri="{FF2B5EF4-FFF2-40B4-BE49-F238E27FC236}">
                    <a16:creationId xmlns:a16="http://schemas.microsoft.com/office/drawing/2014/main" id="{447BB01D-CED5-4726-A694-F64F65D1FA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9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8" name="Oval 230">
                <a:extLst>
                  <a:ext uri="{FF2B5EF4-FFF2-40B4-BE49-F238E27FC236}">
                    <a16:creationId xmlns:a16="http://schemas.microsoft.com/office/drawing/2014/main" id="{AEAE1452-642A-4380-A438-C6FC6FE66DC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09" name="Oval 231">
                <a:extLst>
                  <a:ext uri="{FF2B5EF4-FFF2-40B4-BE49-F238E27FC236}">
                    <a16:creationId xmlns:a16="http://schemas.microsoft.com/office/drawing/2014/main" id="{B09C1BF0-661A-4165-B7EE-28DF8F72E1C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0" y="77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0" name="Oval 232">
                <a:extLst>
                  <a:ext uri="{FF2B5EF4-FFF2-40B4-BE49-F238E27FC236}">
                    <a16:creationId xmlns:a16="http://schemas.microsoft.com/office/drawing/2014/main" id="{B867CEA7-3B34-4D83-BDB3-043A03C015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4" y="76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1" name="Oval 233">
                <a:extLst>
                  <a:ext uri="{FF2B5EF4-FFF2-40B4-BE49-F238E27FC236}">
                    <a16:creationId xmlns:a16="http://schemas.microsoft.com/office/drawing/2014/main" id="{B0FDA920-8588-4BAF-B478-B7F2786CD0F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8" y="778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2" name="Oval 234">
                <a:extLst>
                  <a:ext uri="{FF2B5EF4-FFF2-40B4-BE49-F238E27FC236}">
                    <a16:creationId xmlns:a16="http://schemas.microsoft.com/office/drawing/2014/main" id="{6739BB8E-DF22-4936-A862-D9CB7EFFDA0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1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3" name="Oval 235">
                <a:extLst>
                  <a:ext uri="{FF2B5EF4-FFF2-40B4-BE49-F238E27FC236}">
                    <a16:creationId xmlns:a16="http://schemas.microsoft.com/office/drawing/2014/main" id="{46ACE798-AC4B-4223-8861-B46CE4297A0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4" name="Oval 236">
                <a:extLst>
                  <a:ext uri="{FF2B5EF4-FFF2-40B4-BE49-F238E27FC236}">
                    <a16:creationId xmlns:a16="http://schemas.microsoft.com/office/drawing/2014/main" id="{B1851FD9-426B-4137-B8E4-48890C4E697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81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5" name="Oval 237">
                <a:extLst>
                  <a:ext uri="{FF2B5EF4-FFF2-40B4-BE49-F238E27FC236}">
                    <a16:creationId xmlns:a16="http://schemas.microsoft.com/office/drawing/2014/main" id="{B420010A-4CB7-4A91-95D3-CB3E94F2DC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1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6" name="Oval 238">
                <a:extLst>
                  <a:ext uri="{FF2B5EF4-FFF2-40B4-BE49-F238E27FC236}">
                    <a16:creationId xmlns:a16="http://schemas.microsoft.com/office/drawing/2014/main" id="{B08204DF-0D17-4E3B-BC2A-EC285C32CF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2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7" name="Oval 239">
                <a:extLst>
                  <a:ext uri="{FF2B5EF4-FFF2-40B4-BE49-F238E27FC236}">
                    <a16:creationId xmlns:a16="http://schemas.microsoft.com/office/drawing/2014/main" id="{76FEA799-CF3A-43C0-8712-11011F8FEB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1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8" name="Oval 240">
                <a:extLst>
                  <a:ext uri="{FF2B5EF4-FFF2-40B4-BE49-F238E27FC236}">
                    <a16:creationId xmlns:a16="http://schemas.microsoft.com/office/drawing/2014/main" id="{20E653A2-8D81-4DD0-A0BD-09A767D8344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7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19" name="Oval 241">
                <a:extLst>
                  <a:ext uri="{FF2B5EF4-FFF2-40B4-BE49-F238E27FC236}">
                    <a16:creationId xmlns:a16="http://schemas.microsoft.com/office/drawing/2014/main" id="{EE5A3474-78C7-4513-B2C8-CA93DB25AA0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7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0" name="Oval 242">
                <a:extLst>
                  <a:ext uri="{FF2B5EF4-FFF2-40B4-BE49-F238E27FC236}">
                    <a16:creationId xmlns:a16="http://schemas.microsoft.com/office/drawing/2014/main" id="{791B4EA1-FD9D-4F50-8087-921D982C05C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7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1" name="Oval 243">
                <a:extLst>
                  <a:ext uri="{FF2B5EF4-FFF2-40B4-BE49-F238E27FC236}">
                    <a16:creationId xmlns:a16="http://schemas.microsoft.com/office/drawing/2014/main" id="{4FB95F9A-3F97-4051-B5A3-453AEA0016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5" y="770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2" name="Oval 244">
                <a:extLst>
                  <a:ext uri="{FF2B5EF4-FFF2-40B4-BE49-F238E27FC236}">
                    <a16:creationId xmlns:a16="http://schemas.microsoft.com/office/drawing/2014/main" id="{B81D9BD5-074D-435E-BCD1-E79C3E6E443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9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3" name="Oval 245">
                <a:extLst>
                  <a:ext uri="{FF2B5EF4-FFF2-40B4-BE49-F238E27FC236}">
                    <a16:creationId xmlns:a16="http://schemas.microsoft.com/office/drawing/2014/main" id="{CA523207-E5D6-4C0E-A19C-D4DCC5F5EF8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9" y="774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4" name="Oval 246">
                <a:extLst>
                  <a:ext uri="{FF2B5EF4-FFF2-40B4-BE49-F238E27FC236}">
                    <a16:creationId xmlns:a16="http://schemas.microsoft.com/office/drawing/2014/main" id="{D7A7DAB5-CD9B-4E6F-A9F6-3C54036E203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5" name="Oval 247">
                <a:extLst>
                  <a:ext uri="{FF2B5EF4-FFF2-40B4-BE49-F238E27FC236}">
                    <a16:creationId xmlns:a16="http://schemas.microsoft.com/office/drawing/2014/main" id="{725198B6-8088-4478-8018-477B1EA0694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198" y="762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6" name="Oval 248">
                <a:extLst>
                  <a:ext uri="{FF2B5EF4-FFF2-40B4-BE49-F238E27FC236}">
                    <a16:creationId xmlns:a16="http://schemas.microsoft.com/office/drawing/2014/main" id="{2548AF52-98A1-4AB3-8225-2F0D854697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7" y="76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7" name="Freeform 249">
                <a:extLst>
                  <a:ext uri="{FF2B5EF4-FFF2-40B4-BE49-F238E27FC236}">
                    <a16:creationId xmlns:a16="http://schemas.microsoft.com/office/drawing/2014/main" id="{B5FA3E60-877D-4A9C-B214-CEAF3E362C9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04" y="7810"/>
                <a:ext cx="8" cy="6"/>
              </a:xfrm>
              <a:custGeom>
                <a:avLst/>
                <a:gdLst>
                  <a:gd name="T0" fmla="*/ 11 w 11"/>
                  <a:gd name="T1" fmla="*/ 5 h 8"/>
                  <a:gd name="T2" fmla="*/ 5 w 11"/>
                  <a:gd name="T3" fmla="*/ 0 h 8"/>
                  <a:gd name="T4" fmla="*/ 0 w 11"/>
                  <a:gd name="T5" fmla="*/ 5 h 8"/>
                  <a:gd name="T6" fmla="*/ 10 w 11"/>
                  <a:gd name="T7" fmla="*/ 8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3" y="6"/>
                      <a:pt x="7" y="7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8" name="Oval 250">
                <a:extLst>
                  <a:ext uri="{FF2B5EF4-FFF2-40B4-BE49-F238E27FC236}">
                    <a16:creationId xmlns:a16="http://schemas.microsoft.com/office/drawing/2014/main" id="{E1794156-948D-4C39-AE87-8EE95872894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9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29" name="Oval 251">
                <a:extLst>
                  <a:ext uri="{FF2B5EF4-FFF2-40B4-BE49-F238E27FC236}">
                    <a16:creationId xmlns:a16="http://schemas.microsoft.com/office/drawing/2014/main" id="{F4ED3F4E-6EC9-441A-8A51-79FAD67CDEA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3" y="770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0" name="Oval 252">
                <a:extLst>
                  <a:ext uri="{FF2B5EF4-FFF2-40B4-BE49-F238E27FC236}">
                    <a16:creationId xmlns:a16="http://schemas.microsoft.com/office/drawing/2014/main" id="{62CF5492-AC03-4F92-B374-B13811E36F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1" y="767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1" name="Oval 253">
                <a:extLst>
                  <a:ext uri="{FF2B5EF4-FFF2-40B4-BE49-F238E27FC236}">
                    <a16:creationId xmlns:a16="http://schemas.microsoft.com/office/drawing/2014/main" id="{E7117E43-C1F9-40B3-873D-EB3A108AC67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74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2" name="Oval 254">
                <a:extLst>
                  <a:ext uri="{FF2B5EF4-FFF2-40B4-BE49-F238E27FC236}">
                    <a16:creationId xmlns:a16="http://schemas.microsoft.com/office/drawing/2014/main" id="{2315F8AB-4B18-40D9-817C-F8EA340F6FF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3" name="Oval 255">
                <a:extLst>
                  <a:ext uri="{FF2B5EF4-FFF2-40B4-BE49-F238E27FC236}">
                    <a16:creationId xmlns:a16="http://schemas.microsoft.com/office/drawing/2014/main" id="{BF0F02C6-D9B1-48DF-8E40-88912E2D0B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3" y="776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4" name="Oval 256">
                <a:extLst>
                  <a:ext uri="{FF2B5EF4-FFF2-40B4-BE49-F238E27FC236}">
                    <a16:creationId xmlns:a16="http://schemas.microsoft.com/office/drawing/2014/main" id="{3509A08C-0553-42FB-B5A0-489BE432F3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65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5" name="Oval 257">
                <a:extLst>
                  <a:ext uri="{FF2B5EF4-FFF2-40B4-BE49-F238E27FC236}">
                    <a16:creationId xmlns:a16="http://schemas.microsoft.com/office/drawing/2014/main" id="{917D7BAC-17EB-4C1B-9604-4951A234D17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9" y="765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6" name="Oval 258">
                <a:extLst>
                  <a:ext uri="{FF2B5EF4-FFF2-40B4-BE49-F238E27FC236}">
                    <a16:creationId xmlns:a16="http://schemas.microsoft.com/office/drawing/2014/main" id="{29E58ABD-E2E2-4F20-BE38-8117FCF7B4F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0" y="76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7" name="Freeform 259">
                <a:extLst>
                  <a:ext uri="{FF2B5EF4-FFF2-40B4-BE49-F238E27FC236}">
                    <a16:creationId xmlns:a16="http://schemas.microsoft.com/office/drawing/2014/main" id="{F3DA3753-B8DA-4EBE-AD0F-0C0060472EC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46" y="7779"/>
                <a:ext cx="9" cy="9"/>
              </a:xfrm>
              <a:custGeom>
                <a:avLst/>
                <a:gdLst>
                  <a:gd name="T0" fmla="*/ 8 w 12"/>
                  <a:gd name="T1" fmla="*/ 12 h 12"/>
                  <a:gd name="T2" fmla="*/ 12 w 12"/>
                  <a:gd name="T3" fmla="*/ 6 h 12"/>
                  <a:gd name="T4" fmla="*/ 6 w 12"/>
                  <a:gd name="T5" fmla="*/ 0 h 12"/>
                  <a:gd name="T6" fmla="*/ 0 w 12"/>
                  <a:gd name="T7" fmla="*/ 6 h 12"/>
                  <a:gd name="T8" fmla="*/ 0 w 12"/>
                  <a:gd name="T9" fmla="*/ 6 h 12"/>
                  <a:gd name="T10" fmla="*/ 8 w 1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8" name="Oval 260">
                <a:extLst>
                  <a:ext uri="{FF2B5EF4-FFF2-40B4-BE49-F238E27FC236}">
                    <a16:creationId xmlns:a16="http://schemas.microsoft.com/office/drawing/2014/main" id="{EC21CD52-3CB9-4D00-A960-AFEC9CA09DC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1" y="769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39" name="Oval 261">
                <a:extLst>
                  <a:ext uri="{FF2B5EF4-FFF2-40B4-BE49-F238E27FC236}">
                    <a16:creationId xmlns:a16="http://schemas.microsoft.com/office/drawing/2014/main" id="{E40F7906-C640-4DA5-A397-73C3F8FC277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1" y="779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0" name="Oval 262">
                <a:extLst>
                  <a:ext uri="{FF2B5EF4-FFF2-40B4-BE49-F238E27FC236}">
                    <a16:creationId xmlns:a16="http://schemas.microsoft.com/office/drawing/2014/main" id="{3E759E42-E7D8-4AC2-9054-01BBFCFF8F8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9" y="778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1" name="Oval 263">
                <a:extLst>
                  <a:ext uri="{FF2B5EF4-FFF2-40B4-BE49-F238E27FC236}">
                    <a16:creationId xmlns:a16="http://schemas.microsoft.com/office/drawing/2014/main" id="{B7D53065-A06E-4CDE-AA77-78FDB2F4455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8" y="762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2" name="Oval 264">
                <a:extLst>
                  <a:ext uri="{FF2B5EF4-FFF2-40B4-BE49-F238E27FC236}">
                    <a16:creationId xmlns:a16="http://schemas.microsoft.com/office/drawing/2014/main" id="{15B3698D-DA92-4302-94D1-0CE98EC1FDB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6" y="75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3" name="Freeform 265">
                <a:extLst>
                  <a:ext uri="{FF2B5EF4-FFF2-40B4-BE49-F238E27FC236}">
                    <a16:creationId xmlns:a16="http://schemas.microsoft.com/office/drawing/2014/main" id="{32390EE7-8BC0-406B-A63C-89DF556F55C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69" y="7794"/>
                <a:ext cx="8" cy="9"/>
              </a:xfrm>
              <a:custGeom>
                <a:avLst/>
                <a:gdLst>
                  <a:gd name="T0" fmla="*/ 11 w 11"/>
                  <a:gd name="T1" fmla="*/ 6 h 11"/>
                  <a:gd name="T2" fmla="*/ 5 w 11"/>
                  <a:gd name="T3" fmla="*/ 0 h 11"/>
                  <a:gd name="T4" fmla="*/ 0 w 11"/>
                  <a:gd name="T5" fmla="*/ 6 h 11"/>
                  <a:gd name="T6" fmla="*/ 9 w 11"/>
                  <a:gd name="T7" fmla="*/ 11 h 11"/>
                  <a:gd name="T8" fmla="*/ 11 w 11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0" y="9"/>
                      <a:pt x="11" y="8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4" name="Oval 266">
                <a:extLst>
                  <a:ext uri="{FF2B5EF4-FFF2-40B4-BE49-F238E27FC236}">
                    <a16:creationId xmlns:a16="http://schemas.microsoft.com/office/drawing/2014/main" id="{16C01456-1922-45BA-9DE5-252325B36BF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5" name="Oval 267">
                <a:extLst>
                  <a:ext uri="{FF2B5EF4-FFF2-40B4-BE49-F238E27FC236}">
                    <a16:creationId xmlns:a16="http://schemas.microsoft.com/office/drawing/2014/main" id="{82818193-8A19-48A6-8230-52559FB544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75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6" name="Oval 268">
                <a:extLst>
                  <a:ext uri="{FF2B5EF4-FFF2-40B4-BE49-F238E27FC236}">
                    <a16:creationId xmlns:a16="http://schemas.microsoft.com/office/drawing/2014/main" id="{80F9213E-B5F5-4618-9F39-EF42C84256F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55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7" name="Oval 269">
                <a:extLst>
                  <a:ext uri="{FF2B5EF4-FFF2-40B4-BE49-F238E27FC236}">
                    <a16:creationId xmlns:a16="http://schemas.microsoft.com/office/drawing/2014/main" id="{786DBE76-D266-4111-B311-0410CFD5437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7" y="77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8" name="Oval 270">
                <a:extLst>
                  <a:ext uri="{FF2B5EF4-FFF2-40B4-BE49-F238E27FC236}">
                    <a16:creationId xmlns:a16="http://schemas.microsoft.com/office/drawing/2014/main" id="{4D4998B2-9D45-450D-88D8-EFD9BF021B9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3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49" name="Oval 271">
                <a:extLst>
                  <a:ext uri="{FF2B5EF4-FFF2-40B4-BE49-F238E27FC236}">
                    <a16:creationId xmlns:a16="http://schemas.microsoft.com/office/drawing/2014/main" id="{FA9F180A-E173-497F-9CE1-E2B9BC4D4D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5" y="77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0" name="Oval 272">
                <a:extLst>
                  <a:ext uri="{FF2B5EF4-FFF2-40B4-BE49-F238E27FC236}">
                    <a16:creationId xmlns:a16="http://schemas.microsoft.com/office/drawing/2014/main" id="{58EB0F30-DEBD-4E0C-AFBB-3B1D6165B51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8" y="765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1" name="Oval 273">
                <a:extLst>
                  <a:ext uri="{FF2B5EF4-FFF2-40B4-BE49-F238E27FC236}">
                    <a16:creationId xmlns:a16="http://schemas.microsoft.com/office/drawing/2014/main" id="{6D9D05F4-88A5-40C5-A422-42CB8FD3933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7" y="77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2" name="Oval 274">
                <a:extLst>
                  <a:ext uri="{FF2B5EF4-FFF2-40B4-BE49-F238E27FC236}">
                    <a16:creationId xmlns:a16="http://schemas.microsoft.com/office/drawing/2014/main" id="{2E742D7E-4F0B-47E8-9496-6F107BC4305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0" y="780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3" name="Oval 275">
                <a:extLst>
                  <a:ext uri="{FF2B5EF4-FFF2-40B4-BE49-F238E27FC236}">
                    <a16:creationId xmlns:a16="http://schemas.microsoft.com/office/drawing/2014/main" id="{41BE5D32-3136-4650-B803-6721E1B41C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2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4" name="Oval 276">
                <a:extLst>
                  <a:ext uri="{FF2B5EF4-FFF2-40B4-BE49-F238E27FC236}">
                    <a16:creationId xmlns:a16="http://schemas.microsoft.com/office/drawing/2014/main" id="{526042C6-2317-4EED-B04F-67C904CC5FE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8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5" name="Oval 277">
                <a:extLst>
                  <a:ext uri="{FF2B5EF4-FFF2-40B4-BE49-F238E27FC236}">
                    <a16:creationId xmlns:a16="http://schemas.microsoft.com/office/drawing/2014/main" id="{7B453F38-2122-42AE-ABE1-D8E5A4A2567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6" name="Oval 278">
                <a:extLst>
                  <a:ext uri="{FF2B5EF4-FFF2-40B4-BE49-F238E27FC236}">
                    <a16:creationId xmlns:a16="http://schemas.microsoft.com/office/drawing/2014/main" id="{FCEC238B-8F23-40AD-AA8E-F660AB3D6EA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7" name="Oval 279">
                <a:extLst>
                  <a:ext uri="{FF2B5EF4-FFF2-40B4-BE49-F238E27FC236}">
                    <a16:creationId xmlns:a16="http://schemas.microsoft.com/office/drawing/2014/main" id="{3DC4FE29-F450-46B6-BF2E-B569E0AD12C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5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8" name="Oval 280">
                <a:extLst>
                  <a:ext uri="{FF2B5EF4-FFF2-40B4-BE49-F238E27FC236}">
                    <a16:creationId xmlns:a16="http://schemas.microsoft.com/office/drawing/2014/main" id="{A608C2BA-F568-41C2-B3B4-F726ADF4CF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3" y="760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59" name="Freeform 281">
                <a:extLst>
                  <a:ext uri="{FF2B5EF4-FFF2-40B4-BE49-F238E27FC236}">
                    <a16:creationId xmlns:a16="http://schemas.microsoft.com/office/drawing/2014/main" id="{4F08519B-AC76-43A5-8FA4-DDFE5661978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91" y="7700"/>
                <a:ext cx="5" cy="8"/>
              </a:xfrm>
              <a:custGeom>
                <a:avLst/>
                <a:gdLst>
                  <a:gd name="T0" fmla="*/ 7 w 7"/>
                  <a:gd name="T1" fmla="*/ 6 h 11"/>
                  <a:gd name="T2" fmla="*/ 2 w 7"/>
                  <a:gd name="T3" fmla="*/ 0 h 11"/>
                  <a:gd name="T4" fmla="*/ 0 w 7"/>
                  <a:gd name="T5" fmla="*/ 1 h 11"/>
                  <a:gd name="T6" fmla="*/ 3 w 7"/>
                  <a:gd name="T7" fmla="*/ 11 h 11"/>
                  <a:gd name="T8" fmla="*/ 7 w 7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6"/>
                    </a:moveTo>
                    <a:cubicBezTo>
                      <a:pt x="7" y="3"/>
                      <a:pt x="5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6" y="11"/>
                      <a:pt x="7" y="9"/>
                      <a:pt x="7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0" name="Oval 282">
                <a:extLst>
                  <a:ext uri="{FF2B5EF4-FFF2-40B4-BE49-F238E27FC236}">
                    <a16:creationId xmlns:a16="http://schemas.microsoft.com/office/drawing/2014/main" id="{771F9992-A4EC-49B8-B866-A39E394EB0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1" name="Oval 283">
                <a:extLst>
                  <a:ext uri="{FF2B5EF4-FFF2-40B4-BE49-F238E27FC236}">
                    <a16:creationId xmlns:a16="http://schemas.microsoft.com/office/drawing/2014/main" id="{518FB527-B851-4B3E-AD0C-5F020194871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8" y="775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2" name="Oval 284">
                <a:extLst>
                  <a:ext uri="{FF2B5EF4-FFF2-40B4-BE49-F238E27FC236}">
                    <a16:creationId xmlns:a16="http://schemas.microsoft.com/office/drawing/2014/main" id="{1A2EE037-23C1-4345-9A84-544F97C3DAF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2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3" name="Oval 285">
                <a:extLst>
                  <a:ext uri="{FF2B5EF4-FFF2-40B4-BE49-F238E27FC236}">
                    <a16:creationId xmlns:a16="http://schemas.microsoft.com/office/drawing/2014/main" id="{FB302794-6987-46AD-B0EF-82C52D99A3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70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4" name="Oval 286">
                <a:extLst>
                  <a:ext uri="{FF2B5EF4-FFF2-40B4-BE49-F238E27FC236}">
                    <a16:creationId xmlns:a16="http://schemas.microsoft.com/office/drawing/2014/main" id="{BB7610CF-826A-4ECF-9C61-F56F79B6B8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4" y="75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5" name="Freeform 287">
                <a:extLst>
                  <a:ext uri="{FF2B5EF4-FFF2-40B4-BE49-F238E27FC236}">
                    <a16:creationId xmlns:a16="http://schemas.microsoft.com/office/drawing/2014/main" id="{D2F66F57-685D-498C-9DD4-2807CA69B89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0" y="7802"/>
                <a:ext cx="9" cy="7"/>
              </a:xfrm>
              <a:custGeom>
                <a:avLst/>
                <a:gdLst>
                  <a:gd name="T0" fmla="*/ 12 w 12"/>
                  <a:gd name="T1" fmla="*/ 6 h 10"/>
                  <a:gd name="T2" fmla="*/ 12 w 12"/>
                  <a:gd name="T3" fmla="*/ 6 h 10"/>
                  <a:gd name="T4" fmla="*/ 6 w 12"/>
                  <a:gd name="T5" fmla="*/ 0 h 10"/>
                  <a:gd name="T6" fmla="*/ 0 w 12"/>
                  <a:gd name="T7" fmla="*/ 6 h 10"/>
                  <a:gd name="T8" fmla="*/ 2 w 12"/>
                  <a:gd name="T9" fmla="*/ 10 h 10"/>
                  <a:gd name="T10" fmla="*/ 12 w 12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5" y="9"/>
                      <a:pt x="9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6" name="Oval 288">
                <a:extLst>
                  <a:ext uri="{FF2B5EF4-FFF2-40B4-BE49-F238E27FC236}">
                    <a16:creationId xmlns:a16="http://schemas.microsoft.com/office/drawing/2014/main" id="{852EFB35-480F-4654-8ABD-2CFF347F10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8" y="761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7" name="Oval 289">
                <a:extLst>
                  <a:ext uri="{FF2B5EF4-FFF2-40B4-BE49-F238E27FC236}">
                    <a16:creationId xmlns:a16="http://schemas.microsoft.com/office/drawing/2014/main" id="{084356DD-71B3-4173-893B-62B98B4F19B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3" y="773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8" name="Oval 290">
                <a:extLst>
                  <a:ext uri="{FF2B5EF4-FFF2-40B4-BE49-F238E27FC236}">
                    <a16:creationId xmlns:a16="http://schemas.microsoft.com/office/drawing/2014/main" id="{3FA7C023-45EC-4E62-91C3-668558337BD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2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69" name="Oval 291">
                <a:extLst>
                  <a:ext uri="{FF2B5EF4-FFF2-40B4-BE49-F238E27FC236}">
                    <a16:creationId xmlns:a16="http://schemas.microsoft.com/office/drawing/2014/main" id="{F951FB9E-52F5-44FE-8880-E46DD78AC30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4" y="766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0" name="Oval 292">
                <a:extLst>
                  <a:ext uri="{FF2B5EF4-FFF2-40B4-BE49-F238E27FC236}">
                    <a16:creationId xmlns:a16="http://schemas.microsoft.com/office/drawing/2014/main" id="{ACCE0A71-0A32-4922-B1FE-E885F8F64BF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5" y="774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1" name="Oval 293">
                <a:extLst>
                  <a:ext uri="{FF2B5EF4-FFF2-40B4-BE49-F238E27FC236}">
                    <a16:creationId xmlns:a16="http://schemas.microsoft.com/office/drawing/2014/main" id="{56654EBA-377B-43CD-86D9-33EE3CA112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52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2" name="Oval 294">
                <a:extLst>
                  <a:ext uri="{FF2B5EF4-FFF2-40B4-BE49-F238E27FC236}">
                    <a16:creationId xmlns:a16="http://schemas.microsoft.com/office/drawing/2014/main" id="{47C6366E-5AF7-4689-94AA-CAE81435E3B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2" y="757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3" name="Oval 295">
                <a:extLst>
                  <a:ext uri="{FF2B5EF4-FFF2-40B4-BE49-F238E27FC236}">
                    <a16:creationId xmlns:a16="http://schemas.microsoft.com/office/drawing/2014/main" id="{BBDE2E3F-3C0F-429F-A247-B12ECBABC81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2" y="771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4" name="Oval 296">
                <a:extLst>
                  <a:ext uri="{FF2B5EF4-FFF2-40B4-BE49-F238E27FC236}">
                    <a16:creationId xmlns:a16="http://schemas.microsoft.com/office/drawing/2014/main" id="{81FB3045-4C68-45E2-8A82-0FBA7E2326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2" y="76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5" name="Oval 297">
                <a:extLst>
                  <a:ext uri="{FF2B5EF4-FFF2-40B4-BE49-F238E27FC236}">
                    <a16:creationId xmlns:a16="http://schemas.microsoft.com/office/drawing/2014/main" id="{E115C35C-FC0B-49A6-A2AB-3D56347137E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0" y="76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6" name="Oval 298">
                <a:extLst>
                  <a:ext uri="{FF2B5EF4-FFF2-40B4-BE49-F238E27FC236}">
                    <a16:creationId xmlns:a16="http://schemas.microsoft.com/office/drawing/2014/main" id="{43E3C569-0D89-426B-B202-24A9A51C90F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5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7" name="Oval 299">
                <a:extLst>
                  <a:ext uri="{FF2B5EF4-FFF2-40B4-BE49-F238E27FC236}">
                    <a16:creationId xmlns:a16="http://schemas.microsoft.com/office/drawing/2014/main" id="{760A73DC-51B9-4D46-9A77-DBB89B1180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2" y="767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8" name="Oval 300">
                <a:extLst>
                  <a:ext uri="{FF2B5EF4-FFF2-40B4-BE49-F238E27FC236}">
                    <a16:creationId xmlns:a16="http://schemas.microsoft.com/office/drawing/2014/main" id="{DD431438-395C-47D4-8916-972367A64F5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8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79" name="Oval 301">
                <a:extLst>
                  <a:ext uri="{FF2B5EF4-FFF2-40B4-BE49-F238E27FC236}">
                    <a16:creationId xmlns:a16="http://schemas.microsoft.com/office/drawing/2014/main" id="{D10EEDC3-DB7F-4615-BDDA-7B4F3977AA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0" name="Oval 302">
                <a:extLst>
                  <a:ext uri="{FF2B5EF4-FFF2-40B4-BE49-F238E27FC236}">
                    <a16:creationId xmlns:a16="http://schemas.microsoft.com/office/drawing/2014/main" id="{5331177C-1755-4130-91D8-6D403C68AE2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0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1" name="Oval 303">
                <a:extLst>
                  <a:ext uri="{FF2B5EF4-FFF2-40B4-BE49-F238E27FC236}">
                    <a16:creationId xmlns:a16="http://schemas.microsoft.com/office/drawing/2014/main" id="{6306F770-D074-4ED7-BDCA-D1B50556E1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9" y="757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2" name="Oval 304">
                <a:extLst>
                  <a:ext uri="{FF2B5EF4-FFF2-40B4-BE49-F238E27FC236}">
                    <a16:creationId xmlns:a16="http://schemas.microsoft.com/office/drawing/2014/main" id="{138D3959-0B80-4202-900E-C91EE925957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75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3" name="Oval 305">
                <a:extLst>
                  <a:ext uri="{FF2B5EF4-FFF2-40B4-BE49-F238E27FC236}">
                    <a16:creationId xmlns:a16="http://schemas.microsoft.com/office/drawing/2014/main" id="{A6B4A974-F005-4BE4-8977-5C78649D6CC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4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4" name="Oval 306">
                <a:extLst>
                  <a:ext uri="{FF2B5EF4-FFF2-40B4-BE49-F238E27FC236}">
                    <a16:creationId xmlns:a16="http://schemas.microsoft.com/office/drawing/2014/main" id="{6565E911-D464-40B9-B505-AB4EFE7556B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6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5" name="Oval 307">
                <a:extLst>
                  <a:ext uri="{FF2B5EF4-FFF2-40B4-BE49-F238E27FC236}">
                    <a16:creationId xmlns:a16="http://schemas.microsoft.com/office/drawing/2014/main" id="{5466BEE1-212B-44AB-A2BB-8A698A2D299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8" y="778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6" name="Oval 308">
                <a:extLst>
                  <a:ext uri="{FF2B5EF4-FFF2-40B4-BE49-F238E27FC236}">
                    <a16:creationId xmlns:a16="http://schemas.microsoft.com/office/drawing/2014/main" id="{BAD1BD9F-17C0-4F99-BC29-460846099D1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7" y="76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7" name="Oval 309">
                <a:extLst>
                  <a:ext uri="{FF2B5EF4-FFF2-40B4-BE49-F238E27FC236}">
                    <a16:creationId xmlns:a16="http://schemas.microsoft.com/office/drawing/2014/main" id="{220E02A1-86FF-43DD-8639-0C275FE0069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7" y="756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8" name="Oval 310">
                <a:extLst>
                  <a:ext uri="{FF2B5EF4-FFF2-40B4-BE49-F238E27FC236}">
                    <a16:creationId xmlns:a16="http://schemas.microsoft.com/office/drawing/2014/main" id="{0734841C-6BD0-47F5-A078-EC333F2EE97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7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89" name="Oval 311">
                <a:extLst>
                  <a:ext uri="{FF2B5EF4-FFF2-40B4-BE49-F238E27FC236}">
                    <a16:creationId xmlns:a16="http://schemas.microsoft.com/office/drawing/2014/main" id="{B239FEE7-7C56-488B-9AE2-235FD3040CB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0" name="Oval 312">
                <a:extLst>
                  <a:ext uri="{FF2B5EF4-FFF2-40B4-BE49-F238E27FC236}">
                    <a16:creationId xmlns:a16="http://schemas.microsoft.com/office/drawing/2014/main" id="{52E02270-98E5-4539-A06D-E5E806C3A08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9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1" name="Oval 313">
                <a:extLst>
                  <a:ext uri="{FF2B5EF4-FFF2-40B4-BE49-F238E27FC236}">
                    <a16:creationId xmlns:a16="http://schemas.microsoft.com/office/drawing/2014/main" id="{B65DDC30-8C02-4B2F-A9B4-CB40B8019D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0" y="76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2" name="Oval 314">
                <a:extLst>
                  <a:ext uri="{FF2B5EF4-FFF2-40B4-BE49-F238E27FC236}">
                    <a16:creationId xmlns:a16="http://schemas.microsoft.com/office/drawing/2014/main" id="{96E9B417-7721-4F5F-8167-25DF47C7F1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5" y="768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3" name="Oval 315">
                <a:extLst>
                  <a:ext uri="{FF2B5EF4-FFF2-40B4-BE49-F238E27FC236}">
                    <a16:creationId xmlns:a16="http://schemas.microsoft.com/office/drawing/2014/main" id="{0A831419-87C8-40AE-B205-F38BD51E2C7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4" name="Oval 316">
                <a:extLst>
                  <a:ext uri="{FF2B5EF4-FFF2-40B4-BE49-F238E27FC236}">
                    <a16:creationId xmlns:a16="http://schemas.microsoft.com/office/drawing/2014/main" id="{2A5F1BBC-8AB9-4940-B74E-56FFA94D4E7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5" name="Oval 317">
                <a:extLst>
                  <a:ext uri="{FF2B5EF4-FFF2-40B4-BE49-F238E27FC236}">
                    <a16:creationId xmlns:a16="http://schemas.microsoft.com/office/drawing/2014/main" id="{CB521E25-8374-4B55-A30D-4D6406A2CC8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6" name="Freeform 318">
                <a:extLst>
                  <a:ext uri="{FF2B5EF4-FFF2-40B4-BE49-F238E27FC236}">
                    <a16:creationId xmlns:a16="http://schemas.microsoft.com/office/drawing/2014/main" id="{D0BDB0EE-66EF-4F55-B3BD-87278E256F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3" y="7797"/>
                <a:ext cx="8" cy="7"/>
              </a:xfrm>
              <a:custGeom>
                <a:avLst/>
                <a:gdLst>
                  <a:gd name="T0" fmla="*/ 11 w 11"/>
                  <a:gd name="T1" fmla="*/ 4 h 9"/>
                  <a:gd name="T2" fmla="*/ 6 w 11"/>
                  <a:gd name="T3" fmla="*/ 0 h 9"/>
                  <a:gd name="T4" fmla="*/ 0 w 11"/>
                  <a:gd name="T5" fmla="*/ 6 h 9"/>
                  <a:gd name="T6" fmla="*/ 1 w 11"/>
                  <a:gd name="T7" fmla="*/ 9 h 9"/>
                  <a:gd name="T8" fmla="*/ 11 w 11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2"/>
                      <a:pt x="8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7"/>
                      <a:pt x="8" y="6"/>
                      <a:pt x="1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7" name="Oval 319">
                <a:extLst>
                  <a:ext uri="{FF2B5EF4-FFF2-40B4-BE49-F238E27FC236}">
                    <a16:creationId xmlns:a16="http://schemas.microsoft.com/office/drawing/2014/main" id="{F5FFC6BB-4B0B-48A3-97C9-187A8ADE866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63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8" name="Oval 320">
                <a:extLst>
                  <a:ext uri="{FF2B5EF4-FFF2-40B4-BE49-F238E27FC236}">
                    <a16:creationId xmlns:a16="http://schemas.microsoft.com/office/drawing/2014/main" id="{DE3A404A-373A-4FAA-AE19-EB8949C77FB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4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999" name="Oval 321">
                <a:extLst>
                  <a:ext uri="{FF2B5EF4-FFF2-40B4-BE49-F238E27FC236}">
                    <a16:creationId xmlns:a16="http://schemas.microsoft.com/office/drawing/2014/main" id="{1FC202CE-F946-4959-BE17-76EAABE700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3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0" name="Freeform 322">
                <a:extLst>
                  <a:ext uri="{FF2B5EF4-FFF2-40B4-BE49-F238E27FC236}">
                    <a16:creationId xmlns:a16="http://schemas.microsoft.com/office/drawing/2014/main" id="{10BCE5D1-6D47-42EF-B4F9-DCD887ECCB0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6" y="7810"/>
                <a:ext cx="8" cy="7"/>
              </a:xfrm>
              <a:custGeom>
                <a:avLst/>
                <a:gdLst>
                  <a:gd name="T0" fmla="*/ 11 w 11"/>
                  <a:gd name="T1" fmla="*/ 6 h 9"/>
                  <a:gd name="T2" fmla="*/ 11 w 11"/>
                  <a:gd name="T3" fmla="*/ 6 h 9"/>
                  <a:gd name="T4" fmla="*/ 5 w 11"/>
                  <a:gd name="T5" fmla="*/ 0 h 9"/>
                  <a:gd name="T6" fmla="*/ 0 w 11"/>
                  <a:gd name="T7" fmla="*/ 6 h 9"/>
                  <a:gd name="T8" fmla="*/ 1 w 11"/>
                  <a:gd name="T9" fmla="*/ 9 h 9"/>
                  <a:gd name="T10" fmla="*/ 11 w 11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8"/>
                      <a:pt x="8" y="7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1" name="Oval 323">
                <a:extLst>
                  <a:ext uri="{FF2B5EF4-FFF2-40B4-BE49-F238E27FC236}">
                    <a16:creationId xmlns:a16="http://schemas.microsoft.com/office/drawing/2014/main" id="{1DFB8589-BFCE-401D-AD46-C79247B74C7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2" y="769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2" name="Oval 324">
                <a:extLst>
                  <a:ext uri="{FF2B5EF4-FFF2-40B4-BE49-F238E27FC236}">
                    <a16:creationId xmlns:a16="http://schemas.microsoft.com/office/drawing/2014/main" id="{3149A55A-92B8-4EEB-B230-FB771142B5A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3" name="Freeform 325">
                <a:extLst>
                  <a:ext uri="{FF2B5EF4-FFF2-40B4-BE49-F238E27FC236}">
                    <a16:creationId xmlns:a16="http://schemas.microsoft.com/office/drawing/2014/main" id="{DA320456-9583-460B-914D-A54F7210A9A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27" y="7764"/>
                <a:ext cx="7" cy="7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2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3"/>
                      <a:pt x="7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4" name="Oval 326">
                <a:extLst>
                  <a:ext uri="{FF2B5EF4-FFF2-40B4-BE49-F238E27FC236}">
                    <a16:creationId xmlns:a16="http://schemas.microsoft.com/office/drawing/2014/main" id="{5CCB2260-5B49-4AC7-9411-41E8317A463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5" name="Oval 327">
                <a:extLst>
                  <a:ext uri="{FF2B5EF4-FFF2-40B4-BE49-F238E27FC236}">
                    <a16:creationId xmlns:a16="http://schemas.microsoft.com/office/drawing/2014/main" id="{04B18C86-461D-497B-B1EF-E294EFB97EB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9" y="769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6" name="Freeform 328">
                <a:extLst>
                  <a:ext uri="{FF2B5EF4-FFF2-40B4-BE49-F238E27FC236}">
                    <a16:creationId xmlns:a16="http://schemas.microsoft.com/office/drawing/2014/main" id="{B9C45563-092A-493D-A4A4-D40887DEE71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36" y="7770"/>
                <a:ext cx="8" cy="9"/>
              </a:xfrm>
              <a:custGeom>
                <a:avLst/>
                <a:gdLst>
                  <a:gd name="T0" fmla="*/ 12 w 12"/>
                  <a:gd name="T1" fmla="*/ 6 h 11"/>
                  <a:gd name="T2" fmla="*/ 6 w 12"/>
                  <a:gd name="T3" fmla="*/ 0 h 11"/>
                  <a:gd name="T4" fmla="*/ 0 w 12"/>
                  <a:gd name="T5" fmla="*/ 5 h 11"/>
                  <a:gd name="T6" fmla="*/ 7 w 12"/>
                  <a:gd name="T7" fmla="*/ 11 h 11"/>
                  <a:gd name="T8" fmla="*/ 12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3" y="7"/>
                      <a:pt x="5" y="9"/>
                      <a:pt x="7" y="11"/>
                    </a:cubicBezTo>
                    <a:cubicBezTo>
                      <a:pt x="10" y="10"/>
                      <a:pt x="12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7" name="Oval 329">
                <a:extLst>
                  <a:ext uri="{FF2B5EF4-FFF2-40B4-BE49-F238E27FC236}">
                    <a16:creationId xmlns:a16="http://schemas.microsoft.com/office/drawing/2014/main" id="{337E1D68-55E9-4464-954D-40C712C3D93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2" y="768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8" name="Oval 330">
                <a:extLst>
                  <a:ext uri="{FF2B5EF4-FFF2-40B4-BE49-F238E27FC236}">
                    <a16:creationId xmlns:a16="http://schemas.microsoft.com/office/drawing/2014/main" id="{C9EF916E-CF74-4795-8AD7-9F76D9018F0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3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09" name="Oval 331">
                <a:extLst>
                  <a:ext uri="{FF2B5EF4-FFF2-40B4-BE49-F238E27FC236}">
                    <a16:creationId xmlns:a16="http://schemas.microsoft.com/office/drawing/2014/main" id="{D4E20D63-0229-432B-9C81-8A8A0D8555B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5" y="776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0" name="Oval 332">
                <a:extLst>
                  <a:ext uri="{FF2B5EF4-FFF2-40B4-BE49-F238E27FC236}">
                    <a16:creationId xmlns:a16="http://schemas.microsoft.com/office/drawing/2014/main" id="{5977541C-5CF8-48D7-8E14-40289C1DDC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3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1" name="Oval 333">
                <a:extLst>
                  <a:ext uri="{FF2B5EF4-FFF2-40B4-BE49-F238E27FC236}">
                    <a16:creationId xmlns:a16="http://schemas.microsoft.com/office/drawing/2014/main" id="{22A3E1EF-6950-4F87-A6FD-9A4EB22DA21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6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2" name="Oval 334">
                <a:extLst>
                  <a:ext uri="{FF2B5EF4-FFF2-40B4-BE49-F238E27FC236}">
                    <a16:creationId xmlns:a16="http://schemas.microsoft.com/office/drawing/2014/main" id="{DCA58C52-A250-4EA6-A641-CA36AA086BE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5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3" name="Oval 335">
                <a:extLst>
                  <a:ext uri="{FF2B5EF4-FFF2-40B4-BE49-F238E27FC236}">
                    <a16:creationId xmlns:a16="http://schemas.microsoft.com/office/drawing/2014/main" id="{097A1343-7A5B-4890-8C2E-2CB099E04E3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4" name="Oval 336">
                <a:extLst>
                  <a:ext uri="{FF2B5EF4-FFF2-40B4-BE49-F238E27FC236}">
                    <a16:creationId xmlns:a16="http://schemas.microsoft.com/office/drawing/2014/main" id="{B024433C-7C92-4590-97B1-39FD69B26F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2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5" name="Oval 337">
                <a:extLst>
                  <a:ext uri="{FF2B5EF4-FFF2-40B4-BE49-F238E27FC236}">
                    <a16:creationId xmlns:a16="http://schemas.microsoft.com/office/drawing/2014/main" id="{B491C52B-2F9A-4457-A4A0-B4D5507AAD6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2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6" name="Oval 338">
                <a:extLst>
                  <a:ext uri="{FF2B5EF4-FFF2-40B4-BE49-F238E27FC236}">
                    <a16:creationId xmlns:a16="http://schemas.microsoft.com/office/drawing/2014/main" id="{00E36A5F-D004-4F09-9255-D47E4A01D94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5" y="75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7" name="Freeform 339">
                <a:extLst>
                  <a:ext uri="{FF2B5EF4-FFF2-40B4-BE49-F238E27FC236}">
                    <a16:creationId xmlns:a16="http://schemas.microsoft.com/office/drawing/2014/main" id="{A3899FA2-E0B3-438D-AD79-F7B375EAEC0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7" y="7685"/>
                <a:ext cx="8" cy="9"/>
              </a:xfrm>
              <a:custGeom>
                <a:avLst/>
                <a:gdLst>
                  <a:gd name="T0" fmla="*/ 10 w 10"/>
                  <a:gd name="T1" fmla="*/ 5 h 11"/>
                  <a:gd name="T2" fmla="*/ 4 w 10"/>
                  <a:gd name="T3" fmla="*/ 0 h 11"/>
                  <a:gd name="T4" fmla="*/ 0 w 10"/>
                  <a:gd name="T5" fmla="*/ 1 h 11"/>
                  <a:gd name="T6" fmla="*/ 3 w 10"/>
                  <a:gd name="T7" fmla="*/ 11 h 11"/>
                  <a:gd name="T8" fmla="*/ 4 w 10"/>
                  <a:gd name="T9" fmla="*/ 11 h 11"/>
                  <a:gd name="T10" fmla="*/ 10 w 10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5"/>
                    </a:moveTo>
                    <a:cubicBezTo>
                      <a:pt x="10" y="2"/>
                      <a:pt x="7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7" y="11"/>
                      <a:pt x="10" y="9"/>
                      <a:pt x="1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8" name="Oval 340">
                <a:extLst>
                  <a:ext uri="{FF2B5EF4-FFF2-40B4-BE49-F238E27FC236}">
                    <a16:creationId xmlns:a16="http://schemas.microsoft.com/office/drawing/2014/main" id="{0390EE27-F66B-4A66-B2C3-81BA9D61451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803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19" name="Oval 341">
                <a:extLst>
                  <a:ext uri="{FF2B5EF4-FFF2-40B4-BE49-F238E27FC236}">
                    <a16:creationId xmlns:a16="http://schemas.microsoft.com/office/drawing/2014/main" id="{45D058D1-BC49-441F-9A2A-CB570BF4854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5" y="765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0" name="Freeform 342">
                <a:extLst>
                  <a:ext uri="{FF2B5EF4-FFF2-40B4-BE49-F238E27FC236}">
                    <a16:creationId xmlns:a16="http://schemas.microsoft.com/office/drawing/2014/main" id="{228F71C4-B7FF-4857-9E87-C5F0CC3E86B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1" y="7815"/>
                <a:ext cx="9" cy="5"/>
              </a:xfrm>
              <a:custGeom>
                <a:avLst/>
                <a:gdLst>
                  <a:gd name="T0" fmla="*/ 12 w 12"/>
                  <a:gd name="T1" fmla="*/ 6 h 7"/>
                  <a:gd name="T2" fmla="*/ 6 w 12"/>
                  <a:gd name="T3" fmla="*/ 0 h 7"/>
                  <a:gd name="T4" fmla="*/ 0 w 12"/>
                  <a:gd name="T5" fmla="*/ 6 h 7"/>
                  <a:gd name="T6" fmla="*/ 0 w 12"/>
                  <a:gd name="T7" fmla="*/ 7 h 7"/>
                  <a:gd name="T8" fmla="*/ 12 w 12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4" y="6"/>
                      <a:pt x="8" y="6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1" name="Freeform 343">
                <a:extLst>
                  <a:ext uri="{FF2B5EF4-FFF2-40B4-BE49-F238E27FC236}">
                    <a16:creationId xmlns:a16="http://schemas.microsoft.com/office/drawing/2014/main" id="{56AE3F12-A83A-40D1-B47A-C09AA9754F9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95" y="7718"/>
                <a:ext cx="8" cy="9"/>
              </a:xfrm>
              <a:custGeom>
                <a:avLst/>
                <a:gdLst>
                  <a:gd name="T0" fmla="*/ 6 w 11"/>
                  <a:gd name="T1" fmla="*/ 0 h 12"/>
                  <a:gd name="T2" fmla="*/ 0 w 11"/>
                  <a:gd name="T3" fmla="*/ 6 h 12"/>
                  <a:gd name="T4" fmla="*/ 6 w 11"/>
                  <a:gd name="T5" fmla="*/ 12 h 12"/>
                  <a:gd name="T6" fmla="*/ 8 w 11"/>
                  <a:gd name="T7" fmla="*/ 11 h 12"/>
                  <a:gd name="T8" fmla="*/ 11 w 11"/>
                  <a:gd name="T9" fmla="*/ 5 h 12"/>
                  <a:gd name="T10" fmla="*/ 6 w 1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7" y="12"/>
                      <a:pt x="7" y="12"/>
                      <a:pt x="8" y="11"/>
                    </a:cubicBezTo>
                    <a:cubicBezTo>
                      <a:pt x="9" y="9"/>
                      <a:pt x="10" y="7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2" name="Oval 344">
                <a:extLst>
                  <a:ext uri="{FF2B5EF4-FFF2-40B4-BE49-F238E27FC236}">
                    <a16:creationId xmlns:a16="http://schemas.microsoft.com/office/drawing/2014/main" id="{B24A4F7F-315D-4F30-8C82-56DDCE180FC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67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3" name="Oval 345">
                <a:extLst>
                  <a:ext uri="{FF2B5EF4-FFF2-40B4-BE49-F238E27FC236}">
                    <a16:creationId xmlns:a16="http://schemas.microsoft.com/office/drawing/2014/main" id="{6D943839-C108-4541-9A38-0DB77451E1B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4" name="Oval 346">
                <a:extLst>
                  <a:ext uri="{FF2B5EF4-FFF2-40B4-BE49-F238E27FC236}">
                    <a16:creationId xmlns:a16="http://schemas.microsoft.com/office/drawing/2014/main" id="{4E882267-116E-4341-B72B-91C0DB6037B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9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5" name="Oval 347">
                <a:extLst>
                  <a:ext uri="{FF2B5EF4-FFF2-40B4-BE49-F238E27FC236}">
                    <a16:creationId xmlns:a16="http://schemas.microsoft.com/office/drawing/2014/main" id="{A1DEBD72-786E-4239-AFFD-31A59E1533C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3" y="77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6" name="Oval 348">
                <a:extLst>
                  <a:ext uri="{FF2B5EF4-FFF2-40B4-BE49-F238E27FC236}">
                    <a16:creationId xmlns:a16="http://schemas.microsoft.com/office/drawing/2014/main" id="{FADDF741-2426-40B5-BC8F-5811F087184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0" y="771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7" name="Oval 349">
                <a:extLst>
                  <a:ext uri="{FF2B5EF4-FFF2-40B4-BE49-F238E27FC236}">
                    <a16:creationId xmlns:a16="http://schemas.microsoft.com/office/drawing/2014/main" id="{1F95A5C3-4DB4-459C-8391-6ACF33B447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5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8" name="Oval 350">
                <a:extLst>
                  <a:ext uri="{FF2B5EF4-FFF2-40B4-BE49-F238E27FC236}">
                    <a16:creationId xmlns:a16="http://schemas.microsoft.com/office/drawing/2014/main" id="{44879E64-8B68-4D2E-BDB6-30F062C185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6" y="77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29" name="Oval 351">
                <a:extLst>
                  <a:ext uri="{FF2B5EF4-FFF2-40B4-BE49-F238E27FC236}">
                    <a16:creationId xmlns:a16="http://schemas.microsoft.com/office/drawing/2014/main" id="{4F71FEA4-0F8F-49CA-9F41-4C33EA78B48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8" y="77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0" name="Oval 352">
                <a:extLst>
                  <a:ext uri="{FF2B5EF4-FFF2-40B4-BE49-F238E27FC236}">
                    <a16:creationId xmlns:a16="http://schemas.microsoft.com/office/drawing/2014/main" id="{5B766AD1-6EFB-4762-9ABD-00734766D0C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77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1" name="Freeform 353">
                <a:extLst>
                  <a:ext uri="{FF2B5EF4-FFF2-40B4-BE49-F238E27FC236}">
                    <a16:creationId xmlns:a16="http://schemas.microsoft.com/office/drawing/2014/main" id="{D0689515-8CF9-421B-94C5-19DCECED898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36" y="7790"/>
                <a:ext cx="8" cy="7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5 h 9"/>
                  <a:gd name="T4" fmla="*/ 2 w 11"/>
                  <a:gd name="T5" fmla="*/ 9 h 9"/>
                  <a:gd name="T6" fmla="*/ 11 w 11"/>
                  <a:gd name="T7" fmla="*/ 3 h 9"/>
                  <a:gd name="T8" fmla="*/ 6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5" y="7"/>
                      <a:pt x="8" y="6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2" name="Oval 354">
                <a:extLst>
                  <a:ext uri="{FF2B5EF4-FFF2-40B4-BE49-F238E27FC236}">
                    <a16:creationId xmlns:a16="http://schemas.microsoft.com/office/drawing/2014/main" id="{BC9DD2BF-1C59-4F5B-850E-80C2D8A446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7" y="76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3" name="Oval 355">
                <a:extLst>
                  <a:ext uri="{FF2B5EF4-FFF2-40B4-BE49-F238E27FC236}">
                    <a16:creationId xmlns:a16="http://schemas.microsoft.com/office/drawing/2014/main" id="{97423EBC-0AEA-4F07-987F-E95A75E8F52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7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4" name="Oval 356">
                <a:extLst>
                  <a:ext uri="{FF2B5EF4-FFF2-40B4-BE49-F238E27FC236}">
                    <a16:creationId xmlns:a16="http://schemas.microsoft.com/office/drawing/2014/main" id="{7617B00E-B3A0-4EB1-A7B3-7057DDA293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4" y="776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5" name="Oval 357">
                <a:extLst>
                  <a:ext uri="{FF2B5EF4-FFF2-40B4-BE49-F238E27FC236}">
                    <a16:creationId xmlns:a16="http://schemas.microsoft.com/office/drawing/2014/main" id="{2FF2E321-E572-43D3-B745-43D427CB943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3" y="76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6" name="Oval 358">
                <a:extLst>
                  <a:ext uri="{FF2B5EF4-FFF2-40B4-BE49-F238E27FC236}">
                    <a16:creationId xmlns:a16="http://schemas.microsoft.com/office/drawing/2014/main" id="{64EB7637-ADF7-4925-8F65-68246E00A2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6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7" name="Oval 359">
                <a:extLst>
                  <a:ext uri="{FF2B5EF4-FFF2-40B4-BE49-F238E27FC236}">
                    <a16:creationId xmlns:a16="http://schemas.microsoft.com/office/drawing/2014/main" id="{279292CF-7528-4449-9B61-3B8872CCD1D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8" y="773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8" name="Oval 360">
                <a:extLst>
                  <a:ext uri="{FF2B5EF4-FFF2-40B4-BE49-F238E27FC236}">
                    <a16:creationId xmlns:a16="http://schemas.microsoft.com/office/drawing/2014/main" id="{3EE76417-790B-4721-98D5-4905032BD17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64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39" name="Freeform 361">
                <a:extLst>
                  <a:ext uri="{FF2B5EF4-FFF2-40B4-BE49-F238E27FC236}">
                    <a16:creationId xmlns:a16="http://schemas.microsoft.com/office/drawing/2014/main" id="{5D291DD3-464C-4779-B058-522826F8BA4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3" y="7743"/>
                <a:ext cx="8" cy="9"/>
              </a:xfrm>
              <a:custGeom>
                <a:avLst/>
                <a:gdLst>
                  <a:gd name="T0" fmla="*/ 5 w 11"/>
                  <a:gd name="T1" fmla="*/ 12 h 12"/>
                  <a:gd name="T2" fmla="*/ 11 w 11"/>
                  <a:gd name="T3" fmla="*/ 6 h 12"/>
                  <a:gd name="T4" fmla="*/ 5 w 11"/>
                  <a:gd name="T5" fmla="*/ 0 h 12"/>
                  <a:gd name="T6" fmla="*/ 0 w 11"/>
                  <a:gd name="T7" fmla="*/ 6 h 12"/>
                  <a:gd name="T8" fmla="*/ 4 w 11"/>
                  <a:gd name="T9" fmla="*/ 11 h 12"/>
                  <a:gd name="T10" fmla="*/ 5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8"/>
                      <a:pt x="3" y="10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0" name="Freeform 362">
                <a:extLst>
                  <a:ext uri="{FF2B5EF4-FFF2-40B4-BE49-F238E27FC236}">
                    <a16:creationId xmlns:a16="http://schemas.microsoft.com/office/drawing/2014/main" id="{7A23ED24-2C25-4E71-9825-A7FB7F3EA3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9" y="7754"/>
                <a:ext cx="7" cy="8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1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2"/>
                      <a:pt x="7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1" name="Oval 363">
                <a:extLst>
                  <a:ext uri="{FF2B5EF4-FFF2-40B4-BE49-F238E27FC236}">
                    <a16:creationId xmlns:a16="http://schemas.microsoft.com/office/drawing/2014/main" id="{5D083C90-5704-496D-86B8-6CEA5E37B4C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6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2" name="Oval 364">
                <a:extLst>
                  <a:ext uri="{FF2B5EF4-FFF2-40B4-BE49-F238E27FC236}">
                    <a16:creationId xmlns:a16="http://schemas.microsoft.com/office/drawing/2014/main" id="{718506D7-C265-42D2-A574-860978FADF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3" name="Oval 365">
                <a:extLst>
                  <a:ext uri="{FF2B5EF4-FFF2-40B4-BE49-F238E27FC236}">
                    <a16:creationId xmlns:a16="http://schemas.microsoft.com/office/drawing/2014/main" id="{C2517F30-8227-4922-BDAC-30CFEFC1D6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7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4" name="Oval 366">
                <a:extLst>
                  <a:ext uri="{FF2B5EF4-FFF2-40B4-BE49-F238E27FC236}">
                    <a16:creationId xmlns:a16="http://schemas.microsoft.com/office/drawing/2014/main" id="{7AC527AE-FC09-4E27-9624-83CA02DDF9C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2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5" name="Oval 367">
                <a:extLst>
                  <a:ext uri="{FF2B5EF4-FFF2-40B4-BE49-F238E27FC236}">
                    <a16:creationId xmlns:a16="http://schemas.microsoft.com/office/drawing/2014/main" id="{EC7AF5F5-140B-4C43-BBF4-964CAC88F59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6" name="Oval 368">
                <a:extLst>
                  <a:ext uri="{FF2B5EF4-FFF2-40B4-BE49-F238E27FC236}">
                    <a16:creationId xmlns:a16="http://schemas.microsoft.com/office/drawing/2014/main" id="{E0D4BFE0-2E0B-4892-8D79-7883EDBA9BB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1" y="76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7" name="Freeform 369">
                <a:extLst>
                  <a:ext uri="{FF2B5EF4-FFF2-40B4-BE49-F238E27FC236}">
                    <a16:creationId xmlns:a16="http://schemas.microsoft.com/office/drawing/2014/main" id="{16D3DD74-8792-4917-AC09-18F0D76A704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06" y="7697"/>
                <a:ext cx="6" cy="9"/>
              </a:xfrm>
              <a:custGeom>
                <a:avLst/>
                <a:gdLst>
                  <a:gd name="T0" fmla="*/ 0 w 8"/>
                  <a:gd name="T1" fmla="*/ 6 h 12"/>
                  <a:gd name="T2" fmla="*/ 5 w 8"/>
                  <a:gd name="T3" fmla="*/ 12 h 12"/>
                  <a:gd name="T4" fmla="*/ 8 w 8"/>
                  <a:gd name="T5" fmla="*/ 1 h 12"/>
                  <a:gd name="T6" fmla="*/ 6 w 8"/>
                  <a:gd name="T7" fmla="*/ 0 h 12"/>
                  <a:gd name="T8" fmla="*/ 0 w 8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6"/>
                    </a:moveTo>
                    <a:cubicBezTo>
                      <a:pt x="0" y="9"/>
                      <a:pt x="2" y="11"/>
                      <a:pt x="5" y="12"/>
                    </a:cubicBezTo>
                    <a:cubicBezTo>
                      <a:pt x="6" y="8"/>
                      <a:pt x="7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8" name="Oval 370">
                <a:extLst>
                  <a:ext uri="{FF2B5EF4-FFF2-40B4-BE49-F238E27FC236}">
                    <a16:creationId xmlns:a16="http://schemas.microsoft.com/office/drawing/2014/main" id="{5B0803F8-5661-4F5A-BF64-1AD470D89F8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9" y="773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49" name="Oval 371">
                <a:extLst>
                  <a:ext uri="{FF2B5EF4-FFF2-40B4-BE49-F238E27FC236}">
                    <a16:creationId xmlns:a16="http://schemas.microsoft.com/office/drawing/2014/main" id="{3F485DAF-98FC-402C-952D-4AFB87C487B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6" y="77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0" name="Oval 372">
                <a:extLst>
                  <a:ext uri="{FF2B5EF4-FFF2-40B4-BE49-F238E27FC236}">
                    <a16:creationId xmlns:a16="http://schemas.microsoft.com/office/drawing/2014/main" id="{237AB139-5C24-4989-81A6-A3E8A74BCEA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58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1" name="Oval 373">
                <a:extLst>
                  <a:ext uri="{FF2B5EF4-FFF2-40B4-BE49-F238E27FC236}">
                    <a16:creationId xmlns:a16="http://schemas.microsoft.com/office/drawing/2014/main" id="{E3686E1C-5A48-4B04-9CC2-2A539A63DD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4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2" name="Oval 374">
                <a:extLst>
                  <a:ext uri="{FF2B5EF4-FFF2-40B4-BE49-F238E27FC236}">
                    <a16:creationId xmlns:a16="http://schemas.microsoft.com/office/drawing/2014/main" id="{A2B50302-EF92-4962-AE9A-B1839CDEDE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3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3" name="Oval 375">
                <a:extLst>
                  <a:ext uri="{FF2B5EF4-FFF2-40B4-BE49-F238E27FC236}">
                    <a16:creationId xmlns:a16="http://schemas.microsoft.com/office/drawing/2014/main" id="{76C11CAC-7B82-47C5-ABD5-FF0B45F921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61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4" name="Oval 376">
                <a:extLst>
                  <a:ext uri="{FF2B5EF4-FFF2-40B4-BE49-F238E27FC236}">
                    <a16:creationId xmlns:a16="http://schemas.microsoft.com/office/drawing/2014/main" id="{BCD6EBF6-C1BE-41B7-8DA4-AC98966FFC9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56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5" name="Freeform 377">
                <a:extLst>
                  <a:ext uri="{FF2B5EF4-FFF2-40B4-BE49-F238E27FC236}">
                    <a16:creationId xmlns:a16="http://schemas.microsoft.com/office/drawing/2014/main" id="{04B0C0B9-CD40-490B-862C-8A3CBD08FE2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64"/>
                <a:ext cx="6" cy="8"/>
              </a:xfrm>
              <a:custGeom>
                <a:avLst/>
                <a:gdLst>
                  <a:gd name="T0" fmla="*/ 0 w 8"/>
                  <a:gd name="T1" fmla="*/ 5 h 11"/>
                  <a:gd name="T2" fmla="*/ 6 w 8"/>
                  <a:gd name="T3" fmla="*/ 11 h 11"/>
                  <a:gd name="T4" fmla="*/ 7 w 8"/>
                  <a:gd name="T5" fmla="*/ 11 h 11"/>
                  <a:gd name="T6" fmla="*/ 8 w 8"/>
                  <a:gd name="T7" fmla="*/ 0 h 11"/>
                  <a:gd name="T8" fmla="*/ 6 w 8"/>
                  <a:gd name="T9" fmla="*/ 0 h 11"/>
                  <a:gd name="T10" fmla="*/ 0 w 8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5"/>
                    </a:moveTo>
                    <a:cubicBezTo>
                      <a:pt x="0" y="9"/>
                      <a:pt x="2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7"/>
                      <a:pt x="8" y="4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6" name="Oval 378">
                <a:extLst>
                  <a:ext uri="{FF2B5EF4-FFF2-40B4-BE49-F238E27FC236}">
                    <a16:creationId xmlns:a16="http://schemas.microsoft.com/office/drawing/2014/main" id="{108AB703-0730-47D6-BD7C-64FF435922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7" name="Freeform 379">
                <a:extLst>
                  <a:ext uri="{FF2B5EF4-FFF2-40B4-BE49-F238E27FC236}">
                    <a16:creationId xmlns:a16="http://schemas.microsoft.com/office/drawing/2014/main" id="{44D5C6F1-028A-4387-ADAE-F470207CD3C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37"/>
                <a:ext cx="6" cy="8"/>
              </a:xfrm>
              <a:custGeom>
                <a:avLst/>
                <a:gdLst>
                  <a:gd name="T0" fmla="*/ 6 w 9"/>
                  <a:gd name="T1" fmla="*/ 0 h 11"/>
                  <a:gd name="T2" fmla="*/ 0 w 9"/>
                  <a:gd name="T3" fmla="*/ 6 h 11"/>
                  <a:gd name="T4" fmla="*/ 6 w 9"/>
                  <a:gd name="T5" fmla="*/ 11 h 11"/>
                  <a:gd name="T6" fmla="*/ 9 w 9"/>
                  <a:gd name="T7" fmla="*/ 10 h 11"/>
                  <a:gd name="T8" fmla="*/ 8 w 9"/>
                  <a:gd name="T9" fmla="*/ 1 h 11"/>
                  <a:gd name="T10" fmla="*/ 6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9" y="7"/>
                      <a:pt x="9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8" name="Oval 380">
                <a:extLst>
                  <a:ext uri="{FF2B5EF4-FFF2-40B4-BE49-F238E27FC236}">
                    <a16:creationId xmlns:a16="http://schemas.microsoft.com/office/drawing/2014/main" id="{DAA9C834-F8DD-41C6-9794-AF25CCB82EA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6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59" name="Oval 381">
                <a:extLst>
                  <a:ext uri="{FF2B5EF4-FFF2-40B4-BE49-F238E27FC236}">
                    <a16:creationId xmlns:a16="http://schemas.microsoft.com/office/drawing/2014/main" id="{10F46838-8FD1-4B0C-B43A-E11B748DFA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0" name="Oval 382">
                <a:extLst>
                  <a:ext uri="{FF2B5EF4-FFF2-40B4-BE49-F238E27FC236}">
                    <a16:creationId xmlns:a16="http://schemas.microsoft.com/office/drawing/2014/main" id="{4F85FD61-203E-4678-9833-F264FAB003A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1" name="Oval 383">
                <a:extLst>
                  <a:ext uri="{FF2B5EF4-FFF2-40B4-BE49-F238E27FC236}">
                    <a16:creationId xmlns:a16="http://schemas.microsoft.com/office/drawing/2014/main" id="{048A2292-E127-43E8-AA09-152B9EAA625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8" y="765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2" name="Oval 384">
                <a:extLst>
                  <a:ext uri="{FF2B5EF4-FFF2-40B4-BE49-F238E27FC236}">
                    <a16:creationId xmlns:a16="http://schemas.microsoft.com/office/drawing/2014/main" id="{3A9CA161-2FBC-4616-803F-B7D9F0F8C15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5" y="774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3" name="Oval 385">
                <a:extLst>
                  <a:ext uri="{FF2B5EF4-FFF2-40B4-BE49-F238E27FC236}">
                    <a16:creationId xmlns:a16="http://schemas.microsoft.com/office/drawing/2014/main" id="{CF5F5A12-CD69-4E59-B2E5-F0C8DB49FBD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64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4" name="Oval 386">
                <a:extLst>
                  <a:ext uri="{FF2B5EF4-FFF2-40B4-BE49-F238E27FC236}">
                    <a16:creationId xmlns:a16="http://schemas.microsoft.com/office/drawing/2014/main" id="{0B113510-E477-47C7-8C86-D535A124D2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5" name="Oval 387">
                <a:extLst>
                  <a:ext uri="{FF2B5EF4-FFF2-40B4-BE49-F238E27FC236}">
                    <a16:creationId xmlns:a16="http://schemas.microsoft.com/office/drawing/2014/main" id="{A8EE87A0-4B8C-4871-AB81-4323FA70431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74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6" name="Oval 388">
                <a:extLst>
                  <a:ext uri="{FF2B5EF4-FFF2-40B4-BE49-F238E27FC236}">
                    <a16:creationId xmlns:a16="http://schemas.microsoft.com/office/drawing/2014/main" id="{46B357C0-BBA5-46DC-8C78-69AE91EB38C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7" name="Oval 389">
                <a:extLst>
                  <a:ext uri="{FF2B5EF4-FFF2-40B4-BE49-F238E27FC236}">
                    <a16:creationId xmlns:a16="http://schemas.microsoft.com/office/drawing/2014/main" id="{5358D467-0D31-4D4B-8C1A-846F956051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68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8" name="Oval 390">
                <a:extLst>
                  <a:ext uri="{FF2B5EF4-FFF2-40B4-BE49-F238E27FC236}">
                    <a16:creationId xmlns:a16="http://schemas.microsoft.com/office/drawing/2014/main" id="{029FB6FB-F34B-42E9-B9EA-38FF743F44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8" y="77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69" name="Oval 391">
                <a:extLst>
                  <a:ext uri="{FF2B5EF4-FFF2-40B4-BE49-F238E27FC236}">
                    <a16:creationId xmlns:a16="http://schemas.microsoft.com/office/drawing/2014/main" id="{52A05921-20A9-4639-A2F0-02B9968517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4" y="753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0" name="Oval 392">
                <a:extLst>
                  <a:ext uri="{FF2B5EF4-FFF2-40B4-BE49-F238E27FC236}">
                    <a16:creationId xmlns:a16="http://schemas.microsoft.com/office/drawing/2014/main" id="{0E4353F0-3467-4CD3-8CAC-182ADDEB897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1" name="Oval 393">
                <a:extLst>
                  <a:ext uri="{FF2B5EF4-FFF2-40B4-BE49-F238E27FC236}">
                    <a16:creationId xmlns:a16="http://schemas.microsoft.com/office/drawing/2014/main" id="{C427AC12-5B49-43A7-B6A3-39CBC12A3F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6" y="76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2" name="Oval 394">
                <a:extLst>
                  <a:ext uri="{FF2B5EF4-FFF2-40B4-BE49-F238E27FC236}">
                    <a16:creationId xmlns:a16="http://schemas.microsoft.com/office/drawing/2014/main" id="{CA2C39CA-D216-402A-9448-980DAE32F9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4" y="767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3" name="Oval 395">
                <a:extLst>
                  <a:ext uri="{FF2B5EF4-FFF2-40B4-BE49-F238E27FC236}">
                    <a16:creationId xmlns:a16="http://schemas.microsoft.com/office/drawing/2014/main" id="{1C362F98-3BEF-4588-A31C-C50F178EA8F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74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4" name="Oval 396">
                <a:extLst>
                  <a:ext uri="{FF2B5EF4-FFF2-40B4-BE49-F238E27FC236}">
                    <a16:creationId xmlns:a16="http://schemas.microsoft.com/office/drawing/2014/main" id="{D98FCA3A-7357-4140-A021-75074A7CEA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4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5" name="Oval 397">
                <a:extLst>
                  <a:ext uri="{FF2B5EF4-FFF2-40B4-BE49-F238E27FC236}">
                    <a16:creationId xmlns:a16="http://schemas.microsoft.com/office/drawing/2014/main" id="{11A7848A-3A03-479A-9739-A7147CDDC6E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77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6" name="Oval 398">
                <a:extLst>
                  <a:ext uri="{FF2B5EF4-FFF2-40B4-BE49-F238E27FC236}">
                    <a16:creationId xmlns:a16="http://schemas.microsoft.com/office/drawing/2014/main" id="{4C062E65-73F7-4B74-8539-03007C28437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9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7" name="Oval 399">
                <a:extLst>
                  <a:ext uri="{FF2B5EF4-FFF2-40B4-BE49-F238E27FC236}">
                    <a16:creationId xmlns:a16="http://schemas.microsoft.com/office/drawing/2014/main" id="{FDF7053B-0BF1-4E22-8E04-62F0051A6AE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73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8" name="Oval 400">
                <a:extLst>
                  <a:ext uri="{FF2B5EF4-FFF2-40B4-BE49-F238E27FC236}">
                    <a16:creationId xmlns:a16="http://schemas.microsoft.com/office/drawing/2014/main" id="{340A7100-AB5B-439D-A050-3C8AC310CFB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9" y="774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79" name="Oval 401">
                <a:extLst>
                  <a:ext uri="{FF2B5EF4-FFF2-40B4-BE49-F238E27FC236}">
                    <a16:creationId xmlns:a16="http://schemas.microsoft.com/office/drawing/2014/main" id="{910C4CAB-4475-49B3-9B5A-1A18567E87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9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80" name="Oval 402">
                <a:extLst>
                  <a:ext uri="{FF2B5EF4-FFF2-40B4-BE49-F238E27FC236}">
                    <a16:creationId xmlns:a16="http://schemas.microsoft.com/office/drawing/2014/main" id="{4E98F4E7-03BD-40A9-BE66-4D268AFDCC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74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81" name="Oval 403">
                <a:extLst>
                  <a:ext uri="{FF2B5EF4-FFF2-40B4-BE49-F238E27FC236}">
                    <a16:creationId xmlns:a16="http://schemas.microsoft.com/office/drawing/2014/main" id="{A1E7A79E-5AA3-4ABA-88AC-DECE19AAA78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1" y="772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82" name="Freeform 404">
                <a:extLst>
                  <a:ext uri="{FF2B5EF4-FFF2-40B4-BE49-F238E27FC236}">
                    <a16:creationId xmlns:a16="http://schemas.microsoft.com/office/drawing/2014/main" id="{01F89EC5-E781-46AC-8EC5-38F0F1E6C80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04" y="7730"/>
                <a:ext cx="6" cy="8"/>
              </a:xfrm>
              <a:custGeom>
                <a:avLst/>
                <a:gdLst>
                  <a:gd name="T0" fmla="*/ 8 w 8"/>
                  <a:gd name="T1" fmla="*/ 6 h 11"/>
                  <a:gd name="T2" fmla="*/ 3 w 8"/>
                  <a:gd name="T3" fmla="*/ 0 h 11"/>
                  <a:gd name="T4" fmla="*/ 0 w 8"/>
                  <a:gd name="T5" fmla="*/ 1 h 11"/>
                  <a:gd name="T6" fmla="*/ 5 w 8"/>
                  <a:gd name="T7" fmla="*/ 11 h 11"/>
                  <a:gd name="T8" fmla="*/ 8 w 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6"/>
                    </a:moveTo>
                    <a:cubicBezTo>
                      <a:pt x="8" y="2"/>
                      <a:pt x="6" y="0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7" y="10"/>
                      <a:pt x="8" y="8"/>
                      <a:pt x="8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083" name="Oval 405">
                <a:extLst>
                  <a:ext uri="{FF2B5EF4-FFF2-40B4-BE49-F238E27FC236}">
                    <a16:creationId xmlns:a16="http://schemas.microsoft.com/office/drawing/2014/main" id="{62440A76-1351-4D18-A96D-7BB4D9261A9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sp>
          <p:nvSpPr>
            <p:cNvPr id="784" name="Oval 407">
              <a:extLst>
                <a:ext uri="{FF2B5EF4-FFF2-40B4-BE49-F238E27FC236}">
                  <a16:creationId xmlns:a16="http://schemas.microsoft.com/office/drawing/2014/main" id="{E614CA67-CC0A-47AB-81C1-6765DA4580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5" name="Oval 408">
              <a:extLst>
                <a:ext uri="{FF2B5EF4-FFF2-40B4-BE49-F238E27FC236}">
                  <a16:creationId xmlns:a16="http://schemas.microsoft.com/office/drawing/2014/main" id="{672C2AC5-ED7F-42EF-981F-285218B33D7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7301" y="123634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6" name="Oval 409">
              <a:extLst>
                <a:ext uri="{FF2B5EF4-FFF2-40B4-BE49-F238E27FC236}">
                  <a16:creationId xmlns:a16="http://schemas.microsoft.com/office/drawing/2014/main" id="{BE2EE277-EFF1-47D9-AF05-0A738E3961E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17913" y="1206341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7" name="Oval 410">
              <a:extLst>
                <a:ext uri="{FF2B5EF4-FFF2-40B4-BE49-F238E27FC236}">
                  <a16:creationId xmlns:a16="http://schemas.microsoft.com/office/drawing/2014/main" id="{5A8D2E88-54FD-428A-9811-C56AA876EB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8088" y="1231265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8" name="Oval 411">
              <a:extLst>
                <a:ext uri="{FF2B5EF4-FFF2-40B4-BE49-F238E27FC236}">
                  <a16:creationId xmlns:a16="http://schemas.microsoft.com/office/drawing/2014/main" id="{29CF430E-1CB3-43C4-A5C3-AB355F0BBBB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2363" y="121808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9" name="Oval 412">
              <a:extLst>
                <a:ext uri="{FF2B5EF4-FFF2-40B4-BE49-F238E27FC236}">
                  <a16:creationId xmlns:a16="http://schemas.microsoft.com/office/drawing/2014/main" id="{9A25D42A-AE26-452F-BCBB-B8A56A31ED1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25876" y="122697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0" name="Oval 413">
              <a:extLst>
                <a:ext uri="{FF2B5EF4-FFF2-40B4-BE49-F238E27FC236}">
                  <a16:creationId xmlns:a16="http://schemas.microsoft.com/office/drawing/2014/main" id="{AF9D6A3D-B8EE-4012-9D5D-17C9ED4D869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14776" y="121697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1" name="Oval 414">
              <a:extLst>
                <a:ext uri="{FF2B5EF4-FFF2-40B4-BE49-F238E27FC236}">
                  <a16:creationId xmlns:a16="http://schemas.microsoft.com/office/drawing/2014/main" id="{7BBDC78E-1677-495D-883B-84B8A55BBDF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6038" y="119491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2" name="Freeform 415">
              <a:extLst>
                <a:ext uri="{FF2B5EF4-FFF2-40B4-BE49-F238E27FC236}">
                  <a16:creationId xmlns:a16="http://schemas.microsoft.com/office/drawing/2014/main" id="{291197C5-B8DA-4D8A-8670-3F0A2692B0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1401" y="12365038"/>
              <a:ext cx="12700" cy="9525"/>
            </a:xfrm>
            <a:custGeom>
              <a:avLst/>
              <a:gdLst>
                <a:gd name="T0" fmla="*/ 10 w 10"/>
                <a:gd name="T1" fmla="*/ 6 h 8"/>
                <a:gd name="T2" fmla="*/ 4 w 10"/>
                <a:gd name="T3" fmla="*/ 0 h 8"/>
                <a:gd name="T4" fmla="*/ 0 w 10"/>
                <a:gd name="T5" fmla="*/ 2 h 8"/>
                <a:gd name="T6" fmla="*/ 9 w 10"/>
                <a:gd name="T7" fmla="*/ 8 h 8"/>
                <a:gd name="T8" fmla="*/ 10 w 10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0" y="7"/>
                    <a:pt x="10" y="7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3" name="Oval 416">
              <a:extLst>
                <a:ext uri="{FF2B5EF4-FFF2-40B4-BE49-F238E27FC236}">
                  <a16:creationId xmlns:a16="http://schemas.microsoft.com/office/drawing/2014/main" id="{37459D78-5057-4B67-9B95-35C139797C6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6176" y="123571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4" name="Oval 417">
              <a:extLst>
                <a:ext uri="{FF2B5EF4-FFF2-40B4-BE49-F238E27FC236}">
                  <a16:creationId xmlns:a16="http://schemas.microsoft.com/office/drawing/2014/main" id="{A7CD8E77-0C41-412F-824F-7C4E79270BF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89376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5" name="Oval 418">
              <a:extLst>
                <a:ext uri="{FF2B5EF4-FFF2-40B4-BE49-F238E27FC236}">
                  <a16:creationId xmlns:a16="http://schemas.microsoft.com/office/drawing/2014/main" id="{92C89DAC-BC22-4F5A-8726-E4C8DD67A38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5563" y="12096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6" name="Oval 419">
              <a:extLst>
                <a:ext uri="{FF2B5EF4-FFF2-40B4-BE49-F238E27FC236}">
                  <a16:creationId xmlns:a16="http://schemas.microsoft.com/office/drawing/2014/main" id="{88008B7A-0D3B-49B4-AC94-2A9090B19E8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23063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7" name="Oval 420">
              <a:extLst>
                <a:ext uri="{FF2B5EF4-FFF2-40B4-BE49-F238E27FC236}">
                  <a16:creationId xmlns:a16="http://schemas.microsoft.com/office/drawing/2014/main" id="{2CBF59A4-0942-40BF-B89B-91F72198E8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21076" y="121840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8" name="Oval 421">
              <a:extLst>
                <a:ext uri="{FF2B5EF4-FFF2-40B4-BE49-F238E27FC236}">
                  <a16:creationId xmlns:a16="http://schemas.microsoft.com/office/drawing/2014/main" id="{A4F783C4-9D38-42D4-8BA1-5F6055262DE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8063" y="121539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9" name="Oval 422">
              <a:extLst>
                <a:ext uri="{FF2B5EF4-FFF2-40B4-BE49-F238E27FC236}">
                  <a16:creationId xmlns:a16="http://schemas.microsoft.com/office/drawing/2014/main" id="{F40319AB-359E-4755-8589-9ED797F4D8E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8076" y="12082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0" name="Oval 423">
              <a:extLst>
                <a:ext uri="{FF2B5EF4-FFF2-40B4-BE49-F238E27FC236}">
                  <a16:creationId xmlns:a16="http://schemas.microsoft.com/office/drawing/2014/main" id="{8F4B1C80-E0F8-4C15-90A8-1F06B0ED60A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9688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1" name="Oval 424">
              <a:extLst>
                <a:ext uri="{FF2B5EF4-FFF2-40B4-BE49-F238E27FC236}">
                  <a16:creationId xmlns:a16="http://schemas.microsoft.com/office/drawing/2014/main" id="{3A0E9428-20F0-462B-A13F-D76A1C2C01C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2" name="Oval 425">
              <a:extLst>
                <a:ext uri="{FF2B5EF4-FFF2-40B4-BE49-F238E27FC236}">
                  <a16:creationId xmlns:a16="http://schemas.microsoft.com/office/drawing/2014/main" id="{ED101B84-A5EA-4CA8-A86C-3FB2A3AE63C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03613" y="12015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3" name="Oval 426">
              <a:extLst>
                <a:ext uri="{FF2B5EF4-FFF2-40B4-BE49-F238E27FC236}">
                  <a16:creationId xmlns:a16="http://schemas.microsoft.com/office/drawing/2014/main" id="{8808A730-DD7B-4DBD-8317-B22F84DD5AD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7763" y="11952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4" name="Oval 427">
              <a:extLst>
                <a:ext uri="{FF2B5EF4-FFF2-40B4-BE49-F238E27FC236}">
                  <a16:creationId xmlns:a16="http://schemas.microsoft.com/office/drawing/2014/main" id="{771D1881-4D3E-452A-9EAC-DFBD26A11A8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4601" y="123825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5" name="Oval 428">
              <a:extLst>
                <a:ext uri="{FF2B5EF4-FFF2-40B4-BE49-F238E27FC236}">
                  <a16:creationId xmlns:a16="http://schemas.microsoft.com/office/drawing/2014/main" id="{6F2486B7-87DF-4A6C-A495-0ED0FBCF042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8726" y="12396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6" name="Oval 429">
              <a:extLst>
                <a:ext uri="{FF2B5EF4-FFF2-40B4-BE49-F238E27FC236}">
                  <a16:creationId xmlns:a16="http://schemas.microsoft.com/office/drawing/2014/main" id="{0BC33FFB-2D60-43A2-90FE-2D8EFF868D0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43351" y="122348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7" name="Oval 430">
              <a:extLst>
                <a:ext uri="{FF2B5EF4-FFF2-40B4-BE49-F238E27FC236}">
                  <a16:creationId xmlns:a16="http://schemas.microsoft.com/office/drawing/2014/main" id="{B3C8A883-FD1D-45D1-B4C5-152A5AE0A3B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1263" y="123904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8" name="Oval 431">
              <a:extLst>
                <a:ext uri="{FF2B5EF4-FFF2-40B4-BE49-F238E27FC236}">
                  <a16:creationId xmlns:a16="http://schemas.microsoft.com/office/drawing/2014/main" id="{D2B89F74-3C56-4069-872B-E0EFF33FD4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197451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9" name="Oval 432">
              <a:extLst>
                <a:ext uri="{FF2B5EF4-FFF2-40B4-BE49-F238E27FC236}">
                  <a16:creationId xmlns:a16="http://schemas.microsoft.com/office/drawing/2014/main" id="{4C358360-649B-40AA-8426-626812B4806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63938" y="120792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0" name="Oval 433">
              <a:extLst>
                <a:ext uri="{FF2B5EF4-FFF2-40B4-BE49-F238E27FC236}">
                  <a16:creationId xmlns:a16="http://schemas.microsoft.com/office/drawing/2014/main" id="{F1EB5E6B-A722-405B-9CE1-B360C1FF18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9651" y="122586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1" name="Freeform 434">
              <a:extLst>
                <a:ext uri="{FF2B5EF4-FFF2-40B4-BE49-F238E27FC236}">
                  <a16:creationId xmlns:a16="http://schemas.microsoft.com/office/drawing/2014/main" id="{B3E689C7-DC24-40C8-8082-F3241482EF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57638" y="12271375"/>
              <a:ext cx="9525" cy="12700"/>
            </a:xfrm>
            <a:custGeom>
              <a:avLst/>
              <a:gdLst>
                <a:gd name="T0" fmla="*/ 0 w 8"/>
                <a:gd name="T1" fmla="*/ 6 h 11"/>
                <a:gd name="T2" fmla="*/ 3 w 8"/>
                <a:gd name="T3" fmla="*/ 11 h 11"/>
                <a:gd name="T4" fmla="*/ 8 w 8"/>
                <a:gd name="T5" fmla="*/ 1 h 11"/>
                <a:gd name="T6" fmla="*/ 5 w 8"/>
                <a:gd name="T7" fmla="*/ 0 h 11"/>
                <a:gd name="T8" fmla="*/ 0 w 8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0" y="8"/>
                    <a:pt x="1" y="10"/>
                    <a:pt x="3" y="11"/>
                  </a:cubicBezTo>
                  <a:cubicBezTo>
                    <a:pt x="5" y="8"/>
                    <a:pt x="7" y="5"/>
                    <a:pt x="8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2" name="Freeform 435">
              <a:extLst>
                <a:ext uri="{FF2B5EF4-FFF2-40B4-BE49-F238E27FC236}">
                  <a16:creationId xmlns:a16="http://schemas.microsoft.com/office/drawing/2014/main" id="{BE559FA9-5BD4-4DBB-B3AE-5B9CD0AF54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89326" y="12250738"/>
              <a:ext cx="11113" cy="14288"/>
            </a:xfrm>
            <a:custGeom>
              <a:avLst/>
              <a:gdLst>
                <a:gd name="T0" fmla="*/ 10 w 10"/>
                <a:gd name="T1" fmla="*/ 6 h 12"/>
                <a:gd name="T2" fmla="*/ 4 w 10"/>
                <a:gd name="T3" fmla="*/ 0 h 12"/>
                <a:gd name="T4" fmla="*/ 0 w 10"/>
                <a:gd name="T5" fmla="*/ 2 h 12"/>
                <a:gd name="T6" fmla="*/ 5 w 10"/>
                <a:gd name="T7" fmla="*/ 12 h 12"/>
                <a:gd name="T8" fmla="*/ 10 w 10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3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5"/>
                    <a:pt x="3" y="8"/>
                    <a:pt x="5" y="12"/>
                  </a:cubicBezTo>
                  <a:cubicBezTo>
                    <a:pt x="8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3" name="Oval 436">
              <a:extLst>
                <a:ext uri="{FF2B5EF4-FFF2-40B4-BE49-F238E27FC236}">
                  <a16:creationId xmlns:a16="http://schemas.microsoft.com/office/drawing/2014/main" id="{6B6B05BE-7F2C-4BE1-BC86-E880FE06F6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0288" y="12266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4" name="Oval 437">
              <a:extLst>
                <a:ext uri="{FF2B5EF4-FFF2-40B4-BE49-F238E27FC236}">
                  <a16:creationId xmlns:a16="http://schemas.microsoft.com/office/drawing/2014/main" id="{6B70DF54-FE57-4DA7-AE29-624473F5491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21666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5" name="Oval 438">
              <a:extLst>
                <a:ext uri="{FF2B5EF4-FFF2-40B4-BE49-F238E27FC236}">
                  <a16:creationId xmlns:a16="http://schemas.microsoft.com/office/drawing/2014/main" id="{EE6CF452-38DA-41AF-AB6A-28D1BF0F6FB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6801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6" name="Freeform 439">
              <a:extLst>
                <a:ext uri="{FF2B5EF4-FFF2-40B4-BE49-F238E27FC236}">
                  <a16:creationId xmlns:a16="http://schemas.microsoft.com/office/drawing/2014/main" id="{08164C8A-FE57-416A-B62B-729F2116F0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9863" y="12088813"/>
              <a:ext cx="12700" cy="1270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11 h 11"/>
                <a:gd name="T4" fmla="*/ 11 w 11"/>
                <a:gd name="T5" fmla="*/ 8 h 11"/>
                <a:gd name="T6" fmla="*/ 10 w 11"/>
                <a:gd name="T7" fmla="*/ 1 h 11"/>
                <a:gd name="T8" fmla="*/ 6 w 11"/>
                <a:gd name="T9" fmla="*/ 0 h 11"/>
                <a:gd name="T10" fmla="*/ 0 w 1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9"/>
                    <a:pt x="3" y="11"/>
                    <a:pt x="6" y="11"/>
                  </a:cubicBezTo>
                  <a:cubicBezTo>
                    <a:pt x="8" y="11"/>
                    <a:pt x="10" y="10"/>
                    <a:pt x="11" y="8"/>
                  </a:cubicBezTo>
                  <a:cubicBezTo>
                    <a:pt x="11" y="6"/>
                    <a:pt x="10" y="3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7" name="Oval 440">
              <a:extLst>
                <a:ext uri="{FF2B5EF4-FFF2-40B4-BE49-F238E27FC236}">
                  <a16:creationId xmlns:a16="http://schemas.microsoft.com/office/drawing/2014/main" id="{F20ADF42-ED50-4486-B083-99E40E34B9E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7932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8" name="Oval 441">
              <a:extLst>
                <a:ext uri="{FF2B5EF4-FFF2-40B4-BE49-F238E27FC236}">
                  <a16:creationId xmlns:a16="http://schemas.microsoft.com/office/drawing/2014/main" id="{B7238631-98B5-4200-AA70-39C17F2C546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300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9" name="Oval 442">
              <a:extLst>
                <a:ext uri="{FF2B5EF4-FFF2-40B4-BE49-F238E27FC236}">
                  <a16:creationId xmlns:a16="http://schemas.microsoft.com/office/drawing/2014/main" id="{8AD69737-399E-42A8-AEA6-D4FB4C7DF85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3380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0" name="Oval 443">
              <a:extLst>
                <a:ext uri="{FF2B5EF4-FFF2-40B4-BE49-F238E27FC236}">
                  <a16:creationId xmlns:a16="http://schemas.microsoft.com/office/drawing/2014/main" id="{AE105630-5EB2-4628-A41A-1C683065FE9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2201" y="12303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1" name="Oval 444">
              <a:extLst>
                <a:ext uri="{FF2B5EF4-FFF2-40B4-BE49-F238E27FC236}">
                  <a16:creationId xmlns:a16="http://schemas.microsoft.com/office/drawing/2014/main" id="{2EEC461C-E508-4A46-8B8F-31B00A15B46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52826" y="121269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2" name="Oval 445">
              <a:extLst>
                <a:ext uri="{FF2B5EF4-FFF2-40B4-BE49-F238E27FC236}">
                  <a16:creationId xmlns:a16="http://schemas.microsoft.com/office/drawing/2014/main" id="{496375F4-D5D1-40DC-BFBF-6C70845BB71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56051" y="120856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3" name="Oval 446">
              <a:extLst>
                <a:ext uri="{FF2B5EF4-FFF2-40B4-BE49-F238E27FC236}">
                  <a16:creationId xmlns:a16="http://schemas.microsoft.com/office/drawing/2014/main" id="{78CB5CEC-9E1F-4723-958C-63D8F221CA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223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4" name="Oval 447">
              <a:extLst>
                <a:ext uri="{FF2B5EF4-FFF2-40B4-BE49-F238E27FC236}">
                  <a16:creationId xmlns:a16="http://schemas.microsoft.com/office/drawing/2014/main" id="{1473314C-68AA-421A-9021-A6E4C3CBC7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67163" y="122332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5" name="Oval 448">
              <a:extLst>
                <a:ext uri="{FF2B5EF4-FFF2-40B4-BE49-F238E27FC236}">
                  <a16:creationId xmlns:a16="http://schemas.microsoft.com/office/drawing/2014/main" id="{8547E20B-8D56-47EE-A3AE-FD62D3904F0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6676" y="12333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6" name="Oval 449">
              <a:extLst>
                <a:ext uri="{FF2B5EF4-FFF2-40B4-BE49-F238E27FC236}">
                  <a16:creationId xmlns:a16="http://schemas.microsoft.com/office/drawing/2014/main" id="{C2484A00-4AA4-45E7-B666-392E96AA307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1876" y="1224756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7" name="Oval 450">
              <a:extLst>
                <a:ext uri="{FF2B5EF4-FFF2-40B4-BE49-F238E27FC236}">
                  <a16:creationId xmlns:a16="http://schemas.microsoft.com/office/drawing/2014/main" id="{D52197D4-1312-4C04-97BE-A749D6A8C1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0476" y="120554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8" name="Oval 451">
              <a:extLst>
                <a:ext uri="{FF2B5EF4-FFF2-40B4-BE49-F238E27FC236}">
                  <a16:creationId xmlns:a16="http://schemas.microsoft.com/office/drawing/2014/main" id="{0AE0811C-0197-483D-A0B0-B4604392FEC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19840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9" name="Oval 452">
              <a:extLst>
                <a:ext uri="{FF2B5EF4-FFF2-40B4-BE49-F238E27FC236}">
                  <a16:creationId xmlns:a16="http://schemas.microsoft.com/office/drawing/2014/main" id="{88C1D4C5-60D8-45F3-8B87-96CD0F05682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86163" y="11968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0" name="Oval 453">
              <a:extLst>
                <a:ext uri="{FF2B5EF4-FFF2-40B4-BE49-F238E27FC236}">
                  <a16:creationId xmlns:a16="http://schemas.microsoft.com/office/drawing/2014/main" id="{702D8888-3423-41C6-9CE7-48134CD7276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8563" y="12349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1" name="Oval 454">
              <a:extLst>
                <a:ext uri="{FF2B5EF4-FFF2-40B4-BE49-F238E27FC236}">
                  <a16:creationId xmlns:a16="http://schemas.microsoft.com/office/drawing/2014/main" id="{D2510DEE-90F2-441A-BCAE-2450AC83D14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1713" y="122396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2" name="Oval 455">
              <a:extLst>
                <a:ext uri="{FF2B5EF4-FFF2-40B4-BE49-F238E27FC236}">
                  <a16:creationId xmlns:a16="http://schemas.microsoft.com/office/drawing/2014/main" id="{88C5EE5B-7CED-4F2F-8AB6-909E9B97EF5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932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3" name="Oval 456">
              <a:extLst>
                <a:ext uri="{FF2B5EF4-FFF2-40B4-BE49-F238E27FC236}">
                  <a16:creationId xmlns:a16="http://schemas.microsoft.com/office/drawing/2014/main" id="{1675610D-3586-4402-A27A-9C418EB9EF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2838" y="1229836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4" name="Oval 457">
              <a:extLst>
                <a:ext uri="{FF2B5EF4-FFF2-40B4-BE49-F238E27FC236}">
                  <a16:creationId xmlns:a16="http://schemas.microsoft.com/office/drawing/2014/main" id="{7A3AF9C8-0F51-4842-ACCB-87DA710A20A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5676" y="121999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5" name="Oval 458">
              <a:extLst>
                <a:ext uri="{FF2B5EF4-FFF2-40B4-BE49-F238E27FC236}">
                  <a16:creationId xmlns:a16="http://schemas.microsoft.com/office/drawing/2014/main" id="{A0014132-CD35-46D6-8BB8-8DF0DAF6445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6313" y="12209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6" name="Oval 459">
              <a:extLst>
                <a:ext uri="{FF2B5EF4-FFF2-40B4-BE49-F238E27FC236}">
                  <a16:creationId xmlns:a16="http://schemas.microsoft.com/office/drawing/2014/main" id="{B6171983-3FEF-494B-9C62-3D30A03EC1D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0926" y="122618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7" name="Oval 460">
              <a:extLst>
                <a:ext uri="{FF2B5EF4-FFF2-40B4-BE49-F238E27FC236}">
                  <a16:creationId xmlns:a16="http://schemas.microsoft.com/office/drawing/2014/main" id="{B953AFE3-8694-48C8-A1DE-BBDCAD10B00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0313" y="123348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8" name="Oval 461">
              <a:extLst>
                <a:ext uri="{FF2B5EF4-FFF2-40B4-BE49-F238E27FC236}">
                  <a16:creationId xmlns:a16="http://schemas.microsoft.com/office/drawing/2014/main" id="{A7F575FB-95FC-402A-A18C-56551F4477B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4263" y="123586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9" name="Oval 462">
              <a:extLst>
                <a:ext uri="{FF2B5EF4-FFF2-40B4-BE49-F238E27FC236}">
                  <a16:creationId xmlns:a16="http://schemas.microsoft.com/office/drawing/2014/main" id="{DAC7BF63-8C8E-41FE-BBB1-1A1D25881A3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2713" y="122761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0" name="Oval 463">
              <a:extLst>
                <a:ext uri="{FF2B5EF4-FFF2-40B4-BE49-F238E27FC236}">
                  <a16:creationId xmlns:a16="http://schemas.microsoft.com/office/drawing/2014/main" id="{BE3E3FA5-0EEB-4ADC-A8A8-B2437C021CC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4438" y="121666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1" name="Freeform 464">
              <a:extLst>
                <a:ext uri="{FF2B5EF4-FFF2-40B4-BE49-F238E27FC236}">
                  <a16:creationId xmlns:a16="http://schemas.microsoft.com/office/drawing/2014/main" id="{D6C185DA-FD9D-4289-B461-A65B9A6933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0338" y="12055475"/>
              <a:ext cx="12700" cy="14288"/>
            </a:xfrm>
            <a:custGeom>
              <a:avLst/>
              <a:gdLst>
                <a:gd name="T0" fmla="*/ 6 w 12"/>
                <a:gd name="T1" fmla="*/ 12 h 12"/>
                <a:gd name="T2" fmla="*/ 12 w 12"/>
                <a:gd name="T3" fmla="*/ 6 h 12"/>
                <a:gd name="T4" fmla="*/ 11 w 12"/>
                <a:gd name="T5" fmla="*/ 4 h 12"/>
                <a:gd name="T6" fmla="*/ 11 w 12"/>
                <a:gd name="T7" fmla="*/ 4 h 12"/>
                <a:gd name="T8" fmla="*/ 6 w 12"/>
                <a:gd name="T9" fmla="*/ 0 h 12"/>
                <a:gd name="T10" fmla="*/ 0 w 12"/>
                <a:gd name="T11" fmla="*/ 6 h 12"/>
                <a:gd name="T12" fmla="*/ 6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9" y="12"/>
                    <a:pt x="12" y="9"/>
                    <a:pt x="12" y="6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2" name="Freeform 465">
              <a:extLst>
                <a:ext uri="{FF2B5EF4-FFF2-40B4-BE49-F238E27FC236}">
                  <a16:creationId xmlns:a16="http://schemas.microsoft.com/office/drawing/2014/main" id="{0738748F-4E4C-4351-9994-C42C549A33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6963" y="12392025"/>
              <a:ext cx="14288" cy="9525"/>
            </a:xfrm>
            <a:custGeom>
              <a:avLst/>
              <a:gdLst>
                <a:gd name="T0" fmla="*/ 11 w 11"/>
                <a:gd name="T1" fmla="*/ 6 h 8"/>
                <a:gd name="T2" fmla="*/ 5 w 11"/>
                <a:gd name="T3" fmla="*/ 0 h 8"/>
                <a:gd name="T4" fmla="*/ 0 w 11"/>
                <a:gd name="T5" fmla="*/ 4 h 8"/>
                <a:gd name="T6" fmla="*/ 11 w 11"/>
                <a:gd name="T7" fmla="*/ 8 h 8"/>
                <a:gd name="T8" fmla="*/ 11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7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3" name="Oval 466">
              <a:extLst>
                <a:ext uri="{FF2B5EF4-FFF2-40B4-BE49-F238E27FC236}">
                  <a16:creationId xmlns:a16="http://schemas.microsoft.com/office/drawing/2014/main" id="{5C5CBDBC-1E84-4DC9-9EB4-E38598CB736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3976" y="122904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4" name="Oval 467">
              <a:extLst>
                <a:ext uri="{FF2B5EF4-FFF2-40B4-BE49-F238E27FC236}">
                  <a16:creationId xmlns:a16="http://schemas.microsoft.com/office/drawing/2014/main" id="{ACA20FB5-085B-4DAB-9153-B65724D1853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0463" y="123412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5" name="Oval 468">
              <a:extLst>
                <a:ext uri="{FF2B5EF4-FFF2-40B4-BE49-F238E27FC236}">
                  <a16:creationId xmlns:a16="http://schemas.microsoft.com/office/drawing/2014/main" id="{C3A03DFD-CE7D-46F6-A4E8-E6E1523F38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8551" y="12339638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6" name="Oval 469">
              <a:extLst>
                <a:ext uri="{FF2B5EF4-FFF2-40B4-BE49-F238E27FC236}">
                  <a16:creationId xmlns:a16="http://schemas.microsoft.com/office/drawing/2014/main" id="{921C923F-F9C4-441D-831B-DA5B80698B4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00488" y="122570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7" name="Oval 470">
              <a:extLst>
                <a:ext uri="{FF2B5EF4-FFF2-40B4-BE49-F238E27FC236}">
                  <a16:creationId xmlns:a16="http://schemas.microsoft.com/office/drawing/2014/main" id="{967ACCD1-8684-4C44-9818-B4814247306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9813" y="121332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8" name="Oval 471">
              <a:extLst>
                <a:ext uri="{FF2B5EF4-FFF2-40B4-BE49-F238E27FC236}">
                  <a16:creationId xmlns:a16="http://schemas.microsoft.com/office/drawing/2014/main" id="{17424B7D-CC7F-4044-AFF3-421E1763BC4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5538" y="1215072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9" name="Oval 472">
              <a:extLst>
                <a:ext uri="{FF2B5EF4-FFF2-40B4-BE49-F238E27FC236}">
                  <a16:creationId xmlns:a16="http://schemas.microsoft.com/office/drawing/2014/main" id="{38A25261-B03A-4735-BB6D-7174D87DCA2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9363" y="123444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0" name="Oval 473">
              <a:extLst>
                <a:ext uri="{FF2B5EF4-FFF2-40B4-BE49-F238E27FC236}">
                  <a16:creationId xmlns:a16="http://schemas.microsoft.com/office/drawing/2014/main" id="{431E2EEF-FF3F-4F17-98EE-DF46A8076F3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1088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1" name="Oval 474">
              <a:extLst>
                <a:ext uri="{FF2B5EF4-FFF2-40B4-BE49-F238E27FC236}">
                  <a16:creationId xmlns:a16="http://schemas.microsoft.com/office/drawing/2014/main" id="{CA6B14F9-CFE4-4974-B85F-7B9FDC8F9B4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19513" y="123396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2" name="Oval 475">
              <a:extLst>
                <a:ext uri="{FF2B5EF4-FFF2-40B4-BE49-F238E27FC236}">
                  <a16:creationId xmlns:a16="http://schemas.microsoft.com/office/drawing/2014/main" id="{CD02C874-225F-46F0-900E-42FC9D84A09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8263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3" name="Oval 476">
              <a:extLst>
                <a:ext uri="{FF2B5EF4-FFF2-40B4-BE49-F238E27FC236}">
                  <a16:creationId xmlns:a16="http://schemas.microsoft.com/office/drawing/2014/main" id="{A4BF2752-BF18-4579-882E-DE621C54F95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9213" y="12180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4" name="Oval 477">
              <a:extLst>
                <a:ext uri="{FF2B5EF4-FFF2-40B4-BE49-F238E27FC236}">
                  <a16:creationId xmlns:a16="http://schemas.microsoft.com/office/drawing/2014/main" id="{626DB2DE-B8E9-4945-9586-6923CDA0052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3001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5" name="Oval 478">
              <a:extLst>
                <a:ext uri="{FF2B5EF4-FFF2-40B4-BE49-F238E27FC236}">
                  <a16:creationId xmlns:a16="http://schemas.microsoft.com/office/drawing/2014/main" id="{FDE76BC4-6075-461A-AF8B-FBB1E16A63C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0163" y="12247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6" name="Oval 479">
              <a:extLst>
                <a:ext uri="{FF2B5EF4-FFF2-40B4-BE49-F238E27FC236}">
                  <a16:creationId xmlns:a16="http://schemas.microsoft.com/office/drawing/2014/main" id="{B59AF8DC-1640-414B-A6BD-F4E7CA4234B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4763" y="123507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7" name="Oval 480">
              <a:extLst>
                <a:ext uri="{FF2B5EF4-FFF2-40B4-BE49-F238E27FC236}">
                  <a16:creationId xmlns:a16="http://schemas.microsoft.com/office/drawing/2014/main" id="{08B5C7B5-74B3-4D6D-BAC3-1CF714B66A2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3176" y="12372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8" name="Oval 481">
              <a:extLst>
                <a:ext uri="{FF2B5EF4-FFF2-40B4-BE49-F238E27FC236}">
                  <a16:creationId xmlns:a16="http://schemas.microsoft.com/office/drawing/2014/main" id="{7EA40E21-509A-464E-B689-E6E1ED5A7BA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5701" y="12390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9" name="Oval 482">
              <a:extLst>
                <a:ext uri="{FF2B5EF4-FFF2-40B4-BE49-F238E27FC236}">
                  <a16:creationId xmlns:a16="http://schemas.microsoft.com/office/drawing/2014/main" id="{CF37F93C-4965-4E2E-BC54-5B3A4A7FA5E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2976" y="120729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0" name="Freeform 483">
              <a:extLst>
                <a:ext uri="{FF2B5EF4-FFF2-40B4-BE49-F238E27FC236}">
                  <a16:creationId xmlns:a16="http://schemas.microsoft.com/office/drawing/2014/main" id="{26920EC9-9807-4311-995E-C90FAD9067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70276" y="12096750"/>
              <a:ext cx="11113" cy="14288"/>
            </a:xfrm>
            <a:custGeom>
              <a:avLst/>
              <a:gdLst>
                <a:gd name="T0" fmla="*/ 10 w 10"/>
                <a:gd name="T1" fmla="*/ 6 h 11"/>
                <a:gd name="T2" fmla="*/ 4 w 10"/>
                <a:gd name="T3" fmla="*/ 0 h 11"/>
                <a:gd name="T4" fmla="*/ 2 w 10"/>
                <a:gd name="T5" fmla="*/ 0 h 11"/>
                <a:gd name="T6" fmla="*/ 0 w 10"/>
                <a:gd name="T7" fmla="*/ 10 h 11"/>
                <a:gd name="T8" fmla="*/ 4 w 10"/>
                <a:gd name="T9" fmla="*/ 11 h 11"/>
                <a:gd name="T10" fmla="*/ 10 w 10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3"/>
                    <a:pt x="1" y="7"/>
                    <a:pt x="0" y="10"/>
                  </a:cubicBezTo>
                  <a:cubicBezTo>
                    <a:pt x="1" y="11"/>
                    <a:pt x="3" y="11"/>
                    <a:pt x="4" y="11"/>
                  </a:cubicBezTo>
                  <a:cubicBezTo>
                    <a:pt x="7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1" name="Freeform 484">
              <a:extLst>
                <a:ext uri="{FF2B5EF4-FFF2-40B4-BE49-F238E27FC236}">
                  <a16:creationId xmlns:a16="http://schemas.microsoft.com/office/drawing/2014/main" id="{C24DF1A5-4224-48D6-8B64-194856FA21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86201" y="12349163"/>
              <a:ext cx="14288" cy="14288"/>
            </a:xfrm>
            <a:custGeom>
              <a:avLst/>
              <a:gdLst>
                <a:gd name="T0" fmla="*/ 3 w 11"/>
                <a:gd name="T1" fmla="*/ 11 h 11"/>
                <a:gd name="T2" fmla="*/ 11 w 11"/>
                <a:gd name="T3" fmla="*/ 5 h 11"/>
                <a:gd name="T4" fmla="*/ 5 w 11"/>
                <a:gd name="T5" fmla="*/ 0 h 11"/>
                <a:gd name="T6" fmla="*/ 0 w 11"/>
                <a:gd name="T7" fmla="*/ 6 h 11"/>
                <a:gd name="T8" fmla="*/ 3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6" y="9"/>
                    <a:pt x="8" y="7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3" y="11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2" name="Oval 485">
              <a:extLst>
                <a:ext uri="{FF2B5EF4-FFF2-40B4-BE49-F238E27FC236}">
                  <a16:creationId xmlns:a16="http://schemas.microsoft.com/office/drawing/2014/main" id="{C74D17FF-0885-48CB-99B7-5C2172213C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25863" y="120142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3" name="Freeform 486">
              <a:extLst>
                <a:ext uri="{FF2B5EF4-FFF2-40B4-BE49-F238E27FC236}">
                  <a16:creationId xmlns:a16="http://schemas.microsoft.com/office/drawing/2014/main" id="{A4AEF0E0-D141-42FB-8D85-07F0E6000E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86213" y="12193588"/>
              <a:ext cx="7938" cy="12700"/>
            </a:xfrm>
            <a:custGeom>
              <a:avLst/>
              <a:gdLst>
                <a:gd name="T0" fmla="*/ 0 w 7"/>
                <a:gd name="T1" fmla="*/ 5 h 11"/>
                <a:gd name="T2" fmla="*/ 5 w 7"/>
                <a:gd name="T3" fmla="*/ 11 h 11"/>
                <a:gd name="T4" fmla="*/ 7 w 7"/>
                <a:gd name="T5" fmla="*/ 0 h 11"/>
                <a:gd name="T6" fmla="*/ 5 w 7"/>
                <a:gd name="T7" fmla="*/ 0 h 11"/>
                <a:gd name="T8" fmla="*/ 0 w 7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6" y="7"/>
                    <a:pt x="6" y="4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4" name="Oval 487">
              <a:extLst>
                <a:ext uri="{FF2B5EF4-FFF2-40B4-BE49-F238E27FC236}">
                  <a16:creationId xmlns:a16="http://schemas.microsoft.com/office/drawing/2014/main" id="{5AED8A08-F18E-4FF2-BFC8-A7FBDE08F01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6963" y="12139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5" name="Freeform 488">
              <a:extLst>
                <a:ext uri="{FF2B5EF4-FFF2-40B4-BE49-F238E27FC236}">
                  <a16:creationId xmlns:a16="http://schemas.microsoft.com/office/drawing/2014/main" id="{0EE8C6BE-6E8C-4C28-8C0F-E805770893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9351" y="12404725"/>
              <a:ext cx="14288" cy="9525"/>
            </a:xfrm>
            <a:custGeom>
              <a:avLst/>
              <a:gdLst>
                <a:gd name="T0" fmla="*/ 12 w 12"/>
                <a:gd name="T1" fmla="*/ 6 h 7"/>
                <a:gd name="T2" fmla="*/ 6 w 12"/>
                <a:gd name="T3" fmla="*/ 0 h 7"/>
                <a:gd name="T4" fmla="*/ 0 w 12"/>
                <a:gd name="T5" fmla="*/ 5 h 7"/>
                <a:gd name="T6" fmla="*/ 11 w 12"/>
                <a:gd name="T7" fmla="*/ 7 h 7"/>
                <a:gd name="T8" fmla="*/ 12 w 1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4" y="6"/>
                    <a:pt x="8" y="6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6" name="Oval 489">
              <a:extLst>
                <a:ext uri="{FF2B5EF4-FFF2-40B4-BE49-F238E27FC236}">
                  <a16:creationId xmlns:a16="http://schemas.microsoft.com/office/drawing/2014/main" id="{CFB25AB7-24BD-4B33-9D1B-31EBA6A98C5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8851" y="12176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7" name="Oval 490">
              <a:extLst>
                <a:ext uri="{FF2B5EF4-FFF2-40B4-BE49-F238E27FC236}">
                  <a16:creationId xmlns:a16="http://schemas.microsoft.com/office/drawing/2014/main" id="{E3E635D9-21DD-4DA5-8114-8E93F580E29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4426" y="12118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8" name="Oval 491">
              <a:extLst>
                <a:ext uri="{FF2B5EF4-FFF2-40B4-BE49-F238E27FC236}">
                  <a16:creationId xmlns:a16="http://schemas.microsoft.com/office/drawing/2014/main" id="{9E47D22C-F084-412A-9519-6B4A4D8C7BD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747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9" name="Oval 492">
              <a:extLst>
                <a:ext uri="{FF2B5EF4-FFF2-40B4-BE49-F238E27FC236}">
                  <a16:creationId xmlns:a16="http://schemas.microsoft.com/office/drawing/2014/main" id="{78A206C9-04DF-44CF-BE2A-BF70E845966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0788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0" name="Oval 493">
              <a:extLst>
                <a:ext uri="{FF2B5EF4-FFF2-40B4-BE49-F238E27FC236}">
                  <a16:creationId xmlns:a16="http://schemas.microsoft.com/office/drawing/2014/main" id="{D6146425-3CB6-4116-B6F6-378448AB266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1205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1" name="Oval 494">
              <a:extLst>
                <a:ext uri="{FF2B5EF4-FFF2-40B4-BE49-F238E27FC236}">
                  <a16:creationId xmlns:a16="http://schemas.microsoft.com/office/drawing/2014/main" id="{2608F2EB-0671-4D96-A14A-A744FC12370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5688" y="120935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2" name="Oval 495">
              <a:extLst>
                <a:ext uri="{FF2B5EF4-FFF2-40B4-BE49-F238E27FC236}">
                  <a16:creationId xmlns:a16="http://schemas.microsoft.com/office/drawing/2014/main" id="{4B47A78E-0381-48C3-93F8-641D376BE76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5713" y="121380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3" name="Oval 496">
              <a:extLst>
                <a:ext uri="{FF2B5EF4-FFF2-40B4-BE49-F238E27FC236}">
                  <a16:creationId xmlns:a16="http://schemas.microsoft.com/office/drawing/2014/main" id="{4F2BBA8F-6765-4FFF-B86A-50E76F99FDE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777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4" name="Oval 497">
              <a:extLst>
                <a:ext uri="{FF2B5EF4-FFF2-40B4-BE49-F238E27FC236}">
                  <a16:creationId xmlns:a16="http://schemas.microsoft.com/office/drawing/2014/main" id="{BE608958-C411-431D-BB6E-357A2F10ED4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4726" y="121554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5" name="Oval 498">
              <a:extLst>
                <a:ext uri="{FF2B5EF4-FFF2-40B4-BE49-F238E27FC236}">
                  <a16:creationId xmlns:a16="http://schemas.microsoft.com/office/drawing/2014/main" id="{ABEB2F5C-5532-461D-9649-927047B4EAB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5238" y="121142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6" name="Oval 499">
              <a:extLst>
                <a:ext uri="{FF2B5EF4-FFF2-40B4-BE49-F238E27FC236}">
                  <a16:creationId xmlns:a16="http://schemas.microsoft.com/office/drawing/2014/main" id="{930A83EC-9FE6-4C8B-8B6F-61D814C392F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3801" y="121173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7" name="Oval 500">
              <a:extLst>
                <a:ext uri="{FF2B5EF4-FFF2-40B4-BE49-F238E27FC236}">
                  <a16:creationId xmlns:a16="http://schemas.microsoft.com/office/drawing/2014/main" id="{86DE30A9-14E9-4EFC-BB02-8E7021D0DF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2376" y="12009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8" name="Oval 501">
              <a:extLst>
                <a:ext uri="{FF2B5EF4-FFF2-40B4-BE49-F238E27FC236}">
                  <a16:creationId xmlns:a16="http://schemas.microsoft.com/office/drawing/2014/main" id="{D8547641-D756-4D04-BF4B-4DC2F3BEAF3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5076" y="12120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9" name="Oval 502">
              <a:extLst>
                <a:ext uri="{FF2B5EF4-FFF2-40B4-BE49-F238E27FC236}">
                  <a16:creationId xmlns:a16="http://schemas.microsoft.com/office/drawing/2014/main" id="{2EAC4B5E-5B0E-4886-AB8E-D6E9EA23D79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6488" y="120523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0" name="Oval 503">
              <a:extLst>
                <a:ext uri="{FF2B5EF4-FFF2-40B4-BE49-F238E27FC236}">
                  <a16:creationId xmlns:a16="http://schemas.microsoft.com/office/drawing/2014/main" id="{726BCFE8-35B4-4BD8-BF61-645A9AAFF93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6813" y="120650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1" name="Oval 504">
              <a:extLst>
                <a:ext uri="{FF2B5EF4-FFF2-40B4-BE49-F238E27FC236}">
                  <a16:creationId xmlns:a16="http://schemas.microsoft.com/office/drawing/2014/main" id="{777FD1D2-AEC2-4E4A-8F20-B26EBAA7829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2526" y="120173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2" name="Oval 505">
              <a:extLst>
                <a:ext uri="{FF2B5EF4-FFF2-40B4-BE49-F238E27FC236}">
                  <a16:creationId xmlns:a16="http://schemas.microsoft.com/office/drawing/2014/main" id="{1EA4FEEC-CC48-4C2A-96D5-E3B2E6217B7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1738" y="119697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3" name="Oval 506">
              <a:extLst>
                <a:ext uri="{FF2B5EF4-FFF2-40B4-BE49-F238E27FC236}">
                  <a16:creationId xmlns:a16="http://schemas.microsoft.com/office/drawing/2014/main" id="{8C6AFEC9-F726-4010-8C01-3B12492B15D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2213" y="119157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sp>
        <p:nvSpPr>
          <p:cNvPr id="1287" name="Rektangel 1286">
            <a:extLst>
              <a:ext uri="{FF2B5EF4-FFF2-40B4-BE49-F238E27FC236}">
                <a16:creationId xmlns:a16="http://schemas.microsoft.com/office/drawing/2014/main" id="{E166F1B8-5EE1-45C0-9B80-7C058DC8A94E}"/>
              </a:ext>
            </a:extLst>
          </p:cNvPr>
          <p:cNvSpPr/>
          <p:nvPr userDrawn="1"/>
        </p:nvSpPr>
        <p:spPr>
          <a:xfrm>
            <a:off x="18900801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bg1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bg1"/>
              </a:solidFill>
            </a:endParaRPr>
          </a:p>
        </p:txBody>
      </p:sp>
      <p:grpSp>
        <p:nvGrpSpPr>
          <p:cNvPr id="1469" name="Grupp 1468">
            <a:extLst>
              <a:ext uri="{FF2B5EF4-FFF2-40B4-BE49-F238E27FC236}">
                <a16:creationId xmlns:a16="http://schemas.microsoft.com/office/drawing/2014/main" id="{2279A3BC-C46B-41C1-8700-DB2229C4BB28}"/>
              </a:ext>
            </a:extLst>
          </p:cNvPr>
          <p:cNvGrpSpPr/>
          <p:nvPr userDrawn="1"/>
        </p:nvGrpSpPr>
        <p:grpSpPr>
          <a:xfrm>
            <a:off x="18988088" y="12320588"/>
            <a:ext cx="3270250" cy="706437"/>
            <a:chOff x="18988088" y="12320588"/>
            <a:chExt cx="3270250" cy="706437"/>
          </a:xfrm>
          <a:solidFill>
            <a:schemeClr val="bg1"/>
          </a:solidFill>
        </p:grpSpPr>
        <p:sp>
          <p:nvSpPr>
            <p:cNvPr id="1290" name="Freeform 139">
              <a:extLst>
                <a:ext uri="{FF2B5EF4-FFF2-40B4-BE49-F238E27FC236}">
                  <a16:creationId xmlns:a16="http://schemas.microsoft.com/office/drawing/2014/main" id="{83897DE9-8E2D-4349-A137-787D16AB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778663" y="12404725"/>
              <a:ext cx="92075" cy="138112"/>
            </a:xfrm>
            <a:custGeom>
              <a:avLst/>
              <a:gdLst>
                <a:gd name="T0" fmla="*/ 71 w 143"/>
                <a:gd name="T1" fmla="*/ 0 h 217"/>
                <a:gd name="T2" fmla="*/ 19 w 143"/>
                <a:gd name="T3" fmla="*/ 23 h 217"/>
                <a:gd name="T4" fmla="*/ 0 w 143"/>
                <a:gd name="T5" fmla="*/ 107 h 217"/>
                <a:gd name="T6" fmla="*/ 0 w 143"/>
                <a:gd name="T7" fmla="*/ 110 h 217"/>
                <a:gd name="T8" fmla="*/ 19 w 143"/>
                <a:gd name="T9" fmla="*/ 194 h 217"/>
                <a:gd name="T10" fmla="*/ 71 w 143"/>
                <a:gd name="T11" fmla="*/ 217 h 217"/>
                <a:gd name="T12" fmla="*/ 125 w 143"/>
                <a:gd name="T13" fmla="*/ 193 h 217"/>
                <a:gd name="T14" fmla="*/ 143 w 143"/>
                <a:gd name="T15" fmla="*/ 133 h 217"/>
                <a:gd name="T16" fmla="*/ 143 w 143"/>
                <a:gd name="T17" fmla="*/ 101 h 217"/>
                <a:gd name="T18" fmla="*/ 72 w 143"/>
                <a:gd name="T19" fmla="*/ 101 h 217"/>
                <a:gd name="T20" fmla="*/ 72 w 143"/>
                <a:gd name="T21" fmla="*/ 126 h 217"/>
                <a:gd name="T22" fmla="*/ 115 w 143"/>
                <a:gd name="T23" fmla="*/ 126 h 217"/>
                <a:gd name="T24" fmla="*/ 115 w 143"/>
                <a:gd name="T25" fmla="*/ 140 h 217"/>
                <a:gd name="T26" fmla="*/ 105 w 143"/>
                <a:gd name="T27" fmla="*/ 175 h 217"/>
                <a:gd name="T28" fmla="*/ 71 w 143"/>
                <a:gd name="T29" fmla="*/ 190 h 217"/>
                <a:gd name="T30" fmla="*/ 40 w 143"/>
                <a:gd name="T31" fmla="*/ 177 h 217"/>
                <a:gd name="T32" fmla="*/ 28 w 143"/>
                <a:gd name="T33" fmla="*/ 109 h 217"/>
                <a:gd name="T34" fmla="*/ 40 w 143"/>
                <a:gd name="T35" fmla="*/ 41 h 217"/>
                <a:gd name="T36" fmla="*/ 71 w 143"/>
                <a:gd name="T37" fmla="*/ 27 h 217"/>
                <a:gd name="T38" fmla="*/ 114 w 143"/>
                <a:gd name="T39" fmla="*/ 65 h 217"/>
                <a:gd name="T40" fmla="*/ 143 w 143"/>
                <a:gd name="T41" fmla="*/ 65 h 217"/>
                <a:gd name="T42" fmla="*/ 71 w 143"/>
                <a:gd name="T4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" h="217">
                  <a:moveTo>
                    <a:pt x="71" y="0"/>
                  </a:moveTo>
                  <a:cubicBezTo>
                    <a:pt x="50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93" y="217"/>
                    <a:pt x="111" y="209"/>
                    <a:pt x="125" y="193"/>
                  </a:cubicBezTo>
                  <a:cubicBezTo>
                    <a:pt x="138" y="178"/>
                    <a:pt x="143" y="161"/>
                    <a:pt x="143" y="133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126"/>
                    <a:pt x="72" y="126"/>
                    <a:pt x="72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5" y="155"/>
                    <a:pt x="112" y="166"/>
                    <a:pt x="105" y="175"/>
                  </a:cubicBezTo>
                  <a:cubicBezTo>
                    <a:pt x="96" y="185"/>
                    <a:pt x="84" y="190"/>
                    <a:pt x="71" y="190"/>
                  </a:cubicBezTo>
                  <a:cubicBezTo>
                    <a:pt x="59" y="190"/>
                    <a:pt x="47" y="185"/>
                    <a:pt x="40" y="177"/>
                  </a:cubicBezTo>
                  <a:cubicBezTo>
                    <a:pt x="30" y="165"/>
                    <a:pt x="28" y="152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3" y="27"/>
                    <a:pt x="109" y="40"/>
                    <a:pt x="114" y="65"/>
                  </a:cubicBezTo>
                  <a:cubicBezTo>
                    <a:pt x="143" y="65"/>
                    <a:pt x="143" y="65"/>
                    <a:pt x="143" y="65"/>
                  </a:cubicBezTo>
                  <a:cubicBezTo>
                    <a:pt x="137" y="33"/>
                    <a:pt x="116" y="0"/>
                    <a:pt x="7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1" name="Freeform 140">
              <a:extLst>
                <a:ext uri="{FF2B5EF4-FFF2-40B4-BE49-F238E27FC236}">
                  <a16:creationId xmlns:a16="http://schemas.microsoft.com/office/drawing/2014/main" id="{7FB57B9F-E98B-4A7E-97C6-5062F8412E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97726" y="12404725"/>
              <a:ext cx="79375" cy="136525"/>
            </a:xfrm>
            <a:custGeom>
              <a:avLst/>
              <a:gdLst>
                <a:gd name="T0" fmla="*/ 0 w 50"/>
                <a:gd name="T1" fmla="*/ 86 h 86"/>
                <a:gd name="T2" fmla="*/ 50 w 50"/>
                <a:gd name="T3" fmla="*/ 86 h 86"/>
                <a:gd name="T4" fmla="*/ 50 w 50"/>
                <a:gd name="T5" fmla="*/ 76 h 86"/>
                <a:gd name="T6" fmla="*/ 11 w 50"/>
                <a:gd name="T7" fmla="*/ 76 h 86"/>
                <a:gd name="T8" fmla="*/ 11 w 50"/>
                <a:gd name="T9" fmla="*/ 0 h 86"/>
                <a:gd name="T10" fmla="*/ 0 w 50"/>
                <a:gd name="T11" fmla="*/ 0 h 86"/>
                <a:gd name="T12" fmla="*/ 0 w 50"/>
                <a:gd name="T1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86">
                  <a:moveTo>
                    <a:pt x="0" y="86"/>
                  </a:moveTo>
                  <a:lnTo>
                    <a:pt x="50" y="86"/>
                  </a:lnTo>
                  <a:lnTo>
                    <a:pt x="50" y="76"/>
                  </a:lnTo>
                  <a:lnTo>
                    <a:pt x="11" y="7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2" name="Freeform 141">
              <a:extLst>
                <a:ext uri="{FF2B5EF4-FFF2-40B4-BE49-F238E27FC236}">
                  <a16:creationId xmlns:a16="http://schemas.microsoft.com/office/drawing/2014/main" id="{33C7320E-A1D1-4988-B262-AB58DBD43D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989801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23 w 142"/>
                <a:gd name="T13" fmla="*/ 194 h 217"/>
                <a:gd name="T14" fmla="*/ 142 w 142"/>
                <a:gd name="T15" fmla="*/ 112 h 217"/>
                <a:gd name="T16" fmla="*/ 142 w 142"/>
                <a:gd name="T17" fmla="*/ 109 h 217"/>
                <a:gd name="T18" fmla="*/ 142 w 142"/>
                <a:gd name="T19" fmla="*/ 105 h 217"/>
                <a:gd name="T20" fmla="*/ 123 w 142"/>
                <a:gd name="T21" fmla="*/ 23 h 217"/>
                <a:gd name="T22" fmla="*/ 71 w 142"/>
                <a:gd name="T23" fmla="*/ 0 h 217"/>
                <a:gd name="T24" fmla="*/ 71 w 142"/>
                <a:gd name="T25" fmla="*/ 190 h 217"/>
                <a:gd name="T26" fmla="*/ 40 w 142"/>
                <a:gd name="T27" fmla="*/ 176 h 217"/>
                <a:gd name="T28" fmla="*/ 28 w 142"/>
                <a:gd name="T29" fmla="*/ 109 h 217"/>
                <a:gd name="T30" fmla="*/ 40 w 142"/>
                <a:gd name="T31" fmla="*/ 41 h 217"/>
                <a:gd name="T32" fmla="*/ 71 w 142"/>
                <a:gd name="T33" fmla="*/ 27 h 217"/>
                <a:gd name="T34" fmla="*/ 102 w 142"/>
                <a:gd name="T35" fmla="*/ 41 h 217"/>
                <a:gd name="T36" fmla="*/ 114 w 142"/>
                <a:gd name="T37" fmla="*/ 109 h 217"/>
                <a:gd name="T38" fmla="*/ 102 w 142"/>
                <a:gd name="T39" fmla="*/ 176 h 217"/>
                <a:gd name="T40" fmla="*/ 71 w 142"/>
                <a:gd name="T41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0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0" y="217"/>
                    <a:pt x="71" y="217"/>
                  </a:cubicBezTo>
                  <a:cubicBezTo>
                    <a:pt x="91" y="217"/>
                    <a:pt x="109" y="209"/>
                    <a:pt x="123" y="194"/>
                  </a:cubicBezTo>
                  <a:cubicBezTo>
                    <a:pt x="142" y="174"/>
                    <a:pt x="142" y="151"/>
                    <a:pt x="142" y="112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7"/>
                    <a:pt x="142" y="43"/>
                    <a:pt x="123" y="23"/>
                  </a:cubicBezTo>
                  <a:cubicBezTo>
                    <a:pt x="109" y="8"/>
                    <a:pt x="91" y="0"/>
                    <a:pt x="71" y="0"/>
                  </a:cubicBezTo>
                  <a:moveTo>
                    <a:pt x="71" y="190"/>
                  </a:moveTo>
                  <a:cubicBezTo>
                    <a:pt x="59" y="190"/>
                    <a:pt x="47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7" y="32"/>
                    <a:pt x="59" y="27"/>
                    <a:pt x="71" y="27"/>
                  </a:cubicBezTo>
                  <a:cubicBezTo>
                    <a:pt x="83" y="27"/>
                    <a:pt x="94" y="32"/>
                    <a:pt x="102" y="41"/>
                  </a:cubicBezTo>
                  <a:cubicBezTo>
                    <a:pt x="112" y="53"/>
                    <a:pt x="114" y="65"/>
                    <a:pt x="114" y="109"/>
                  </a:cubicBezTo>
                  <a:cubicBezTo>
                    <a:pt x="114" y="153"/>
                    <a:pt x="112" y="165"/>
                    <a:pt x="102" y="176"/>
                  </a:cubicBezTo>
                  <a:cubicBezTo>
                    <a:pt x="94" y="185"/>
                    <a:pt x="83" y="190"/>
                    <a:pt x="71" y="19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3" name="Freeform 142">
              <a:extLst>
                <a:ext uri="{FF2B5EF4-FFF2-40B4-BE49-F238E27FC236}">
                  <a16:creationId xmlns:a16="http://schemas.microsoft.com/office/drawing/2014/main" id="{1B10578E-6CED-44ED-9F3A-113CCF8E4F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105688" y="12404725"/>
              <a:ext cx="90488" cy="136525"/>
            </a:xfrm>
            <a:custGeom>
              <a:avLst/>
              <a:gdLst>
                <a:gd name="T0" fmla="*/ 0 w 140"/>
                <a:gd name="T1" fmla="*/ 213 h 213"/>
                <a:gd name="T2" fmla="*/ 80 w 140"/>
                <a:gd name="T3" fmla="*/ 213 h 213"/>
                <a:gd name="T4" fmla="*/ 140 w 140"/>
                <a:gd name="T5" fmla="*/ 154 h 213"/>
                <a:gd name="T6" fmla="*/ 110 w 140"/>
                <a:gd name="T7" fmla="*/ 105 h 213"/>
                <a:gd name="T8" fmla="*/ 108 w 140"/>
                <a:gd name="T9" fmla="*/ 104 h 213"/>
                <a:gd name="T10" fmla="*/ 110 w 140"/>
                <a:gd name="T11" fmla="*/ 102 h 213"/>
                <a:gd name="T12" fmla="*/ 137 w 140"/>
                <a:gd name="T13" fmla="*/ 58 h 213"/>
                <a:gd name="T14" fmla="*/ 77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78 w 140"/>
                <a:gd name="T21" fmla="*/ 186 h 213"/>
                <a:gd name="T22" fmla="*/ 28 w 140"/>
                <a:gd name="T23" fmla="*/ 186 h 213"/>
                <a:gd name="T24" fmla="*/ 28 w 140"/>
                <a:gd name="T25" fmla="*/ 118 h 213"/>
                <a:gd name="T26" fmla="*/ 78 w 140"/>
                <a:gd name="T27" fmla="*/ 118 h 213"/>
                <a:gd name="T28" fmla="*/ 112 w 140"/>
                <a:gd name="T29" fmla="*/ 152 h 213"/>
                <a:gd name="T30" fmla="*/ 78 w 140"/>
                <a:gd name="T31" fmla="*/ 186 h 213"/>
                <a:gd name="T32" fmla="*/ 75 w 140"/>
                <a:gd name="T33" fmla="*/ 91 h 213"/>
                <a:gd name="T34" fmla="*/ 28 w 140"/>
                <a:gd name="T35" fmla="*/ 91 h 213"/>
                <a:gd name="T36" fmla="*/ 28 w 140"/>
                <a:gd name="T37" fmla="*/ 27 h 213"/>
                <a:gd name="T38" fmla="*/ 75 w 140"/>
                <a:gd name="T39" fmla="*/ 27 h 213"/>
                <a:gd name="T40" fmla="*/ 109 w 140"/>
                <a:gd name="T41" fmla="*/ 59 h 213"/>
                <a:gd name="T42" fmla="*/ 75 w 140"/>
                <a:gd name="T43" fmla="*/ 9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80" y="213"/>
                    <a:pt x="80" y="213"/>
                    <a:pt x="80" y="213"/>
                  </a:cubicBezTo>
                  <a:cubicBezTo>
                    <a:pt x="117" y="213"/>
                    <a:pt x="140" y="190"/>
                    <a:pt x="140" y="154"/>
                  </a:cubicBezTo>
                  <a:cubicBezTo>
                    <a:pt x="140" y="131"/>
                    <a:pt x="129" y="113"/>
                    <a:pt x="110" y="105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10" y="102"/>
                    <a:pt x="110" y="102"/>
                    <a:pt x="110" y="102"/>
                  </a:cubicBezTo>
                  <a:cubicBezTo>
                    <a:pt x="124" y="97"/>
                    <a:pt x="137" y="81"/>
                    <a:pt x="137" y="58"/>
                  </a:cubicBezTo>
                  <a:cubicBezTo>
                    <a:pt x="137" y="22"/>
                    <a:pt x="114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8" y="186"/>
                  </a:moveTo>
                  <a:cubicBezTo>
                    <a:pt x="28" y="186"/>
                    <a:pt x="28" y="186"/>
                    <a:pt x="28" y="186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99" y="118"/>
                    <a:pt x="112" y="131"/>
                    <a:pt x="112" y="152"/>
                  </a:cubicBezTo>
                  <a:cubicBezTo>
                    <a:pt x="112" y="173"/>
                    <a:pt x="99" y="186"/>
                    <a:pt x="78" y="186"/>
                  </a:cubicBezTo>
                  <a:moveTo>
                    <a:pt x="75" y="91"/>
                  </a:moveTo>
                  <a:cubicBezTo>
                    <a:pt x="28" y="91"/>
                    <a:pt x="28" y="91"/>
                    <a:pt x="28" y="91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96" y="27"/>
                    <a:pt x="109" y="39"/>
                    <a:pt x="109" y="59"/>
                  </a:cubicBezTo>
                  <a:cubicBezTo>
                    <a:pt x="109" y="79"/>
                    <a:pt x="96" y="91"/>
                    <a:pt x="75" y="9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4" name="Freeform 143">
              <a:extLst>
                <a:ext uri="{FF2B5EF4-FFF2-40B4-BE49-F238E27FC236}">
                  <a16:creationId xmlns:a16="http://schemas.microsoft.com/office/drawing/2014/main" id="{FB5903AA-E1AE-4886-8E5F-203BB446EF7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208876" y="12404725"/>
              <a:ext cx="107950" cy="136525"/>
            </a:xfrm>
            <a:custGeom>
              <a:avLst/>
              <a:gdLst>
                <a:gd name="T0" fmla="*/ 56 w 68"/>
                <a:gd name="T1" fmla="*/ 86 h 86"/>
                <a:gd name="T2" fmla="*/ 68 w 68"/>
                <a:gd name="T3" fmla="*/ 86 h 86"/>
                <a:gd name="T4" fmla="*/ 38 w 68"/>
                <a:gd name="T5" fmla="*/ 0 h 86"/>
                <a:gd name="T6" fmla="*/ 29 w 68"/>
                <a:gd name="T7" fmla="*/ 0 h 86"/>
                <a:gd name="T8" fmla="*/ 0 w 68"/>
                <a:gd name="T9" fmla="*/ 86 h 86"/>
                <a:gd name="T10" fmla="*/ 12 w 68"/>
                <a:gd name="T11" fmla="*/ 86 h 86"/>
                <a:gd name="T12" fmla="*/ 17 w 68"/>
                <a:gd name="T13" fmla="*/ 69 h 86"/>
                <a:gd name="T14" fmla="*/ 50 w 68"/>
                <a:gd name="T15" fmla="*/ 69 h 86"/>
                <a:gd name="T16" fmla="*/ 56 w 68"/>
                <a:gd name="T17" fmla="*/ 86 h 86"/>
                <a:gd name="T18" fmla="*/ 47 w 68"/>
                <a:gd name="T19" fmla="*/ 59 h 86"/>
                <a:gd name="T20" fmla="*/ 20 w 68"/>
                <a:gd name="T21" fmla="*/ 59 h 86"/>
                <a:gd name="T22" fmla="*/ 34 w 68"/>
                <a:gd name="T23" fmla="*/ 18 h 86"/>
                <a:gd name="T24" fmla="*/ 34 w 68"/>
                <a:gd name="T25" fmla="*/ 19 h 86"/>
                <a:gd name="T26" fmla="*/ 47 w 68"/>
                <a:gd name="T27" fmla="*/ 5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86">
                  <a:moveTo>
                    <a:pt x="56" y="86"/>
                  </a:moveTo>
                  <a:lnTo>
                    <a:pt x="68" y="86"/>
                  </a:lnTo>
                  <a:lnTo>
                    <a:pt x="38" y="0"/>
                  </a:lnTo>
                  <a:lnTo>
                    <a:pt x="29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7" y="69"/>
                  </a:lnTo>
                  <a:lnTo>
                    <a:pt x="50" y="69"/>
                  </a:lnTo>
                  <a:lnTo>
                    <a:pt x="56" y="86"/>
                  </a:lnTo>
                  <a:close/>
                  <a:moveTo>
                    <a:pt x="47" y="59"/>
                  </a:moveTo>
                  <a:lnTo>
                    <a:pt x="20" y="59"/>
                  </a:lnTo>
                  <a:lnTo>
                    <a:pt x="34" y="18"/>
                  </a:lnTo>
                  <a:lnTo>
                    <a:pt x="34" y="19"/>
                  </a:lnTo>
                  <a:lnTo>
                    <a:pt x="47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5" name="Freeform 144">
              <a:extLst>
                <a:ext uri="{FF2B5EF4-FFF2-40B4-BE49-F238E27FC236}">
                  <a16:creationId xmlns:a16="http://schemas.microsoft.com/office/drawing/2014/main" id="{BDB19B67-848C-4E1F-B66C-6B5AD67908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35876" y="12404725"/>
              <a:ext cx="79375" cy="136525"/>
            </a:xfrm>
            <a:custGeom>
              <a:avLst/>
              <a:gdLst>
                <a:gd name="T0" fmla="*/ 0 w 50"/>
                <a:gd name="T1" fmla="*/ 86 h 86"/>
                <a:gd name="T2" fmla="*/ 50 w 50"/>
                <a:gd name="T3" fmla="*/ 86 h 86"/>
                <a:gd name="T4" fmla="*/ 50 w 50"/>
                <a:gd name="T5" fmla="*/ 76 h 86"/>
                <a:gd name="T6" fmla="*/ 11 w 50"/>
                <a:gd name="T7" fmla="*/ 76 h 86"/>
                <a:gd name="T8" fmla="*/ 11 w 50"/>
                <a:gd name="T9" fmla="*/ 0 h 86"/>
                <a:gd name="T10" fmla="*/ 0 w 50"/>
                <a:gd name="T11" fmla="*/ 0 h 86"/>
                <a:gd name="T12" fmla="*/ 0 w 50"/>
                <a:gd name="T1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86">
                  <a:moveTo>
                    <a:pt x="0" y="86"/>
                  </a:moveTo>
                  <a:lnTo>
                    <a:pt x="50" y="86"/>
                  </a:lnTo>
                  <a:lnTo>
                    <a:pt x="50" y="76"/>
                  </a:lnTo>
                  <a:lnTo>
                    <a:pt x="11" y="7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6" name="Freeform 145">
              <a:extLst>
                <a:ext uri="{FF2B5EF4-FFF2-40B4-BE49-F238E27FC236}">
                  <a16:creationId xmlns:a16="http://schemas.microsoft.com/office/drawing/2014/main" id="{A33055A6-06F3-4EC9-AC9D-DDE7956175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83513" y="12404725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6 h 86"/>
                <a:gd name="T6" fmla="*/ 11 w 51"/>
                <a:gd name="T7" fmla="*/ 76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8 h 86"/>
                <a:gd name="T14" fmla="*/ 11 w 51"/>
                <a:gd name="T15" fmla="*/ 38 h 86"/>
                <a:gd name="T16" fmla="*/ 11 w 51"/>
                <a:gd name="T17" fmla="*/ 11 h 86"/>
                <a:gd name="T18" fmla="*/ 51 w 51"/>
                <a:gd name="T19" fmla="*/ 11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6"/>
                  </a:lnTo>
                  <a:lnTo>
                    <a:pt x="11" y="76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8"/>
                  </a:lnTo>
                  <a:lnTo>
                    <a:pt x="11" y="38"/>
                  </a:lnTo>
                  <a:lnTo>
                    <a:pt x="11" y="11"/>
                  </a:lnTo>
                  <a:lnTo>
                    <a:pt x="51" y="11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7" name="Freeform 146">
              <a:extLst>
                <a:ext uri="{FF2B5EF4-FFF2-40B4-BE49-F238E27FC236}">
                  <a16:creationId xmlns:a16="http://schemas.microsoft.com/office/drawing/2014/main" id="{07F74A83-AD96-4339-8719-C4DF102EC3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86701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42 w 142"/>
                <a:gd name="T13" fmla="*/ 153 h 217"/>
                <a:gd name="T14" fmla="*/ 114 w 142"/>
                <a:gd name="T15" fmla="*/ 153 h 217"/>
                <a:gd name="T16" fmla="*/ 71 w 142"/>
                <a:gd name="T17" fmla="*/ 190 h 217"/>
                <a:gd name="T18" fmla="*/ 41 w 142"/>
                <a:gd name="T19" fmla="*/ 177 h 217"/>
                <a:gd name="T20" fmla="*/ 28 w 142"/>
                <a:gd name="T21" fmla="*/ 109 h 217"/>
                <a:gd name="T22" fmla="*/ 41 w 142"/>
                <a:gd name="T23" fmla="*/ 41 h 217"/>
                <a:gd name="T24" fmla="*/ 71 w 142"/>
                <a:gd name="T25" fmla="*/ 27 h 217"/>
                <a:gd name="T26" fmla="*/ 113 w 142"/>
                <a:gd name="T27" fmla="*/ 64 h 217"/>
                <a:gd name="T28" fmla="*/ 142 w 142"/>
                <a:gd name="T29" fmla="*/ 64 h 217"/>
                <a:gd name="T30" fmla="*/ 71 w 142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109" y="217"/>
                    <a:pt x="135" y="193"/>
                    <a:pt x="142" y="153"/>
                  </a:cubicBezTo>
                  <a:cubicBezTo>
                    <a:pt x="114" y="153"/>
                    <a:pt x="114" y="153"/>
                    <a:pt x="114" y="153"/>
                  </a:cubicBezTo>
                  <a:cubicBezTo>
                    <a:pt x="108" y="177"/>
                    <a:pt x="93" y="190"/>
                    <a:pt x="71" y="190"/>
                  </a:cubicBezTo>
                  <a:cubicBezTo>
                    <a:pt x="59" y="190"/>
                    <a:pt x="48" y="185"/>
                    <a:pt x="41" y="177"/>
                  </a:cubicBezTo>
                  <a:cubicBezTo>
                    <a:pt x="31" y="165"/>
                    <a:pt x="28" y="152"/>
                    <a:pt x="28" y="109"/>
                  </a:cubicBezTo>
                  <a:cubicBezTo>
                    <a:pt x="28" y="65"/>
                    <a:pt x="31" y="52"/>
                    <a:pt x="41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2" y="27"/>
                    <a:pt x="108" y="41"/>
                    <a:pt x="113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35" y="24"/>
                    <a:pt x="108" y="0"/>
                    <a:pt x="7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8" name="Freeform 147">
              <a:extLst>
                <a:ext uri="{FF2B5EF4-FFF2-40B4-BE49-F238E27FC236}">
                  <a16:creationId xmlns:a16="http://schemas.microsoft.com/office/drawing/2014/main" id="{78DBD752-0226-466B-B459-DB24EEA8551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697826" y="12404725"/>
              <a:ext cx="90488" cy="138112"/>
            </a:xfrm>
            <a:custGeom>
              <a:avLst/>
              <a:gdLst>
                <a:gd name="T0" fmla="*/ 71 w 143"/>
                <a:gd name="T1" fmla="*/ 0 h 217"/>
                <a:gd name="T2" fmla="*/ 20 w 143"/>
                <a:gd name="T3" fmla="*/ 23 h 217"/>
                <a:gd name="T4" fmla="*/ 0 w 143"/>
                <a:gd name="T5" fmla="*/ 107 h 217"/>
                <a:gd name="T6" fmla="*/ 0 w 143"/>
                <a:gd name="T7" fmla="*/ 110 h 217"/>
                <a:gd name="T8" fmla="*/ 20 w 143"/>
                <a:gd name="T9" fmla="*/ 194 h 217"/>
                <a:gd name="T10" fmla="*/ 71 w 143"/>
                <a:gd name="T11" fmla="*/ 217 h 217"/>
                <a:gd name="T12" fmla="*/ 124 w 143"/>
                <a:gd name="T13" fmla="*/ 194 h 217"/>
                <a:gd name="T14" fmla="*/ 143 w 143"/>
                <a:gd name="T15" fmla="*/ 112 h 217"/>
                <a:gd name="T16" fmla="*/ 143 w 143"/>
                <a:gd name="T17" fmla="*/ 105 h 217"/>
                <a:gd name="T18" fmla="*/ 124 w 143"/>
                <a:gd name="T19" fmla="*/ 23 h 217"/>
                <a:gd name="T20" fmla="*/ 71 w 143"/>
                <a:gd name="T21" fmla="*/ 0 h 217"/>
                <a:gd name="T22" fmla="*/ 71 w 143"/>
                <a:gd name="T23" fmla="*/ 190 h 217"/>
                <a:gd name="T24" fmla="*/ 40 w 143"/>
                <a:gd name="T25" fmla="*/ 176 h 217"/>
                <a:gd name="T26" fmla="*/ 28 w 143"/>
                <a:gd name="T27" fmla="*/ 109 h 217"/>
                <a:gd name="T28" fmla="*/ 40 w 143"/>
                <a:gd name="T29" fmla="*/ 41 h 217"/>
                <a:gd name="T30" fmla="*/ 71 w 143"/>
                <a:gd name="T31" fmla="*/ 27 h 217"/>
                <a:gd name="T32" fmla="*/ 103 w 143"/>
                <a:gd name="T33" fmla="*/ 41 h 217"/>
                <a:gd name="T34" fmla="*/ 115 w 143"/>
                <a:gd name="T35" fmla="*/ 109 h 217"/>
                <a:gd name="T36" fmla="*/ 103 w 143"/>
                <a:gd name="T37" fmla="*/ 176 h 217"/>
                <a:gd name="T38" fmla="*/ 71 w 143"/>
                <a:gd name="T39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3" h="217">
                  <a:moveTo>
                    <a:pt x="71" y="0"/>
                  </a:moveTo>
                  <a:cubicBezTo>
                    <a:pt x="51" y="0"/>
                    <a:pt x="34" y="8"/>
                    <a:pt x="20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20" y="194"/>
                  </a:cubicBezTo>
                  <a:cubicBezTo>
                    <a:pt x="34" y="209"/>
                    <a:pt x="51" y="217"/>
                    <a:pt x="71" y="217"/>
                  </a:cubicBezTo>
                  <a:cubicBezTo>
                    <a:pt x="92" y="217"/>
                    <a:pt x="110" y="209"/>
                    <a:pt x="124" y="194"/>
                  </a:cubicBezTo>
                  <a:cubicBezTo>
                    <a:pt x="143" y="174"/>
                    <a:pt x="143" y="151"/>
                    <a:pt x="143" y="112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3" y="67"/>
                    <a:pt x="143" y="43"/>
                    <a:pt x="124" y="23"/>
                  </a:cubicBezTo>
                  <a:cubicBezTo>
                    <a:pt x="110" y="8"/>
                    <a:pt x="92" y="0"/>
                    <a:pt x="71" y="0"/>
                  </a:cubicBezTo>
                  <a:moveTo>
                    <a:pt x="71" y="190"/>
                  </a:moveTo>
                  <a:cubicBezTo>
                    <a:pt x="60" y="190"/>
                    <a:pt x="48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60" y="27"/>
                    <a:pt x="71" y="27"/>
                  </a:cubicBezTo>
                  <a:cubicBezTo>
                    <a:pt x="83" y="27"/>
                    <a:pt x="95" y="32"/>
                    <a:pt x="103" y="41"/>
                  </a:cubicBezTo>
                  <a:cubicBezTo>
                    <a:pt x="113" y="53"/>
                    <a:pt x="115" y="65"/>
                    <a:pt x="115" y="109"/>
                  </a:cubicBezTo>
                  <a:cubicBezTo>
                    <a:pt x="115" y="153"/>
                    <a:pt x="113" y="165"/>
                    <a:pt x="103" y="176"/>
                  </a:cubicBezTo>
                  <a:cubicBezTo>
                    <a:pt x="95" y="185"/>
                    <a:pt x="83" y="190"/>
                    <a:pt x="71" y="19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9" name="Freeform 148">
              <a:extLst>
                <a:ext uri="{FF2B5EF4-FFF2-40B4-BE49-F238E27FC236}">
                  <a16:creationId xmlns:a16="http://schemas.microsoft.com/office/drawing/2014/main" id="{CF445B6E-02CD-4B11-9D2F-B373422831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815301" y="12404725"/>
              <a:ext cx="95250" cy="136525"/>
            </a:xfrm>
            <a:custGeom>
              <a:avLst/>
              <a:gdLst>
                <a:gd name="T0" fmla="*/ 50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3 h 86"/>
                <a:gd name="T10" fmla="*/ 49 w 60"/>
                <a:gd name="T11" fmla="*/ 62 h 86"/>
                <a:gd name="T12" fmla="*/ 11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2 w 60"/>
                <a:gd name="T19" fmla="*/ 86 h 86"/>
                <a:gd name="T20" fmla="*/ 12 w 60"/>
                <a:gd name="T21" fmla="*/ 24 h 86"/>
                <a:gd name="T22" fmla="*/ 13 w 60"/>
                <a:gd name="T23" fmla="*/ 25 h 86"/>
                <a:gd name="T24" fmla="*/ 50 w 6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86">
                  <a:moveTo>
                    <a:pt x="50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24"/>
                  </a:lnTo>
                  <a:lnTo>
                    <a:pt x="13" y="25"/>
                  </a:lnTo>
                  <a:lnTo>
                    <a:pt x="5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0" name="Freeform 149">
              <a:extLst>
                <a:ext uri="{FF2B5EF4-FFF2-40B4-BE49-F238E27FC236}">
                  <a16:creationId xmlns:a16="http://schemas.microsoft.com/office/drawing/2014/main" id="{BAFB83DE-702B-4D37-9983-19B27A6FF64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939126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24 w 142"/>
                <a:gd name="T13" fmla="*/ 194 h 217"/>
                <a:gd name="T14" fmla="*/ 142 w 142"/>
                <a:gd name="T15" fmla="*/ 112 h 217"/>
                <a:gd name="T16" fmla="*/ 142 w 142"/>
                <a:gd name="T17" fmla="*/ 105 h 217"/>
                <a:gd name="T18" fmla="*/ 124 w 142"/>
                <a:gd name="T19" fmla="*/ 23 h 217"/>
                <a:gd name="T20" fmla="*/ 71 w 142"/>
                <a:gd name="T21" fmla="*/ 0 h 217"/>
                <a:gd name="T22" fmla="*/ 71 w 142"/>
                <a:gd name="T23" fmla="*/ 190 h 217"/>
                <a:gd name="T24" fmla="*/ 40 w 142"/>
                <a:gd name="T25" fmla="*/ 176 h 217"/>
                <a:gd name="T26" fmla="*/ 28 w 142"/>
                <a:gd name="T27" fmla="*/ 109 h 217"/>
                <a:gd name="T28" fmla="*/ 40 w 142"/>
                <a:gd name="T29" fmla="*/ 41 h 217"/>
                <a:gd name="T30" fmla="*/ 71 w 142"/>
                <a:gd name="T31" fmla="*/ 27 h 217"/>
                <a:gd name="T32" fmla="*/ 102 w 142"/>
                <a:gd name="T33" fmla="*/ 41 h 217"/>
                <a:gd name="T34" fmla="*/ 115 w 142"/>
                <a:gd name="T35" fmla="*/ 109 h 217"/>
                <a:gd name="T36" fmla="*/ 102 w 142"/>
                <a:gd name="T37" fmla="*/ 176 h 217"/>
                <a:gd name="T38" fmla="*/ 71 w 142"/>
                <a:gd name="T39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92" y="217"/>
                    <a:pt x="110" y="209"/>
                    <a:pt x="124" y="194"/>
                  </a:cubicBezTo>
                  <a:cubicBezTo>
                    <a:pt x="142" y="174"/>
                    <a:pt x="142" y="151"/>
                    <a:pt x="142" y="112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7"/>
                    <a:pt x="142" y="43"/>
                    <a:pt x="124" y="23"/>
                  </a:cubicBezTo>
                  <a:cubicBezTo>
                    <a:pt x="110" y="8"/>
                    <a:pt x="92" y="0"/>
                    <a:pt x="71" y="0"/>
                  </a:cubicBezTo>
                  <a:moveTo>
                    <a:pt x="71" y="190"/>
                  </a:moveTo>
                  <a:cubicBezTo>
                    <a:pt x="59" y="190"/>
                    <a:pt x="48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83" y="27"/>
                    <a:pt x="95" y="32"/>
                    <a:pt x="102" y="41"/>
                  </a:cubicBezTo>
                  <a:cubicBezTo>
                    <a:pt x="112" y="53"/>
                    <a:pt x="115" y="65"/>
                    <a:pt x="115" y="109"/>
                  </a:cubicBezTo>
                  <a:cubicBezTo>
                    <a:pt x="115" y="153"/>
                    <a:pt x="112" y="165"/>
                    <a:pt x="102" y="176"/>
                  </a:cubicBezTo>
                  <a:cubicBezTo>
                    <a:pt x="95" y="185"/>
                    <a:pt x="83" y="190"/>
                    <a:pt x="71" y="19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1" name="Freeform 150">
              <a:extLst>
                <a:ext uri="{FF2B5EF4-FFF2-40B4-BE49-F238E27FC236}">
                  <a16:creationId xmlns:a16="http://schemas.microsoft.com/office/drawing/2014/main" id="{769988F0-C3CC-4BDC-BED2-5422B3A9AC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058188" y="12404725"/>
              <a:ext cx="112713" cy="136525"/>
            </a:xfrm>
            <a:custGeom>
              <a:avLst/>
              <a:gdLst>
                <a:gd name="T0" fmla="*/ 60 w 71"/>
                <a:gd name="T1" fmla="*/ 86 h 86"/>
                <a:gd name="T2" fmla="*/ 71 w 71"/>
                <a:gd name="T3" fmla="*/ 86 h 86"/>
                <a:gd name="T4" fmla="*/ 71 w 71"/>
                <a:gd name="T5" fmla="*/ 0 h 86"/>
                <a:gd name="T6" fmla="*/ 60 w 71"/>
                <a:gd name="T7" fmla="*/ 0 h 86"/>
                <a:gd name="T8" fmla="*/ 36 w 71"/>
                <a:gd name="T9" fmla="*/ 55 h 86"/>
                <a:gd name="T10" fmla="*/ 12 w 71"/>
                <a:gd name="T11" fmla="*/ 0 h 86"/>
                <a:gd name="T12" fmla="*/ 0 w 71"/>
                <a:gd name="T13" fmla="*/ 0 h 86"/>
                <a:gd name="T14" fmla="*/ 0 w 71"/>
                <a:gd name="T15" fmla="*/ 86 h 86"/>
                <a:gd name="T16" fmla="*/ 12 w 71"/>
                <a:gd name="T17" fmla="*/ 86 h 86"/>
                <a:gd name="T18" fmla="*/ 12 w 71"/>
                <a:gd name="T19" fmla="*/ 29 h 86"/>
                <a:gd name="T20" fmla="*/ 13 w 71"/>
                <a:gd name="T21" fmla="*/ 28 h 86"/>
                <a:gd name="T22" fmla="*/ 13 w 71"/>
                <a:gd name="T23" fmla="*/ 29 h 86"/>
                <a:gd name="T24" fmla="*/ 32 w 71"/>
                <a:gd name="T25" fmla="*/ 71 h 86"/>
                <a:gd name="T26" fmla="*/ 40 w 71"/>
                <a:gd name="T27" fmla="*/ 71 h 86"/>
                <a:gd name="T28" fmla="*/ 59 w 71"/>
                <a:gd name="T29" fmla="*/ 28 h 86"/>
                <a:gd name="T30" fmla="*/ 60 w 71"/>
                <a:gd name="T31" fmla="*/ 29 h 86"/>
                <a:gd name="T32" fmla="*/ 60 w 71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86">
                  <a:moveTo>
                    <a:pt x="60" y="86"/>
                  </a:moveTo>
                  <a:lnTo>
                    <a:pt x="71" y="86"/>
                  </a:lnTo>
                  <a:lnTo>
                    <a:pt x="71" y="0"/>
                  </a:lnTo>
                  <a:lnTo>
                    <a:pt x="60" y="0"/>
                  </a:lnTo>
                  <a:lnTo>
                    <a:pt x="36" y="55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29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32" y="71"/>
                  </a:lnTo>
                  <a:lnTo>
                    <a:pt x="40" y="71"/>
                  </a:lnTo>
                  <a:lnTo>
                    <a:pt x="59" y="28"/>
                  </a:lnTo>
                  <a:lnTo>
                    <a:pt x="60" y="29"/>
                  </a:lnTo>
                  <a:lnTo>
                    <a:pt x="6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2" name="Rectangle 151">
              <a:extLst>
                <a:ext uri="{FF2B5EF4-FFF2-40B4-BE49-F238E27FC236}">
                  <a16:creationId xmlns:a16="http://schemas.microsoft.com/office/drawing/2014/main" id="{E9067E36-D591-4936-89B6-A1AAE4F8CBB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1202651" y="12404725"/>
              <a:ext cx="17463" cy="136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3" name="Freeform 152">
              <a:extLst>
                <a:ext uri="{FF2B5EF4-FFF2-40B4-BE49-F238E27FC236}">
                  <a16:creationId xmlns:a16="http://schemas.microsoft.com/office/drawing/2014/main" id="{D1D17AF4-49F5-4A9B-85F1-42E2D4AFA8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50276" y="12404725"/>
              <a:ext cx="90488" cy="138112"/>
            </a:xfrm>
            <a:custGeom>
              <a:avLst/>
              <a:gdLst>
                <a:gd name="T0" fmla="*/ 72 w 143"/>
                <a:gd name="T1" fmla="*/ 0 h 217"/>
                <a:gd name="T2" fmla="*/ 20 w 143"/>
                <a:gd name="T3" fmla="*/ 23 h 217"/>
                <a:gd name="T4" fmla="*/ 1 w 143"/>
                <a:gd name="T5" fmla="*/ 107 h 217"/>
                <a:gd name="T6" fmla="*/ 1 w 143"/>
                <a:gd name="T7" fmla="*/ 110 h 217"/>
                <a:gd name="T8" fmla="*/ 20 w 143"/>
                <a:gd name="T9" fmla="*/ 194 h 217"/>
                <a:gd name="T10" fmla="*/ 72 w 143"/>
                <a:gd name="T11" fmla="*/ 217 h 217"/>
                <a:gd name="T12" fmla="*/ 143 w 143"/>
                <a:gd name="T13" fmla="*/ 153 h 217"/>
                <a:gd name="T14" fmla="*/ 115 w 143"/>
                <a:gd name="T15" fmla="*/ 153 h 217"/>
                <a:gd name="T16" fmla="*/ 72 w 143"/>
                <a:gd name="T17" fmla="*/ 190 h 217"/>
                <a:gd name="T18" fmla="*/ 41 w 143"/>
                <a:gd name="T19" fmla="*/ 177 h 217"/>
                <a:gd name="T20" fmla="*/ 28 w 143"/>
                <a:gd name="T21" fmla="*/ 109 h 217"/>
                <a:gd name="T22" fmla="*/ 41 w 143"/>
                <a:gd name="T23" fmla="*/ 41 h 217"/>
                <a:gd name="T24" fmla="*/ 72 w 143"/>
                <a:gd name="T25" fmla="*/ 27 h 217"/>
                <a:gd name="T26" fmla="*/ 114 w 143"/>
                <a:gd name="T27" fmla="*/ 64 h 217"/>
                <a:gd name="T28" fmla="*/ 143 w 143"/>
                <a:gd name="T29" fmla="*/ 64 h 217"/>
                <a:gd name="T30" fmla="*/ 72 w 143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3" h="217">
                  <a:moveTo>
                    <a:pt x="72" y="0"/>
                  </a:moveTo>
                  <a:cubicBezTo>
                    <a:pt x="51" y="0"/>
                    <a:pt x="33" y="8"/>
                    <a:pt x="20" y="23"/>
                  </a:cubicBezTo>
                  <a:cubicBezTo>
                    <a:pt x="0" y="44"/>
                    <a:pt x="0" y="67"/>
                    <a:pt x="1" y="107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0" y="150"/>
                    <a:pt x="0" y="174"/>
                    <a:pt x="20" y="194"/>
                  </a:cubicBezTo>
                  <a:cubicBezTo>
                    <a:pt x="33" y="209"/>
                    <a:pt x="51" y="217"/>
                    <a:pt x="72" y="217"/>
                  </a:cubicBezTo>
                  <a:cubicBezTo>
                    <a:pt x="109" y="217"/>
                    <a:pt x="136" y="193"/>
                    <a:pt x="143" y="153"/>
                  </a:cubicBezTo>
                  <a:cubicBezTo>
                    <a:pt x="115" y="153"/>
                    <a:pt x="115" y="153"/>
                    <a:pt x="115" y="153"/>
                  </a:cubicBezTo>
                  <a:cubicBezTo>
                    <a:pt x="109" y="176"/>
                    <a:pt x="93" y="190"/>
                    <a:pt x="72" y="190"/>
                  </a:cubicBezTo>
                  <a:cubicBezTo>
                    <a:pt x="59" y="190"/>
                    <a:pt x="48" y="185"/>
                    <a:pt x="41" y="177"/>
                  </a:cubicBezTo>
                  <a:cubicBezTo>
                    <a:pt x="31" y="165"/>
                    <a:pt x="28" y="152"/>
                    <a:pt x="28" y="109"/>
                  </a:cubicBezTo>
                  <a:cubicBezTo>
                    <a:pt x="28" y="65"/>
                    <a:pt x="31" y="52"/>
                    <a:pt x="41" y="41"/>
                  </a:cubicBezTo>
                  <a:cubicBezTo>
                    <a:pt x="48" y="32"/>
                    <a:pt x="59" y="27"/>
                    <a:pt x="72" y="27"/>
                  </a:cubicBezTo>
                  <a:cubicBezTo>
                    <a:pt x="93" y="27"/>
                    <a:pt x="109" y="41"/>
                    <a:pt x="114" y="64"/>
                  </a:cubicBezTo>
                  <a:cubicBezTo>
                    <a:pt x="143" y="64"/>
                    <a:pt x="143" y="64"/>
                    <a:pt x="143" y="64"/>
                  </a:cubicBezTo>
                  <a:cubicBezTo>
                    <a:pt x="136" y="24"/>
                    <a:pt x="109" y="0"/>
                    <a:pt x="7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4" name="Freeform 153">
              <a:extLst>
                <a:ext uri="{FF2B5EF4-FFF2-40B4-BE49-F238E27FC236}">
                  <a16:creationId xmlns:a16="http://schemas.microsoft.com/office/drawing/2014/main" id="{C9538DD7-A4FE-482B-8263-B9BB2960D42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13788" y="12404725"/>
              <a:ext cx="90488" cy="136525"/>
            </a:xfrm>
            <a:custGeom>
              <a:avLst/>
              <a:gdLst>
                <a:gd name="T0" fmla="*/ 0 w 141"/>
                <a:gd name="T1" fmla="*/ 213 h 213"/>
                <a:gd name="T2" fmla="*/ 70 w 141"/>
                <a:gd name="T3" fmla="*/ 213 h 213"/>
                <a:gd name="T4" fmla="*/ 121 w 141"/>
                <a:gd name="T5" fmla="*/ 193 h 213"/>
                <a:gd name="T6" fmla="*/ 141 w 141"/>
                <a:gd name="T7" fmla="*/ 111 h 213"/>
                <a:gd name="T8" fmla="*/ 141 w 141"/>
                <a:gd name="T9" fmla="*/ 105 h 213"/>
                <a:gd name="T10" fmla="*/ 141 w 141"/>
                <a:gd name="T11" fmla="*/ 100 h 213"/>
                <a:gd name="T12" fmla="*/ 121 w 141"/>
                <a:gd name="T13" fmla="*/ 20 h 213"/>
                <a:gd name="T14" fmla="*/ 70 w 141"/>
                <a:gd name="T15" fmla="*/ 0 h 213"/>
                <a:gd name="T16" fmla="*/ 0 w 141"/>
                <a:gd name="T17" fmla="*/ 0 h 213"/>
                <a:gd name="T18" fmla="*/ 0 w 141"/>
                <a:gd name="T19" fmla="*/ 213 h 213"/>
                <a:gd name="T20" fmla="*/ 67 w 141"/>
                <a:gd name="T21" fmla="*/ 186 h 213"/>
                <a:gd name="T22" fmla="*/ 28 w 141"/>
                <a:gd name="T23" fmla="*/ 186 h 213"/>
                <a:gd name="T24" fmla="*/ 28 w 141"/>
                <a:gd name="T25" fmla="*/ 27 h 213"/>
                <a:gd name="T26" fmla="*/ 67 w 141"/>
                <a:gd name="T27" fmla="*/ 27 h 213"/>
                <a:gd name="T28" fmla="*/ 102 w 141"/>
                <a:gd name="T29" fmla="*/ 42 h 213"/>
                <a:gd name="T30" fmla="*/ 113 w 141"/>
                <a:gd name="T31" fmla="*/ 105 h 213"/>
                <a:gd name="T32" fmla="*/ 102 w 141"/>
                <a:gd name="T33" fmla="*/ 171 h 213"/>
                <a:gd name="T34" fmla="*/ 67 w 141"/>
                <a:gd name="T35" fmla="*/ 18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213">
                  <a:moveTo>
                    <a:pt x="0" y="213"/>
                  </a:moveTo>
                  <a:cubicBezTo>
                    <a:pt x="70" y="213"/>
                    <a:pt x="70" y="213"/>
                    <a:pt x="70" y="213"/>
                  </a:cubicBezTo>
                  <a:cubicBezTo>
                    <a:pt x="91" y="213"/>
                    <a:pt x="109" y="206"/>
                    <a:pt x="121" y="193"/>
                  </a:cubicBezTo>
                  <a:cubicBezTo>
                    <a:pt x="141" y="172"/>
                    <a:pt x="141" y="141"/>
                    <a:pt x="141" y="111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41" y="71"/>
                    <a:pt x="141" y="42"/>
                    <a:pt x="121" y="20"/>
                  </a:cubicBezTo>
                  <a:cubicBezTo>
                    <a:pt x="109" y="7"/>
                    <a:pt x="91" y="0"/>
                    <a:pt x="7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67" y="186"/>
                  </a:moveTo>
                  <a:cubicBezTo>
                    <a:pt x="28" y="186"/>
                    <a:pt x="28" y="186"/>
                    <a:pt x="28" y="186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82" y="27"/>
                    <a:pt x="93" y="32"/>
                    <a:pt x="102" y="42"/>
                  </a:cubicBezTo>
                  <a:cubicBezTo>
                    <a:pt x="113" y="54"/>
                    <a:pt x="113" y="74"/>
                    <a:pt x="113" y="105"/>
                  </a:cubicBezTo>
                  <a:cubicBezTo>
                    <a:pt x="113" y="134"/>
                    <a:pt x="113" y="158"/>
                    <a:pt x="102" y="171"/>
                  </a:cubicBezTo>
                  <a:cubicBezTo>
                    <a:pt x="93" y="181"/>
                    <a:pt x="82" y="186"/>
                    <a:pt x="67" y="18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5" name="Freeform 154">
              <a:extLst>
                <a:ext uri="{FF2B5EF4-FFF2-40B4-BE49-F238E27FC236}">
                  <a16:creationId xmlns:a16="http://schemas.microsoft.com/office/drawing/2014/main" id="{2F6D82DC-6A6F-47C0-AA60-DF9E3143CD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16976" y="12404725"/>
              <a:ext cx="93663" cy="136525"/>
            </a:xfrm>
            <a:custGeom>
              <a:avLst/>
              <a:gdLst>
                <a:gd name="T0" fmla="*/ 24 w 59"/>
                <a:gd name="T1" fmla="*/ 86 h 86"/>
                <a:gd name="T2" fmla="*/ 35 w 59"/>
                <a:gd name="T3" fmla="*/ 86 h 86"/>
                <a:gd name="T4" fmla="*/ 35 w 59"/>
                <a:gd name="T5" fmla="*/ 51 h 86"/>
                <a:gd name="T6" fmla="*/ 59 w 59"/>
                <a:gd name="T7" fmla="*/ 0 h 86"/>
                <a:gd name="T8" fmla="*/ 47 w 59"/>
                <a:gd name="T9" fmla="*/ 0 h 86"/>
                <a:gd name="T10" fmla="*/ 29 w 59"/>
                <a:gd name="T11" fmla="*/ 40 h 86"/>
                <a:gd name="T12" fmla="*/ 29 w 59"/>
                <a:gd name="T13" fmla="*/ 38 h 86"/>
                <a:gd name="T14" fmla="*/ 12 w 59"/>
                <a:gd name="T15" fmla="*/ 0 h 86"/>
                <a:gd name="T16" fmla="*/ 0 w 59"/>
                <a:gd name="T17" fmla="*/ 0 h 86"/>
                <a:gd name="T18" fmla="*/ 24 w 59"/>
                <a:gd name="T19" fmla="*/ 51 h 86"/>
                <a:gd name="T20" fmla="*/ 24 w 59"/>
                <a:gd name="T2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86">
                  <a:moveTo>
                    <a:pt x="24" y="86"/>
                  </a:moveTo>
                  <a:lnTo>
                    <a:pt x="35" y="86"/>
                  </a:lnTo>
                  <a:lnTo>
                    <a:pt x="35" y="51"/>
                  </a:lnTo>
                  <a:lnTo>
                    <a:pt x="59" y="0"/>
                  </a:lnTo>
                  <a:lnTo>
                    <a:pt x="47" y="0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12" y="0"/>
                  </a:lnTo>
                  <a:lnTo>
                    <a:pt x="0" y="0"/>
                  </a:lnTo>
                  <a:lnTo>
                    <a:pt x="24" y="51"/>
                  </a:lnTo>
                  <a:lnTo>
                    <a:pt x="24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6" name="Freeform 155">
              <a:extLst>
                <a:ext uri="{FF2B5EF4-FFF2-40B4-BE49-F238E27FC236}">
                  <a16:creationId xmlns:a16="http://schemas.microsoft.com/office/drawing/2014/main" id="{A32D3227-93BB-487F-99E6-828A6B1A8A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29688" y="12404725"/>
              <a:ext cx="95250" cy="136525"/>
            </a:xfrm>
            <a:custGeom>
              <a:avLst/>
              <a:gdLst>
                <a:gd name="T0" fmla="*/ 50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3 h 86"/>
                <a:gd name="T10" fmla="*/ 49 w 60"/>
                <a:gd name="T11" fmla="*/ 62 h 86"/>
                <a:gd name="T12" fmla="*/ 11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2 w 60"/>
                <a:gd name="T19" fmla="*/ 86 h 86"/>
                <a:gd name="T20" fmla="*/ 12 w 60"/>
                <a:gd name="T21" fmla="*/ 24 h 86"/>
                <a:gd name="T22" fmla="*/ 12 w 60"/>
                <a:gd name="T23" fmla="*/ 25 h 86"/>
                <a:gd name="T24" fmla="*/ 50 w 6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86">
                  <a:moveTo>
                    <a:pt x="50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5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7" name="Freeform 156">
              <a:extLst>
                <a:ext uri="{FF2B5EF4-FFF2-40B4-BE49-F238E27FC236}">
                  <a16:creationId xmlns:a16="http://schemas.microsoft.com/office/drawing/2014/main" id="{87DDD0CE-1697-4DA4-9C9C-087519A9D4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747163" y="12404725"/>
              <a:ext cx="107950" cy="136525"/>
            </a:xfrm>
            <a:custGeom>
              <a:avLst/>
              <a:gdLst>
                <a:gd name="T0" fmla="*/ 56 w 68"/>
                <a:gd name="T1" fmla="*/ 86 h 86"/>
                <a:gd name="T2" fmla="*/ 68 w 68"/>
                <a:gd name="T3" fmla="*/ 86 h 86"/>
                <a:gd name="T4" fmla="*/ 38 w 68"/>
                <a:gd name="T5" fmla="*/ 0 h 86"/>
                <a:gd name="T6" fmla="*/ 29 w 68"/>
                <a:gd name="T7" fmla="*/ 0 h 86"/>
                <a:gd name="T8" fmla="*/ 0 w 68"/>
                <a:gd name="T9" fmla="*/ 86 h 86"/>
                <a:gd name="T10" fmla="*/ 12 w 68"/>
                <a:gd name="T11" fmla="*/ 86 h 86"/>
                <a:gd name="T12" fmla="*/ 17 w 68"/>
                <a:gd name="T13" fmla="*/ 69 h 86"/>
                <a:gd name="T14" fmla="*/ 50 w 68"/>
                <a:gd name="T15" fmla="*/ 69 h 86"/>
                <a:gd name="T16" fmla="*/ 50 w 68"/>
                <a:gd name="T17" fmla="*/ 69 h 86"/>
                <a:gd name="T18" fmla="*/ 56 w 68"/>
                <a:gd name="T19" fmla="*/ 86 h 86"/>
                <a:gd name="T20" fmla="*/ 47 w 68"/>
                <a:gd name="T21" fmla="*/ 59 h 86"/>
                <a:gd name="T22" fmla="*/ 21 w 68"/>
                <a:gd name="T23" fmla="*/ 59 h 86"/>
                <a:gd name="T24" fmla="*/ 34 w 68"/>
                <a:gd name="T25" fmla="*/ 18 h 86"/>
                <a:gd name="T26" fmla="*/ 47 w 68"/>
                <a:gd name="T27" fmla="*/ 5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86">
                  <a:moveTo>
                    <a:pt x="56" y="86"/>
                  </a:moveTo>
                  <a:lnTo>
                    <a:pt x="68" y="86"/>
                  </a:lnTo>
                  <a:lnTo>
                    <a:pt x="38" y="0"/>
                  </a:lnTo>
                  <a:lnTo>
                    <a:pt x="29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7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6" y="86"/>
                  </a:lnTo>
                  <a:close/>
                  <a:moveTo>
                    <a:pt x="47" y="59"/>
                  </a:moveTo>
                  <a:lnTo>
                    <a:pt x="21" y="59"/>
                  </a:lnTo>
                  <a:lnTo>
                    <a:pt x="34" y="18"/>
                  </a:lnTo>
                  <a:lnTo>
                    <a:pt x="47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8" name="Freeform 157">
              <a:extLst>
                <a:ext uri="{FF2B5EF4-FFF2-40B4-BE49-F238E27FC236}">
                  <a16:creationId xmlns:a16="http://schemas.microsoft.com/office/drawing/2014/main" id="{92A2EA23-E26E-4FA5-BA45-71186E247E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74163" y="12404725"/>
              <a:ext cx="111125" cy="136525"/>
            </a:xfrm>
            <a:custGeom>
              <a:avLst/>
              <a:gdLst>
                <a:gd name="T0" fmla="*/ 59 w 70"/>
                <a:gd name="T1" fmla="*/ 86 h 86"/>
                <a:gd name="T2" fmla="*/ 70 w 70"/>
                <a:gd name="T3" fmla="*/ 86 h 86"/>
                <a:gd name="T4" fmla="*/ 70 w 70"/>
                <a:gd name="T5" fmla="*/ 0 h 86"/>
                <a:gd name="T6" fmla="*/ 59 w 70"/>
                <a:gd name="T7" fmla="*/ 0 h 86"/>
                <a:gd name="T8" fmla="*/ 35 w 70"/>
                <a:gd name="T9" fmla="*/ 55 h 86"/>
                <a:gd name="T10" fmla="*/ 12 w 70"/>
                <a:gd name="T11" fmla="*/ 0 h 86"/>
                <a:gd name="T12" fmla="*/ 0 w 70"/>
                <a:gd name="T13" fmla="*/ 0 h 86"/>
                <a:gd name="T14" fmla="*/ 0 w 70"/>
                <a:gd name="T15" fmla="*/ 86 h 86"/>
                <a:gd name="T16" fmla="*/ 11 w 70"/>
                <a:gd name="T17" fmla="*/ 86 h 86"/>
                <a:gd name="T18" fmla="*/ 11 w 70"/>
                <a:gd name="T19" fmla="*/ 29 h 86"/>
                <a:gd name="T20" fmla="*/ 12 w 70"/>
                <a:gd name="T21" fmla="*/ 28 h 86"/>
                <a:gd name="T22" fmla="*/ 12 w 70"/>
                <a:gd name="T23" fmla="*/ 29 h 86"/>
                <a:gd name="T24" fmla="*/ 31 w 70"/>
                <a:gd name="T25" fmla="*/ 71 h 86"/>
                <a:gd name="T26" fmla="*/ 40 w 70"/>
                <a:gd name="T27" fmla="*/ 71 h 86"/>
                <a:gd name="T28" fmla="*/ 58 w 70"/>
                <a:gd name="T29" fmla="*/ 28 h 86"/>
                <a:gd name="T30" fmla="*/ 59 w 70"/>
                <a:gd name="T31" fmla="*/ 29 h 86"/>
                <a:gd name="T32" fmla="*/ 59 w 70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86">
                  <a:moveTo>
                    <a:pt x="59" y="86"/>
                  </a:moveTo>
                  <a:lnTo>
                    <a:pt x="70" y="86"/>
                  </a:lnTo>
                  <a:lnTo>
                    <a:pt x="70" y="0"/>
                  </a:lnTo>
                  <a:lnTo>
                    <a:pt x="59" y="0"/>
                  </a:lnTo>
                  <a:lnTo>
                    <a:pt x="35" y="55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9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31" y="71"/>
                  </a:lnTo>
                  <a:lnTo>
                    <a:pt x="40" y="71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59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9" name="Rectangle 158">
              <a:extLst>
                <a:ext uri="{FF2B5EF4-FFF2-40B4-BE49-F238E27FC236}">
                  <a16:creationId xmlns:a16="http://schemas.microsoft.com/office/drawing/2014/main" id="{55E1B094-40B3-4C8F-B6C7-2E986F90140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2017038" y="12404725"/>
              <a:ext cx="19050" cy="136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0" name="Freeform 159">
              <a:extLst>
                <a:ext uri="{FF2B5EF4-FFF2-40B4-BE49-F238E27FC236}">
                  <a16:creationId xmlns:a16="http://schemas.microsoft.com/office/drawing/2014/main" id="{BF59EF0C-CFD6-41C6-B94F-B234D39A17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064663" y="12404725"/>
              <a:ext cx="90488" cy="138112"/>
            </a:xfrm>
            <a:custGeom>
              <a:avLst/>
              <a:gdLst>
                <a:gd name="T0" fmla="*/ 71 w 141"/>
                <a:gd name="T1" fmla="*/ 0 h 217"/>
                <a:gd name="T2" fmla="*/ 19 w 141"/>
                <a:gd name="T3" fmla="*/ 23 h 217"/>
                <a:gd name="T4" fmla="*/ 0 w 141"/>
                <a:gd name="T5" fmla="*/ 107 h 217"/>
                <a:gd name="T6" fmla="*/ 0 w 141"/>
                <a:gd name="T7" fmla="*/ 110 h 217"/>
                <a:gd name="T8" fmla="*/ 19 w 141"/>
                <a:gd name="T9" fmla="*/ 194 h 217"/>
                <a:gd name="T10" fmla="*/ 71 w 141"/>
                <a:gd name="T11" fmla="*/ 217 h 217"/>
                <a:gd name="T12" fmla="*/ 141 w 141"/>
                <a:gd name="T13" fmla="*/ 153 h 217"/>
                <a:gd name="T14" fmla="*/ 113 w 141"/>
                <a:gd name="T15" fmla="*/ 153 h 217"/>
                <a:gd name="T16" fmla="*/ 71 w 141"/>
                <a:gd name="T17" fmla="*/ 190 h 217"/>
                <a:gd name="T18" fmla="*/ 40 w 141"/>
                <a:gd name="T19" fmla="*/ 177 h 217"/>
                <a:gd name="T20" fmla="*/ 28 w 141"/>
                <a:gd name="T21" fmla="*/ 109 h 217"/>
                <a:gd name="T22" fmla="*/ 40 w 141"/>
                <a:gd name="T23" fmla="*/ 41 h 217"/>
                <a:gd name="T24" fmla="*/ 71 w 141"/>
                <a:gd name="T25" fmla="*/ 27 h 217"/>
                <a:gd name="T26" fmla="*/ 113 w 141"/>
                <a:gd name="T27" fmla="*/ 64 h 217"/>
                <a:gd name="T28" fmla="*/ 141 w 141"/>
                <a:gd name="T29" fmla="*/ 64 h 217"/>
                <a:gd name="T30" fmla="*/ 71 w 141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1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108" y="217"/>
                    <a:pt x="134" y="193"/>
                    <a:pt x="141" y="153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07" y="177"/>
                    <a:pt x="92" y="190"/>
                    <a:pt x="71" y="190"/>
                  </a:cubicBezTo>
                  <a:cubicBezTo>
                    <a:pt x="59" y="190"/>
                    <a:pt x="48" y="185"/>
                    <a:pt x="40" y="177"/>
                  </a:cubicBezTo>
                  <a:cubicBezTo>
                    <a:pt x="30" y="165"/>
                    <a:pt x="28" y="152"/>
                    <a:pt x="28" y="109"/>
                  </a:cubicBezTo>
                  <a:cubicBezTo>
                    <a:pt x="28" y="65"/>
                    <a:pt x="30" y="52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2" y="27"/>
                    <a:pt x="107" y="41"/>
                    <a:pt x="113" y="64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34" y="24"/>
                    <a:pt x="108" y="0"/>
                    <a:pt x="7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1" name="Freeform 160">
              <a:extLst>
                <a:ext uri="{FF2B5EF4-FFF2-40B4-BE49-F238E27FC236}">
                  <a16:creationId xmlns:a16="http://schemas.microsoft.com/office/drawing/2014/main" id="{F2EA9A98-C500-498D-8962-D9534930D8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169438" y="12404725"/>
              <a:ext cx="88900" cy="138112"/>
            </a:xfrm>
            <a:custGeom>
              <a:avLst/>
              <a:gdLst>
                <a:gd name="T0" fmla="*/ 0 w 141"/>
                <a:gd name="T1" fmla="*/ 190 h 217"/>
                <a:gd name="T2" fmla="*/ 69 w 141"/>
                <a:gd name="T3" fmla="*/ 217 h 217"/>
                <a:gd name="T4" fmla="*/ 141 w 141"/>
                <a:gd name="T5" fmla="*/ 155 h 217"/>
                <a:gd name="T6" fmla="*/ 125 w 141"/>
                <a:gd name="T7" fmla="*/ 112 h 217"/>
                <a:gd name="T8" fmla="*/ 88 w 141"/>
                <a:gd name="T9" fmla="*/ 96 h 217"/>
                <a:gd name="T10" fmla="*/ 65 w 141"/>
                <a:gd name="T11" fmla="*/ 92 h 217"/>
                <a:gd name="T12" fmla="*/ 41 w 141"/>
                <a:gd name="T13" fmla="*/ 82 h 217"/>
                <a:gd name="T14" fmla="*/ 33 w 141"/>
                <a:gd name="T15" fmla="*/ 61 h 217"/>
                <a:gd name="T16" fmla="*/ 71 w 141"/>
                <a:gd name="T17" fmla="*/ 26 h 217"/>
                <a:gd name="T18" fmla="*/ 115 w 141"/>
                <a:gd name="T19" fmla="*/ 42 h 217"/>
                <a:gd name="T20" fmla="*/ 133 w 141"/>
                <a:gd name="T21" fmla="*/ 24 h 217"/>
                <a:gd name="T22" fmla="*/ 72 w 141"/>
                <a:gd name="T23" fmla="*/ 0 h 217"/>
                <a:gd name="T24" fmla="*/ 6 w 141"/>
                <a:gd name="T25" fmla="*/ 62 h 217"/>
                <a:gd name="T26" fmla="*/ 21 w 141"/>
                <a:gd name="T27" fmla="*/ 103 h 217"/>
                <a:gd name="T28" fmla="*/ 58 w 141"/>
                <a:gd name="T29" fmla="*/ 119 h 217"/>
                <a:gd name="T30" fmla="*/ 82 w 141"/>
                <a:gd name="T31" fmla="*/ 123 h 217"/>
                <a:gd name="T32" fmla="*/ 105 w 141"/>
                <a:gd name="T33" fmla="*/ 133 h 217"/>
                <a:gd name="T34" fmla="*/ 113 w 141"/>
                <a:gd name="T35" fmla="*/ 156 h 217"/>
                <a:gd name="T36" fmla="*/ 70 w 141"/>
                <a:gd name="T37" fmla="*/ 190 h 217"/>
                <a:gd name="T38" fmla="*/ 19 w 141"/>
                <a:gd name="T39" fmla="*/ 170 h 217"/>
                <a:gd name="T40" fmla="*/ 0 w 141"/>
                <a:gd name="T41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217">
                  <a:moveTo>
                    <a:pt x="0" y="190"/>
                  </a:moveTo>
                  <a:cubicBezTo>
                    <a:pt x="18" y="209"/>
                    <a:pt x="39" y="217"/>
                    <a:pt x="69" y="217"/>
                  </a:cubicBezTo>
                  <a:cubicBezTo>
                    <a:pt x="113" y="217"/>
                    <a:pt x="141" y="193"/>
                    <a:pt x="141" y="155"/>
                  </a:cubicBezTo>
                  <a:cubicBezTo>
                    <a:pt x="141" y="136"/>
                    <a:pt x="135" y="122"/>
                    <a:pt x="125" y="112"/>
                  </a:cubicBezTo>
                  <a:cubicBezTo>
                    <a:pt x="116" y="103"/>
                    <a:pt x="105" y="99"/>
                    <a:pt x="88" y="96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55" y="91"/>
                    <a:pt x="47" y="87"/>
                    <a:pt x="41" y="82"/>
                  </a:cubicBezTo>
                  <a:cubicBezTo>
                    <a:pt x="36" y="77"/>
                    <a:pt x="33" y="70"/>
                    <a:pt x="33" y="61"/>
                  </a:cubicBezTo>
                  <a:cubicBezTo>
                    <a:pt x="33" y="40"/>
                    <a:pt x="48" y="26"/>
                    <a:pt x="71" y="26"/>
                  </a:cubicBezTo>
                  <a:cubicBezTo>
                    <a:pt x="90" y="26"/>
                    <a:pt x="104" y="31"/>
                    <a:pt x="115" y="42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16" y="7"/>
                    <a:pt x="98" y="0"/>
                    <a:pt x="72" y="0"/>
                  </a:cubicBezTo>
                  <a:cubicBezTo>
                    <a:pt x="32" y="0"/>
                    <a:pt x="6" y="25"/>
                    <a:pt x="6" y="62"/>
                  </a:cubicBezTo>
                  <a:cubicBezTo>
                    <a:pt x="6" y="80"/>
                    <a:pt x="11" y="93"/>
                    <a:pt x="21" y="103"/>
                  </a:cubicBezTo>
                  <a:cubicBezTo>
                    <a:pt x="29" y="111"/>
                    <a:pt x="42" y="117"/>
                    <a:pt x="58" y="119"/>
                  </a:cubicBezTo>
                  <a:cubicBezTo>
                    <a:pt x="82" y="123"/>
                    <a:pt x="82" y="123"/>
                    <a:pt x="82" y="123"/>
                  </a:cubicBezTo>
                  <a:cubicBezTo>
                    <a:pt x="94" y="125"/>
                    <a:pt x="99" y="127"/>
                    <a:pt x="105" y="133"/>
                  </a:cubicBezTo>
                  <a:cubicBezTo>
                    <a:pt x="110" y="138"/>
                    <a:pt x="113" y="146"/>
                    <a:pt x="113" y="156"/>
                  </a:cubicBezTo>
                  <a:cubicBezTo>
                    <a:pt x="113" y="178"/>
                    <a:pt x="97" y="190"/>
                    <a:pt x="70" y="190"/>
                  </a:cubicBezTo>
                  <a:cubicBezTo>
                    <a:pt x="48" y="190"/>
                    <a:pt x="32" y="184"/>
                    <a:pt x="19" y="170"/>
                  </a:cubicBezTo>
                  <a:lnTo>
                    <a:pt x="0" y="1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2" name="Freeform 161">
              <a:extLst>
                <a:ext uri="{FF2B5EF4-FFF2-40B4-BE49-F238E27FC236}">
                  <a16:creationId xmlns:a16="http://schemas.microsoft.com/office/drawing/2014/main" id="{6C392010-231A-489A-ACA8-A817E363711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75488" y="12615863"/>
              <a:ext cx="109538" cy="136525"/>
            </a:xfrm>
            <a:custGeom>
              <a:avLst/>
              <a:gdLst>
                <a:gd name="T0" fmla="*/ 39 w 69"/>
                <a:gd name="T1" fmla="*/ 0 h 86"/>
                <a:gd name="T2" fmla="*/ 30 w 69"/>
                <a:gd name="T3" fmla="*/ 0 h 86"/>
                <a:gd name="T4" fmla="*/ 0 w 69"/>
                <a:gd name="T5" fmla="*/ 86 h 86"/>
                <a:gd name="T6" fmla="*/ 13 w 69"/>
                <a:gd name="T7" fmla="*/ 86 h 86"/>
                <a:gd name="T8" fmla="*/ 18 w 69"/>
                <a:gd name="T9" fmla="*/ 69 h 86"/>
                <a:gd name="T10" fmla="*/ 51 w 69"/>
                <a:gd name="T11" fmla="*/ 69 h 86"/>
                <a:gd name="T12" fmla="*/ 51 w 69"/>
                <a:gd name="T13" fmla="*/ 69 h 86"/>
                <a:gd name="T14" fmla="*/ 56 w 69"/>
                <a:gd name="T15" fmla="*/ 86 h 86"/>
                <a:gd name="T16" fmla="*/ 69 w 69"/>
                <a:gd name="T17" fmla="*/ 86 h 86"/>
                <a:gd name="T18" fmla="*/ 39 w 69"/>
                <a:gd name="T19" fmla="*/ 0 h 86"/>
                <a:gd name="T20" fmla="*/ 21 w 69"/>
                <a:gd name="T21" fmla="*/ 58 h 86"/>
                <a:gd name="T22" fmla="*/ 35 w 69"/>
                <a:gd name="T23" fmla="*/ 17 h 86"/>
                <a:gd name="T24" fmla="*/ 35 w 69"/>
                <a:gd name="T25" fmla="*/ 18 h 86"/>
                <a:gd name="T26" fmla="*/ 48 w 69"/>
                <a:gd name="T27" fmla="*/ 58 h 86"/>
                <a:gd name="T28" fmla="*/ 21 w 69"/>
                <a:gd name="T29" fmla="*/ 5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9" h="86">
                  <a:moveTo>
                    <a:pt x="39" y="0"/>
                  </a:moveTo>
                  <a:lnTo>
                    <a:pt x="30" y="0"/>
                  </a:lnTo>
                  <a:lnTo>
                    <a:pt x="0" y="86"/>
                  </a:lnTo>
                  <a:lnTo>
                    <a:pt x="13" y="86"/>
                  </a:lnTo>
                  <a:lnTo>
                    <a:pt x="18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6" y="86"/>
                  </a:lnTo>
                  <a:lnTo>
                    <a:pt x="69" y="86"/>
                  </a:lnTo>
                  <a:lnTo>
                    <a:pt x="39" y="0"/>
                  </a:lnTo>
                  <a:close/>
                  <a:moveTo>
                    <a:pt x="21" y="58"/>
                  </a:moveTo>
                  <a:lnTo>
                    <a:pt x="35" y="17"/>
                  </a:lnTo>
                  <a:lnTo>
                    <a:pt x="35" y="18"/>
                  </a:lnTo>
                  <a:lnTo>
                    <a:pt x="48" y="58"/>
                  </a:lnTo>
                  <a:lnTo>
                    <a:pt x="21" y="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3" name="Freeform 162">
              <a:extLst>
                <a:ext uri="{FF2B5EF4-FFF2-40B4-BE49-F238E27FC236}">
                  <a16:creationId xmlns:a16="http://schemas.microsoft.com/office/drawing/2014/main" id="{2F32D7D3-5905-45CD-B22E-7A5F3F7871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02488" y="12615863"/>
              <a:ext cx="95250" cy="136525"/>
            </a:xfrm>
            <a:custGeom>
              <a:avLst/>
              <a:gdLst>
                <a:gd name="T0" fmla="*/ 49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2 h 86"/>
                <a:gd name="T10" fmla="*/ 48 w 60"/>
                <a:gd name="T11" fmla="*/ 61 h 86"/>
                <a:gd name="T12" fmla="*/ 10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1 w 60"/>
                <a:gd name="T19" fmla="*/ 86 h 86"/>
                <a:gd name="T20" fmla="*/ 11 w 60"/>
                <a:gd name="T21" fmla="*/ 23 h 86"/>
                <a:gd name="T22" fmla="*/ 49 w 60"/>
                <a:gd name="T2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6">
                  <a:moveTo>
                    <a:pt x="49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2"/>
                  </a:lnTo>
                  <a:lnTo>
                    <a:pt x="48" y="61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3"/>
                  </a:lnTo>
                  <a:lnTo>
                    <a:pt x="49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4" name="Freeform 163">
              <a:extLst>
                <a:ext uri="{FF2B5EF4-FFF2-40B4-BE49-F238E27FC236}">
                  <a16:creationId xmlns:a16="http://schemas.microsoft.com/office/drawing/2014/main" id="{91D95B06-1F14-40F7-A0AA-DDC9D785047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27901" y="12615863"/>
              <a:ext cx="88900" cy="136525"/>
            </a:xfrm>
            <a:custGeom>
              <a:avLst/>
              <a:gdLst>
                <a:gd name="T0" fmla="*/ 0 w 140"/>
                <a:gd name="T1" fmla="*/ 213 h 213"/>
                <a:gd name="T2" fmla="*/ 69 w 140"/>
                <a:gd name="T3" fmla="*/ 213 h 213"/>
                <a:gd name="T4" fmla="*/ 120 w 140"/>
                <a:gd name="T5" fmla="*/ 193 h 213"/>
                <a:gd name="T6" fmla="*/ 140 w 140"/>
                <a:gd name="T7" fmla="*/ 111 h 213"/>
                <a:gd name="T8" fmla="*/ 140 w 140"/>
                <a:gd name="T9" fmla="*/ 105 h 213"/>
                <a:gd name="T10" fmla="*/ 140 w 140"/>
                <a:gd name="T11" fmla="*/ 100 h 213"/>
                <a:gd name="T12" fmla="*/ 120 w 140"/>
                <a:gd name="T13" fmla="*/ 20 h 213"/>
                <a:gd name="T14" fmla="*/ 69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66 w 140"/>
                <a:gd name="T21" fmla="*/ 187 h 213"/>
                <a:gd name="T22" fmla="*/ 28 w 140"/>
                <a:gd name="T23" fmla="*/ 187 h 213"/>
                <a:gd name="T24" fmla="*/ 28 w 140"/>
                <a:gd name="T25" fmla="*/ 27 h 213"/>
                <a:gd name="T26" fmla="*/ 66 w 140"/>
                <a:gd name="T27" fmla="*/ 27 h 213"/>
                <a:gd name="T28" fmla="*/ 101 w 140"/>
                <a:gd name="T29" fmla="*/ 42 h 213"/>
                <a:gd name="T30" fmla="*/ 112 w 140"/>
                <a:gd name="T31" fmla="*/ 105 h 213"/>
                <a:gd name="T32" fmla="*/ 101 w 140"/>
                <a:gd name="T33" fmla="*/ 172 h 213"/>
                <a:gd name="T34" fmla="*/ 66 w 140"/>
                <a:gd name="T35" fmla="*/ 18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69" y="213"/>
                    <a:pt x="69" y="213"/>
                    <a:pt x="69" y="213"/>
                  </a:cubicBezTo>
                  <a:cubicBezTo>
                    <a:pt x="90" y="213"/>
                    <a:pt x="108" y="206"/>
                    <a:pt x="120" y="193"/>
                  </a:cubicBezTo>
                  <a:cubicBezTo>
                    <a:pt x="140" y="172"/>
                    <a:pt x="140" y="141"/>
                    <a:pt x="140" y="111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71"/>
                    <a:pt x="140" y="42"/>
                    <a:pt x="120" y="20"/>
                  </a:cubicBezTo>
                  <a:cubicBezTo>
                    <a:pt x="108" y="7"/>
                    <a:pt x="90" y="0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66" y="187"/>
                  </a:moveTo>
                  <a:cubicBezTo>
                    <a:pt x="28" y="187"/>
                    <a:pt x="28" y="187"/>
                    <a:pt x="28" y="18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81" y="27"/>
                    <a:pt x="93" y="32"/>
                    <a:pt x="101" y="42"/>
                  </a:cubicBezTo>
                  <a:cubicBezTo>
                    <a:pt x="112" y="55"/>
                    <a:pt x="112" y="74"/>
                    <a:pt x="112" y="105"/>
                  </a:cubicBezTo>
                  <a:cubicBezTo>
                    <a:pt x="112" y="134"/>
                    <a:pt x="112" y="159"/>
                    <a:pt x="101" y="172"/>
                  </a:cubicBezTo>
                  <a:cubicBezTo>
                    <a:pt x="93" y="182"/>
                    <a:pt x="81" y="187"/>
                    <a:pt x="66" y="18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5" name="Freeform 164">
              <a:extLst>
                <a:ext uri="{FF2B5EF4-FFF2-40B4-BE49-F238E27FC236}">
                  <a16:creationId xmlns:a16="http://schemas.microsoft.com/office/drawing/2014/main" id="{1FFB3484-3018-4C29-AE2C-0ECD472DAC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175538" y="12615863"/>
              <a:ext cx="88900" cy="136525"/>
            </a:xfrm>
            <a:custGeom>
              <a:avLst/>
              <a:gdLst>
                <a:gd name="T0" fmla="*/ 22 w 56"/>
                <a:gd name="T1" fmla="*/ 86 h 86"/>
                <a:gd name="T2" fmla="*/ 34 w 56"/>
                <a:gd name="T3" fmla="*/ 86 h 86"/>
                <a:gd name="T4" fmla="*/ 34 w 56"/>
                <a:gd name="T5" fmla="*/ 10 h 86"/>
                <a:gd name="T6" fmla="*/ 56 w 56"/>
                <a:gd name="T7" fmla="*/ 10 h 86"/>
                <a:gd name="T8" fmla="*/ 56 w 56"/>
                <a:gd name="T9" fmla="*/ 0 h 86"/>
                <a:gd name="T10" fmla="*/ 0 w 56"/>
                <a:gd name="T11" fmla="*/ 0 h 86"/>
                <a:gd name="T12" fmla="*/ 0 w 56"/>
                <a:gd name="T13" fmla="*/ 10 h 86"/>
                <a:gd name="T14" fmla="*/ 22 w 56"/>
                <a:gd name="T15" fmla="*/ 10 h 86"/>
                <a:gd name="T16" fmla="*/ 22 w 56"/>
                <a:gd name="T1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86">
                  <a:moveTo>
                    <a:pt x="22" y="86"/>
                  </a:moveTo>
                  <a:lnTo>
                    <a:pt x="34" y="86"/>
                  </a:lnTo>
                  <a:lnTo>
                    <a:pt x="34" y="10"/>
                  </a:lnTo>
                  <a:lnTo>
                    <a:pt x="56" y="10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22" y="10"/>
                  </a:lnTo>
                  <a:lnTo>
                    <a:pt x="22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6" name="Freeform 165">
              <a:extLst>
                <a:ext uri="{FF2B5EF4-FFF2-40B4-BE49-F238E27FC236}">
                  <a16:creationId xmlns:a16="http://schemas.microsoft.com/office/drawing/2014/main" id="{38F847B9-4524-49C3-A3DD-6D39FFCB0A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85076" y="12615863"/>
              <a:ext cx="88900" cy="136525"/>
            </a:xfrm>
            <a:custGeom>
              <a:avLst/>
              <a:gdLst>
                <a:gd name="T0" fmla="*/ 45 w 56"/>
                <a:gd name="T1" fmla="*/ 86 h 86"/>
                <a:gd name="T2" fmla="*/ 56 w 56"/>
                <a:gd name="T3" fmla="*/ 86 h 86"/>
                <a:gd name="T4" fmla="*/ 56 w 56"/>
                <a:gd name="T5" fmla="*/ 0 h 86"/>
                <a:gd name="T6" fmla="*/ 45 w 56"/>
                <a:gd name="T7" fmla="*/ 0 h 86"/>
                <a:gd name="T8" fmla="*/ 45 w 56"/>
                <a:gd name="T9" fmla="*/ 37 h 86"/>
                <a:gd name="T10" fmla="*/ 11 w 56"/>
                <a:gd name="T11" fmla="*/ 37 h 86"/>
                <a:gd name="T12" fmla="*/ 11 w 56"/>
                <a:gd name="T13" fmla="*/ 0 h 86"/>
                <a:gd name="T14" fmla="*/ 0 w 56"/>
                <a:gd name="T15" fmla="*/ 0 h 86"/>
                <a:gd name="T16" fmla="*/ 0 w 56"/>
                <a:gd name="T17" fmla="*/ 86 h 86"/>
                <a:gd name="T18" fmla="*/ 11 w 56"/>
                <a:gd name="T19" fmla="*/ 86 h 86"/>
                <a:gd name="T20" fmla="*/ 11 w 56"/>
                <a:gd name="T21" fmla="*/ 48 h 86"/>
                <a:gd name="T22" fmla="*/ 45 w 56"/>
                <a:gd name="T23" fmla="*/ 48 h 86"/>
                <a:gd name="T24" fmla="*/ 45 w 56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86">
                  <a:moveTo>
                    <a:pt x="45" y="86"/>
                  </a:moveTo>
                  <a:lnTo>
                    <a:pt x="56" y="86"/>
                  </a:lnTo>
                  <a:lnTo>
                    <a:pt x="56" y="0"/>
                  </a:lnTo>
                  <a:lnTo>
                    <a:pt x="45" y="0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7" name="Freeform 166">
              <a:extLst>
                <a:ext uri="{FF2B5EF4-FFF2-40B4-BE49-F238E27FC236}">
                  <a16:creationId xmlns:a16="http://schemas.microsoft.com/office/drawing/2014/main" id="{3BE92616-C854-46FB-9800-FFC9331B5E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04138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8" name="Freeform 167">
              <a:extLst>
                <a:ext uri="{FF2B5EF4-FFF2-40B4-BE49-F238E27FC236}">
                  <a16:creationId xmlns:a16="http://schemas.microsoft.com/office/drawing/2014/main" id="{F34CA8FE-47CD-4934-A3FB-9BBD736E98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562888" y="12615863"/>
              <a:ext cx="90488" cy="136525"/>
            </a:xfrm>
            <a:custGeom>
              <a:avLst/>
              <a:gdLst>
                <a:gd name="T0" fmla="*/ 0 w 140"/>
                <a:gd name="T1" fmla="*/ 213 h 213"/>
                <a:gd name="T2" fmla="*/ 81 w 140"/>
                <a:gd name="T3" fmla="*/ 213 h 213"/>
                <a:gd name="T4" fmla="*/ 140 w 140"/>
                <a:gd name="T5" fmla="*/ 154 h 213"/>
                <a:gd name="T6" fmla="*/ 111 w 140"/>
                <a:gd name="T7" fmla="*/ 105 h 213"/>
                <a:gd name="T8" fmla="*/ 108 w 140"/>
                <a:gd name="T9" fmla="*/ 104 h 213"/>
                <a:gd name="T10" fmla="*/ 111 w 140"/>
                <a:gd name="T11" fmla="*/ 103 h 213"/>
                <a:gd name="T12" fmla="*/ 137 w 140"/>
                <a:gd name="T13" fmla="*/ 58 h 213"/>
                <a:gd name="T14" fmla="*/ 77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78 w 140"/>
                <a:gd name="T21" fmla="*/ 187 h 213"/>
                <a:gd name="T22" fmla="*/ 28 w 140"/>
                <a:gd name="T23" fmla="*/ 187 h 213"/>
                <a:gd name="T24" fmla="*/ 28 w 140"/>
                <a:gd name="T25" fmla="*/ 118 h 213"/>
                <a:gd name="T26" fmla="*/ 78 w 140"/>
                <a:gd name="T27" fmla="*/ 118 h 213"/>
                <a:gd name="T28" fmla="*/ 112 w 140"/>
                <a:gd name="T29" fmla="*/ 152 h 213"/>
                <a:gd name="T30" fmla="*/ 78 w 140"/>
                <a:gd name="T31" fmla="*/ 187 h 213"/>
                <a:gd name="T32" fmla="*/ 75 w 140"/>
                <a:gd name="T33" fmla="*/ 92 h 213"/>
                <a:gd name="T34" fmla="*/ 28 w 140"/>
                <a:gd name="T35" fmla="*/ 92 h 213"/>
                <a:gd name="T36" fmla="*/ 28 w 140"/>
                <a:gd name="T37" fmla="*/ 27 h 213"/>
                <a:gd name="T38" fmla="*/ 75 w 140"/>
                <a:gd name="T39" fmla="*/ 27 h 213"/>
                <a:gd name="T40" fmla="*/ 109 w 140"/>
                <a:gd name="T41" fmla="*/ 59 h 213"/>
                <a:gd name="T42" fmla="*/ 75 w 140"/>
                <a:gd name="T43" fmla="*/ 9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81" y="213"/>
                    <a:pt x="81" y="213"/>
                    <a:pt x="81" y="213"/>
                  </a:cubicBezTo>
                  <a:cubicBezTo>
                    <a:pt x="117" y="213"/>
                    <a:pt x="140" y="191"/>
                    <a:pt x="140" y="154"/>
                  </a:cubicBezTo>
                  <a:cubicBezTo>
                    <a:pt x="140" y="131"/>
                    <a:pt x="129" y="113"/>
                    <a:pt x="111" y="105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24" y="97"/>
                    <a:pt x="137" y="81"/>
                    <a:pt x="137" y="58"/>
                  </a:cubicBezTo>
                  <a:cubicBezTo>
                    <a:pt x="137" y="23"/>
                    <a:pt x="114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8" y="187"/>
                  </a:moveTo>
                  <a:cubicBezTo>
                    <a:pt x="28" y="187"/>
                    <a:pt x="28" y="187"/>
                    <a:pt x="28" y="18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99" y="118"/>
                    <a:pt x="112" y="132"/>
                    <a:pt x="112" y="152"/>
                  </a:cubicBezTo>
                  <a:cubicBezTo>
                    <a:pt x="112" y="173"/>
                    <a:pt x="99" y="187"/>
                    <a:pt x="78" y="187"/>
                  </a:cubicBezTo>
                  <a:moveTo>
                    <a:pt x="75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96" y="27"/>
                    <a:pt x="109" y="39"/>
                    <a:pt x="109" y="59"/>
                  </a:cubicBezTo>
                  <a:cubicBezTo>
                    <a:pt x="109" y="79"/>
                    <a:pt x="96" y="92"/>
                    <a:pt x="75" y="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9" name="Rectangle 168">
              <a:extLst>
                <a:ext uri="{FF2B5EF4-FFF2-40B4-BE49-F238E27FC236}">
                  <a16:creationId xmlns:a16="http://schemas.microsoft.com/office/drawing/2014/main" id="{0A4FC70A-45F3-469B-A922-03A9C86B78C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0680363" y="12615863"/>
              <a:ext cx="17463" cy="136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0" name="Freeform 169">
              <a:extLst>
                <a:ext uri="{FF2B5EF4-FFF2-40B4-BE49-F238E27FC236}">
                  <a16:creationId xmlns:a16="http://schemas.microsoft.com/office/drawing/2014/main" id="{905F8CF1-0A93-40B6-B530-0520495BD71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6401" y="12614275"/>
              <a:ext cx="92075" cy="138112"/>
            </a:xfrm>
            <a:custGeom>
              <a:avLst/>
              <a:gdLst>
                <a:gd name="T0" fmla="*/ 71 w 142"/>
                <a:gd name="T1" fmla="*/ 0 h 216"/>
                <a:gd name="T2" fmla="*/ 19 w 142"/>
                <a:gd name="T3" fmla="*/ 22 h 216"/>
                <a:gd name="T4" fmla="*/ 0 w 142"/>
                <a:gd name="T5" fmla="*/ 106 h 216"/>
                <a:gd name="T6" fmla="*/ 0 w 142"/>
                <a:gd name="T7" fmla="*/ 110 h 216"/>
                <a:gd name="T8" fmla="*/ 19 w 142"/>
                <a:gd name="T9" fmla="*/ 194 h 216"/>
                <a:gd name="T10" fmla="*/ 71 w 142"/>
                <a:gd name="T11" fmla="*/ 216 h 216"/>
                <a:gd name="T12" fmla="*/ 123 w 142"/>
                <a:gd name="T13" fmla="*/ 194 h 216"/>
                <a:gd name="T14" fmla="*/ 142 w 142"/>
                <a:gd name="T15" fmla="*/ 111 h 216"/>
                <a:gd name="T16" fmla="*/ 142 w 142"/>
                <a:gd name="T17" fmla="*/ 105 h 216"/>
                <a:gd name="T18" fmla="*/ 123 w 142"/>
                <a:gd name="T19" fmla="*/ 22 h 216"/>
                <a:gd name="T20" fmla="*/ 71 w 142"/>
                <a:gd name="T21" fmla="*/ 0 h 216"/>
                <a:gd name="T22" fmla="*/ 71 w 142"/>
                <a:gd name="T23" fmla="*/ 189 h 216"/>
                <a:gd name="T24" fmla="*/ 40 w 142"/>
                <a:gd name="T25" fmla="*/ 176 h 216"/>
                <a:gd name="T26" fmla="*/ 28 w 142"/>
                <a:gd name="T27" fmla="*/ 108 h 216"/>
                <a:gd name="T28" fmla="*/ 40 w 142"/>
                <a:gd name="T29" fmla="*/ 40 h 216"/>
                <a:gd name="T30" fmla="*/ 71 w 142"/>
                <a:gd name="T31" fmla="*/ 26 h 216"/>
                <a:gd name="T32" fmla="*/ 102 w 142"/>
                <a:gd name="T33" fmla="*/ 40 h 216"/>
                <a:gd name="T34" fmla="*/ 114 w 142"/>
                <a:gd name="T35" fmla="*/ 108 h 216"/>
                <a:gd name="T36" fmla="*/ 102 w 142"/>
                <a:gd name="T37" fmla="*/ 176 h 216"/>
                <a:gd name="T38" fmla="*/ 71 w 142"/>
                <a:gd name="T39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6">
                  <a:moveTo>
                    <a:pt x="71" y="0"/>
                  </a:moveTo>
                  <a:cubicBezTo>
                    <a:pt x="50" y="0"/>
                    <a:pt x="33" y="7"/>
                    <a:pt x="19" y="22"/>
                  </a:cubicBezTo>
                  <a:cubicBezTo>
                    <a:pt x="0" y="43"/>
                    <a:pt x="0" y="67"/>
                    <a:pt x="0" y="106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49"/>
                    <a:pt x="0" y="173"/>
                    <a:pt x="19" y="194"/>
                  </a:cubicBezTo>
                  <a:cubicBezTo>
                    <a:pt x="33" y="209"/>
                    <a:pt x="50" y="216"/>
                    <a:pt x="71" y="216"/>
                  </a:cubicBezTo>
                  <a:cubicBezTo>
                    <a:pt x="91" y="216"/>
                    <a:pt x="109" y="209"/>
                    <a:pt x="123" y="194"/>
                  </a:cubicBezTo>
                  <a:cubicBezTo>
                    <a:pt x="142" y="173"/>
                    <a:pt x="142" y="150"/>
                    <a:pt x="142" y="111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6"/>
                    <a:pt x="142" y="42"/>
                    <a:pt x="123" y="22"/>
                  </a:cubicBezTo>
                  <a:cubicBezTo>
                    <a:pt x="109" y="7"/>
                    <a:pt x="91" y="0"/>
                    <a:pt x="71" y="0"/>
                  </a:cubicBezTo>
                  <a:moveTo>
                    <a:pt x="71" y="189"/>
                  </a:moveTo>
                  <a:cubicBezTo>
                    <a:pt x="59" y="189"/>
                    <a:pt x="47" y="184"/>
                    <a:pt x="40" y="176"/>
                  </a:cubicBezTo>
                  <a:cubicBezTo>
                    <a:pt x="30" y="164"/>
                    <a:pt x="28" y="152"/>
                    <a:pt x="28" y="108"/>
                  </a:cubicBezTo>
                  <a:cubicBezTo>
                    <a:pt x="28" y="64"/>
                    <a:pt x="30" y="52"/>
                    <a:pt x="40" y="40"/>
                  </a:cubicBezTo>
                  <a:cubicBezTo>
                    <a:pt x="47" y="31"/>
                    <a:pt x="59" y="26"/>
                    <a:pt x="71" y="26"/>
                  </a:cubicBezTo>
                  <a:cubicBezTo>
                    <a:pt x="83" y="26"/>
                    <a:pt x="94" y="31"/>
                    <a:pt x="102" y="40"/>
                  </a:cubicBezTo>
                  <a:cubicBezTo>
                    <a:pt x="112" y="52"/>
                    <a:pt x="114" y="64"/>
                    <a:pt x="114" y="108"/>
                  </a:cubicBezTo>
                  <a:cubicBezTo>
                    <a:pt x="114" y="152"/>
                    <a:pt x="112" y="164"/>
                    <a:pt x="102" y="176"/>
                  </a:cubicBezTo>
                  <a:cubicBezTo>
                    <a:pt x="94" y="184"/>
                    <a:pt x="83" y="189"/>
                    <a:pt x="71" y="18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1" name="Freeform 170">
              <a:extLst>
                <a:ext uri="{FF2B5EF4-FFF2-40B4-BE49-F238E27FC236}">
                  <a16:creationId xmlns:a16="http://schemas.microsoft.com/office/drawing/2014/main" id="{E570A992-E49A-4DA0-88F6-A7346A52FD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834351" y="12614275"/>
              <a:ext cx="90488" cy="138112"/>
            </a:xfrm>
            <a:custGeom>
              <a:avLst/>
              <a:gdLst>
                <a:gd name="T0" fmla="*/ 0 w 141"/>
                <a:gd name="T1" fmla="*/ 189 h 216"/>
                <a:gd name="T2" fmla="*/ 70 w 141"/>
                <a:gd name="T3" fmla="*/ 216 h 216"/>
                <a:gd name="T4" fmla="*/ 141 w 141"/>
                <a:gd name="T5" fmla="*/ 154 h 216"/>
                <a:gd name="T6" fmla="*/ 125 w 141"/>
                <a:gd name="T7" fmla="*/ 111 h 216"/>
                <a:gd name="T8" fmla="*/ 88 w 141"/>
                <a:gd name="T9" fmla="*/ 95 h 216"/>
                <a:gd name="T10" fmla="*/ 65 w 141"/>
                <a:gd name="T11" fmla="*/ 92 h 216"/>
                <a:gd name="T12" fmla="*/ 42 w 141"/>
                <a:gd name="T13" fmla="*/ 81 h 216"/>
                <a:gd name="T14" fmla="*/ 34 w 141"/>
                <a:gd name="T15" fmla="*/ 60 h 216"/>
                <a:gd name="T16" fmla="*/ 72 w 141"/>
                <a:gd name="T17" fmla="*/ 25 h 216"/>
                <a:gd name="T18" fmla="*/ 116 w 141"/>
                <a:gd name="T19" fmla="*/ 42 h 216"/>
                <a:gd name="T20" fmla="*/ 133 w 141"/>
                <a:gd name="T21" fmla="*/ 23 h 216"/>
                <a:gd name="T22" fmla="*/ 73 w 141"/>
                <a:gd name="T23" fmla="*/ 0 h 216"/>
                <a:gd name="T24" fmla="*/ 7 w 141"/>
                <a:gd name="T25" fmla="*/ 62 h 216"/>
                <a:gd name="T26" fmla="*/ 21 w 141"/>
                <a:gd name="T27" fmla="*/ 102 h 216"/>
                <a:gd name="T28" fmla="*/ 58 w 141"/>
                <a:gd name="T29" fmla="*/ 119 h 216"/>
                <a:gd name="T30" fmla="*/ 82 w 141"/>
                <a:gd name="T31" fmla="*/ 122 h 216"/>
                <a:gd name="T32" fmla="*/ 105 w 141"/>
                <a:gd name="T33" fmla="*/ 132 h 216"/>
                <a:gd name="T34" fmla="*/ 113 w 141"/>
                <a:gd name="T35" fmla="*/ 155 h 216"/>
                <a:gd name="T36" fmla="*/ 70 w 141"/>
                <a:gd name="T37" fmla="*/ 189 h 216"/>
                <a:gd name="T38" fmla="*/ 19 w 141"/>
                <a:gd name="T39" fmla="*/ 170 h 216"/>
                <a:gd name="T40" fmla="*/ 0 w 141"/>
                <a:gd name="T41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216">
                  <a:moveTo>
                    <a:pt x="0" y="189"/>
                  </a:moveTo>
                  <a:cubicBezTo>
                    <a:pt x="18" y="208"/>
                    <a:pt x="39" y="216"/>
                    <a:pt x="70" y="216"/>
                  </a:cubicBezTo>
                  <a:cubicBezTo>
                    <a:pt x="113" y="216"/>
                    <a:pt x="141" y="192"/>
                    <a:pt x="141" y="154"/>
                  </a:cubicBezTo>
                  <a:cubicBezTo>
                    <a:pt x="141" y="136"/>
                    <a:pt x="135" y="121"/>
                    <a:pt x="125" y="111"/>
                  </a:cubicBezTo>
                  <a:cubicBezTo>
                    <a:pt x="116" y="103"/>
                    <a:pt x="106" y="98"/>
                    <a:pt x="88" y="95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55" y="90"/>
                    <a:pt x="47" y="86"/>
                    <a:pt x="42" y="81"/>
                  </a:cubicBezTo>
                  <a:cubicBezTo>
                    <a:pt x="36" y="76"/>
                    <a:pt x="34" y="69"/>
                    <a:pt x="34" y="60"/>
                  </a:cubicBezTo>
                  <a:cubicBezTo>
                    <a:pt x="34" y="39"/>
                    <a:pt x="49" y="25"/>
                    <a:pt x="72" y="25"/>
                  </a:cubicBezTo>
                  <a:cubicBezTo>
                    <a:pt x="91" y="25"/>
                    <a:pt x="104" y="30"/>
                    <a:pt x="116" y="4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17" y="7"/>
                    <a:pt x="98" y="0"/>
                    <a:pt x="73" y="0"/>
                  </a:cubicBezTo>
                  <a:cubicBezTo>
                    <a:pt x="33" y="0"/>
                    <a:pt x="7" y="24"/>
                    <a:pt x="7" y="62"/>
                  </a:cubicBezTo>
                  <a:cubicBezTo>
                    <a:pt x="7" y="79"/>
                    <a:pt x="11" y="92"/>
                    <a:pt x="21" y="102"/>
                  </a:cubicBezTo>
                  <a:cubicBezTo>
                    <a:pt x="30" y="110"/>
                    <a:pt x="43" y="116"/>
                    <a:pt x="5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94" y="124"/>
                    <a:pt x="100" y="126"/>
                    <a:pt x="105" y="132"/>
                  </a:cubicBezTo>
                  <a:cubicBezTo>
                    <a:pt x="110" y="137"/>
                    <a:pt x="113" y="145"/>
                    <a:pt x="113" y="155"/>
                  </a:cubicBezTo>
                  <a:cubicBezTo>
                    <a:pt x="113" y="177"/>
                    <a:pt x="98" y="189"/>
                    <a:pt x="70" y="189"/>
                  </a:cubicBezTo>
                  <a:cubicBezTo>
                    <a:pt x="48" y="189"/>
                    <a:pt x="32" y="183"/>
                    <a:pt x="19" y="170"/>
                  </a:cubicBezTo>
                  <a:lnTo>
                    <a:pt x="0" y="1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2" name="Freeform 171">
              <a:extLst>
                <a:ext uri="{FF2B5EF4-FFF2-40B4-BE49-F238E27FC236}">
                  <a16:creationId xmlns:a16="http://schemas.microsoft.com/office/drawing/2014/main" id="{374CE22F-2D2E-4115-8476-A074D05F10B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948651" y="12615863"/>
              <a:ext cx="88900" cy="136525"/>
            </a:xfrm>
            <a:custGeom>
              <a:avLst/>
              <a:gdLst>
                <a:gd name="T0" fmla="*/ 0 w 138"/>
                <a:gd name="T1" fmla="*/ 213 h 213"/>
                <a:gd name="T2" fmla="*/ 28 w 138"/>
                <a:gd name="T3" fmla="*/ 213 h 213"/>
                <a:gd name="T4" fmla="*/ 28 w 138"/>
                <a:gd name="T5" fmla="*/ 129 h 213"/>
                <a:gd name="T6" fmla="*/ 75 w 138"/>
                <a:gd name="T7" fmla="*/ 129 h 213"/>
                <a:gd name="T8" fmla="*/ 138 w 138"/>
                <a:gd name="T9" fmla="*/ 65 h 213"/>
                <a:gd name="T10" fmla="*/ 75 w 138"/>
                <a:gd name="T11" fmla="*/ 0 h 213"/>
                <a:gd name="T12" fmla="*/ 0 w 138"/>
                <a:gd name="T13" fmla="*/ 0 h 213"/>
                <a:gd name="T14" fmla="*/ 0 w 138"/>
                <a:gd name="T15" fmla="*/ 213 h 213"/>
                <a:gd name="T16" fmla="*/ 73 w 138"/>
                <a:gd name="T17" fmla="*/ 102 h 213"/>
                <a:gd name="T18" fmla="*/ 28 w 138"/>
                <a:gd name="T19" fmla="*/ 102 h 213"/>
                <a:gd name="T20" fmla="*/ 28 w 138"/>
                <a:gd name="T21" fmla="*/ 27 h 213"/>
                <a:gd name="T22" fmla="*/ 73 w 138"/>
                <a:gd name="T23" fmla="*/ 27 h 213"/>
                <a:gd name="T24" fmla="*/ 111 w 138"/>
                <a:gd name="T25" fmla="*/ 65 h 213"/>
                <a:gd name="T26" fmla="*/ 73 w 138"/>
                <a:gd name="T27" fmla="*/ 10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8" h="213">
                  <a:moveTo>
                    <a:pt x="0" y="213"/>
                  </a:moveTo>
                  <a:cubicBezTo>
                    <a:pt x="28" y="213"/>
                    <a:pt x="28" y="213"/>
                    <a:pt x="28" y="213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75" y="129"/>
                    <a:pt x="75" y="129"/>
                    <a:pt x="75" y="129"/>
                  </a:cubicBezTo>
                  <a:cubicBezTo>
                    <a:pt x="112" y="129"/>
                    <a:pt x="138" y="102"/>
                    <a:pt x="138" y="65"/>
                  </a:cubicBezTo>
                  <a:cubicBezTo>
                    <a:pt x="138" y="27"/>
                    <a:pt x="112" y="0"/>
                    <a:pt x="7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3" y="102"/>
                  </a:moveTo>
                  <a:cubicBezTo>
                    <a:pt x="28" y="102"/>
                    <a:pt x="28" y="102"/>
                    <a:pt x="28" y="102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96" y="27"/>
                    <a:pt x="111" y="42"/>
                    <a:pt x="111" y="65"/>
                  </a:cubicBezTo>
                  <a:cubicBezTo>
                    <a:pt x="111" y="87"/>
                    <a:pt x="96" y="102"/>
                    <a:pt x="73" y="10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3" name="Freeform 172">
              <a:extLst>
                <a:ext uri="{FF2B5EF4-FFF2-40B4-BE49-F238E27FC236}">
                  <a16:creationId xmlns:a16="http://schemas.microsoft.com/office/drawing/2014/main" id="{8F6B9235-4909-49AD-9E85-B181E569A2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058188" y="12615863"/>
              <a:ext cx="90488" cy="136525"/>
            </a:xfrm>
            <a:custGeom>
              <a:avLst/>
              <a:gdLst>
                <a:gd name="T0" fmla="*/ 46 w 57"/>
                <a:gd name="T1" fmla="*/ 86 h 86"/>
                <a:gd name="T2" fmla="*/ 57 w 57"/>
                <a:gd name="T3" fmla="*/ 86 h 86"/>
                <a:gd name="T4" fmla="*/ 57 w 57"/>
                <a:gd name="T5" fmla="*/ 0 h 86"/>
                <a:gd name="T6" fmla="*/ 46 w 57"/>
                <a:gd name="T7" fmla="*/ 0 h 86"/>
                <a:gd name="T8" fmla="*/ 46 w 57"/>
                <a:gd name="T9" fmla="*/ 37 h 86"/>
                <a:gd name="T10" fmla="*/ 12 w 57"/>
                <a:gd name="T11" fmla="*/ 37 h 86"/>
                <a:gd name="T12" fmla="*/ 12 w 57"/>
                <a:gd name="T13" fmla="*/ 0 h 86"/>
                <a:gd name="T14" fmla="*/ 0 w 57"/>
                <a:gd name="T15" fmla="*/ 0 h 86"/>
                <a:gd name="T16" fmla="*/ 0 w 57"/>
                <a:gd name="T17" fmla="*/ 86 h 86"/>
                <a:gd name="T18" fmla="*/ 12 w 57"/>
                <a:gd name="T19" fmla="*/ 86 h 86"/>
                <a:gd name="T20" fmla="*/ 12 w 57"/>
                <a:gd name="T21" fmla="*/ 48 h 86"/>
                <a:gd name="T22" fmla="*/ 46 w 57"/>
                <a:gd name="T23" fmla="*/ 48 h 86"/>
                <a:gd name="T24" fmla="*/ 46 w 57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86">
                  <a:moveTo>
                    <a:pt x="46" y="86"/>
                  </a:moveTo>
                  <a:lnTo>
                    <a:pt x="57" y="86"/>
                  </a:lnTo>
                  <a:lnTo>
                    <a:pt x="57" y="0"/>
                  </a:lnTo>
                  <a:lnTo>
                    <a:pt x="46" y="0"/>
                  </a:lnTo>
                  <a:lnTo>
                    <a:pt x="46" y="37"/>
                  </a:lnTo>
                  <a:lnTo>
                    <a:pt x="12" y="37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48"/>
                  </a:lnTo>
                  <a:lnTo>
                    <a:pt x="46" y="48"/>
                  </a:lnTo>
                  <a:lnTo>
                    <a:pt x="46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4" name="Freeform 173">
              <a:extLst>
                <a:ext uri="{FF2B5EF4-FFF2-40B4-BE49-F238E27FC236}">
                  <a16:creationId xmlns:a16="http://schemas.microsoft.com/office/drawing/2014/main" id="{C42C2B01-9DC1-4107-BFD1-AAEABB900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78838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5" name="Freeform 174">
              <a:extLst>
                <a:ext uri="{FF2B5EF4-FFF2-40B4-BE49-F238E27FC236}">
                  <a16:creationId xmlns:a16="http://schemas.microsoft.com/office/drawing/2014/main" id="{CE2537D3-AF76-4FD4-AB59-37CDF798658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286788" y="12615863"/>
              <a:ext cx="92075" cy="136525"/>
            </a:xfrm>
            <a:custGeom>
              <a:avLst/>
              <a:gdLst>
                <a:gd name="T0" fmla="*/ 111 w 143"/>
                <a:gd name="T1" fmla="*/ 213 h 213"/>
                <a:gd name="T2" fmla="*/ 143 w 143"/>
                <a:gd name="T3" fmla="*/ 213 h 213"/>
                <a:gd name="T4" fmla="*/ 97 w 143"/>
                <a:gd name="T5" fmla="*/ 118 h 213"/>
                <a:gd name="T6" fmla="*/ 99 w 143"/>
                <a:gd name="T7" fmla="*/ 118 h 213"/>
                <a:gd name="T8" fmla="*/ 138 w 143"/>
                <a:gd name="T9" fmla="*/ 62 h 213"/>
                <a:gd name="T10" fmla="*/ 77 w 143"/>
                <a:gd name="T11" fmla="*/ 0 h 213"/>
                <a:gd name="T12" fmla="*/ 0 w 143"/>
                <a:gd name="T13" fmla="*/ 0 h 213"/>
                <a:gd name="T14" fmla="*/ 0 w 143"/>
                <a:gd name="T15" fmla="*/ 213 h 213"/>
                <a:gd name="T16" fmla="*/ 28 w 143"/>
                <a:gd name="T17" fmla="*/ 213 h 213"/>
                <a:gd name="T18" fmla="*/ 28 w 143"/>
                <a:gd name="T19" fmla="*/ 123 h 213"/>
                <a:gd name="T20" fmla="*/ 68 w 143"/>
                <a:gd name="T21" fmla="*/ 123 h 213"/>
                <a:gd name="T22" fmla="*/ 69 w 143"/>
                <a:gd name="T23" fmla="*/ 123 h 213"/>
                <a:gd name="T24" fmla="*/ 111 w 143"/>
                <a:gd name="T25" fmla="*/ 213 h 213"/>
                <a:gd name="T26" fmla="*/ 74 w 143"/>
                <a:gd name="T27" fmla="*/ 97 h 213"/>
                <a:gd name="T28" fmla="*/ 28 w 143"/>
                <a:gd name="T29" fmla="*/ 97 h 213"/>
                <a:gd name="T30" fmla="*/ 28 w 143"/>
                <a:gd name="T31" fmla="*/ 27 h 213"/>
                <a:gd name="T32" fmla="*/ 74 w 143"/>
                <a:gd name="T33" fmla="*/ 27 h 213"/>
                <a:gd name="T34" fmla="*/ 110 w 143"/>
                <a:gd name="T35" fmla="*/ 62 h 213"/>
                <a:gd name="T36" fmla="*/ 74 w 143"/>
                <a:gd name="T37" fmla="*/ 9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3" h="213">
                  <a:moveTo>
                    <a:pt x="111" y="213"/>
                  </a:moveTo>
                  <a:cubicBezTo>
                    <a:pt x="143" y="213"/>
                    <a:pt x="143" y="213"/>
                    <a:pt x="143" y="213"/>
                  </a:cubicBezTo>
                  <a:cubicBezTo>
                    <a:pt x="97" y="118"/>
                    <a:pt x="97" y="118"/>
                    <a:pt x="97" y="118"/>
                  </a:cubicBezTo>
                  <a:cubicBezTo>
                    <a:pt x="99" y="118"/>
                    <a:pt x="99" y="118"/>
                    <a:pt x="99" y="118"/>
                  </a:cubicBezTo>
                  <a:cubicBezTo>
                    <a:pt x="123" y="111"/>
                    <a:pt x="138" y="90"/>
                    <a:pt x="138" y="62"/>
                  </a:cubicBezTo>
                  <a:cubicBezTo>
                    <a:pt x="138" y="25"/>
                    <a:pt x="113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9" y="123"/>
                    <a:pt x="69" y="123"/>
                    <a:pt x="69" y="123"/>
                  </a:cubicBezTo>
                  <a:lnTo>
                    <a:pt x="111" y="213"/>
                  </a:lnTo>
                  <a:close/>
                  <a:moveTo>
                    <a:pt x="74" y="97"/>
                  </a:moveTo>
                  <a:cubicBezTo>
                    <a:pt x="28" y="97"/>
                    <a:pt x="28" y="97"/>
                    <a:pt x="28" y="9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96" y="27"/>
                    <a:pt x="110" y="41"/>
                    <a:pt x="110" y="62"/>
                  </a:cubicBezTo>
                  <a:cubicBezTo>
                    <a:pt x="110" y="84"/>
                    <a:pt x="96" y="97"/>
                    <a:pt x="74" y="9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6" name="Freeform 175">
              <a:extLst>
                <a:ext uri="{FF2B5EF4-FFF2-40B4-BE49-F238E27FC236}">
                  <a16:creationId xmlns:a16="http://schemas.microsoft.com/office/drawing/2014/main" id="{3763EFFD-EDA6-444D-8F34-5E4A00B6BF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01088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7" name="Freeform 176">
              <a:extLst>
                <a:ext uri="{FF2B5EF4-FFF2-40B4-BE49-F238E27FC236}">
                  <a16:creationId xmlns:a16="http://schemas.microsoft.com/office/drawing/2014/main" id="{28F9479B-9C6D-4639-91B1-2BF63F3B3D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70713" y="12320588"/>
              <a:ext cx="0" cy="706437"/>
            </a:xfrm>
            <a:custGeom>
              <a:avLst/>
              <a:gdLst>
                <a:gd name="T0" fmla="*/ 0 h 445"/>
                <a:gd name="T1" fmla="*/ 445 h 445"/>
                <a:gd name="T2" fmla="*/ 0 h 44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45">
                  <a:moveTo>
                    <a:pt x="0" y="0"/>
                  </a:moveTo>
                  <a:lnTo>
                    <a:pt x="0" y="44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8" name="Line 177">
              <a:extLst>
                <a:ext uri="{FF2B5EF4-FFF2-40B4-BE49-F238E27FC236}">
                  <a16:creationId xmlns:a16="http://schemas.microsoft.com/office/drawing/2014/main" id="{86B4209E-0EA4-44E7-946B-030B07648EBE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>
              <a:off x="19670713" y="12320588"/>
              <a:ext cx="0" cy="706437"/>
            </a:xfrm>
            <a:prstGeom prst="lin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9" name="Rectangle 178">
              <a:extLst>
                <a:ext uri="{FF2B5EF4-FFF2-40B4-BE49-F238E27FC236}">
                  <a16:creationId xmlns:a16="http://schemas.microsoft.com/office/drawing/2014/main" id="{022F5B0C-3DAA-41F4-99A3-F4088B004BF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9667538" y="12320588"/>
              <a:ext cx="6350" cy="70643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0" name="Freeform 179">
              <a:extLst>
                <a:ext uri="{FF2B5EF4-FFF2-40B4-BE49-F238E27FC236}">
                  <a16:creationId xmlns:a16="http://schemas.microsoft.com/office/drawing/2014/main" id="{331E66BB-545D-4396-8EA1-F5CC0CB4C5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80251" y="12868275"/>
              <a:ext cx="52388" cy="80962"/>
            </a:xfrm>
            <a:custGeom>
              <a:avLst/>
              <a:gdLst>
                <a:gd name="T0" fmla="*/ 14 w 33"/>
                <a:gd name="T1" fmla="*/ 51 h 51"/>
                <a:gd name="T2" fmla="*/ 14 w 33"/>
                <a:gd name="T3" fmla="*/ 4 h 51"/>
                <a:gd name="T4" fmla="*/ 0 w 33"/>
                <a:gd name="T5" fmla="*/ 4 h 51"/>
                <a:gd name="T6" fmla="*/ 0 w 33"/>
                <a:gd name="T7" fmla="*/ 0 h 51"/>
                <a:gd name="T8" fmla="*/ 33 w 33"/>
                <a:gd name="T9" fmla="*/ 0 h 51"/>
                <a:gd name="T10" fmla="*/ 33 w 33"/>
                <a:gd name="T11" fmla="*/ 4 h 51"/>
                <a:gd name="T12" fmla="*/ 18 w 33"/>
                <a:gd name="T13" fmla="*/ 4 h 51"/>
                <a:gd name="T14" fmla="*/ 18 w 33"/>
                <a:gd name="T15" fmla="*/ 50 h 51"/>
                <a:gd name="T16" fmla="*/ 18 w 33"/>
                <a:gd name="T17" fmla="*/ 51 h 51"/>
                <a:gd name="T18" fmla="*/ 14 w 33"/>
                <a:gd name="T19" fmla="*/ 51 h 51"/>
                <a:gd name="T20" fmla="*/ 18 w 33"/>
                <a:gd name="T21" fmla="*/ 50 h 51"/>
                <a:gd name="T22" fmla="*/ 18 w 33"/>
                <a:gd name="T23" fmla="*/ 50 h 51"/>
                <a:gd name="T24" fmla="*/ 18 w 33"/>
                <a:gd name="T25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14" y="51"/>
                  </a:moveTo>
                  <a:lnTo>
                    <a:pt x="14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4"/>
                  </a:lnTo>
                  <a:lnTo>
                    <a:pt x="18" y="4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1" name="Freeform 180">
              <a:extLst>
                <a:ext uri="{FF2B5EF4-FFF2-40B4-BE49-F238E27FC236}">
                  <a16:creationId xmlns:a16="http://schemas.microsoft.com/office/drawing/2014/main" id="{AD0A5C71-6ADD-43CC-8E34-4CC325AE40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46926" y="12868275"/>
              <a:ext cx="52388" cy="80962"/>
            </a:xfrm>
            <a:custGeom>
              <a:avLst/>
              <a:gdLst>
                <a:gd name="T0" fmla="*/ 29 w 33"/>
                <a:gd name="T1" fmla="*/ 51 h 51"/>
                <a:gd name="T2" fmla="*/ 29 w 33"/>
                <a:gd name="T3" fmla="*/ 27 h 51"/>
                <a:gd name="T4" fmla="*/ 4 w 33"/>
                <a:gd name="T5" fmla="*/ 27 h 51"/>
                <a:gd name="T6" fmla="*/ 4 w 33"/>
                <a:gd name="T7" fmla="*/ 51 h 51"/>
                <a:gd name="T8" fmla="*/ 0 w 33"/>
                <a:gd name="T9" fmla="*/ 51 h 51"/>
                <a:gd name="T10" fmla="*/ 0 w 33"/>
                <a:gd name="T11" fmla="*/ 0 h 51"/>
                <a:gd name="T12" fmla="*/ 4 w 33"/>
                <a:gd name="T13" fmla="*/ 0 h 51"/>
                <a:gd name="T14" fmla="*/ 4 w 33"/>
                <a:gd name="T15" fmla="*/ 23 h 51"/>
                <a:gd name="T16" fmla="*/ 29 w 33"/>
                <a:gd name="T17" fmla="*/ 23 h 51"/>
                <a:gd name="T18" fmla="*/ 29 w 33"/>
                <a:gd name="T19" fmla="*/ 0 h 51"/>
                <a:gd name="T20" fmla="*/ 33 w 33"/>
                <a:gd name="T21" fmla="*/ 0 h 51"/>
                <a:gd name="T22" fmla="*/ 33 w 33"/>
                <a:gd name="T23" fmla="*/ 51 h 51"/>
                <a:gd name="T24" fmla="*/ 29 w 33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29" y="51"/>
                  </a:moveTo>
                  <a:lnTo>
                    <a:pt x="29" y="27"/>
                  </a:lnTo>
                  <a:lnTo>
                    <a:pt x="4" y="2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3"/>
                  </a:lnTo>
                  <a:lnTo>
                    <a:pt x="29" y="23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3" y="51"/>
                  </a:lnTo>
                  <a:lnTo>
                    <a:pt x="29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2" name="Freeform 181">
              <a:extLst>
                <a:ext uri="{FF2B5EF4-FFF2-40B4-BE49-F238E27FC236}">
                  <a16:creationId xmlns:a16="http://schemas.microsoft.com/office/drawing/2014/main" id="{0CBF46A0-EF08-4ECB-8A7A-945847B8A3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23126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3 w 29"/>
                <a:gd name="T11" fmla="*/ 4 h 51"/>
                <a:gd name="T12" fmla="*/ 3 w 29"/>
                <a:gd name="T13" fmla="*/ 23 h 51"/>
                <a:gd name="T14" fmla="*/ 26 w 29"/>
                <a:gd name="T15" fmla="*/ 23 h 51"/>
                <a:gd name="T16" fmla="*/ 26 w 29"/>
                <a:gd name="T17" fmla="*/ 27 h 51"/>
                <a:gd name="T18" fmla="*/ 3 w 29"/>
                <a:gd name="T19" fmla="*/ 27 h 51"/>
                <a:gd name="T20" fmla="*/ 3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3" y="4"/>
                  </a:lnTo>
                  <a:lnTo>
                    <a:pt x="3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3" y="27"/>
                  </a:lnTo>
                  <a:lnTo>
                    <a:pt x="3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3" name="Freeform 182">
              <a:extLst>
                <a:ext uri="{FF2B5EF4-FFF2-40B4-BE49-F238E27FC236}">
                  <a16:creationId xmlns:a16="http://schemas.microsoft.com/office/drawing/2014/main" id="{50253227-629E-4133-BACF-D4DD077BE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13613" y="12868275"/>
              <a:ext cx="52388" cy="80962"/>
            </a:xfrm>
            <a:custGeom>
              <a:avLst/>
              <a:gdLst>
                <a:gd name="T0" fmla="*/ 71 w 82"/>
                <a:gd name="T1" fmla="*/ 125 h 125"/>
                <a:gd name="T2" fmla="*/ 42 w 82"/>
                <a:gd name="T3" fmla="*/ 68 h 125"/>
                <a:gd name="T4" fmla="*/ 10 w 82"/>
                <a:gd name="T5" fmla="*/ 68 h 125"/>
                <a:gd name="T6" fmla="*/ 10 w 82"/>
                <a:gd name="T7" fmla="*/ 125 h 125"/>
                <a:gd name="T8" fmla="*/ 0 w 82"/>
                <a:gd name="T9" fmla="*/ 125 h 125"/>
                <a:gd name="T10" fmla="*/ 0 w 82"/>
                <a:gd name="T11" fmla="*/ 0 h 125"/>
                <a:gd name="T12" fmla="*/ 46 w 82"/>
                <a:gd name="T13" fmla="*/ 0 h 125"/>
                <a:gd name="T14" fmla="*/ 81 w 82"/>
                <a:gd name="T15" fmla="*/ 34 h 125"/>
                <a:gd name="T16" fmla="*/ 53 w 82"/>
                <a:gd name="T17" fmla="*/ 67 h 125"/>
                <a:gd name="T18" fmla="*/ 82 w 82"/>
                <a:gd name="T19" fmla="*/ 125 h 125"/>
                <a:gd name="T20" fmla="*/ 71 w 82"/>
                <a:gd name="T21" fmla="*/ 125 h 125"/>
                <a:gd name="T22" fmla="*/ 45 w 82"/>
                <a:gd name="T23" fmla="*/ 9 h 125"/>
                <a:gd name="T24" fmla="*/ 10 w 82"/>
                <a:gd name="T25" fmla="*/ 9 h 125"/>
                <a:gd name="T26" fmla="*/ 10 w 82"/>
                <a:gd name="T27" fmla="*/ 59 h 125"/>
                <a:gd name="T28" fmla="*/ 45 w 82"/>
                <a:gd name="T29" fmla="*/ 59 h 125"/>
                <a:gd name="T30" fmla="*/ 71 w 82"/>
                <a:gd name="T31" fmla="*/ 34 h 125"/>
                <a:gd name="T32" fmla="*/ 45 w 82"/>
                <a:gd name="T33" fmla="*/ 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125">
                  <a:moveTo>
                    <a:pt x="71" y="125"/>
                  </a:moveTo>
                  <a:cubicBezTo>
                    <a:pt x="42" y="68"/>
                    <a:pt x="42" y="68"/>
                    <a:pt x="42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66" y="0"/>
                    <a:pt x="81" y="12"/>
                    <a:pt x="81" y="34"/>
                  </a:cubicBezTo>
                  <a:cubicBezTo>
                    <a:pt x="81" y="52"/>
                    <a:pt x="70" y="64"/>
                    <a:pt x="53" y="67"/>
                  </a:cubicBezTo>
                  <a:cubicBezTo>
                    <a:pt x="82" y="125"/>
                    <a:pt x="82" y="125"/>
                    <a:pt x="82" y="125"/>
                  </a:cubicBezTo>
                  <a:lnTo>
                    <a:pt x="71" y="125"/>
                  </a:lnTo>
                  <a:close/>
                  <a:moveTo>
                    <a:pt x="45" y="9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60" y="58"/>
                    <a:pt x="71" y="51"/>
                    <a:pt x="71" y="34"/>
                  </a:cubicBezTo>
                  <a:cubicBezTo>
                    <a:pt x="71" y="17"/>
                    <a:pt x="60" y="9"/>
                    <a:pt x="45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4" name="Freeform 183">
              <a:extLst>
                <a:ext uri="{FF2B5EF4-FFF2-40B4-BE49-F238E27FC236}">
                  <a16:creationId xmlns:a16="http://schemas.microsoft.com/office/drawing/2014/main" id="{DC94F246-C583-43B3-8A6E-4780103DC42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81876" y="12868275"/>
              <a:ext cx="53975" cy="80962"/>
            </a:xfrm>
            <a:custGeom>
              <a:avLst/>
              <a:gdLst>
                <a:gd name="T0" fmla="*/ 41 w 83"/>
                <a:gd name="T1" fmla="*/ 127 h 127"/>
                <a:gd name="T2" fmla="*/ 11 w 83"/>
                <a:gd name="T3" fmla="*/ 114 h 127"/>
                <a:gd name="T4" fmla="*/ 0 w 83"/>
                <a:gd name="T5" fmla="*/ 63 h 127"/>
                <a:gd name="T6" fmla="*/ 11 w 83"/>
                <a:gd name="T7" fmla="*/ 13 h 127"/>
                <a:gd name="T8" fmla="*/ 41 w 83"/>
                <a:gd name="T9" fmla="*/ 0 h 127"/>
                <a:gd name="T10" fmla="*/ 72 w 83"/>
                <a:gd name="T11" fmla="*/ 13 h 127"/>
                <a:gd name="T12" fmla="*/ 83 w 83"/>
                <a:gd name="T13" fmla="*/ 63 h 127"/>
                <a:gd name="T14" fmla="*/ 72 w 83"/>
                <a:gd name="T15" fmla="*/ 114 h 127"/>
                <a:gd name="T16" fmla="*/ 41 w 83"/>
                <a:gd name="T17" fmla="*/ 127 h 127"/>
                <a:gd name="T18" fmla="*/ 64 w 83"/>
                <a:gd name="T19" fmla="*/ 19 h 127"/>
                <a:gd name="T20" fmla="*/ 41 w 83"/>
                <a:gd name="T21" fmla="*/ 9 h 127"/>
                <a:gd name="T22" fmla="*/ 19 w 83"/>
                <a:gd name="T23" fmla="*/ 19 h 127"/>
                <a:gd name="T24" fmla="*/ 10 w 83"/>
                <a:gd name="T25" fmla="*/ 63 h 127"/>
                <a:gd name="T26" fmla="*/ 19 w 83"/>
                <a:gd name="T27" fmla="*/ 108 h 127"/>
                <a:gd name="T28" fmla="*/ 41 w 83"/>
                <a:gd name="T29" fmla="*/ 118 h 127"/>
                <a:gd name="T30" fmla="*/ 64 w 83"/>
                <a:gd name="T31" fmla="*/ 108 h 127"/>
                <a:gd name="T32" fmla="*/ 73 w 83"/>
                <a:gd name="T33" fmla="*/ 63 h 127"/>
                <a:gd name="T34" fmla="*/ 64 w 83"/>
                <a:gd name="T35" fmla="*/ 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53" y="0"/>
                    <a:pt x="64" y="5"/>
                    <a:pt x="72" y="13"/>
                  </a:cubicBezTo>
                  <a:cubicBezTo>
                    <a:pt x="83" y="24"/>
                    <a:pt x="83" y="35"/>
                    <a:pt x="83" y="63"/>
                  </a:cubicBezTo>
                  <a:cubicBezTo>
                    <a:pt x="83" y="91"/>
                    <a:pt x="83" y="102"/>
                    <a:pt x="72" y="114"/>
                  </a:cubicBezTo>
                  <a:cubicBezTo>
                    <a:pt x="64" y="122"/>
                    <a:pt x="53" y="127"/>
                    <a:pt x="41" y="127"/>
                  </a:cubicBezTo>
                  <a:moveTo>
                    <a:pt x="64" y="19"/>
                  </a:moveTo>
                  <a:cubicBezTo>
                    <a:pt x="58" y="12"/>
                    <a:pt x="50" y="9"/>
                    <a:pt x="41" y="9"/>
                  </a:cubicBezTo>
                  <a:cubicBezTo>
                    <a:pt x="33" y="9"/>
                    <a:pt x="25" y="12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0" y="118"/>
                    <a:pt x="58" y="114"/>
                    <a:pt x="64" y="108"/>
                  </a:cubicBezTo>
                  <a:cubicBezTo>
                    <a:pt x="72" y="99"/>
                    <a:pt x="73" y="90"/>
                    <a:pt x="73" y="63"/>
                  </a:cubicBezTo>
                  <a:cubicBezTo>
                    <a:pt x="73" y="37"/>
                    <a:pt x="72" y="27"/>
                    <a:pt x="64" y="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5" name="Freeform 184">
              <a:extLst>
                <a:ext uri="{FF2B5EF4-FFF2-40B4-BE49-F238E27FC236}">
                  <a16:creationId xmlns:a16="http://schemas.microsoft.com/office/drawing/2014/main" id="{6B1AFE5C-6EFD-4745-9643-A1F2F5DB320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143788" y="12868275"/>
              <a:ext cx="50800" cy="80962"/>
            </a:xfrm>
            <a:custGeom>
              <a:avLst/>
              <a:gdLst>
                <a:gd name="T0" fmla="*/ 14 w 32"/>
                <a:gd name="T1" fmla="*/ 51 h 51"/>
                <a:gd name="T2" fmla="*/ 14 w 32"/>
                <a:gd name="T3" fmla="*/ 30 h 51"/>
                <a:gd name="T4" fmla="*/ 0 w 32"/>
                <a:gd name="T5" fmla="*/ 0 h 51"/>
                <a:gd name="T6" fmla="*/ 4 w 32"/>
                <a:gd name="T7" fmla="*/ 0 h 51"/>
                <a:gd name="T8" fmla="*/ 16 w 32"/>
                <a:gd name="T9" fmla="*/ 25 h 51"/>
                <a:gd name="T10" fmla="*/ 28 w 32"/>
                <a:gd name="T11" fmla="*/ 0 h 51"/>
                <a:gd name="T12" fmla="*/ 32 w 32"/>
                <a:gd name="T13" fmla="*/ 0 h 51"/>
                <a:gd name="T14" fmla="*/ 18 w 32"/>
                <a:gd name="T15" fmla="*/ 30 h 51"/>
                <a:gd name="T16" fmla="*/ 18 w 32"/>
                <a:gd name="T17" fmla="*/ 50 h 51"/>
                <a:gd name="T18" fmla="*/ 18 w 32"/>
                <a:gd name="T19" fmla="*/ 51 h 51"/>
                <a:gd name="T20" fmla="*/ 14 w 32"/>
                <a:gd name="T21" fmla="*/ 51 h 51"/>
                <a:gd name="T22" fmla="*/ 18 w 32"/>
                <a:gd name="T23" fmla="*/ 50 h 51"/>
                <a:gd name="T24" fmla="*/ 18 w 32"/>
                <a:gd name="T25" fmla="*/ 50 h 51"/>
                <a:gd name="T26" fmla="*/ 18 w 32"/>
                <a:gd name="T27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51">
                  <a:moveTo>
                    <a:pt x="14" y="51"/>
                  </a:moveTo>
                  <a:lnTo>
                    <a:pt x="14" y="3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6" y="25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18" y="30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6" name="Freeform 185">
              <a:extLst>
                <a:ext uri="{FF2B5EF4-FFF2-40B4-BE49-F238E27FC236}">
                  <a16:creationId xmlns:a16="http://schemas.microsoft.com/office/drawing/2014/main" id="{801C935B-AD79-48BA-8573-D3EC3F35DF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193001" y="12868275"/>
              <a:ext cx="61913" cy="80962"/>
            </a:xfrm>
            <a:custGeom>
              <a:avLst/>
              <a:gdLst>
                <a:gd name="T0" fmla="*/ 35 w 39"/>
                <a:gd name="T1" fmla="*/ 51 h 51"/>
                <a:gd name="T2" fmla="*/ 30 w 39"/>
                <a:gd name="T3" fmla="*/ 39 h 51"/>
                <a:gd name="T4" fmla="*/ 8 w 39"/>
                <a:gd name="T5" fmla="*/ 39 h 51"/>
                <a:gd name="T6" fmla="*/ 4 w 39"/>
                <a:gd name="T7" fmla="*/ 51 h 51"/>
                <a:gd name="T8" fmla="*/ 0 w 39"/>
                <a:gd name="T9" fmla="*/ 51 h 51"/>
                <a:gd name="T10" fmla="*/ 18 w 39"/>
                <a:gd name="T11" fmla="*/ 0 h 51"/>
                <a:gd name="T12" fmla="*/ 21 w 39"/>
                <a:gd name="T13" fmla="*/ 0 h 51"/>
                <a:gd name="T14" fmla="*/ 39 w 39"/>
                <a:gd name="T15" fmla="*/ 51 h 51"/>
                <a:gd name="T16" fmla="*/ 35 w 39"/>
                <a:gd name="T17" fmla="*/ 51 h 51"/>
                <a:gd name="T18" fmla="*/ 29 w 39"/>
                <a:gd name="T19" fmla="*/ 35 h 51"/>
                <a:gd name="T20" fmla="*/ 20 w 39"/>
                <a:gd name="T21" fmla="*/ 6 h 51"/>
                <a:gd name="T22" fmla="*/ 9 w 39"/>
                <a:gd name="T23" fmla="*/ 35 h 51"/>
                <a:gd name="T24" fmla="*/ 29 w 39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51">
                  <a:moveTo>
                    <a:pt x="35" y="51"/>
                  </a:moveTo>
                  <a:lnTo>
                    <a:pt x="30" y="39"/>
                  </a:lnTo>
                  <a:lnTo>
                    <a:pt x="8" y="39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39" y="51"/>
                  </a:lnTo>
                  <a:lnTo>
                    <a:pt x="35" y="51"/>
                  </a:lnTo>
                  <a:close/>
                  <a:moveTo>
                    <a:pt x="29" y="35"/>
                  </a:moveTo>
                  <a:lnTo>
                    <a:pt x="20" y="6"/>
                  </a:lnTo>
                  <a:lnTo>
                    <a:pt x="9" y="35"/>
                  </a:lnTo>
                  <a:lnTo>
                    <a:pt x="29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7" name="Freeform 186">
              <a:extLst>
                <a:ext uri="{FF2B5EF4-FFF2-40B4-BE49-F238E27FC236}">
                  <a16:creationId xmlns:a16="http://schemas.microsoft.com/office/drawing/2014/main" id="{0BA9A781-AD03-42E6-AA81-8E1EABEE7D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6761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4 w 30"/>
                <a:gd name="T7" fmla="*/ 0 h 51"/>
                <a:gd name="T8" fmla="*/ 4 w 30"/>
                <a:gd name="T9" fmla="*/ 47 h 51"/>
                <a:gd name="T10" fmla="*/ 30 w 30"/>
                <a:gd name="T11" fmla="*/ 47 h 51"/>
                <a:gd name="T12" fmla="*/ 30 w 30"/>
                <a:gd name="T13" fmla="*/ 51 h 51"/>
                <a:gd name="T14" fmla="*/ 0 w 30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8" name="Freeform 187">
              <a:extLst>
                <a:ext uri="{FF2B5EF4-FFF2-40B4-BE49-F238E27FC236}">
                  <a16:creationId xmlns:a16="http://schemas.microsoft.com/office/drawing/2014/main" id="{ABEAAE6E-A265-4233-A7AC-4AEDAC9FB8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50163" y="12868275"/>
              <a:ext cx="50800" cy="80962"/>
            </a:xfrm>
            <a:custGeom>
              <a:avLst/>
              <a:gdLst>
                <a:gd name="T0" fmla="*/ 41 w 81"/>
                <a:gd name="T1" fmla="*/ 127 h 127"/>
                <a:gd name="T2" fmla="*/ 41 w 81"/>
                <a:gd name="T3" fmla="*/ 127 h 127"/>
                <a:gd name="T4" fmla="*/ 0 w 81"/>
                <a:gd name="T5" fmla="*/ 110 h 127"/>
                <a:gd name="T6" fmla="*/ 0 w 81"/>
                <a:gd name="T7" fmla="*/ 110 h 127"/>
                <a:gd name="T8" fmla="*/ 7 w 81"/>
                <a:gd name="T9" fmla="*/ 103 h 127"/>
                <a:gd name="T10" fmla="*/ 7 w 81"/>
                <a:gd name="T11" fmla="*/ 103 h 127"/>
                <a:gd name="T12" fmla="*/ 41 w 81"/>
                <a:gd name="T13" fmla="*/ 118 h 127"/>
                <a:gd name="T14" fmla="*/ 72 w 81"/>
                <a:gd name="T15" fmla="*/ 92 h 127"/>
                <a:gd name="T16" fmla="*/ 65 w 81"/>
                <a:gd name="T17" fmla="*/ 75 h 127"/>
                <a:gd name="T18" fmla="*/ 48 w 81"/>
                <a:gd name="T19" fmla="*/ 69 h 127"/>
                <a:gd name="T20" fmla="*/ 34 w 81"/>
                <a:gd name="T21" fmla="*/ 67 h 127"/>
                <a:gd name="T22" fmla="*/ 12 w 81"/>
                <a:gd name="T23" fmla="*/ 57 h 127"/>
                <a:gd name="T24" fmla="*/ 3 w 81"/>
                <a:gd name="T25" fmla="*/ 34 h 127"/>
                <a:gd name="T26" fmla="*/ 13 w 81"/>
                <a:gd name="T27" fmla="*/ 9 h 127"/>
                <a:gd name="T28" fmla="*/ 40 w 81"/>
                <a:gd name="T29" fmla="*/ 0 h 127"/>
                <a:gd name="T30" fmla="*/ 75 w 81"/>
                <a:gd name="T31" fmla="*/ 14 h 127"/>
                <a:gd name="T32" fmla="*/ 76 w 81"/>
                <a:gd name="T33" fmla="*/ 14 h 127"/>
                <a:gd name="T34" fmla="*/ 69 w 81"/>
                <a:gd name="T35" fmla="*/ 20 h 127"/>
                <a:gd name="T36" fmla="*/ 69 w 81"/>
                <a:gd name="T37" fmla="*/ 20 h 127"/>
                <a:gd name="T38" fmla="*/ 40 w 81"/>
                <a:gd name="T39" fmla="*/ 9 h 127"/>
                <a:gd name="T40" fmla="*/ 13 w 81"/>
                <a:gd name="T41" fmla="*/ 34 h 127"/>
                <a:gd name="T42" fmla="*/ 19 w 81"/>
                <a:gd name="T43" fmla="*/ 50 h 127"/>
                <a:gd name="T44" fmla="*/ 36 w 81"/>
                <a:gd name="T45" fmla="*/ 57 h 127"/>
                <a:gd name="T46" fmla="*/ 49 w 81"/>
                <a:gd name="T47" fmla="*/ 60 h 127"/>
                <a:gd name="T48" fmla="*/ 71 w 81"/>
                <a:gd name="T49" fmla="*/ 68 h 127"/>
                <a:gd name="T50" fmla="*/ 81 w 81"/>
                <a:gd name="T51" fmla="*/ 92 h 127"/>
                <a:gd name="T52" fmla="*/ 41 w 81"/>
                <a:gd name="T5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1" h="127">
                  <a:moveTo>
                    <a:pt x="41" y="127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23" y="127"/>
                    <a:pt x="11" y="122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2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6" y="15"/>
                    <a:pt x="13" y="9"/>
                  </a:cubicBezTo>
                  <a:cubicBezTo>
                    <a:pt x="19" y="3"/>
                    <a:pt x="29" y="0"/>
                    <a:pt x="40" y="0"/>
                  </a:cubicBezTo>
                  <a:cubicBezTo>
                    <a:pt x="55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6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1" y="82"/>
                    <a:pt x="81" y="92"/>
                  </a:cubicBezTo>
                  <a:cubicBezTo>
                    <a:pt x="81" y="113"/>
                    <a:pt x="66" y="127"/>
                    <a:pt x="41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9" name="Freeform 188">
              <a:extLst>
                <a:ext uri="{FF2B5EF4-FFF2-40B4-BE49-F238E27FC236}">
                  <a16:creationId xmlns:a16="http://schemas.microsoft.com/office/drawing/2014/main" id="{833FE0D0-1D51-4751-BC21-7C57DAE0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08901" y="12868275"/>
              <a:ext cx="87313" cy="80962"/>
            </a:xfrm>
            <a:custGeom>
              <a:avLst/>
              <a:gdLst>
                <a:gd name="T0" fmla="*/ 39 w 55"/>
                <a:gd name="T1" fmla="*/ 51 h 51"/>
                <a:gd name="T2" fmla="*/ 39 w 55"/>
                <a:gd name="T3" fmla="*/ 50 h 51"/>
                <a:gd name="T4" fmla="*/ 39 w 55"/>
                <a:gd name="T5" fmla="*/ 50 h 51"/>
                <a:gd name="T6" fmla="*/ 39 w 55"/>
                <a:gd name="T7" fmla="*/ 50 h 51"/>
                <a:gd name="T8" fmla="*/ 39 w 55"/>
                <a:gd name="T9" fmla="*/ 51 h 51"/>
                <a:gd name="T10" fmla="*/ 39 w 55"/>
                <a:gd name="T11" fmla="*/ 51 h 51"/>
                <a:gd name="T12" fmla="*/ 28 w 55"/>
                <a:gd name="T13" fmla="*/ 7 h 51"/>
                <a:gd name="T14" fmla="*/ 17 w 55"/>
                <a:gd name="T15" fmla="*/ 51 h 51"/>
                <a:gd name="T16" fmla="*/ 12 w 55"/>
                <a:gd name="T17" fmla="*/ 51 h 51"/>
                <a:gd name="T18" fmla="*/ 0 w 55"/>
                <a:gd name="T19" fmla="*/ 0 h 51"/>
                <a:gd name="T20" fmla="*/ 4 w 55"/>
                <a:gd name="T21" fmla="*/ 0 h 51"/>
                <a:gd name="T22" fmla="*/ 15 w 55"/>
                <a:gd name="T23" fmla="*/ 43 h 51"/>
                <a:gd name="T24" fmla="*/ 26 w 55"/>
                <a:gd name="T25" fmla="*/ 0 h 51"/>
                <a:gd name="T26" fmla="*/ 30 w 55"/>
                <a:gd name="T27" fmla="*/ 0 h 51"/>
                <a:gd name="T28" fmla="*/ 41 w 55"/>
                <a:gd name="T29" fmla="*/ 43 h 51"/>
                <a:gd name="T30" fmla="*/ 51 w 55"/>
                <a:gd name="T31" fmla="*/ 0 h 51"/>
                <a:gd name="T32" fmla="*/ 55 w 55"/>
                <a:gd name="T33" fmla="*/ 0 h 51"/>
                <a:gd name="T34" fmla="*/ 43 w 55"/>
                <a:gd name="T35" fmla="*/ 51 h 51"/>
                <a:gd name="T36" fmla="*/ 39 w 55"/>
                <a:gd name="T3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51">
                  <a:moveTo>
                    <a:pt x="39" y="51"/>
                  </a:moveTo>
                  <a:lnTo>
                    <a:pt x="39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28" y="7"/>
                  </a:lnTo>
                  <a:lnTo>
                    <a:pt x="17" y="51"/>
                  </a:lnTo>
                  <a:lnTo>
                    <a:pt x="12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15" y="43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41" y="43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43" y="51"/>
                  </a:lnTo>
                  <a:lnTo>
                    <a:pt x="39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0" name="Freeform 189">
              <a:extLst>
                <a:ext uri="{FF2B5EF4-FFF2-40B4-BE49-F238E27FC236}">
                  <a16:creationId xmlns:a16="http://schemas.microsoft.com/office/drawing/2014/main" id="{7A181FE5-4F60-4E40-9163-7CCF6BFF10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10501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4 w 29"/>
                <a:gd name="T11" fmla="*/ 4 h 51"/>
                <a:gd name="T12" fmla="*/ 4 w 29"/>
                <a:gd name="T13" fmla="*/ 23 h 51"/>
                <a:gd name="T14" fmla="*/ 25 w 29"/>
                <a:gd name="T15" fmla="*/ 23 h 51"/>
                <a:gd name="T16" fmla="*/ 25 w 29"/>
                <a:gd name="T17" fmla="*/ 27 h 51"/>
                <a:gd name="T18" fmla="*/ 4 w 29"/>
                <a:gd name="T19" fmla="*/ 27 h 51"/>
                <a:gd name="T20" fmla="*/ 4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5" y="23"/>
                  </a:lnTo>
                  <a:lnTo>
                    <a:pt x="25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1" name="Freeform 190">
              <a:extLst>
                <a:ext uri="{FF2B5EF4-FFF2-40B4-BE49-F238E27FC236}">
                  <a16:creationId xmlns:a16="http://schemas.microsoft.com/office/drawing/2014/main" id="{810C6805-41BB-4629-8404-3339800AD6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574001" y="12868275"/>
              <a:ext cx="52388" cy="80962"/>
            </a:xfrm>
            <a:custGeom>
              <a:avLst/>
              <a:gdLst>
                <a:gd name="T0" fmla="*/ 40 w 82"/>
                <a:gd name="T1" fmla="*/ 125 h 125"/>
                <a:gd name="T2" fmla="*/ 0 w 82"/>
                <a:gd name="T3" fmla="*/ 125 h 125"/>
                <a:gd name="T4" fmla="*/ 0 w 82"/>
                <a:gd name="T5" fmla="*/ 0 h 125"/>
                <a:gd name="T6" fmla="*/ 40 w 82"/>
                <a:gd name="T7" fmla="*/ 0 h 125"/>
                <a:gd name="T8" fmla="*/ 71 w 82"/>
                <a:gd name="T9" fmla="*/ 12 h 125"/>
                <a:gd name="T10" fmla="*/ 82 w 82"/>
                <a:gd name="T11" fmla="*/ 57 h 125"/>
                <a:gd name="T12" fmla="*/ 82 w 82"/>
                <a:gd name="T13" fmla="*/ 61 h 125"/>
                <a:gd name="T14" fmla="*/ 82 w 82"/>
                <a:gd name="T15" fmla="*/ 65 h 125"/>
                <a:gd name="T16" fmla="*/ 71 w 82"/>
                <a:gd name="T17" fmla="*/ 113 h 125"/>
                <a:gd name="T18" fmla="*/ 40 w 82"/>
                <a:gd name="T19" fmla="*/ 125 h 125"/>
                <a:gd name="T20" fmla="*/ 64 w 82"/>
                <a:gd name="T21" fmla="*/ 19 h 125"/>
                <a:gd name="T22" fmla="*/ 38 w 82"/>
                <a:gd name="T23" fmla="*/ 9 h 125"/>
                <a:gd name="T24" fmla="*/ 10 w 82"/>
                <a:gd name="T25" fmla="*/ 9 h 125"/>
                <a:gd name="T26" fmla="*/ 10 w 82"/>
                <a:gd name="T27" fmla="*/ 115 h 125"/>
                <a:gd name="T28" fmla="*/ 38 w 82"/>
                <a:gd name="T29" fmla="*/ 115 h 125"/>
                <a:gd name="T30" fmla="*/ 64 w 82"/>
                <a:gd name="T31" fmla="*/ 106 h 125"/>
                <a:gd name="T32" fmla="*/ 73 w 82"/>
                <a:gd name="T33" fmla="*/ 65 h 125"/>
                <a:gd name="T34" fmla="*/ 73 w 82"/>
                <a:gd name="T35" fmla="*/ 61 h 125"/>
                <a:gd name="T36" fmla="*/ 73 w 82"/>
                <a:gd name="T37" fmla="*/ 57 h 125"/>
                <a:gd name="T38" fmla="*/ 64 w 82"/>
                <a:gd name="T39" fmla="*/ 1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25">
                  <a:moveTo>
                    <a:pt x="40" y="125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53" y="0"/>
                    <a:pt x="63" y="4"/>
                    <a:pt x="71" y="12"/>
                  </a:cubicBezTo>
                  <a:cubicBezTo>
                    <a:pt x="82" y="23"/>
                    <a:pt x="82" y="41"/>
                    <a:pt x="82" y="57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81"/>
                    <a:pt x="82" y="101"/>
                    <a:pt x="71" y="113"/>
                  </a:cubicBezTo>
                  <a:cubicBezTo>
                    <a:pt x="63" y="121"/>
                    <a:pt x="53" y="125"/>
                    <a:pt x="40" y="125"/>
                  </a:cubicBezTo>
                  <a:moveTo>
                    <a:pt x="64" y="19"/>
                  </a:moveTo>
                  <a:cubicBezTo>
                    <a:pt x="57" y="11"/>
                    <a:pt x="48" y="9"/>
                    <a:pt x="38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8" y="115"/>
                    <a:pt x="57" y="113"/>
                    <a:pt x="64" y="106"/>
                  </a:cubicBezTo>
                  <a:cubicBezTo>
                    <a:pt x="72" y="97"/>
                    <a:pt x="73" y="79"/>
                    <a:pt x="73" y="65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43"/>
                    <a:pt x="72" y="28"/>
                    <a:pt x="64" y="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2" name="Freeform 191">
              <a:extLst>
                <a:ext uri="{FF2B5EF4-FFF2-40B4-BE49-F238E27FC236}">
                  <a16:creationId xmlns:a16="http://schemas.microsoft.com/office/drawing/2014/main" id="{4533428F-389F-4304-98F3-770D9FFC0D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7026" y="12868275"/>
              <a:ext cx="6350" cy="80962"/>
            </a:xfrm>
            <a:custGeom>
              <a:avLst/>
              <a:gdLst>
                <a:gd name="T0" fmla="*/ 0 w 4"/>
                <a:gd name="T1" fmla="*/ 51 h 51"/>
                <a:gd name="T2" fmla="*/ 0 w 4"/>
                <a:gd name="T3" fmla="*/ 1 h 51"/>
                <a:gd name="T4" fmla="*/ 0 w 4"/>
                <a:gd name="T5" fmla="*/ 0 h 51"/>
                <a:gd name="T6" fmla="*/ 4 w 4"/>
                <a:gd name="T7" fmla="*/ 0 h 51"/>
                <a:gd name="T8" fmla="*/ 4 w 4"/>
                <a:gd name="T9" fmla="*/ 51 h 51"/>
                <a:gd name="T10" fmla="*/ 0 w 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3" name="Freeform 192">
              <a:extLst>
                <a:ext uri="{FF2B5EF4-FFF2-40B4-BE49-F238E27FC236}">
                  <a16:creationId xmlns:a16="http://schemas.microsoft.com/office/drawing/2014/main" id="{30395D73-942D-42B3-869A-8D64118016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70838" y="12868275"/>
              <a:ext cx="50800" cy="80962"/>
            </a:xfrm>
            <a:custGeom>
              <a:avLst/>
              <a:gdLst>
                <a:gd name="T0" fmla="*/ 41 w 81"/>
                <a:gd name="T1" fmla="*/ 127 h 127"/>
                <a:gd name="T2" fmla="*/ 40 w 81"/>
                <a:gd name="T3" fmla="*/ 127 h 127"/>
                <a:gd name="T4" fmla="*/ 40 w 81"/>
                <a:gd name="T5" fmla="*/ 127 h 127"/>
                <a:gd name="T6" fmla="*/ 0 w 81"/>
                <a:gd name="T7" fmla="*/ 110 h 127"/>
                <a:gd name="T8" fmla="*/ 0 w 81"/>
                <a:gd name="T9" fmla="*/ 110 h 127"/>
                <a:gd name="T10" fmla="*/ 7 w 81"/>
                <a:gd name="T11" fmla="*/ 103 h 127"/>
                <a:gd name="T12" fmla="*/ 7 w 81"/>
                <a:gd name="T13" fmla="*/ 103 h 127"/>
                <a:gd name="T14" fmla="*/ 41 w 81"/>
                <a:gd name="T15" fmla="*/ 118 h 127"/>
                <a:gd name="T16" fmla="*/ 71 w 81"/>
                <a:gd name="T17" fmla="*/ 92 h 127"/>
                <a:gd name="T18" fmla="*/ 65 w 81"/>
                <a:gd name="T19" fmla="*/ 75 h 127"/>
                <a:gd name="T20" fmla="*/ 48 w 81"/>
                <a:gd name="T21" fmla="*/ 69 h 127"/>
                <a:gd name="T22" fmla="*/ 34 w 81"/>
                <a:gd name="T23" fmla="*/ 67 h 127"/>
                <a:gd name="T24" fmla="*/ 12 w 81"/>
                <a:gd name="T25" fmla="*/ 57 h 127"/>
                <a:gd name="T26" fmla="*/ 3 w 81"/>
                <a:gd name="T27" fmla="*/ 34 h 127"/>
                <a:gd name="T28" fmla="*/ 13 w 81"/>
                <a:gd name="T29" fmla="*/ 9 h 127"/>
                <a:gd name="T30" fmla="*/ 40 w 81"/>
                <a:gd name="T31" fmla="*/ 0 h 127"/>
                <a:gd name="T32" fmla="*/ 75 w 81"/>
                <a:gd name="T33" fmla="*/ 14 h 127"/>
                <a:gd name="T34" fmla="*/ 75 w 81"/>
                <a:gd name="T35" fmla="*/ 14 h 127"/>
                <a:gd name="T36" fmla="*/ 69 w 81"/>
                <a:gd name="T37" fmla="*/ 20 h 127"/>
                <a:gd name="T38" fmla="*/ 69 w 81"/>
                <a:gd name="T39" fmla="*/ 20 h 127"/>
                <a:gd name="T40" fmla="*/ 40 w 81"/>
                <a:gd name="T41" fmla="*/ 9 h 127"/>
                <a:gd name="T42" fmla="*/ 12 w 81"/>
                <a:gd name="T43" fmla="*/ 34 h 127"/>
                <a:gd name="T44" fmla="*/ 19 w 81"/>
                <a:gd name="T45" fmla="*/ 50 h 127"/>
                <a:gd name="T46" fmla="*/ 36 w 81"/>
                <a:gd name="T47" fmla="*/ 57 h 127"/>
                <a:gd name="T48" fmla="*/ 49 w 81"/>
                <a:gd name="T49" fmla="*/ 60 h 127"/>
                <a:gd name="T50" fmla="*/ 71 w 81"/>
                <a:gd name="T51" fmla="*/ 68 h 127"/>
                <a:gd name="T52" fmla="*/ 81 w 81"/>
                <a:gd name="T53" fmla="*/ 92 h 127"/>
                <a:gd name="T54" fmla="*/ 41 w 81"/>
                <a:gd name="T5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1" h="127">
                  <a:moveTo>
                    <a:pt x="41" y="127"/>
                  </a:moveTo>
                  <a:cubicBezTo>
                    <a:pt x="40" y="127"/>
                    <a:pt x="40" y="127"/>
                    <a:pt x="40" y="127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23" y="127"/>
                    <a:pt x="11" y="122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1" y="108"/>
                    <a:pt x="71" y="92"/>
                  </a:cubicBezTo>
                  <a:cubicBezTo>
                    <a:pt x="71" y="85"/>
                    <a:pt x="69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2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6" y="15"/>
                    <a:pt x="13" y="9"/>
                  </a:cubicBezTo>
                  <a:cubicBezTo>
                    <a:pt x="19" y="3"/>
                    <a:pt x="29" y="0"/>
                    <a:pt x="40" y="0"/>
                  </a:cubicBezTo>
                  <a:cubicBezTo>
                    <a:pt x="55" y="0"/>
                    <a:pt x="65" y="4"/>
                    <a:pt x="75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2" y="9"/>
                    <a:pt x="12" y="18"/>
                    <a:pt x="12" y="34"/>
                  </a:cubicBezTo>
                  <a:cubicBezTo>
                    <a:pt x="12" y="41"/>
                    <a:pt x="14" y="46"/>
                    <a:pt x="19" y="50"/>
                  </a:cubicBezTo>
                  <a:cubicBezTo>
                    <a:pt x="23" y="53"/>
                    <a:pt x="30" y="56"/>
                    <a:pt x="36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0" y="61"/>
                    <a:pt x="66" y="63"/>
                    <a:pt x="71" y="68"/>
                  </a:cubicBezTo>
                  <a:cubicBezTo>
                    <a:pt x="77" y="73"/>
                    <a:pt x="81" y="82"/>
                    <a:pt x="81" y="92"/>
                  </a:cubicBezTo>
                  <a:cubicBezTo>
                    <a:pt x="81" y="113"/>
                    <a:pt x="66" y="127"/>
                    <a:pt x="41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4" name="Freeform 193">
              <a:extLst>
                <a:ext uri="{FF2B5EF4-FFF2-40B4-BE49-F238E27FC236}">
                  <a16:creationId xmlns:a16="http://schemas.microsoft.com/office/drawing/2014/main" id="{FDA3D933-8E13-4F2D-9C17-7EBBC135A9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740688" y="12868275"/>
              <a:ext cx="52388" cy="80962"/>
            </a:xfrm>
            <a:custGeom>
              <a:avLst/>
              <a:gdLst>
                <a:gd name="T0" fmla="*/ 29 w 33"/>
                <a:gd name="T1" fmla="*/ 51 h 51"/>
                <a:gd name="T2" fmla="*/ 29 w 33"/>
                <a:gd name="T3" fmla="*/ 27 h 51"/>
                <a:gd name="T4" fmla="*/ 4 w 33"/>
                <a:gd name="T5" fmla="*/ 27 h 51"/>
                <a:gd name="T6" fmla="*/ 4 w 33"/>
                <a:gd name="T7" fmla="*/ 51 h 51"/>
                <a:gd name="T8" fmla="*/ 0 w 33"/>
                <a:gd name="T9" fmla="*/ 51 h 51"/>
                <a:gd name="T10" fmla="*/ 0 w 33"/>
                <a:gd name="T11" fmla="*/ 0 h 51"/>
                <a:gd name="T12" fmla="*/ 4 w 33"/>
                <a:gd name="T13" fmla="*/ 0 h 51"/>
                <a:gd name="T14" fmla="*/ 4 w 33"/>
                <a:gd name="T15" fmla="*/ 23 h 51"/>
                <a:gd name="T16" fmla="*/ 29 w 33"/>
                <a:gd name="T17" fmla="*/ 23 h 51"/>
                <a:gd name="T18" fmla="*/ 29 w 33"/>
                <a:gd name="T19" fmla="*/ 0 h 51"/>
                <a:gd name="T20" fmla="*/ 33 w 33"/>
                <a:gd name="T21" fmla="*/ 0 h 51"/>
                <a:gd name="T22" fmla="*/ 33 w 33"/>
                <a:gd name="T23" fmla="*/ 51 h 51"/>
                <a:gd name="T24" fmla="*/ 29 w 33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29" y="51"/>
                  </a:moveTo>
                  <a:lnTo>
                    <a:pt x="29" y="27"/>
                  </a:lnTo>
                  <a:lnTo>
                    <a:pt x="4" y="2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3"/>
                  </a:lnTo>
                  <a:lnTo>
                    <a:pt x="29" y="23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3" y="51"/>
                  </a:lnTo>
                  <a:lnTo>
                    <a:pt x="29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5" name="Freeform 194">
              <a:extLst>
                <a:ext uri="{FF2B5EF4-FFF2-40B4-BE49-F238E27FC236}">
                  <a16:creationId xmlns:a16="http://schemas.microsoft.com/office/drawing/2014/main" id="{690C88FF-DA21-4D6D-A6C9-6BB8D5372FA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32763" y="12868275"/>
              <a:ext cx="61913" cy="80962"/>
            </a:xfrm>
            <a:custGeom>
              <a:avLst/>
              <a:gdLst>
                <a:gd name="T0" fmla="*/ 35 w 39"/>
                <a:gd name="T1" fmla="*/ 51 h 51"/>
                <a:gd name="T2" fmla="*/ 31 w 39"/>
                <a:gd name="T3" fmla="*/ 39 h 51"/>
                <a:gd name="T4" fmla="*/ 9 w 39"/>
                <a:gd name="T5" fmla="*/ 39 h 51"/>
                <a:gd name="T6" fmla="*/ 4 w 39"/>
                <a:gd name="T7" fmla="*/ 51 h 51"/>
                <a:gd name="T8" fmla="*/ 0 w 39"/>
                <a:gd name="T9" fmla="*/ 51 h 51"/>
                <a:gd name="T10" fmla="*/ 18 w 39"/>
                <a:gd name="T11" fmla="*/ 0 h 51"/>
                <a:gd name="T12" fmla="*/ 22 w 39"/>
                <a:gd name="T13" fmla="*/ 0 h 51"/>
                <a:gd name="T14" fmla="*/ 39 w 39"/>
                <a:gd name="T15" fmla="*/ 51 h 51"/>
                <a:gd name="T16" fmla="*/ 35 w 39"/>
                <a:gd name="T17" fmla="*/ 51 h 51"/>
                <a:gd name="T18" fmla="*/ 30 w 39"/>
                <a:gd name="T19" fmla="*/ 35 h 51"/>
                <a:gd name="T20" fmla="*/ 20 w 39"/>
                <a:gd name="T21" fmla="*/ 6 h 51"/>
                <a:gd name="T22" fmla="*/ 10 w 39"/>
                <a:gd name="T23" fmla="*/ 35 h 51"/>
                <a:gd name="T24" fmla="*/ 30 w 39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51">
                  <a:moveTo>
                    <a:pt x="35" y="51"/>
                  </a:moveTo>
                  <a:lnTo>
                    <a:pt x="31" y="39"/>
                  </a:lnTo>
                  <a:lnTo>
                    <a:pt x="9" y="39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39" y="51"/>
                  </a:lnTo>
                  <a:lnTo>
                    <a:pt x="35" y="51"/>
                  </a:lnTo>
                  <a:close/>
                  <a:moveTo>
                    <a:pt x="30" y="35"/>
                  </a:moveTo>
                  <a:lnTo>
                    <a:pt x="20" y="6"/>
                  </a:lnTo>
                  <a:lnTo>
                    <a:pt x="10" y="35"/>
                  </a:lnTo>
                  <a:lnTo>
                    <a:pt x="30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6" name="Freeform 195">
              <a:extLst>
                <a:ext uri="{FF2B5EF4-FFF2-40B4-BE49-F238E27FC236}">
                  <a16:creationId xmlns:a16="http://schemas.microsoft.com/office/drawing/2014/main" id="{B9399B9F-6993-42AF-BC6D-3CA92453C3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904201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1 w 82"/>
                <a:gd name="T3" fmla="*/ 114 h 127"/>
                <a:gd name="T4" fmla="*/ 0 w 82"/>
                <a:gd name="T5" fmla="*/ 63 h 127"/>
                <a:gd name="T6" fmla="*/ 11 w 82"/>
                <a:gd name="T7" fmla="*/ 13 h 127"/>
                <a:gd name="T8" fmla="*/ 41 w 82"/>
                <a:gd name="T9" fmla="*/ 0 h 127"/>
                <a:gd name="T10" fmla="*/ 82 w 82"/>
                <a:gd name="T11" fmla="*/ 37 h 127"/>
                <a:gd name="T12" fmla="*/ 82 w 82"/>
                <a:gd name="T13" fmla="*/ 37 h 127"/>
                <a:gd name="T14" fmla="*/ 72 w 82"/>
                <a:gd name="T15" fmla="*/ 37 h 127"/>
                <a:gd name="T16" fmla="*/ 72 w 82"/>
                <a:gd name="T17" fmla="*/ 37 h 127"/>
                <a:gd name="T18" fmla="*/ 41 w 82"/>
                <a:gd name="T19" fmla="*/ 9 h 127"/>
                <a:gd name="T20" fmla="*/ 19 w 82"/>
                <a:gd name="T21" fmla="*/ 19 h 127"/>
                <a:gd name="T22" fmla="*/ 10 w 82"/>
                <a:gd name="T23" fmla="*/ 63 h 127"/>
                <a:gd name="T24" fmla="*/ 19 w 82"/>
                <a:gd name="T25" fmla="*/ 108 h 127"/>
                <a:gd name="T26" fmla="*/ 41 w 82"/>
                <a:gd name="T27" fmla="*/ 118 h 127"/>
                <a:gd name="T28" fmla="*/ 73 w 82"/>
                <a:gd name="T29" fmla="*/ 90 h 127"/>
                <a:gd name="T30" fmla="*/ 73 w 82"/>
                <a:gd name="T31" fmla="*/ 90 h 127"/>
                <a:gd name="T32" fmla="*/ 82 w 82"/>
                <a:gd name="T33" fmla="*/ 90 h 127"/>
                <a:gd name="T34" fmla="*/ 82 w 82"/>
                <a:gd name="T35" fmla="*/ 90 h 127"/>
                <a:gd name="T36" fmla="*/ 41 w 82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63" y="0"/>
                    <a:pt x="78" y="14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69" y="20"/>
                    <a:pt x="57" y="9"/>
                    <a:pt x="41" y="9"/>
                  </a:cubicBezTo>
                  <a:cubicBezTo>
                    <a:pt x="33" y="9"/>
                    <a:pt x="25" y="13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7" y="118"/>
                    <a:pt x="69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78" y="113"/>
                    <a:pt x="63" y="127"/>
                    <a:pt x="41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7" name="Freeform 196">
              <a:extLst>
                <a:ext uri="{FF2B5EF4-FFF2-40B4-BE49-F238E27FC236}">
                  <a16:creationId xmlns:a16="http://schemas.microsoft.com/office/drawing/2014/main" id="{AC73051F-1EA2-49EA-851E-DD3DF864B85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964526" y="12868275"/>
              <a:ext cx="63500" cy="80962"/>
            </a:xfrm>
            <a:custGeom>
              <a:avLst/>
              <a:gdLst>
                <a:gd name="T0" fmla="*/ 35 w 40"/>
                <a:gd name="T1" fmla="*/ 51 h 51"/>
                <a:gd name="T2" fmla="*/ 31 w 40"/>
                <a:gd name="T3" fmla="*/ 39 h 51"/>
                <a:gd name="T4" fmla="*/ 9 w 40"/>
                <a:gd name="T5" fmla="*/ 39 h 51"/>
                <a:gd name="T6" fmla="*/ 5 w 40"/>
                <a:gd name="T7" fmla="*/ 51 h 51"/>
                <a:gd name="T8" fmla="*/ 0 w 40"/>
                <a:gd name="T9" fmla="*/ 51 h 51"/>
                <a:gd name="T10" fmla="*/ 18 w 40"/>
                <a:gd name="T11" fmla="*/ 0 h 51"/>
                <a:gd name="T12" fmla="*/ 22 w 40"/>
                <a:gd name="T13" fmla="*/ 0 h 51"/>
                <a:gd name="T14" fmla="*/ 40 w 40"/>
                <a:gd name="T15" fmla="*/ 51 h 51"/>
                <a:gd name="T16" fmla="*/ 35 w 40"/>
                <a:gd name="T17" fmla="*/ 51 h 51"/>
                <a:gd name="T18" fmla="*/ 30 w 40"/>
                <a:gd name="T19" fmla="*/ 35 h 51"/>
                <a:gd name="T20" fmla="*/ 20 w 40"/>
                <a:gd name="T21" fmla="*/ 6 h 51"/>
                <a:gd name="T22" fmla="*/ 10 w 40"/>
                <a:gd name="T23" fmla="*/ 35 h 51"/>
                <a:gd name="T24" fmla="*/ 30 w 40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51">
                  <a:moveTo>
                    <a:pt x="35" y="51"/>
                  </a:moveTo>
                  <a:lnTo>
                    <a:pt x="31" y="39"/>
                  </a:lnTo>
                  <a:lnTo>
                    <a:pt x="9" y="39"/>
                  </a:lnTo>
                  <a:lnTo>
                    <a:pt x="5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40" y="51"/>
                  </a:lnTo>
                  <a:lnTo>
                    <a:pt x="35" y="51"/>
                  </a:lnTo>
                  <a:close/>
                  <a:moveTo>
                    <a:pt x="30" y="35"/>
                  </a:moveTo>
                  <a:lnTo>
                    <a:pt x="20" y="6"/>
                  </a:lnTo>
                  <a:lnTo>
                    <a:pt x="10" y="35"/>
                  </a:lnTo>
                  <a:lnTo>
                    <a:pt x="30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8" name="Freeform 197">
              <a:extLst>
                <a:ext uri="{FF2B5EF4-FFF2-40B4-BE49-F238E27FC236}">
                  <a16:creationId xmlns:a16="http://schemas.microsoft.com/office/drawing/2014/main" id="{212913A4-2275-40FF-B677-CB1C608160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040726" y="12868275"/>
              <a:ext cx="52388" cy="80962"/>
            </a:xfrm>
            <a:custGeom>
              <a:avLst/>
              <a:gdLst>
                <a:gd name="T0" fmla="*/ 40 w 82"/>
                <a:gd name="T1" fmla="*/ 125 h 125"/>
                <a:gd name="T2" fmla="*/ 0 w 82"/>
                <a:gd name="T3" fmla="*/ 125 h 125"/>
                <a:gd name="T4" fmla="*/ 0 w 82"/>
                <a:gd name="T5" fmla="*/ 0 h 125"/>
                <a:gd name="T6" fmla="*/ 40 w 82"/>
                <a:gd name="T7" fmla="*/ 0 h 125"/>
                <a:gd name="T8" fmla="*/ 71 w 82"/>
                <a:gd name="T9" fmla="*/ 12 h 125"/>
                <a:gd name="T10" fmla="*/ 82 w 82"/>
                <a:gd name="T11" fmla="*/ 57 h 125"/>
                <a:gd name="T12" fmla="*/ 82 w 82"/>
                <a:gd name="T13" fmla="*/ 61 h 125"/>
                <a:gd name="T14" fmla="*/ 82 w 82"/>
                <a:gd name="T15" fmla="*/ 65 h 125"/>
                <a:gd name="T16" fmla="*/ 71 w 82"/>
                <a:gd name="T17" fmla="*/ 113 h 125"/>
                <a:gd name="T18" fmla="*/ 40 w 82"/>
                <a:gd name="T19" fmla="*/ 125 h 125"/>
                <a:gd name="T20" fmla="*/ 10 w 82"/>
                <a:gd name="T21" fmla="*/ 115 h 125"/>
                <a:gd name="T22" fmla="*/ 38 w 82"/>
                <a:gd name="T23" fmla="*/ 115 h 125"/>
                <a:gd name="T24" fmla="*/ 64 w 82"/>
                <a:gd name="T25" fmla="*/ 106 h 125"/>
                <a:gd name="T26" fmla="*/ 72 w 82"/>
                <a:gd name="T27" fmla="*/ 65 h 125"/>
                <a:gd name="T28" fmla="*/ 72 w 82"/>
                <a:gd name="T29" fmla="*/ 61 h 125"/>
                <a:gd name="T30" fmla="*/ 72 w 82"/>
                <a:gd name="T31" fmla="*/ 57 h 125"/>
                <a:gd name="T32" fmla="*/ 64 w 82"/>
                <a:gd name="T33" fmla="*/ 19 h 125"/>
                <a:gd name="T34" fmla="*/ 38 w 82"/>
                <a:gd name="T35" fmla="*/ 9 h 125"/>
                <a:gd name="T36" fmla="*/ 10 w 82"/>
                <a:gd name="T37" fmla="*/ 9 h 125"/>
                <a:gd name="T38" fmla="*/ 10 w 82"/>
                <a:gd name="T39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25">
                  <a:moveTo>
                    <a:pt x="40" y="125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53" y="0"/>
                    <a:pt x="63" y="4"/>
                    <a:pt x="71" y="12"/>
                  </a:cubicBezTo>
                  <a:cubicBezTo>
                    <a:pt x="82" y="23"/>
                    <a:pt x="82" y="41"/>
                    <a:pt x="82" y="57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81"/>
                    <a:pt x="82" y="101"/>
                    <a:pt x="71" y="113"/>
                  </a:cubicBezTo>
                  <a:cubicBezTo>
                    <a:pt x="63" y="121"/>
                    <a:pt x="53" y="125"/>
                    <a:pt x="40" y="125"/>
                  </a:cubicBezTo>
                  <a:close/>
                  <a:moveTo>
                    <a:pt x="10" y="115"/>
                  </a:moveTo>
                  <a:cubicBezTo>
                    <a:pt x="38" y="115"/>
                    <a:pt x="38" y="115"/>
                    <a:pt x="38" y="115"/>
                  </a:cubicBezTo>
                  <a:cubicBezTo>
                    <a:pt x="48" y="115"/>
                    <a:pt x="57" y="113"/>
                    <a:pt x="64" y="106"/>
                  </a:cubicBezTo>
                  <a:cubicBezTo>
                    <a:pt x="72" y="97"/>
                    <a:pt x="73" y="79"/>
                    <a:pt x="72" y="65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43"/>
                    <a:pt x="72" y="28"/>
                    <a:pt x="64" y="19"/>
                  </a:cubicBezTo>
                  <a:cubicBezTo>
                    <a:pt x="57" y="11"/>
                    <a:pt x="48" y="9"/>
                    <a:pt x="38" y="9"/>
                  </a:cubicBezTo>
                  <a:cubicBezTo>
                    <a:pt x="10" y="9"/>
                    <a:pt x="10" y="9"/>
                    <a:pt x="10" y="9"/>
                  </a:cubicBezTo>
                  <a:lnTo>
                    <a:pt x="10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9" name="Freeform 198">
              <a:extLst>
                <a:ext uri="{FF2B5EF4-FFF2-40B4-BE49-F238E27FC236}">
                  <a16:creationId xmlns:a16="http://schemas.microsoft.com/office/drawing/2014/main" id="{BF94FF6B-2703-4B5D-9444-A4D2418D2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13751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4 w 29"/>
                <a:gd name="T11" fmla="*/ 4 h 51"/>
                <a:gd name="T12" fmla="*/ 4 w 29"/>
                <a:gd name="T13" fmla="*/ 23 h 51"/>
                <a:gd name="T14" fmla="*/ 25 w 29"/>
                <a:gd name="T15" fmla="*/ 23 h 51"/>
                <a:gd name="T16" fmla="*/ 25 w 29"/>
                <a:gd name="T17" fmla="*/ 27 h 51"/>
                <a:gd name="T18" fmla="*/ 4 w 29"/>
                <a:gd name="T19" fmla="*/ 27 h 51"/>
                <a:gd name="T20" fmla="*/ 4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5" y="23"/>
                  </a:lnTo>
                  <a:lnTo>
                    <a:pt x="25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0" name="Freeform 199">
              <a:extLst>
                <a:ext uri="{FF2B5EF4-FFF2-40B4-BE49-F238E27FC236}">
                  <a16:creationId xmlns:a16="http://schemas.microsoft.com/office/drawing/2014/main" id="{91C9E5B7-F5B9-4FB3-8B81-30830A0B04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77251" y="12868275"/>
              <a:ext cx="65088" cy="80962"/>
            </a:xfrm>
            <a:custGeom>
              <a:avLst/>
              <a:gdLst>
                <a:gd name="T0" fmla="*/ 37 w 41"/>
                <a:gd name="T1" fmla="*/ 51 h 51"/>
                <a:gd name="T2" fmla="*/ 37 w 41"/>
                <a:gd name="T3" fmla="*/ 10 h 51"/>
                <a:gd name="T4" fmla="*/ 23 w 41"/>
                <a:gd name="T5" fmla="*/ 43 h 51"/>
                <a:gd name="T6" fmla="*/ 19 w 41"/>
                <a:gd name="T7" fmla="*/ 43 h 51"/>
                <a:gd name="T8" fmla="*/ 4 w 41"/>
                <a:gd name="T9" fmla="*/ 10 h 51"/>
                <a:gd name="T10" fmla="*/ 4 w 41"/>
                <a:gd name="T11" fmla="*/ 51 h 51"/>
                <a:gd name="T12" fmla="*/ 0 w 41"/>
                <a:gd name="T13" fmla="*/ 51 h 51"/>
                <a:gd name="T14" fmla="*/ 0 w 41"/>
                <a:gd name="T15" fmla="*/ 0 h 51"/>
                <a:gd name="T16" fmla="*/ 4 w 41"/>
                <a:gd name="T17" fmla="*/ 0 h 51"/>
                <a:gd name="T18" fmla="*/ 21 w 41"/>
                <a:gd name="T19" fmla="*/ 39 h 51"/>
                <a:gd name="T20" fmla="*/ 37 w 41"/>
                <a:gd name="T21" fmla="*/ 0 h 51"/>
                <a:gd name="T22" fmla="*/ 41 w 41"/>
                <a:gd name="T23" fmla="*/ 0 h 51"/>
                <a:gd name="T24" fmla="*/ 41 w 41"/>
                <a:gd name="T25" fmla="*/ 51 h 51"/>
                <a:gd name="T26" fmla="*/ 37 w 41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51">
                  <a:moveTo>
                    <a:pt x="37" y="51"/>
                  </a:moveTo>
                  <a:lnTo>
                    <a:pt x="37" y="10"/>
                  </a:lnTo>
                  <a:lnTo>
                    <a:pt x="23" y="43"/>
                  </a:lnTo>
                  <a:lnTo>
                    <a:pt x="19" y="43"/>
                  </a:lnTo>
                  <a:lnTo>
                    <a:pt x="4" y="10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21" y="39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1" y="51"/>
                  </a:lnTo>
                  <a:lnTo>
                    <a:pt x="37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1" name="Freeform 200">
              <a:extLst>
                <a:ext uri="{FF2B5EF4-FFF2-40B4-BE49-F238E27FC236}">
                  <a16:creationId xmlns:a16="http://schemas.microsoft.com/office/drawing/2014/main" id="{7A28DB2F-4A71-4ABF-A237-6178682968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255038" y="12868275"/>
              <a:ext cx="50800" cy="80962"/>
            </a:xfrm>
            <a:custGeom>
              <a:avLst/>
              <a:gdLst>
                <a:gd name="T0" fmla="*/ 14 w 32"/>
                <a:gd name="T1" fmla="*/ 51 h 51"/>
                <a:gd name="T2" fmla="*/ 14 w 32"/>
                <a:gd name="T3" fmla="*/ 30 h 51"/>
                <a:gd name="T4" fmla="*/ 0 w 32"/>
                <a:gd name="T5" fmla="*/ 0 h 51"/>
                <a:gd name="T6" fmla="*/ 4 w 32"/>
                <a:gd name="T7" fmla="*/ 0 h 51"/>
                <a:gd name="T8" fmla="*/ 16 w 32"/>
                <a:gd name="T9" fmla="*/ 25 h 51"/>
                <a:gd name="T10" fmla="*/ 28 w 32"/>
                <a:gd name="T11" fmla="*/ 0 h 51"/>
                <a:gd name="T12" fmla="*/ 32 w 32"/>
                <a:gd name="T13" fmla="*/ 0 h 51"/>
                <a:gd name="T14" fmla="*/ 18 w 32"/>
                <a:gd name="T15" fmla="*/ 30 h 51"/>
                <a:gd name="T16" fmla="*/ 18 w 32"/>
                <a:gd name="T17" fmla="*/ 50 h 51"/>
                <a:gd name="T18" fmla="*/ 18 w 32"/>
                <a:gd name="T19" fmla="*/ 51 h 51"/>
                <a:gd name="T20" fmla="*/ 14 w 32"/>
                <a:gd name="T21" fmla="*/ 51 h 51"/>
                <a:gd name="T22" fmla="*/ 18 w 32"/>
                <a:gd name="T23" fmla="*/ 50 h 51"/>
                <a:gd name="T24" fmla="*/ 18 w 32"/>
                <a:gd name="T25" fmla="*/ 50 h 51"/>
                <a:gd name="T26" fmla="*/ 18 w 32"/>
                <a:gd name="T27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51">
                  <a:moveTo>
                    <a:pt x="14" y="51"/>
                  </a:moveTo>
                  <a:lnTo>
                    <a:pt x="14" y="3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6" y="25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18" y="30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2" name="Freeform 201">
              <a:extLst>
                <a:ext uri="{FF2B5EF4-FFF2-40B4-BE49-F238E27FC236}">
                  <a16:creationId xmlns:a16="http://schemas.microsoft.com/office/drawing/2014/main" id="{71BA0028-6F2D-4EDD-A234-0CE194D6A63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43938" y="12868275"/>
              <a:ext cx="52388" cy="80962"/>
            </a:xfrm>
            <a:custGeom>
              <a:avLst/>
              <a:gdLst>
                <a:gd name="T0" fmla="*/ 11 w 83"/>
                <a:gd name="T1" fmla="*/ 114 h 127"/>
                <a:gd name="T2" fmla="*/ 0 w 83"/>
                <a:gd name="T3" fmla="*/ 63 h 127"/>
                <a:gd name="T4" fmla="*/ 11 w 83"/>
                <a:gd name="T5" fmla="*/ 13 h 127"/>
                <a:gd name="T6" fmla="*/ 41 w 83"/>
                <a:gd name="T7" fmla="*/ 0 h 127"/>
                <a:gd name="T8" fmla="*/ 72 w 83"/>
                <a:gd name="T9" fmla="*/ 13 h 127"/>
                <a:gd name="T10" fmla="*/ 83 w 83"/>
                <a:gd name="T11" fmla="*/ 63 h 127"/>
                <a:gd name="T12" fmla="*/ 72 w 83"/>
                <a:gd name="T13" fmla="*/ 114 h 127"/>
                <a:gd name="T14" fmla="*/ 41 w 83"/>
                <a:gd name="T15" fmla="*/ 127 h 127"/>
                <a:gd name="T16" fmla="*/ 11 w 83"/>
                <a:gd name="T17" fmla="*/ 114 h 127"/>
                <a:gd name="T18" fmla="*/ 64 w 83"/>
                <a:gd name="T19" fmla="*/ 109 h 127"/>
                <a:gd name="T20" fmla="*/ 64 w 83"/>
                <a:gd name="T21" fmla="*/ 109 h 127"/>
                <a:gd name="T22" fmla="*/ 64 w 83"/>
                <a:gd name="T23" fmla="*/ 19 h 127"/>
                <a:gd name="T24" fmla="*/ 41 w 83"/>
                <a:gd name="T25" fmla="*/ 9 h 127"/>
                <a:gd name="T26" fmla="*/ 19 w 83"/>
                <a:gd name="T27" fmla="*/ 19 h 127"/>
                <a:gd name="T28" fmla="*/ 10 w 83"/>
                <a:gd name="T29" fmla="*/ 63 h 127"/>
                <a:gd name="T30" fmla="*/ 19 w 83"/>
                <a:gd name="T31" fmla="*/ 108 h 127"/>
                <a:gd name="T32" fmla="*/ 41 w 83"/>
                <a:gd name="T33" fmla="*/ 118 h 127"/>
                <a:gd name="T34" fmla="*/ 64 w 83"/>
                <a:gd name="T35" fmla="*/ 108 h 127"/>
                <a:gd name="T36" fmla="*/ 73 w 83"/>
                <a:gd name="T37" fmla="*/ 63 h 127"/>
                <a:gd name="T38" fmla="*/ 64 w 83"/>
                <a:gd name="T39" fmla="*/ 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127">
                  <a:moveTo>
                    <a:pt x="11" y="114"/>
                  </a:move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53" y="0"/>
                    <a:pt x="64" y="5"/>
                    <a:pt x="72" y="13"/>
                  </a:cubicBezTo>
                  <a:cubicBezTo>
                    <a:pt x="83" y="24"/>
                    <a:pt x="83" y="35"/>
                    <a:pt x="83" y="63"/>
                  </a:cubicBezTo>
                  <a:cubicBezTo>
                    <a:pt x="83" y="91"/>
                    <a:pt x="83" y="102"/>
                    <a:pt x="72" y="114"/>
                  </a:cubicBezTo>
                  <a:cubicBezTo>
                    <a:pt x="64" y="122"/>
                    <a:pt x="53" y="127"/>
                    <a:pt x="41" y="127"/>
                  </a:cubicBezTo>
                  <a:cubicBezTo>
                    <a:pt x="30" y="127"/>
                    <a:pt x="19" y="122"/>
                    <a:pt x="11" y="114"/>
                  </a:cubicBezTo>
                  <a:moveTo>
                    <a:pt x="64" y="109"/>
                  </a:moveTo>
                  <a:cubicBezTo>
                    <a:pt x="64" y="109"/>
                    <a:pt x="64" y="109"/>
                    <a:pt x="64" y="109"/>
                  </a:cubicBezTo>
                  <a:moveTo>
                    <a:pt x="64" y="19"/>
                  </a:moveTo>
                  <a:cubicBezTo>
                    <a:pt x="58" y="12"/>
                    <a:pt x="50" y="9"/>
                    <a:pt x="41" y="9"/>
                  </a:cubicBezTo>
                  <a:cubicBezTo>
                    <a:pt x="33" y="9"/>
                    <a:pt x="25" y="12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0" y="118"/>
                    <a:pt x="58" y="114"/>
                    <a:pt x="64" y="108"/>
                  </a:cubicBezTo>
                  <a:cubicBezTo>
                    <a:pt x="72" y="99"/>
                    <a:pt x="73" y="90"/>
                    <a:pt x="73" y="63"/>
                  </a:cubicBezTo>
                  <a:cubicBezTo>
                    <a:pt x="73" y="37"/>
                    <a:pt x="72" y="27"/>
                    <a:pt x="64" y="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3" name="Freeform 202">
              <a:extLst>
                <a:ext uri="{FF2B5EF4-FFF2-40B4-BE49-F238E27FC236}">
                  <a16:creationId xmlns:a16="http://schemas.microsoft.com/office/drawing/2014/main" id="{04DE3D75-DB15-4799-976B-2225E769C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1696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0 h 51"/>
                <a:gd name="T4" fmla="*/ 30 w 30"/>
                <a:gd name="T5" fmla="*/ 0 h 51"/>
                <a:gd name="T6" fmla="*/ 30 w 30"/>
                <a:gd name="T7" fmla="*/ 4 h 51"/>
                <a:gd name="T8" fmla="*/ 4 w 30"/>
                <a:gd name="T9" fmla="*/ 4 h 51"/>
                <a:gd name="T10" fmla="*/ 4 w 30"/>
                <a:gd name="T11" fmla="*/ 24 h 51"/>
                <a:gd name="T12" fmla="*/ 26 w 30"/>
                <a:gd name="T13" fmla="*/ 24 h 51"/>
                <a:gd name="T14" fmla="*/ 26 w 30"/>
                <a:gd name="T15" fmla="*/ 28 h 51"/>
                <a:gd name="T16" fmla="*/ 4 w 30"/>
                <a:gd name="T17" fmla="*/ 28 h 51"/>
                <a:gd name="T18" fmla="*/ 4 w 30"/>
                <a:gd name="T19" fmla="*/ 51 h 51"/>
                <a:gd name="T20" fmla="*/ 0 w 30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4"/>
                  </a:lnTo>
                  <a:lnTo>
                    <a:pt x="26" y="24"/>
                  </a:lnTo>
                  <a:lnTo>
                    <a:pt x="26" y="28"/>
                  </a:lnTo>
                  <a:lnTo>
                    <a:pt x="4" y="28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4" name="Freeform 203">
              <a:extLst>
                <a:ext uri="{FF2B5EF4-FFF2-40B4-BE49-F238E27FC236}">
                  <a16:creationId xmlns:a16="http://schemas.microsoft.com/office/drawing/2014/main" id="{77AB51C3-07DC-4313-ADE4-DFFB3C8B71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97926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41 w 82"/>
                <a:gd name="T3" fmla="*/ 127 h 127"/>
                <a:gd name="T4" fmla="*/ 1 w 82"/>
                <a:gd name="T5" fmla="*/ 110 h 127"/>
                <a:gd name="T6" fmla="*/ 0 w 82"/>
                <a:gd name="T7" fmla="*/ 110 h 127"/>
                <a:gd name="T8" fmla="*/ 7 w 82"/>
                <a:gd name="T9" fmla="*/ 103 h 127"/>
                <a:gd name="T10" fmla="*/ 8 w 82"/>
                <a:gd name="T11" fmla="*/ 103 h 127"/>
                <a:gd name="T12" fmla="*/ 41 w 82"/>
                <a:gd name="T13" fmla="*/ 118 h 127"/>
                <a:gd name="T14" fmla="*/ 72 w 82"/>
                <a:gd name="T15" fmla="*/ 92 h 127"/>
                <a:gd name="T16" fmla="*/ 65 w 82"/>
                <a:gd name="T17" fmla="*/ 75 h 127"/>
                <a:gd name="T18" fmla="*/ 48 w 82"/>
                <a:gd name="T19" fmla="*/ 69 h 127"/>
                <a:gd name="T20" fmla="*/ 34 w 82"/>
                <a:gd name="T21" fmla="*/ 67 h 127"/>
                <a:gd name="T22" fmla="*/ 13 w 82"/>
                <a:gd name="T23" fmla="*/ 57 h 127"/>
                <a:gd name="T24" fmla="*/ 3 w 82"/>
                <a:gd name="T25" fmla="*/ 34 h 127"/>
                <a:gd name="T26" fmla="*/ 13 w 82"/>
                <a:gd name="T27" fmla="*/ 9 h 127"/>
                <a:gd name="T28" fmla="*/ 41 w 82"/>
                <a:gd name="T29" fmla="*/ 0 h 127"/>
                <a:gd name="T30" fmla="*/ 75 w 82"/>
                <a:gd name="T31" fmla="*/ 14 h 127"/>
                <a:gd name="T32" fmla="*/ 76 w 82"/>
                <a:gd name="T33" fmla="*/ 14 h 127"/>
                <a:gd name="T34" fmla="*/ 69 w 82"/>
                <a:gd name="T35" fmla="*/ 20 h 127"/>
                <a:gd name="T36" fmla="*/ 69 w 82"/>
                <a:gd name="T37" fmla="*/ 20 h 127"/>
                <a:gd name="T38" fmla="*/ 40 w 82"/>
                <a:gd name="T39" fmla="*/ 9 h 127"/>
                <a:gd name="T40" fmla="*/ 13 w 82"/>
                <a:gd name="T41" fmla="*/ 34 h 127"/>
                <a:gd name="T42" fmla="*/ 19 w 82"/>
                <a:gd name="T43" fmla="*/ 50 h 127"/>
                <a:gd name="T44" fmla="*/ 37 w 82"/>
                <a:gd name="T45" fmla="*/ 57 h 127"/>
                <a:gd name="T46" fmla="*/ 49 w 82"/>
                <a:gd name="T47" fmla="*/ 60 h 127"/>
                <a:gd name="T48" fmla="*/ 71 w 82"/>
                <a:gd name="T49" fmla="*/ 68 h 127"/>
                <a:gd name="T50" fmla="*/ 82 w 82"/>
                <a:gd name="T51" fmla="*/ 92 h 127"/>
                <a:gd name="T52" fmla="*/ 41 w 82"/>
                <a:gd name="T5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23" y="127"/>
                    <a:pt x="12" y="122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3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7" y="15"/>
                    <a:pt x="13" y="9"/>
                  </a:cubicBezTo>
                  <a:cubicBezTo>
                    <a:pt x="20" y="3"/>
                    <a:pt x="29" y="0"/>
                    <a:pt x="41" y="0"/>
                  </a:cubicBezTo>
                  <a:cubicBezTo>
                    <a:pt x="56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7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2" y="82"/>
                    <a:pt x="82" y="92"/>
                  </a:cubicBezTo>
                  <a:cubicBezTo>
                    <a:pt x="82" y="113"/>
                    <a:pt x="66" y="127"/>
                    <a:pt x="41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5" name="Freeform 204">
              <a:extLst>
                <a:ext uri="{FF2B5EF4-FFF2-40B4-BE49-F238E27FC236}">
                  <a16:creationId xmlns:a16="http://schemas.microsoft.com/office/drawing/2014/main" id="{999AA0C4-3B4D-4DD8-8394-C24D8DA641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66188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1 w 82"/>
                <a:gd name="T3" fmla="*/ 114 h 127"/>
                <a:gd name="T4" fmla="*/ 0 w 82"/>
                <a:gd name="T5" fmla="*/ 63 h 127"/>
                <a:gd name="T6" fmla="*/ 11 w 82"/>
                <a:gd name="T7" fmla="*/ 13 h 127"/>
                <a:gd name="T8" fmla="*/ 41 w 82"/>
                <a:gd name="T9" fmla="*/ 0 h 127"/>
                <a:gd name="T10" fmla="*/ 82 w 82"/>
                <a:gd name="T11" fmla="*/ 37 h 127"/>
                <a:gd name="T12" fmla="*/ 82 w 82"/>
                <a:gd name="T13" fmla="*/ 37 h 127"/>
                <a:gd name="T14" fmla="*/ 72 w 82"/>
                <a:gd name="T15" fmla="*/ 37 h 127"/>
                <a:gd name="T16" fmla="*/ 72 w 82"/>
                <a:gd name="T17" fmla="*/ 37 h 127"/>
                <a:gd name="T18" fmla="*/ 41 w 82"/>
                <a:gd name="T19" fmla="*/ 9 h 127"/>
                <a:gd name="T20" fmla="*/ 19 w 82"/>
                <a:gd name="T21" fmla="*/ 19 h 127"/>
                <a:gd name="T22" fmla="*/ 10 w 82"/>
                <a:gd name="T23" fmla="*/ 63 h 127"/>
                <a:gd name="T24" fmla="*/ 19 w 82"/>
                <a:gd name="T25" fmla="*/ 108 h 127"/>
                <a:gd name="T26" fmla="*/ 41 w 82"/>
                <a:gd name="T27" fmla="*/ 118 h 127"/>
                <a:gd name="T28" fmla="*/ 73 w 82"/>
                <a:gd name="T29" fmla="*/ 90 h 127"/>
                <a:gd name="T30" fmla="*/ 73 w 82"/>
                <a:gd name="T31" fmla="*/ 90 h 127"/>
                <a:gd name="T32" fmla="*/ 82 w 82"/>
                <a:gd name="T33" fmla="*/ 90 h 127"/>
                <a:gd name="T34" fmla="*/ 82 w 82"/>
                <a:gd name="T35" fmla="*/ 90 h 127"/>
                <a:gd name="T36" fmla="*/ 41 w 82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63" y="0"/>
                    <a:pt x="78" y="14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69" y="20"/>
                    <a:pt x="57" y="9"/>
                    <a:pt x="41" y="9"/>
                  </a:cubicBezTo>
                  <a:cubicBezTo>
                    <a:pt x="33" y="9"/>
                    <a:pt x="25" y="13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7" y="118"/>
                    <a:pt x="69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78" y="113"/>
                    <a:pt x="63" y="127"/>
                    <a:pt x="41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6" name="Freeform 205">
              <a:extLst>
                <a:ext uri="{FF2B5EF4-FFF2-40B4-BE49-F238E27FC236}">
                  <a16:creationId xmlns:a16="http://schemas.microsoft.com/office/drawing/2014/main" id="{48EADA13-577E-453E-B0E0-FE357EF169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37626" y="12868275"/>
              <a:ext cx="6350" cy="80962"/>
            </a:xfrm>
            <a:custGeom>
              <a:avLst/>
              <a:gdLst>
                <a:gd name="T0" fmla="*/ 0 w 4"/>
                <a:gd name="T1" fmla="*/ 51 h 51"/>
                <a:gd name="T2" fmla="*/ 0 w 4"/>
                <a:gd name="T3" fmla="*/ 1 h 51"/>
                <a:gd name="T4" fmla="*/ 0 w 4"/>
                <a:gd name="T5" fmla="*/ 0 h 51"/>
                <a:gd name="T6" fmla="*/ 4 w 4"/>
                <a:gd name="T7" fmla="*/ 0 h 51"/>
                <a:gd name="T8" fmla="*/ 4 w 4"/>
                <a:gd name="T9" fmla="*/ 51 h 51"/>
                <a:gd name="T10" fmla="*/ 0 w 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7" name="Freeform 206">
              <a:extLst>
                <a:ext uri="{FF2B5EF4-FFF2-40B4-BE49-F238E27FC236}">
                  <a16:creationId xmlns:a16="http://schemas.microsoft.com/office/drawing/2014/main" id="{585874CB-72E2-4C05-BC6F-81B936B73D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67788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4 w 29"/>
                <a:gd name="T11" fmla="*/ 4 h 51"/>
                <a:gd name="T12" fmla="*/ 4 w 29"/>
                <a:gd name="T13" fmla="*/ 23 h 51"/>
                <a:gd name="T14" fmla="*/ 25 w 29"/>
                <a:gd name="T15" fmla="*/ 23 h 51"/>
                <a:gd name="T16" fmla="*/ 25 w 29"/>
                <a:gd name="T17" fmla="*/ 27 h 51"/>
                <a:gd name="T18" fmla="*/ 4 w 29"/>
                <a:gd name="T19" fmla="*/ 27 h 51"/>
                <a:gd name="T20" fmla="*/ 4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5" y="23"/>
                  </a:lnTo>
                  <a:lnTo>
                    <a:pt x="25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8" name="Freeform 207">
              <a:extLst>
                <a:ext uri="{FF2B5EF4-FFF2-40B4-BE49-F238E27FC236}">
                  <a16:creationId xmlns:a16="http://schemas.microsoft.com/office/drawing/2014/main" id="{4E1C463B-D2AF-4F7C-A479-F1AD0969D0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731288" y="12868275"/>
              <a:ext cx="57150" cy="80962"/>
            </a:xfrm>
            <a:custGeom>
              <a:avLst/>
              <a:gdLst>
                <a:gd name="T0" fmla="*/ 32 w 36"/>
                <a:gd name="T1" fmla="*/ 51 h 51"/>
                <a:gd name="T2" fmla="*/ 4 w 36"/>
                <a:gd name="T3" fmla="*/ 7 h 51"/>
                <a:gd name="T4" fmla="*/ 4 w 36"/>
                <a:gd name="T5" fmla="*/ 51 h 51"/>
                <a:gd name="T6" fmla="*/ 0 w 36"/>
                <a:gd name="T7" fmla="*/ 51 h 51"/>
                <a:gd name="T8" fmla="*/ 0 w 36"/>
                <a:gd name="T9" fmla="*/ 0 h 51"/>
                <a:gd name="T10" fmla="*/ 4 w 36"/>
                <a:gd name="T11" fmla="*/ 0 h 51"/>
                <a:gd name="T12" fmla="*/ 32 w 36"/>
                <a:gd name="T13" fmla="*/ 43 h 51"/>
                <a:gd name="T14" fmla="*/ 32 w 36"/>
                <a:gd name="T15" fmla="*/ 0 h 51"/>
                <a:gd name="T16" fmla="*/ 36 w 36"/>
                <a:gd name="T17" fmla="*/ 0 h 51"/>
                <a:gd name="T18" fmla="*/ 36 w 36"/>
                <a:gd name="T19" fmla="*/ 51 h 51"/>
                <a:gd name="T20" fmla="*/ 32 w 36"/>
                <a:gd name="T21" fmla="*/ 51 h 51"/>
                <a:gd name="T22" fmla="*/ 4 w 36"/>
                <a:gd name="T23" fmla="*/ 7 h 51"/>
                <a:gd name="T24" fmla="*/ 4 w 36"/>
                <a:gd name="T25" fmla="*/ 7 h 51"/>
                <a:gd name="T26" fmla="*/ 4 w 36"/>
                <a:gd name="T27" fmla="*/ 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1">
                  <a:moveTo>
                    <a:pt x="32" y="51"/>
                  </a:moveTo>
                  <a:lnTo>
                    <a:pt x="4" y="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32" y="43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6" y="51"/>
                  </a:lnTo>
                  <a:lnTo>
                    <a:pt x="32" y="51"/>
                  </a:lnTo>
                  <a:close/>
                  <a:moveTo>
                    <a:pt x="4" y="7"/>
                  </a:move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9" name="Freeform 208">
              <a:extLst>
                <a:ext uri="{FF2B5EF4-FFF2-40B4-BE49-F238E27FC236}">
                  <a16:creationId xmlns:a16="http://schemas.microsoft.com/office/drawing/2014/main" id="{FA4F91E9-172D-4659-BAA5-7D691A515B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07488" y="12868275"/>
              <a:ext cx="53975" cy="80962"/>
            </a:xfrm>
            <a:custGeom>
              <a:avLst/>
              <a:gdLst>
                <a:gd name="T0" fmla="*/ 42 w 83"/>
                <a:gd name="T1" fmla="*/ 127 h 127"/>
                <a:gd name="T2" fmla="*/ 12 w 83"/>
                <a:gd name="T3" fmla="*/ 114 h 127"/>
                <a:gd name="T4" fmla="*/ 1 w 83"/>
                <a:gd name="T5" fmla="*/ 63 h 127"/>
                <a:gd name="T6" fmla="*/ 12 w 83"/>
                <a:gd name="T7" fmla="*/ 13 h 127"/>
                <a:gd name="T8" fmla="*/ 42 w 83"/>
                <a:gd name="T9" fmla="*/ 0 h 127"/>
                <a:gd name="T10" fmla="*/ 83 w 83"/>
                <a:gd name="T11" fmla="*/ 37 h 127"/>
                <a:gd name="T12" fmla="*/ 83 w 83"/>
                <a:gd name="T13" fmla="*/ 37 h 127"/>
                <a:gd name="T14" fmla="*/ 73 w 83"/>
                <a:gd name="T15" fmla="*/ 37 h 127"/>
                <a:gd name="T16" fmla="*/ 73 w 83"/>
                <a:gd name="T17" fmla="*/ 37 h 127"/>
                <a:gd name="T18" fmla="*/ 42 w 83"/>
                <a:gd name="T19" fmla="*/ 9 h 127"/>
                <a:gd name="T20" fmla="*/ 20 w 83"/>
                <a:gd name="T21" fmla="*/ 19 h 127"/>
                <a:gd name="T22" fmla="*/ 10 w 83"/>
                <a:gd name="T23" fmla="*/ 63 h 127"/>
                <a:gd name="T24" fmla="*/ 20 w 83"/>
                <a:gd name="T25" fmla="*/ 108 h 127"/>
                <a:gd name="T26" fmla="*/ 42 w 83"/>
                <a:gd name="T27" fmla="*/ 118 h 127"/>
                <a:gd name="T28" fmla="*/ 73 w 83"/>
                <a:gd name="T29" fmla="*/ 90 h 127"/>
                <a:gd name="T30" fmla="*/ 73 w 83"/>
                <a:gd name="T31" fmla="*/ 90 h 127"/>
                <a:gd name="T32" fmla="*/ 83 w 83"/>
                <a:gd name="T33" fmla="*/ 90 h 127"/>
                <a:gd name="T34" fmla="*/ 83 w 83"/>
                <a:gd name="T35" fmla="*/ 90 h 127"/>
                <a:gd name="T36" fmla="*/ 42 w 83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127">
                  <a:moveTo>
                    <a:pt x="42" y="127"/>
                  </a:moveTo>
                  <a:cubicBezTo>
                    <a:pt x="30" y="127"/>
                    <a:pt x="20" y="122"/>
                    <a:pt x="12" y="114"/>
                  </a:cubicBezTo>
                  <a:cubicBezTo>
                    <a:pt x="1" y="102"/>
                    <a:pt x="0" y="91"/>
                    <a:pt x="1" y="63"/>
                  </a:cubicBezTo>
                  <a:cubicBezTo>
                    <a:pt x="0" y="35"/>
                    <a:pt x="1" y="24"/>
                    <a:pt x="12" y="13"/>
                  </a:cubicBezTo>
                  <a:cubicBezTo>
                    <a:pt x="20" y="5"/>
                    <a:pt x="30" y="0"/>
                    <a:pt x="42" y="0"/>
                  </a:cubicBezTo>
                  <a:cubicBezTo>
                    <a:pt x="64" y="0"/>
                    <a:pt x="79" y="14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0" y="20"/>
                    <a:pt x="58" y="9"/>
                    <a:pt x="42" y="9"/>
                  </a:cubicBezTo>
                  <a:cubicBezTo>
                    <a:pt x="33" y="9"/>
                    <a:pt x="26" y="13"/>
                    <a:pt x="20" y="19"/>
                  </a:cubicBezTo>
                  <a:cubicBezTo>
                    <a:pt x="11" y="27"/>
                    <a:pt x="10" y="37"/>
                    <a:pt x="10" y="63"/>
                  </a:cubicBezTo>
                  <a:cubicBezTo>
                    <a:pt x="10" y="90"/>
                    <a:pt x="11" y="99"/>
                    <a:pt x="20" y="108"/>
                  </a:cubicBezTo>
                  <a:cubicBezTo>
                    <a:pt x="26" y="114"/>
                    <a:pt x="33" y="118"/>
                    <a:pt x="42" y="118"/>
                  </a:cubicBezTo>
                  <a:cubicBezTo>
                    <a:pt x="58" y="118"/>
                    <a:pt x="70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79" y="113"/>
                    <a:pt x="63" y="127"/>
                    <a:pt x="42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0" name="Freeform 209">
              <a:extLst>
                <a:ext uri="{FF2B5EF4-FFF2-40B4-BE49-F238E27FC236}">
                  <a16:creationId xmlns:a16="http://schemas.microsoft.com/office/drawing/2014/main" id="{E4606E9E-FE1D-44BB-80A1-7F703C36C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8051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4 w 30"/>
                <a:gd name="T11" fmla="*/ 4 h 51"/>
                <a:gd name="T12" fmla="*/ 4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4 w 30"/>
                <a:gd name="T19" fmla="*/ 27 h 51"/>
                <a:gd name="T20" fmla="*/ 4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1" name="Freeform 210">
              <a:extLst>
                <a:ext uri="{FF2B5EF4-FFF2-40B4-BE49-F238E27FC236}">
                  <a16:creationId xmlns:a16="http://schemas.microsoft.com/office/drawing/2014/main" id="{BBFD6870-F83D-4C30-9C87-0882DF9124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39251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 w 82"/>
                <a:gd name="T3" fmla="*/ 110 h 127"/>
                <a:gd name="T4" fmla="*/ 0 w 82"/>
                <a:gd name="T5" fmla="*/ 110 h 127"/>
                <a:gd name="T6" fmla="*/ 7 w 82"/>
                <a:gd name="T7" fmla="*/ 103 h 127"/>
                <a:gd name="T8" fmla="*/ 8 w 82"/>
                <a:gd name="T9" fmla="*/ 103 h 127"/>
                <a:gd name="T10" fmla="*/ 41 w 82"/>
                <a:gd name="T11" fmla="*/ 118 h 127"/>
                <a:gd name="T12" fmla="*/ 72 w 82"/>
                <a:gd name="T13" fmla="*/ 92 h 127"/>
                <a:gd name="T14" fmla="*/ 65 w 82"/>
                <a:gd name="T15" fmla="*/ 75 h 127"/>
                <a:gd name="T16" fmla="*/ 48 w 82"/>
                <a:gd name="T17" fmla="*/ 69 h 127"/>
                <a:gd name="T18" fmla="*/ 34 w 82"/>
                <a:gd name="T19" fmla="*/ 67 h 127"/>
                <a:gd name="T20" fmla="*/ 13 w 82"/>
                <a:gd name="T21" fmla="*/ 57 h 127"/>
                <a:gd name="T22" fmla="*/ 3 w 82"/>
                <a:gd name="T23" fmla="*/ 34 h 127"/>
                <a:gd name="T24" fmla="*/ 13 w 82"/>
                <a:gd name="T25" fmla="*/ 9 h 127"/>
                <a:gd name="T26" fmla="*/ 41 w 82"/>
                <a:gd name="T27" fmla="*/ 0 h 127"/>
                <a:gd name="T28" fmla="*/ 75 w 82"/>
                <a:gd name="T29" fmla="*/ 14 h 127"/>
                <a:gd name="T30" fmla="*/ 76 w 82"/>
                <a:gd name="T31" fmla="*/ 14 h 127"/>
                <a:gd name="T32" fmla="*/ 69 w 82"/>
                <a:gd name="T33" fmla="*/ 20 h 127"/>
                <a:gd name="T34" fmla="*/ 69 w 82"/>
                <a:gd name="T35" fmla="*/ 20 h 127"/>
                <a:gd name="T36" fmla="*/ 40 w 82"/>
                <a:gd name="T37" fmla="*/ 9 h 127"/>
                <a:gd name="T38" fmla="*/ 13 w 82"/>
                <a:gd name="T39" fmla="*/ 34 h 127"/>
                <a:gd name="T40" fmla="*/ 19 w 82"/>
                <a:gd name="T41" fmla="*/ 50 h 127"/>
                <a:gd name="T42" fmla="*/ 37 w 82"/>
                <a:gd name="T43" fmla="*/ 57 h 127"/>
                <a:gd name="T44" fmla="*/ 49 w 82"/>
                <a:gd name="T45" fmla="*/ 60 h 127"/>
                <a:gd name="T46" fmla="*/ 71 w 82"/>
                <a:gd name="T47" fmla="*/ 68 h 127"/>
                <a:gd name="T48" fmla="*/ 82 w 82"/>
                <a:gd name="T49" fmla="*/ 92 h 127"/>
                <a:gd name="T50" fmla="*/ 41 w 82"/>
                <a:gd name="T5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23" y="127"/>
                    <a:pt x="12" y="122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3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7" y="15"/>
                    <a:pt x="13" y="9"/>
                  </a:cubicBezTo>
                  <a:cubicBezTo>
                    <a:pt x="20" y="3"/>
                    <a:pt x="29" y="0"/>
                    <a:pt x="41" y="0"/>
                  </a:cubicBezTo>
                  <a:cubicBezTo>
                    <a:pt x="56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7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2" y="82"/>
                    <a:pt x="82" y="92"/>
                  </a:cubicBezTo>
                  <a:cubicBezTo>
                    <a:pt x="82" y="113"/>
                    <a:pt x="66" y="127"/>
                    <a:pt x="41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2" name="Freeform 211">
              <a:extLst>
                <a:ext uri="{FF2B5EF4-FFF2-40B4-BE49-F238E27FC236}">
                  <a16:creationId xmlns:a16="http://schemas.microsoft.com/office/drawing/2014/main" id="{D37F8E1A-8853-4FEF-9A96-DEB01595709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65888" y="12692063"/>
              <a:ext cx="230188" cy="254000"/>
            </a:xfrm>
            <a:custGeom>
              <a:avLst/>
              <a:gdLst>
                <a:gd name="T0" fmla="*/ 198 w 359"/>
                <a:gd name="T1" fmla="*/ 387 h 394"/>
                <a:gd name="T2" fmla="*/ 241 w 359"/>
                <a:gd name="T3" fmla="*/ 361 h 394"/>
                <a:gd name="T4" fmla="*/ 259 w 359"/>
                <a:gd name="T5" fmla="*/ 359 h 394"/>
                <a:gd name="T6" fmla="*/ 252 w 359"/>
                <a:gd name="T7" fmla="*/ 354 h 394"/>
                <a:gd name="T8" fmla="*/ 215 w 359"/>
                <a:gd name="T9" fmla="*/ 368 h 394"/>
                <a:gd name="T10" fmla="*/ 180 w 359"/>
                <a:gd name="T11" fmla="*/ 385 h 394"/>
                <a:gd name="T12" fmla="*/ 146 w 359"/>
                <a:gd name="T13" fmla="*/ 368 h 394"/>
                <a:gd name="T14" fmla="*/ 123 w 359"/>
                <a:gd name="T15" fmla="*/ 357 h 394"/>
                <a:gd name="T16" fmla="*/ 117 w 359"/>
                <a:gd name="T17" fmla="*/ 360 h 394"/>
                <a:gd name="T18" fmla="*/ 161 w 359"/>
                <a:gd name="T19" fmla="*/ 385 h 394"/>
                <a:gd name="T20" fmla="*/ 179 w 359"/>
                <a:gd name="T21" fmla="*/ 394 h 394"/>
                <a:gd name="T22" fmla="*/ 181 w 359"/>
                <a:gd name="T23" fmla="*/ 394 h 394"/>
                <a:gd name="T24" fmla="*/ 198 w 359"/>
                <a:gd name="T25" fmla="*/ 387 h 394"/>
                <a:gd name="T26" fmla="*/ 359 w 359"/>
                <a:gd name="T27" fmla="*/ 129 h 394"/>
                <a:gd name="T28" fmla="*/ 319 w 359"/>
                <a:gd name="T29" fmla="*/ 65 h 394"/>
                <a:gd name="T30" fmla="*/ 259 w 359"/>
                <a:gd name="T31" fmla="*/ 20 h 394"/>
                <a:gd name="T32" fmla="*/ 181 w 359"/>
                <a:gd name="T33" fmla="*/ 1 h 394"/>
                <a:gd name="T34" fmla="*/ 99 w 359"/>
                <a:gd name="T35" fmla="*/ 20 h 394"/>
                <a:gd name="T36" fmla="*/ 40 w 359"/>
                <a:gd name="T37" fmla="*/ 65 h 394"/>
                <a:gd name="T38" fmla="*/ 0 w 359"/>
                <a:gd name="T39" fmla="*/ 129 h 394"/>
                <a:gd name="T40" fmla="*/ 10 w 359"/>
                <a:gd name="T41" fmla="*/ 125 h 394"/>
                <a:gd name="T42" fmla="*/ 54 w 359"/>
                <a:gd name="T43" fmla="*/ 62 h 394"/>
                <a:gd name="T44" fmla="*/ 182 w 359"/>
                <a:gd name="T45" fmla="*/ 8 h 394"/>
                <a:gd name="T46" fmla="*/ 309 w 359"/>
                <a:gd name="T47" fmla="*/ 64 h 394"/>
                <a:gd name="T48" fmla="*/ 337 w 359"/>
                <a:gd name="T49" fmla="*/ 103 h 394"/>
                <a:gd name="T50" fmla="*/ 350 w 359"/>
                <a:gd name="T51" fmla="*/ 136 h 394"/>
                <a:gd name="T52" fmla="*/ 359 w 359"/>
                <a:gd name="T53" fmla="*/ 129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9" h="394">
                  <a:moveTo>
                    <a:pt x="198" y="387"/>
                  </a:moveTo>
                  <a:cubicBezTo>
                    <a:pt x="214" y="377"/>
                    <a:pt x="219" y="368"/>
                    <a:pt x="241" y="361"/>
                  </a:cubicBezTo>
                  <a:cubicBezTo>
                    <a:pt x="259" y="359"/>
                    <a:pt x="259" y="359"/>
                    <a:pt x="259" y="359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36" y="355"/>
                    <a:pt x="221" y="364"/>
                    <a:pt x="215" y="368"/>
                  </a:cubicBezTo>
                  <a:cubicBezTo>
                    <a:pt x="215" y="368"/>
                    <a:pt x="193" y="386"/>
                    <a:pt x="180" y="385"/>
                  </a:cubicBezTo>
                  <a:cubicBezTo>
                    <a:pt x="169" y="386"/>
                    <a:pt x="153" y="372"/>
                    <a:pt x="146" y="368"/>
                  </a:cubicBezTo>
                  <a:cubicBezTo>
                    <a:pt x="139" y="364"/>
                    <a:pt x="123" y="357"/>
                    <a:pt x="123" y="357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35" y="367"/>
                    <a:pt x="151" y="380"/>
                    <a:pt x="161" y="385"/>
                  </a:cubicBezTo>
                  <a:cubicBezTo>
                    <a:pt x="164" y="388"/>
                    <a:pt x="171" y="394"/>
                    <a:pt x="179" y="394"/>
                  </a:cubicBezTo>
                  <a:cubicBezTo>
                    <a:pt x="181" y="394"/>
                    <a:pt x="181" y="394"/>
                    <a:pt x="181" y="394"/>
                  </a:cubicBezTo>
                  <a:cubicBezTo>
                    <a:pt x="189" y="394"/>
                    <a:pt x="194" y="389"/>
                    <a:pt x="198" y="387"/>
                  </a:cubicBezTo>
                  <a:moveTo>
                    <a:pt x="359" y="129"/>
                  </a:moveTo>
                  <a:cubicBezTo>
                    <a:pt x="352" y="114"/>
                    <a:pt x="343" y="90"/>
                    <a:pt x="319" y="65"/>
                  </a:cubicBezTo>
                  <a:cubicBezTo>
                    <a:pt x="295" y="39"/>
                    <a:pt x="259" y="20"/>
                    <a:pt x="259" y="20"/>
                  </a:cubicBezTo>
                  <a:cubicBezTo>
                    <a:pt x="249" y="16"/>
                    <a:pt x="217" y="0"/>
                    <a:pt x="181" y="1"/>
                  </a:cubicBezTo>
                  <a:cubicBezTo>
                    <a:pt x="144" y="1"/>
                    <a:pt x="107" y="16"/>
                    <a:pt x="99" y="20"/>
                  </a:cubicBezTo>
                  <a:cubicBezTo>
                    <a:pt x="99" y="20"/>
                    <a:pt x="64" y="39"/>
                    <a:pt x="40" y="65"/>
                  </a:cubicBezTo>
                  <a:cubicBezTo>
                    <a:pt x="16" y="90"/>
                    <a:pt x="5" y="114"/>
                    <a:pt x="0" y="129"/>
                  </a:cubicBezTo>
                  <a:cubicBezTo>
                    <a:pt x="0" y="129"/>
                    <a:pt x="7" y="143"/>
                    <a:pt x="10" y="125"/>
                  </a:cubicBezTo>
                  <a:cubicBezTo>
                    <a:pt x="10" y="125"/>
                    <a:pt x="26" y="85"/>
                    <a:pt x="54" y="62"/>
                  </a:cubicBezTo>
                  <a:cubicBezTo>
                    <a:pt x="78" y="37"/>
                    <a:pt x="131" y="8"/>
                    <a:pt x="182" y="8"/>
                  </a:cubicBezTo>
                  <a:cubicBezTo>
                    <a:pt x="241" y="9"/>
                    <a:pt x="286" y="44"/>
                    <a:pt x="309" y="64"/>
                  </a:cubicBezTo>
                  <a:cubicBezTo>
                    <a:pt x="321" y="76"/>
                    <a:pt x="337" y="103"/>
                    <a:pt x="337" y="103"/>
                  </a:cubicBezTo>
                  <a:cubicBezTo>
                    <a:pt x="347" y="122"/>
                    <a:pt x="352" y="130"/>
                    <a:pt x="350" y="136"/>
                  </a:cubicBezTo>
                  <a:lnTo>
                    <a:pt x="359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3" name="Freeform 212">
              <a:extLst>
                <a:ext uri="{FF2B5EF4-FFF2-40B4-BE49-F238E27FC236}">
                  <a16:creationId xmlns:a16="http://schemas.microsoft.com/office/drawing/2014/main" id="{9D785FF1-4DAE-43C7-922A-356AE8447B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988088" y="12322175"/>
              <a:ext cx="587375" cy="704850"/>
            </a:xfrm>
            <a:custGeom>
              <a:avLst/>
              <a:gdLst>
                <a:gd name="T0" fmla="*/ 879 w 916"/>
                <a:gd name="T1" fmla="*/ 342 h 1100"/>
                <a:gd name="T2" fmla="*/ 785 w 916"/>
                <a:gd name="T3" fmla="*/ 169 h 1100"/>
                <a:gd name="T4" fmla="*/ 600 w 916"/>
                <a:gd name="T5" fmla="*/ 30 h 1100"/>
                <a:gd name="T6" fmla="*/ 406 w 916"/>
                <a:gd name="T7" fmla="*/ 6 h 1100"/>
                <a:gd name="T8" fmla="*/ 209 w 916"/>
                <a:gd name="T9" fmla="*/ 88 h 1100"/>
                <a:gd name="T10" fmla="*/ 64 w 916"/>
                <a:gd name="T11" fmla="*/ 270 h 1100"/>
                <a:gd name="T12" fmla="*/ 8 w 916"/>
                <a:gd name="T13" fmla="*/ 472 h 1100"/>
                <a:gd name="T14" fmla="*/ 13 w 916"/>
                <a:gd name="T15" fmla="*/ 665 h 1100"/>
                <a:gd name="T16" fmla="*/ 76 w 916"/>
                <a:gd name="T17" fmla="*/ 848 h 1100"/>
                <a:gd name="T18" fmla="*/ 229 w 916"/>
                <a:gd name="T19" fmla="*/ 1022 h 1100"/>
                <a:gd name="T20" fmla="*/ 430 w 916"/>
                <a:gd name="T21" fmla="*/ 1099 h 1100"/>
                <a:gd name="T22" fmla="*/ 605 w 916"/>
                <a:gd name="T23" fmla="*/ 1068 h 1100"/>
                <a:gd name="T24" fmla="*/ 788 w 916"/>
                <a:gd name="T25" fmla="*/ 927 h 1100"/>
                <a:gd name="T26" fmla="*/ 891 w 916"/>
                <a:gd name="T27" fmla="*/ 720 h 1100"/>
                <a:gd name="T28" fmla="*/ 906 w 916"/>
                <a:gd name="T29" fmla="*/ 501 h 1100"/>
                <a:gd name="T30" fmla="*/ 896 w 916"/>
                <a:gd name="T31" fmla="*/ 428 h 1100"/>
                <a:gd name="T32" fmla="*/ 864 w 916"/>
                <a:gd name="T33" fmla="*/ 318 h 1100"/>
                <a:gd name="T34" fmla="*/ 826 w 916"/>
                <a:gd name="T35" fmla="*/ 249 h 1100"/>
                <a:gd name="T36" fmla="*/ 788 w 916"/>
                <a:gd name="T37" fmla="*/ 185 h 1100"/>
                <a:gd name="T38" fmla="*/ 737 w 916"/>
                <a:gd name="T39" fmla="*/ 129 h 1100"/>
                <a:gd name="T40" fmla="*/ 675 w 916"/>
                <a:gd name="T41" fmla="*/ 80 h 1100"/>
                <a:gd name="T42" fmla="*/ 592 w 916"/>
                <a:gd name="T43" fmla="*/ 36 h 1100"/>
                <a:gd name="T44" fmla="*/ 441 w 916"/>
                <a:gd name="T45" fmla="*/ 12 h 1100"/>
                <a:gd name="T46" fmla="*/ 363 w 916"/>
                <a:gd name="T47" fmla="*/ 31 h 1100"/>
                <a:gd name="T48" fmla="*/ 294 w 916"/>
                <a:gd name="T49" fmla="*/ 59 h 1100"/>
                <a:gd name="T50" fmla="*/ 199 w 916"/>
                <a:gd name="T51" fmla="*/ 112 h 1100"/>
                <a:gd name="T52" fmla="*/ 171 w 916"/>
                <a:gd name="T53" fmla="*/ 138 h 1100"/>
                <a:gd name="T54" fmla="*/ 103 w 916"/>
                <a:gd name="T55" fmla="*/ 217 h 1100"/>
                <a:gd name="T56" fmla="*/ 70 w 916"/>
                <a:gd name="T57" fmla="*/ 277 h 1100"/>
                <a:gd name="T58" fmla="*/ 30 w 916"/>
                <a:gd name="T59" fmla="*/ 386 h 1100"/>
                <a:gd name="T60" fmla="*/ 11 w 916"/>
                <a:gd name="T61" fmla="*/ 499 h 1100"/>
                <a:gd name="T62" fmla="*/ 12 w 916"/>
                <a:gd name="T63" fmla="*/ 614 h 1100"/>
                <a:gd name="T64" fmla="*/ 40 w 916"/>
                <a:gd name="T65" fmla="*/ 712 h 1100"/>
                <a:gd name="T66" fmla="*/ 63 w 916"/>
                <a:gd name="T67" fmla="*/ 808 h 1100"/>
                <a:gd name="T68" fmla="*/ 98 w 916"/>
                <a:gd name="T69" fmla="*/ 875 h 1100"/>
                <a:gd name="T70" fmla="*/ 157 w 916"/>
                <a:gd name="T71" fmla="*/ 943 h 1100"/>
                <a:gd name="T72" fmla="*/ 209 w 916"/>
                <a:gd name="T73" fmla="*/ 996 h 1100"/>
                <a:gd name="T74" fmla="*/ 272 w 916"/>
                <a:gd name="T75" fmla="*/ 1039 h 1100"/>
                <a:gd name="T76" fmla="*/ 322 w 916"/>
                <a:gd name="T77" fmla="*/ 1066 h 1100"/>
                <a:gd name="T78" fmla="*/ 435 w 916"/>
                <a:gd name="T79" fmla="*/ 1090 h 1100"/>
                <a:gd name="T80" fmla="*/ 552 w 916"/>
                <a:gd name="T81" fmla="*/ 1080 h 1100"/>
                <a:gd name="T82" fmla="*/ 625 w 916"/>
                <a:gd name="T83" fmla="*/ 1053 h 1100"/>
                <a:gd name="T84" fmla="*/ 703 w 916"/>
                <a:gd name="T85" fmla="*/ 1000 h 1100"/>
                <a:gd name="T86" fmla="*/ 754 w 916"/>
                <a:gd name="T87" fmla="*/ 959 h 1100"/>
                <a:gd name="T88" fmla="*/ 803 w 916"/>
                <a:gd name="T89" fmla="*/ 898 h 1100"/>
                <a:gd name="T90" fmla="*/ 838 w 916"/>
                <a:gd name="T91" fmla="*/ 839 h 1100"/>
                <a:gd name="T92" fmla="*/ 786 w 916"/>
                <a:gd name="T93" fmla="*/ 890 h 1100"/>
                <a:gd name="T94" fmla="*/ 622 w 916"/>
                <a:gd name="T95" fmla="*/ 1036 h 1100"/>
                <a:gd name="T96" fmla="*/ 433 w 916"/>
                <a:gd name="T97" fmla="*/ 1072 h 1100"/>
                <a:gd name="T98" fmla="*/ 240 w 916"/>
                <a:gd name="T99" fmla="*/ 1003 h 1100"/>
                <a:gd name="T100" fmla="*/ 96 w 916"/>
                <a:gd name="T101" fmla="*/ 834 h 1100"/>
                <a:gd name="T102" fmla="*/ 37 w 916"/>
                <a:gd name="T103" fmla="*/ 650 h 1100"/>
                <a:gd name="T104" fmla="*/ 32 w 916"/>
                <a:gd name="T105" fmla="*/ 473 h 1100"/>
                <a:gd name="T106" fmla="*/ 91 w 916"/>
                <a:gd name="T107" fmla="*/ 282 h 1100"/>
                <a:gd name="T108" fmla="*/ 228 w 916"/>
                <a:gd name="T109" fmla="*/ 111 h 1100"/>
                <a:gd name="T110" fmla="*/ 416 w 916"/>
                <a:gd name="T111" fmla="*/ 29 h 1100"/>
                <a:gd name="T112" fmla="*/ 595 w 916"/>
                <a:gd name="T113" fmla="*/ 53 h 1100"/>
                <a:gd name="T114" fmla="*/ 769 w 916"/>
                <a:gd name="T115" fmla="*/ 187 h 1100"/>
                <a:gd name="T116" fmla="*/ 867 w 916"/>
                <a:gd name="T117" fmla="*/ 386 h 1100"/>
                <a:gd name="T118" fmla="*/ 886 w 916"/>
                <a:gd name="T119" fmla="*/ 554 h 1100"/>
                <a:gd name="T120" fmla="*/ 855 w 916"/>
                <a:gd name="T121" fmla="*/ 754 h 1100"/>
                <a:gd name="T122" fmla="*/ 872 w 916"/>
                <a:gd name="T123" fmla="*/ 717 h 1100"/>
                <a:gd name="T124" fmla="*/ 894 w 916"/>
                <a:gd name="T125" fmla="*/ 613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6" h="1100">
                  <a:moveTo>
                    <a:pt x="913" y="530"/>
                  </a:moveTo>
                  <a:cubicBezTo>
                    <a:pt x="913" y="530"/>
                    <a:pt x="913" y="530"/>
                    <a:pt x="913" y="530"/>
                  </a:cubicBezTo>
                  <a:cubicBezTo>
                    <a:pt x="913" y="528"/>
                    <a:pt x="913" y="528"/>
                    <a:pt x="913" y="528"/>
                  </a:cubicBezTo>
                  <a:cubicBezTo>
                    <a:pt x="913" y="527"/>
                    <a:pt x="913" y="527"/>
                    <a:pt x="913" y="527"/>
                  </a:cubicBezTo>
                  <a:cubicBezTo>
                    <a:pt x="914" y="523"/>
                    <a:pt x="915" y="519"/>
                    <a:pt x="915" y="514"/>
                  </a:cubicBezTo>
                  <a:cubicBezTo>
                    <a:pt x="915" y="508"/>
                    <a:pt x="914" y="501"/>
                    <a:pt x="911" y="492"/>
                  </a:cubicBezTo>
                  <a:cubicBezTo>
                    <a:pt x="910" y="492"/>
                    <a:pt x="910" y="492"/>
                    <a:pt x="910" y="492"/>
                  </a:cubicBezTo>
                  <a:cubicBezTo>
                    <a:pt x="910" y="490"/>
                    <a:pt x="910" y="490"/>
                    <a:pt x="910" y="490"/>
                  </a:cubicBezTo>
                  <a:cubicBezTo>
                    <a:pt x="910" y="489"/>
                    <a:pt x="910" y="489"/>
                    <a:pt x="910" y="489"/>
                  </a:cubicBezTo>
                  <a:cubicBezTo>
                    <a:pt x="911" y="486"/>
                    <a:pt x="912" y="482"/>
                    <a:pt x="912" y="478"/>
                  </a:cubicBezTo>
                  <a:cubicBezTo>
                    <a:pt x="912" y="471"/>
                    <a:pt x="910" y="464"/>
                    <a:pt x="906" y="455"/>
                  </a:cubicBezTo>
                  <a:cubicBezTo>
                    <a:pt x="906" y="454"/>
                    <a:pt x="906" y="454"/>
                    <a:pt x="906" y="454"/>
                  </a:cubicBezTo>
                  <a:cubicBezTo>
                    <a:pt x="906" y="452"/>
                    <a:pt x="906" y="452"/>
                    <a:pt x="906" y="452"/>
                  </a:cubicBezTo>
                  <a:cubicBezTo>
                    <a:pt x="906" y="451"/>
                    <a:pt x="906" y="451"/>
                    <a:pt x="906" y="451"/>
                  </a:cubicBezTo>
                  <a:cubicBezTo>
                    <a:pt x="906" y="449"/>
                    <a:pt x="907" y="446"/>
                    <a:pt x="907" y="442"/>
                  </a:cubicBezTo>
                  <a:cubicBezTo>
                    <a:pt x="907" y="440"/>
                    <a:pt x="906" y="437"/>
                    <a:pt x="906" y="434"/>
                  </a:cubicBezTo>
                  <a:cubicBezTo>
                    <a:pt x="905" y="432"/>
                    <a:pt x="905" y="432"/>
                    <a:pt x="905" y="432"/>
                  </a:cubicBezTo>
                  <a:cubicBezTo>
                    <a:pt x="905" y="432"/>
                    <a:pt x="905" y="432"/>
                    <a:pt x="905" y="432"/>
                  </a:cubicBezTo>
                  <a:cubicBezTo>
                    <a:pt x="904" y="427"/>
                    <a:pt x="902" y="421"/>
                    <a:pt x="899" y="415"/>
                  </a:cubicBezTo>
                  <a:cubicBezTo>
                    <a:pt x="899" y="415"/>
                    <a:pt x="899" y="415"/>
                    <a:pt x="899" y="415"/>
                  </a:cubicBezTo>
                  <a:cubicBezTo>
                    <a:pt x="899" y="413"/>
                    <a:pt x="899" y="413"/>
                    <a:pt x="899" y="413"/>
                  </a:cubicBezTo>
                  <a:cubicBezTo>
                    <a:pt x="899" y="412"/>
                    <a:pt x="899" y="412"/>
                    <a:pt x="899" y="412"/>
                  </a:cubicBezTo>
                  <a:cubicBezTo>
                    <a:pt x="899" y="410"/>
                    <a:pt x="899" y="408"/>
                    <a:pt x="899" y="406"/>
                  </a:cubicBezTo>
                  <a:cubicBezTo>
                    <a:pt x="899" y="398"/>
                    <a:pt x="897" y="389"/>
                    <a:pt x="890" y="378"/>
                  </a:cubicBezTo>
                  <a:cubicBezTo>
                    <a:pt x="890" y="378"/>
                    <a:pt x="890" y="378"/>
                    <a:pt x="890" y="378"/>
                  </a:cubicBezTo>
                  <a:cubicBezTo>
                    <a:pt x="889" y="376"/>
                    <a:pt x="889" y="376"/>
                    <a:pt x="889" y="376"/>
                  </a:cubicBezTo>
                  <a:cubicBezTo>
                    <a:pt x="889" y="375"/>
                    <a:pt x="889" y="375"/>
                    <a:pt x="889" y="375"/>
                  </a:cubicBezTo>
                  <a:cubicBezTo>
                    <a:pt x="890" y="374"/>
                    <a:pt x="890" y="372"/>
                    <a:pt x="890" y="371"/>
                  </a:cubicBezTo>
                  <a:cubicBezTo>
                    <a:pt x="890" y="363"/>
                    <a:pt x="887" y="353"/>
                    <a:pt x="879" y="342"/>
                  </a:cubicBezTo>
                  <a:cubicBezTo>
                    <a:pt x="879" y="341"/>
                    <a:pt x="879" y="341"/>
                    <a:pt x="879" y="341"/>
                  </a:cubicBezTo>
                  <a:cubicBezTo>
                    <a:pt x="878" y="339"/>
                    <a:pt x="878" y="339"/>
                    <a:pt x="878" y="339"/>
                  </a:cubicBezTo>
                  <a:cubicBezTo>
                    <a:pt x="878" y="339"/>
                    <a:pt x="878" y="339"/>
                    <a:pt x="878" y="339"/>
                  </a:cubicBezTo>
                  <a:cubicBezTo>
                    <a:pt x="878" y="338"/>
                    <a:pt x="878" y="338"/>
                    <a:pt x="878" y="337"/>
                  </a:cubicBezTo>
                  <a:cubicBezTo>
                    <a:pt x="878" y="333"/>
                    <a:pt x="877" y="327"/>
                    <a:pt x="875" y="322"/>
                  </a:cubicBezTo>
                  <a:cubicBezTo>
                    <a:pt x="874" y="320"/>
                    <a:pt x="874" y="320"/>
                    <a:pt x="874" y="320"/>
                  </a:cubicBezTo>
                  <a:cubicBezTo>
                    <a:pt x="874" y="320"/>
                    <a:pt x="874" y="320"/>
                    <a:pt x="874" y="320"/>
                  </a:cubicBezTo>
                  <a:cubicBezTo>
                    <a:pt x="872" y="315"/>
                    <a:pt x="869" y="310"/>
                    <a:pt x="865" y="304"/>
                  </a:cubicBezTo>
                  <a:cubicBezTo>
                    <a:pt x="865" y="304"/>
                    <a:pt x="865" y="304"/>
                    <a:pt x="865" y="304"/>
                  </a:cubicBezTo>
                  <a:cubicBezTo>
                    <a:pt x="864" y="302"/>
                    <a:pt x="864" y="302"/>
                    <a:pt x="864" y="302"/>
                  </a:cubicBezTo>
                  <a:cubicBezTo>
                    <a:pt x="864" y="301"/>
                    <a:pt x="864" y="301"/>
                    <a:pt x="864" y="301"/>
                  </a:cubicBezTo>
                  <a:cubicBezTo>
                    <a:pt x="864" y="292"/>
                    <a:pt x="860" y="282"/>
                    <a:pt x="849" y="270"/>
                  </a:cubicBezTo>
                  <a:cubicBezTo>
                    <a:pt x="849" y="269"/>
                    <a:pt x="849" y="269"/>
                    <a:pt x="849" y="269"/>
                  </a:cubicBezTo>
                  <a:cubicBezTo>
                    <a:pt x="848" y="267"/>
                    <a:pt x="848" y="267"/>
                    <a:pt x="848" y="267"/>
                  </a:cubicBezTo>
                  <a:cubicBezTo>
                    <a:pt x="848" y="267"/>
                    <a:pt x="848" y="267"/>
                    <a:pt x="848" y="267"/>
                  </a:cubicBezTo>
                  <a:cubicBezTo>
                    <a:pt x="847" y="258"/>
                    <a:pt x="843" y="247"/>
                    <a:pt x="831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29" y="234"/>
                    <a:pt x="829" y="234"/>
                    <a:pt x="829" y="234"/>
                  </a:cubicBezTo>
                  <a:cubicBezTo>
                    <a:pt x="829" y="233"/>
                    <a:pt x="829" y="233"/>
                    <a:pt x="829" y="233"/>
                  </a:cubicBezTo>
                  <a:cubicBezTo>
                    <a:pt x="828" y="228"/>
                    <a:pt x="827" y="223"/>
                    <a:pt x="823" y="217"/>
                  </a:cubicBezTo>
                  <a:cubicBezTo>
                    <a:pt x="821" y="215"/>
                    <a:pt x="821" y="215"/>
                    <a:pt x="821" y="215"/>
                  </a:cubicBezTo>
                  <a:cubicBezTo>
                    <a:pt x="821" y="215"/>
                    <a:pt x="821" y="215"/>
                    <a:pt x="821" y="215"/>
                  </a:cubicBezTo>
                  <a:cubicBezTo>
                    <a:pt x="819" y="211"/>
                    <a:pt x="815" y="206"/>
                    <a:pt x="809" y="202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8" y="200"/>
                    <a:pt x="808" y="200"/>
                    <a:pt x="808" y="200"/>
                  </a:cubicBezTo>
                  <a:cubicBezTo>
                    <a:pt x="808" y="199"/>
                    <a:pt x="808" y="199"/>
                    <a:pt x="808" y="199"/>
                  </a:cubicBezTo>
                  <a:cubicBezTo>
                    <a:pt x="806" y="191"/>
                    <a:pt x="800" y="181"/>
                    <a:pt x="787" y="171"/>
                  </a:cubicBezTo>
                  <a:cubicBezTo>
                    <a:pt x="786" y="171"/>
                    <a:pt x="786" y="171"/>
                    <a:pt x="786" y="171"/>
                  </a:cubicBezTo>
                  <a:cubicBezTo>
                    <a:pt x="785" y="169"/>
                    <a:pt x="785" y="169"/>
                    <a:pt x="785" y="169"/>
                  </a:cubicBezTo>
                  <a:cubicBezTo>
                    <a:pt x="785" y="169"/>
                    <a:pt x="785" y="169"/>
                    <a:pt x="785" y="169"/>
                  </a:cubicBezTo>
                  <a:cubicBezTo>
                    <a:pt x="782" y="160"/>
                    <a:pt x="775" y="151"/>
                    <a:pt x="762" y="142"/>
                  </a:cubicBezTo>
                  <a:cubicBezTo>
                    <a:pt x="761" y="142"/>
                    <a:pt x="761" y="142"/>
                    <a:pt x="761" y="142"/>
                  </a:cubicBezTo>
                  <a:cubicBezTo>
                    <a:pt x="760" y="140"/>
                    <a:pt x="760" y="140"/>
                    <a:pt x="760" y="140"/>
                  </a:cubicBezTo>
                  <a:cubicBezTo>
                    <a:pt x="760" y="140"/>
                    <a:pt x="760" y="140"/>
                    <a:pt x="760" y="140"/>
                  </a:cubicBezTo>
                  <a:cubicBezTo>
                    <a:pt x="758" y="135"/>
                    <a:pt x="755" y="130"/>
                    <a:pt x="750" y="125"/>
                  </a:cubicBezTo>
                  <a:cubicBezTo>
                    <a:pt x="748" y="124"/>
                    <a:pt x="748" y="124"/>
                    <a:pt x="748" y="124"/>
                  </a:cubicBezTo>
                  <a:cubicBezTo>
                    <a:pt x="748" y="124"/>
                    <a:pt x="748" y="124"/>
                    <a:pt x="748" y="124"/>
                  </a:cubicBezTo>
                  <a:cubicBezTo>
                    <a:pt x="744" y="121"/>
                    <a:pt x="739" y="117"/>
                    <a:pt x="733" y="114"/>
                  </a:cubicBezTo>
                  <a:cubicBezTo>
                    <a:pt x="733" y="114"/>
                    <a:pt x="733" y="114"/>
                    <a:pt x="733" y="114"/>
                  </a:cubicBezTo>
                  <a:cubicBezTo>
                    <a:pt x="731" y="112"/>
                    <a:pt x="731" y="112"/>
                    <a:pt x="731" y="112"/>
                  </a:cubicBezTo>
                  <a:cubicBezTo>
                    <a:pt x="731" y="112"/>
                    <a:pt x="731" y="112"/>
                    <a:pt x="731" y="112"/>
                  </a:cubicBezTo>
                  <a:cubicBezTo>
                    <a:pt x="727" y="104"/>
                    <a:pt x="719" y="95"/>
                    <a:pt x="704" y="89"/>
                  </a:cubicBezTo>
                  <a:cubicBezTo>
                    <a:pt x="704" y="89"/>
                    <a:pt x="704" y="89"/>
                    <a:pt x="704" y="89"/>
                  </a:cubicBezTo>
                  <a:cubicBezTo>
                    <a:pt x="702" y="88"/>
                    <a:pt x="702" y="88"/>
                    <a:pt x="702" y="88"/>
                  </a:cubicBezTo>
                  <a:cubicBezTo>
                    <a:pt x="701" y="87"/>
                    <a:pt x="701" y="87"/>
                    <a:pt x="701" y="87"/>
                  </a:cubicBezTo>
                  <a:cubicBezTo>
                    <a:pt x="697" y="79"/>
                    <a:pt x="688" y="72"/>
                    <a:pt x="672" y="67"/>
                  </a:cubicBezTo>
                  <a:cubicBezTo>
                    <a:pt x="672" y="67"/>
                    <a:pt x="672" y="67"/>
                    <a:pt x="672" y="67"/>
                  </a:cubicBezTo>
                  <a:cubicBezTo>
                    <a:pt x="670" y="66"/>
                    <a:pt x="670" y="66"/>
                    <a:pt x="670" y="66"/>
                  </a:cubicBezTo>
                  <a:cubicBezTo>
                    <a:pt x="670" y="65"/>
                    <a:pt x="670" y="65"/>
                    <a:pt x="670" y="65"/>
                  </a:cubicBezTo>
                  <a:cubicBezTo>
                    <a:pt x="667" y="61"/>
                    <a:pt x="662" y="57"/>
                    <a:pt x="656" y="54"/>
                  </a:cubicBezTo>
                  <a:cubicBezTo>
                    <a:pt x="656" y="54"/>
                    <a:pt x="656" y="54"/>
                    <a:pt x="656" y="54"/>
                  </a:cubicBezTo>
                  <a:cubicBezTo>
                    <a:pt x="651" y="51"/>
                    <a:pt x="645" y="48"/>
                    <a:pt x="637" y="47"/>
                  </a:cubicBezTo>
                  <a:cubicBezTo>
                    <a:pt x="637" y="47"/>
                    <a:pt x="637" y="47"/>
                    <a:pt x="637" y="47"/>
                  </a:cubicBezTo>
                  <a:cubicBezTo>
                    <a:pt x="635" y="45"/>
                    <a:pt x="635" y="45"/>
                    <a:pt x="635" y="45"/>
                  </a:cubicBezTo>
                  <a:cubicBezTo>
                    <a:pt x="635" y="45"/>
                    <a:pt x="635" y="45"/>
                    <a:pt x="635" y="45"/>
                  </a:cubicBezTo>
                  <a:cubicBezTo>
                    <a:pt x="628" y="39"/>
                    <a:pt x="619" y="32"/>
                    <a:pt x="602" y="31"/>
                  </a:cubicBezTo>
                  <a:cubicBezTo>
                    <a:pt x="602" y="31"/>
                    <a:pt x="602" y="31"/>
                    <a:pt x="602" y="31"/>
                  </a:cubicBezTo>
                  <a:cubicBezTo>
                    <a:pt x="600" y="30"/>
                    <a:pt x="600" y="30"/>
                    <a:pt x="600" y="30"/>
                  </a:cubicBezTo>
                  <a:cubicBezTo>
                    <a:pt x="599" y="29"/>
                    <a:pt x="599" y="29"/>
                    <a:pt x="599" y="29"/>
                  </a:cubicBezTo>
                  <a:cubicBezTo>
                    <a:pt x="593" y="23"/>
                    <a:pt x="582" y="18"/>
                    <a:pt x="566" y="18"/>
                  </a:cubicBezTo>
                  <a:cubicBezTo>
                    <a:pt x="566" y="18"/>
                    <a:pt x="566" y="18"/>
                    <a:pt x="566" y="18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58" y="14"/>
                    <a:pt x="553" y="11"/>
                    <a:pt x="547" y="10"/>
                  </a:cubicBezTo>
                  <a:cubicBezTo>
                    <a:pt x="546" y="10"/>
                    <a:pt x="546" y="10"/>
                    <a:pt x="546" y="10"/>
                  </a:cubicBezTo>
                  <a:cubicBezTo>
                    <a:pt x="542" y="9"/>
                    <a:pt x="538" y="8"/>
                    <a:pt x="532" y="8"/>
                  </a:cubicBezTo>
                  <a:cubicBezTo>
                    <a:pt x="530" y="8"/>
                    <a:pt x="528" y="8"/>
                    <a:pt x="526" y="9"/>
                  </a:cubicBezTo>
                  <a:cubicBezTo>
                    <a:pt x="526" y="9"/>
                    <a:pt x="526" y="9"/>
                    <a:pt x="526" y="9"/>
                  </a:cubicBezTo>
                  <a:cubicBezTo>
                    <a:pt x="524" y="8"/>
                    <a:pt x="524" y="8"/>
                    <a:pt x="524" y="8"/>
                  </a:cubicBezTo>
                  <a:cubicBezTo>
                    <a:pt x="523" y="8"/>
                    <a:pt x="523" y="8"/>
                    <a:pt x="523" y="8"/>
                  </a:cubicBezTo>
                  <a:cubicBezTo>
                    <a:pt x="518" y="5"/>
                    <a:pt x="510" y="2"/>
                    <a:pt x="501" y="2"/>
                  </a:cubicBezTo>
                  <a:cubicBezTo>
                    <a:pt x="497" y="2"/>
                    <a:pt x="493" y="3"/>
                    <a:pt x="488" y="4"/>
                  </a:cubicBezTo>
                  <a:cubicBezTo>
                    <a:pt x="488" y="4"/>
                    <a:pt x="488" y="4"/>
                    <a:pt x="488" y="4"/>
                  </a:cubicBezTo>
                  <a:cubicBezTo>
                    <a:pt x="485" y="4"/>
                    <a:pt x="485" y="4"/>
                    <a:pt x="485" y="4"/>
                  </a:cubicBezTo>
                  <a:cubicBezTo>
                    <a:pt x="485" y="3"/>
                    <a:pt x="485" y="3"/>
                    <a:pt x="485" y="3"/>
                  </a:cubicBezTo>
                  <a:cubicBezTo>
                    <a:pt x="480" y="1"/>
                    <a:pt x="474" y="0"/>
                    <a:pt x="467" y="0"/>
                  </a:cubicBezTo>
                  <a:cubicBezTo>
                    <a:pt x="462" y="0"/>
                    <a:pt x="456" y="1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47" y="3"/>
                    <a:pt x="447" y="3"/>
                    <a:pt x="447" y="3"/>
                  </a:cubicBezTo>
                  <a:cubicBezTo>
                    <a:pt x="446" y="3"/>
                    <a:pt x="446" y="3"/>
                    <a:pt x="446" y="3"/>
                  </a:cubicBezTo>
                  <a:cubicBezTo>
                    <a:pt x="442" y="1"/>
                    <a:pt x="438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8" y="1"/>
                    <a:pt x="428" y="1"/>
                  </a:cubicBezTo>
                  <a:cubicBezTo>
                    <a:pt x="423" y="1"/>
                    <a:pt x="416" y="3"/>
                    <a:pt x="409" y="6"/>
                  </a:cubicBezTo>
                  <a:cubicBezTo>
                    <a:pt x="409" y="6"/>
                    <a:pt x="409" y="6"/>
                    <a:pt x="409" y="6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3" y="5"/>
                    <a:pt x="400" y="5"/>
                    <a:pt x="397" y="5"/>
                  </a:cubicBezTo>
                  <a:cubicBezTo>
                    <a:pt x="390" y="5"/>
                    <a:pt x="381" y="7"/>
                    <a:pt x="371" y="13"/>
                  </a:cubicBezTo>
                  <a:cubicBezTo>
                    <a:pt x="371" y="13"/>
                    <a:pt x="371" y="13"/>
                    <a:pt x="371" y="13"/>
                  </a:cubicBezTo>
                  <a:cubicBezTo>
                    <a:pt x="368" y="13"/>
                    <a:pt x="368" y="13"/>
                    <a:pt x="368" y="13"/>
                  </a:cubicBezTo>
                  <a:cubicBezTo>
                    <a:pt x="368" y="13"/>
                    <a:pt x="368" y="13"/>
                    <a:pt x="368" y="13"/>
                  </a:cubicBezTo>
                  <a:cubicBezTo>
                    <a:pt x="366" y="13"/>
                    <a:pt x="365" y="13"/>
                    <a:pt x="363" y="13"/>
                  </a:cubicBezTo>
                  <a:cubicBezTo>
                    <a:pt x="355" y="13"/>
                    <a:pt x="345" y="15"/>
                    <a:pt x="334" y="23"/>
                  </a:cubicBezTo>
                  <a:cubicBezTo>
                    <a:pt x="333" y="23"/>
                    <a:pt x="333" y="23"/>
                    <a:pt x="333" y="23"/>
                  </a:cubicBezTo>
                  <a:cubicBezTo>
                    <a:pt x="331" y="24"/>
                    <a:pt x="331" y="24"/>
                    <a:pt x="331" y="24"/>
                  </a:cubicBezTo>
                  <a:cubicBezTo>
                    <a:pt x="331" y="24"/>
                    <a:pt x="331" y="24"/>
                    <a:pt x="331" y="24"/>
                  </a:cubicBezTo>
                  <a:cubicBezTo>
                    <a:pt x="330" y="24"/>
                    <a:pt x="329" y="24"/>
                    <a:pt x="329" y="24"/>
                  </a:cubicBezTo>
                  <a:cubicBezTo>
                    <a:pt x="324" y="24"/>
                    <a:pt x="319" y="25"/>
                    <a:pt x="313" y="28"/>
                  </a:cubicBezTo>
                  <a:cubicBezTo>
                    <a:pt x="311" y="29"/>
                    <a:pt x="311" y="29"/>
                    <a:pt x="311" y="29"/>
                  </a:cubicBezTo>
                  <a:cubicBezTo>
                    <a:pt x="311" y="29"/>
                    <a:pt x="311" y="29"/>
                    <a:pt x="311" y="29"/>
                  </a:cubicBezTo>
                  <a:cubicBezTo>
                    <a:pt x="306" y="31"/>
                    <a:pt x="301" y="34"/>
                    <a:pt x="296" y="38"/>
                  </a:cubicBezTo>
                  <a:cubicBezTo>
                    <a:pt x="296" y="38"/>
                    <a:pt x="296" y="38"/>
                    <a:pt x="296" y="38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3" y="40"/>
                    <a:pt x="293" y="40"/>
                    <a:pt x="293" y="40"/>
                  </a:cubicBezTo>
                  <a:cubicBezTo>
                    <a:pt x="284" y="40"/>
                    <a:pt x="273" y="44"/>
                    <a:pt x="262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7"/>
                    <a:pt x="259" y="57"/>
                    <a:pt x="259" y="57"/>
                  </a:cubicBezTo>
                  <a:cubicBezTo>
                    <a:pt x="259" y="57"/>
                    <a:pt x="259" y="57"/>
                    <a:pt x="259" y="57"/>
                  </a:cubicBezTo>
                  <a:cubicBezTo>
                    <a:pt x="250" y="59"/>
                    <a:pt x="240" y="64"/>
                    <a:pt x="229" y="77"/>
                  </a:cubicBezTo>
                  <a:cubicBezTo>
                    <a:pt x="229" y="77"/>
                    <a:pt x="229" y="77"/>
                    <a:pt x="229" y="77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1" y="80"/>
                    <a:pt x="216" y="82"/>
                    <a:pt x="211" y="87"/>
                  </a:cubicBezTo>
                  <a:cubicBezTo>
                    <a:pt x="209" y="88"/>
                    <a:pt x="209" y="88"/>
                    <a:pt x="209" y="88"/>
                  </a:cubicBezTo>
                  <a:cubicBezTo>
                    <a:pt x="209" y="88"/>
                    <a:pt x="209" y="88"/>
                    <a:pt x="209" y="88"/>
                  </a:cubicBezTo>
                  <a:cubicBezTo>
                    <a:pt x="205" y="91"/>
                    <a:pt x="201" y="95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86" y="106"/>
                    <a:pt x="177" y="113"/>
                    <a:pt x="169" y="127"/>
                  </a:cubicBezTo>
                  <a:cubicBezTo>
                    <a:pt x="169" y="127"/>
                    <a:pt x="169" y="127"/>
                    <a:pt x="169" y="127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58" y="133"/>
                    <a:pt x="150" y="140"/>
                    <a:pt x="143" y="155"/>
                  </a:cubicBezTo>
                  <a:cubicBezTo>
                    <a:pt x="143" y="155"/>
                    <a:pt x="143" y="155"/>
                    <a:pt x="143" y="155"/>
                  </a:cubicBezTo>
                  <a:cubicBezTo>
                    <a:pt x="141" y="157"/>
                    <a:pt x="141" y="157"/>
                    <a:pt x="141" y="157"/>
                  </a:cubicBezTo>
                  <a:cubicBezTo>
                    <a:pt x="141" y="158"/>
                    <a:pt x="141" y="158"/>
                    <a:pt x="141" y="158"/>
                  </a:cubicBezTo>
                  <a:cubicBezTo>
                    <a:pt x="136" y="160"/>
                    <a:pt x="132" y="164"/>
                    <a:pt x="128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3" y="175"/>
                    <a:pt x="120" y="180"/>
                    <a:pt x="118" y="186"/>
                  </a:cubicBezTo>
                  <a:cubicBezTo>
                    <a:pt x="118" y="187"/>
                    <a:pt x="118" y="187"/>
                    <a:pt x="118" y="187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08" y="194"/>
                    <a:pt x="101" y="203"/>
                    <a:pt x="96" y="218"/>
                  </a:cubicBezTo>
                  <a:cubicBezTo>
                    <a:pt x="96" y="218"/>
                    <a:pt x="96" y="218"/>
                    <a:pt x="96" y="218"/>
                  </a:cubicBezTo>
                  <a:cubicBezTo>
                    <a:pt x="95" y="220"/>
                    <a:pt x="95" y="220"/>
                    <a:pt x="95" y="220"/>
                  </a:cubicBezTo>
                  <a:cubicBezTo>
                    <a:pt x="94" y="221"/>
                    <a:pt x="94" y="221"/>
                    <a:pt x="94" y="221"/>
                  </a:cubicBezTo>
                  <a:cubicBezTo>
                    <a:pt x="87" y="226"/>
                    <a:pt x="80" y="235"/>
                    <a:pt x="77" y="251"/>
                  </a:cubicBezTo>
                  <a:cubicBezTo>
                    <a:pt x="77" y="251"/>
                    <a:pt x="77" y="251"/>
                    <a:pt x="77" y="251"/>
                  </a:cubicBezTo>
                  <a:cubicBezTo>
                    <a:pt x="76" y="254"/>
                    <a:pt x="76" y="254"/>
                    <a:pt x="76" y="254"/>
                  </a:cubicBezTo>
                  <a:cubicBezTo>
                    <a:pt x="75" y="254"/>
                    <a:pt x="75" y="254"/>
                    <a:pt x="75" y="254"/>
                  </a:cubicBezTo>
                  <a:cubicBezTo>
                    <a:pt x="71" y="257"/>
                    <a:pt x="68" y="262"/>
                    <a:pt x="65" y="268"/>
                  </a:cubicBezTo>
                  <a:cubicBezTo>
                    <a:pt x="64" y="270"/>
                    <a:pt x="64" y="270"/>
                    <a:pt x="64" y="270"/>
                  </a:cubicBezTo>
                  <a:cubicBezTo>
                    <a:pt x="64" y="270"/>
                    <a:pt x="64" y="270"/>
                    <a:pt x="64" y="270"/>
                  </a:cubicBezTo>
                  <a:cubicBezTo>
                    <a:pt x="62" y="275"/>
                    <a:pt x="60" y="280"/>
                    <a:pt x="59" y="287"/>
                  </a:cubicBezTo>
                  <a:cubicBezTo>
                    <a:pt x="59" y="287"/>
                    <a:pt x="59" y="287"/>
                    <a:pt x="59" y="287"/>
                  </a:cubicBezTo>
                  <a:cubicBezTo>
                    <a:pt x="58" y="289"/>
                    <a:pt x="58" y="289"/>
                    <a:pt x="58" y="289"/>
                  </a:cubicBezTo>
                  <a:cubicBezTo>
                    <a:pt x="58" y="290"/>
                    <a:pt x="58" y="290"/>
                    <a:pt x="58" y="290"/>
                  </a:cubicBezTo>
                  <a:cubicBezTo>
                    <a:pt x="51" y="296"/>
                    <a:pt x="46" y="306"/>
                    <a:pt x="44" y="322"/>
                  </a:cubicBezTo>
                  <a:cubicBezTo>
                    <a:pt x="44" y="322"/>
                    <a:pt x="44" y="322"/>
                    <a:pt x="44" y="322"/>
                  </a:cubicBezTo>
                  <a:cubicBezTo>
                    <a:pt x="43" y="325"/>
                    <a:pt x="43" y="325"/>
                    <a:pt x="43" y="325"/>
                  </a:cubicBezTo>
                  <a:cubicBezTo>
                    <a:pt x="43" y="325"/>
                    <a:pt x="43" y="325"/>
                    <a:pt x="43" y="325"/>
                  </a:cubicBezTo>
                  <a:cubicBezTo>
                    <a:pt x="37" y="332"/>
                    <a:pt x="32" y="342"/>
                    <a:pt x="32" y="358"/>
                  </a:cubicBezTo>
                  <a:cubicBezTo>
                    <a:pt x="32" y="359"/>
                    <a:pt x="32" y="359"/>
                    <a:pt x="32" y="359"/>
                  </a:cubicBezTo>
                  <a:cubicBezTo>
                    <a:pt x="31" y="361"/>
                    <a:pt x="31" y="361"/>
                    <a:pt x="31" y="361"/>
                  </a:cubicBezTo>
                  <a:cubicBezTo>
                    <a:pt x="31" y="361"/>
                    <a:pt x="31" y="361"/>
                    <a:pt x="31" y="361"/>
                  </a:cubicBezTo>
                  <a:cubicBezTo>
                    <a:pt x="27" y="365"/>
                    <a:pt x="25" y="370"/>
                    <a:pt x="23" y="377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22" y="383"/>
                    <a:pt x="21" y="388"/>
                    <a:pt x="21" y="393"/>
                  </a:cubicBezTo>
                  <a:cubicBezTo>
                    <a:pt x="21" y="394"/>
                    <a:pt x="21" y="395"/>
                    <a:pt x="21" y="397"/>
                  </a:cubicBezTo>
                  <a:cubicBezTo>
                    <a:pt x="21" y="397"/>
                    <a:pt x="21" y="397"/>
                    <a:pt x="21" y="397"/>
                  </a:cubicBezTo>
                  <a:cubicBezTo>
                    <a:pt x="21" y="399"/>
                    <a:pt x="21" y="399"/>
                    <a:pt x="21" y="399"/>
                  </a:cubicBezTo>
                  <a:cubicBezTo>
                    <a:pt x="20" y="400"/>
                    <a:pt x="20" y="400"/>
                    <a:pt x="20" y="400"/>
                  </a:cubicBezTo>
                  <a:cubicBezTo>
                    <a:pt x="16" y="406"/>
                    <a:pt x="13" y="414"/>
                    <a:pt x="13" y="426"/>
                  </a:cubicBezTo>
                  <a:cubicBezTo>
                    <a:pt x="13" y="429"/>
                    <a:pt x="13" y="431"/>
                    <a:pt x="13" y="434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3" y="437"/>
                    <a:pt x="13" y="437"/>
                    <a:pt x="13" y="437"/>
                  </a:cubicBezTo>
                  <a:cubicBezTo>
                    <a:pt x="13" y="437"/>
                    <a:pt x="13" y="437"/>
                    <a:pt x="13" y="437"/>
                  </a:cubicBezTo>
                  <a:cubicBezTo>
                    <a:pt x="9" y="443"/>
                    <a:pt x="7" y="450"/>
                    <a:pt x="7" y="460"/>
                  </a:cubicBezTo>
                  <a:cubicBezTo>
                    <a:pt x="7" y="464"/>
                    <a:pt x="7" y="468"/>
                    <a:pt x="8" y="472"/>
                  </a:cubicBezTo>
                  <a:cubicBezTo>
                    <a:pt x="8" y="472"/>
                    <a:pt x="8" y="472"/>
                    <a:pt x="8" y="472"/>
                  </a:cubicBezTo>
                  <a:cubicBezTo>
                    <a:pt x="8" y="474"/>
                    <a:pt x="8" y="474"/>
                    <a:pt x="8" y="474"/>
                  </a:cubicBezTo>
                  <a:cubicBezTo>
                    <a:pt x="7" y="475"/>
                    <a:pt x="7" y="475"/>
                    <a:pt x="7" y="475"/>
                  </a:cubicBezTo>
                  <a:cubicBezTo>
                    <a:pt x="5" y="479"/>
                    <a:pt x="3" y="485"/>
                    <a:pt x="3" y="492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3" y="493"/>
                    <a:pt x="2" y="495"/>
                    <a:pt x="2" y="496"/>
                  </a:cubicBezTo>
                  <a:cubicBezTo>
                    <a:pt x="2" y="501"/>
                    <a:pt x="3" y="506"/>
                    <a:pt x="4" y="511"/>
                  </a:cubicBezTo>
                  <a:cubicBezTo>
                    <a:pt x="4" y="512"/>
                    <a:pt x="4" y="512"/>
                    <a:pt x="4" y="512"/>
                  </a:cubicBezTo>
                  <a:cubicBezTo>
                    <a:pt x="4" y="514"/>
                    <a:pt x="4" y="514"/>
                    <a:pt x="4" y="514"/>
                  </a:cubicBezTo>
                  <a:cubicBezTo>
                    <a:pt x="4" y="515"/>
                    <a:pt x="4" y="515"/>
                    <a:pt x="4" y="515"/>
                  </a:cubicBezTo>
                  <a:cubicBezTo>
                    <a:pt x="2" y="519"/>
                    <a:pt x="1" y="525"/>
                    <a:pt x="1" y="531"/>
                  </a:cubicBezTo>
                  <a:cubicBezTo>
                    <a:pt x="1" y="536"/>
                    <a:pt x="1" y="543"/>
                    <a:pt x="3" y="549"/>
                  </a:cubicBezTo>
                  <a:cubicBezTo>
                    <a:pt x="3" y="550"/>
                    <a:pt x="3" y="550"/>
                    <a:pt x="3" y="550"/>
                  </a:cubicBezTo>
                  <a:cubicBezTo>
                    <a:pt x="3" y="552"/>
                    <a:pt x="3" y="552"/>
                    <a:pt x="3" y="552"/>
                  </a:cubicBezTo>
                  <a:cubicBezTo>
                    <a:pt x="3" y="552"/>
                    <a:pt x="3" y="552"/>
                    <a:pt x="3" y="552"/>
                  </a:cubicBezTo>
                  <a:cubicBezTo>
                    <a:pt x="2" y="557"/>
                    <a:pt x="0" y="562"/>
                    <a:pt x="0" y="568"/>
                  </a:cubicBezTo>
                  <a:cubicBezTo>
                    <a:pt x="0" y="573"/>
                    <a:pt x="2" y="580"/>
                    <a:pt x="4" y="587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4" y="590"/>
                    <a:pt x="4" y="590"/>
                    <a:pt x="4" y="590"/>
                  </a:cubicBezTo>
                  <a:cubicBezTo>
                    <a:pt x="4" y="591"/>
                    <a:pt x="4" y="591"/>
                    <a:pt x="4" y="591"/>
                  </a:cubicBezTo>
                  <a:cubicBezTo>
                    <a:pt x="3" y="594"/>
                    <a:pt x="2" y="598"/>
                    <a:pt x="2" y="603"/>
                  </a:cubicBezTo>
                  <a:cubicBezTo>
                    <a:pt x="2" y="605"/>
                    <a:pt x="3" y="606"/>
                    <a:pt x="3" y="608"/>
                  </a:cubicBezTo>
                  <a:cubicBezTo>
                    <a:pt x="3" y="610"/>
                    <a:pt x="3" y="610"/>
                    <a:pt x="3" y="610"/>
                  </a:cubicBezTo>
                  <a:cubicBezTo>
                    <a:pt x="3" y="610"/>
                    <a:pt x="3" y="610"/>
                    <a:pt x="3" y="610"/>
                  </a:cubicBezTo>
                  <a:cubicBezTo>
                    <a:pt x="4" y="615"/>
                    <a:pt x="5" y="621"/>
                    <a:pt x="8" y="627"/>
                  </a:cubicBezTo>
                  <a:cubicBezTo>
                    <a:pt x="8" y="627"/>
                    <a:pt x="8" y="627"/>
                    <a:pt x="8" y="627"/>
                  </a:cubicBezTo>
                  <a:cubicBezTo>
                    <a:pt x="8" y="630"/>
                    <a:pt x="8" y="630"/>
                    <a:pt x="8" y="630"/>
                  </a:cubicBezTo>
                  <a:cubicBezTo>
                    <a:pt x="8" y="630"/>
                    <a:pt x="8" y="630"/>
                    <a:pt x="8" y="630"/>
                  </a:cubicBezTo>
                  <a:cubicBezTo>
                    <a:pt x="7" y="633"/>
                    <a:pt x="7" y="636"/>
                    <a:pt x="7" y="640"/>
                  </a:cubicBezTo>
                  <a:cubicBezTo>
                    <a:pt x="7" y="647"/>
                    <a:pt x="9" y="655"/>
                    <a:pt x="13" y="665"/>
                  </a:cubicBezTo>
                  <a:cubicBezTo>
                    <a:pt x="13" y="665"/>
                    <a:pt x="13" y="665"/>
                    <a:pt x="13" y="665"/>
                  </a:cubicBezTo>
                  <a:cubicBezTo>
                    <a:pt x="14" y="668"/>
                    <a:pt x="14" y="668"/>
                    <a:pt x="14" y="668"/>
                  </a:cubicBezTo>
                  <a:cubicBezTo>
                    <a:pt x="14" y="668"/>
                    <a:pt x="14" y="668"/>
                    <a:pt x="14" y="668"/>
                  </a:cubicBezTo>
                  <a:cubicBezTo>
                    <a:pt x="13" y="670"/>
                    <a:pt x="13" y="673"/>
                    <a:pt x="13" y="675"/>
                  </a:cubicBezTo>
                  <a:cubicBezTo>
                    <a:pt x="13" y="683"/>
                    <a:pt x="15" y="692"/>
                    <a:pt x="21" y="702"/>
                  </a:cubicBezTo>
                  <a:cubicBezTo>
                    <a:pt x="21" y="702"/>
                    <a:pt x="21" y="702"/>
                    <a:pt x="21" y="702"/>
                  </a:cubicBezTo>
                  <a:cubicBezTo>
                    <a:pt x="22" y="705"/>
                    <a:pt x="22" y="705"/>
                    <a:pt x="22" y="705"/>
                  </a:cubicBezTo>
                  <a:cubicBezTo>
                    <a:pt x="22" y="705"/>
                    <a:pt x="22" y="705"/>
                    <a:pt x="22" y="705"/>
                  </a:cubicBezTo>
                  <a:cubicBezTo>
                    <a:pt x="21" y="707"/>
                    <a:pt x="21" y="709"/>
                    <a:pt x="21" y="710"/>
                  </a:cubicBezTo>
                  <a:cubicBezTo>
                    <a:pt x="21" y="714"/>
                    <a:pt x="22" y="718"/>
                    <a:pt x="23" y="723"/>
                  </a:cubicBezTo>
                  <a:cubicBezTo>
                    <a:pt x="24" y="725"/>
                    <a:pt x="24" y="725"/>
                    <a:pt x="24" y="725"/>
                  </a:cubicBezTo>
                  <a:cubicBezTo>
                    <a:pt x="24" y="725"/>
                    <a:pt x="24" y="725"/>
                    <a:pt x="24" y="725"/>
                  </a:cubicBezTo>
                  <a:cubicBezTo>
                    <a:pt x="25" y="730"/>
                    <a:pt x="28" y="735"/>
                    <a:pt x="31" y="741"/>
                  </a:cubicBezTo>
                  <a:cubicBezTo>
                    <a:pt x="32" y="741"/>
                    <a:pt x="32" y="741"/>
                    <a:pt x="32" y="741"/>
                  </a:cubicBezTo>
                  <a:cubicBezTo>
                    <a:pt x="32" y="743"/>
                    <a:pt x="32" y="743"/>
                    <a:pt x="32" y="743"/>
                  </a:cubicBezTo>
                  <a:cubicBezTo>
                    <a:pt x="32" y="744"/>
                    <a:pt x="32" y="744"/>
                    <a:pt x="32" y="744"/>
                  </a:cubicBezTo>
                  <a:cubicBezTo>
                    <a:pt x="32" y="745"/>
                    <a:pt x="32" y="745"/>
                    <a:pt x="32" y="746"/>
                  </a:cubicBezTo>
                  <a:cubicBezTo>
                    <a:pt x="32" y="755"/>
                    <a:pt x="35" y="765"/>
                    <a:pt x="44" y="777"/>
                  </a:cubicBezTo>
                  <a:cubicBezTo>
                    <a:pt x="44" y="777"/>
                    <a:pt x="44" y="777"/>
                    <a:pt x="44" y="777"/>
                  </a:cubicBezTo>
                  <a:cubicBezTo>
                    <a:pt x="45" y="779"/>
                    <a:pt x="45" y="779"/>
                    <a:pt x="45" y="779"/>
                  </a:cubicBezTo>
                  <a:cubicBezTo>
                    <a:pt x="45" y="780"/>
                    <a:pt x="45" y="780"/>
                    <a:pt x="45" y="780"/>
                  </a:cubicBezTo>
                  <a:cubicBezTo>
                    <a:pt x="45" y="780"/>
                    <a:pt x="45" y="780"/>
                    <a:pt x="45" y="781"/>
                  </a:cubicBezTo>
                  <a:cubicBezTo>
                    <a:pt x="45" y="790"/>
                    <a:pt x="49" y="800"/>
                    <a:pt x="59" y="812"/>
                  </a:cubicBezTo>
                  <a:cubicBezTo>
                    <a:pt x="59" y="812"/>
                    <a:pt x="59" y="812"/>
                    <a:pt x="59" y="812"/>
                  </a:cubicBezTo>
                  <a:cubicBezTo>
                    <a:pt x="60" y="814"/>
                    <a:pt x="60" y="814"/>
                    <a:pt x="60" y="814"/>
                  </a:cubicBezTo>
                  <a:cubicBezTo>
                    <a:pt x="60" y="815"/>
                    <a:pt x="60" y="815"/>
                    <a:pt x="60" y="815"/>
                  </a:cubicBezTo>
                  <a:cubicBezTo>
                    <a:pt x="60" y="820"/>
                    <a:pt x="62" y="826"/>
                    <a:pt x="65" y="832"/>
                  </a:cubicBezTo>
                  <a:cubicBezTo>
                    <a:pt x="65" y="832"/>
                    <a:pt x="65" y="832"/>
                    <a:pt x="65" y="832"/>
                  </a:cubicBezTo>
                  <a:cubicBezTo>
                    <a:pt x="67" y="837"/>
                    <a:pt x="71" y="842"/>
                    <a:pt x="76" y="848"/>
                  </a:cubicBezTo>
                  <a:cubicBezTo>
                    <a:pt x="77" y="848"/>
                    <a:pt x="77" y="848"/>
                    <a:pt x="77" y="848"/>
                  </a:cubicBezTo>
                  <a:cubicBezTo>
                    <a:pt x="78" y="850"/>
                    <a:pt x="78" y="850"/>
                    <a:pt x="78" y="850"/>
                  </a:cubicBezTo>
                  <a:cubicBezTo>
                    <a:pt x="78" y="851"/>
                    <a:pt x="78" y="851"/>
                    <a:pt x="78" y="851"/>
                  </a:cubicBezTo>
                  <a:cubicBezTo>
                    <a:pt x="79" y="860"/>
                    <a:pt x="84" y="870"/>
                    <a:pt x="96" y="881"/>
                  </a:cubicBezTo>
                  <a:cubicBezTo>
                    <a:pt x="96" y="881"/>
                    <a:pt x="96" y="881"/>
                    <a:pt x="96" y="881"/>
                  </a:cubicBezTo>
                  <a:cubicBezTo>
                    <a:pt x="97" y="883"/>
                    <a:pt x="97" y="883"/>
                    <a:pt x="97" y="883"/>
                  </a:cubicBezTo>
                  <a:cubicBezTo>
                    <a:pt x="97" y="884"/>
                    <a:pt x="97" y="884"/>
                    <a:pt x="97" y="884"/>
                  </a:cubicBezTo>
                  <a:cubicBezTo>
                    <a:pt x="99" y="893"/>
                    <a:pt x="104" y="902"/>
                    <a:pt x="117" y="912"/>
                  </a:cubicBezTo>
                  <a:cubicBezTo>
                    <a:pt x="117" y="913"/>
                    <a:pt x="117" y="913"/>
                    <a:pt x="117" y="913"/>
                  </a:cubicBezTo>
                  <a:cubicBezTo>
                    <a:pt x="119" y="915"/>
                    <a:pt x="119" y="915"/>
                    <a:pt x="119" y="915"/>
                  </a:cubicBezTo>
                  <a:cubicBezTo>
                    <a:pt x="119" y="915"/>
                    <a:pt x="119" y="915"/>
                    <a:pt x="119" y="915"/>
                  </a:cubicBezTo>
                  <a:cubicBezTo>
                    <a:pt x="120" y="920"/>
                    <a:pt x="123" y="925"/>
                    <a:pt x="127" y="930"/>
                  </a:cubicBezTo>
                  <a:cubicBezTo>
                    <a:pt x="129" y="932"/>
                    <a:pt x="129" y="932"/>
                    <a:pt x="129" y="932"/>
                  </a:cubicBezTo>
                  <a:cubicBezTo>
                    <a:pt x="129" y="932"/>
                    <a:pt x="129" y="932"/>
                    <a:pt x="129" y="932"/>
                  </a:cubicBezTo>
                  <a:cubicBezTo>
                    <a:pt x="132" y="936"/>
                    <a:pt x="136" y="940"/>
                    <a:pt x="142" y="944"/>
                  </a:cubicBezTo>
                  <a:cubicBezTo>
                    <a:pt x="142" y="944"/>
                    <a:pt x="142" y="944"/>
                    <a:pt x="142" y="944"/>
                  </a:cubicBezTo>
                  <a:cubicBezTo>
                    <a:pt x="144" y="946"/>
                    <a:pt x="144" y="946"/>
                    <a:pt x="144" y="946"/>
                  </a:cubicBezTo>
                  <a:cubicBezTo>
                    <a:pt x="144" y="946"/>
                    <a:pt x="144" y="946"/>
                    <a:pt x="144" y="946"/>
                  </a:cubicBezTo>
                  <a:cubicBezTo>
                    <a:pt x="147" y="955"/>
                    <a:pt x="154" y="964"/>
                    <a:pt x="168" y="972"/>
                  </a:cubicBezTo>
                  <a:cubicBezTo>
                    <a:pt x="169" y="972"/>
                    <a:pt x="169" y="972"/>
                    <a:pt x="169" y="972"/>
                  </a:cubicBezTo>
                  <a:cubicBezTo>
                    <a:pt x="170" y="974"/>
                    <a:pt x="170" y="974"/>
                    <a:pt x="170" y="974"/>
                  </a:cubicBezTo>
                  <a:cubicBezTo>
                    <a:pt x="171" y="974"/>
                    <a:pt x="171" y="974"/>
                    <a:pt x="171" y="974"/>
                  </a:cubicBezTo>
                  <a:cubicBezTo>
                    <a:pt x="174" y="982"/>
                    <a:pt x="182" y="991"/>
                    <a:pt x="197" y="998"/>
                  </a:cubicBezTo>
                  <a:cubicBezTo>
                    <a:pt x="197" y="998"/>
                    <a:pt x="197" y="998"/>
                    <a:pt x="197" y="998"/>
                  </a:cubicBezTo>
                  <a:cubicBezTo>
                    <a:pt x="199" y="1000"/>
                    <a:pt x="199" y="1000"/>
                    <a:pt x="199" y="1000"/>
                  </a:cubicBezTo>
                  <a:cubicBezTo>
                    <a:pt x="199" y="1000"/>
                    <a:pt x="199" y="1000"/>
                    <a:pt x="199" y="1000"/>
                  </a:cubicBezTo>
                  <a:cubicBezTo>
                    <a:pt x="201" y="1005"/>
                    <a:pt x="205" y="1009"/>
                    <a:pt x="211" y="1013"/>
                  </a:cubicBezTo>
                  <a:cubicBezTo>
                    <a:pt x="211" y="1013"/>
                    <a:pt x="211" y="1013"/>
                    <a:pt x="211" y="1013"/>
                  </a:cubicBezTo>
                  <a:cubicBezTo>
                    <a:pt x="215" y="1017"/>
                    <a:pt x="221" y="1020"/>
                    <a:pt x="229" y="1022"/>
                  </a:cubicBezTo>
                  <a:cubicBezTo>
                    <a:pt x="229" y="1023"/>
                    <a:pt x="229" y="1023"/>
                    <a:pt x="229" y="1023"/>
                  </a:cubicBezTo>
                  <a:cubicBezTo>
                    <a:pt x="231" y="1024"/>
                    <a:pt x="231" y="1024"/>
                    <a:pt x="231" y="1024"/>
                  </a:cubicBezTo>
                  <a:cubicBezTo>
                    <a:pt x="231" y="1024"/>
                    <a:pt x="231" y="1024"/>
                    <a:pt x="231" y="1024"/>
                  </a:cubicBezTo>
                  <a:cubicBezTo>
                    <a:pt x="236" y="1032"/>
                    <a:pt x="245" y="1039"/>
                    <a:pt x="261" y="1043"/>
                  </a:cubicBezTo>
                  <a:cubicBezTo>
                    <a:pt x="261" y="1043"/>
                    <a:pt x="261" y="1043"/>
                    <a:pt x="261" y="1043"/>
                  </a:cubicBezTo>
                  <a:cubicBezTo>
                    <a:pt x="263" y="1045"/>
                    <a:pt x="263" y="1045"/>
                    <a:pt x="263" y="1045"/>
                  </a:cubicBezTo>
                  <a:cubicBezTo>
                    <a:pt x="264" y="1045"/>
                    <a:pt x="264" y="1045"/>
                    <a:pt x="264" y="1045"/>
                  </a:cubicBezTo>
                  <a:cubicBezTo>
                    <a:pt x="269" y="1052"/>
                    <a:pt x="279" y="1058"/>
                    <a:pt x="295" y="1061"/>
                  </a:cubicBezTo>
                  <a:cubicBezTo>
                    <a:pt x="296" y="1061"/>
                    <a:pt x="296" y="1061"/>
                    <a:pt x="296" y="1061"/>
                  </a:cubicBezTo>
                  <a:cubicBezTo>
                    <a:pt x="298" y="1062"/>
                    <a:pt x="298" y="1062"/>
                    <a:pt x="298" y="1062"/>
                  </a:cubicBezTo>
                  <a:cubicBezTo>
                    <a:pt x="298" y="1062"/>
                    <a:pt x="298" y="1062"/>
                    <a:pt x="298" y="1062"/>
                  </a:cubicBezTo>
                  <a:cubicBezTo>
                    <a:pt x="302" y="1066"/>
                    <a:pt x="307" y="1069"/>
                    <a:pt x="313" y="1072"/>
                  </a:cubicBezTo>
                  <a:cubicBezTo>
                    <a:pt x="313" y="1072"/>
                    <a:pt x="313" y="1072"/>
                    <a:pt x="313" y="1072"/>
                  </a:cubicBezTo>
                  <a:cubicBezTo>
                    <a:pt x="318" y="1074"/>
                    <a:pt x="325" y="1076"/>
                    <a:pt x="333" y="1076"/>
                  </a:cubicBezTo>
                  <a:cubicBezTo>
                    <a:pt x="333" y="1076"/>
                    <a:pt x="333" y="1076"/>
                    <a:pt x="333" y="1076"/>
                  </a:cubicBezTo>
                  <a:cubicBezTo>
                    <a:pt x="336" y="1077"/>
                    <a:pt x="336" y="1077"/>
                    <a:pt x="336" y="1077"/>
                  </a:cubicBezTo>
                  <a:cubicBezTo>
                    <a:pt x="336" y="1077"/>
                    <a:pt x="336" y="1077"/>
                    <a:pt x="336" y="1077"/>
                  </a:cubicBezTo>
                  <a:cubicBezTo>
                    <a:pt x="342" y="1083"/>
                    <a:pt x="352" y="1087"/>
                    <a:pt x="368" y="1087"/>
                  </a:cubicBezTo>
                  <a:cubicBezTo>
                    <a:pt x="368" y="1087"/>
                    <a:pt x="369" y="1087"/>
                    <a:pt x="370" y="1087"/>
                  </a:cubicBezTo>
                  <a:cubicBezTo>
                    <a:pt x="370" y="1087"/>
                    <a:pt x="370" y="1087"/>
                    <a:pt x="370" y="1087"/>
                  </a:cubicBezTo>
                  <a:cubicBezTo>
                    <a:pt x="373" y="1087"/>
                    <a:pt x="373" y="1087"/>
                    <a:pt x="373" y="1087"/>
                  </a:cubicBezTo>
                  <a:cubicBezTo>
                    <a:pt x="373" y="1088"/>
                    <a:pt x="373" y="1088"/>
                    <a:pt x="373" y="1088"/>
                  </a:cubicBezTo>
                  <a:cubicBezTo>
                    <a:pt x="379" y="1092"/>
                    <a:pt x="387" y="1095"/>
                    <a:pt x="398" y="1095"/>
                  </a:cubicBezTo>
                  <a:cubicBezTo>
                    <a:pt x="401" y="1095"/>
                    <a:pt x="404" y="1094"/>
                    <a:pt x="408" y="1094"/>
                  </a:cubicBezTo>
                  <a:cubicBezTo>
                    <a:pt x="408" y="1094"/>
                    <a:pt x="408" y="1094"/>
                    <a:pt x="408" y="1094"/>
                  </a:cubicBezTo>
                  <a:cubicBezTo>
                    <a:pt x="411" y="1094"/>
                    <a:pt x="411" y="1094"/>
                    <a:pt x="411" y="1094"/>
                  </a:cubicBezTo>
                  <a:cubicBezTo>
                    <a:pt x="411" y="1094"/>
                    <a:pt x="411" y="1094"/>
                    <a:pt x="411" y="1094"/>
                  </a:cubicBezTo>
                  <a:cubicBezTo>
                    <a:pt x="416" y="1097"/>
                    <a:pt x="421" y="1098"/>
                    <a:pt x="428" y="1099"/>
                  </a:cubicBezTo>
                  <a:cubicBezTo>
                    <a:pt x="430" y="1099"/>
                    <a:pt x="430" y="1099"/>
                    <a:pt x="430" y="1099"/>
                  </a:cubicBezTo>
                  <a:cubicBezTo>
                    <a:pt x="430" y="1099"/>
                    <a:pt x="430" y="1099"/>
                    <a:pt x="430" y="1099"/>
                  </a:cubicBezTo>
                  <a:cubicBezTo>
                    <a:pt x="431" y="1099"/>
                    <a:pt x="432" y="1099"/>
                    <a:pt x="433" y="1099"/>
                  </a:cubicBezTo>
                  <a:cubicBezTo>
                    <a:pt x="437" y="1099"/>
                    <a:pt x="443" y="1098"/>
                    <a:pt x="448" y="1097"/>
                  </a:cubicBezTo>
                  <a:cubicBezTo>
                    <a:pt x="449" y="1097"/>
                    <a:pt x="449" y="1097"/>
                    <a:pt x="449" y="1097"/>
                  </a:cubicBezTo>
                  <a:cubicBezTo>
                    <a:pt x="451" y="1097"/>
                    <a:pt x="451" y="1097"/>
                    <a:pt x="451" y="1097"/>
                  </a:cubicBezTo>
                  <a:cubicBezTo>
                    <a:pt x="452" y="1097"/>
                    <a:pt x="452" y="1097"/>
                    <a:pt x="452" y="1097"/>
                  </a:cubicBezTo>
                  <a:cubicBezTo>
                    <a:pt x="456" y="1099"/>
                    <a:pt x="460" y="1100"/>
                    <a:pt x="466" y="1100"/>
                  </a:cubicBezTo>
                  <a:cubicBezTo>
                    <a:pt x="472" y="1100"/>
                    <a:pt x="479" y="1099"/>
                    <a:pt x="487" y="1096"/>
                  </a:cubicBezTo>
                  <a:cubicBezTo>
                    <a:pt x="487" y="1096"/>
                    <a:pt x="487" y="1096"/>
                    <a:pt x="487" y="1096"/>
                  </a:cubicBezTo>
                  <a:cubicBezTo>
                    <a:pt x="490" y="1096"/>
                    <a:pt x="490" y="1096"/>
                    <a:pt x="490" y="1096"/>
                  </a:cubicBezTo>
                  <a:cubicBezTo>
                    <a:pt x="490" y="1096"/>
                    <a:pt x="490" y="1096"/>
                    <a:pt x="490" y="1096"/>
                  </a:cubicBezTo>
                  <a:cubicBezTo>
                    <a:pt x="493" y="1097"/>
                    <a:pt x="497" y="1097"/>
                    <a:pt x="501" y="1097"/>
                  </a:cubicBezTo>
                  <a:cubicBezTo>
                    <a:pt x="508" y="1097"/>
                    <a:pt x="516" y="1096"/>
                    <a:pt x="526" y="1091"/>
                  </a:cubicBezTo>
                  <a:cubicBezTo>
                    <a:pt x="526" y="1091"/>
                    <a:pt x="526" y="1091"/>
                    <a:pt x="526" y="1091"/>
                  </a:cubicBezTo>
                  <a:cubicBezTo>
                    <a:pt x="528" y="1091"/>
                    <a:pt x="528" y="1091"/>
                    <a:pt x="528" y="1091"/>
                  </a:cubicBezTo>
                  <a:cubicBezTo>
                    <a:pt x="529" y="1091"/>
                    <a:pt x="529" y="1091"/>
                    <a:pt x="529" y="1091"/>
                  </a:cubicBezTo>
                  <a:cubicBezTo>
                    <a:pt x="531" y="1091"/>
                    <a:pt x="533" y="1091"/>
                    <a:pt x="535" y="1091"/>
                  </a:cubicBezTo>
                  <a:cubicBezTo>
                    <a:pt x="538" y="1091"/>
                    <a:pt x="542" y="1091"/>
                    <a:pt x="546" y="1090"/>
                  </a:cubicBezTo>
                  <a:cubicBezTo>
                    <a:pt x="547" y="1090"/>
                    <a:pt x="547" y="1090"/>
                    <a:pt x="547" y="1090"/>
                  </a:cubicBezTo>
                  <a:cubicBezTo>
                    <a:pt x="552" y="1089"/>
                    <a:pt x="558" y="1086"/>
                    <a:pt x="565" y="1082"/>
                  </a:cubicBezTo>
                  <a:cubicBezTo>
                    <a:pt x="565" y="1082"/>
                    <a:pt x="565" y="1082"/>
                    <a:pt x="565" y="1082"/>
                  </a:cubicBezTo>
                  <a:cubicBezTo>
                    <a:pt x="568" y="1081"/>
                    <a:pt x="568" y="1081"/>
                    <a:pt x="568" y="1081"/>
                  </a:cubicBezTo>
                  <a:cubicBezTo>
                    <a:pt x="568" y="1081"/>
                    <a:pt x="568" y="1081"/>
                    <a:pt x="568" y="1081"/>
                  </a:cubicBezTo>
                  <a:cubicBezTo>
                    <a:pt x="569" y="1081"/>
                    <a:pt x="570" y="1081"/>
                    <a:pt x="571" y="1081"/>
                  </a:cubicBezTo>
                  <a:cubicBezTo>
                    <a:pt x="580" y="1081"/>
                    <a:pt x="590" y="1078"/>
                    <a:pt x="601" y="1069"/>
                  </a:cubicBezTo>
                  <a:cubicBezTo>
                    <a:pt x="602" y="1069"/>
                    <a:pt x="602" y="1069"/>
                    <a:pt x="602" y="1069"/>
                  </a:cubicBezTo>
                  <a:cubicBezTo>
                    <a:pt x="604" y="1068"/>
                    <a:pt x="604" y="1068"/>
                    <a:pt x="604" y="1068"/>
                  </a:cubicBezTo>
                  <a:cubicBezTo>
                    <a:pt x="604" y="1068"/>
                    <a:pt x="604" y="1068"/>
                    <a:pt x="604" y="1068"/>
                  </a:cubicBezTo>
                  <a:cubicBezTo>
                    <a:pt x="605" y="1068"/>
                    <a:pt x="605" y="1068"/>
                    <a:pt x="605" y="1068"/>
                  </a:cubicBezTo>
                  <a:cubicBezTo>
                    <a:pt x="614" y="1068"/>
                    <a:pt x="625" y="1064"/>
                    <a:pt x="637" y="1053"/>
                  </a:cubicBezTo>
                  <a:cubicBezTo>
                    <a:pt x="637" y="1053"/>
                    <a:pt x="637" y="1053"/>
                    <a:pt x="637" y="1053"/>
                  </a:cubicBezTo>
                  <a:cubicBezTo>
                    <a:pt x="639" y="1052"/>
                    <a:pt x="639" y="1052"/>
                    <a:pt x="639" y="1052"/>
                  </a:cubicBezTo>
                  <a:cubicBezTo>
                    <a:pt x="639" y="1052"/>
                    <a:pt x="639" y="1052"/>
                    <a:pt x="639" y="1052"/>
                  </a:cubicBezTo>
                  <a:cubicBezTo>
                    <a:pt x="645" y="1051"/>
                    <a:pt x="650" y="1050"/>
                    <a:pt x="656" y="1046"/>
                  </a:cubicBezTo>
                  <a:cubicBezTo>
                    <a:pt x="656" y="1046"/>
                    <a:pt x="656" y="1046"/>
                    <a:pt x="656" y="1046"/>
                  </a:cubicBezTo>
                  <a:cubicBezTo>
                    <a:pt x="661" y="1043"/>
                    <a:pt x="666" y="1039"/>
                    <a:pt x="672" y="1033"/>
                  </a:cubicBezTo>
                  <a:cubicBezTo>
                    <a:pt x="672" y="1033"/>
                    <a:pt x="672" y="1033"/>
                    <a:pt x="672" y="1033"/>
                  </a:cubicBezTo>
                  <a:cubicBezTo>
                    <a:pt x="674" y="1032"/>
                    <a:pt x="674" y="1032"/>
                    <a:pt x="674" y="1032"/>
                  </a:cubicBezTo>
                  <a:cubicBezTo>
                    <a:pt x="674" y="1032"/>
                    <a:pt x="674" y="1032"/>
                    <a:pt x="674" y="1032"/>
                  </a:cubicBezTo>
                  <a:cubicBezTo>
                    <a:pt x="683" y="1030"/>
                    <a:pt x="693" y="1024"/>
                    <a:pt x="703" y="1011"/>
                  </a:cubicBezTo>
                  <a:cubicBezTo>
                    <a:pt x="703" y="1011"/>
                    <a:pt x="703" y="1011"/>
                    <a:pt x="703" y="1011"/>
                  </a:cubicBezTo>
                  <a:cubicBezTo>
                    <a:pt x="705" y="1009"/>
                    <a:pt x="705" y="1009"/>
                    <a:pt x="705" y="1009"/>
                  </a:cubicBezTo>
                  <a:cubicBezTo>
                    <a:pt x="706" y="1009"/>
                    <a:pt x="706" y="1009"/>
                    <a:pt x="706" y="1009"/>
                  </a:cubicBezTo>
                  <a:cubicBezTo>
                    <a:pt x="714" y="1007"/>
                    <a:pt x="724" y="1000"/>
                    <a:pt x="733" y="986"/>
                  </a:cubicBezTo>
                  <a:cubicBezTo>
                    <a:pt x="733" y="986"/>
                    <a:pt x="733" y="986"/>
                    <a:pt x="733" y="986"/>
                  </a:cubicBezTo>
                  <a:cubicBezTo>
                    <a:pt x="735" y="984"/>
                    <a:pt x="735" y="984"/>
                    <a:pt x="735" y="984"/>
                  </a:cubicBezTo>
                  <a:cubicBezTo>
                    <a:pt x="735" y="984"/>
                    <a:pt x="735" y="984"/>
                    <a:pt x="735" y="984"/>
                  </a:cubicBezTo>
                  <a:cubicBezTo>
                    <a:pt x="740" y="982"/>
                    <a:pt x="745" y="979"/>
                    <a:pt x="750" y="974"/>
                  </a:cubicBezTo>
                  <a:cubicBezTo>
                    <a:pt x="751" y="973"/>
                    <a:pt x="751" y="973"/>
                    <a:pt x="751" y="973"/>
                  </a:cubicBezTo>
                  <a:cubicBezTo>
                    <a:pt x="751" y="973"/>
                    <a:pt x="751" y="973"/>
                    <a:pt x="751" y="973"/>
                  </a:cubicBezTo>
                  <a:cubicBezTo>
                    <a:pt x="755" y="969"/>
                    <a:pt x="758" y="964"/>
                    <a:pt x="761" y="958"/>
                  </a:cubicBezTo>
                  <a:cubicBezTo>
                    <a:pt x="761" y="958"/>
                    <a:pt x="761" y="958"/>
                    <a:pt x="761" y="958"/>
                  </a:cubicBezTo>
                  <a:cubicBezTo>
                    <a:pt x="763" y="956"/>
                    <a:pt x="763" y="956"/>
                    <a:pt x="763" y="956"/>
                  </a:cubicBezTo>
                  <a:cubicBezTo>
                    <a:pt x="763" y="956"/>
                    <a:pt x="763" y="956"/>
                    <a:pt x="763" y="956"/>
                  </a:cubicBezTo>
                  <a:cubicBezTo>
                    <a:pt x="771" y="952"/>
                    <a:pt x="780" y="944"/>
                    <a:pt x="786" y="929"/>
                  </a:cubicBezTo>
                  <a:cubicBezTo>
                    <a:pt x="786" y="929"/>
                    <a:pt x="786" y="929"/>
                    <a:pt x="786" y="929"/>
                  </a:cubicBezTo>
                  <a:cubicBezTo>
                    <a:pt x="788" y="927"/>
                    <a:pt x="788" y="927"/>
                    <a:pt x="788" y="927"/>
                  </a:cubicBezTo>
                  <a:cubicBezTo>
                    <a:pt x="788" y="927"/>
                    <a:pt x="788" y="927"/>
                    <a:pt x="788" y="927"/>
                  </a:cubicBezTo>
                  <a:cubicBezTo>
                    <a:pt x="796" y="922"/>
                    <a:pt x="804" y="914"/>
                    <a:pt x="809" y="898"/>
                  </a:cubicBezTo>
                  <a:cubicBezTo>
                    <a:pt x="809" y="898"/>
                    <a:pt x="809" y="898"/>
                    <a:pt x="809" y="898"/>
                  </a:cubicBezTo>
                  <a:cubicBezTo>
                    <a:pt x="810" y="896"/>
                    <a:pt x="810" y="896"/>
                    <a:pt x="810" y="896"/>
                  </a:cubicBezTo>
                  <a:cubicBezTo>
                    <a:pt x="811" y="896"/>
                    <a:pt x="811" y="896"/>
                    <a:pt x="811" y="896"/>
                  </a:cubicBezTo>
                  <a:cubicBezTo>
                    <a:pt x="815" y="893"/>
                    <a:pt x="819" y="889"/>
                    <a:pt x="823" y="883"/>
                  </a:cubicBezTo>
                  <a:cubicBezTo>
                    <a:pt x="824" y="881"/>
                    <a:pt x="824" y="881"/>
                    <a:pt x="824" y="881"/>
                  </a:cubicBezTo>
                  <a:cubicBezTo>
                    <a:pt x="824" y="881"/>
                    <a:pt x="824" y="881"/>
                    <a:pt x="824" y="881"/>
                  </a:cubicBezTo>
                  <a:cubicBezTo>
                    <a:pt x="826" y="877"/>
                    <a:pt x="829" y="871"/>
                    <a:pt x="830" y="864"/>
                  </a:cubicBezTo>
                  <a:cubicBezTo>
                    <a:pt x="830" y="864"/>
                    <a:pt x="830" y="864"/>
                    <a:pt x="830" y="864"/>
                  </a:cubicBezTo>
                  <a:cubicBezTo>
                    <a:pt x="832" y="862"/>
                    <a:pt x="832" y="862"/>
                    <a:pt x="832" y="862"/>
                  </a:cubicBezTo>
                  <a:cubicBezTo>
                    <a:pt x="832" y="862"/>
                    <a:pt x="832" y="862"/>
                    <a:pt x="832" y="862"/>
                  </a:cubicBezTo>
                  <a:cubicBezTo>
                    <a:pt x="839" y="856"/>
                    <a:pt x="845" y="847"/>
                    <a:pt x="849" y="831"/>
                  </a:cubicBezTo>
                  <a:cubicBezTo>
                    <a:pt x="849" y="831"/>
                    <a:pt x="849" y="831"/>
                    <a:pt x="849" y="831"/>
                  </a:cubicBezTo>
                  <a:cubicBezTo>
                    <a:pt x="850" y="828"/>
                    <a:pt x="850" y="828"/>
                    <a:pt x="850" y="828"/>
                  </a:cubicBezTo>
                  <a:cubicBezTo>
                    <a:pt x="850" y="828"/>
                    <a:pt x="850" y="828"/>
                    <a:pt x="850" y="828"/>
                  </a:cubicBezTo>
                  <a:cubicBezTo>
                    <a:pt x="857" y="822"/>
                    <a:pt x="863" y="812"/>
                    <a:pt x="864" y="796"/>
                  </a:cubicBezTo>
                  <a:cubicBezTo>
                    <a:pt x="864" y="796"/>
                    <a:pt x="864" y="796"/>
                    <a:pt x="864" y="796"/>
                  </a:cubicBezTo>
                  <a:cubicBezTo>
                    <a:pt x="865" y="794"/>
                    <a:pt x="865" y="794"/>
                    <a:pt x="865" y="794"/>
                  </a:cubicBezTo>
                  <a:cubicBezTo>
                    <a:pt x="866" y="793"/>
                    <a:pt x="866" y="793"/>
                    <a:pt x="866" y="793"/>
                  </a:cubicBezTo>
                  <a:cubicBezTo>
                    <a:pt x="869" y="790"/>
                    <a:pt x="872" y="785"/>
                    <a:pt x="875" y="778"/>
                  </a:cubicBezTo>
                  <a:cubicBezTo>
                    <a:pt x="875" y="778"/>
                    <a:pt x="875" y="778"/>
                    <a:pt x="875" y="778"/>
                  </a:cubicBezTo>
                  <a:cubicBezTo>
                    <a:pt x="877" y="773"/>
                    <a:pt x="878" y="767"/>
                    <a:pt x="879" y="759"/>
                  </a:cubicBezTo>
                  <a:cubicBezTo>
                    <a:pt x="879" y="759"/>
                    <a:pt x="879" y="759"/>
                    <a:pt x="879" y="759"/>
                  </a:cubicBezTo>
                  <a:cubicBezTo>
                    <a:pt x="879" y="756"/>
                    <a:pt x="879" y="756"/>
                    <a:pt x="879" y="756"/>
                  </a:cubicBezTo>
                  <a:cubicBezTo>
                    <a:pt x="880" y="756"/>
                    <a:pt x="880" y="756"/>
                    <a:pt x="880" y="756"/>
                  </a:cubicBezTo>
                  <a:cubicBezTo>
                    <a:pt x="885" y="749"/>
                    <a:pt x="890" y="739"/>
                    <a:pt x="890" y="723"/>
                  </a:cubicBezTo>
                  <a:cubicBezTo>
                    <a:pt x="890" y="722"/>
                    <a:pt x="890" y="722"/>
                    <a:pt x="890" y="722"/>
                  </a:cubicBezTo>
                  <a:cubicBezTo>
                    <a:pt x="890" y="722"/>
                    <a:pt x="890" y="722"/>
                    <a:pt x="890" y="722"/>
                  </a:cubicBezTo>
                  <a:cubicBezTo>
                    <a:pt x="891" y="720"/>
                    <a:pt x="891" y="720"/>
                    <a:pt x="891" y="720"/>
                  </a:cubicBezTo>
                  <a:cubicBezTo>
                    <a:pt x="891" y="719"/>
                    <a:pt x="891" y="719"/>
                    <a:pt x="891" y="719"/>
                  </a:cubicBezTo>
                  <a:cubicBezTo>
                    <a:pt x="896" y="713"/>
                    <a:pt x="899" y="703"/>
                    <a:pt x="899" y="690"/>
                  </a:cubicBezTo>
                  <a:cubicBezTo>
                    <a:pt x="899" y="688"/>
                    <a:pt x="899" y="687"/>
                    <a:pt x="899" y="685"/>
                  </a:cubicBezTo>
                  <a:cubicBezTo>
                    <a:pt x="899" y="685"/>
                    <a:pt x="899" y="685"/>
                    <a:pt x="899" y="685"/>
                  </a:cubicBezTo>
                  <a:cubicBezTo>
                    <a:pt x="899" y="683"/>
                    <a:pt x="899" y="683"/>
                    <a:pt x="899" y="683"/>
                  </a:cubicBezTo>
                  <a:cubicBezTo>
                    <a:pt x="900" y="682"/>
                    <a:pt x="900" y="682"/>
                    <a:pt x="900" y="682"/>
                  </a:cubicBezTo>
                  <a:cubicBezTo>
                    <a:pt x="902" y="678"/>
                    <a:pt x="905" y="673"/>
                    <a:pt x="906" y="666"/>
                  </a:cubicBezTo>
                  <a:cubicBezTo>
                    <a:pt x="906" y="664"/>
                    <a:pt x="906" y="664"/>
                    <a:pt x="906" y="664"/>
                  </a:cubicBezTo>
                  <a:cubicBezTo>
                    <a:pt x="906" y="664"/>
                    <a:pt x="906" y="664"/>
                    <a:pt x="906" y="664"/>
                  </a:cubicBezTo>
                  <a:cubicBezTo>
                    <a:pt x="906" y="662"/>
                    <a:pt x="907" y="659"/>
                    <a:pt x="907" y="656"/>
                  </a:cubicBezTo>
                  <a:cubicBezTo>
                    <a:pt x="907" y="653"/>
                    <a:pt x="906" y="650"/>
                    <a:pt x="906" y="646"/>
                  </a:cubicBezTo>
                  <a:cubicBezTo>
                    <a:pt x="906" y="646"/>
                    <a:pt x="906" y="646"/>
                    <a:pt x="906" y="646"/>
                  </a:cubicBezTo>
                  <a:cubicBezTo>
                    <a:pt x="906" y="643"/>
                    <a:pt x="906" y="643"/>
                    <a:pt x="906" y="643"/>
                  </a:cubicBezTo>
                  <a:cubicBezTo>
                    <a:pt x="906" y="643"/>
                    <a:pt x="906" y="643"/>
                    <a:pt x="906" y="643"/>
                  </a:cubicBezTo>
                  <a:cubicBezTo>
                    <a:pt x="910" y="638"/>
                    <a:pt x="912" y="631"/>
                    <a:pt x="912" y="622"/>
                  </a:cubicBezTo>
                  <a:cubicBezTo>
                    <a:pt x="912" y="618"/>
                    <a:pt x="911" y="613"/>
                    <a:pt x="910" y="608"/>
                  </a:cubicBezTo>
                  <a:cubicBezTo>
                    <a:pt x="910" y="608"/>
                    <a:pt x="910" y="608"/>
                    <a:pt x="910" y="608"/>
                  </a:cubicBezTo>
                  <a:cubicBezTo>
                    <a:pt x="911" y="605"/>
                    <a:pt x="911" y="605"/>
                    <a:pt x="911" y="605"/>
                  </a:cubicBezTo>
                  <a:cubicBezTo>
                    <a:pt x="911" y="605"/>
                    <a:pt x="911" y="605"/>
                    <a:pt x="911" y="605"/>
                  </a:cubicBezTo>
                  <a:cubicBezTo>
                    <a:pt x="913" y="600"/>
                    <a:pt x="915" y="594"/>
                    <a:pt x="915" y="586"/>
                  </a:cubicBezTo>
                  <a:cubicBezTo>
                    <a:pt x="915" y="582"/>
                    <a:pt x="914" y="576"/>
                    <a:pt x="913" y="570"/>
                  </a:cubicBezTo>
                  <a:cubicBezTo>
                    <a:pt x="913" y="570"/>
                    <a:pt x="913" y="570"/>
                    <a:pt x="913" y="570"/>
                  </a:cubicBezTo>
                  <a:cubicBezTo>
                    <a:pt x="913" y="567"/>
                    <a:pt x="913" y="567"/>
                    <a:pt x="913" y="567"/>
                  </a:cubicBezTo>
                  <a:cubicBezTo>
                    <a:pt x="913" y="567"/>
                    <a:pt x="913" y="567"/>
                    <a:pt x="913" y="567"/>
                  </a:cubicBezTo>
                  <a:cubicBezTo>
                    <a:pt x="915" y="562"/>
                    <a:pt x="916" y="557"/>
                    <a:pt x="916" y="550"/>
                  </a:cubicBezTo>
                  <a:cubicBezTo>
                    <a:pt x="916" y="550"/>
                    <a:pt x="916" y="550"/>
                    <a:pt x="916" y="550"/>
                  </a:cubicBezTo>
                  <a:cubicBezTo>
                    <a:pt x="916" y="549"/>
                    <a:pt x="916" y="549"/>
                    <a:pt x="916" y="549"/>
                  </a:cubicBezTo>
                  <a:cubicBezTo>
                    <a:pt x="916" y="543"/>
                    <a:pt x="915" y="537"/>
                    <a:pt x="913" y="530"/>
                  </a:cubicBezTo>
                  <a:moveTo>
                    <a:pt x="906" y="501"/>
                  </a:moveTo>
                  <a:cubicBezTo>
                    <a:pt x="906" y="503"/>
                    <a:pt x="906" y="504"/>
                    <a:pt x="906" y="504"/>
                  </a:cubicBezTo>
                  <a:cubicBezTo>
                    <a:pt x="906" y="504"/>
                    <a:pt x="906" y="504"/>
                    <a:pt x="906" y="504"/>
                  </a:cubicBezTo>
                  <a:cubicBezTo>
                    <a:pt x="906" y="504"/>
                    <a:pt x="905" y="505"/>
                    <a:pt x="904" y="505"/>
                  </a:cubicBezTo>
                  <a:cubicBezTo>
                    <a:pt x="902" y="505"/>
                    <a:pt x="898" y="503"/>
                    <a:pt x="896" y="500"/>
                  </a:cubicBezTo>
                  <a:cubicBezTo>
                    <a:pt x="892" y="495"/>
                    <a:pt x="890" y="488"/>
                    <a:pt x="890" y="484"/>
                  </a:cubicBezTo>
                  <a:cubicBezTo>
                    <a:pt x="890" y="483"/>
                    <a:pt x="890" y="483"/>
                    <a:pt x="890" y="482"/>
                  </a:cubicBezTo>
                  <a:cubicBezTo>
                    <a:pt x="891" y="482"/>
                    <a:pt x="891" y="481"/>
                    <a:pt x="892" y="481"/>
                  </a:cubicBezTo>
                  <a:cubicBezTo>
                    <a:pt x="894" y="481"/>
                    <a:pt x="898" y="483"/>
                    <a:pt x="900" y="486"/>
                  </a:cubicBezTo>
                  <a:cubicBezTo>
                    <a:pt x="904" y="491"/>
                    <a:pt x="906" y="497"/>
                    <a:pt x="906" y="501"/>
                  </a:cubicBezTo>
                  <a:moveTo>
                    <a:pt x="902" y="464"/>
                  </a:moveTo>
                  <a:cubicBezTo>
                    <a:pt x="902" y="464"/>
                    <a:pt x="902" y="465"/>
                    <a:pt x="902" y="465"/>
                  </a:cubicBezTo>
                  <a:cubicBezTo>
                    <a:pt x="902" y="465"/>
                    <a:pt x="901" y="466"/>
                    <a:pt x="900" y="466"/>
                  </a:cubicBezTo>
                  <a:cubicBezTo>
                    <a:pt x="898" y="466"/>
                    <a:pt x="894" y="465"/>
                    <a:pt x="892" y="462"/>
                  </a:cubicBezTo>
                  <a:cubicBezTo>
                    <a:pt x="887" y="457"/>
                    <a:pt x="885" y="450"/>
                    <a:pt x="885" y="446"/>
                  </a:cubicBezTo>
                  <a:cubicBezTo>
                    <a:pt x="885" y="445"/>
                    <a:pt x="885" y="445"/>
                    <a:pt x="885" y="444"/>
                  </a:cubicBezTo>
                  <a:cubicBezTo>
                    <a:pt x="885" y="444"/>
                    <a:pt x="886" y="443"/>
                    <a:pt x="888" y="443"/>
                  </a:cubicBezTo>
                  <a:cubicBezTo>
                    <a:pt x="888" y="443"/>
                    <a:pt x="888" y="443"/>
                    <a:pt x="888" y="443"/>
                  </a:cubicBezTo>
                  <a:cubicBezTo>
                    <a:pt x="890" y="443"/>
                    <a:pt x="893" y="445"/>
                    <a:pt x="895" y="448"/>
                  </a:cubicBezTo>
                  <a:cubicBezTo>
                    <a:pt x="900" y="452"/>
                    <a:pt x="902" y="460"/>
                    <a:pt x="902" y="464"/>
                  </a:cubicBezTo>
                  <a:moveTo>
                    <a:pt x="896" y="428"/>
                  </a:moveTo>
                  <a:cubicBezTo>
                    <a:pt x="896" y="428"/>
                    <a:pt x="896" y="428"/>
                    <a:pt x="896" y="429"/>
                  </a:cubicBezTo>
                  <a:cubicBezTo>
                    <a:pt x="896" y="429"/>
                    <a:pt x="895" y="430"/>
                    <a:pt x="893" y="430"/>
                  </a:cubicBezTo>
                  <a:cubicBezTo>
                    <a:pt x="891" y="430"/>
                    <a:pt x="888" y="429"/>
                    <a:pt x="885" y="426"/>
                  </a:cubicBezTo>
                  <a:cubicBezTo>
                    <a:pt x="881" y="421"/>
                    <a:pt x="878" y="413"/>
                    <a:pt x="878" y="410"/>
                  </a:cubicBezTo>
                  <a:cubicBezTo>
                    <a:pt x="878" y="409"/>
                    <a:pt x="878" y="409"/>
                    <a:pt x="878" y="409"/>
                  </a:cubicBezTo>
                  <a:cubicBezTo>
                    <a:pt x="878" y="408"/>
                    <a:pt x="879" y="408"/>
                    <a:pt x="881" y="408"/>
                  </a:cubicBezTo>
                  <a:cubicBezTo>
                    <a:pt x="881" y="408"/>
                    <a:pt x="881" y="408"/>
                    <a:pt x="881" y="408"/>
                  </a:cubicBezTo>
                  <a:cubicBezTo>
                    <a:pt x="883" y="408"/>
                    <a:pt x="886" y="409"/>
                    <a:pt x="889" y="412"/>
                  </a:cubicBezTo>
                  <a:cubicBezTo>
                    <a:pt x="894" y="416"/>
                    <a:pt x="896" y="424"/>
                    <a:pt x="896" y="428"/>
                  </a:cubicBezTo>
                  <a:moveTo>
                    <a:pt x="879" y="374"/>
                  </a:moveTo>
                  <a:cubicBezTo>
                    <a:pt x="884" y="378"/>
                    <a:pt x="888" y="386"/>
                    <a:pt x="888" y="390"/>
                  </a:cubicBezTo>
                  <a:cubicBezTo>
                    <a:pt x="888" y="390"/>
                    <a:pt x="888" y="390"/>
                    <a:pt x="888" y="390"/>
                  </a:cubicBezTo>
                  <a:cubicBezTo>
                    <a:pt x="888" y="391"/>
                    <a:pt x="887" y="391"/>
                    <a:pt x="885" y="392"/>
                  </a:cubicBezTo>
                  <a:cubicBezTo>
                    <a:pt x="883" y="391"/>
                    <a:pt x="880" y="391"/>
                    <a:pt x="877" y="388"/>
                  </a:cubicBezTo>
                  <a:cubicBezTo>
                    <a:pt x="872" y="384"/>
                    <a:pt x="868" y="376"/>
                    <a:pt x="869" y="372"/>
                  </a:cubicBezTo>
                  <a:cubicBezTo>
                    <a:pt x="869" y="372"/>
                    <a:pt x="869" y="372"/>
                    <a:pt x="869" y="372"/>
                  </a:cubicBezTo>
                  <a:cubicBezTo>
                    <a:pt x="869" y="371"/>
                    <a:pt x="869" y="371"/>
                    <a:pt x="869" y="371"/>
                  </a:cubicBezTo>
                  <a:cubicBezTo>
                    <a:pt x="870" y="371"/>
                    <a:pt x="870" y="370"/>
                    <a:pt x="871" y="371"/>
                  </a:cubicBezTo>
                  <a:cubicBezTo>
                    <a:pt x="873" y="371"/>
                    <a:pt x="876" y="371"/>
                    <a:pt x="879" y="374"/>
                  </a:cubicBezTo>
                  <a:moveTo>
                    <a:pt x="866" y="336"/>
                  </a:moveTo>
                  <a:cubicBezTo>
                    <a:pt x="867" y="336"/>
                    <a:pt x="867" y="336"/>
                    <a:pt x="867" y="337"/>
                  </a:cubicBezTo>
                  <a:cubicBezTo>
                    <a:pt x="867" y="337"/>
                    <a:pt x="867" y="337"/>
                    <a:pt x="867" y="337"/>
                  </a:cubicBezTo>
                  <a:cubicBezTo>
                    <a:pt x="870" y="339"/>
                    <a:pt x="873" y="342"/>
                    <a:pt x="874" y="345"/>
                  </a:cubicBezTo>
                  <a:cubicBezTo>
                    <a:pt x="876" y="348"/>
                    <a:pt x="877" y="351"/>
                    <a:pt x="877" y="352"/>
                  </a:cubicBezTo>
                  <a:cubicBezTo>
                    <a:pt x="877" y="353"/>
                    <a:pt x="877" y="353"/>
                    <a:pt x="877" y="353"/>
                  </a:cubicBezTo>
                  <a:cubicBezTo>
                    <a:pt x="877" y="353"/>
                    <a:pt x="877" y="353"/>
                    <a:pt x="876" y="354"/>
                  </a:cubicBezTo>
                  <a:cubicBezTo>
                    <a:pt x="875" y="354"/>
                    <a:pt x="875" y="354"/>
                    <a:pt x="873" y="354"/>
                  </a:cubicBezTo>
                  <a:cubicBezTo>
                    <a:pt x="871" y="354"/>
                    <a:pt x="869" y="353"/>
                    <a:pt x="866" y="351"/>
                  </a:cubicBezTo>
                  <a:cubicBezTo>
                    <a:pt x="863" y="349"/>
                    <a:pt x="861" y="346"/>
                    <a:pt x="859" y="343"/>
                  </a:cubicBezTo>
                  <a:cubicBezTo>
                    <a:pt x="857" y="340"/>
                    <a:pt x="857" y="337"/>
                    <a:pt x="857" y="335"/>
                  </a:cubicBezTo>
                  <a:cubicBezTo>
                    <a:pt x="857" y="335"/>
                    <a:pt x="857" y="335"/>
                    <a:pt x="857" y="335"/>
                  </a:cubicBezTo>
                  <a:cubicBezTo>
                    <a:pt x="857" y="335"/>
                    <a:pt x="857" y="335"/>
                    <a:pt x="857" y="334"/>
                  </a:cubicBezTo>
                  <a:cubicBezTo>
                    <a:pt x="858" y="334"/>
                    <a:pt x="859" y="334"/>
                    <a:pt x="860" y="334"/>
                  </a:cubicBezTo>
                  <a:cubicBezTo>
                    <a:pt x="860" y="334"/>
                    <a:pt x="860" y="334"/>
                    <a:pt x="860" y="334"/>
                  </a:cubicBezTo>
                  <a:cubicBezTo>
                    <a:pt x="862" y="334"/>
                    <a:pt x="864" y="335"/>
                    <a:pt x="866" y="336"/>
                  </a:cubicBezTo>
                  <a:moveTo>
                    <a:pt x="854" y="303"/>
                  </a:moveTo>
                  <a:cubicBezTo>
                    <a:pt x="857" y="304"/>
                    <a:pt x="860" y="307"/>
                    <a:pt x="861" y="310"/>
                  </a:cubicBezTo>
                  <a:cubicBezTo>
                    <a:pt x="863" y="313"/>
                    <a:pt x="864" y="316"/>
                    <a:pt x="864" y="318"/>
                  </a:cubicBezTo>
                  <a:cubicBezTo>
                    <a:pt x="864" y="318"/>
                    <a:pt x="864" y="318"/>
                    <a:pt x="864" y="318"/>
                  </a:cubicBezTo>
                  <a:cubicBezTo>
                    <a:pt x="864" y="318"/>
                    <a:pt x="864" y="319"/>
                    <a:pt x="864" y="319"/>
                  </a:cubicBezTo>
                  <a:cubicBezTo>
                    <a:pt x="863" y="319"/>
                    <a:pt x="862" y="320"/>
                    <a:pt x="861" y="320"/>
                  </a:cubicBezTo>
                  <a:cubicBezTo>
                    <a:pt x="859" y="319"/>
                    <a:pt x="856" y="319"/>
                    <a:pt x="853" y="317"/>
                  </a:cubicBezTo>
                  <a:cubicBezTo>
                    <a:pt x="850" y="315"/>
                    <a:pt x="848" y="312"/>
                    <a:pt x="846" y="309"/>
                  </a:cubicBezTo>
                  <a:cubicBezTo>
                    <a:pt x="844" y="306"/>
                    <a:pt x="843" y="303"/>
                    <a:pt x="843" y="302"/>
                  </a:cubicBezTo>
                  <a:cubicBezTo>
                    <a:pt x="843" y="302"/>
                    <a:pt x="843" y="302"/>
                    <a:pt x="843" y="302"/>
                  </a:cubicBezTo>
                  <a:cubicBezTo>
                    <a:pt x="843" y="302"/>
                    <a:pt x="843" y="302"/>
                    <a:pt x="843" y="302"/>
                  </a:cubicBezTo>
                  <a:cubicBezTo>
                    <a:pt x="843" y="301"/>
                    <a:pt x="843" y="301"/>
                    <a:pt x="844" y="301"/>
                  </a:cubicBezTo>
                  <a:cubicBezTo>
                    <a:pt x="844" y="300"/>
                    <a:pt x="845" y="300"/>
                    <a:pt x="847" y="300"/>
                  </a:cubicBezTo>
                  <a:cubicBezTo>
                    <a:pt x="849" y="300"/>
                    <a:pt x="851" y="301"/>
                    <a:pt x="854" y="303"/>
                  </a:cubicBezTo>
                  <a:moveTo>
                    <a:pt x="837" y="267"/>
                  </a:moveTo>
                  <a:cubicBezTo>
                    <a:pt x="837" y="267"/>
                    <a:pt x="837" y="267"/>
                    <a:pt x="837" y="267"/>
                  </a:cubicBezTo>
                  <a:cubicBezTo>
                    <a:pt x="841" y="269"/>
                    <a:pt x="844" y="272"/>
                    <a:pt x="846" y="275"/>
                  </a:cubicBezTo>
                  <a:cubicBezTo>
                    <a:pt x="848" y="278"/>
                    <a:pt x="849" y="281"/>
                    <a:pt x="849" y="282"/>
                  </a:cubicBezTo>
                  <a:cubicBezTo>
                    <a:pt x="849" y="282"/>
                    <a:pt x="849" y="283"/>
                    <a:pt x="848" y="283"/>
                  </a:cubicBezTo>
                  <a:cubicBezTo>
                    <a:pt x="847" y="283"/>
                    <a:pt x="846" y="284"/>
                    <a:pt x="844" y="284"/>
                  </a:cubicBezTo>
                  <a:cubicBezTo>
                    <a:pt x="843" y="284"/>
                    <a:pt x="840" y="283"/>
                    <a:pt x="838" y="282"/>
                  </a:cubicBezTo>
                  <a:cubicBezTo>
                    <a:pt x="835" y="280"/>
                    <a:pt x="832" y="277"/>
                    <a:pt x="830" y="274"/>
                  </a:cubicBezTo>
                  <a:cubicBezTo>
                    <a:pt x="828" y="271"/>
                    <a:pt x="827" y="268"/>
                    <a:pt x="827" y="267"/>
                  </a:cubicBezTo>
                  <a:cubicBezTo>
                    <a:pt x="827" y="267"/>
                    <a:pt x="827" y="267"/>
                    <a:pt x="827" y="266"/>
                  </a:cubicBezTo>
                  <a:cubicBezTo>
                    <a:pt x="828" y="266"/>
                    <a:pt x="829" y="265"/>
                    <a:pt x="831" y="265"/>
                  </a:cubicBezTo>
                  <a:cubicBezTo>
                    <a:pt x="833" y="265"/>
                    <a:pt x="835" y="266"/>
                    <a:pt x="837" y="267"/>
                  </a:cubicBezTo>
                  <a:moveTo>
                    <a:pt x="818" y="233"/>
                  </a:moveTo>
                  <a:cubicBezTo>
                    <a:pt x="822" y="235"/>
                    <a:pt x="825" y="237"/>
                    <a:pt x="827" y="240"/>
                  </a:cubicBezTo>
                  <a:cubicBezTo>
                    <a:pt x="829" y="243"/>
                    <a:pt x="831" y="246"/>
                    <a:pt x="831" y="247"/>
                  </a:cubicBezTo>
                  <a:cubicBezTo>
                    <a:pt x="831" y="247"/>
                    <a:pt x="831" y="247"/>
                    <a:pt x="831" y="247"/>
                  </a:cubicBezTo>
                  <a:cubicBezTo>
                    <a:pt x="831" y="247"/>
                    <a:pt x="831" y="248"/>
                    <a:pt x="830" y="248"/>
                  </a:cubicBezTo>
                  <a:cubicBezTo>
                    <a:pt x="829" y="249"/>
                    <a:pt x="828" y="249"/>
                    <a:pt x="826" y="249"/>
                  </a:cubicBezTo>
                  <a:cubicBezTo>
                    <a:pt x="824" y="249"/>
                    <a:pt x="822" y="249"/>
                    <a:pt x="820" y="248"/>
                  </a:cubicBezTo>
                  <a:cubicBezTo>
                    <a:pt x="816" y="246"/>
                    <a:pt x="813" y="243"/>
                    <a:pt x="811" y="241"/>
                  </a:cubicBezTo>
                  <a:cubicBezTo>
                    <a:pt x="809" y="238"/>
                    <a:pt x="808" y="235"/>
                    <a:pt x="808" y="234"/>
                  </a:cubicBezTo>
                  <a:cubicBezTo>
                    <a:pt x="808" y="234"/>
                    <a:pt x="808" y="234"/>
                    <a:pt x="808" y="234"/>
                  </a:cubicBezTo>
                  <a:cubicBezTo>
                    <a:pt x="808" y="234"/>
                    <a:pt x="808" y="233"/>
                    <a:pt x="809" y="233"/>
                  </a:cubicBezTo>
                  <a:cubicBezTo>
                    <a:pt x="809" y="232"/>
                    <a:pt x="811" y="232"/>
                    <a:pt x="812" y="232"/>
                  </a:cubicBezTo>
                  <a:cubicBezTo>
                    <a:pt x="814" y="232"/>
                    <a:pt x="816" y="232"/>
                    <a:pt x="818" y="233"/>
                  </a:cubicBezTo>
                  <a:moveTo>
                    <a:pt x="793" y="201"/>
                  </a:moveTo>
                  <a:cubicBezTo>
                    <a:pt x="793" y="201"/>
                    <a:pt x="793" y="201"/>
                    <a:pt x="793" y="201"/>
                  </a:cubicBezTo>
                  <a:cubicBezTo>
                    <a:pt x="795" y="201"/>
                    <a:pt x="796" y="202"/>
                    <a:pt x="798" y="202"/>
                  </a:cubicBezTo>
                  <a:cubicBezTo>
                    <a:pt x="798" y="202"/>
                    <a:pt x="798" y="202"/>
                    <a:pt x="798" y="202"/>
                  </a:cubicBezTo>
                  <a:cubicBezTo>
                    <a:pt x="802" y="204"/>
                    <a:pt x="805" y="206"/>
                    <a:pt x="808" y="209"/>
                  </a:cubicBezTo>
                  <a:cubicBezTo>
                    <a:pt x="810" y="211"/>
                    <a:pt x="812" y="214"/>
                    <a:pt x="812" y="215"/>
                  </a:cubicBezTo>
                  <a:cubicBezTo>
                    <a:pt x="812" y="216"/>
                    <a:pt x="812" y="216"/>
                    <a:pt x="812" y="216"/>
                  </a:cubicBezTo>
                  <a:cubicBezTo>
                    <a:pt x="812" y="216"/>
                    <a:pt x="811" y="216"/>
                    <a:pt x="811" y="217"/>
                  </a:cubicBezTo>
                  <a:cubicBezTo>
                    <a:pt x="810" y="218"/>
                    <a:pt x="808" y="218"/>
                    <a:pt x="806" y="218"/>
                  </a:cubicBezTo>
                  <a:cubicBezTo>
                    <a:pt x="805" y="218"/>
                    <a:pt x="803" y="218"/>
                    <a:pt x="801" y="217"/>
                  </a:cubicBezTo>
                  <a:cubicBezTo>
                    <a:pt x="798" y="215"/>
                    <a:pt x="794" y="213"/>
                    <a:pt x="792" y="210"/>
                  </a:cubicBezTo>
                  <a:cubicBezTo>
                    <a:pt x="789" y="208"/>
                    <a:pt x="788" y="205"/>
                    <a:pt x="788" y="204"/>
                  </a:cubicBezTo>
                  <a:cubicBezTo>
                    <a:pt x="788" y="204"/>
                    <a:pt x="788" y="204"/>
                    <a:pt x="788" y="204"/>
                  </a:cubicBezTo>
                  <a:cubicBezTo>
                    <a:pt x="788" y="203"/>
                    <a:pt x="788" y="203"/>
                    <a:pt x="789" y="202"/>
                  </a:cubicBezTo>
                  <a:cubicBezTo>
                    <a:pt x="790" y="202"/>
                    <a:pt x="791" y="201"/>
                    <a:pt x="793" y="201"/>
                  </a:cubicBezTo>
                  <a:moveTo>
                    <a:pt x="766" y="172"/>
                  </a:moveTo>
                  <a:cubicBezTo>
                    <a:pt x="767" y="171"/>
                    <a:pt x="768" y="171"/>
                    <a:pt x="771" y="171"/>
                  </a:cubicBezTo>
                  <a:cubicBezTo>
                    <a:pt x="772" y="171"/>
                    <a:pt x="773" y="171"/>
                    <a:pt x="775" y="171"/>
                  </a:cubicBezTo>
                  <a:cubicBezTo>
                    <a:pt x="778" y="172"/>
                    <a:pt x="782" y="175"/>
                    <a:pt x="785" y="177"/>
                  </a:cubicBezTo>
                  <a:cubicBezTo>
                    <a:pt x="787" y="180"/>
                    <a:pt x="789" y="182"/>
                    <a:pt x="789" y="183"/>
                  </a:cubicBezTo>
                  <a:cubicBezTo>
                    <a:pt x="789" y="184"/>
                    <a:pt x="789" y="184"/>
                    <a:pt x="789" y="184"/>
                  </a:cubicBezTo>
                  <a:cubicBezTo>
                    <a:pt x="789" y="184"/>
                    <a:pt x="789" y="184"/>
                    <a:pt x="788" y="185"/>
                  </a:cubicBezTo>
                  <a:cubicBezTo>
                    <a:pt x="787" y="186"/>
                    <a:pt x="785" y="186"/>
                    <a:pt x="783" y="186"/>
                  </a:cubicBezTo>
                  <a:cubicBezTo>
                    <a:pt x="781" y="186"/>
                    <a:pt x="780" y="186"/>
                    <a:pt x="778" y="185"/>
                  </a:cubicBezTo>
                  <a:cubicBezTo>
                    <a:pt x="775" y="184"/>
                    <a:pt x="771" y="182"/>
                    <a:pt x="769" y="180"/>
                  </a:cubicBezTo>
                  <a:cubicBezTo>
                    <a:pt x="766" y="177"/>
                    <a:pt x="765" y="175"/>
                    <a:pt x="764" y="174"/>
                  </a:cubicBezTo>
                  <a:cubicBezTo>
                    <a:pt x="764" y="173"/>
                    <a:pt x="764" y="173"/>
                    <a:pt x="764" y="173"/>
                  </a:cubicBezTo>
                  <a:cubicBezTo>
                    <a:pt x="764" y="173"/>
                    <a:pt x="765" y="172"/>
                    <a:pt x="766" y="172"/>
                  </a:cubicBezTo>
                  <a:moveTo>
                    <a:pt x="740" y="143"/>
                  </a:moveTo>
                  <a:cubicBezTo>
                    <a:pt x="741" y="142"/>
                    <a:pt x="743" y="142"/>
                    <a:pt x="746" y="142"/>
                  </a:cubicBezTo>
                  <a:cubicBezTo>
                    <a:pt x="746" y="142"/>
                    <a:pt x="746" y="142"/>
                    <a:pt x="746" y="142"/>
                  </a:cubicBezTo>
                  <a:cubicBezTo>
                    <a:pt x="747" y="142"/>
                    <a:pt x="748" y="142"/>
                    <a:pt x="749" y="142"/>
                  </a:cubicBezTo>
                  <a:cubicBezTo>
                    <a:pt x="753" y="143"/>
                    <a:pt x="756" y="145"/>
                    <a:pt x="759" y="147"/>
                  </a:cubicBezTo>
                  <a:cubicBezTo>
                    <a:pt x="762" y="149"/>
                    <a:pt x="764" y="152"/>
                    <a:pt x="764" y="153"/>
                  </a:cubicBezTo>
                  <a:cubicBezTo>
                    <a:pt x="764" y="153"/>
                    <a:pt x="764" y="153"/>
                    <a:pt x="764" y="153"/>
                  </a:cubicBezTo>
                  <a:cubicBezTo>
                    <a:pt x="764" y="154"/>
                    <a:pt x="764" y="154"/>
                    <a:pt x="763" y="155"/>
                  </a:cubicBezTo>
                  <a:cubicBezTo>
                    <a:pt x="761" y="156"/>
                    <a:pt x="759" y="156"/>
                    <a:pt x="757" y="156"/>
                  </a:cubicBezTo>
                  <a:cubicBezTo>
                    <a:pt x="756" y="156"/>
                    <a:pt x="755" y="156"/>
                    <a:pt x="754" y="156"/>
                  </a:cubicBezTo>
                  <a:cubicBezTo>
                    <a:pt x="750" y="155"/>
                    <a:pt x="746" y="153"/>
                    <a:pt x="744" y="151"/>
                  </a:cubicBezTo>
                  <a:cubicBezTo>
                    <a:pt x="741" y="149"/>
                    <a:pt x="739" y="146"/>
                    <a:pt x="739" y="145"/>
                  </a:cubicBezTo>
                  <a:cubicBezTo>
                    <a:pt x="739" y="145"/>
                    <a:pt x="739" y="145"/>
                    <a:pt x="739" y="145"/>
                  </a:cubicBezTo>
                  <a:cubicBezTo>
                    <a:pt x="739" y="145"/>
                    <a:pt x="739" y="144"/>
                    <a:pt x="740" y="143"/>
                  </a:cubicBezTo>
                  <a:moveTo>
                    <a:pt x="714" y="118"/>
                  </a:moveTo>
                  <a:cubicBezTo>
                    <a:pt x="716" y="117"/>
                    <a:pt x="718" y="116"/>
                    <a:pt x="721" y="117"/>
                  </a:cubicBezTo>
                  <a:cubicBezTo>
                    <a:pt x="721" y="117"/>
                    <a:pt x="721" y="117"/>
                    <a:pt x="721" y="117"/>
                  </a:cubicBezTo>
                  <a:cubicBezTo>
                    <a:pt x="721" y="117"/>
                    <a:pt x="722" y="117"/>
                    <a:pt x="723" y="117"/>
                  </a:cubicBezTo>
                  <a:cubicBezTo>
                    <a:pt x="723" y="117"/>
                    <a:pt x="723" y="117"/>
                    <a:pt x="723" y="117"/>
                  </a:cubicBezTo>
                  <a:cubicBezTo>
                    <a:pt x="726" y="117"/>
                    <a:pt x="730" y="119"/>
                    <a:pt x="733" y="121"/>
                  </a:cubicBezTo>
                  <a:cubicBezTo>
                    <a:pt x="736" y="123"/>
                    <a:pt x="738" y="125"/>
                    <a:pt x="738" y="126"/>
                  </a:cubicBezTo>
                  <a:cubicBezTo>
                    <a:pt x="739" y="126"/>
                    <a:pt x="739" y="127"/>
                    <a:pt x="739" y="127"/>
                  </a:cubicBezTo>
                  <a:cubicBezTo>
                    <a:pt x="739" y="127"/>
                    <a:pt x="738" y="128"/>
                    <a:pt x="737" y="129"/>
                  </a:cubicBezTo>
                  <a:cubicBezTo>
                    <a:pt x="735" y="130"/>
                    <a:pt x="733" y="130"/>
                    <a:pt x="730" y="130"/>
                  </a:cubicBezTo>
                  <a:cubicBezTo>
                    <a:pt x="730" y="130"/>
                    <a:pt x="729" y="130"/>
                    <a:pt x="728" y="130"/>
                  </a:cubicBezTo>
                  <a:cubicBezTo>
                    <a:pt x="725" y="129"/>
                    <a:pt x="721" y="128"/>
                    <a:pt x="718" y="126"/>
                  </a:cubicBezTo>
                  <a:cubicBezTo>
                    <a:pt x="715" y="124"/>
                    <a:pt x="713" y="121"/>
                    <a:pt x="712" y="120"/>
                  </a:cubicBezTo>
                  <a:cubicBezTo>
                    <a:pt x="712" y="120"/>
                    <a:pt x="712" y="120"/>
                    <a:pt x="712" y="120"/>
                  </a:cubicBezTo>
                  <a:cubicBezTo>
                    <a:pt x="712" y="120"/>
                    <a:pt x="713" y="119"/>
                    <a:pt x="714" y="118"/>
                  </a:cubicBezTo>
                  <a:moveTo>
                    <a:pt x="685" y="94"/>
                  </a:moveTo>
                  <a:cubicBezTo>
                    <a:pt x="686" y="93"/>
                    <a:pt x="689" y="92"/>
                    <a:pt x="692" y="92"/>
                  </a:cubicBezTo>
                  <a:cubicBezTo>
                    <a:pt x="692" y="92"/>
                    <a:pt x="692" y="92"/>
                    <a:pt x="692" y="92"/>
                  </a:cubicBezTo>
                  <a:cubicBezTo>
                    <a:pt x="692" y="92"/>
                    <a:pt x="692" y="92"/>
                    <a:pt x="692" y="92"/>
                  </a:cubicBezTo>
                  <a:cubicBezTo>
                    <a:pt x="696" y="92"/>
                    <a:pt x="700" y="93"/>
                    <a:pt x="703" y="95"/>
                  </a:cubicBezTo>
                  <a:cubicBezTo>
                    <a:pt x="706" y="97"/>
                    <a:pt x="709" y="99"/>
                    <a:pt x="709" y="100"/>
                  </a:cubicBezTo>
                  <a:cubicBezTo>
                    <a:pt x="709" y="100"/>
                    <a:pt x="709" y="100"/>
                    <a:pt x="709" y="101"/>
                  </a:cubicBezTo>
                  <a:cubicBezTo>
                    <a:pt x="709" y="101"/>
                    <a:pt x="709" y="102"/>
                    <a:pt x="707" y="103"/>
                  </a:cubicBezTo>
                  <a:cubicBezTo>
                    <a:pt x="705" y="104"/>
                    <a:pt x="703" y="105"/>
                    <a:pt x="700" y="105"/>
                  </a:cubicBezTo>
                  <a:cubicBezTo>
                    <a:pt x="700" y="105"/>
                    <a:pt x="699" y="105"/>
                    <a:pt x="699" y="105"/>
                  </a:cubicBezTo>
                  <a:cubicBezTo>
                    <a:pt x="695" y="105"/>
                    <a:pt x="692" y="103"/>
                    <a:pt x="689" y="101"/>
                  </a:cubicBezTo>
                  <a:cubicBezTo>
                    <a:pt x="685" y="100"/>
                    <a:pt x="683" y="98"/>
                    <a:pt x="683" y="97"/>
                  </a:cubicBezTo>
                  <a:cubicBezTo>
                    <a:pt x="683" y="97"/>
                    <a:pt x="683" y="97"/>
                    <a:pt x="683" y="97"/>
                  </a:cubicBezTo>
                  <a:cubicBezTo>
                    <a:pt x="683" y="96"/>
                    <a:pt x="683" y="96"/>
                    <a:pt x="683" y="96"/>
                  </a:cubicBezTo>
                  <a:cubicBezTo>
                    <a:pt x="683" y="96"/>
                    <a:pt x="683" y="96"/>
                    <a:pt x="683" y="96"/>
                  </a:cubicBezTo>
                  <a:cubicBezTo>
                    <a:pt x="683" y="96"/>
                    <a:pt x="683" y="95"/>
                    <a:pt x="685" y="94"/>
                  </a:cubicBezTo>
                  <a:moveTo>
                    <a:pt x="653" y="72"/>
                  </a:moveTo>
                  <a:cubicBezTo>
                    <a:pt x="654" y="71"/>
                    <a:pt x="657" y="70"/>
                    <a:pt x="660" y="70"/>
                  </a:cubicBezTo>
                  <a:cubicBezTo>
                    <a:pt x="661" y="70"/>
                    <a:pt x="661" y="70"/>
                    <a:pt x="661" y="70"/>
                  </a:cubicBezTo>
                  <a:cubicBezTo>
                    <a:pt x="665" y="70"/>
                    <a:pt x="669" y="71"/>
                    <a:pt x="672" y="72"/>
                  </a:cubicBezTo>
                  <a:cubicBezTo>
                    <a:pt x="675" y="74"/>
                    <a:pt x="677" y="76"/>
                    <a:pt x="677" y="77"/>
                  </a:cubicBezTo>
                  <a:cubicBezTo>
                    <a:pt x="678" y="77"/>
                    <a:pt x="678" y="77"/>
                    <a:pt x="678" y="77"/>
                  </a:cubicBezTo>
                  <a:cubicBezTo>
                    <a:pt x="678" y="78"/>
                    <a:pt x="677" y="79"/>
                    <a:pt x="675" y="80"/>
                  </a:cubicBezTo>
                  <a:cubicBezTo>
                    <a:pt x="674" y="81"/>
                    <a:pt x="671" y="82"/>
                    <a:pt x="668" y="82"/>
                  </a:cubicBezTo>
                  <a:cubicBezTo>
                    <a:pt x="668" y="82"/>
                    <a:pt x="667" y="82"/>
                    <a:pt x="667" y="82"/>
                  </a:cubicBezTo>
                  <a:cubicBezTo>
                    <a:pt x="663" y="82"/>
                    <a:pt x="660" y="81"/>
                    <a:pt x="657" y="80"/>
                  </a:cubicBezTo>
                  <a:cubicBezTo>
                    <a:pt x="654" y="78"/>
                    <a:pt x="651" y="76"/>
                    <a:pt x="651" y="76"/>
                  </a:cubicBezTo>
                  <a:cubicBezTo>
                    <a:pt x="651" y="75"/>
                    <a:pt x="651" y="75"/>
                    <a:pt x="651" y="75"/>
                  </a:cubicBezTo>
                  <a:cubicBezTo>
                    <a:pt x="651" y="75"/>
                    <a:pt x="651" y="73"/>
                    <a:pt x="653" y="72"/>
                  </a:cubicBezTo>
                  <a:moveTo>
                    <a:pt x="628" y="52"/>
                  </a:moveTo>
                  <a:cubicBezTo>
                    <a:pt x="628" y="52"/>
                    <a:pt x="628" y="52"/>
                    <a:pt x="628" y="52"/>
                  </a:cubicBezTo>
                  <a:cubicBezTo>
                    <a:pt x="629" y="52"/>
                    <a:pt x="630" y="52"/>
                    <a:pt x="631" y="52"/>
                  </a:cubicBezTo>
                  <a:cubicBezTo>
                    <a:pt x="635" y="52"/>
                    <a:pt x="638" y="53"/>
                    <a:pt x="641" y="54"/>
                  </a:cubicBezTo>
                  <a:cubicBezTo>
                    <a:pt x="643" y="55"/>
                    <a:pt x="645" y="57"/>
                    <a:pt x="646" y="57"/>
                  </a:cubicBezTo>
                  <a:cubicBezTo>
                    <a:pt x="646" y="57"/>
                    <a:pt x="646" y="58"/>
                    <a:pt x="646" y="58"/>
                  </a:cubicBezTo>
                  <a:cubicBezTo>
                    <a:pt x="646" y="58"/>
                    <a:pt x="646" y="60"/>
                    <a:pt x="644" y="61"/>
                  </a:cubicBezTo>
                  <a:cubicBezTo>
                    <a:pt x="642" y="62"/>
                    <a:pt x="640" y="63"/>
                    <a:pt x="637" y="64"/>
                  </a:cubicBezTo>
                  <a:cubicBezTo>
                    <a:pt x="636" y="64"/>
                    <a:pt x="635" y="64"/>
                    <a:pt x="635" y="64"/>
                  </a:cubicBezTo>
                  <a:cubicBezTo>
                    <a:pt x="631" y="64"/>
                    <a:pt x="628" y="63"/>
                    <a:pt x="625" y="62"/>
                  </a:cubicBezTo>
                  <a:cubicBezTo>
                    <a:pt x="622" y="61"/>
                    <a:pt x="620" y="59"/>
                    <a:pt x="619" y="58"/>
                  </a:cubicBezTo>
                  <a:cubicBezTo>
                    <a:pt x="619" y="58"/>
                    <a:pt x="619" y="58"/>
                    <a:pt x="619" y="58"/>
                  </a:cubicBezTo>
                  <a:cubicBezTo>
                    <a:pt x="619" y="57"/>
                    <a:pt x="622" y="53"/>
                    <a:pt x="628" y="52"/>
                  </a:cubicBezTo>
                  <a:moveTo>
                    <a:pt x="592" y="36"/>
                  </a:moveTo>
                  <a:cubicBezTo>
                    <a:pt x="594" y="36"/>
                    <a:pt x="596" y="36"/>
                    <a:pt x="597" y="36"/>
                  </a:cubicBezTo>
                  <a:cubicBezTo>
                    <a:pt x="600" y="36"/>
                    <a:pt x="603" y="36"/>
                    <a:pt x="606" y="37"/>
                  </a:cubicBezTo>
                  <a:cubicBezTo>
                    <a:pt x="608" y="38"/>
                    <a:pt x="610" y="39"/>
                    <a:pt x="611" y="40"/>
                  </a:cubicBezTo>
                  <a:cubicBezTo>
                    <a:pt x="611" y="40"/>
                    <a:pt x="611" y="40"/>
                    <a:pt x="611" y="40"/>
                  </a:cubicBezTo>
                  <a:cubicBezTo>
                    <a:pt x="611" y="42"/>
                    <a:pt x="608" y="46"/>
                    <a:pt x="602" y="47"/>
                  </a:cubicBezTo>
                  <a:cubicBezTo>
                    <a:pt x="601" y="47"/>
                    <a:pt x="599" y="48"/>
                    <a:pt x="597" y="47"/>
                  </a:cubicBezTo>
                  <a:cubicBezTo>
                    <a:pt x="591" y="47"/>
                    <a:pt x="586" y="45"/>
                    <a:pt x="584" y="43"/>
                  </a:cubicBezTo>
                  <a:cubicBezTo>
                    <a:pt x="584" y="43"/>
                    <a:pt x="584" y="43"/>
                    <a:pt x="584" y="43"/>
                  </a:cubicBezTo>
                  <a:cubicBezTo>
                    <a:pt x="584" y="41"/>
                    <a:pt x="586" y="38"/>
                    <a:pt x="592" y="36"/>
                  </a:cubicBezTo>
                  <a:moveTo>
                    <a:pt x="555" y="24"/>
                  </a:moveTo>
                  <a:cubicBezTo>
                    <a:pt x="558" y="23"/>
                    <a:pt x="561" y="23"/>
                    <a:pt x="564" y="23"/>
                  </a:cubicBezTo>
                  <a:cubicBezTo>
                    <a:pt x="568" y="23"/>
                    <a:pt x="573" y="25"/>
                    <a:pt x="574" y="26"/>
                  </a:cubicBezTo>
                  <a:cubicBezTo>
                    <a:pt x="574" y="26"/>
                    <a:pt x="574" y="26"/>
                    <a:pt x="574" y="27"/>
                  </a:cubicBezTo>
                  <a:cubicBezTo>
                    <a:pt x="574" y="28"/>
                    <a:pt x="572" y="32"/>
                    <a:pt x="566" y="34"/>
                  </a:cubicBezTo>
                  <a:cubicBezTo>
                    <a:pt x="564" y="35"/>
                    <a:pt x="561" y="35"/>
                    <a:pt x="558" y="35"/>
                  </a:cubicBezTo>
                  <a:cubicBezTo>
                    <a:pt x="553" y="35"/>
                    <a:pt x="549" y="33"/>
                    <a:pt x="548" y="32"/>
                  </a:cubicBezTo>
                  <a:cubicBezTo>
                    <a:pt x="548" y="32"/>
                    <a:pt x="548" y="32"/>
                    <a:pt x="548" y="31"/>
                  </a:cubicBezTo>
                  <a:cubicBezTo>
                    <a:pt x="547" y="30"/>
                    <a:pt x="550" y="26"/>
                    <a:pt x="555" y="24"/>
                  </a:cubicBezTo>
                  <a:moveTo>
                    <a:pt x="519" y="17"/>
                  </a:moveTo>
                  <a:cubicBezTo>
                    <a:pt x="519" y="17"/>
                    <a:pt x="519" y="17"/>
                    <a:pt x="519" y="17"/>
                  </a:cubicBezTo>
                  <a:cubicBezTo>
                    <a:pt x="522" y="15"/>
                    <a:pt x="526" y="14"/>
                    <a:pt x="530" y="14"/>
                  </a:cubicBezTo>
                  <a:cubicBezTo>
                    <a:pt x="533" y="14"/>
                    <a:pt x="537" y="16"/>
                    <a:pt x="538" y="16"/>
                  </a:cubicBezTo>
                  <a:cubicBezTo>
                    <a:pt x="538" y="17"/>
                    <a:pt x="538" y="17"/>
                    <a:pt x="538" y="17"/>
                  </a:cubicBezTo>
                  <a:cubicBezTo>
                    <a:pt x="538" y="19"/>
                    <a:pt x="536" y="23"/>
                    <a:pt x="531" y="25"/>
                  </a:cubicBezTo>
                  <a:cubicBezTo>
                    <a:pt x="528" y="26"/>
                    <a:pt x="524" y="27"/>
                    <a:pt x="520" y="27"/>
                  </a:cubicBezTo>
                  <a:cubicBezTo>
                    <a:pt x="517" y="27"/>
                    <a:pt x="513" y="26"/>
                    <a:pt x="513" y="25"/>
                  </a:cubicBezTo>
                  <a:cubicBezTo>
                    <a:pt x="513" y="25"/>
                    <a:pt x="512" y="25"/>
                    <a:pt x="512" y="24"/>
                  </a:cubicBezTo>
                  <a:cubicBezTo>
                    <a:pt x="512" y="22"/>
                    <a:pt x="514" y="19"/>
                    <a:pt x="519" y="17"/>
                  </a:cubicBezTo>
                  <a:moveTo>
                    <a:pt x="480" y="12"/>
                  </a:moveTo>
                  <a:cubicBezTo>
                    <a:pt x="484" y="10"/>
                    <a:pt x="489" y="9"/>
                    <a:pt x="493" y="9"/>
                  </a:cubicBezTo>
                  <a:cubicBezTo>
                    <a:pt x="496" y="9"/>
                    <a:pt x="498" y="10"/>
                    <a:pt x="499" y="10"/>
                  </a:cubicBezTo>
                  <a:cubicBezTo>
                    <a:pt x="499" y="10"/>
                    <a:pt x="499" y="10"/>
                    <a:pt x="499" y="11"/>
                  </a:cubicBezTo>
                  <a:cubicBezTo>
                    <a:pt x="499" y="13"/>
                    <a:pt x="497" y="17"/>
                    <a:pt x="493" y="19"/>
                  </a:cubicBezTo>
                  <a:cubicBezTo>
                    <a:pt x="489" y="22"/>
                    <a:pt x="484" y="22"/>
                    <a:pt x="480" y="22"/>
                  </a:cubicBezTo>
                  <a:cubicBezTo>
                    <a:pt x="478" y="22"/>
                    <a:pt x="476" y="22"/>
                    <a:pt x="475" y="21"/>
                  </a:cubicBezTo>
                  <a:cubicBezTo>
                    <a:pt x="475" y="21"/>
                    <a:pt x="474" y="21"/>
                    <a:pt x="474" y="20"/>
                  </a:cubicBezTo>
                  <a:cubicBezTo>
                    <a:pt x="474" y="18"/>
                    <a:pt x="476" y="15"/>
                    <a:pt x="480" y="12"/>
                  </a:cubicBezTo>
                  <a:moveTo>
                    <a:pt x="441" y="12"/>
                  </a:moveTo>
                  <a:cubicBezTo>
                    <a:pt x="441" y="12"/>
                    <a:pt x="441" y="12"/>
                    <a:pt x="441" y="12"/>
                  </a:cubicBezTo>
                  <a:cubicBezTo>
                    <a:pt x="446" y="9"/>
                    <a:pt x="452" y="7"/>
                    <a:pt x="456" y="7"/>
                  </a:cubicBezTo>
                  <a:cubicBezTo>
                    <a:pt x="458" y="7"/>
                    <a:pt x="459" y="7"/>
                    <a:pt x="459" y="8"/>
                  </a:cubicBezTo>
                  <a:cubicBezTo>
                    <a:pt x="460" y="8"/>
                    <a:pt x="460" y="8"/>
                    <a:pt x="460" y="9"/>
                  </a:cubicBezTo>
                  <a:cubicBezTo>
                    <a:pt x="460" y="11"/>
                    <a:pt x="458" y="15"/>
                    <a:pt x="455" y="18"/>
                  </a:cubicBezTo>
                  <a:cubicBezTo>
                    <a:pt x="450" y="21"/>
                    <a:pt x="444" y="22"/>
                    <a:pt x="440" y="22"/>
                  </a:cubicBezTo>
                  <a:cubicBezTo>
                    <a:pt x="439" y="22"/>
                    <a:pt x="437" y="22"/>
                    <a:pt x="437" y="22"/>
                  </a:cubicBezTo>
                  <a:cubicBezTo>
                    <a:pt x="436" y="21"/>
                    <a:pt x="436" y="21"/>
                    <a:pt x="436" y="20"/>
                  </a:cubicBezTo>
                  <a:cubicBezTo>
                    <a:pt x="436" y="18"/>
                    <a:pt x="438" y="15"/>
                    <a:pt x="441" y="12"/>
                  </a:cubicBezTo>
                  <a:moveTo>
                    <a:pt x="405" y="15"/>
                  </a:moveTo>
                  <a:cubicBezTo>
                    <a:pt x="405" y="15"/>
                    <a:pt x="405" y="15"/>
                    <a:pt x="405" y="15"/>
                  </a:cubicBezTo>
                  <a:cubicBezTo>
                    <a:pt x="409" y="11"/>
                    <a:pt x="416" y="9"/>
                    <a:pt x="420" y="9"/>
                  </a:cubicBezTo>
                  <a:cubicBezTo>
                    <a:pt x="421" y="9"/>
                    <a:pt x="422" y="9"/>
                    <a:pt x="422" y="9"/>
                  </a:cubicBezTo>
                  <a:cubicBezTo>
                    <a:pt x="423" y="10"/>
                    <a:pt x="423" y="10"/>
                    <a:pt x="423" y="12"/>
                  </a:cubicBezTo>
                  <a:cubicBezTo>
                    <a:pt x="423" y="14"/>
                    <a:pt x="422" y="17"/>
                    <a:pt x="419" y="20"/>
                  </a:cubicBezTo>
                  <a:cubicBezTo>
                    <a:pt x="414" y="24"/>
                    <a:pt x="406" y="26"/>
                    <a:pt x="403" y="26"/>
                  </a:cubicBezTo>
                  <a:cubicBezTo>
                    <a:pt x="402" y="26"/>
                    <a:pt x="401" y="26"/>
                    <a:pt x="401" y="26"/>
                  </a:cubicBezTo>
                  <a:cubicBezTo>
                    <a:pt x="401" y="26"/>
                    <a:pt x="400" y="25"/>
                    <a:pt x="400" y="23"/>
                  </a:cubicBezTo>
                  <a:cubicBezTo>
                    <a:pt x="400" y="21"/>
                    <a:pt x="401" y="18"/>
                    <a:pt x="405" y="15"/>
                  </a:cubicBezTo>
                  <a:moveTo>
                    <a:pt x="366" y="23"/>
                  </a:moveTo>
                  <a:cubicBezTo>
                    <a:pt x="371" y="18"/>
                    <a:pt x="379" y="15"/>
                    <a:pt x="382" y="15"/>
                  </a:cubicBezTo>
                  <a:cubicBezTo>
                    <a:pt x="383" y="15"/>
                    <a:pt x="383" y="15"/>
                    <a:pt x="383" y="15"/>
                  </a:cubicBezTo>
                  <a:cubicBezTo>
                    <a:pt x="384" y="15"/>
                    <a:pt x="384" y="15"/>
                    <a:pt x="384" y="16"/>
                  </a:cubicBezTo>
                  <a:cubicBezTo>
                    <a:pt x="384" y="16"/>
                    <a:pt x="384" y="17"/>
                    <a:pt x="384" y="18"/>
                  </a:cubicBezTo>
                  <a:cubicBezTo>
                    <a:pt x="384" y="20"/>
                    <a:pt x="383" y="23"/>
                    <a:pt x="381" y="26"/>
                  </a:cubicBezTo>
                  <a:cubicBezTo>
                    <a:pt x="376" y="31"/>
                    <a:pt x="368" y="34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3" y="33"/>
                    <a:pt x="363" y="33"/>
                  </a:cubicBezTo>
                  <a:cubicBezTo>
                    <a:pt x="363" y="33"/>
                    <a:pt x="363" y="32"/>
                    <a:pt x="363" y="31"/>
                  </a:cubicBezTo>
                  <a:cubicBezTo>
                    <a:pt x="363" y="29"/>
                    <a:pt x="364" y="26"/>
                    <a:pt x="366" y="23"/>
                  </a:cubicBezTo>
                  <a:moveTo>
                    <a:pt x="329" y="35"/>
                  </a:moveTo>
                  <a:cubicBezTo>
                    <a:pt x="331" y="32"/>
                    <a:pt x="334" y="29"/>
                    <a:pt x="337" y="27"/>
                  </a:cubicBezTo>
                  <a:cubicBezTo>
                    <a:pt x="340" y="26"/>
                    <a:pt x="343" y="25"/>
                    <a:pt x="345" y="25"/>
                  </a:cubicBezTo>
                  <a:cubicBezTo>
                    <a:pt x="345" y="25"/>
                    <a:pt x="345" y="25"/>
                    <a:pt x="345" y="25"/>
                  </a:cubicBezTo>
                  <a:cubicBezTo>
                    <a:pt x="345" y="25"/>
                    <a:pt x="345" y="25"/>
                    <a:pt x="346" y="26"/>
                  </a:cubicBezTo>
                  <a:cubicBezTo>
                    <a:pt x="346" y="26"/>
                    <a:pt x="346" y="27"/>
                    <a:pt x="346" y="28"/>
                  </a:cubicBezTo>
                  <a:cubicBezTo>
                    <a:pt x="346" y="30"/>
                    <a:pt x="345" y="33"/>
                    <a:pt x="343" y="36"/>
                  </a:cubicBezTo>
                  <a:cubicBezTo>
                    <a:pt x="341" y="39"/>
                    <a:pt x="338" y="41"/>
                    <a:pt x="335" y="43"/>
                  </a:cubicBezTo>
                  <a:cubicBezTo>
                    <a:pt x="332" y="44"/>
                    <a:pt x="329" y="45"/>
                    <a:pt x="328" y="45"/>
                  </a:cubicBezTo>
                  <a:cubicBezTo>
                    <a:pt x="328" y="45"/>
                    <a:pt x="328" y="45"/>
                    <a:pt x="328" y="45"/>
                  </a:cubicBezTo>
                  <a:cubicBezTo>
                    <a:pt x="328" y="45"/>
                    <a:pt x="328" y="45"/>
                    <a:pt x="328" y="45"/>
                  </a:cubicBezTo>
                  <a:cubicBezTo>
                    <a:pt x="327" y="45"/>
                    <a:pt x="327" y="45"/>
                    <a:pt x="327" y="45"/>
                  </a:cubicBezTo>
                  <a:cubicBezTo>
                    <a:pt x="327" y="45"/>
                    <a:pt x="327" y="45"/>
                    <a:pt x="327" y="44"/>
                  </a:cubicBezTo>
                  <a:cubicBezTo>
                    <a:pt x="326" y="44"/>
                    <a:pt x="326" y="43"/>
                    <a:pt x="326" y="42"/>
                  </a:cubicBezTo>
                  <a:cubicBezTo>
                    <a:pt x="326" y="40"/>
                    <a:pt x="327" y="37"/>
                    <a:pt x="329" y="35"/>
                  </a:cubicBezTo>
                  <a:moveTo>
                    <a:pt x="295" y="49"/>
                  </a:moveTo>
                  <a:cubicBezTo>
                    <a:pt x="297" y="46"/>
                    <a:pt x="300" y="43"/>
                    <a:pt x="303" y="41"/>
                  </a:cubicBezTo>
                  <a:cubicBezTo>
                    <a:pt x="306" y="39"/>
                    <a:pt x="309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1" y="38"/>
                    <a:pt x="311" y="39"/>
                  </a:cubicBezTo>
                  <a:cubicBezTo>
                    <a:pt x="312" y="39"/>
                    <a:pt x="312" y="40"/>
                    <a:pt x="312" y="42"/>
                  </a:cubicBezTo>
                  <a:cubicBezTo>
                    <a:pt x="312" y="44"/>
                    <a:pt x="311" y="46"/>
                    <a:pt x="310" y="49"/>
                  </a:cubicBezTo>
                  <a:cubicBezTo>
                    <a:pt x="308" y="52"/>
                    <a:pt x="305" y="55"/>
                    <a:pt x="302" y="57"/>
                  </a:cubicBezTo>
                  <a:cubicBezTo>
                    <a:pt x="299" y="59"/>
                    <a:pt x="296" y="60"/>
                    <a:pt x="295" y="60"/>
                  </a:cubicBezTo>
                  <a:cubicBezTo>
                    <a:pt x="295" y="60"/>
                    <a:pt x="295" y="60"/>
                    <a:pt x="295" y="60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3" y="58"/>
                    <a:pt x="293" y="57"/>
                    <a:pt x="293" y="55"/>
                  </a:cubicBezTo>
                  <a:cubicBezTo>
                    <a:pt x="293" y="54"/>
                    <a:pt x="294" y="51"/>
                    <a:pt x="295" y="49"/>
                  </a:cubicBezTo>
                  <a:moveTo>
                    <a:pt x="261" y="67"/>
                  </a:moveTo>
                  <a:cubicBezTo>
                    <a:pt x="261" y="67"/>
                    <a:pt x="261" y="67"/>
                    <a:pt x="261" y="67"/>
                  </a:cubicBezTo>
                  <a:cubicBezTo>
                    <a:pt x="262" y="64"/>
                    <a:pt x="265" y="61"/>
                    <a:pt x="268" y="58"/>
                  </a:cubicBezTo>
                  <a:cubicBezTo>
                    <a:pt x="270" y="56"/>
                    <a:pt x="274" y="55"/>
                    <a:pt x="275" y="55"/>
                  </a:cubicBezTo>
                  <a:cubicBezTo>
                    <a:pt x="275" y="55"/>
                    <a:pt x="275" y="55"/>
                    <a:pt x="276" y="56"/>
                  </a:cubicBezTo>
                  <a:cubicBezTo>
                    <a:pt x="276" y="57"/>
                    <a:pt x="277" y="58"/>
                    <a:pt x="277" y="60"/>
                  </a:cubicBezTo>
                  <a:cubicBezTo>
                    <a:pt x="277" y="61"/>
                    <a:pt x="276" y="64"/>
                    <a:pt x="275" y="66"/>
                  </a:cubicBezTo>
                  <a:cubicBezTo>
                    <a:pt x="273" y="69"/>
                    <a:pt x="271" y="72"/>
                    <a:pt x="268" y="74"/>
                  </a:cubicBezTo>
                  <a:cubicBezTo>
                    <a:pt x="265" y="77"/>
                    <a:pt x="262" y="78"/>
                    <a:pt x="261" y="78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0" y="77"/>
                  </a:cubicBezTo>
                  <a:cubicBezTo>
                    <a:pt x="260" y="76"/>
                    <a:pt x="259" y="75"/>
                    <a:pt x="259" y="73"/>
                  </a:cubicBezTo>
                  <a:cubicBezTo>
                    <a:pt x="259" y="71"/>
                    <a:pt x="260" y="69"/>
                    <a:pt x="261" y="67"/>
                  </a:cubicBezTo>
                  <a:moveTo>
                    <a:pt x="228" y="89"/>
                  </a:moveTo>
                  <a:cubicBezTo>
                    <a:pt x="229" y="85"/>
                    <a:pt x="232" y="82"/>
                    <a:pt x="234" y="79"/>
                  </a:cubicBezTo>
                  <a:cubicBezTo>
                    <a:pt x="237" y="77"/>
                    <a:pt x="240" y="75"/>
                    <a:pt x="241" y="75"/>
                  </a:cubicBezTo>
                  <a:cubicBezTo>
                    <a:pt x="241" y="75"/>
                    <a:pt x="241" y="75"/>
                    <a:pt x="241" y="75"/>
                  </a:cubicBezTo>
                  <a:cubicBezTo>
                    <a:pt x="241" y="75"/>
                    <a:pt x="242" y="75"/>
                    <a:pt x="242" y="76"/>
                  </a:cubicBezTo>
                  <a:cubicBezTo>
                    <a:pt x="243" y="77"/>
                    <a:pt x="243" y="79"/>
                    <a:pt x="243" y="81"/>
                  </a:cubicBezTo>
                  <a:cubicBezTo>
                    <a:pt x="243" y="82"/>
                    <a:pt x="243" y="84"/>
                    <a:pt x="242" y="86"/>
                  </a:cubicBezTo>
                  <a:cubicBezTo>
                    <a:pt x="241" y="90"/>
                    <a:pt x="239" y="93"/>
                    <a:pt x="236" y="95"/>
                  </a:cubicBezTo>
                  <a:cubicBezTo>
                    <a:pt x="234" y="98"/>
                    <a:pt x="231" y="99"/>
                    <a:pt x="230" y="99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29" y="99"/>
                    <a:pt x="229" y="99"/>
                    <a:pt x="228" y="98"/>
                  </a:cubicBezTo>
                  <a:cubicBezTo>
                    <a:pt x="228" y="97"/>
                    <a:pt x="227" y="96"/>
                    <a:pt x="227" y="94"/>
                  </a:cubicBezTo>
                  <a:cubicBezTo>
                    <a:pt x="227" y="92"/>
                    <a:pt x="227" y="90"/>
                    <a:pt x="228" y="89"/>
                  </a:cubicBezTo>
                  <a:moveTo>
                    <a:pt x="199" y="112"/>
                  </a:moveTo>
                  <a:cubicBezTo>
                    <a:pt x="199" y="112"/>
                    <a:pt x="199" y="112"/>
                    <a:pt x="199" y="112"/>
                  </a:cubicBezTo>
                  <a:cubicBezTo>
                    <a:pt x="200" y="108"/>
                    <a:pt x="202" y="104"/>
                    <a:pt x="205" y="102"/>
                  </a:cubicBezTo>
                  <a:cubicBezTo>
                    <a:pt x="207" y="99"/>
                    <a:pt x="210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2" y="97"/>
                    <a:pt x="213" y="98"/>
                  </a:cubicBezTo>
                  <a:cubicBezTo>
                    <a:pt x="213" y="99"/>
                    <a:pt x="214" y="101"/>
                    <a:pt x="214" y="103"/>
                  </a:cubicBezTo>
                  <a:cubicBezTo>
                    <a:pt x="214" y="105"/>
                    <a:pt x="214" y="106"/>
                    <a:pt x="213" y="108"/>
                  </a:cubicBezTo>
                  <a:cubicBezTo>
                    <a:pt x="212" y="111"/>
                    <a:pt x="210" y="115"/>
                    <a:pt x="208" y="117"/>
                  </a:cubicBezTo>
                  <a:cubicBezTo>
                    <a:pt x="206" y="120"/>
                    <a:pt x="203" y="122"/>
                    <a:pt x="202" y="122"/>
                  </a:cubicBezTo>
                  <a:cubicBezTo>
                    <a:pt x="202" y="122"/>
                    <a:pt x="202" y="122"/>
                    <a:pt x="202" y="122"/>
                  </a:cubicBezTo>
                  <a:cubicBezTo>
                    <a:pt x="201" y="122"/>
                    <a:pt x="201" y="122"/>
                    <a:pt x="200" y="121"/>
                  </a:cubicBezTo>
                  <a:cubicBezTo>
                    <a:pt x="199" y="120"/>
                    <a:pt x="199" y="118"/>
                    <a:pt x="199" y="116"/>
                  </a:cubicBezTo>
                  <a:cubicBezTo>
                    <a:pt x="199" y="114"/>
                    <a:pt x="199" y="113"/>
                    <a:pt x="199" y="112"/>
                  </a:cubicBezTo>
                  <a:moveTo>
                    <a:pt x="171" y="138"/>
                  </a:moveTo>
                  <a:cubicBezTo>
                    <a:pt x="171" y="138"/>
                    <a:pt x="171" y="138"/>
                    <a:pt x="171" y="138"/>
                  </a:cubicBezTo>
                  <a:cubicBezTo>
                    <a:pt x="171" y="135"/>
                    <a:pt x="173" y="131"/>
                    <a:pt x="175" y="128"/>
                  </a:cubicBezTo>
                  <a:cubicBezTo>
                    <a:pt x="178" y="125"/>
                    <a:pt x="180" y="123"/>
                    <a:pt x="181" y="123"/>
                  </a:cubicBezTo>
                  <a:cubicBezTo>
                    <a:pt x="181" y="123"/>
                    <a:pt x="181" y="123"/>
                    <a:pt x="182" y="123"/>
                  </a:cubicBezTo>
                  <a:cubicBezTo>
                    <a:pt x="182" y="123"/>
                    <a:pt x="183" y="123"/>
                    <a:pt x="184" y="124"/>
                  </a:cubicBezTo>
                  <a:cubicBezTo>
                    <a:pt x="184" y="126"/>
                    <a:pt x="185" y="128"/>
                    <a:pt x="185" y="130"/>
                  </a:cubicBezTo>
                  <a:cubicBezTo>
                    <a:pt x="185" y="131"/>
                    <a:pt x="185" y="132"/>
                    <a:pt x="185" y="133"/>
                  </a:cubicBezTo>
                  <a:cubicBezTo>
                    <a:pt x="184" y="137"/>
                    <a:pt x="182" y="140"/>
                    <a:pt x="180" y="143"/>
                  </a:cubicBezTo>
                  <a:cubicBezTo>
                    <a:pt x="178" y="146"/>
                    <a:pt x="175" y="148"/>
                    <a:pt x="174" y="149"/>
                  </a:cubicBezTo>
                  <a:cubicBezTo>
                    <a:pt x="174" y="149"/>
                    <a:pt x="174" y="149"/>
                    <a:pt x="174" y="149"/>
                  </a:cubicBezTo>
                  <a:cubicBezTo>
                    <a:pt x="174" y="149"/>
                    <a:pt x="173" y="148"/>
                    <a:pt x="172" y="147"/>
                  </a:cubicBezTo>
                  <a:cubicBezTo>
                    <a:pt x="171" y="146"/>
                    <a:pt x="171" y="143"/>
                    <a:pt x="171" y="141"/>
                  </a:cubicBezTo>
                  <a:cubicBezTo>
                    <a:pt x="171" y="140"/>
                    <a:pt x="171" y="139"/>
                    <a:pt x="171" y="138"/>
                  </a:cubicBezTo>
                  <a:moveTo>
                    <a:pt x="145" y="167"/>
                  </a:moveTo>
                  <a:cubicBezTo>
                    <a:pt x="145" y="167"/>
                    <a:pt x="145" y="167"/>
                    <a:pt x="145" y="167"/>
                  </a:cubicBezTo>
                  <a:cubicBezTo>
                    <a:pt x="145" y="163"/>
                    <a:pt x="147" y="160"/>
                    <a:pt x="149" y="157"/>
                  </a:cubicBezTo>
                  <a:cubicBezTo>
                    <a:pt x="150" y="153"/>
                    <a:pt x="153" y="151"/>
                    <a:pt x="154" y="151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54" y="151"/>
                    <a:pt x="156" y="151"/>
                    <a:pt x="156" y="153"/>
                  </a:cubicBezTo>
                  <a:cubicBezTo>
                    <a:pt x="157" y="154"/>
                    <a:pt x="158" y="157"/>
                    <a:pt x="158" y="160"/>
                  </a:cubicBezTo>
                  <a:cubicBezTo>
                    <a:pt x="158" y="160"/>
                    <a:pt x="158" y="161"/>
                    <a:pt x="158" y="161"/>
                  </a:cubicBezTo>
                  <a:cubicBezTo>
                    <a:pt x="158" y="165"/>
                    <a:pt x="156" y="169"/>
                    <a:pt x="154" y="172"/>
                  </a:cubicBezTo>
                  <a:cubicBezTo>
                    <a:pt x="152" y="174"/>
                    <a:pt x="150" y="177"/>
                    <a:pt x="149" y="177"/>
                  </a:cubicBezTo>
                  <a:cubicBezTo>
                    <a:pt x="149" y="177"/>
                    <a:pt x="149" y="177"/>
                    <a:pt x="148" y="177"/>
                  </a:cubicBezTo>
                  <a:cubicBezTo>
                    <a:pt x="148" y="177"/>
                    <a:pt x="147" y="177"/>
                    <a:pt x="146" y="175"/>
                  </a:cubicBezTo>
                  <a:cubicBezTo>
                    <a:pt x="145" y="174"/>
                    <a:pt x="145" y="171"/>
                    <a:pt x="145" y="169"/>
                  </a:cubicBezTo>
                  <a:cubicBezTo>
                    <a:pt x="145" y="168"/>
                    <a:pt x="145" y="168"/>
                    <a:pt x="145" y="167"/>
                  </a:cubicBezTo>
                  <a:moveTo>
                    <a:pt x="122" y="196"/>
                  </a:moveTo>
                  <a:cubicBezTo>
                    <a:pt x="122" y="192"/>
                    <a:pt x="123" y="188"/>
                    <a:pt x="125" y="185"/>
                  </a:cubicBezTo>
                  <a:cubicBezTo>
                    <a:pt x="127" y="182"/>
                    <a:pt x="129" y="180"/>
                    <a:pt x="130" y="179"/>
                  </a:cubicBezTo>
                  <a:cubicBezTo>
                    <a:pt x="130" y="179"/>
                    <a:pt x="130" y="179"/>
                    <a:pt x="130" y="179"/>
                  </a:cubicBezTo>
                  <a:cubicBezTo>
                    <a:pt x="130" y="179"/>
                    <a:pt x="130" y="179"/>
                    <a:pt x="131" y="179"/>
                  </a:cubicBezTo>
                  <a:cubicBezTo>
                    <a:pt x="131" y="179"/>
                    <a:pt x="132" y="180"/>
                    <a:pt x="133" y="181"/>
                  </a:cubicBezTo>
                  <a:cubicBezTo>
                    <a:pt x="134" y="183"/>
                    <a:pt x="135" y="185"/>
                    <a:pt x="135" y="188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5" y="193"/>
                    <a:pt x="133" y="197"/>
                    <a:pt x="132" y="200"/>
                  </a:cubicBezTo>
                  <a:cubicBezTo>
                    <a:pt x="130" y="203"/>
                    <a:pt x="128" y="205"/>
                    <a:pt x="127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6" y="206"/>
                    <a:pt x="125" y="205"/>
                    <a:pt x="124" y="204"/>
                  </a:cubicBezTo>
                  <a:cubicBezTo>
                    <a:pt x="123" y="202"/>
                    <a:pt x="122" y="199"/>
                    <a:pt x="122" y="196"/>
                  </a:cubicBezTo>
                  <a:cubicBezTo>
                    <a:pt x="122" y="196"/>
                    <a:pt x="122" y="196"/>
                    <a:pt x="122" y="196"/>
                  </a:cubicBezTo>
                  <a:moveTo>
                    <a:pt x="103" y="217"/>
                  </a:moveTo>
                  <a:cubicBezTo>
                    <a:pt x="104" y="214"/>
                    <a:pt x="106" y="212"/>
                    <a:pt x="107" y="211"/>
                  </a:cubicBezTo>
                  <a:cubicBezTo>
                    <a:pt x="107" y="211"/>
                    <a:pt x="107" y="211"/>
                    <a:pt x="108" y="211"/>
                  </a:cubicBezTo>
                  <a:cubicBezTo>
                    <a:pt x="108" y="211"/>
                    <a:pt x="109" y="212"/>
                    <a:pt x="111" y="213"/>
                  </a:cubicBezTo>
                  <a:cubicBezTo>
                    <a:pt x="112" y="215"/>
                    <a:pt x="113" y="217"/>
                    <a:pt x="113" y="221"/>
                  </a:cubicBezTo>
                  <a:cubicBezTo>
                    <a:pt x="113" y="221"/>
                    <a:pt x="113" y="221"/>
                    <a:pt x="113" y="222"/>
                  </a:cubicBezTo>
                  <a:cubicBezTo>
                    <a:pt x="113" y="225"/>
                    <a:pt x="112" y="229"/>
                    <a:pt x="110" y="232"/>
                  </a:cubicBezTo>
                  <a:cubicBezTo>
                    <a:pt x="109" y="235"/>
                    <a:pt x="107" y="237"/>
                    <a:pt x="106" y="238"/>
                  </a:cubicBezTo>
                  <a:cubicBezTo>
                    <a:pt x="106" y="238"/>
                    <a:pt x="106" y="238"/>
                    <a:pt x="106" y="238"/>
                  </a:cubicBezTo>
                  <a:cubicBezTo>
                    <a:pt x="105" y="238"/>
                    <a:pt x="104" y="237"/>
                    <a:pt x="103" y="236"/>
                  </a:cubicBezTo>
                  <a:cubicBezTo>
                    <a:pt x="102" y="234"/>
                    <a:pt x="101" y="232"/>
                    <a:pt x="100" y="229"/>
                  </a:cubicBezTo>
                  <a:cubicBezTo>
                    <a:pt x="100" y="228"/>
                    <a:pt x="100" y="228"/>
                    <a:pt x="100" y="227"/>
                  </a:cubicBezTo>
                  <a:cubicBezTo>
                    <a:pt x="101" y="224"/>
                    <a:pt x="102" y="220"/>
                    <a:pt x="103" y="217"/>
                  </a:cubicBezTo>
                  <a:moveTo>
                    <a:pt x="83" y="250"/>
                  </a:moveTo>
                  <a:cubicBezTo>
                    <a:pt x="84" y="247"/>
                    <a:pt x="86" y="245"/>
                    <a:pt x="87" y="245"/>
                  </a:cubicBezTo>
                  <a:cubicBezTo>
                    <a:pt x="87" y="245"/>
                    <a:pt x="87" y="245"/>
                    <a:pt x="87" y="245"/>
                  </a:cubicBezTo>
                  <a:cubicBezTo>
                    <a:pt x="87" y="245"/>
                    <a:pt x="87" y="245"/>
                    <a:pt x="87" y="245"/>
                  </a:cubicBezTo>
                  <a:cubicBezTo>
                    <a:pt x="88" y="244"/>
                    <a:pt x="89" y="245"/>
                    <a:pt x="90" y="247"/>
                  </a:cubicBezTo>
                  <a:cubicBezTo>
                    <a:pt x="91" y="248"/>
                    <a:pt x="92" y="251"/>
                    <a:pt x="93" y="254"/>
                  </a:cubicBezTo>
                  <a:cubicBezTo>
                    <a:pt x="93" y="255"/>
                    <a:pt x="93" y="255"/>
                    <a:pt x="93" y="256"/>
                  </a:cubicBezTo>
                  <a:cubicBezTo>
                    <a:pt x="93" y="260"/>
                    <a:pt x="92" y="263"/>
                    <a:pt x="91" y="266"/>
                  </a:cubicBezTo>
                  <a:cubicBezTo>
                    <a:pt x="90" y="269"/>
                    <a:pt x="88" y="271"/>
                    <a:pt x="87" y="271"/>
                  </a:cubicBezTo>
                  <a:cubicBezTo>
                    <a:pt x="87" y="271"/>
                    <a:pt x="87" y="271"/>
                    <a:pt x="87" y="271"/>
                  </a:cubicBezTo>
                  <a:cubicBezTo>
                    <a:pt x="86" y="271"/>
                    <a:pt x="85" y="271"/>
                    <a:pt x="84" y="269"/>
                  </a:cubicBezTo>
                  <a:cubicBezTo>
                    <a:pt x="83" y="268"/>
                    <a:pt x="82" y="266"/>
                    <a:pt x="81" y="263"/>
                  </a:cubicBezTo>
                  <a:cubicBezTo>
                    <a:pt x="81" y="262"/>
                    <a:pt x="81" y="261"/>
                    <a:pt x="81" y="260"/>
                  </a:cubicBezTo>
                  <a:cubicBezTo>
                    <a:pt x="81" y="256"/>
                    <a:pt x="82" y="253"/>
                    <a:pt x="83" y="250"/>
                  </a:cubicBezTo>
                  <a:moveTo>
                    <a:pt x="67" y="282"/>
                  </a:moveTo>
                  <a:cubicBezTo>
                    <a:pt x="68" y="280"/>
                    <a:pt x="69" y="278"/>
                    <a:pt x="70" y="277"/>
                  </a:cubicBezTo>
                  <a:cubicBezTo>
                    <a:pt x="70" y="277"/>
                    <a:pt x="70" y="277"/>
                    <a:pt x="70" y="277"/>
                  </a:cubicBezTo>
                  <a:cubicBezTo>
                    <a:pt x="71" y="277"/>
                    <a:pt x="72" y="278"/>
                    <a:pt x="73" y="279"/>
                  </a:cubicBezTo>
                  <a:cubicBezTo>
                    <a:pt x="75" y="281"/>
                    <a:pt x="76" y="283"/>
                    <a:pt x="76" y="286"/>
                  </a:cubicBezTo>
                  <a:cubicBezTo>
                    <a:pt x="77" y="287"/>
                    <a:pt x="77" y="288"/>
                    <a:pt x="77" y="290"/>
                  </a:cubicBezTo>
                  <a:cubicBezTo>
                    <a:pt x="77" y="293"/>
                    <a:pt x="76" y="296"/>
                    <a:pt x="75" y="299"/>
                  </a:cubicBezTo>
                  <a:cubicBezTo>
                    <a:pt x="74" y="301"/>
                    <a:pt x="73" y="303"/>
                    <a:pt x="72" y="304"/>
                  </a:cubicBezTo>
                  <a:cubicBezTo>
                    <a:pt x="72" y="304"/>
                    <a:pt x="72" y="304"/>
                    <a:pt x="71" y="304"/>
                  </a:cubicBezTo>
                  <a:cubicBezTo>
                    <a:pt x="70" y="304"/>
                    <a:pt x="66" y="301"/>
                    <a:pt x="65" y="296"/>
                  </a:cubicBezTo>
                  <a:cubicBezTo>
                    <a:pt x="65" y="294"/>
                    <a:pt x="65" y="293"/>
                    <a:pt x="65" y="291"/>
                  </a:cubicBezTo>
                  <a:cubicBezTo>
                    <a:pt x="65" y="288"/>
                    <a:pt x="66" y="285"/>
                    <a:pt x="67" y="282"/>
                  </a:cubicBezTo>
                  <a:moveTo>
                    <a:pt x="51" y="318"/>
                  </a:moveTo>
                  <a:cubicBezTo>
                    <a:pt x="52" y="315"/>
                    <a:pt x="53" y="314"/>
                    <a:pt x="54" y="313"/>
                  </a:cubicBezTo>
                  <a:cubicBezTo>
                    <a:pt x="54" y="313"/>
                    <a:pt x="54" y="313"/>
                    <a:pt x="54" y="313"/>
                  </a:cubicBezTo>
                  <a:cubicBezTo>
                    <a:pt x="56" y="313"/>
                    <a:pt x="60" y="316"/>
                    <a:pt x="61" y="321"/>
                  </a:cubicBezTo>
                  <a:cubicBezTo>
                    <a:pt x="61" y="323"/>
                    <a:pt x="62" y="325"/>
                    <a:pt x="62" y="327"/>
                  </a:cubicBezTo>
                  <a:cubicBezTo>
                    <a:pt x="62" y="333"/>
                    <a:pt x="59" y="338"/>
                    <a:pt x="58" y="339"/>
                  </a:cubicBezTo>
                  <a:cubicBezTo>
                    <a:pt x="58" y="340"/>
                    <a:pt x="58" y="340"/>
                    <a:pt x="57" y="340"/>
                  </a:cubicBezTo>
                  <a:cubicBezTo>
                    <a:pt x="56" y="340"/>
                    <a:pt x="52" y="337"/>
                    <a:pt x="51" y="332"/>
                  </a:cubicBezTo>
                  <a:cubicBezTo>
                    <a:pt x="50" y="330"/>
                    <a:pt x="50" y="328"/>
                    <a:pt x="50" y="325"/>
                  </a:cubicBezTo>
                  <a:cubicBezTo>
                    <a:pt x="50" y="323"/>
                    <a:pt x="51" y="320"/>
                    <a:pt x="51" y="318"/>
                  </a:cubicBezTo>
                  <a:moveTo>
                    <a:pt x="40" y="350"/>
                  </a:moveTo>
                  <a:cubicBezTo>
                    <a:pt x="40" y="350"/>
                    <a:pt x="41" y="350"/>
                    <a:pt x="41" y="350"/>
                  </a:cubicBezTo>
                  <a:cubicBezTo>
                    <a:pt x="43" y="350"/>
                    <a:pt x="47" y="352"/>
                    <a:pt x="48" y="358"/>
                  </a:cubicBezTo>
                  <a:cubicBezTo>
                    <a:pt x="49" y="360"/>
                    <a:pt x="49" y="362"/>
                    <a:pt x="49" y="365"/>
                  </a:cubicBezTo>
                  <a:cubicBezTo>
                    <a:pt x="49" y="370"/>
                    <a:pt x="47" y="375"/>
                    <a:pt x="46" y="376"/>
                  </a:cubicBezTo>
                  <a:cubicBezTo>
                    <a:pt x="46" y="376"/>
                    <a:pt x="46" y="376"/>
                    <a:pt x="45" y="376"/>
                  </a:cubicBezTo>
                  <a:cubicBezTo>
                    <a:pt x="44" y="376"/>
                    <a:pt x="40" y="374"/>
                    <a:pt x="38" y="369"/>
                  </a:cubicBezTo>
                  <a:cubicBezTo>
                    <a:pt x="38" y="366"/>
                    <a:pt x="37" y="364"/>
                    <a:pt x="37" y="361"/>
                  </a:cubicBezTo>
                  <a:cubicBezTo>
                    <a:pt x="37" y="356"/>
                    <a:pt x="39" y="351"/>
                    <a:pt x="40" y="350"/>
                  </a:cubicBezTo>
                  <a:moveTo>
                    <a:pt x="30" y="386"/>
                  </a:moveTo>
                  <a:cubicBezTo>
                    <a:pt x="30" y="386"/>
                    <a:pt x="30" y="386"/>
                    <a:pt x="30" y="386"/>
                  </a:cubicBezTo>
                  <a:cubicBezTo>
                    <a:pt x="30" y="385"/>
                    <a:pt x="30" y="385"/>
                    <a:pt x="31" y="385"/>
                  </a:cubicBezTo>
                  <a:cubicBezTo>
                    <a:pt x="32" y="385"/>
                    <a:pt x="36" y="387"/>
                    <a:pt x="38" y="393"/>
                  </a:cubicBezTo>
                  <a:cubicBezTo>
                    <a:pt x="39" y="395"/>
                    <a:pt x="40" y="399"/>
                    <a:pt x="40" y="402"/>
                  </a:cubicBezTo>
                  <a:cubicBezTo>
                    <a:pt x="39" y="406"/>
                    <a:pt x="38" y="410"/>
                    <a:pt x="37" y="411"/>
                  </a:cubicBezTo>
                  <a:cubicBezTo>
                    <a:pt x="37" y="411"/>
                    <a:pt x="37" y="411"/>
                    <a:pt x="36" y="411"/>
                  </a:cubicBezTo>
                  <a:cubicBezTo>
                    <a:pt x="35" y="411"/>
                    <a:pt x="31" y="409"/>
                    <a:pt x="29" y="404"/>
                  </a:cubicBezTo>
                  <a:cubicBezTo>
                    <a:pt x="28" y="401"/>
                    <a:pt x="27" y="398"/>
                    <a:pt x="28" y="394"/>
                  </a:cubicBezTo>
                  <a:cubicBezTo>
                    <a:pt x="28" y="390"/>
                    <a:pt x="29" y="386"/>
                    <a:pt x="30" y="386"/>
                  </a:cubicBezTo>
                  <a:moveTo>
                    <a:pt x="21" y="424"/>
                  </a:moveTo>
                  <a:cubicBezTo>
                    <a:pt x="21" y="423"/>
                    <a:pt x="21" y="423"/>
                    <a:pt x="22" y="423"/>
                  </a:cubicBezTo>
                  <a:cubicBezTo>
                    <a:pt x="24" y="423"/>
                    <a:pt x="28" y="425"/>
                    <a:pt x="30" y="430"/>
                  </a:cubicBezTo>
                  <a:cubicBezTo>
                    <a:pt x="31" y="433"/>
                    <a:pt x="32" y="437"/>
                    <a:pt x="32" y="441"/>
                  </a:cubicBezTo>
                  <a:cubicBezTo>
                    <a:pt x="32" y="444"/>
                    <a:pt x="31" y="448"/>
                    <a:pt x="30" y="449"/>
                  </a:cubicBezTo>
                  <a:cubicBezTo>
                    <a:pt x="30" y="449"/>
                    <a:pt x="30" y="449"/>
                    <a:pt x="29" y="449"/>
                  </a:cubicBezTo>
                  <a:cubicBezTo>
                    <a:pt x="27" y="449"/>
                    <a:pt x="24" y="447"/>
                    <a:pt x="21" y="442"/>
                  </a:cubicBezTo>
                  <a:cubicBezTo>
                    <a:pt x="20" y="439"/>
                    <a:pt x="19" y="435"/>
                    <a:pt x="19" y="431"/>
                  </a:cubicBezTo>
                  <a:cubicBezTo>
                    <a:pt x="19" y="428"/>
                    <a:pt x="20" y="424"/>
                    <a:pt x="21" y="424"/>
                  </a:cubicBezTo>
                  <a:moveTo>
                    <a:pt x="15" y="462"/>
                  </a:moveTo>
                  <a:cubicBezTo>
                    <a:pt x="15" y="462"/>
                    <a:pt x="15" y="462"/>
                    <a:pt x="15" y="462"/>
                  </a:cubicBezTo>
                  <a:cubicBezTo>
                    <a:pt x="15" y="462"/>
                    <a:pt x="15" y="462"/>
                    <a:pt x="16" y="462"/>
                  </a:cubicBezTo>
                  <a:cubicBezTo>
                    <a:pt x="18" y="462"/>
                    <a:pt x="21" y="464"/>
                    <a:pt x="24" y="468"/>
                  </a:cubicBezTo>
                  <a:cubicBezTo>
                    <a:pt x="26" y="472"/>
                    <a:pt x="26" y="477"/>
                    <a:pt x="26" y="481"/>
                  </a:cubicBezTo>
                  <a:cubicBezTo>
                    <a:pt x="26" y="484"/>
                    <a:pt x="26" y="486"/>
                    <a:pt x="25" y="487"/>
                  </a:cubicBezTo>
                  <a:cubicBezTo>
                    <a:pt x="25" y="487"/>
                    <a:pt x="25" y="487"/>
                    <a:pt x="24" y="487"/>
                  </a:cubicBezTo>
                  <a:cubicBezTo>
                    <a:pt x="22" y="487"/>
                    <a:pt x="19" y="485"/>
                    <a:pt x="16" y="481"/>
                  </a:cubicBezTo>
                  <a:cubicBezTo>
                    <a:pt x="14" y="477"/>
                    <a:pt x="13" y="472"/>
                    <a:pt x="13" y="468"/>
                  </a:cubicBezTo>
                  <a:cubicBezTo>
                    <a:pt x="13" y="465"/>
                    <a:pt x="14" y="463"/>
                    <a:pt x="15" y="462"/>
                  </a:cubicBezTo>
                  <a:moveTo>
                    <a:pt x="11" y="499"/>
                  </a:moveTo>
                  <a:cubicBezTo>
                    <a:pt x="11" y="499"/>
                    <a:pt x="11" y="499"/>
                    <a:pt x="11" y="499"/>
                  </a:cubicBezTo>
                  <a:cubicBezTo>
                    <a:pt x="11" y="499"/>
                    <a:pt x="11" y="498"/>
                    <a:pt x="12" y="498"/>
                  </a:cubicBezTo>
                  <a:cubicBezTo>
                    <a:pt x="14" y="498"/>
                    <a:pt x="18" y="500"/>
                    <a:pt x="20" y="505"/>
                  </a:cubicBezTo>
                  <a:cubicBezTo>
                    <a:pt x="23" y="508"/>
                    <a:pt x="24" y="514"/>
                    <a:pt x="24" y="518"/>
                  </a:cubicBezTo>
                  <a:cubicBezTo>
                    <a:pt x="23" y="520"/>
                    <a:pt x="23" y="522"/>
                    <a:pt x="23" y="523"/>
                  </a:cubicBezTo>
                  <a:cubicBezTo>
                    <a:pt x="22" y="523"/>
                    <a:pt x="22" y="523"/>
                    <a:pt x="21" y="523"/>
                  </a:cubicBezTo>
                  <a:cubicBezTo>
                    <a:pt x="19" y="523"/>
                    <a:pt x="16" y="522"/>
                    <a:pt x="13" y="517"/>
                  </a:cubicBezTo>
                  <a:cubicBezTo>
                    <a:pt x="11" y="513"/>
                    <a:pt x="10" y="508"/>
                    <a:pt x="10" y="504"/>
                  </a:cubicBezTo>
                  <a:cubicBezTo>
                    <a:pt x="10" y="501"/>
                    <a:pt x="10" y="500"/>
                    <a:pt x="11" y="499"/>
                  </a:cubicBezTo>
                  <a:moveTo>
                    <a:pt x="9" y="538"/>
                  </a:moveTo>
                  <a:cubicBezTo>
                    <a:pt x="9" y="538"/>
                    <a:pt x="9" y="537"/>
                    <a:pt x="11" y="537"/>
                  </a:cubicBezTo>
                  <a:cubicBezTo>
                    <a:pt x="13" y="537"/>
                    <a:pt x="16" y="539"/>
                    <a:pt x="19" y="543"/>
                  </a:cubicBezTo>
                  <a:cubicBezTo>
                    <a:pt x="22" y="547"/>
                    <a:pt x="23" y="554"/>
                    <a:pt x="23" y="558"/>
                  </a:cubicBezTo>
                  <a:cubicBezTo>
                    <a:pt x="23" y="559"/>
                    <a:pt x="22" y="561"/>
                    <a:pt x="22" y="561"/>
                  </a:cubicBezTo>
                  <a:cubicBezTo>
                    <a:pt x="22" y="561"/>
                    <a:pt x="22" y="562"/>
                    <a:pt x="21" y="562"/>
                  </a:cubicBezTo>
                  <a:cubicBezTo>
                    <a:pt x="19" y="562"/>
                    <a:pt x="15" y="560"/>
                    <a:pt x="13" y="556"/>
                  </a:cubicBezTo>
                  <a:cubicBezTo>
                    <a:pt x="9" y="552"/>
                    <a:pt x="8" y="546"/>
                    <a:pt x="8" y="542"/>
                  </a:cubicBezTo>
                  <a:cubicBezTo>
                    <a:pt x="8" y="540"/>
                    <a:pt x="9" y="539"/>
                    <a:pt x="9" y="538"/>
                  </a:cubicBezTo>
                  <a:moveTo>
                    <a:pt x="9" y="577"/>
                  </a:moveTo>
                  <a:cubicBezTo>
                    <a:pt x="9" y="577"/>
                    <a:pt x="10" y="577"/>
                    <a:pt x="11" y="577"/>
                  </a:cubicBezTo>
                  <a:cubicBezTo>
                    <a:pt x="13" y="577"/>
                    <a:pt x="16" y="578"/>
                    <a:pt x="19" y="582"/>
                  </a:cubicBezTo>
                  <a:cubicBezTo>
                    <a:pt x="23" y="586"/>
                    <a:pt x="25" y="593"/>
                    <a:pt x="24" y="597"/>
                  </a:cubicBezTo>
                  <a:cubicBezTo>
                    <a:pt x="24" y="598"/>
                    <a:pt x="24" y="599"/>
                    <a:pt x="24" y="599"/>
                  </a:cubicBezTo>
                  <a:cubicBezTo>
                    <a:pt x="24" y="600"/>
                    <a:pt x="23" y="600"/>
                    <a:pt x="22" y="600"/>
                  </a:cubicBezTo>
                  <a:cubicBezTo>
                    <a:pt x="20" y="600"/>
                    <a:pt x="17" y="599"/>
                    <a:pt x="14" y="595"/>
                  </a:cubicBezTo>
                  <a:cubicBezTo>
                    <a:pt x="11" y="591"/>
                    <a:pt x="9" y="584"/>
                    <a:pt x="9" y="580"/>
                  </a:cubicBezTo>
                  <a:cubicBezTo>
                    <a:pt x="9" y="579"/>
                    <a:pt x="9" y="578"/>
                    <a:pt x="9" y="577"/>
                  </a:cubicBezTo>
                  <a:moveTo>
                    <a:pt x="12" y="616"/>
                  </a:moveTo>
                  <a:cubicBezTo>
                    <a:pt x="12" y="615"/>
                    <a:pt x="12" y="614"/>
                    <a:pt x="12" y="614"/>
                  </a:cubicBezTo>
                  <a:cubicBezTo>
                    <a:pt x="12" y="614"/>
                    <a:pt x="12" y="614"/>
                    <a:pt x="12" y="614"/>
                  </a:cubicBezTo>
                  <a:cubicBezTo>
                    <a:pt x="12" y="614"/>
                    <a:pt x="12" y="613"/>
                    <a:pt x="14" y="613"/>
                  </a:cubicBezTo>
                  <a:cubicBezTo>
                    <a:pt x="16" y="613"/>
                    <a:pt x="19" y="615"/>
                    <a:pt x="22" y="618"/>
                  </a:cubicBezTo>
                  <a:cubicBezTo>
                    <a:pt x="26" y="622"/>
                    <a:pt x="28" y="630"/>
                    <a:pt x="28" y="634"/>
                  </a:cubicBezTo>
                  <a:cubicBezTo>
                    <a:pt x="28" y="634"/>
                    <a:pt x="28" y="635"/>
                    <a:pt x="28" y="636"/>
                  </a:cubicBezTo>
                  <a:cubicBezTo>
                    <a:pt x="28" y="636"/>
                    <a:pt x="27" y="636"/>
                    <a:pt x="26" y="636"/>
                  </a:cubicBezTo>
                  <a:cubicBezTo>
                    <a:pt x="24" y="636"/>
                    <a:pt x="21" y="635"/>
                    <a:pt x="18" y="632"/>
                  </a:cubicBezTo>
                  <a:cubicBezTo>
                    <a:pt x="14" y="627"/>
                    <a:pt x="12" y="620"/>
                    <a:pt x="12" y="616"/>
                  </a:cubicBezTo>
                  <a:moveTo>
                    <a:pt x="24" y="670"/>
                  </a:moveTo>
                  <a:cubicBezTo>
                    <a:pt x="19" y="666"/>
                    <a:pt x="16" y="658"/>
                    <a:pt x="17" y="654"/>
                  </a:cubicBezTo>
                  <a:cubicBezTo>
                    <a:pt x="17" y="654"/>
                    <a:pt x="17" y="653"/>
                    <a:pt x="17" y="653"/>
                  </a:cubicBezTo>
                  <a:cubicBezTo>
                    <a:pt x="17" y="653"/>
                    <a:pt x="17" y="653"/>
                    <a:pt x="17" y="653"/>
                  </a:cubicBezTo>
                  <a:cubicBezTo>
                    <a:pt x="17" y="653"/>
                    <a:pt x="18" y="652"/>
                    <a:pt x="19" y="652"/>
                  </a:cubicBezTo>
                  <a:cubicBezTo>
                    <a:pt x="21" y="652"/>
                    <a:pt x="24" y="653"/>
                    <a:pt x="27" y="656"/>
                  </a:cubicBezTo>
                  <a:cubicBezTo>
                    <a:pt x="32" y="661"/>
                    <a:pt x="34" y="668"/>
                    <a:pt x="34" y="672"/>
                  </a:cubicBezTo>
                  <a:cubicBezTo>
                    <a:pt x="34" y="673"/>
                    <a:pt x="34" y="673"/>
                    <a:pt x="34" y="673"/>
                  </a:cubicBezTo>
                  <a:cubicBezTo>
                    <a:pt x="34" y="674"/>
                    <a:pt x="34" y="674"/>
                    <a:pt x="32" y="674"/>
                  </a:cubicBezTo>
                  <a:cubicBezTo>
                    <a:pt x="30" y="674"/>
                    <a:pt x="27" y="673"/>
                    <a:pt x="24" y="670"/>
                  </a:cubicBezTo>
                  <a:moveTo>
                    <a:pt x="32" y="708"/>
                  </a:moveTo>
                  <a:cubicBezTo>
                    <a:pt x="27" y="704"/>
                    <a:pt x="24" y="696"/>
                    <a:pt x="24" y="692"/>
                  </a:cubicBezTo>
                  <a:cubicBezTo>
                    <a:pt x="24" y="692"/>
                    <a:pt x="24" y="692"/>
                    <a:pt x="24" y="691"/>
                  </a:cubicBezTo>
                  <a:cubicBezTo>
                    <a:pt x="24" y="691"/>
                    <a:pt x="24" y="691"/>
                    <a:pt x="24" y="691"/>
                  </a:cubicBezTo>
                  <a:cubicBezTo>
                    <a:pt x="24" y="691"/>
                    <a:pt x="24" y="691"/>
                    <a:pt x="25" y="691"/>
                  </a:cubicBezTo>
                  <a:cubicBezTo>
                    <a:pt x="25" y="690"/>
                    <a:pt x="26" y="690"/>
                    <a:pt x="27" y="690"/>
                  </a:cubicBezTo>
                  <a:cubicBezTo>
                    <a:pt x="29" y="690"/>
                    <a:pt x="32" y="691"/>
                    <a:pt x="35" y="694"/>
                  </a:cubicBezTo>
                  <a:cubicBezTo>
                    <a:pt x="40" y="698"/>
                    <a:pt x="43" y="707"/>
                    <a:pt x="43" y="710"/>
                  </a:cubicBezTo>
                  <a:cubicBezTo>
                    <a:pt x="43" y="710"/>
                    <a:pt x="43" y="711"/>
                    <a:pt x="43" y="711"/>
                  </a:cubicBezTo>
                  <a:cubicBezTo>
                    <a:pt x="42" y="711"/>
                    <a:pt x="42" y="711"/>
                    <a:pt x="42" y="711"/>
                  </a:cubicBezTo>
                  <a:cubicBezTo>
                    <a:pt x="42" y="712"/>
                    <a:pt x="41" y="712"/>
                    <a:pt x="40" y="712"/>
                  </a:cubicBezTo>
                  <a:cubicBezTo>
                    <a:pt x="38" y="712"/>
                    <a:pt x="35" y="711"/>
                    <a:pt x="32" y="708"/>
                  </a:cubicBezTo>
                  <a:moveTo>
                    <a:pt x="42" y="743"/>
                  </a:moveTo>
                  <a:cubicBezTo>
                    <a:pt x="37" y="739"/>
                    <a:pt x="33" y="731"/>
                    <a:pt x="33" y="728"/>
                  </a:cubicBezTo>
                  <a:cubicBezTo>
                    <a:pt x="33" y="728"/>
                    <a:pt x="33" y="727"/>
                    <a:pt x="33" y="727"/>
                  </a:cubicBezTo>
                  <a:cubicBezTo>
                    <a:pt x="33" y="727"/>
                    <a:pt x="33" y="727"/>
                    <a:pt x="33" y="727"/>
                  </a:cubicBezTo>
                  <a:cubicBezTo>
                    <a:pt x="33" y="727"/>
                    <a:pt x="34" y="727"/>
                    <a:pt x="34" y="726"/>
                  </a:cubicBezTo>
                  <a:cubicBezTo>
                    <a:pt x="34" y="726"/>
                    <a:pt x="35" y="726"/>
                    <a:pt x="36" y="726"/>
                  </a:cubicBezTo>
                  <a:cubicBezTo>
                    <a:pt x="38" y="726"/>
                    <a:pt x="41" y="727"/>
                    <a:pt x="44" y="729"/>
                  </a:cubicBezTo>
                  <a:cubicBezTo>
                    <a:pt x="47" y="731"/>
                    <a:pt x="49" y="734"/>
                    <a:pt x="51" y="737"/>
                  </a:cubicBezTo>
                  <a:cubicBezTo>
                    <a:pt x="52" y="740"/>
                    <a:pt x="53" y="743"/>
                    <a:pt x="53" y="745"/>
                  </a:cubicBezTo>
                  <a:cubicBezTo>
                    <a:pt x="53" y="745"/>
                    <a:pt x="53" y="745"/>
                    <a:pt x="53" y="745"/>
                  </a:cubicBezTo>
                  <a:cubicBezTo>
                    <a:pt x="53" y="745"/>
                    <a:pt x="53" y="746"/>
                    <a:pt x="52" y="746"/>
                  </a:cubicBezTo>
                  <a:cubicBezTo>
                    <a:pt x="52" y="746"/>
                    <a:pt x="51" y="747"/>
                    <a:pt x="50" y="747"/>
                  </a:cubicBezTo>
                  <a:cubicBezTo>
                    <a:pt x="48" y="747"/>
                    <a:pt x="45" y="746"/>
                    <a:pt x="42" y="743"/>
                  </a:cubicBezTo>
                  <a:moveTo>
                    <a:pt x="55" y="780"/>
                  </a:moveTo>
                  <a:cubicBezTo>
                    <a:pt x="52" y="778"/>
                    <a:pt x="50" y="775"/>
                    <a:pt x="48" y="772"/>
                  </a:cubicBezTo>
                  <a:cubicBezTo>
                    <a:pt x="46" y="769"/>
                    <a:pt x="45" y="766"/>
                    <a:pt x="45" y="765"/>
                  </a:cubicBezTo>
                  <a:cubicBezTo>
                    <a:pt x="45" y="765"/>
                    <a:pt x="45" y="765"/>
                    <a:pt x="45" y="765"/>
                  </a:cubicBezTo>
                  <a:cubicBezTo>
                    <a:pt x="45" y="764"/>
                    <a:pt x="45" y="764"/>
                    <a:pt x="46" y="764"/>
                  </a:cubicBezTo>
                  <a:cubicBezTo>
                    <a:pt x="47" y="763"/>
                    <a:pt x="48" y="763"/>
                    <a:pt x="49" y="763"/>
                  </a:cubicBezTo>
                  <a:cubicBezTo>
                    <a:pt x="51" y="763"/>
                    <a:pt x="54" y="764"/>
                    <a:pt x="56" y="766"/>
                  </a:cubicBezTo>
                  <a:cubicBezTo>
                    <a:pt x="59" y="768"/>
                    <a:pt x="62" y="771"/>
                    <a:pt x="63" y="774"/>
                  </a:cubicBezTo>
                  <a:cubicBezTo>
                    <a:pt x="65" y="777"/>
                    <a:pt x="66" y="780"/>
                    <a:pt x="66" y="781"/>
                  </a:cubicBezTo>
                  <a:cubicBezTo>
                    <a:pt x="66" y="781"/>
                    <a:pt x="66" y="781"/>
                    <a:pt x="66" y="781"/>
                  </a:cubicBezTo>
                  <a:cubicBezTo>
                    <a:pt x="66" y="782"/>
                    <a:pt x="66" y="782"/>
                    <a:pt x="65" y="782"/>
                  </a:cubicBezTo>
                  <a:cubicBezTo>
                    <a:pt x="65" y="782"/>
                    <a:pt x="64" y="783"/>
                    <a:pt x="62" y="783"/>
                  </a:cubicBezTo>
                  <a:cubicBezTo>
                    <a:pt x="60" y="783"/>
                    <a:pt x="58" y="782"/>
                    <a:pt x="55" y="780"/>
                  </a:cubicBezTo>
                  <a:moveTo>
                    <a:pt x="71" y="816"/>
                  </a:moveTo>
                  <a:cubicBezTo>
                    <a:pt x="68" y="814"/>
                    <a:pt x="65" y="811"/>
                    <a:pt x="63" y="808"/>
                  </a:cubicBezTo>
                  <a:cubicBezTo>
                    <a:pt x="61" y="805"/>
                    <a:pt x="60" y="802"/>
                    <a:pt x="60" y="801"/>
                  </a:cubicBezTo>
                  <a:cubicBezTo>
                    <a:pt x="60" y="801"/>
                    <a:pt x="60" y="801"/>
                    <a:pt x="60" y="801"/>
                  </a:cubicBezTo>
                  <a:cubicBezTo>
                    <a:pt x="60" y="801"/>
                    <a:pt x="60" y="801"/>
                    <a:pt x="60" y="801"/>
                  </a:cubicBezTo>
                  <a:cubicBezTo>
                    <a:pt x="60" y="801"/>
                    <a:pt x="60" y="800"/>
                    <a:pt x="61" y="800"/>
                  </a:cubicBezTo>
                  <a:cubicBezTo>
                    <a:pt x="61" y="800"/>
                    <a:pt x="62" y="799"/>
                    <a:pt x="64" y="799"/>
                  </a:cubicBezTo>
                  <a:cubicBezTo>
                    <a:pt x="64" y="799"/>
                    <a:pt x="64" y="799"/>
                    <a:pt x="64" y="799"/>
                  </a:cubicBezTo>
                  <a:cubicBezTo>
                    <a:pt x="66" y="799"/>
                    <a:pt x="68" y="800"/>
                    <a:pt x="71" y="801"/>
                  </a:cubicBezTo>
                  <a:cubicBezTo>
                    <a:pt x="74" y="803"/>
                    <a:pt x="77" y="806"/>
                    <a:pt x="79" y="809"/>
                  </a:cubicBezTo>
                  <a:cubicBezTo>
                    <a:pt x="81" y="812"/>
                    <a:pt x="82" y="815"/>
                    <a:pt x="81" y="816"/>
                  </a:cubicBezTo>
                  <a:cubicBezTo>
                    <a:pt x="81" y="816"/>
                    <a:pt x="81" y="816"/>
                    <a:pt x="81" y="816"/>
                  </a:cubicBezTo>
                  <a:cubicBezTo>
                    <a:pt x="81" y="817"/>
                    <a:pt x="81" y="817"/>
                    <a:pt x="81" y="817"/>
                  </a:cubicBezTo>
                  <a:cubicBezTo>
                    <a:pt x="80" y="818"/>
                    <a:pt x="79" y="818"/>
                    <a:pt x="78" y="818"/>
                  </a:cubicBezTo>
                  <a:cubicBezTo>
                    <a:pt x="76" y="818"/>
                    <a:pt x="73" y="817"/>
                    <a:pt x="71" y="816"/>
                  </a:cubicBezTo>
                  <a:close/>
                  <a:moveTo>
                    <a:pt x="87" y="849"/>
                  </a:moveTo>
                  <a:cubicBezTo>
                    <a:pt x="84" y="847"/>
                    <a:pt x="81" y="844"/>
                    <a:pt x="79" y="841"/>
                  </a:cubicBezTo>
                  <a:cubicBezTo>
                    <a:pt x="77" y="838"/>
                    <a:pt x="75" y="835"/>
                    <a:pt x="76" y="834"/>
                  </a:cubicBezTo>
                  <a:cubicBezTo>
                    <a:pt x="76" y="834"/>
                    <a:pt x="76" y="834"/>
                    <a:pt x="76" y="834"/>
                  </a:cubicBezTo>
                  <a:cubicBezTo>
                    <a:pt x="76" y="834"/>
                    <a:pt x="76" y="834"/>
                    <a:pt x="76" y="833"/>
                  </a:cubicBezTo>
                  <a:cubicBezTo>
                    <a:pt x="77" y="833"/>
                    <a:pt x="78" y="832"/>
                    <a:pt x="80" y="832"/>
                  </a:cubicBezTo>
                  <a:cubicBezTo>
                    <a:pt x="82" y="832"/>
                    <a:pt x="84" y="833"/>
                    <a:pt x="86" y="834"/>
                  </a:cubicBezTo>
                  <a:cubicBezTo>
                    <a:pt x="90" y="836"/>
                    <a:pt x="93" y="839"/>
                    <a:pt x="95" y="841"/>
                  </a:cubicBezTo>
                  <a:cubicBezTo>
                    <a:pt x="97" y="844"/>
                    <a:pt x="98" y="847"/>
                    <a:pt x="98" y="848"/>
                  </a:cubicBezTo>
                  <a:cubicBezTo>
                    <a:pt x="98" y="848"/>
                    <a:pt x="98" y="848"/>
                    <a:pt x="98" y="848"/>
                  </a:cubicBezTo>
                  <a:cubicBezTo>
                    <a:pt x="98" y="849"/>
                    <a:pt x="98" y="849"/>
                    <a:pt x="97" y="849"/>
                  </a:cubicBezTo>
                  <a:cubicBezTo>
                    <a:pt x="96" y="850"/>
                    <a:pt x="95" y="850"/>
                    <a:pt x="94" y="850"/>
                  </a:cubicBezTo>
                  <a:cubicBezTo>
                    <a:pt x="92" y="850"/>
                    <a:pt x="90" y="850"/>
                    <a:pt x="87" y="849"/>
                  </a:cubicBezTo>
                  <a:moveTo>
                    <a:pt x="108" y="882"/>
                  </a:moveTo>
                  <a:cubicBezTo>
                    <a:pt x="108" y="882"/>
                    <a:pt x="108" y="882"/>
                    <a:pt x="108" y="882"/>
                  </a:cubicBezTo>
                  <a:cubicBezTo>
                    <a:pt x="104" y="881"/>
                    <a:pt x="101" y="878"/>
                    <a:pt x="98" y="875"/>
                  </a:cubicBezTo>
                  <a:cubicBezTo>
                    <a:pt x="96" y="873"/>
                    <a:pt x="95" y="870"/>
                    <a:pt x="95" y="869"/>
                  </a:cubicBezTo>
                  <a:cubicBezTo>
                    <a:pt x="95" y="869"/>
                    <a:pt x="95" y="869"/>
                    <a:pt x="95" y="869"/>
                  </a:cubicBezTo>
                  <a:cubicBezTo>
                    <a:pt x="95" y="868"/>
                    <a:pt x="95" y="868"/>
                    <a:pt x="96" y="867"/>
                  </a:cubicBezTo>
                  <a:cubicBezTo>
                    <a:pt x="96" y="867"/>
                    <a:pt x="98" y="866"/>
                    <a:pt x="100" y="866"/>
                  </a:cubicBezTo>
                  <a:cubicBezTo>
                    <a:pt x="100" y="866"/>
                    <a:pt x="100" y="866"/>
                    <a:pt x="100" y="866"/>
                  </a:cubicBezTo>
                  <a:cubicBezTo>
                    <a:pt x="100" y="866"/>
                    <a:pt x="100" y="866"/>
                    <a:pt x="100" y="866"/>
                  </a:cubicBezTo>
                  <a:cubicBezTo>
                    <a:pt x="101" y="866"/>
                    <a:pt x="103" y="867"/>
                    <a:pt x="105" y="868"/>
                  </a:cubicBezTo>
                  <a:cubicBezTo>
                    <a:pt x="109" y="869"/>
                    <a:pt x="112" y="872"/>
                    <a:pt x="114" y="874"/>
                  </a:cubicBezTo>
                  <a:cubicBezTo>
                    <a:pt x="117" y="877"/>
                    <a:pt x="118" y="880"/>
                    <a:pt x="118" y="881"/>
                  </a:cubicBezTo>
                  <a:cubicBezTo>
                    <a:pt x="118" y="881"/>
                    <a:pt x="118" y="881"/>
                    <a:pt x="118" y="881"/>
                  </a:cubicBezTo>
                  <a:cubicBezTo>
                    <a:pt x="118" y="881"/>
                    <a:pt x="118" y="882"/>
                    <a:pt x="117" y="882"/>
                  </a:cubicBezTo>
                  <a:cubicBezTo>
                    <a:pt x="116" y="883"/>
                    <a:pt x="115" y="883"/>
                    <a:pt x="113" y="883"/>
                  </a:cubicBezTo>
                  <a:cubicBezTo>
                    <a:pt x="111" y="883"/>
                    <a:pt x="110" y="883"/>
                    <a:pt x="108" y="882"/>
                  </a:cubicBezTo>
                  <a:moveTo>
                    <a:pt x="130" y="914"/>
                  </a:moveTo>
                  <a:cubicBezTo>
                    <a:pt x="126" y="913"/>
                    <a:pt x="123" y="910"/>
                    <a:pt x="120" y="908"/>
                  </a:cubicBezTo>
                  <a:cubicBezTo>
                    <a:pt x="118" y="905"/>
                    <a:pt x="116" y="902"/>
                    <a:pt x="116" y="901"/>
                  </a:cubicBezTo>
                  <a:cubicBezTo>
                    <a:pt x="116" y="901"/>
                    <a:pt x="116" y="901"/>
                    <a:pt x="116" y="901"/>
                  </a:cubicBezTo>
                  <a:cubicBezTo>
                    <a:pt x="116" y="901"/>
                    <a:pt x="116" y="900"/>
                    <a:pt x="117" y="900"/>
                  </a:cubicBezTo>
                  <a:cubicBezTo>
                    <a:pt x="118" y="899"/>
                    <a:pt x="120" y="899"/>
                    <a:pt x="122" y="899"/>
                  </a:cubicBezTo>
                  <a:cubicBezTo>
                    <a:pt x="122" y="899"/>
                    <a:pt x="122" y="899"/>
                    <a:pt x="122" y="899"/>
                  </a:cubicBezTo>
                  <a:cubicBezTo>
                    <a:pt x="123" y="899"/>
                    <a:pt x="125" y="899"/>
                    <a:pt x="127" y="900"/>
                  </a:cubicBezTo>
                  <a:cubicBezTo>
                    <a:pt x="130" y="901"/>
                    <a:pt x="134" y="903"/>
                    <a:pt x="136" y="906"/>
                  </a:cubicBezTo>
                  <a:cubicBezTo>
                    <a:pt x="139" y="908"/>
                    <a:pt x="140" y="911"/>
                    <a:pt x="140" y="912"/>
                  </a:cubicBezTo>
                  <a:cubicBezTo>
                    <a:pt x="140" y="912"/>
                    <a:pt x="140" y="912"/>
                    <a:pt x="140" y="912"/>
                  </a:cubicBezTo>
                  <a:cubicBezTo>
                    <a:pt x="140" y="913"/>
                    <a:pt x="140" y="913"/>
                    <a:pt x="139" y="914"/>
                  </a:cubicBezTo>
                  <a:cubicBezTo>
                    <a:pt x="138" y="914"/>
                    <a:pt x="137" y="915"/>
                    <a:pt x="134" y="915"/>
                  </a:cubicBezTo>
                  <a:cubicBezTo>
                    <a:pt x="133" y="915"/>
                    <a:pt x="132" y="914"/>
                    <a:pt x="130" y="914"/>
                  </a:cubicBezTo>
                  <a:moveTo>
                    <a:pt x="162" y="942"/>
                  </a:moveTo>
                  <a:cubicBezTo>
                    <a:pt x="161" y="942"/>
                    <a:pt x="159" y="943"/>
                    <a:pt x="157" y="943"/>
                  </a:cubicBezTo>
                  <a:cubicBezTo>
                    <a:pt x="156" y="943"/>
                    <a:pt x="155" y="943"/>
                    <a:pt x="153" y="942"/>
                  </a:cubicBezTo>
                  <a:cubicBezTo>
                    <a:pt x="150" y="941"/>
                    <a:pt x="146" y="939"/>
                    <a:pt x="143" y="937"/>
                  </a:cubicBezTo>
                  <a:cubicBezTo>
                    <a:pt x="140" y="935"/>
                    <a:pt x="139" y="932"/>
                    <a:pt x="138" y="931"/>
                  </a:cubicBezTo>
                  <a:cubicBezTo>
                    <a:pt x="138" y="931"/>
                    <a:pt x="138" y="931"/>
                    <a:pt x="138" y="931"/>
                  </a:cubicBezTo>
                  <a:cubicBezTo>
                    <a:pt x="138" y="930"/>
                    <a:pt x="139" y="930"/>
                    <a:pt x="140" y="929"/>
                  </a:cubicBezTo>
                  <a:cubicBezTo>
                    <a:pt x="141" y="928"/>
                    <a:pt x="143" y="928"/>
                    <a:pt x="145" y="928"/>
                  </a:cubicBezTo>
                  <a:cubicBezTo>
                    <a:pt x="146" y="928"/>
                    <a:pt x="148" y="928"/>
                    <a:pt x="149" y="928"/>
                  </a:cubicBezTo>
                  <a:cubicBezTo>
                    <a:pt x="153" y="929"/>
                    <a:pt x="156" y="931"/>
                    <a:pt x="159" y="934"/>
                  </a:cubicBezTo>
                  <a:cubicBezTo>
                    <a:pt x="162" y="936"/>
                    <a:pt x="163" y="939"/>
                    <a:pt x="163" y="940"/>
                  </a:cubicBezTo>
                  <a:cubicBezTo>
                    <a:pt x="164" y="940"/>
                    <a:pt x="164" y="940"/>
                    <a:pt x="164" y="940"/>
                  </a:cubicBezTo>
                  <a:cubicBezTo>
                    <a:pt x="164" y="940"/>
                    <a:pt x="163" y="941"/>
                    <a:pt x="162" y="942"/>
                  </a:cubicBezTo>
                  <a:moveTo>
                    <a:pt x="189" y="969"/>
                  </a:moveTo>
                  <a:cubicBezTo>
                    <a:pt x="187" y="970"/>
                    <a:pt x="185" y="971"/>
                    <a:pt x="183" y="971"/>
                  </a:cubicBezTo>
                  <a:cubicBezTo>
                    <a:pt x="182" y="971"/>
                    <a:pt x="181" y="971"/>
                    <a:pt x="180" y="971"/>
                  </a:cubicBezTo>
                  <a:cubicBezTo>
                    <a:pt x="180" y="970"/>
                    <a:pt x="180" y="970"/>
                    <a:pt x="180" y="970"/>
                  </a:cubicBezTo>
                  <a:cubicBezTo>
                    <a:pt x="176" y="970"/>
                    <a:pt x="173" y="968"/>
                    <a:pt x="170" y="966"/>
                  </a:cubicBezTo>
                  <a:cubicBezTo>
                    <a:pt x="167" y="964"/>
                    <a:pt x="165" y="961"/>
                    <a:pt x="165" y="960"/>
                  </a:cubicBezTo>
                  <a:cubicBezTo>
                    <a:pt x="165" y="960"/>
                    <a:pt x="164" y="960"/>
                    <a:pt x="164" y="960"/>
                  </a:cubicBezTo>
                  <a:cubicBezTo>
                    <a:pt x="164" y="960"/>
                    <a:pt x="165" y="959"/>
                    <a:pt x="166" y="958"/>
                  </a:cubicBezTo>
                  <a:cubicBezTo>
                    <a:pt x="167" y="957"/>
                    <a:pt x="170" y="957"/>
                    <a:pt x="172" y="957"/>
                  </a:cubicBezTo>
                  <a:cubicBezTo>
                    <a:pt x="172" y="957"/>
                    <a:pt x="172" y="957"/>
                    <a:pt x="172" y="957"/>
                  </a:cubicBezTo>
                  <a:cubicBezTo>
                    <a:pt x="173" y="957"/>
                    <a:pt x="174" y="957"/>
                    <a:pt x="175" y="957"/>
                  </a:cubicBezTo>
                  <a:cubicBezTo>
                    <a:pt x="178" y="958"/>
                    <a:pt x="182" y="960"/>
                    <a:pt x="185" y="962"/>
                  </a:cubicBezTo>
                  <a:cubicBezTo>
                    <a:pt x="188" y="964"/>
                    <a:pt x="190" y="966"/>
                    <a:pt x="190" y="967"/>
                  </a:cubicBezTo>
                  <a:cubicBezTo>
                    <a:pt x="190" y="967"/>
                    <a:pt x="190" y="967"/>
                    <a:pt x="190" y="967"/>
                  </a:cubicBezTo>
                  <a:cubicBezTo>
                    <a:pt x="190" y="968"/>
                    <a:pt x="190" y="969"/>
                    <a:pt x="189" y="969"/>
                  </a:cubicBezTo>
                  <a:moveTo>
                    <a:pt x="217" y="995"/>
                  </a:moveTo>
                  <a:cubicBezTo>
                    <a:pt x="216" y="996"/>
                    <a:pt x="213" y="997"/>
                    <a:pt x="210" y="997"/>
                  </a:cubicBezTo>
                  <a:cubicBezTo>
                    <a:pt x="210" y="997"/>
                    <a:pt x="210" y="997"/>
                    <a:pt x="209" y="996"/>
                  </a:cubicBezTo>
                  <a:cubicBezTo>
                    <a:pt x="206" y="996"/>
                    <a:pt x="202" y="995"/>
                    <a:pt x="199" y="993"/>
                  </a:cubicBezTo>
                  <a:cubicBezTo>
                    <a:pt x="195" y="991"/>
                    <a:pt x="193" y="988"/>
                    <a:pt x="193" y="988"/>
                  </a:cubicBezTo>
                  <a:cubicBezTo>
                    <a:pt x="193" y="987"/>
                    <a:pt x="193" y="987"/>
                    <a:pt x="193" y="987"/>
                  </a:cubicBezTo>
                  <a:cubicBezTo>
                    <a:pt x="193" y="987"/>
                    <a:pt x="193" y="986"/>
                    <a:pt x="195" y="985"/>
                  </a:cubicBezTo>
                  <a:cubicBezTo>
                    <a:pt x="196" y="984"/>
                    <a:pt x="199" y="983"/>
                    <a:pt x="202" y="983"/>
                  </a:cubicBezTo>
                  <a:cubicBezTo>
                    <a:pt x="202" y="983"/>
                    <a:pt x="203" y="983"/>
                    <a:pt x="203" y="983"/>
                  </a:cubicBezTo>
                  <a:cubicBezTo>
                    <a:pt x="207" y="984"/>
                    <a:pt x="210" y="985"/>
                    <a:pt x="213" y="987"/>
                  </a:cubicBezTo>
                  <a:cubicBezTo>
                    <a:pt x="216" y="989"/>
                    <a:pt x="219" y="991"/>
                    <a:pt x="219" y="992"/>
                  </a:cubicBezTo>
                  <a:cubicBezTo>
                    <a:pt x="219" y="992"/>
                    <a:pt x="219" y="992"/>
                    <a:pt x="219" y="993"/>
                  </a:cubicBezTo>
                  <a:cubicBezTo>
                    <a:pt x="219" y="993"/>
                    <a:pt x="219" y="994"/>
                    <a:pt x="217" y="995"/>
                  </a:cubicBezTo>
                  <a:moveTo>
                    <a:pt x="246" y="1017"/>
                  </a:moveTo>
                  <a:cubicBezTo>
                    <a:pt x="244" y="1018"/>
                    <a:pt x="242" y="1018"/>
                    <a:pt x="239" y="1018"/>
                  </a:cubicBezTo>
                  <a:cubicBezTo>
                    <a:pt x="239" y="1018"/>
                    <a:pt x="239" y="1018"/>
                    <a:pt x="239" y="1018"/>
                  </a:cubicBezTo>
                  <a:cubicBezTo>
                    <a:pt x="235" y="1018"/>
                    <a:pt x="231" y="1017"/>
                    <a:pt x="228" y="1016"/>
                  </a:cubicBezTo>
                  <a:cubicBezTo>
                    <a:pt x="224" y="1014"/>
                    <a:pt x="222" y="1012"/>
                    <a:pt x="222" y="1011"/>
                  </a:cubicBezTo>
                  <a:cubicBezTo>
                    <a:pt x="222" y="1011"/>
                    <a:pt x="221" y="1011"/>
                    <a:pt x="221" y="1011"/>
                  </a:cubicBezTo>
                  <a:cubicBezTo>
                    <a:pt x="221" y="1010"/>
                    <a:pt x="222" y="1009"/>
                    <a:pt x="224" y="1008"/>
                  </a:cubicBezTo>
                  <a:cubicBezTo>
                    <a:pt x="225" y="1007"/>
                    <a:pt x="228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2" y="1006"/>
                    <a:pt x="232" y="1006"/>
                    <a:pt x="232" y="1006"/>
                  </a:cubicBezTo>
                  <a:cubicBezTo>
                    <a:pt x="235" y="1006"/>
                    <a:pt x="239" y="1007"/>
                    <a:pt x="242" y="1009"/>
                  </a:cubicBezTo>
                  <a:cubicBezTo>
                    <a:pt x="245" y="1010"/>
                    <a:pt x="248" y="1012"/>
                    <a:pt x="248" y="1013"/>
                  </a:cubicBezTo>
                  <a:cubicBezTo>
                    <a:pt x="248" y="1013"/>
                    <a:pt x="248" y="1014"/>
                    <a:pt x="248" y="1014"/>
                  </a:cubicBezTo>
                  <a:cubicBezTo>
                    <a:pt x="248" y="1014"/>
                    <a:pt x="248" y="1016"/>
                    <a:pt x="246" y="1017"/>
                  </a:cubicBezTo>
                  <a:moveTo>
                    <a:pt x="279" y="1036"/>
                  </a:moveTo>
                  <a:cubicBezTo>
                    <a:pt x="277" y="1038"/>
                    <a:pt x="275" y="1039"/>
                    <a:pt x="272" y="1039"/>
                  </a:cubicBezTo>
                  <a:cubicBezTo>
                    <a:pt x="272" y="1039"/>
                    <a:pt x="272" y="1039"/>
                    <a:pt x="272" y="1039"/>
                  </a:cubicBezTo>
                  <a:cubicBezTo>
                    <a:pt x="271" y="1039"/>
                    <a:pt x="270" y="1039"/>
                    <a:pt x="269" y="1039"/>
                  </a:cubicBezTo>
                  <a:cubicBezTo>
                    <a:pt x="266" y="1039"/>
                    <a:pt x="262" y="1038"/>
                    <a:pt x="259" y="1037"/>
                  </a:cubicBezTo>
                  <a:cubicBezTo>
                    <a:pt x="257" y="1036"/>
                    <a:pt x="255" y="1034"/>
                    <a:pt x="254" y="1033"/>
                  </a:cubicBezTo>
                  <a:cubicBezTo>
                    <a:pt x="254" y="1033"/>
                    <a:pt x="254" y="1033"/>
                    <a:pt x="254" y="1032"/>
                  </a:cubicBezTo>
                  <a:cubicBezTo>
                    <a:pt x="254" y="1032"/>
                    <a:pt x="255" y="1031"/>
                    <a:pt x="256" y="1029"/>
                  </a:cubicBezTo>
                  <a:cubicBezTo>
                    <a:pt x="258" y="1028"/>
                    <a:pt x="260" y="1027"/>
                    <a:pt x="263" y="1027"/>
                  </a:cubicBezTo>
                  <a:cubicBezTo>
                    <a:pt x="265" y="1027"/>
                    <a:pt x="265" y="1027"/>
                    <a:pt x="265" y="1027"/>
                  </a:cubicBezTo>
                  <a:cubicBezTo>
                    <a:pt x="268" y="1027"/>
                    <a:pt x="272" y="1028"/>
                    <a:pt x="275" y="1029"/>
                  </a:cubicBezTo>
                  <a:cubicBezTo>
                    <a:pt x="278" y="1030"/>
                    <a:pt x="280" y="1032"/>
                    <a:pt x="281" y="1033"/>
                  </a:cubicBezTo>
                  <a:cubicBezTo>
                    <a:pt x="281" y="1033"/>
                    <a:pt x="281" y="1033"/>
                    <a:pt x="281" y="1034"/>
                  </a:cubicBezTo>
                  <a:cubicBezTo>
                    <a:pt x="281" y="1034"/>
                    <a:pt x="280" y="1035"/>
                    <a:pt x="279" y="1036"/>
                  </a:cubicBezTo>
                  <a:moveTo>
                    <a:pt x="307" y="1056"/>
                  </a:moveTo>
                  <a:cubicBezTo>
                    <a:pt x="305" y="1057"/>
                    <a:pt x="304" y="1057"/>
                    <a:pt x="302" y="1057"/>
                  </a:cubicBezTo>
                  <a:cubicBezTo>
                    <a:pt x="299" y="1057"/>
                    <a:pt x="296" y="1056"/>
                    <a:pt x="294" y="1055"/>
                  </a:cubicBezTo>
                  <a:cubicBezTo>
                    <a:pt x="291" y="1054"/>
                    <a:pt x="289" y="1053"/>
                    <a:pt x="289" y="1052"/>
                  </a:cubicBezTo>
                  <a:cubicBezTo>
                    <a:pt x="289" y="1052"/>
                    <a:pt x="288" y="1052"/>
                    <a:pt x="288" y="1051"/>
                  </a:cubicBezTo>
                  <a:cubicBezTo>
                    <a:pt x="288" y="1051"/>
                    <a:pt x="289" y="1049"/>
                    <a:pt x="291" y="1048"/>
                  </a:cubicBezTo>
                  <a:cubicBezTo>
                    <a:pt x="292" y="1047"/>
                    <a:pt x="294" y="1046"/>
                    <a:pt x="297" y="1045"/>
                  </a:cubicBezTo>
                  <a:cubicBezTo>
                    <a:pt x="298" y="1045"/>
                    <a:pt x="300" y="1045"/>
                    <a:pt x="301" y="1045"/>
                  </a:cubicBezTo>
                  <a:cubicBezTo>
                    <a:pt x="304" y="1045"/>
                    <a:pt x="307" y="1046"/>
                    <a:pt x="310" y="1047"/>
                  </a:cubicBezTo>
                  <a:cubicBezTo>
                    <a:pt x="313" y="1048"/>
                    <a:pt x="315" y="1049"/>
                    <a:pt x="315" y="1050"/>
                  </a:cubicBezTo>
                  <a:cubicBezTo>
                    <a:pt x="315" y="1050"/>
                    <a:pt x="315" y="1050"/>
                    <a:pt x="315" y="1050"/>
                  </a:cubicBezTo>
                  <a:cubicBezTo>
                    <a:pt x="316" y="1051"/>
                    <a:pt x="313" y="1055"/>
                    <a:pt x="307" y="1056"/>
                  </a:cubicBezTo>
                  <a:moveTo>
                    <a:pt x="341" y="1069"/>
                  </a:moveTo>
                  <a:cubicBezTo>
                    <a:pt x="339" y="1070"/>
                    <a:pt x="337" y="1070"/>
                    <a:pt x="334" y="1070"/>
                  </a:cubicBezTo>
                  <a:cubicBezTo>
                    <a:pt x="332" y="1070"/>
                    <a:pt x="329" y="1070"/>
                    <a:pt x="327" y="1069"/>
                  </a:cubicBezTo>
                  <a:cubicBezTo>
                    <a:pt x="325" y="1069"/>
                    <a:pt x="323" y="1068"/>
                    <a:pt x="323" y="1067"/>
                  </a:cubicBezTo>
                  <a:cubicBezTo>
                    <a:pt x="323" y="1067"/>
                    <a:pt x="322" y="1067"/>
                    <a:pt x="322" y="1066"/>
                  </a:cubicBezTo>
                  <a:cubicBezTo>
                    <a:pt x="322" y="1065"/>
                    <a:pt x="325" y="1061"/>
                    <a:pt x="331" y="1059"/>
                  </a:cubicBezTo>
                  <a:cubicBezTo>
                    <a:pt x="333" y="1059"/>
                    <a:pt x="335" y="1059"/>
                    <a:pt x="337" y="1059"/>
                  </a:cubicBezTo>
                  <a:cubicBezTo>
                    <a:pt x="343" y="1059"/>
                    <a:pt x="348" y="1061"/>
                    <a:pt x="349" y="1062"/>
                  </a:cubicBezTo>
                  <a:cubicBezTo>
                    <a:pt x="349" y="1062"/>
                    <a:pt x="349" y="1062"/>
                    <a:pt x="349" y="1063"/>
                  </a:cubicBezTo>
                  <a:cubicBezTo>
                    <a:pt x="349" y="1064"/>
                    <a:pt x="347" y="1068"/>
                    <a:pt x="341" y="1069"/>
                  </a:cubicBezTo>
                  <a:moveTo>
                    <a:pt x="379" y="1080"/>
                  </a:moveTo>
                  <a:cubicBezTo>
                    <a:pt x="376" y="1081"/>
                    <a:pt x="372" y="1081"/>
                    <a:pt x="369" y="1081"/>
                  </a:cubicBezTo>
                  <a:cubicBezTo>
                    <a:pt x="365" y="1081"/>
                    <a:pt x="361" y="1080"/>
                    <a:pt x="360" y="1079"/>
                  </a:cubicBezTo>
                  <a:cubicBezTo>
                    <a:pt x="360" y="1079"/>
                    <a:pt x="360" y="1079"/>
                    <a:pt x="360" y="1078"/>
                  </a:cubicBezTo>
                  <a:cubicBezTo>
                    <a:pt x="360" y="1076"/>
                    <a:pt x="362" y="1073"/>
                    <a:pt x="367" y="1071"/>
                  </a:cubicBezTo>
                  <a:cubicBezTo>
                    <a:pt x="370" y="1070"/>
                    <a:pt x="374" y="1069"/>
                    <a:pt x="377" y="1069"/>
                  </a:cubicBezTo>
                  <a:cubicBezTo>
                    <a:pt x="381" y="1069"/>
                    <a:pt x="385" y="1070"/>
                    <a:pt x="386" y="1071"/>
                  </a:cubicBezTo>
                  <a:cubicBezTo>
                    <a:pt x="386" y="1072"/>
                    <a:pt x="386" y="1072"/>
                    <a:pt x="386" y="1072"/>
                  </a:cubicBezTo>
                  <a:cubicBezTo>
                    <a:pt x="386" y="1074"/>
                    <a:pt x="384" y="1078"/>
                    <a:pt x="379" y="1080"/>
                  </a:cubicBezTo>
                  <a:moveTo>
                    <a:pt x="417" y="1086"/>
                  </a:moveTo>
                  <a:cubicBezTo>
                    <a:pt x="417" y="1086"/>
                    <a:pt x="417" y="1086"/>
                    <a:pt x="417" y="1086"/>
                  </a:cubicBezTo>
                  <a:cubicBezTo>
                    <a:pt x="414" y="1088"/>
                    <a:pt x="410" y="1089"/>
                    <a:pt x="406" y="1089"/>
                  </a:cubicBezTo>
                  <a:cubicBezTo>
                    <a:pt x="403" y="1089"/>
                    <a:pt x="400" y="1088"/>
                    <a:pt x="399" y="1087"/>
                  </a:cubicBezTo>
                  <a:cubicBezTo>
                    <a:pt x="399" y="1087"/>
                    <a:pt x="398" y="1087"/>
                    <a:pt x="398" y="1086"/>
                  </a:cubicBezTo>
                  <a:cubicBezTo>
                    <a:pt x="398" y="1084"/>
                    <a:pt x="400" y="1081"/>
                    <a:pt x="405" y="1078"/>
                  </a:cubicBezTo>
                  <a:cubicBezTo>
                    <a:pt x="409" y="1076"/>
                    <a:pt x="413" y="1076"/>
                    <a:pt x="417" y="1076"/>
                  </a:cubicBezTo>
                  <a:cubicBezTo>
                    <a:pt x="417" y="1076"/>
                    <a:pt x="417" y="1076"/>
                    <a:pt x="417" y="1076"/>
                  </a:cubicBezTo>
                  <a:cubicBezTo>
                    <a:pt x="420" y="1076"/>
                    <a:pt x="423" y="1076"/>
                    <a:pt x="423" y="1077"/>
                  </a:cubicBezTo>
                  <a:cubicBezTo>
                    <a:pt x="424" y="1077"/>
                    <a:pt x="424" y="1077"/>
                    <a:pt x="424" y="1078"/>
                  </a:cubicBezTo>
                  <a:cubicBezTo>
                    <a:pt x="424" y="1080"/>
                    <a:pt x="422" y="1083"/>
                    <a:pt x="417" y="1086"/>
                  </a:cubicBezTo>
                  <a:moveTo>
                    <a:pt x="454" y="1088"/>
                  </a:moveTo>
                  <a:cubicBezTo>
                    <a:pt x="450" y="1091"/>
                    <a:pt x="444" y="1092"/>
                    <a:pt x="440" y="1092"/>
                  </a:cubicBezTo>
                  <a:cubicBezTo>
                    <a:pt x="438" y="1092"/>
                    <a:pt x="436" y="1092"/>
                    <a:pt x="436" y="1091"/>
                  </a:cubicBezTo>
                  <a:cubicBezTo>
                    <a:pt x="435" y="1091"/>
                    <a:pt x="435" y="1091"/>
                    <a:pt x="435" y="1090"/>
                  </a:cubicBezTo>
                  <a:cubicBezTo>
                    <a:pt x="435" y="1088"/>
                    <a:pt x="437" y="1084"/>
                    <a:pt x="441" y="1082"/>
                  </a:cubicBezTo>
                  <a:cubicBezTo>
                    <a:pt x="445" y="1079"/>
                    <a:pt x="451" y="1078"/>
                    <a:pt x="455" y="1078"/>
                  </a:cubicBezTo>
                  <a:cubicBezTo>
                    <a:pt x="455" y="1078"/>
                    <a:pt x="455" y="1078"/>
                    <a:pt x="455" y="1078"/>
                  </a:cubicBezTo>
                  <a:cubicBezTo>
                    <a:pt x="457" y="1078"/>
                    <a:pt x="459" y="1078"/>
                    <a:pt x="459" y="1079"/>
                  </a:cubicBezTo>
                  <a:cubicBezTo>
                    <a:pt x="459" y="1079"/>
                    <a:pt x="459" y="1079"/>
                    <a:pt x="459" y="1079"/>
                  </a:cubicBezTo>
                  <a:cubicBezTo>
                    <a:pt x="459" y="1079"/>
                    <a:pt x="459" y="1079"/>
                    <a:pt x="459" y="1079"/>
                  </a:cubicBezTo>
                  <a:cubicBezTo>
                    <a:pt x="459" y="1079"/>
                    <a:pt x="460" y="1079"/>
                    <a:pt x="460" y="1080"/>
                  </a:cubicBezTo>
                  <a:cubicBezTo>
                    <a:pt x="460" y="1082"/>
                    <a:pt x="458" y="1086"/>
                    <a:pt x="454" y="1088"/>
                  </a:cubicBezTo>
                  <a:moveTo>
                    <a:pt x="493" y="1086"/>
                  </a:moveTo>
                  <a:cubicBezTo>
                    <a:pt x="489" y="1090"/>
                    <a:pt x="482" y="1092"/>
                    <a:pt x="478" y="1092"/>
                  </a:cubicBezTo>
                  <a:cubicBezTo>
                    <a:pt x="477" y="1092"/>
                    <a:pt x="476" y="1092"/>
                    <a:pt x="475" y="1092"/>
                  </a:cubicBezTo>
                  <a:cubicBezTo>
                    <a:pt x="475" y="1091"/>
                    <a:pt x="475" y="1091"/>
                    <a:pt x="475" y="1090"/>
                  </a:cubicBezTo>
                  <a:cubicBezTo>
                    <a:pt x="475" y="1088"/>
                    <a:pt x="476" y="1084"/>
                    <a:pt x="480" y="1082"/>
                  </a:cubicBezTo>
                  <a:cubicBezTo>
                    <a:pt x="484" y="1078"/>
                    <a:pt x="491" y="1076"/>
                    <a:pt x="495" y="1076"/>
                  </a:cubicBezTo>
                  <a:cubicBezTo>
                    <a:pt x="496" y="1076"/>
                    <a:pt x="497" y="1076"/>
                    <a:pt x="497" y="1076"/>
                  </a:cubicBezTo>
                  <a:cubicBezTo>
                    <a:pt x="498" y="1077"/>
                    <a:pt x="498" y="1077"/>
                    <a:pt x="498" y="1078"/>
                  </a:cubicBezTo>
                  <a:cubicBezTo>
                    <a:pt x="498" y="1080"/>
                    <a:pt x="497" y="1084"/>
                    <a:pt x="493" y="1086"/>
                  </a:cubicBezTo>
                  <a:moveTo>
                    <a:pt x="532" y="1081"/>
                  </a:moveTo>
                  <a:cubicBezTo>
                    <a:pt x="532" y="1081"/>
                    <a:pt x="532" y="1081"/>
                    <a:pt x="532" y="1081"/>
                  </a:cubicBezTo>
                  <a:cubicBezTo>
                    <a:pt x="528" y="1086"/>
                    <a:pt x="520" y="1088"/>
                    <a:pt x="516" y="1088"/>
                  </a:cubicBezTo>
                  <a:cubicBezTo>
                    <a:pt x="515" y="1088"/>
                    <a:pt x="515" y="1088"/>
                    <a:pt x="515" y="1088"/>
                  </a:cubicBezTo>
                  <a:cubicBezTo>
                    <a:pt x="514" y="1087"/>
                    <a:pt x="514" y="1087"/>
                    <a:pt x="514" y="1085"/>
                  </a:cubicBezTo>
                  <a:cubicBezTo>
                    <a:pt x="514" y="1083"/>
                    <a:pt x="515" y="1080"/>
                    <a:pt x="518" y="1077"/>
                  </a:cubicBezTo>
                  <a:cubicBezTo>
                    <a:pt x="522" y="1073"/>
                    <a:pt x="530" y="1070"/>
                    <a:pt x="534" y="1070"/>
                  </a:cubicBezTo>
                  <a:cubicBezTo>
                    <a:pt x="534" y="1070"/>
                    <a:pt x="535" y="1070"/>
                    <a:pt x="535" y="1070"/>
                  </a:cubicBezTo>
                  <a:cubicBezTo>
                    <a:pt x="535" y="1070"/>
                    <a:pt x="536" y="1071"/>
                    <a:pt x="536" y="1073"/>
                  </a:cubicBezTo>
                  <a:cubicBezTo>
                    <a:pt x="536" y="1075"/>
                    <a:pt x="535" y="1078"/>
                    <a:pt x="532" y="1081"/>
                  </a:cubicBezTo>
                  <a:moveTo>
                    <a:pt x="568" y="1072"/>
                  </a:moveTo>
                  <a:cubicBezTo>
                    <a:pt x="563" y="1077"/>
                    <a:pt x="555" y="1081"/>
                    <a:pt x="552" y="1080"/>
                  </a:cubicBezTo>
                  <a:cubicBezTo>
                    <a:pt x="551" y="1080"/>
                    <a:pt x="551" y="1080"/>
                    <a:pt x="551" y="1080"/>
                  </a:cubicBezTo>
                  <a:cubicBezTo>
                    <a:pt x="551" y="1080"/>
                    <a:pt x="551" y="1080"/>
                    <a:pt x="550" y="1080"/>
                  </a:cubicBezTo>
                  <a:cubicBezTo>
                    <a:pt x="550" y="1079"/>
                    <a:pt x="550" y="1079"/>
                    <a:pt x="550" y="1078"/>
                  </a:cubicBezTo>
                  <a:cubicBezTo>
                    <a:pt x="550" y="1075"/>
                    <a:pt x="551" y="1072"/>
                    <a:pt x="553" y="1070"/>
                  </a:cubicBezTo>
                  <a:cubicBezTo>
                    <a:pt x="557" y="1064"/>
                    <a:pt x="566" y="1061"/>
                    <a:pt x="569" y="1061"/>
                  </a:cubicBezTo>
                  <a:cubicBezTo>
                    <a:pt x="569" y="1061"/>
                    <a:pt x="569" y="1061"/>
                    <a:pt x="569" y="1061"/>
                  </a:cubicBezTo>
                  <a:cubicBezTo>
                    <a:pt x="569" y="1061"/>
                    <a:pt x="569" y="1061"/>
                    <a:pt x="569" y="1061"/>
                  </a:cubicBezTo>
                  <a:cubicBezTo>
                    <a:pt x="570" y="1061"/>
                    <a:pt x="570" y="1061"/>
                    <a:pt x="570" y="1062"/>
                  </a:cubicBezTo>
                  <a:cubicBezTo>
                    <a:pt x="570" y="1062"/>
                    <a:pt x="571" y="1063"/>
                    <a:pt x="571" y="1064"/>
                  </a:cubicBezTo>
                  <a:cubicBezTo>
                    <a:pt x="571" y="1066"/>
                    <a:pt x="570" y="1069"/>
                    <a:pt x="568" y="1072"/>
                  </a:cubicBezTo>
                  <a:moveTo>
                    <a:pt x="604" y="1058"/>
                  </a:moveTo>
                  <a:cubicBezTo>
                    <a:pt x="602" y="1061"/>
                    <a:pt x="599" y="1064"/>
                    <a:pt x="596" y="1066"/>
                  </a:cubicBezTo>
                  <a:cubicBezTo>
                    <a:pt x="593" y="1068"/>
                    <a:pt x="590" y="1069"/>
                    <a:pt x="589" y="1069"/>
                  </a:cubicBezTo>
                  <a:cubicBezTo>
                    <a:pt x="589" y="1069"/>
                    <a:pt x="589" y="1069"/>
                    <a:pt x="589" y="1069"/>
                  </a:cubicBezTo>
                  <a:cubicBezTo>
                    <a:pt x="588" y="1069"/>
                    <a:pt x="588" y="1069"/>
                    <a:pt x="588" y="1068"/>
                  </a:cubicBezTo>
                  <a:cubicBezTo>
                    <a:pt x="587" y="1067"/>
                    <a:pt x="587" y="1066"/>
                    <a:pt x="587" y="1065"/>
                  </a:cubicBezTo>
                  <a:cubicBezTo>
                    <a:pt x="587" y="1063"/>
                    <a:pt x="588" y="1061"/>
                    <a:pt x="590" y="1058"/>
                  </a:cubicBezTo>
                  <a:cubicBezTo>
                    <a:pt x="592" y="1055"/>
                    <a:pt x="595" y="1052"/>
                    <a:pt x="598" y="1050"/>
                  </a:cubicBezTo>
                  <a:cubicBezTo>
                    <a:pt x="601" y="1049"/>
                    <a:pt x="604" y="1048"/>
                    <a:pt x="605" y="1048"/>
                  </a:cubicBezTo>
                  <a:cubicBezTo>
                    <a:pt x="605" y="1048"/>
                    <a:pt x="605" y="1048"/>
                    <a:pt x="605" y="1048"/>
                  </a:cubicBezTo>
                  <a:cubicBezTo>
                    <a:pt x="605" y="1048"/>
                    <a:pt x="605" y="1048"/>
                    <a:pt x="605" y="1048"/>
                  </a:cubicBezTo>
                  <a:cubicBezTo>
                    <a:pt x="605" y="1048"/>
                    <a:pt x="606" y="1048"/>
                    <a:pt x="606" y="1049"/>
                  </a:cubicBezTo>
                  <a:cubicBezTo>
                    <a:pt x="606" y="1049"/>
                    <a:pt x="607" y="1050"/>
                    <a:pt x="607" y="1051"/>
                  </a:cubicBezTo>
                  <a:cubicBezTo>
                    <a:pt x="607" y="1053"/>
                    <a:pt x="606" y="1056"/>
                    <a:pt x="604" y="1058"/>
                  </a:cubicBezTo>
                  <a:moveTo>
                    <a:pt x="639" y="1042"/>
                  </a:moveTo>
                  <a:cubicBezTo>
                    <a:pt x="639" y="1042"/>
                    <a:pt x="639" y="1042"/>
                    <a:pt x="639" y="1042"/>
                  </a:cubicBezTo>
                  <a:cubicBezTo>
                    <a:pt x="638" y="1045"/>
                    <a:pt x="635" y="1048"/>
                    <a:pt x="632" y="1050"/>
                  </a:cubicBezTo>
                  <a:cubicBezTo>
                    <a:pt x="629" y="1052"/>
                    <a:pt x="626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4" y="1053"/>
                    <a:pt x="624" y="1052"/>
                  </a:cubicBezTo>
                  <a:cubicBezTo>
                    <a:pt x="623" y="1052"/>
                    <a:pt x="623" y="1051"/>
                    <a:pt x="623" y="1049"/>
                  </a:cubicBezTo>
                  <a:cubicBezTo>
                    <a:pt x="623" y="1047"/>
                    <a:pt x="624" y="1045"/>
                    <a:pt x="625" y="1042"/>
                  </a:cubicBezTo>
                  <a:cubicBezTo>
                    <a:pt x="627" y="1039"/>
                    <a:pt x="630" y="1036"/>
                    <a:pt x="633" y="1034"/>
                  </a:cubicBezTo>
                  <a:cubicBezTo>
                    <a:pt x="635" y="1032"/>
                    <a:pt x="638" y="1031"/>
                    <a:pt x="639" y="1031"/>
                  </a:cubicBezTo>
                  <a:cubicBezTo>
                    <a:pt x="639" y="1031"/>
                    <a:pt x="639" y="1031"/>
                    <a:pt x="639" y="1031"/>
                  </a:cubicBezTo>
                  <a:cubicBezTo>
                    <a:pt x="639" y="1031"/>
                    <a:pt x="639" y="1031"/>
                    <a:pt x="639" y="1031"/>
                  </a:cubicBezTo>
                  <a:cubicBezTo>
                    <a:pt x="640" y="1031"/>
                    <a:pt x="640" y="1031"/>
                    <a:pt x="640" y="1032"/>
                  </a:cubicBezTo>
                  <a:cubicBezTo>
                    <a:pt x="641" y="1032"/>
                    <a:pt x="641" y="1034"/>
                    <a:pt x="641" y="1035"/>
                  </a:cubicBezTo>
                  <a:cubicBezTo>
                    <a:pt x="641" y="1037"/>
                    <a:pt x="641" y="1039"/>
                    <a:pt x="639" y="1042"/>
                  </a:cubicBezTo>
                  <a:moveTo>
                    <a:pt x="671" y="1023"/>
                  </a:moveTo>
                  <a:cubicBezTo>
                    <a:pt x="670" y="1026"/>
                    <a:pt x="667" y="1030"/>
                    <a:pt x="664" y="1032"/>
                  </a:cubicBezTo>
                  <a:cubicBezTo>
                    <a:pt x="664" y="1032"/>
                    <a:pt x="664" y="1032"/>
                    <a:pt x="663" y="1033"/>
                  </a:cubicBezTo>
                  <a:cubicBezTo>
                    <a:pt x="661" y="1035"/>
                    <a:pt x="659" y="1036"/>
                    <a:pt x="658" y="1036"/>
                  </a:cubicBezTo>
                  <a:cubicBezTo>
                    <a:pt x="658" y="1036"/>
                    <a:pt x="658" y="1036"/>
                    <a:pt x="658" y="1036"/>
                  </a:cubicBezTo>
                  <a:cubicBezTo>
                    <a:pt x="658" y="1036"/>
                    <a:pt x="658" y="1036"/>
                    <a:pt x="658" y="1036"/>
                  </a:cubicBezTo>
                  <a:cubicBezTo>
                    <a:pt x="657" y="1036"/>
                    <a:pt x="657" y="1036"/>
                    <a:pt x="656" y="1035"/>
                  </a:cubicBezTo>
                  <a:cubicBezTo>
                    <a:pt x="656" y="1034"/>
                    <a:pt x="655" y="1032"/>
                    <a:pt x="655" y="1030"/>
                  </a:cubicBezTo>
                  <a:cubicBezTo>
                    <a:pt x="655" y="1029"/>
                    <a:pt x="656" y="1027"/>
                    <a:pt x="657" y="1025"/>
                  </a:cubicBezTo>
                  <a:cubicBezTo>
                    <a:pt x="658" y="1021"/>
                    <a:pt x="661" y="1018"/>
                    <a:pt x="663" y="1016"/>
                  </a:cubicBezTo>
                  <a:cubicBezTo>
                    <a:pt x="666" y="1014"/>
                    <a:pt x="669" y="1012"/>
                    <a:pt x="670" y="1012"/>
                  </a:cubicBezTo>
                  <a:cubicBezTo>
                    <a:pt x="670" y="1012"/>
                    <a:pt x="670" y="1012"/>
                    <a:pt x="670" y="1012"/>
                  </a:cubicBezTo>
                  <a:cubicBezTo>
                    <a:pt x="670" y="1012"/>
                    <a:pt x="670" y="1012"/>
                    <a:pt x="670" y="1012"/>
                  </a:cubicBezTo>
                  <a:cubicBezTo>
                    <a:pt x="670" y="1012"/>
                    <a:pt x="671" y="1012"/>
                    <a:pt x="671" y="1013"/>
                  </a:cubicBezTo>
                  <a:cubicBezTo>
                    <a:pt x="672" y="1014"/>
                    <a:pt x="672" y="1015"/>
                    <a:pt x="672" y="1017"/>
                  </a:cubicBezTo>
                  <a:cubicBezTo>
                    <a:pt x="672" y="1019"/>
                    <a:pt x="672" y="1021"/>
                    <a:pt x="671" y="1023"/>
                  </a:cubicBezTo>
                  <a:moveTo>
                    <a:pt x="703" y="1000"/>
                  </a:moveTo>
                  <a:cubicBezTo>
                    <a:pt x="702" y="1003"/>
                    <a:pt x="699" y="1007"/>
                    <a:pt x="697" y="1010"/>
                  </a:cubicBezTo>
                  <a:cubicBezTo>
                    <a:pt x="694" y="1012"/>
                    <a:pt x="691" y="1014"/>
                    <a:pt x="690" y="1014"/>
                  </a:cubicBezTo>
                  <a:cubicBezTo>
                    <a:pt x="690" y="1014"/>
                    <a:pt x="690" y="1014"/>
                    <a:pt x="690" y="1014"/>
                  </a:cubicBezTo>
                  <a:cubicBezTo>
                    <a:pt x="690" y="1014"/>
                    <a:pt x="689" y="1014"/>
                    <a:pt x="689" y="1013"/>
                  </a:cubicBezTo>
                  <a:cubicBezTo>
                    <a:pt x="688" y="1012"/>
                    <a:pt x="688" y="1010"/>
                    <a:pt x="688" y="1008"/>
                  </a:cubicBezTo>
                  <a:cubicBezTo>
                    <a:pt x="688" y="1006"/>
                    <a:pt x="688" y="1005"/>
                    <a:pt x="689" y="1003"/>
                  </a:cubicBezTo>
                  <a:cubicBezTo>
                    <a:pt x="690" y="1000"/>
                    <a:pt x="692" y="996"/>
                    <a:pt x="694" y="994"/>
                  </a:cubicBezTo>
                  <a:cubicBezTo>
                    <a:pt x="697" y="991"/>
                    <a:pt x="700" y="990"/>
                    <a:pt x="701" y="989"/>
                  </a:cubicBezTo>
                  <a:cubicBezTo>
                    <a:pt x="701" y="989"/>
                    <a:pt x="701" y="989"/>
                    <a:pt x="701" y="989"/>
                  </a:cubicBezTo>
                  <a:cubicBezTo>
                    <a:pt x="701" y="989"/>
                    <a:pt x="702" y="990"/>
                    <a:pt x="702" y="991"/>
                  </a:cubicBezTo>
                  <a:cubicBezTo>
                    <a:pt x="703" y="992"/>
                    <a:pt x="703" y="993"/>
                    <a:pt x="703" y="995"/>
                  </a:cubicBezTo>
                  <a:cubicBezTo>
                    <a:pt x="703" y="997"/>
                    <a:pt x="703" y="998"/>
                    <a:pt x="703" y="1000"/>
                  </a:cubicBezTo>
                  <a:moveTo>
                    <a:pt x="732" y="974"/>
                  </a:moveTo>
                  <a:cubicBezTo>
                    <a:pt x="732" y="974"/>
                    <a:pt x="732" y="974"/>
                    <a:pt x="732" y="974"/>
                  </a:cubicBezTo>
                  <a:cubicBezTo>
                    <a:pt x="731" y="978"/>
                    <a:pt x="729" y="982"/>
                    <a:pt x="727" y="984"/>
                  </a:cubicBezTo>
                  <a:cubicBezTo>
                    <a:pt x="725" y="987"/>
                    <a:pt x="722" y="989"/>
                    <a:pt x="721" y="989"/>
                  </a:cubicBezTo>
                  <a:cubicBezTo>
                    <a:pt x="721" y="989"/>
                    <a:pt x="721" y="989"/>
                    <a:pt x="721" y="989"/>
                  </a:cubicBezTo>
                  <a:cubicBezTo>
                    <a:pt x="721" y="989"/>
                    <a:pt x="720" y="989"/>
                    <a:pt x="719" y="988"/>
                  </a:cubicBezTo>
                  <a:cubicBezTo>
                    <a:pt x="718" y="987"/>
                    <a:pt x="718" y="985"/>
                    <a:pt x="718" y="982"/>
                  </a:cubicBezTo>
                  <a:cubicBezTo>
                    <a:pt x="718" y="981"/>
                    <a:pt x="718" y="980"/>
                    <a:pt x="718" y="979"/>
                  </a:cubicBezTo>
                  <a:cubicBezTo>
                    <a:pt x="719" y="975"/>
                    <a:pt x="721" y="972"/>
                    <a:pt x="723" y="969"/>
                  </a:cubicBezTo>
                  <a:cubicBezTo>
                    <a:pt x="726" y="966"/>
                    <a:pt x="728" y="964"/>
                    <a:pt x="729" y="964"/>
                  </a:cubicBezTo>
                  <a:cubicBezTo>
                    <a:pt x="729" y="964"/>
                    <a:pt x="729" y="964"/>
                    <a:pt x="729" y="964"/>
                  </a:cubicBezTo>
                  <a:cubicBezTo>
                    <a:pt x="729" y="964"/>
                    <a:pt x="729" y="964"/>
                    <a:pt x="729" y="964"/>
                  </a:cubicBezTo>
                  <a:cubicBezTo>
                    <a:pt x="730" y="964"/>
                    <a:pt x="730" y="964"/>
                    <a:pt x="731" y="965"/>
                  </a:cubicBezTo>
                  <a:cubicBezTo>
                    <a:pt x="732" y="967"/>
                    <a:pt x="733" y="969"/>
                    <a:pt x="732" y="971"/>
                  </a:cubicBezTo>
                  <a:cubicBezTo>
                    <a:pt x="732" y="972"/>
                    <a:pt x="732" y="973"/>
                    <a:pt x="732" y="974"/>
                  </a:cubicBezTo>
                  <a:moveTo>
                    <a:pt x="758" y="948"/>
                  </a:moveTo>
                  <a:cubicBezTo>
                    <a:pt x="757" y="952"/>
                    <a:pt x="756" y="956"/>
                    <a:pt x="754" y="959"/>
                  </a:cubicBezTo>
                  <a:cubicBezTo>
                    <a:pt x="752" y="962"/>
                    <a:pt x="749" y="964"/>
                    <a:pt x="748" y="964"/>
                  </a:cubicBezTo>
                  <a:cubicBezTo>
                    <a:pt x="748" y="964"/>
                    <a:pt x="748" y="964"/>
                    <a:pt x="748" y="964"/>
                  </a:cubicBezTo>
                  <a:cubicBezTo>
                    <a:pt x="747" y="964"/>
                    <a:pt x="746" y="964"/>
                    <a:pt x="746" y="962"/>
                  </a:cubicBezTo>
                  <a:cubicBezTo>
                    <a:pt x="745" y="961"/>
                    <a:pt x="744" y="959"/>
                    <a:pt x="744" y="956"/>
                  </a:cubicBezTo>
                  <a:cubicBezTo>
                    <a:pt x="744" y="955"/>
                    <a:pt x="744" y="954"/>
                    <a:pt x="744" y="954"/>
                  </a:cubicBezTo>
                  <a:cubicBezTo>
                    <a:pt x="745" y="950"/>
                    <a:pt x="747" y="946"/>
                    <a:pt x="749" y="943"/>
                  </a:cubicBezTo>
                  <a:cubicBezTo>
                    <a:pt x="751" y="940"/>
                    <a:pt x="753" y="938"/>
                    <a:pt x="754" y="938"/>
                  </a:cubicBezTo>
                  <a:cubicBezTo>
                    <a:pt x="754" y="938"/>
                    <a:pt x="754" y="938"/>
                    <a:pt x="754" y="938"/>
                  </a:cubicBezTo>
                  <a:cubicBezTo>
                    <a:pt x="754" y="938"/>
                    <a:pt x="754" y="938"/>
                    <a:pt x="754" y="938"/>
                  </a:cubicBezTo>
                  <a:cubicBezTo>
                    <a:pt x="755" y="938"/>
                    <a:pt x="756" y="938"/>
                    <a:pt x="757" y="940"/>
                  </a:cubicBezTo>
                  <a:cubicBezTo>
                    <a:pt x="757" y="941"/>
                    <a:pt x="758" y="943"/>
                    <a:pt x="758" y="946"/>
                  </a:cubicBezTo>
                  <a:cubicBezTo>
                    <a:pt x="758" y="947"/>
                    <a:pt x="758" y="948"/>
                    <a:pt x="758" y="948"/>
                  </a:cubicBezTo>
                  <a:moveTo>
                    <a:pt x="783" y="918"/>
                  </a:moveTo>
                  <a:cubicBezTo>
                    <a:pt x="783" y="922"/>
                    <a:pt x="781" y="926"/>
                    <a:pt x="780" y="929"/>
                  </a:cubicBezTo>
                  <a:cubicBezTo>
                    <a:pt x="778" y="932"/>
                    <a:pt x="776" y="935"/>
                    <a:pt x="775" y="935"/>
                  </a:cubicBezTo>
                  <a:cubicBezTo>
                    <a:pt x="774" y="935"/>
                    <a:pt x="774" y="935"/>
                    <a:pt x="774" y="935"/>
                  </a:cubicBezTo>
                  <a:cubicBezTo>
                    <a:pt x="774" y="935"/>
                    <a:pt x="773" y="934"/>
                    <a:pt x="772" y="933"/>
                  </a:cubicBezTo>
                  <a:cubicBezTo>
                    <a:pt x="771" y="931"/>
                    <a:pt x="770" y="929"/>
                    <a:pt x="770" y="926"/>
                  </a:cubicBezTo>
                  <a:cubicBezTo>
                    <a:pt x="770" y="926"/>
                    <a:pt x="770" y="925"/>
                    <a:pt x="770" y="925"/>
                  </a:cubicBezTo>
                  <a:cubicBezTo>
                    <a:pt x="770" y="921"/>
                    <a:pt x="772" y="917"/>
                    <a:pt x="773" y="914"/>
                  </a:cubicBezTo>
                  <a:cubicBezTo>
                    <a:pt x="775" y="911"/>
                    <a:pt x="777" y="909"/>
                    <a:pt x="778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80" y="909"/>
                    <a:pt x="781" y="910"/>
                  </a:cubicBezTo>
                  <a:cubicBezTo>
                    <a:pt x="782" y="912"/>
                    <a:pt x="783" y="914"/>
                    <a:pt x="783" y="917"/>
                  </a:cubicBezTo>
                  <a:cubicBezTo>
                    <a:pt x="783" y="918"/>
                    <a:pt x="783" y="918"/>
                    <a:pt x="783" y="918"/>
                  </a:cubicBezTo>
                  <a:moveTo>
                    <a:pt x="806" y="888"/>
                  </a:moveTo>
                  <a:cubicBezTo>
                    <a:pt x="806" y="891"/>
                    <a:pt x="804" y="895"/>
                    <a:pt x="803" y="898"/>
                  </a:cubicBezTo>
                  <a:cubicBezTo>
                    <a:pt x="801" y="901"/>
                    <a:pt x="799" y="903"/>
                    <a:pt x="798" y="904"/>
                  </a:cubicBezTo>
                  <a:cubicBezTo>
                    <a:pt x="798" y="904"/>
                    <a:pt x="798" y="904"/>
                    <a:pt x="798" y="904"/>
                  </a:cubicBezTo>
                  <a:cubicBezTo>
                    <a:pt x="797" y="904"/>
                    <a:pt x="796" y="903"/>
                    <a:pt x="795" y="901"/>
                  </a:cubicBezTo>
                  <a:cubicBezTo>
                    <a:pt x="794" y="900"/>
                    <a:pt x="793" y="897"/>
                    <a:pt x="793" y="894"/>
                  </a:cubicBezTo>
                  <a:cubicBezTo>
                    <a:pt x="793" y="890"/>
                    <a:pt x="794" y="887"/>
                    <a:pt x="796" y="883"/>
                  </a:cubicBezTo>
                  <a:cubicBezTo>
                    <a:pt x="797" y="880"/>
                    <a:pt x="799" y="878"/>
                    <a:pt x="800" y="877"/>
                  </a:cubicBezTo>
                  <a:cubicBezTo>
                    <a:pt x="801" y="877"/>
                    <a:pt x="801" y="877"/>
                    <a:pt x="801" y="877"/>
                  </a:cubicBezTo>
                  <a:cubicBezTo>
                    <a:pt x="801" y="877"/>
                    <a:pt x="801" y="877"/>
                    <a:pt x="801" y="877"/>
                  </a:cubicBezTo>
                  <a:cubicBezTo>
                    <a:pt x="801" y="877"/>
                    <a:pt x="803" y="878"/>
                    <a:pt x="804" y="879"/>
                  </a:cubicBezTo>
                  <a:cubicBezTo>
                    <a:pt x="805" y="881"/>
                    <a:pt x="806" y="883"/>
                    <a:pt x="806" y="887"/>
                  </a:cubicBezTo>
                  <a:lnTo>
                    <a:pt x="806" y="888"/>
                  </a:lnTo>
                  <a:close/>
                  <a:moveTo>
                    <a:pt x="823" y="867"/>
                  </a:moveTo>
                  <a:cubicBezTo>
                    <a:pt x="822" y="870"/>
                    <a:pt x="820" y="873"/>
                    <a:pt x="819" y="873"/>
                  </a:cubicBezTo>
                  <a:cubicBezTo>
                    <a:pt x="819" y="873"/>
                    <a:pt x="819" y="873"/>
                    <a:pt x="818" y="873"/>
                  </a:cubicBezTo>
                  <a:cubicBezTo>
                    <a:pt x="818" y="873"/>
                    <a:pt x="817" y="873"/>
                    <a:pt x="815" y="871"/>
                  </a:cubicBezTo>
                  <a:cubicBezTo>
                    <a:pt x="814" y="869"/>
                    <a:pt x="813" y="867"/>
                    <a:pt x="813" y="864"/>
                  </a:cubicBezTo>
                  <a:cubicBezTo>
                    <a:pt x="813" y="863"/>
                    <a:pt x="813" y="862"/>
                    <a:pt x="813" y="862"/>
                  </a:cubicBezTo>
                  <a:cubicBezTo>
                    <a:pt x="813" y="858"/>
                    <a:pt x="814" y="855"/>
                    <a:pt x="815" y="852"/>
                  </a:cubicBezTo>
                  <a:cubicBezTo>
                    <a:pt x="817" y="849"/>
                    <a:pt x="818" y="847"/>
                    <a:pt x="819" y="846"/>
                  </a:cubicBezTo>
                  <a:cubicBezTo>
                    <a:pt x="819" y="846"/>
                    <a:pt x="819" y="846"/>
                    <a:pt x="820" y="846"/>
                  </a:cubicBezTo>
                  <a:cubicBezTo>
                    <a:pt x="820" y="846"/>
                    <a:pt x="820" y="846"/>
                    <a:pt x="820" y="846"/>
                  </a:cubicBezTo>
                  <a:cubicBezTo>
                    <a:pt x="820" y="846"/>
                    <a:pt x="822" y="847"/>
                    <a:pt x="823" y="848"/>
                  </a:cubicBezTo>
                  <a:cubicBezTo>
                    <a:pt x="824" y="850"/>
                    <a:pt x="825" y="852"/>
                    <a:pt x="825" y="855"/>
                  </a:cubicBezTo>
                  <a:cubicBezTo>
                    <a:pt x="825" y="856"/>
                    <a:pt x="825" y="857"/>
                    <a:pt x="825" y="857"/>
                  </a:cubicBezTo>
                  <a:cubicBezTo>
                    <a:pt x="825" y="861"/>
                    <a:pt x="824" y="864"/>
                    <a:pt x="823" y="867"/>
                  </a:cubicBezTo>
                  <a:moveTo>
                    <a:pt x="841" y="834"/>
                  </a:moveTo>
                  <a:cubicBezTo>
                    <a:pt x="840" y="836"/>
                    <a:pt x="839" y="838"/>
                    <a:pt x="838" y="839"/>
                  </a:cubicBezTo>
                  <a:cubicBezTo>
                    <a:pt x="838" y="839"/>
                    <a:pt x="838" y="839"/>
                    <a:pt x="838" y="839"/>
                  </a:cubicBezTo>
                  <a:cubicBezTo>
                    <a:pt x="838" y="839"/>
                    <a:pt x="838" y="839"/>
                    <a:pt x="838" y="839"/>
                  </a:cubicBezTo>
                  <a:cubicBezTo>
                    <a:pt x="837" y="839"/>
                    <a:pt x="836" y="838"/>
                    <a:pt x="834" y="837"/>
                  </a:cubicBezTo>
                  <a:cubicBezTo>
                    <a:pt x="833" y="835"/>
                    <a:pt x="832" y="833"/>
                    <a:pt x="832" y="830"/>
                  </a:cubicBezTo>
                  <a:cubicBezTo>
                    <a:pt x="832" y="829"/>
                    <a:pt x="832" y="828"/>
                    <a:pt x="832" y="827"/>
                  </a:cubicBezTo>
                  <a:cubicBezTo>
                    <a:pt x="832" y="824"/>
                    <a:pt x="832" y="820"/>
                    <a:pt x="833" y="818"/>
                  </a:cubicBezTo>
                  <a:cubicBezTo>
                    <a:pt x="834" y="815"/>
                    <a:pt x="836" y="813"/>
                    <a:pt x="837" y="812"/>
                  </a:cubicBezTo>
                  <a:cubicBezTo>
                    <a:pt x="837" y="812"/>
                    <a:pt x="837" y="812"/>
                    <a:pt x="837" y="812"/>
                  </a:cubicBezTo>
                  <a:cubicBezTo>
                    <a:pt x="838" y="812"/>
                    <a:pt x="842" y="815"/>
                    <a:pt x="843" y="821"/>
                  </a:cubicBezTo>
                  <a:cubicBezTo>
                    <a:pt x="843" y="822"/>
                    <a:pt x="843" y="823"/>
                    <a:pt x="843" y="825"/>
                  </a:cubicBezTo>
                  <a:cubicBezTo>
                    <a:pt x="843" y="828"/>
                    <a:pt x="842" y="831"/>
                    <a:pt x="841" y="834"/>
                  </a:cubicBezTo>
                  <a:moveTo>
                    <a:pt x="847" y="769"/>
                  </a:moveTo>
                  <a:cubicBezTo>
                    <a:pt x="845" y="775"/>
                    <a:pt x="843" y="781"/>
                    <a:pt x="841" y="790"/>
                  </a:cubicBezTo>
                  <a:cubicBezTo>
                    <a:pt x="841" y="790"/>
                    <a:pt x="841" y="790"/>
                    <a:pt x="841" y="790"/>
                  </a:cubicBezTo>
                  <a:cubicBezTo>
                    <a:pt x="841" y="792"/>
                    <a:pt x="841" y="792"/>
                    <a:pt x="841" y="792"/>
                  </a:cubicBezTo>
                  <a:cubicBezTo>
                    <a:pt x="840" y="792"/>
                    <a:pt x="840" y="792"/>
                    <a:pt x="840" y="792"/>
                  </a:cubicBezTo>
                  <a:cubicBezTo>
                    <a:pt x="835" y="799"/>
                    <a:pt x="829" y="808"/>
                    <a:pt x="826" y="823"/>
                  </a:cubicBezTo>
                  <a:cubicBezTo>
                    <a:pt x="826" y="824"/>
                    <a:pt x="826" y="824"/>
                    <a:pt x="826" y="824"/>
                  </a:cubicBezTo>
                  <a:cubicBezTo>
                    <a:pt x="825" y="825"/>
                    <a:pt x="825" y="825"/>
                    <a:pt x="825" y="825"/>
                  </a:cubicBezTo>
                  <a:cubicBezTo>
                    <a:pt x="825" y="826"/>
                    <a:pt x="825" y="826"/>
                    <a:pt x="825" y="826"/>
                  </a:cubicBezTo>
                  <a:cubicBezTo>
                    <a:pt x="818" y="831"/>
                    <a:pt x="813" y="840"/>
                    <a:pt x="808" y="855"/>
                  </a:cubicBezTo>
                  <a:cubicBezTo>
                    <a:pt x="808" y="856"/>
                    <a:pt x="808" y="856"/>
                    <a:pt x="808" y="856"/>
                  </a:cubicBezTo>
                  <a:cubicBezTo>
                    <a:pt x="807" y="857"/>
                    <a:pt x="807" y="857"/>
                    <a:pt x="807" y="857"/>
                  </a:cubicBezTo>
                  <a:cubicBezTo>
                    <a:pt x="807" y="858"/>
                    <a:pt x="807" y="858"/>
                    <a:pt x="807" y="858"/>
                  </a:cubicBezTo>
                  <a:cubicBezTo>
                    <a:pt x="804" y="860"/>
                    <a:pt x="801" y="863"/>
                    <a:pt x="798" y="867"/>
                  </a:cubicBezTo>
                  <a:cubicBezTo>
                    <a:pt x="799" y="867"/>
                    <a:pt x="799" y="867"/>
                    <a:pt x="799" y="867"/>
                  </a:cubicBezTo>
                  <a:cubicBezTo>
                    <a:pt x="797" y="869"/>
                    <a:pt x="797" y="869"/>
                    <a:pt x="797" y="869"/>
                  </a:cubicBezTo>
                  <a:cubicBezTo>
                    <a:pt x="794" y="874"/>
                    <a:pt x="791" y="880"/>
                    <a:pt x="788" y="888"/>
                  </a:cubicBezTo>
                  <a:cubicBezTo>
                    <a:pt x="788" y="888"/>
                    <a:pt x="788" y="888"/>
                    <a:pt x="788" y="888"/>
                  </a:cubicBezTo>
                  <a:cubicBezTo>
                    <a:pt x="787" y="890"/>
                    <a:pt x="787" y="890"/>
                    <a:pt x="787" y="890"/>
                  </a:cubicBezTo>
                  <a:cubicBezTo>
                    <a:pt x="786" y="890"/>
                    <a:pt x="786" y="890"/>
                    <a:pt x="786" y="890"/>
                  </a:cubicBezTo>
                  <a:cubicBezTo>
                    <a:pt x="779" y="895"/>
                    <a:pt x="773" y="903"/>
                    <a:pt x="766" y="917"/>
                  </a:cubicBezTo>
                  <a:cubicBezTo>
                    <a:pt x="766" y="917"/>
                    <a:pt x="766" y="917"/>
                    <a:pt x="766" y="917"/>
                  </a:cubicBezTo>
                  <a:cubicBezTo>
                    <a:pt x="765" y="919"/>
                    <a:pt x="765" y="919"/>
                    <a:pt x="765" y="919"/>
                  </a:cubicBezTo>
                  <a:cubicBezTo>
                    <a:pt x="764" y="919"/>
                    <a:pt x="764" y="919"/>
                    <a:pt x="764" y="919"/>
                  </a:cubicBezTo>
                  <a:cubicBezTo>
                    <a:pt x="757" y="923"/>
                    <a:pt x="750" y="931"/>
                    <a:pt x="742" y="945"/>
                  </a:cubicBezTo>
                  <a:cubicBezTo>
                    <a:pt x="742" y="945"/>
                    <a:pt x="742" y="945"/>
                    <a:pt x="742" y="945"/>
                  </a:cubicBezTo>
                  <a:cubicBezTo>
                    <a:pt x="741" y="946"/>
                    <a:pt x="741" y="946"/>
                    <a:pt x="741" y="946"/>
                  </a:cubicBezTo>
                  <a:cubicBezTo>
                    <a:pt x="740" y="947"/>
                    <a:pt x="740" y="947"/>
                    <a:pt x="740" y="947"/>
                  </a:cubicBezTo>
                  <a:cubicBezTo>
                    <a:pt x="737" y="948"/>
                    <a:pt x="733" y="951"/>
                    <a:pt x="730" y="954"/>
                  </a:cubicBezTo>
                  <a:cubicBezTo>
                    <a:pt x="730" y="954"/>
                    <a:pt x="730" y="954"/>
                    <a:pt x="730" y="954"/>
                  </a:cubicBezTo>
                  <a:cubicBezTo>
                    <a:pt x="728" y="955"/>
                    <a:pt x="728" y="955"/>
                    <a:pt x="728" y="955"/>
                  </a:cubicBezTo>
                  <a:cubicBezTo>
                    <a:pt x="724" y="959"/>
                    <a:pt x="719" y="964"/>
                    <a:pt x="715" y="972"/>
                  </a:cubicBezTo>
                  <a:cubicBezTo>
                    <a:pt x="715" y="972"/>
                    <a:pt x="715" y="972"/>
                    <a:pt x="715" y="972"/>
                  </a:cubicBezTo>
                  <a:cubicBezTo>
                    <a:pt x="713" y="973"/>
                    <a:pt x="713" y="973"/>
                    <a:pt x="713" y="973"/>
                  </a:cubicBezTo>
                  <a:cubicBezTo>
                    <a:pt x="713" y="973"/>
                    <a:pt x="713" y="973"/>
                    <a:pt x="713" y="973"/>
                  </a:cubicBezTo>
                  <a:cubicBezTo>
                    <a:pt x="705" y="976"/>
                    <a:pt x="697" y="983"/>
                    <a:pt x="687" y="995"/>
                  </a:cubicBezTo>
                  <a:cubicBezTo>
                    <a:pt x="687" y="995"/>
                    <a:pt x="687" y="995"/>
                    <a:pt x="687" y="995"/>
                  </a:cubicBezTo>
                  <a:cubicBezTo>
                    <a:pt x="685" y="996"/>
                    <a:pt x="685" y="996"/>
                    <a:pt x="685" y="996"/>
                  </a:cubicBezTo>
                  <a:cubicBezTo>
                    <a:pt x="685" y="996"/>
                    <a:pt x="685" y="996"/>
                    <a:pt x="685" y="996"/>
                  </a:cubicBezTo>
                  <a:cubicBezTo>
                    <a:pt x="677" y="999"/>
                    <a:pt x="668" y="1004"/>
                    <a:pt x="657" y="1016"/>
                  </a:cubicBezTo>
                  <a:cubicBezTo>
                    <a:pt x="657" y="1016"/>
                    <a:pt x="657" y="1016"/>
                    <a:pt x="657" y="1016"/>
                  </a:cubicBezTo>
                  <a:cubicBezTo>
                    <a:pt x="655" y="1017"/>
                    <a:pt x="655" y="1017"/>
                    <a:pt x="655" y="1017"/>
                  </a:cubicBezTo>
                  <a:cubicBezTo>
                    <a:pt x="655" y="1017"/>
                    <a:pt x="655" y="1017"/>
                    <a:pt x="655" y="1017"/>
                  </a:cubicBezTo>
                  <a:cubicBezTo>
                    <a:pt x="650" y="1018"/>
                    <a:pt x="646" y="1020"/>
                    <a:pt x="641" y="1022"/>
                  </a:cubicBezTo>
                  <a:cubicBezTo>
                    <a:pt x="641" y="1023"/>
                    <a:pt x="641" y="1023"/>
                    <a:pt x="641" y="1023"/>
                  </a:cubicBezTo>
                  <a:cubicBezTo>
                    <a:pt x="636" y="1025"/>
                    <a:pt x="630" y="1029"/>
                    <a:pt x="624" y="1035"/>
                  </a:cubicBezTo>
                  <a:cubicBezTo>
                    <a:pt x="624" y="1035"/>
                    <a:pt x="624" y="1035"/>
                    <a:pt x="624" y="1035"/>
                  </a:cubicBezTo>
                  <a:cubicBezTo>
                    <a:pt x="622" y="1036"/>
                    <a:pt x="622" y="1036"/>
                    <a:pt x="622" y="1036"/>
                  </a:cubicBezTo>
                  <a:cubicBezTo>
                    <a:pt x="622" y="1036"/>
                    <a:pt x="622" y="1036"/>
                    <a:pt x="622" y="1036"/>
                  </a:cubicBezTo>
                  <a:cubicBezTo>
                    <a:pt x="613" y="1036"/>
                    <a:pt x="604" y="1040"/>
                    <a:pt x="591" y="1049"/>
                  </a:cubicBezTo>
                  <a:cubicBezTo>
                    <a:pt x="591" y="1050"/>
                    <a:pt x="591" y="1050"/>
                    <a:pt x="591" y="1050"/>
                  </a:cubicBezTo>
                  <a:cubicBezTo>
                    <a:pt x="589" y="1050"/>
                    <a:pt x="589" y="1050"/>
                    <a:pt x="589" y="1050"/>
                  </a:cubicBezTo>
                  <a:cubicBezTo>
                    <a:pt x="588" y="1050"/>
                    <a:pt x="588" y="1050"/>
                    <a:pt x="588" y="1050"/>
                  </a:cubicBezTo>
                  <a:cubicBezTo>
                    <a:pt x="580" y="1050"/>
                    <a:pt x="570" y="1053"/>
                    <a:pt x="557" y="1061"/>
                  </a:cubicBezTo>
                  <a:cubicBezTo>
                    <a:pt x="556" y="1061"/>
                    <a:pt x="556" y="1061"/>
                    <a:pt x="556" y="1061"/>
                  </a:cubicBezTo>
                  <a:cubicBezTo>
                    <a:pt x="554" y="1062"/>
                    <a:pt x="554" y="1062"/>
                    <a:pt x="554" y="1062"/>
                  </a:cubicBezTo>
                  <a:cubicBezTo>
                    <a:pt x="554" y="1062"/>
                    <a:pt x="554" y="1062"/>
                    <a:pt x="554" y="1062"/>
                  </a:cubicBezTo>
                  <a:cubicBezTo>
                    <a:pt x="553" y="1062"/>
                    <a:pt x="552" y="1062"/>
                    <a:pt x="551" y="1062"/>
                  </a:cubicBezTo>
                  <a:cubicBezTo>
                    <a:pt x="548" y="1062"/>
                    <a:pt x="545" y="1062"/>
                    <a:pt x="542" y="1062"/>
                  </a:cubicBezTo>
                  <a:cubicBezTo>
                    <a:pt x="542" y="1063"/>
                    <a:pt x="542" y="1063"/>
                    <a:pt x="542" y="1063"/>
                  </a:cubicBezTo>
                  <a:cubicBezTo>
                    <a:pt x="539" y="1063"/>
                    <a:pt x="539" y="1063"/>
                    <a:pt x="539" y="1063"/>
                  </a:cubicBezTo>
                  <a:cubicBezTo>
                    <a:pt x="534" y="1064"/>
                    <a:pt x="527" y="1066"/>
                    <a:pt x="520" y="1070"/>
                  </a:cubicBezTo>
                  <a:cubicBezTo>
                    <a:pt x="519" y="1070"/>
                    <a:pt x="519" y="1070"/>
                    <a:pt x="519" y="1070"/>
                  </a:cubicBezTo>
                  <a:cubicBezTo>
                    <a:pt x="517" y="1070"/>
                    <a:pt x="517" y="1070"/>
                    <a:pt x="517" y="1070"/>
                  </a:cubicBezTo>
                  <a:cubicBezTo>
                    <a:pt x="517" y="1070"/>
                    <a:pt x="517" y="1070"/>
                    <a:pt x="517" y="1070"/>
                  </a:cubicBezTo>
                  <a:cubicBezTo>
                    <a:pt x="515" y="1069"/>
                    <a:pt x="512" y="1069"/>
                    <a:pt x="509" y="1069"/>
                  </a:cubicBezTo>
                  <a:cubicBezTo>
                    <a:pt x="502" y="1069"/>
                    <a:pt x="494" y="1070"/>
                    <a:pt x="484" y="1074"/>
                  </a:cubicBezTo>
                  <a:cubicBezTo>
                    <a:pt x="484" y="1074"/>
                    <a:pt x="484" y="1074"/>
                    <a:pt x="484" y="1074"/>
                  </a:cubicBezTo>
                  <a:cubicBezTo>
                    <a:pt x="482" y="1074"/>
                    <a:pt x="482" y="1074"/>
                    <a:pt x="482" y="1074"/>
                  </a:cubicBezTo>
                  <a:cubicBezTo>
                    <a:pt x="481" y="1074"/>
                    <a:pt x="481" y="1074"/>
                    <a:pt x="481" y="1074"/>
                  </a:cubicBezTo>
                  <a:cubicBezTo>
                    <a:pt x="477" y="1073"/>
                    <a:pt x="473" y="1072"/>
                    <a:pt x="468" y="1072"/>
                  </a:cubicBezTo>
                  <a:cubicBezTo>
                    <a:pt x="463" y="1072"/>
                    <a:pt x="456" y="1073"/>
                    <a:pt x="448" y="1075"/>
                  </a:cubicBezTo>
                  <a:cubicBezTo>
                    <a:pt x="447" y="1075"/>
                    <a:pt x="447" y="1075"/>
                    <a:pt x="447" y="1075"/>
                  </a:cubicBezTo>
                  <a:cubicBezTo>
                    <a:pt x="447" y="1075"/>
                    <a:pt x="447" y="1075"/>
                    <a:pt x="447" y="1075"/>
                  </a:cubicBezTo>
                  <a:cubicBezTo>
                    <a:pt x="445" y="1075"/>
                    <a:pt x="445" y="1075"/>
                    <a:pt x="445" y="1075"/>
                  </a:cubicBezTo>
                  <a:cubicBezTo>
                    <a:pt x="445" y="1074"/>
                    <a:pt x="445" y="1074"/>
                    <a:pt x="445" y="1074"/>
                  </a:cubicBezTo>
                  <a:cubicBezTo>
                    <a:pt x="442" y="1073"/>
                    <a:pt x="438" y="1072"/>
                    <a:pt x="433" y="1071"/>
                  </a:cubicBezTo>
                  <a:cubicBezTo>
                    <a:pt x="433" y="1072"/>
                    <a:pt x="433" y="1072"/>
                    <a:pt x="433" y="1072"/>
                  </a:cubicBezTo>
                  <a:cubicBezTo>
                    <a:pt x="431" y="1071"/>
                    <a:pt x="431" y="1071"/>
                    <a:pt x="431" y="1071"/>
                  </a:cubicBezTo>
                  <a:cubicBezTo>
                    <a:pt x="429" y="1071"/>
                    <a:pt x="426" y="1071"/>
                    <a:pt x="424" y="1071"/>
                  </a:cubicBezTo>
                  <a:cubicBezTo>
                    <a:pt x="420" y="1071"/>
                    <a:pt x="415" y="1071"/>
                    <a:pt x="410" y="1072"/>
                  </a:cubicBezTo>
                  <a:cubicBezTo>
                    <a:pt x="410" y="1072"/>
                    <a:pt x="410" y="1072"/>
                    <a:pt x="410" y="1072"/>
                  </a:cubicBezTo>
                  <a:cubicBezTo>
                    <a:pt x="408" y="1071"/>
                    <a:pt x="408" y="1071"/>
                    <a:pt x="408" y="1071"/>
                  </a:cubicBezTo>
                  <a:cubicBezTo>
                    <a:pt x="407" y="1071"/>
                    <a:pt x="407" y="1071"/>
                    <a:pt x="407" y="1071"/>
                  </a:cubicBezTo>
                  <a:cubicBezTo>
                    <a:pt x="400" y="1067"/>
                    <a:pt x="391" y="1065"/>
                    <a:pt x="377" y="1065"/>
                  </a:cubicBezTo>
                  <a:cubicBezTo>
                    <a:pt x="374" y="1065"/>
                    <a:pt x="374" y="1065"/>
                    <a:pt x="374" y="1065"/>
                  </a:cubicBezTo>
                  <a:cubicBezTo>
                    <a:pt x="374" y="1065"/>
                    <a:pt x="374" y="1065"/>
                    <a:pt x="374" y="1065"/>
                  </a:cubicBezTo>
                  <a:cubicBezTo>
                    <a:pt x="372" y="1065"/>
                    <a:pt x="372" y="1065"/>
                    <a:pt x="372" y="1065"/>
                  </a:cubicBezTo>
                  <a:cubicBezTo>
                    <a:pt x="372" y="1064"/>
                    <a:pt x="372" y="1064"/>
                    <a:pt x="372" y="1064"/>
                  </a:cubicBezTo>
                  <a:cubicBezTo>
                    <a:pt x="365" y="1059"/>
                    <a:pt x="355" y="1056"/>
                    <a:pt x="340" y="1055"/>
                  </a:cubicBezTo>
                  <a:cubicBezTo>
                    <a:pt x="339" y="1055"/>
                    <a:pt x="339" y="1055"/>
                    <a:pt x="339" y="1055"/>
                  </a:cubicBezTo>
                  <a:cubicBezTo>
                    <a:pt x="338" y="1054"/>
                    <a:pt x="338" y="1054"/>
                    <a:pt x="338" y="1054"/>
                  </a:cubicBezTo>
                  <a:cubicBezTo>
                    <a:pt x="337" y="1054"/>
                    <a:pt x="337" y="1054"/>
                    <a:pt x="337" y="1054"/>
                  </a:cubicBezTo>
                  <a:cubicBezTo>
                    <a:pt x="334" y="1051"/>
                    <a:pt x="331" y="1049"/>
                    <a:pt x="327" y="1047"/>
                  </a:cubicBezTo>
                  <a:cubicBezTo>
                    <a:pt x="326" y="1047"/>
                    <a:pt x="326" y="1047"/>
                    <a:pt x="326" y="1047"/>
                  </a:cubicBezTo>
                  <a:cubicBezTo>
                    <a:pt x="325" y="1046"/>
                    <a:pt x="325" y="1046"/>
                    <a:pt x="325" y="1046"/>
                  </a:cubicBezTo>
                  <a:cubicBezTo>
                    <a:pt x="319" y="1044"/>
                    <a:pt x="313" y="1042"/>
                    <a:pt x="304" y="1040"/>
                  </a:cubicBezTo>
                  <a:cubicBezTo>
                    <a:pt x="304" y="1040"/>
                    <a:pt x="304" y="1040"/>
                    <a:pt x="304" y="1040"/>
                  </a:cubicBezTo>
                  <a:cubicBezTo>
                    <a:pt x="302" y="1040"/>
                    <a:pt x="302" y="1040"/>
                    <a:pt x="302" y="1040"/>
                  </a:cubicBezTo>
                  <a:cubicBezTo>
                    <a:pt x="302" y="1039"/>
                    <a:pt x="302" y="1039"/>
                    <a:pt x="302" y="1039"/>
                  </a:cubicBezTo>
                  <a:cubicBezTo>
                    <a:pt x="296" y="1033"/>
                    <a:pt x="287" y="1028"/>
                    <a:pt x="272" y="1024"/>
                  </a:cubicBezTo>
                  <a:cubicBezTo>
                    <a:pt x="272" y="1024"/>
                    <a:pt x="272" y="1024"/>
                    <a:pt x="272" y="1024"/>
                  </a:cubicBezTo>
                  <a:cubicBezTo>
                    <a:pt x="270" y="1023"/>
                    <a:pt x="270" y="1023"/>
                    <a:pt x="270" y="1023"/>
                  </a:cubicBezTo>
                  <a:cubicBezTo>
                    <a:pt x="270" y="1022"/>
                    <a:pt x="270" y="1022"/>
                    <a:pt x="270" y="1022"/>
                  </a:cubicBezTo>
                  <a:cubicBezTo>
                    <a:pt x="265" y="1015"/>
                    <a:pt x="256" y="1010"/>
                    <a:pt x="242" y="1004"/>
                  </a:cubicBezTo>
                  <a:cubicBezTo>
                    <a:pt x="242" y="1004"/>
                    <a:pt x="242" y="1004"/>
                    <a:pt x="242" y="1004"/>
                  </a:cubicBezTo>
                  <a:cubicBezTo>
                    <a:pt x="240" y="1003"/>
                    <a:pt x="240" y="1003"/>
                    <a:pt x="240" y="1003"/>
                  </a:cubicBezTo>
                  <a:cubicBezTo>
                    <a:pt x="240" y="1002"/>
                    <a:pt x="240" y="1002"/>
                    <a:pt x="240" y="1002"/>
                  </a:cubicBezTo>
                  <a:cubicBezTo>
                    <a:pt x="237" y="999"/>
                    <a:pt x="234" y="995"/>
                    <a:pt x="230" y="992"/>
                  </a:cubicBezTo>
                  <a:cubicBezTo>
                    <a:pt x="229" y="992"/>
                    <a:pt x="229" y="992"/>
                    <a:pt x="229" y="992"/>
                  </a:cubicBezTo>
                  <a:cubicBezTo>
                    <a:pt x="225" y="988"/>
                    <a:pt x="219" y="984"/>
                    <a:pt x="212" y="980"/>
                  </a:cubicBezTo>
                  <a:cubicBezTo>
                    <a:pt x="211" y="980"/>
                    <a:pt x="211" y="980"/>
                    <a:pt x="211" y="980"/>
                  </a:cubicBezTo>
                  <a:cubicBezTo>
                    <a:pt x="210" y="979"/>
                    <a:pt x="210" y="979"/>
                    <a:pt x="210" y="979"/>
                  </a:cubicBezTo>
                  <a:cubicBezTo>
                    <a:pt x="210" y="979"/>
                    <a:pt x="210" y="979"/>
                    <a:pt x="210" y="979"/>
                  </a:cubicBezTo>
                  <a:cubicBezTo>
                    <a:pt x="206" y="971"/>
                    <a:pt x="199" y="964"/>
                    <a:pt x="185" y="956"/>
                  </a:cubicBezTo>
                  <a:cubicBezTo>
                    <a:pt x="185" y="956"/>
                    <a:pt x="185" y="956"/>
                    <a:pt x="185" y="956"/>
                  </a:cubicBezTo>
                  <a:cubicBezTo>
                    <a:pt x="183" y="954"/>
                    <a:pt x="183" y="954"/>
                    <a:pt x="183" y="954"/>
                  </a:cubicBezTo>
                  <a:cubicBezTo>
                    <a:pt x="183" y="954"/>
                    <a:pt x="183" y="954"/>
                    <a:pt x="183" y="954"/>
                  </a:cubicBezTo>
                  <a:cubicBezTo>
                    <a:pt x="180" y="946"/>
                    <a:pt x="173" y="938"/>
                    <a:pt x="160" y="929"/>
                  </a:cubicBezTo>
                  <a:cubicBezTo>
                    <a:pt x="160" y="929"/>
                    <a:pt x="160" y="929"/>
                    <a:pt x="160" y="929"/>
                  </a:cubicBezTo>
                  <a:cubicBezTo>
                    <a:pt x="159" y="927"/>
                    <a:pt x="159" y="927"/>
                    <a:pt x="159" y="927"/>
                  </a:cubicBezTo>
                  <a:cubicBezTo>
                    <a:pt x="158" y="927"/>
                    <a:pt x="158" y="927"/>
                    <a:pt x="158" y="927"/>
                  </a:cubicBezTo>
                  <a:cubicBezTo>
                    <a:pt x="157" y="923"/>
                    <a:pt x="155" y="919"/>
                    <a:pt x="152" y="915"/>
                  </a:cubicBezTo>
                  <a:cubicBezTo>
                    <a:pt x="150" y="912"/>
                    <a:pt x="150" y="912"/>
                    <a:pt x="150" y="912"/>
                  </a:cubicBezTo>
                  <a:cubicBezTo>
                    <a:pt x="147" y="908"/>
                    <a:pt x="142" y="904"/>
                    <a:pt x="136" y="899"/>
                  </a:cubicBezTo>
                  <a:cubicBezTo>
                    <a:pt x="136" y="899"/>
                    <a:pt x="136" y="899"/>
                    <a:pt x="136" y="899"/>
                  </a:cubicBezTo>
                  <a:cubicBezTo>
                    <a:pt x="135" y="897"/>
                    <a:pt x="135" y="897"/>
                    <a:pt x="135" y="897"/>
                  </a:cubicBezTo>
                  <a:cubicBezTo>
                    <a:pt x="135" y="897"/>
                    <a:pt x="135" y="897"/>
                    <a:pt x="135" y="897"/>
                  </a:cubicBezTo>
                  <a:cubicBezTo>
                    <a:pt x="132" y="888"/>
                    <a:pt x="127" y="879"/>
                    <a:pt x="116" y="869"/>
                  </a:cubicBezTo>
                  <a:cubicBezTo>
                    <a:pt x="116" y="868"/>
                    <a:pt x="116" y="868"/>
                    <a:pt x="116" y="868"/>
                  </a:cubicBezTo>
                  <a:cubicBezTo>
                    <a:pt x="114" y="867"/>
                    <a:pt x="114" y="867"/>
                    <a:pt x="114" y="867"/>
                  </a:cubicBezTo>
                  <a:cubicBezTo>
                    <a:pt x="114" y="866"/>
                    <a:pt x="114" y="866"/>
                    <a:pt x="114" y="866"/>
                  </a:cubicBezTo>
                  <a:cubicBezTo>
                    <a:pt x="113" y="858"/>
                    <a:pt x="108" y="849"/>
                    <a:pt x="97" y="837"/>
                  </a:cubicBezTo>
                  <a:cubicBezTo>
                    <a:pt x="97" y="837"/>
                    <a:pt x="97" y="837"/>
                    <a:pt x="97" y="837"/>
                  </a:cubicBezTo>
                  <a:cubicBezTo>
                    <a:pt x="96" y="835"/>
                    <a:pt x="96" y="835"/>
                    <a:pt x="96" y="835"/>
                  </a:cubicBezTo>
                  <a:cubicBezTo>
                    <a:pt x="96" y="834"/>
                    <a:pt x="96" y="834"/>
                    <a:pt x="96" y="834"/>
                  </a:cubicBezTo>
                  <a:cubicBezTo>
                    <a:pt x="96" y="831"/>
                    <a:pt x="94" y="827"/>
                    <a:pt x="93" y="822"/>
                  </a:cubicBezTo>
                  <a:cubicBezTo>
                    <a:pt x="92" y="822"/>
                    <a:pt x="92" y="822"/>
                    <a:pt x="92" y="822"/>
                  </a:cubicBezTo>
                  <a:cubicBezTo>
                    <a:pt x="92" y="820"/>
                    <a:pt x="92" y="820"/>
                    <a:pt x="92" y="820"/>
                  </a:cubicBezTo>
                  <a:cubicBezTo>
                    <a:pt x="89" y="815"/>
                    <a:pt x="86" y="809"/>
                    <a:pt x="80" y="802"/>
                  </a:cubicBezTo>
                  <a:cubicBezTo>
                    <a:pt x="80" y="802"/>
                    <a:pt x="80" y="802"/>
                    <a:pt x="80" y="802"/>
                  </a:cubicBezTo>
                  <a:cubicBezTo>
                    <a:pt x="79" y="800"/>
                    <a:pt x="79" y="800"/>
                    <a:pt x="79" y="800"/>
                  </a:cubicBezTo>
                  <a:cubicBezTo>
                    <a:pt x="79" y="800"/>
                    <a:pt x="79" y="800"/>
                    <a:pt x="79" y="800"/>
                  </a:cubicBezTo>
                  <a:cubicBezTo>
                    <a:pt x="79" y="791"/>
                    <a:pt x="75" y="782"/>
                    <a:pt x="66" y="768"/>
                  </a:cubicBezTo>
                  <a:cubicBezTo>
                    <a:pt x="66" y="768"/>
                    <a:pt x="66" y="768"/>
                    <a:pt x="66" y="768"/>
                  </a:cubicBezTo>
                  <a:cubicBezTo>
                    <a:pt x="65" y="766"/>
                    <a:pt x="65" y="766"/>
                    <a:pt x="65" y="766"/>
                  </a:cubicBezTo>
                  <a:cubicBezTo>
                    <a:pt x="65" y="766"/>
                    <a:pt x="65" y="766"/>
                    <a:pt x="65" y="766"/>
                  </a:cubicBezTo>
                  <a:cubicBezTo>
                    <a:pt x="65" y="757"/>
                    <a:pt x="63" y="747"/>
                    <a:pt x="54" y="734"/>
                  </a:cubicBezTo>
                  <a:cubicBezTo>
                    <a:pt x="54" y="733"/>
                    <a:pt x="54" y="733"/>
                    <a:pt x="54" y="733"/>
                  </a:cubicBezTo>
                  <a:cubicBezTo>
                    <a:pt x="54" y="731"/>
                    <a:pt x="54" y="731"/>
                    <a:pt x="54" y="731"/>
                  </a:cubicBezTo>
                  <a:cubicBezTo>
                    <a:pt x="54" y="731"/>
                    <a:pt x="54" y="731"/>
                    <a:pt x="54" y="731"/>
                  </a:cubicBezTo>
                  <a:cubicBezTo>
                    <a:pt x="54" y="730"/>
                    <a:pt x="54" y="729"/>
                    <a:pt x="54" y="728"/>
                  </a:cubicBezTo>
                  <a:cubicBezTo>
                    <a:pt x="54" y="725"/>
                    <a:pt x="53" y="722"/>
                    <a:pt x="53" y="718"/>
                  </a:cubicBezTo>
                  <a:cubicBezTo>
                    <a:pt x="53" y="718"/>
                    <a:pt x="53" y="718"/>
                    <a:pt x="53" y="718"/>
                  </a:cubicBezTo>
                  <a:cubicBezTo>
                    <a:pt x="52" y="716"/>
                    <a:pt x="52" y="716"/>
                    <a:pt x="52" y="716"/>
                  </a:cubicBezTo>
                  <a:cubicBezTo>
                    <a:pt x="51" y="710"/>
                    <a:pt x="48" y="704"/>
                    <a:pt x="44" y="696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4" y="694"/>
                    <a:pt x="44" y="694"/>
                    <a:pt x="44" y="694"/>
                  </a:cubicBezTo>
                  <a:cubicBezTo>
                    <a:pt x="44" y="694"/>
                    <a:pt x="44" y="694"/>
                    <a:pt x="44" y="694"/>
                  </a:cubicBezTo>
                  <a:cubicBezTo>
                    <a:pt x="44" y="692"/>
                    <a:pt x="44" y="691"/>
                    <a:pt x="44" y="689"/>
                  </a:cubicBezTo>
                  <a:cubicBezTo>
                    <a:pt x="44" y="681"/>
                    <a:pt x="42" y="672"/>
                    <a:pt x="37" y="660"/>
                  </a:cubicBezTo>
                  <a:cubicBezTo>
                    <a:pt x="37" y="660"/>
                    <a:pt x="37" y="660"/>
                    <a:pt x="37" y="660"/>
                  </a:cubicBezTo>
                  <a:cubicBezTo>
                    <a:pt x="36" y="658"/>
                    <a:pt x="36" y="658"/>
                    <a:pt x="36" y="658"/>
                  </a:cubicBezTo>
                  <a:cubicBezTo>
                    <a:pt x="37" y="658"/>
                    <a:pt x="37" y="658"/>
                    <a:pt x="37" y="658"/>
                  </a:cubicBezTo>
                  <a:cubicBezTo>
                    <a:pt x="37" y="655"/>
                    <a:pt x="37" y="653"/>
                    <a:pt x="37" y="650"/>
                  </a:cubicBezTo>
                  <a:cubicBezTo>
                    <a:pt x="37" y="643"/>
                    <a:pt x="36" y="634"/>
                    <a:pt x="32" y="624"/>
                  </a:cubicBezTo>
                  <a:cubicBezTo>
                    <a:pt x="32" y="624"/>
                    <a:pt x="32" y="624"/>
                    <a:pt x="32" y="624"/>
                  </a:cubicBezTo>
                  <a:cubicBezTo>
                    <a:pt x="31" y="622"/>
                    <a:pt x="31" y="622"/>
                    <a:pt x="31" y="622"/>
                  </a:cubicBezTo>
                  <a:cubicBezTo>
                    <a:pt x="31" y="621"/>
                    <a:pt x="31" y="621"/>
                    <a:pt x="31" y="621"/>
                  </a:cubicBezTo>
                  <a:cubicBezTo>
                    <a:pt x="32" y="618"/>
                    <a:pt x="33" y="615"/>
                    <a:pt x="33" y="611"/>
                  </a:cubicBezTo>
                  <a:cubicBezTo>
                    <a:pt x="33" y="610"/>
                    <a:pt x="33" y="609"/>
                    <a:pt x="33" y="609"/>
                  </a:cubicBezTo>
                  <a:cubicBezTo>
                    <a:pt x="32" y="609"/>
                    <a:pt x="32" y="609"/>
                    <a:pt x="32" y="609"/>
                  </a:cubicBezTo>
                  <a:cubicBezTo>
                    <a:pt x="32" y="606"/>
                    <a:pt x="32" y="606"/>
                    <a:pt x="32" y="606"/>
                  </a:cubicBezTo>
                  <a:cubicBezTo>
                    <a:pt x="32" y="600"/>
                    <a:pt x="31" y="594"/>
                    <a:pt x="28" y="585"/>
                  </a:cubicBezTo>
                  <a:cubicBezTo>
                    <a:pt x="28" y="585"/>
                    <a:pt x="28" y="585"/>
                    <a:pt x="28" y="585"/>
                  </a:cubicBezTo>
                  <a:cubicBezTo>
                    <a:pt x="28" y="585"/>
                    <a:pt x="28" y="585"/>
                    <a:pt x="28" y="585"/>
                  </a:cubicBezTo>
                  <a:cubicBezTo>
                    <a:pt x="28" y="583"/>
                    <a:pt x="28" y="583"/>
                    <a:pt x="28" y="583"/>
                  </a:cubicBezTo>
                  <a:cubicBezTo>
                    <a:pt x="28" y="583"/>
                    <a:pt x="28" y="583"/>
                    <a:pt x="28" y="583"/>
                  </a:cubicBezTo>
                  <a:cubicBezTo>
                    <a:pt x="30" y="579"/>
                    <a:pt x="30" y="574"/>
                    <a:pt x="30" y="569"/>
                  </a:cubicBezTo>
                  <a:cubicBezTo>
                    <a:pt x="30" y="563"/>
                    <a:pt x="29" y="556"/>
                    <a:pt x="27" y="549"/>
                  </a:cubicBezTo>
                  <a:cubicBezTo>
                    <a:pt x="27" y="548"/>
                    <a:pt x="27" y="548"/>
                    <a:pt x="27" y="548"/>
                  </a:cubicBezTo>
                  <a:cubicBezTo>
                    <a:pt x="27" y="548"/>
                    <a:pt x="27" y="548"/>
                    <a:pt x="27" y="548"/>
                  </a:cubicBezTo>
                  <a:cubicBezTo>
                    <a:pt x="27" y="546"/>
                    <a:pt x="27" y="546"/>
                    <a:pt x="27" y="546"/>
                  </a:cubicBezTo>
                  <a:cubicBezTo>
                    <a:pt x="28" y="546"/>
                    <a:pt x="28" y="546"/>
                    <a:pt x="28" y="546"/>
                  </a:cubicBezTo>
                  <a:cubicBezTo>
                    <a:pt x="29" y="541"/>
                    <a:pt x="30" y="536"/>
                    <a:pt x="30" y="529"/>
                  </a:cubicBezTo>
                  <a:cubicBezTo>
                    <a:pt x="30" y="524"/>
                    <a:pt x="30" y="518"/>
                    <a:pt x="29" y="512"/>
                  </a:cubicBezTo>
                  <a:cubicBezTo>
                    <a:pt x="29" y="511"/>
                    <a:pt x="29" y="511"/>
                    <a:pt x="29" y="511"/>
                  </a:cubicBezTo>
                  <a:cubicBezTo>
                    <a:pt x="29" y="510"/>
                    <a:pt x="29" y="510"/>
                    <a:pt x="29" y="510"/>
                  </a:cubicBezTo>
                  <a:cubicBezTo>
                    <a:pt x="29" y="509"/>
                    <a:pt x="29" y="509"/>
                    <a:pt x="29" y="509"/>
                  </a:cubicBezTo>
                  <a:cubicBezTo>
                    <a:pt x="31" y="505"/>
                    <a:pt x="32" y="500"/>
                    <a:pt x="32" y="495"/>
                  </a:cubicBezTo>
                  <a:cubicBezTo>
                    <a:pt x="32" y="495"/>
                    <a:pt x="32" y="495"/>
                    <a:pt x="32" y="495"/>
                  </a:cubicBezTo>
                  <a:cubicBezTo>
                    <a:pt x="33" y="492"/>
                    <a:pt x="33" y="489"/>
                    <a:pt x="33" y="486"/>
                  </a:cubicBezTo>
                  <a:cubicBezTo>
                    <a:pt x="33" y="482"/>
                    <a:pt x="33" y="478"/>
                    <a:pt x="32" y="473"/>
                  </a:cubicBezTo>
                  <a:cubicBezTo>
                    <a:pt x="32" y="473"/>
                    <a:pt x="32" y="473"/>
                    <a:pt x="32" y="473"/>
                  </a:cubicBezTo>
                  <a:cubicBezTo>
                    <a:pt x="32" y="471"/>
                    <a:pt x="32" y="471"/>
                    <a:pt x="32" y="471"/>
                  </a:cubicBezTo>
                  <a:cubicBezTo>
                    <a:pt x="32" y="471"/>
                    <a:pt x="32" y="471"/>
                    <a:pt x="32" y="471"/>
                  </a:cubicBezTo>
                  <a:cubicBezTo>
                    <a:pt x="36" y="464"/>
                    <a:pt x="38" y="456"/>
                    <a:pt x="38" y="444"/>
                  </a:cubicBezTo>
                  <a:cubicBezTo>
                    <a:pt x="38" y="442"/>
                    <a:pt x="38" y="439"/>
                    <a:pt x="38" y="437"/>
                  </a:cubicBezTo>
                  <a:cubicBezTo>
                    <a:pt x="38" y="437"/>
                    <a:pt x="38" y="437"/>
                    <a:pt x="38" y="437"/>
                  </a:cubicBezTo>
                  <a:cubicBezTo>
                    <a:pt x="38" y="435"/>
                    <a:pt x="38" y="435"/>
                    <a:pt x="38" y="435"/>
                  </a:cubicBezTo>
                  <a:cubicBezTo>
                    <a:pt x="38" y="434"/>
                    <a:pt x="38" y="434"/>
                    <a:pt x="38" y="434"/>
                  </a:cubicBezTo>
                  <a:cubicBezTo>
                    <a:pt x="43" y="427"/>
                    <a:pt x="45" y="417"/>
                    <a:pt x="45" y="401"/>
                  </a:cubicBezTo>
                  <a:cubicBezTo>
                    <a:pt x="45" y="401"/>
                    <a:pt x="45" y="401"/>
                    <a:pt x="45" y="401"/>
                  </a:cubicBezTo>
                  <a:cubicBezTo>
                    <a:pt x="45" y="401"/>
                    <a:pt x="45" y="401"/>
                    <a:pt x="45" y="401"/>
                  </a:cubicBezTo>
                  <a:cubicBezTo>
                    <a:pt x="46" y="399"/>
                    <a:pt x="46" y="399"/>
                    <a:pt x="46" y="399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8" y="395"/>
                    <a:pt x="50" y="391"/>
                    <a:pt x="52" y="387"/>
                  </a:cubicBezTo>
                  <a:cubicBezTo>
                    <a:pt x="51" y="387"/>
                    <a:pt x="51" y="387"/>
                    <a:pt x="51" y="387"/>
                  </a:cubicBezTo>
                  <a:cubicBezTo>
                    <a:pt x="52" y="385"/>
                    <a:pt x="52" y="385"/>
                    <a:pt x="52" y="385"/>
                  </a:cubicBezTo>
                  <a:cubicBezTo>
                    <a:pt x="54" y="379"/>
                    <a:pt x="55" y="372"/>
                    <a:pt x="56" y="364"/>
                  </a:cubicBezTo>
                  <a:cubicBezTo>
                    <a:pt x="56" y="363"/>
                    <a:pt x="56" y="363"/>
                    <a:pt x="56" y="363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6" y="361"/>
                    <a:pt x="56" y="361"/>
                    <a:pt x="56" y="361"/>
                  </a:cubicBezTo>
                  <a:cubicBezTo>
                    <a:pt x="62" y="355"/>
                    <a:pt x="66" y="345"/>
                    <a:pt x="68" y="329"/>
                  </a:cubicBezTo>
                  <a:cubicBezTo>
                    <a:pt x="68" y="329"/>
                    <a:pt x="68" y="329"/>
                    <a:pt x="68" y="329"/>
                  </a:cubicBezTo>
                  <a:cubicBezTo>
                    <a:pt x="68" y="327"/>
                    <a:pt x="68" y="327"/>
                    <a:pt x="68" y="327"/>
                  </a:cubicBezTo>
                  <a:cubicBezTo>
                    <a:pt x="69" y="327"/>
                    <a:pt x="69" y="327"/>
                    <a:pt x="69" y="327"/>
                  </a:cubicBezTo>
                  <a:cubicBezTo>
                    <a:pt x="74" y="320"/>
                    <a:pt x="79" y="311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3" y="293"/>
                    <a:pt x="83" y="293"/>
                    <a:pt x="83" y="293"/>
                  </a:cubicBezTo>
                  <a:cubicBezTo>
                    <a:pt x="83" y="293"/>
                    <a:pt x="83" y="293"/>
                    <a:pt x="83" y="293"/>
                  </a:cubicBezTo>
                  <a:cubicBezTo>
                    <a:pt x="86" y="290"/>
                    <a:pt x="89" y="287"/>
                    <a:pt x="91" y="282"/>
                  </a:cubicBezTo>
                  <a:cubicBezTo>
                    <a:pt x="91" y="282"/>
                    <a:pt x="91" y="282"/>
                    <a:pt x="91" y="282"/>
                  </a:cubicBezTo>
                  <a:cubicBezTo>
                    <a:pt x="92" y="281"/>
                    <a:pt x="92" y="281"/>
                    <a:pt x="92" y="281"/>
                  </a:cubicBezTo>
                  <a:cubicBezTo>
                    <a:pt x="94" y="275"/>
                    <a:pt x="97" y="269"/>
                    <a:pt x="99" y="261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59"/>
                    <a:pt x="100" y="259"/>
                    <a:pt x="100" y="259"/>
                  </a:cubicBezTo>
                  <a:cubicBezTo>
                    <a:pt x="100" y="259"/>
                    <a:pt x="100" y="259"/>
                    <a:pt x="100" y="259"/>
                  </a:cubicBezTo>
                  <a:cubicBezTo>
                    <a:pt x="107" y="253"/>
                    <a:pt x="113" y="244"/>
                    <a:pt x="118" y="229"/>
                  </a:cubicBezTo>
                  <a:cubicBezTo>
                    <a:pt x="118" y="229"/>
                    <a:pt x="118" y="229"/>
                    <a:pt x="118" y="229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26" y="222"/>
                    <a:pt x="133" y="214"/>
                    <a:pt x="139" y="199"/>
                  </a:cubicBezTo>
                  <a:cubicBezTo>
                    <a:pt x="139" y="199"/>
                    <a:pt x="139" y="199"/>
                    <a:pt x="139" y="199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3" y="195"/>
                    <a:pt x="147" y="192"/>
                    <a:pt x="150" y="189"/>
                  </a:cubicBezTo>
                  <a:cubicBezTo>
                    <a:pt x="150" y="189"/>
                    <a:pt x="150" y="189"/>
                    <a:pt x="150" y="189"/>
                  </a:cubicBezTo>
                  <a:cubicBezTo>
                    <a:pt x="151" y="187"/>
                    <a:pt x="151" y="187"/>
                    <a:pt x="151" y="187"/>
                  </a:cubicBezTo>
                  <a:cubicBezTo>
                    <a:pt x="155" y="182"/>
                    <a:pt x="159" y="177"/>
                    <a:pt x="163" y="169"/>
                  </a:cubicBezTo>
                  <a:cubicBezTo>
                    <a:pt x="163" y="169"/>
                    <a:pt x="163" y="169"/>
                    <a:pt x="163" y="169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7"/>
                    <a:pt x="164" y="167"/>
                    <a:pt x="164" y="167"/>
                  </a:cubicBezTo>
                  <a:cubicBezTo>
                    <a:pt x="172" y="163"/>
                    <a:pt x="180" y="156"/>
                    <a:pt x="188" y="143"/>
                  </a:cubicBezTo>
                  <a:cubicBezTo>
                    <a:pt x="188" y="142"/>
                    <a:pt x="188" y="142"/>
                    <a:pt x="188" y="142"/>
                  </a:cubicBezTo>
                  <a:cubicBezTo>
                    <a:pt x="189" y="141"/>
                    <a:pt x="189" y="141"/>
                    <a:pt x="189" y="141"/>
                  </a:cubicBezTo>
                  <a:cubicBezTo>
                    <a:pt x="190" y="141"/>
                    <a:pt x="190" y="141"/>
                    <a:pt x="190" y="141"/>
                  </a:cubicBezTo>
                  <a:cubicBezTo>
                    <a:pt x="197" y="137"/>
                    <a:pt x="205" y="131"/>
                    <a:pt x="215" y="118"/>
                  </a:cubicBezTo>
                  <a:cubicBezTo>
                    <a:pt x="215" y="118"/>
                    <a:pt x="215" y="118"/>
                    <a:pt x="215" y="118"/>
                  </a:cubicBezTo>
                  <a:cubicBezTo>
                    <a:pt x="216" y="117"/>
                    <a:pt x="216" y="117"/>
                    <a:pt x="216" y="117"/>
                  </a:cubicBezTo>
                  <a:cubicBezTo>
                    <a:pt x="216" y="117"/>
                    <a:pt x="216" y="117"/>
                    <a:pt x="216" y="117"/>
                  </a:cubicBezTo>
                  <a:cubicBezTo>
                    <a:pt x="220" y="115"/>
                    <a:pt x="224" y="113"/>
                    <a:pt x="228" y="111"/>
                  </a:cubicBezTo>
                  <a:cubicBezTo>
                    <a:pt x="228" y="111"/>
                    <a:pt x="228" y="111"/>
                    <a:pt x="228" y="111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34" y="106"/>
                    <a:pt x="239" y="101"/>
                    <a:pt x="245" y="95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247" y="94"/>
                    <a:pt x="247" y="94"/>
                    <a:pt x="247" y="94"/>
                  </a:cubicBezTo>
                  <a:cubicBezTo>
                    <a:pt x="247" y="94"/>
                    <a:pt x="247" y="94"/>
                    <a:pt x="247" y="94"/>
                  </a:cubicBezTo>
                  <a:cubicBezTo>
                    <a:pt x="255" y="91"/>
                    <a:pt x="264" y="87"/>
                    <a:pt x="276" y="76"/>
                  </a:cubicBezTo>
                  <a:cubicBezTo>
                    <a:pt x="276" y="75"/>
                    <a:pt x="276" y="75"/>
                    <a:pt x="276" y="75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86" y="73"/>
                    <a:pt x="296" y="69"/>
                    <a:pt x="308" y="59"/>
                  </a:cubicBezTo>
                  <a:cubicBezTo>
                    <a:pt x="308" y="59"/>
                    <a:pt x="308" y="59"/>
                    <a:pt x="308" y="59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4" y="58"/>
                    <a:pt x="318" y="57"/>
                    <a:pt x="323" y="55"/>
                  </a:cubicBezTo>
                  <a:cubicBezTo>
                    <a:pt x="325" y="55"/>
                    <a:pt x="325" y="55"/>
                    <a:pt x="325" y="55"/>
                  </a:cubicBezTo>
                  <a:cubicBezTo>
                    <a:pt x="330" y="53"/>
                    <a:pt x="336" y="50"/>
                    <a:pt x="343" y="45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5" y="44"/>
                    <a:pt x="345" y="44"/>
                    <a:pt x="345" y="44"/>
                  </a:cubicBezTo>
                  <a:cubicBezTo>
                    <a:pt x="346" y="44"/>
                    <a:pt x="346" y="44"/>
                    <a:pt x="346" y="44"/>
                  </a:cubicBezTo>
                  <a:cubicBezTo>
                    <a:pt x="346" y="44"/>
                    <a:pt x="346" y="44"/>
                    <a:pt x="347" y="44"/>
                  </a:cubicBezTo>
                  <a:cubicBezTo>
                    <a:pt x="355" y="44"/>
                    <a:pt x="365" y="42"/>
                    <a:pt x="378" y="35"/>
                  </a:cubicBezTo>
                  <a:cubicBezTo>
                    <a:pt x="378" y="35"/>
                    <a:pt x="378" y="35"/>
                    <a:pt x="378" y="35"/>
                  </a:cubicBezTo>
                  <a:cubicBezTo>
                    <a:pt x="380" y="35"/>
                    <a:pt x="380" y="35"/>
                    <a:pt x="380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2" y="35"/>
                    <a:pt x="384" y="35"/>
                    <a:pt x="386" y="35"/>
                  </a:cubicBezTo>
                  <a:cubicBezTo>
                    <a:pt x="394" y="35"/>
                    <a:pt x="402" y="34"/>
                    <a:pt x="414" y="29"/>
                  </a:cubicBezTo>
                  <a:cubicBezTo>
                    <a:pt x="414" y="29"/>
                    <a:pt x="414" y="29"/>
                    <a:pt x="414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9" y="30"/>
                    <a:pt x="423" y="30"/>
                    <a:pt x="427" y="30"/>
                  </a:cubicBezTo>
                  <a:cubicBezTo>
                    <a:pt x="427" y="30"/>
                    <a:pt x="428" y="30"/>
                    <a:pt x="429" y="30"/>
                  </a:cubicBezTo>
                  <a:cubicBezTo>
                    <a:pt x="431" y="30"/>
                    <a:pt x="431" y="30"/>
                    <a:pt x="431" y="30"/>
                  </a:cubicBezTo>
                  <a:cubicBezTo>
                    <a:pt x="437" y="29"/>
                    <a:pt x="443" y="29"/>
                    <a:pt x="451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9" y="28"/>
                    <a:pt x="464" y="29"/>
                    <a:pt x="471" y="29"/>
                  </a:cubicBezTo>
                  <a:cubicBezTo>
                    <a:pt x="476" y="29"/>
                    <a:pt x="481" y="29"/>
                    <a:pt x="488" y="27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90" y="28"/>
                    <a:pt x="490" y="28"/>
                    <a:pt x="490" y="28"/>
                  </a:cubicBezTo>
                  <a:cubicBezTo>
                    <a:pt x="490" y="28"/>
                    <a:pt x="490" y="28"/>
                    <a:pt x="490" y="28"/>
                  </a:cubicBezTo>
                  <a:cubicBezTo>
                    <a:pt x="496" y="31"/>
                    <a:pt x="504" y="33"/>
                    <a:pt x="515" y="33"/>
                  </a:cubicBezTo>
                  <a:cubicBezTo>
                    <a:pt x="517" y="33"/>
                    <a:pt x="520" y="32"/>
                    <a:pt x="523" y="32"/>
                  </a:cubicBezTo>
                  <a:cubicBezTo>
                    <a:pt x="524" y="32"/>
                    <a:pt x="524" y="32"/>
                    <a:pt x="524" y="32"/>
                  </a:cubicBezTo>
                  <a:cubicBezTo>
                    <a:pt x="526" y="33"/>
                    <a:pt x="526" y="33"/>
                    <a:pt x="526" y="33"/>
                  </a:cubicBezTo>
                  <a:cubicBezTo>
                    <a:pt x="526" y="33"/>
                    <a:pt x="526" y="33"/>
                    <a:pt x="526" y="33"/>
                  </a:cubicBezTo>
                  <a:cubicBezTo>
                    <a:pt x="529" y="35"/>
                    <a:pt x="533" y="37"/>
                    <a:pt x="538" y="38"/>
                  </a:cubicBezTo>
                  <a:cubicBezTo>
                    <a:pt x="538" y="38"/>
                    <a:pt x="538" y="38"/>
                    <a:pt x="538" y="38"/>
                  </a:cubicBezTo>
                  <a:cubicBezTo>
                    <a:pt x="540" y="38"/>
                    <a:pt x="540" y="38"/>
                    <a:pt x="540" y="38"/>
                  </a:cubicBezTo>
                  <a:cubicBezTo>
                    <a:pt x="545" y="40"/>
                    <a:pt x="552" y="41"/>
                    <a:pt x="560" y="41"/>
                  </a:cubicBezTo>
                  <a:cubicBezTo>
                    <a:pt x="560" y="41"/>
                    <a:pt x="560" y="41"/>
                    <a:pt x="560" y="41"/>
                  </a:cubicBezTo>
                  <a:cubicBezTo>
                    <a:pt x="562" y="42"/>
                    <a:pt x="562" y="42"/>
                    <a:pt x="562" y="42"/>
                  </a:cubicBezTo>
                  <a:cubicBezTo>
                    <a:pt x="563" y="42"/>
                    <a:pt x="563" y="42"/>
                    <a:pt x="563" y="42"/>
                  </a:cubicBezTo>
                  <a:cubicBezTo>
                    <a:pt x="569" y="47"/>
                    <a:pt x="579" y="51"/>
                    <a:pt x="594" y="53"/>
                  </a:cubicBezTo>
                  <a:cubicBezTo>
                    <a:pt x="595" y="53"/>
                    <a:pt x="595" y="53"/>
                    <a:pt x="595" y="53"/>
                  </a:cubicBezTo>
                  <a:cubicBezTo>
                    <a:pt x="596" y="54"/>
                    <a:pt x="596" y="54"/>
                    <a:pt x="596" y="54"/>
                  </a:cubicBezTo>
                  <a:cubicBezTo>
                    <a:pt x="597" y="54"/>
                    <a:pt x="597" y="54"/>
                    <a:pt x="597" y="54"/>
                  </a:cubicBezTo>
                  <a:cubicBezTo>
                    <a:pt x="603" y="60"/>
                    <a:pt x="612" y="65"/>
                    <a:pt x="627" y="68"/>
                  </a:cubicBezTo>
                  <a:cubicBezTo>
                    <a:pt x="628" y="68"/>
                    <a:pt x="628" y="68"/>
                    <a:pt x="628" y="68"/>
                  </a:cubicBezTo>
                  <a:cubicBezTo>
                    <a:pt x="629" y="69"/>
                    <a:pt x="629" y="69"/>
                    <a:pt x="629" y="69"/>
                  </a:cubicBezTo>
                  <a:cubicBezTo>
                    <a:pt x="630" y="70"/>
                    <a:pt x="630" y="70"/>
                    <a:pt x="630" y="70"/>
                  </a:cubicBezTo>
                  <a:cubicBezTo>
                    <a:pt x="632" y="72"/>
                    <a:pt x="635" y="75"/>
                    <a:pt x="639" y="78"/>
                  </a:cubicBezTo>
                  <a:cubicBezTo>
                    <a:pt x="639" y="78"/>
                    <a:pt x="639" y="78"/>
                    <a:pt x="639" y="78"/>
                  </a:cubicBezTo>
                  <a:cubicBezTo>
                    <a:pt x="641" y="79"/>
                    <a:pt x="641" y="79"/>
                    <a:pt x="641" y="79"/>
                  </a:cubicBezTo>
                  <a:cubicBezTo>
                    <a:pt x="646" y="82"/>
                    <a:pt x="652" y="85"/>
                    <a:pt x="660" y="87"/>
                  </a:cubicBezTo>
                  <a:cubicBezTo>
                    <a:pt x="660" y="87"/>
                    <a:pt x="660" y="87"/>
                    <a:pt x="660" y="87"/>
                  </a:cubicBezTo>
                  <a:cubicBezTo>
                    <a:pt x="662" y="89"/>
                    <a:pt x="662" y="89"/>
                    <a:pt x="662" y="89"/>
                  </a:cubicBezTo>
                  <a:cubicBezTo>
                    <a:pt x="662" y="89"/>
                    <a:pt x="662" y="89"/>
                    <a:pt x="662" y="89"/>
                  </a:cubicBezTo>
                  <a:cubicBezTo>
                    <a:pt x="667" y="96"/>
                    <a:pt x="676" y="102"/>
                    <a:pt x="690" y="109"/>
                  </a:cubicBezTo>
                  <a:cubicBezTo>
                    <a:pt x="690" y="109"/>
                    <a:pt x="690" y="109"/>
                    <a:pt x="690" y="109"/>
                  </a:cubicBezTo>
                  <a:cubicBezTo>
                    <a:pt x="692" y="110"/>
                    <a:pt x="692" y="110"/>
                    <a:pt x="692" y="110"/>
                  </a:cubicBezTo>
                  <a:cubicBezTo>
                    <a:pt x="692" y="110"/>
                    <a:pt x="692" y="110"/>
                    <a:pt x="692" y="110"/>
                  </a:cubicBezTo>
                  <a:cubicBezTo>
                    <a:pt x="696" y="117"/>
                    <a:pt x="704" y="125"/>
                    <a:pt x="718" y="132"/>
                  </a:cubicBezTo>
                  <a:cubicBezTo>
                    <a:pt x="718" y="132"/>
                    <a:pt x="718" y="132"/>
                    <a:pt x="718" y="132"/>
                  </a:cubicBezTo>
                  <a:cubicBezTo>
                    <a:pt x="719" y="134"/>
                    <a:pt x="719" y="134"/>
                    <a:pt x="719" y="134"/>
                  </a:cubicBezTo>
                  <a:cubicBezTo>
                    <a:pt x="720" y="134"/>
                    <a:pt x="720" y="134"/>
                    <a:pt x="720" y="134"/>
                  </a:cubicBezTo>
                  <a:cubicBezTo>
                    <a:pt x="721" y="137"/>
                    <a:pt x="723" y="141"/>
                    <a:pt x="727" y="144"/>
                  </a:cubicBezTo>
                  <a:cubicBezTo>
                    <a:pt x="729" y="146"/>
                    <a:pt x="729" y="146"/>
                    <a:pt x="729" y="146"/>
                  </a:cubicBezTo>
                  <a:cubicBezTo>
                    <a:pt x="733" y="151"/>
                    <a:pt x="738" y="155"/>
                    <a:pt x="745" y="159"/>
                  </a:cubicBezTo>
                  <a:cubicBezTo>
                    <a:pt x="745" y="159"/>
                    <a:pt x="745" y="159"/>
                    <a:pt x="745" y="159"/>
                  </a:cubicBezTo>
                  <a:cubicBezTo>
                    <a:pt x="746" y="161"/>
                    <a:pt x="746" y="161"/>
                    <a:pt x="746" y="161"/>
                  </a:cubicBezTo>
                  <a:cubicBezTo>
                    <a:pt x="746" y="161"/>
                    <a:pt x="746" y="161"/>
                    <a:pt x="746" y="161"/>
                  </a:cubicBezTo>
                  <a:cubicBezTo>
                    <a:pt x="749" y="169"/>
                    <a:pt x="756" y="177"/>
                    <a:pt x="768" y="187"/>
                  </a:cubicBezTo>
                  <a:cubicBezTo>
                    <a:pt x="769" y="187"/>
                    <a:pt x="769" y="187"/>
                    <a:pt x="769" y="187"/>
                  </a:cubicBezTo>
                  <a:cubicBezTo>
                    <a:pt x="770" y="189"/>
                    <a:pt x="770" y="189"/>
                    <a:pt x="770" y="189"/>
                  </a:cubicBezTo>
                  <a:cubicBezTo>
                    <a:pt x="770" y="189"/>
                    <a:pt x="770" y="189"/>
                    <a:pt x="770" y="189"/>
                  </a:cubicBezTo>
                  <a:cubicBezTo>
                    <a:pt x="773" y="197"/>
                    <a:pt x="778" y="206"/>
                    <a:pt x="790" y="216"/>
                  </a:cubicBezTo>
                  <a:cubicBezTo>
                    <a:pt x="790" y="217"/>
                    <a:pt x="790" y="217"/>
                    <a:pt x="790" y="217"/>
                  </a:cubicBezTo>
                  <a:cubicBezTo>
                    <a:pt x="791" y="218"/>
                    <a:pt x="791" y="218"/>
                    <a:pt x="791" y="218"/>
                  </a:cubicBezTo>
                  <a:cubicBezTo>
                    <a:pt x="792" y="219"/>
                    <a:pt x="792" y="219"/>
                    <a:pt x="792" y="219"/>
                  </a:cubicBezTo>
                  <a:cubicBezTo>
                    <a:pt x="792" y="223"/>
                    <a:pt x="794" y="228"/>
                    <a:pt x="797" y="232"/>
                  </a:cubicBezTo>
                  <a:cubicBezTo>
                    <a:pt x="797" y="232"/>
                    <a:pt x="797" y="232"/>
                    <a:pt x="797" y="232"/>
                  </a:cubicBezTo>
                  <a:cubicBezTo>
                    <a:pt x="801" y="237"/>
                    <a:pt x="804" y="243"/>
                    <a:pt x="810" y="249"/>
                  </a:cubicBezTo>
                  <a:cubicBezTo>
                    <a:pt x="811" y="249"/>
                    <a:pt x="811" y="249"/>
                    <a:pt x="811" y="249"/>
                  </a:cubicBezTo>
                  <a:cubicBezTo>
                    <a:pt x="812" y="251"/>
                    <a:pt x="812" y="251"/>
                    <a:pt x="812" y="251"/>
                  </a:cubicBezTo>
                  <a:cubicBezTo>
                    <a:pt x="812" y="251"/>
                    <a:pt x="812" y="251"/>
                    <a:pt x="812" y="251"/>
                  </a:cubicBezTo>
                  <a:cubicBezTo>
                    <a:pt x="813" y="260"/>
                    <a:pt x="817" y="269"/>
                    <a:pt x="828" y="281"/>
                  </a:cubicBezTo>
                  <a:cubicBezTo>
                    <a:pt x="828" y="282"/>
                    <a:pt x="828" y="282"/>
                    <a:pt x="828" y="282"/>
                  </a:cubicBezTo>
                  <a:cubicBezTo>
                    <a:pt x="829" y="283"/>
                    <a:pt x="829" y="283"/>
                    <a:pt x="829" y="283"/>
                  </a:cubicBezTo>
                  <a:cubicBezTo>
                    <a:pt x="829" y="284"/>
                    <a:pt x="829" y="284"/>
                    <a:pt x="829" y="284"/>
                  </a:cubicBezTo>
                  <a:cubicBezTo>
                    <a:pt x="830" y="292"/>
                    <a:pt x="834" y="302"/>
                    <a:pt x="843" y="315"/>
                  </a:cubicBezTo>
                  <a:cubicBezTo>
                    <a:pt x="843" y="315"/>
                    <a:pt x="843" y="315"/>
                    <a:pt x="843" y="315"/>
                  </a:cubicBezTo>
                  <a:cubicBezTo>
                    <a:pt x="844" y="317"/>
                    <a:pt x="844" y="317"/>
                    <a:pt x="844" y="317"/>
                  </a:cubicBezTo>
                  <a:cubicBezTo>
                    <a:pt x="844" y="317"/>
                    <a:pt x="844" y="317"/>
                    <a:pt x="844" y="317"/>
                  </a:cubicBezTo>
                  <a:cubicBezTo>
                    <a:pt x="844" y="322"/>
                    <a:pt x="845" y="326"/>
                    <a:pt x="847" y="332"/>
                  </a:cubicBezTo>
                  <a:cubicBezTo>
                    <a:pt x="847" y="332"/>
                    <a:pt x="847" y="332"/>
                    <a:pt x="847" y="332"/>
                  </a:cubicBezTo>
                  <a:cubicBezTo>
                    <a:pt x="849" y="337"/>
                    <a:pt x="852" y="344"/>
                    <a:pt x="857" y="351"/>
                  </a:cubicBezTo>
                  <a:cubicBezTo>
                    <a:pt x="857" y="351"/>
                    <a:pt x="857" y="351"/>
                    <a:pt x="857" y="351"/>
                  </a:cubicBezTo>
                  <a:cubicBezTo>
                    <a:pt x="857" y="353"/>
                    <a:pt x="857" y="353"/>
                    <a:pt x="857" y="353"/>
                  </a:cubicBezTo>
                  <a:cubicBezTo>
                    <a:pt x="857" y="353"/>
                    <a:pt x="857" y="353"/>
                    <a:pt x="857" y="353"/>
                  </a:cubicBezTo>
                  <a:cubicBezTo>
                    <a:pt x="857" y="355"/>
                    <a:pt x="857" y="355"/>
                    <a:pt x="857" y="355"/>
                  </a:cubicBezTo>
                  <a:cubicBezTo>
                    <a:pt x="857" y="363"/>
                    <a:pt x="860" y="373"/>
                    <a:pt x="867" y="386"/>
                  </a:cubicBezTo>
                  <a:cubicBezTo>
                    <a:pt x="867" y="386"/>
                    <a:pt x="867" y="386"/>
                    <a:pt x="867" y="386"/>
                  </a:cubicBezTo>
                  <a:cubicBezTo>
                    <a:pt x="868" y="388"/>
                    <a:pt x="868" y="388"/>
                    <a:pt x="868" y="388"/>
                  </a:cubicBezTo>
                  <a:cubicBezTo>
                    <a:pt x="868" y="388"/>
                    <a:pt x="868" y="388"/>
                    <a:pt x="868" y="388"/>
                  </a:cubicBezTo>
                  <a:cubicBezTo>
                    <a:pt x="868" y="390"/>
                    <a:pt x="868" y="391"/>
                    <a:pt x="868" y="392"/>
                  </a:cubicBezTo>
                  <a:cubicBezTo>
                    <a:pt x="868" y="400"/>
                    <a:pt x="870" y="410"/>
                    <a:pt x="876" y="422"/>
                  </a:cubicBezTo>
                  <a:cubicBezTo>
                    <a:pt x="876" y="422"/>
                    <a:pt x="876" y="422"/>
                    <a:pt x="876" y="422"/>
                  </a:cubicBezTo>
                  <a:cubicBezTo>
                    <a:pt x="876" y="424"/>
                    <a:pt x="876" y="424"/>
                    <a:pt x="876" y="424"/>
                  </a:cubicBezTo>
                  <a:cubicBezTo>
                    <a:pt x="876" y="424"/>
                    <a:pt x="876" y="424"/>
                    <a:pt x="876" y="424"/>
                  </a:cubicBezTo>
                  <a:cubicBezTo>
                    <a:pt x="876" y="426"/>
                    <a:pt x="876" y="429"/>
                    <a:pt x="876" y="431"/>
                  </a:cubicBezTo>
                  <a:cubicBezTo>
                    <a:pt x="876" y="433"/>
                    <a:pt x="876" y="436"/>
                    <a:pt x="877" y="439"/>
                  </a:cubicBezTo>
                  <a:cubicBezTo>
                    <a:pt x="877" y="439"/>
                    <a:pt x="877" y="439"/>
                    <a:pt x="877" y="439"/>
                  </a:cubicBezTo>
                  <a:cubicBezTo>
                    <a:pt x="878" y="445"/>
                    <a:pt x="879" y="452"/>
                    <a:pt x="882" y="460"/>
                  </a:cubicBezTo>
                  <a:cubicBezTo>
                    <a:pt x="882" y="460"/>
                    <a:pt x="882" y="460"/>
                    <a:pt x="882" y="460"/>
                  </a:cubicBezTo>
                  <a:cubicBezTo>
                    <a:pt x="883" y="462"/>
                    <a:pt x="883" y="462"/>
                    <a:pt x="883" y="462"/>
                  </a:cubicBezTo>
                  <a:cubicBezTo>
                    <a:pt x="883" y="462"/>
                    <a:pt x="883" y="462"/>
                    <a:pt x="883" y="462"/>
                  </a:cubicBezTo>
                  <a:cubicBezTo>
                    <a:pt x="882" y="465"/>
                    <a:pt x="882" y="468"/>
                    <a:pt x="882" y="472"/>
                  </a:cubicBezTo>
                  <a:cubicBezTo>
                    <a:pt x="882" y="479"/>
                    <a:pt x="883" y="487"/>
                    <a:pt x="887" y="496"/>
                  </a:cubicBezTo>
                  <a:cubicBezTo>
                    <a:pt x="887" y="497"/>
                    <a:pt x="887" y="497"/>
                    <a:pt x="887" y="497"/>
                  </a:cubicBezTo>
                  <a:cubicBezTo>
                    <a:pt x="887" y="499"/>
                    <a:pt x="887" y="499"/>
                    <a:pt x="887" y="499"/>
                  </a:cubicBezTo>
                  <a:cubicBezTo>
                    <a:pt x="887" y="499"/>
                    <a:pt x="887" y="499"/>
                    <a:pt x="887" y="499"/>
                  </a:cubicBezTo>
                  <a:cubicBezTo>
                    <a:pt x="886" y="502"/>
                    <a:pt x="885" y="506"/>
                    <a:pt x="885" y="511"/>
                  </a:cubicBezTo>
                  <a:cubicBezTo>
                    <a:pt x="885" y="517"/>
                    <a:pt x="886" y="524"/>
                    <a:pt x="889" y="533"/>
                  </a:cubicBezTo>
                  <a:cubicBezTo>
                    <a:pt x="889" y="534"/>
                    <a:pt x="889" y="534"/>
                    <a:pt x="889" y="534"/>
                  </a:cubicBezTo>
                  <a:cubicBezTo>
                    <a:pt x="889" y="534"/>
                    <a:pt x="889" y="534"/>
                    <a:pt x="889" y="534"/>
                  </a:cubicBezTo>
                  <a:cubicBezTo>
                    <a:pt x="889" y="535"/>
                    <a:pt x="889" y="535"/>
                    <a:pt x="889" y="535"/>
                  </a:cubicBezTo>
                  <a:cubicBezTo>
                    <a:pt x="889" y="536"/>
                    <a:pt x="889" y="536"/>
                    <a:pt x="889" y="536"/>
                  </a:cubicBezTo>
                  <a:cubicBezTo>
                    <a:pt x="887" y="539"/>
                    <a:pt x="886" y="544"/>
                    <a:pt x="886" y="549"/>
                  </a:cubicBezTo>
                  <a:cubicBezTo>
                    <a:pt x="887" y="549"/>
                    <a:pt x="887" y="549"/>
                    <a:pt x="887" y="549"/>
                  </a:cubicBezTo>
                  <a:cubicBezTo>
                    <a:pt x="886" y="551"/>
                    <a:pt x="886" y="551"/>
                    <a:pt x="886" y="551"/>
                  </a:cubicBezTo>
                  <a:cubicBezTo>
                    <a:pt x="886" y="552"/>
                    <a:pt x="886" y="553"/>
                    <a:pt x="886" y="554"/>
                  </a:cubicBezTo>
                  <a:cubicBezTo>
                    <a:pt x="886" y="559"/>
                    <a:pt x="887" y="565"/>
                    <a:pt x="889" y="572"/>
                  </a:cubicBezTo>
                  <a:cubicBezTo>
                    <a:pt x="889" y="572"/>
                    <a:pt x="889" y="572"/>
                    <a:pt x="889" y="572"/>
                  </a:cubicBezTo>
                  <a:cubicBezTo>
                    <a:pt x="889" y="572"/>
                    <a:pt x="889" y="572"/>
                    <a:pt x="889" y="572"/>
                  </a:cubicBezTo>
                  <a:cubicBezTo>
                    <a:pt x="889" y="574"/>
                    <a:pt x="889" y="574"/>
                    <a:pt x="889" y="574"/>
                  </a:cubicBezTo>
                  <a:cubicBezTo>
                    <a:pt x="888" y="574"/>
                    <a:pt x="888" y="574"/>
                    <a:pt x="888" y="574"/>
                  </a:cubicBezTo>
                  <a:cubicBezTo>
                    <a:pt x="886" y="580"/>
                    <a:pt x="885" y="586"/>
                    <a:pt x="885" y="594"/>
                  </a:cubicBezTo>
                  <a:cubicBezTo>
                    <a:pt x="885" y="598"/>
                    <a:pt x="885" y="603"/>
                    <a:pt x="886" y="609"/>
                  </a:cubicBezTo>
                  <a:cubicBezTo>
                    <a:pt x="886" y="609"/>
                    <a:pt x="886" y="609"/>
                    <a:pt x="886" y="609"/>
                  </a:cubicBezTo>
                  <a:cubicBezTo>
                    <a:pt x="886" y="611"/>
                    <a:pt x="886" y="611"/>
                    <a:pt x="886" y="611"/>
                  </a:cubicBezTo>
                  <a:cubicBezTo>
                    <a:pt x="886" y="611"/>
                    <a:pt x="886" y="611"/>
                    <a:pt x="886" y="611"/>
                  </a:cubicBezTo>
                  <a:cubicBezTo>
                    <a:pt x="883" y="617"/>
                    <a:pt x="881" y="625"/>
                    <a:pt x="881" y="635"/>
                  </a:cubicBezTo>
                  <a:cubicBezTo>
                    <a:pt x="881" y="638"/>
                    <a:pt x="881" y="641"/>
                    <a:pt x="882" y="645"/>
                  </a:cubicBezTo>
                  <a:cubicBezTo>
                    <a:pt x="882" y="645"/>
                    <a:pt x="882" y="645"/>
                    <a:pt x="882" y="645"/>
                  </a:cubicBezTo>
                  <a:cubicBezTo>
                    <a:pt x="882" y="647"/>
                    <a:pt x="882" y="647"/>
                    <a:pt x="882" y="647"/>
                  </a:cubicBezTo>
                  <a:cubicBezTo>
                    <a:pt x="881" y="648"/>
                    <a:pt x="881" y="648"/>
                    <a:pt x="881" y="648"/>
                  </a:cubicBezTo>
                  <a:cubicBezTo>
                    <a:pt x="879" y="651"/>
                    <a:pt x="878" y="655"/>
                    <a:pt x="877" y="660"/>
                  </a:cubicBezTo>
                  <a:cubicBezTo>
                    <a:pt x="877" y="660"/>
                    <a:pt x="877" y="660"/>
                    <a:pt x="877" y="660"/>
                  </a:cubicBezTo>
                  <a:cubicBezTo>
                    <a:pt x="877" y="662"/>
                    <a:pt x="877" y="662"/>
                    <a:pt x="877" y="662"/>
                  </a:cubicBezTo>
                  <a:cubicBezTo>
                    <a:pt x="875" y="666"/>
                    <a:pt x="875" y="672"/>
                    <a:pt x="875" y="678"/>
                  </a:cubicBezTo>
                  <a:cubicBezTo>
                    <a:pt x="875" y="680"/>
                    <a:pt x="875" y="681"/>
                    <a:pt x="875" y="683"/>
                  </a:cubicBezTo>
                  <a:cubicBezTo>
                    <a:pt x="875" y="683"/>
                    <a:pt x="875" y="683"/>
                    <a:pt x="875" y="683"/>
                  </a:cubicBezTo>
                  <a:cubicBezTo>
                    <a:pt x="875" y="685"/>
                    <a:pt x="875" y="685"/>
                    <a:pt x="875" y="685"/>
                  </a:cubicBezTo>
                  <a:cubicBezTo>
                    <a:pt x="874" y="686"/>
                    <a:pt x="874" y="686"/>
                    <a:pt x="874" y="686"/>
                  </a:cubicBezTo>
                  <a:cubicBezTo>
                    <a:pt x="870" y="693"/>
                    <a:pt x="867" y="703"/>
                    <a:pt x="866" y="719"/>
                  </a:cubicBezTo>
                  <a:cubicBezTo>
                    <a:pt x="866" y="719"/>
                    <a:pt x="866" y="719"/>
                    <a:pt x="866" y="719"/>
                  </a:cubicBezTo>
                  <a:cubicBezTo>
                    <a:pt x="866" y="721"/>
                    <a:pt x="866" y="721"/>
                    <a:pt x="866" y="721"/>
                  </a:cubicBezTo>
                  <a:cubicBezTo>
                    <a:pt x="865" y="721"/>
                    <a:pt x="865" y="721"/>
                    <a:pt x="865" y="721"/>
                  </a:cubicBezTo>
                  <a:cubicBezTo>
                    <a:pt x="860" y="728"/>
                    <a:pt x="856" y="738"/>
                    <a:pt x="855" y="754"/>
                  </a:cubicBezTo>
                  <a:cubicBezTo>
                    <a:pt x="855" y="754"/>
                    <a:pt x="855" y="754"/>
                    <a:pt x="855" y="754"/>
                  </a:cubicBezTo>
                  <a:cubicBezTo>
                    <a:pt x="855" y="756"/>
                    <a:pt x="855" y="756"/>
                    <a:pt x="855" y="756"/>
                  </a:cubicBezTo>
                  <a:cubicBezTo>
                    <a:pt x="854" y="756"/>
                    <a:pt x="854" y="756"/>
                    <a:pt x="854" y="756"/>
                  </a:cubicBezTo>
                  <a:cubicBezTo>
                    <a:pt x="852" y="759"/>
                    <a:pt x="850" y="763"/>
                    <a:pt x="848" y="767"/>
                  </a:cubicBezTo>
                  <a:lnTo>
                    <a:pt x="847" y="769"/>
                  </a:lnTo>
                  <a:close/>
                  <a:moveTo>
                    <a:pt x="858" y="799"/>
                  </a:moveTo>
                  <a:cubicBezTo>
                    <a:pt x="857" y="801"/>
                    <a:pt x="856" y="803"/>
                    <a:pt x="855" y="803"/>
                  </a:cubicBezTo>
                  <a:cubicBezTo>
                    <a:pt x="855" y="804"/>
                    <a:pt x="855" y="804"/>
                    <a:pt x="855" y="804"/>
                  </a:cubicBezTo>
                  <a:cubicBezTo>
                    <a:pt x="853" y="804"/>
                    <a:pt x="849" y="801"/>
                    <a:pt x="848" y="795"/>
                  </a:cubicBezTo>
                  <a:cubicBezTo>
                    <a:pt x="848" y="794"/>
                    <a:pt x="848" y="792"/>
                    <a:pt x="848" y="790"/>
                  </a:cubicBezTo>
                  <a:cubicBezTo>
                    <a:pt x="848" y="787"/>
                    <a:pt x="848" y="784"/>
                    <a:pt x="849" y="782"/>
                  </a:cubicBezTo>
                  <a:cubicBezTo>
                    <a:pt x="850" y="780"/>
                    <a:pt x="851" y="778"/>
                    <a:pt x="852" y="777"/>
                  </a:cubicBezTo>
                  <a:cubicBezTo>
                    <a:pt x="852" y="777"/>
                    <a:pt x="852" y="777"/>
                    <a:pt x="853" y="777"/>
                  </a:cubicBezTo>
                  <a:cubicBezTo>
                    <a:pt x="854" y="777"/>
                    <a:pt x="858" y="779"/>
                    <a:pt x="859" y="785"/>
                  </a:cubicBezTo>
                  <a:cubicBezTo>
                    <a:pt x="859" y="787"/>
                    <a:pt x="859" y="788"/>
                    <a:pt x="859" y="790"/>
                  </a:cubicBezTo>
                  <a:cubicBezTo>
                    <a:pt x="859" y="793"/>
                    <a:pt x="859" y="796"/>
                    <a:pt x="858" y="799"/>
                  </a:cubicBezTo>
                  <a:moveTo>
                    <a:pt x="869" y="769"/>
                  </a:moveTo>
                  <a:cubicBezTo>
                    <a:pt x="869" y="769"/>
                    <a:pt x="869" y="769"/>
                    <a:pt x="869" y="769"/>
                  </a:cubicBezTo>
                  <a:cubicBezTo>
                    <a:pt x="869" y="769"/>
                    <a:pt x="869" y="769"/>
                    <a:pt x="868" y="769"/>
                  </a:cubicBezTo>
                  <a:cubicBezTo>
                    <a:pt x="867" y="770"/>
                    <a:pt x="863" y="767"/>
                    <a:pt x="861" y="761"/>
                  </a:cubicBezTo>
                  <a:cubicBezTo>
                    <a:pt x="861" y="759"/>
                    <a:pt x="861" y="757"/>
                    <a:pt x="861" y="755"/>
                  </a:cubicBezTo>
                  <a:cubicBezTo>
                    <a:pt x="861" y="749"/>
                    <a:pt x="863" y="744"/>
                    <a:pt x="864" y="743"/>
                  </a:cubicBezTo>
                  <a:cubicBezTo>
                    <a:pt x="864" y="743"/>
                    <a:pt x="864" y="743"/>
                    <a:pt x="865" y="743"/>
                  </a:cubicBezTo>
                  <a:cubicBezTo>
                    <a:pt x="866" y="743"/>
                    <a:pt x="870" y="745"/>
                    <a:pt x="871" y="751"/>
                  </a:cubicBezTo>
                  <a:cubicBezTo>
                    <a:pt x="872" y="753"/>
                    <a:pt x="872" y="755"/>
                    <a:pt x="872" y="758"/>
                  </a:cubicBezTo>
                  <a:cubicBezTo>
                    <a:pt x="872" y="763"/>
                    <a:pt x="870" y="768"/>
                    <a:pt x="869" y="769"/>
                  </a:cubicBezTo>
                  <a:moveTo>
                    <a:pt x="881" y="732"/>
                  </a:moveTo>
                  <a:cubicBezTo>
                    <a:pt x="881" y="732"/>
                    <a:pt x="881" y="732"/>
                    <a:pt x="880" y="732"/>
                  </a:cubicBezTo>
                  <a:cubicBezTo>
                    <a:pt x="879" y="732"/>
                    <a:pt x="875" y="730"/>
                    <a:pt x="873" y="725"/>
                  </a:cubicBezTo>
                  <a:cubicBezTo>
                    <a:pt x="872" y="722"/>
                    <a:pt x="872" y="719"/>
                    <a:pt x="872" y="717"/>
                  </a:cubicBezTo>
                  <a:cubicBezTo>
                    <a:pt x="872" y="712"/>
                    <a:pt x="874" y="707"/>
                    <a:pt x="875" y="706"/>
                  </a:cubicBezTo>
                  <a:cubicBezTo>
                    <a:pt x="875" y="706"/>
                    <a:pt x="875" y="706"/>
                    <a:pt x="876" y="706"/>
                  </a:cubicBezTo>
                  <a:cubicBezTo>
                    <a:pt x="876" y="706"/>
                    <a:pt x="876" y="706"/>
                    <a:pt x="876" y="706"/>
                  </a:cubicBezTo>
                  <a:cubicBezTo>
                    <a:pt x="877" y="706"/>
                    <a:pt x="881" y="708"/>
                    <a:pt x="883" y="713"/>
                  </a:cubicBezTo>
                  <a:cubicBezTo>
                    <a:pt x="884" y="716"/>
                    <a:pt x="884" y="719"/>
                    <a:pt x="884" y="722"/>
                  </a:cubicBezTo>
                  <a:cubicBezTo>
                    <a:pt x="884" y="727"/>
                    <a:pt x="882" y="731"/>
                    <a:pt x="881" y="732"/>
                  </a:cubicBezTo>
                  <a:moveTo>
                    <a:pt x="891" y="694"/>
                  </a:moveTo>
                  <a:cubicBezTo>
                    <a:pt x="891" y="694"/>
                    <a:pt x="891" y="694"/>
                    <a:pt x="890" y="694"/>
                  </a:cubicBezTo>
                  <a:cubicBezTo>
                    <a:pt x="888" y="695"/>
                    <a:pt x="885" y="692"/>
                    <a:pt x="883" y="687"/>
                  </a:cubicBezTo>
                  <a:cubicBezTo>
                    <a:pt x="882" y="684"/>
                    <a:pt x="881" y="680"/>
                    <a:pt x="881" y="677"/>
                  </a:cubicBezTo>
                  <a:cubicBezTo>
                    <a:pt x="881" y="673"/>
                    <a:pt x="882" y="670"/>
                    <a:pt x="883" y="669"/>
                  </a:cubicBezTo>
                  <a:cubicBezTo>
                    <a:pt x="883" y="669"/>
                    <a:pt x="883" y="668"/>
                    <a:pt x="884" y="668"/>
                  </a:cubicBezTo>
                  <a:cubicBezTo>
                    <a:pt x="886" y="668"/>
                    <a:pt x="889" y="670"/>
                    <a:pt x="891" y="675"/>
                  </a:cubicBezTo>
                  <a:cubicBezTo>
                    <a:pt x="893" y="679"/>
                    <a:pt x="893" y="682"/>
                    <a:pt x="893" y="686"/>
                  </a:cubicBezTo>
                  <a:cubicBezTo>
                    <a:pt x="893" y="690"/>
                    <a:pt x="892" y="693"/>
                    <a:pt x="891" y="694"/>
                  </a:cubicBezTo>
                  <a:moveTo>
                    <a:pt x="898" y="658"/>
                  </a:moveTo>
                  <a:cubicBezTo>
                    <a:pt x="898" y="658"/>
                    <a:pt x="898" y="658"/>
                    <a:pt x="897" y="658"/>
                  </a:cubicBezTo>
                  <a:cubicBezTo>
                    <a:pt x="896" y="658"/>
                    <a:pt x="892" y="656"/>
                    <a:pt x="890" y="652"/>
                  </a:cubicBezTo>
                  <a:cubicBezTo>
                    <a:pt x="888" y="648"/>
                    <a:pt x="887" y="644"/>
                    <a:pt x="887" y="640"/>
                  </a:cubicBezTo>
                  <a:cubicBezTo>
                    <a:pt x="887" y="637"/>
                    <a:pt x="888" y="634"/>
                    <a:pt x="889" y="633"/>
                  </a:cubicBezTo>
                  <a:cubicBezTo>
                    <a:pt x="889" y="633"/>
                    <a:pt x="889" y="633"/>
                    <a:pt x="890" y="633"/>
                  </a:cubicBezTo>
                  <a:cubicBezTo>
                    <a:pt x="890" y="633"/>
                    <a:pt x="890" y="633"/>
                    <a:pt x="890" y="633"/>
                  </a:cubicBezTo>
                  <a:cubicBezTo>
                    <a:pt x="890" y="633"/>
                    <a:pt x="890" y="633"/>
                    <a:pt x="890" y="633"/>
                  </a:cubicBezTo>
                  <a:cubicBezTo>
                    <a:pt x="892" y="633"/>
                    <a:pt x="895" y="635"/>
                    <a:pt x="897" y="639"/>
                  </a:cubicBezTo>
                  <a:cubicBezTo>
                    <a:pt x="899" y="643"/>
                    <a:pt x="900" y="647"/>
                    <a:pt x="900" y="651"/>
                  </a:cubicBezTo>
                  <a:cubicBezTo>
                    <a:pt x="900" y="654"/>
                    <a:pt x="899" y="657"/>
                    <a:pt x="898" y="658"/>
                  </a:cubicBezTo>
                  <a:moveTo>
                    <a:pt x="904" y="619"/>
                  </a:moveTo>
                  <a:cubicBezTo>
                    <a:pt x="903" y="619"/>
                    <a:pt x="903" y="620"/>
                    <a:pt x="902" y="620"/>
                  </a:cubicBezTo>
                  <a:cubicBezTo>
                    <a:pt x="900" y="620"/>
                    <a:pt x="897" y="618"/>
                    <a:pt x="894" y="613"/>
                  </a:cubicBezTo>
                  <a:cubicBezTo>
                    <a:pt x="892" y="609"/>
                    <a:pt x="891" y="604"/>
                    <a:pt x="891" y="600"/>
                  </a:cubicBezTo>
                  <a:cubicBezTo>
                    <a:pt x="892" y="598"/>
                    <a:pt x="892" y="596"/>
                    <a:pt x="892" y="595"/>
                  </a:cubicBezTo>
                  <a:cubicBezTo>
                    <a:pt x="893" y="595"/>
                    <a:pt x="893" y="594"/>
                    <a:pt x="894" y="594"/>
                  </a:cubicBezTo>
                  <a:cubicBezTo>
                    <a:pt x="894" y="594"/>
                    <a:pt x="894" y="594"/>
                    <a:pt x="894" y="594"/>
                  </a:cubicBezTo>
                  <a:cubicBezTo>
                    <a:pt x="894" y="594"/>
                    <a:pt x="894" y="594"/>
                    <a:pt x="894" y="594"/>
                  </a:cubicBezTo>
                  <a:cubicBezTo>
                    <a:pt x="896" y="595"/>
                    <a:pt x="899" y="596"/>
                    <a:pt x="902" y="601"/>
                  </a:cubicBezTo>
                  <a:cubicBezTo>
                    <a:pt x="904" y="604"/>
                    <a:pt x="905" y="609"/>
                    <a:pt x="905" y="613"/>
                  </a:cubicBezTo>
                  <a:cubicBezTo>
                    <a:pt x="905" y="616"/>
                    <a:pt x="904" y="618"/>
                    <a:pt x="904" y="619"/>
                  </a:cubicBezTo>
                  <a:moveTo>
                    <a:pt x="907" y="580"/>
                  </a:moveTo>
                  <a:cubicBezTo>
                    <a:pt x="907" y="580"/>
                    <a:pt x="906" y="581"/>
                    <a:pt x="905" y="581"/>
                  </a:cubicBezTo>
                  <a:cubicBezTo>
                    <a:pt x="903" y="581"/>
                    <a:pt x="900" y="579"/>
                    <a:pt x="897" y="575"/>
                  </a:cubicBezTo>
                  <a:cubicBezTo>
                    <a:pt x="894" y="571"/>
                    <a:pt x="893" y="565"/>
                    <a:pt x="893" y="561"/>
                  </a:cubicBezTo>
                  <a:cubicBezTo>
                    <a:pt x="893" y="559"/>
                    <a:pt x="894" y="557"/>
                    <a:pt x="894" y="557"/>
                  </a:cubicBezTo>
                  <a:cubicBezTo>
                    <a:pt x="894" y="556"/>
                    <a:pt x="894" y="556"/>
                    <a:pt x="895" y="556"/>
                  </a:cubicBezTo>
                  <a:cubicBezTo>
                    <a:pt x="896" y="556"/>
                    <a:pt x="896" y="556"/>
                    <a:pt x="896" y="556"/>
                  </a:cubicBezTo>
                  <a:cubicBezTo>
                    <a:pt x="897" y="556"/>
                    <a:pt x="901" y="558"/>
                    <a:pt x="903" y="562"/>
                  </a:cubicBezTo>
                  <a:cubicBezTo>
                    <a:pt x="906" y="566"/>
                    <a:pt x="908" y="572"/>
                    <a:pt x="907" y="576"/>
                  </a:cubicBezTo>
                  <a:cubicBezTo>
                    <a:pt x="907" y="578"/>
                    <a:pt x="907" y="579"/>
                    <a:pt x="907" y="580"/>
                  </a:cubicBezTo>
                  <a:moveTo>
                    <a:pt x="907" y="543"/>
                  </a:moveTo>
                  <a:cubicBezTo>
                    <a:pt x="907" y="543"/>
                    <a:pt x="907" y="544"/>
                    <a:pt x="906" y="544"/>
                  </a:cubicBezTo>
                  <a:cubicBezTo>
                    <a:pt x="904" y="544"/>
                    <a:pt x="900" y="542"/>
                    <a:pt x="897" y="539"/>
                  </a:cubicBezTo>
                  <a:cubicBezTo>
                    <a:pt x="894" y="534"/>
                    <a:pt x="893" y="528"/>
                    <a:pt x="893" y="524"/>
                  </a:cubicBezTo>
                  <a:cubicBezTo>
                    <a:pt x="893" y="522"/>
                    <a:pt x="893" y="521"/>
                    <a:pt x="893" y="520"/>
                  </a:cubicBezTo>
                  <a:cubicBezTo>
                    <a:pt x="894" y="520"/>
                    <a:pt x="894" y="520"/>
                    <a:pt x="895" y="520"/>
                  </a:cubicBezTo>
                  <a:cubicBezTo>
                    <a:pt x="895" y="520"/>
                    <a:pt x="895" y="520"/>
                    <a:pt x="895" y="520"/>
                  </a:cubicBezTo>
                  <a:cubicBezTo>
                    <a:pt x="897" y="520"/>
                    <a:pt x="900" y="521"/>
                    <a:pt x="903" y="525"/>
                  </a:cubicBezTo>
                  <a:cubicBezTo>
                    <a:pt x="906" y="529"/>
                    <a:pt x="908" y="536"/>
                    <a:pt x="908" y="540"/>
                  </a:cubicBezTo>
                  <a:cubicBezTo>
                    <a:pt x="908" y="542"/>
                    <a:pt x="908" y="543"/>
                    <a:pt x="907" y="54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4" name="Freeform 213">
              <a:extLst>
                <a:ext uri="{FF2B5EF4-FFF2-40B4-BE49-F238E27FC236}">
                  <a16:creationId xmlns:a16="http://schemas.microsoft.com/office/drawing/2014/main" id="{5E571CED-1CCE-4FDD-81C0-6B475481082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72251" y="12673013"/>
              <a:ext cx="19050" cy="11112"/>
            </a:xfrm>
            <a:custGeom>
              <a:avLst/>
              <a:gdLst>
                <a:gd name="T0" fmla="*/ 0 w 30"/>
                <a:gd name="T1" fmla="*/ 10 h 17"/>
                <a:gd name="T2" fmla="*/ 0 w 30"/>
                <a:gd name="T3" fmla="*/ 10 h 17"/>
                <a:gd name="T4" fmla="*/ 0 w 30"/>
                <a:gd name="T5" fmla="*/ 8 h 17"/>
                <a:gd name="T6" fmla="*/ 13 w 30"/>
                <a:gd name="T7" fmla="*/ 0 h 17"/>
                <a:gd name="T8" fmla="*/ 13 w 30"/>
                <a:gd name="T9" fmla="*/ 0 h 17"/>
                <a:gd name="T10" fmla="*/ 13 w 30"/>
                <a:gd name="T11" fmla="*/ 0 h 17"/>
                <a:gd name="T12" fmla="*/ 13 w 30"/>
                <a:gd name="T13" fmla="*/ 0 h 17"/>
                <a:gd name="T14" fmla="*/ 13 w 30"/>
                <a:gd name="T15" fmla="*/ 1 h 17"/>
                <a:gd name="T16" fmla="*/ 14 w 30"/>
                <a:gd name="T17" fmla="*/ 1 h 17"/>
                <a:gd name="T18" fmla="*/ 17 w 30"/>
                <a:gd name="T19" fmla="*/ 1 h 17"/>
                <a:gd name="T20" fmla="*/ 17 w 30"/>
                <a:gd name="T21" fmla="*/ 1 h 17"/>
                <a:gd name="T22" fmla="*/ 30 w 30"/>
                <a:gd name="T23" fmla="*/ 8 h 17"/>
                <a:gd name="T24" fmla="*/ 29 w 30"/>
                <a:gd name="T25" fmla="*/ 10 h 17"/>
                <a:gd name="T26" fmla="*/ 15 w 30"/>
                <a:gd name="T27" fmla="*/ 17 h 17"/>
                <a:gd name="T28" fmla="*/ 0 w 30"/>
                <a:gd name="T29" fmla="*/ 10 h 17"/>
                <a:gd name="T30" fmla="*/ 14 w 30"/>
                <a:gd name="T31" fmla="*/ 14 h 17"/>
                <a:gd name="T32" fmla="*/ 24 w 30"/>
                <a:gd name="T33" fmla="*/ 9 h 17"/>
                <a:gd name="T34" fmla="*/ 24 w 30"/>
                <a:gd name="T35" fmla="*/ 9 h 17"/>
                <a:gd name="T36" fmla="*/ 14 w 30"/>
                <a:gd name="T37" fmla="*/ 3 h 17"/>
                <a:gd name="T38" fmla="*/ 14 w 30"/>
                <a:gd name="T39" fmla="*/ 3 h 17"/>
                <a:gd name="T40" fmla="*/ 4 w 30"/>
                <a:gd name="T41" fmla="*/ 9 h 17"/>
                <a:gd name="T42" fmla="*/ 14 w 30"/>
                <a:gd name="T4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17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5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15" y="17"/>
                    <a:pt x="15" y="17"/>
                    <a:pt x="15" y="17"/>
                  </a:cubicBezTo>
                  <a:lnTo>
                    <a:pt x="0" y="10"/>
                  </a:lnTo>
                  <a:close/>
                  <a:moveTo>
                    <a:pt x="14" y="14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14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5" name="Freeform 214">
              <a:extLst>
                <a:ext uri="{FF2B5EF4-FFF2-40B4-BE49-F238E27FC236}">
                  <a16:creationId xmlns:a16="http://schemas.microsoft.com/office/drawing/2014/main" id="{23EAFE02-B694-4A10-865B-21B44A2A49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50026" y="12676188"/>
              <a:ext cx="19050" cy="11112"/>
            </a:xfrm>
            <a:custGeom>
              <a:avLst/>
              <a:gdLst>
                <a:gd name="T0" fmla="*/ 29 w 30"/>
                <a:gd name="T1" fmla="*/ 5 h 17"/>
                <a:gd name="T2" fmla="*/ 29 w 30"/>
                <a:gd name="T3" fmla="*/ 5 h 17"/>
                <a:gd name="T4" fmla="*/ 30 w 30"/>
                <a:gd name="T5" fmla="*/ 8 h 17"/>
                <a:gd name="T6" fmla="*/ 17 w 30"/>
                <a:gd name="T7" fmla="*/ 16 h 17"/>
                <a:gd name="T8" fmla="*/ 17 w 30"/>
                <a:gd name="T9" fmla="*/ 16 h 17"/>
                <a:gd name="T10" fmla="*/ 16 w 30"/>
                <a:gd name="T11" fmla="*/ 17 h 17"/>
                <a:gd name="T12" fmla="*/ 16 w 30"/>
                <a:gd name="T13" fmla="*/ 17 h 17"/>
                <a:gd name="T14" fmla="*/ 0 w 30"/>
                <a:gd name="T15" fmla="*/ 12 h 17"/>
                <a:gd name="T16" fmla="*/ 0 w 30"/>
                <a:gd name="T17" fmla="*/ 11 h 17"/>
                <a:gd name="T18" fmla="*/ 12 w 30"/>
                <a:gd name="T19" fmla="*/ 0 h 17"/>
                <a:gd name="T20" fmla="*/ 12 w 30"/>
                <a:gd name="T21" fmla="*/ 0 h 17"/>
                <a:gd name="T22" fmla="*/ 14 w 30"/>
                <a:gd name="T23" fmla="*/ 0 h 17"/>
                <a:gd name="T24" fmla="*/ 14 w 30"/>
                <a:gd name="T25" fmla="*/ 0 h 17"/>
                <a:gd name="T26" fmla="*/ 29 w 30"/>
                <a:gd name="T27" fmla="*/ 5 h 17"/>
                <a:gd name="T28" fmla="*/ 15 w 30"/>
                <a:gd name="T29" fmla="*/ 13 h 17"/>
                <a:gd name="T30" fmla="*/ 24 w 30"/>
                <a:gd name="T31" fmla="*/ 7 h 17"/>
                <a:gd name="T32" fmla="*/ 24 w 30"/>
                <a:gd name="T33" fmla="*/ 7 h 17"/>
                <a:gd name="T34" fmla="*/ 14 w 30"/>
                <a:gd name="T35" fmla="*/ 3 h 17"/>
                <a:gd name="T36" fmla="*/ 13 w 30"/>
                <a:gd name="T37" fmla="*/ 3 h 17"/>
                <a:gd name="T38" fmla="*/ 5 w 30"/>
                <a:gd name="T39" fmla="*/ 10 h 17"/>
                <a:gd name="T40" fmla="*/ 15 w 30"/>
                <a:gd name="T4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17">
                  <a:moveTo>
                    <a:pt x="29" y="5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6"/>
                    <a:pt x="16" y="16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29" y="5"/>
                  </a:lnTo>
                  <a:close/>
                  <a:moveTo>
                    <a:pt x="15" y="13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5" y="10"/>
                    <a:pt x="5" y="10"/>
                    <a:pt x="5" y="10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6" name="Freeform 215">
              <a:extLst>
                <a:ext uri="{FF2B5EF4-FFF2-40B4-BE49-F238E27FC236}">
                  <a16:creationId xmlns:a16="http://schemas.microsoft.com/office/drawing/2014/main" id="{DEFED777-ACA6-43D1-9187-B696B7D9D36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34151" y="12684125"/>
              <a:ext cx="14288" cy="9525"/>
            </a:xfrm>
            <a:custGeom>
              <a:avLst/>
              <a:gdLst>
                <a:gd name="T0" fmla="*/ 20 w 21"/>
                <a:gd name="T1" fmla="*/ 3 h 15"/>
                <a:gd name="T2" fmla="*/ 20 w 21"/>
                <a:gd name="T3" fmla="*/ 3 h 15"/>
                <a:gd name="T4" fmla="*/ 5 w 21"/>
                <a:gd name="T5" fmla="*/ 0 h 15"/>
                <a:gd name="T6" fmla="*/ 5 w 21"/>
                <a:gd name="T7" fmla="*/ 0 h 15"/>
                <a:gd name="T8" fmla="*/ 4 w 21"/>
                <a:gd name="T9" fmla="*/ 0 h 15"/>
                <a:gd name="T10" fmla="*/ 4 w 21"/>
                <a:gd name="T11" fmla="*/ 0 h 15"/>
                <a:gd name="T12" fmla="*/ 3 w 21"/>
                <a:gd name="T13" fmla="*/ 1 h 15"/>
                <a:gd name="T14" fmla="*/ 0 w 21"/>
                <a:gd name="T15" fmla="*/ 4 h 15"/>
                <a:gd name="T16" fmla="*/ 0 w 21"/>
                <a:gd name="T17" fmla="*/ 6 h 15"/>
                <a:gd name="T18" fmla="*/ 1 w 21"/>
                <a:gd name="T19" fmla="*/ 10 h 15"/>
                <a:gd name="T20" fmla="*/ 2 w 21"/>
                <a:gd name="T21" fmla="*/ 13 h 15"/>
                <a:gd name="T22" fmla="*/ 2 w 21"/>
                <a:gd name="T23" fmla="*/ 13 h 15"/>
                <a:gd name="T24" fmla="*/ 4 w 21"/>
                <a:gd name="T25" fmla="*/ 15 h 15"/>
                <a:gd name="T26" fmla="*/ 8 w 21"/>
                <a:gd name="T27" fmla="*/ 15 h 15"/>
                <a:gd name="T28" fmla="*/ 9 w 21"/>
                <a:gd name="T29" fmla="*/ 15 h 15"/>
                <a:gd name="T30" fmla="*/ 10 w 21"/>
                <a:gd name="T31" fmla="*/ 15 h 15"/>
                <a:gd name="T32" fmla="*/ 10 w 21"/>
                <a:gd name="T33" fmla="*/ 15 h 15"/>
                <a:gd name="T34" fmla="*/ 21 w 21"/>
                <a:gd name="T35" fmla="*/ 5 h 15"/>
                <a:gd name="T36" fmla="*/ 20 w 21"/>
                <a:gd name="T37" fmla="*/ 3 h 15"/>
                <a:gd name="T38" fmla="*/ 8 w 21"/>
                <a:gd name="T39" fmla="*/ 13 h 15"/>
                <a:gd name="T40" fmla="*/ 5 w 21"/>
                <a:gd name="T41" fmla="*/ 12 h 15"/>
                <a:gd name="T42" fmla="*/ 4 w 21"/>
                <a:gd name="T43" fmla="*/ 9 h 15"/>
                <a:gd name="T44" fmla="*/ 3 w 21"/>
                <a:gd name="T45" fmla="*/ 4 h 15"/>
                <a:gd name="T46" fmla="*/ 4 w 21"/>
                <a:gd name="T47" fmla="*/ 3 h 15"/>
                <a:gd name="T48" fmla="*/ 5 w 21"/>
                <a:gd name="T49" fmla="*/ 3 h 15"/>
                <a:gd name="T50" fmla="*/ 15 w 21"/>
                <a:gd name="T51" fmla="*/ 5 h 15"/>
                <a:gd name="T52" fmla="*/ 15 w 21"/>
                <a:gd name="T53" fmla="*/ 6 h 15"/>
                <a:gd name="T54" fmla="*/ 8 w 21"/>
                <a:gd name="T5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" h="15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1" y="7"/>
                    <a:pt x="1" y="9"/>
                    <a:pt x="1" y="10"/>
                  </a:cubicBezTo>
                  <a:cubicBezTo>
                    <a:pt x="1" y="11"/>
                    <a:pt x="1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0" y="3"/>
                  </a:lnTo>
                  <a:close/>
                  <a:moveTo>
                    <a:pt x="8" y="13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0"/>
                    <a:pt x="4" y="9"/>
                  </a:cubicBezTo>
                  <a:cubicBezTo>
                    <a:pt x="3" y="7"/>
                    <a:pt x="3" y="5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6"/>
                    <a:pt x="15" y="6"/>
                    <a:pt x="15" y="6"/>
                  </a:cubicBezTo>
                  <a:lnTo>
                    <a:pt x="8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7" name="Freeform 216">
              <a:extLst>
                <a:ext uri="{FF2B5EF4-FFF2-40B4-BE49-F238E27FC236}">
                  <a16:creationId xmlns:a16="http://schemas.microsoft.com/office/drawing/2014/main" id="{FDD03028-D558-4920-9527-BF06AC2179A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94476" y="12676188"/>
              <a:ext cx="19050" cy="11112"/>
            </a:xfrm>
            <a:custGeom>
              <a:avLst/>
              <a:gdLst>
                <a:gd name="T0" fmla="*/ 29 w 30"/>
                <a:gd name="T1" fmla="*/ 10 h 17"/>
                <a:gd name="T2" fmla="*/ 30 w 30"/>
                <a:gd name="T3" fmla="*/ 11 h 17"/>
                <a:gd name="T4" fmla="*/ 29 w 30"/>
                <a:gd name="T5" fmla="*/ 12 h 17"/>
                <a:gd name="T6" fmla="*/ 14 w 30"/>
                <a:gd name="T7" fmla="*/ 17 h 17"/>
                <a:gd name="T8" fmla="*/ 14 w 30"/>
                <a:gd name="T9" fmla="*/ 17 h 17"/>
                <a:gd name="T10" fmla="*/ 13 w 30"/>
                <a:gd name="T11" fmla="*/ 16 h 17"/>
                <a:gd name="T12" fmla="*/ 13 w 30"/>
                <a:gd name="T13" fmla="*/ 16 h 17"/>
                <a:gd name="T14" fmla="*/ 0 w 30"/>
                <a:gd name="T15" fmla="*/ 8 h 17"/>
                <a:gd name="T16" fmla="*/ 0 w 30"/>
                <a:gd name="T17" fmla="*/ 5 h 17"/>
                <a:gd name="T18" fmla="*/ 16 w 30"/>
                <a:gd name="T19" fmla="*/ 0 h 17"/>
                <a:gd name="T20" fmla="*/ 16 w 30"/>
                <a:gd name="T21" fmla="*/ 0 h 17"/>
                <a:gd name="T22" fmla="*/ 17 w 30"/>
                <a:gd name="T23" fmla="*/ 0 h 17"/>
                <a:gd name="T24" fmla="*/ 17 w 30"/>
                <a:gd name="T25" fmla="*/ 0 h 17"/>
                <a:gd name="T26" fmla="*/ 29 w 30"/>
                <a:gd name="T27" fmla="*/ 10 h 17"/>
                <a:gd name="T28" fmla="*/ 5 w 30"/>
                <a:gd name="T29" fmla="*/ 7 h 17"/>
                <a:gd name="T30" fmla="*/ 5 w 30"/>
                <a:gd name="T31" fmla="*/ 7 h 17"/>
                <a:gd name="T32" fmla="*/ 14 w 30"/>
                <a:gd name="T33" fmla="*/ 13 h 17"/>
                <a:gd name="T34" fmla="*/ 25 w 30"/>
                <a:gd name="T35" fmla="*/ 10 h 17"/>
                <a:gd name="T36" fmla="*/ 16 w 30"/>
                <a:gd name="T37" fmla="*/ 3 h 17"/>
                <a:gd name="T38" fmla="*/ 16 w 30"/>
                <a:gd name="T39" fmla="*/ 3 h 17"/>
                <a:gd name="T40" fmla="*/ 5 w 30"/>
                <a:gd name="T41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17">
                  <a:moveTo>
                    <a:pt x="29" y="10"/>
                  </a:moveTo>
                  <a:cubicBezTo>
                    <a:pt x="30" y="11"/>
                    <a:pt x="30" y="11"/>
                    <a:pt x="30" y="11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29" y="10"/>
                  </a:lnTo>
                  <a:close/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lnTo>
                    <a:pt x="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8" name="Freeform 217">
              <a:extLst>
                <a:ext uri="{FF2B5EF4-FFF2-40B4-BE49-F238E27FC236}">
                  <a16:creationId xmlns:a16="http://schemas.microsoft.com/office/drawing/2014/main" id="{2379FEC7-274A-4B24-8C76-2A1DFA77CE9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15113" y="12684125"/>
              <a:ext cx="14288" cy="9525"/>
            </a:xfrm>
            <a:custGeom>
              <a:avLst/>
              <a:gdLst>
                <a:gd name="T0" fmla="*/ 22 w 22"/>
                <a:gd name="T1" fmla="*/ 5 h 15"/>
                <a:gd name="T2" fmla="*/ 19 w 22"/>
                <a:gd name="T3" fmla="*/ 2 h 15"/>
                <a:gd name="T4" fmla="*/ 19 w 22"/>
                <a:gd name="T5" fmla="*/ 1 h 15"/>
                <a:gd name="T6" fmla="*/ 19 w 22"/>
                <a:gd name="T7" fmla="*/ 1 h 15"/>
                <a:gd name="T8" fmla="*/ 18 w 22"/>
                <a:gd name="T9" fmla="*/ 1 h 15"/>
                <a:gd name="T10" fmla="*/ 17 w 22"/>
                <a:gd name="T11" fmla="*/ 0 h 15"/>
                <a:gd name="T12" fmla="*/ 17 w 22"/>
                <a:gd name="T13" fmla="*/ 0 h 15"/>
                <a:gd name="T14" fmla="*/ 17 w 22"/>
                <a:gd name="T15" fmla="*/ 0 h 15"/>
                <a:gd name="T16" fmla="*/ 16 w 22"/>
                <a:gd name="T17" fmla="*/ 0 h 15"/>
                <a:gd name="T18" fmla="*/ 16 w 22"/>
                <a:gd name="T19" fmla="*/ 0 h 15"/>
                <a:gd name="T20" fmla="*/ 1 w 22"/>
                <a:gd name="T21" fmla="*/ 3 h 15"/>
                <a:gd name="T22" fmla="*/ 0 w 22"/>
                <a:gd name="T23" fmla="*/ 5 h 15"/>
                <a:gd name="T24" fmla="*/ 10 w 22"/>
                <a:gd name="T25" fmla="*/ 14 h 15"/>
                <a:gd name="T26" fmla="*/ 10 w 22"/>
                <a:gd name="T27" fmla="*/ 14 h 15"/>
                <a:gd name="T28" fmla="*/ 11 w 22"/>
                <a:gd name="T29" fmla="*/ 15 h 15"/>
                <a:gd name="T30" fmla="*/ 12 w 22"/>
                <a:gd name="T31" fmla="*/ 15 h 15"/>
                <a:gd name="T32" fmla="*/ 18 w 22"/>
                <a:gd name="T33" fmla="*/ 15 h 15"/>
                <a:gd name="T34" fmla="*/ 19 w 22"/>
                <a:gd name="T35" fmla="*/ 13 h 15"/>
                <a:gd name="T36" fmla="*/ 20 w 22"/>
                <a:gd name="T37" fmla="*/ 12 h 15"/>
                <a:gd name="T38" fmla="*/ 21 w 22"/>
                <a:gd name="T39" fmla="*/ 10 h 15"/>
                <a:gd name="T40" fmla="*/ 21 w 22"/>
                <a:gd name="T41" fmla="*/ 7 h 15"/>
                <a:gd name="T42" fmla="*/ 22 w 22"/>
                <a:gd name="T43" fmla="*/ 5 h 15"/>
                <a:gd name="T44" fmla="*/ 5 w 22"/>
                <a:gd name="T45" fmla="*/ 6 h 15"/>
                <a:gd name="T46" fmla="*/ 5 w 22"/>
                <a:gd name="T47" fmla="*/ 5 h 15"/>
                <a:gd name="T48" fmla="*/ 16 w 22"/>
                <a:gd name="T49" fmla="*/ 3 h 15"/>
                <a:gd name="T50" fmla="*/ 17 w 22"/>
                <a:gd name="T51" fmla="*/ 3 h 15"/>
                <a:gd name="T52" fmla="*/ 19 w 22"/>
                <a:gd name="T53" fmla="*/ 5 h 15"/>
                <a:gd name="T54" fmla="*/ 18 w 22"/>
                <a:gd name="T55" fmla="*/ 9 h 15"/>
                <a:gd name="T56" fmla="*/ 16 w 22"/>
                <a:gd name="T57" fmla="*/ 12 h 15"/>
                <a:gd name="T58" fmla="*/ 16 w 22"/>
                <a:gd name="T59" fmla="*/ 12 h 15"/>
                <a:gd name="T60" fmla="*/ 13 w 22"/>
                <a:gd name="T61" fmla="*/ 13 h 15"/>
                <a:gd name="T62" fmla="*/ 5 w 22"/>
                <a:gd name="T63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" h="15">
                  <a:moveTo>
                    <a:pt x="22" y="5"/>
                  </a:move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9" y="14"/>
                    <a:pt x="19" y="13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21" y="12"/>
                    <a:pt x="21" y="11"/>
                    <a:pt x="21" y="10"/>
                  </a:cubicBezTo>
                  <a:cubicBezTo>
                    <a:pt x="21" y="9"/>
                    <a:pt x="21" y="8"/>
                    <a:pt x="21" y="7"/>
                  </a:cubicBezTo>
                  <a:cubicBezTo>
                    <a:pt x="21" y="6"/>
                    <a:pt x="21" y="5"/>
                    <a:pt x="22" y="5"/>
                  </a:cubicBezTo>
                  <a:moveTo>
                    <a:pt x="5" y="6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6"/>
                    <a:pt x="18" y="8"/>
                    <a:pt x="18" y="9"/>
                  </a:cubicBezTo>
                  <a:cubicBezTo>
                    <a:pt x="17" y="11"/>
                    <a:pt x="17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5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9" name="Freeform 218">
              <a:extLst>
                <a:ext uri="{FF2B5EF4-FFF2-40B4-BE49-F238E27FC236}">
                  <a16:creationId xmlns:a16="http://schemas.microsoft.com/office/drawing/2014/main" id="{19A83E06-39AB-426C-A5DF-6262019B80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37326" y="12684125"/>
              <a:ext cx="90488" cy="17462"/>
            </a:xfrm>
            <a:custGeom>
              <a:avLst/>
              <a:gdLst>
                <a:gd name="T0" fmla="*/ 141 w 141"/>
                <a:gd name="T1" fmla="*/ 15 h 29"/>
                <a:gd name="T2" fmla="*/ 135 w 141"/>
                <a:gd name="T3" fmla="*/ 15 h 29"/>
                <a:gd name="T4" fmla="*/ 132 w 141"/>
                <a:gd name="T5" fmla="*/ 12 h 29"/>
                <a:gd name="T6" fmla="*/ 110 w 141"/>
                <a:gd name="T7" fmla="*/ 6 h 29"/>
                <a:gd name="T8" fmla="*/ 103 w 141"/>
                <a:gd name="T9" fmla="*/ 5 h 29"/>
                <a:gd name="T10" fmla="*/ 102 w 141"/>
                <a:gd name="T11" fmla="*/ 5 h 29"/>
                <a:gd name="T12" fmla="*/ 67 w 141"/>
                <a:gd name="T13" fmla="*/ 1 h 29"/>
                <a:gd name="T14" fmla="*/ 38 w 141"/>
                <a:gd name="T15" fmla="*/ 5 h 29"/>
                <a:gd name="T16" fmla="*/ 37 w 141"/>
                <a:gd name="T17" fmla="*/ 5 h 29"/>
                <a:gd name="T18" fmla="*/ 37 w 141"/>
                <a:gd name="T19" fmla="*/ 5 h 29"/>
                <a:gd name="T20" fmla="*/ 31 w 141"/>
                <a:gd name="T21" fmla="*/ 6 h 29"/>
                <a:gd name="T22" fmla="*/ 7 w 141"/>
                <a:gd name="T23" fmla="*/ 13 h 29"/>
                <a:gd name="T24" fmla="*/ 4 w 141"/>
                <a:gd name="T25" fmla="*/ 15 h 29"/>
                <a:gd name="T26" fmla="*/ 0 w 141"/>
                <a:gd name="T27" fmla="*/ 15 h 29"/>
                <a:gd name="T28" fmla="*/ 2 w 141"/>
                <a:gd name="T29" fmla="*/ 17 h 29"/>
                <a:gd name="T30" fmla="*/ 2 w 141"/>
                <a:gd name="T31" fmla="*/ 24 h 29"/>
                <a:gd name="T32" fmla="*/ 6 w 141"/>
                <a:gd name="T33" fmla="*/ 27 h 29"/>
                <a:gd name="T34" fmla="*/ 12 w 141"/>
                <a:gd name="T35" fmla="*/ 28 h 29"/>
                <a:gd name="T36" fmla="*/ 71 w 141"/>
                <a:gd name="T37" fmla="*/ 18 h 29"/>
                <a:gd name="T38" fmla="*/ 129 w 141"/>
                <a:gd name="T39" fmla="*/ 28 h 29"/>
                <a:gd name="T40" fmla="*/ 135 w 141"/>
                <a:gd name="T41" fmla="*/ 28 h 29"/>
                <a:gd name="T42" fmla="*/ 139 w 141"/>
                <a:gd name="T43" fmla="*/ 24 h 29"/>
                <a:gd name="T44" fmla="*/ 139 w 141"/>
                <a:gd name="T45" fmla="*/ 17 h 29"/>
                <a:gd name="T46" fmla="*/ 141 w 141"/>
                <a:gd name="T47" fmla="*/ 15 h 29"/>
                <a:gd name="T48" fmla="*/ 133 w 141"/>
                <a:gd name="T49" fmla="*/ 23 h 29"/>
                <a:gd name="T50" fmla="*/ 128 w 141"/>
                <a:gd name="T51" fmla="*/ 24 h 29"/>
                <a:gd name="T52" fmla="*/ 70 w 141"/>
                <a:gd name="T53" fmla="*/ 13 h 29"/>
                <a:gd name="T54" fmla="*/ 14 w 141"/>
                <a:gd name="T55" fmla="*/ 23 h 29"/>
                <a:gd name="T56" fmla="*/ 8 w 141"/>
                <a:gd name="T57" fmla="*/ 22 h 29"/>
                <a:gd name="T58" fmla="*/ 11 w 141"/>
                <a:gd name="T59" fmla="*/ 17 h 29"/>
                <a:gd name="T60" fmla="*/ 70 w 141"/>
                <a:gd name="T61" fmla="*/ 6 h 29"/>
                <a:gd name="T62" fmla="*/ 132 w 141"/>
                <a:gd name="T63" fmla="*/ 18 h 29"/>
                <a:gd name="T64" fmla="*/ 133 w 141"/>
                <a:gd name="T65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" h="29">
                  <a:moveTo>
                    <a:pt x="141" y="15"/>
                  </a:moveTo>
                  <a:cubicBezTo>
                    <a:pt x="135" y="15"/>
                    <a:pt x="135" y="15"/>
                    <a:pt x="135" y="15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27" y="11"/>
                    <a:pt x="113" y="7"/>
                    <a:pt x="110" y="6"/>
                  </a:cubicBezTo>
                  <a:cubicBezTo>
                    <a:pt x="109" y="6"/>
                    <a:pt x="106" y="6"/>
                    <a:pt x="103" y="5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93" y="3"/>
                    <a:pt x="79" y="0"/>
                    <a:pt x="67" y="1"/>
                  </a:cubicBezTo>
                  <a:cubicBezTo>
                    <a:pt x="56" y="1"/>
                    <a:pt x="45" y="3"/>
                    <a:pt x="38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4" y="6"/>
                    <a:pt x="31" y="6"/>
                    <a:pt x="31" y="6"/>
                  </a:cubicBezTo>
                  <a:cubicBezTo>
                    <a:pt x="27" y="7"/>
                    <a:pt x="9" y="12"/>
                    <a:pt x="7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2" y="17"/>
                    <a:pt x="2" y="17"/>
                  </a:cubicBezTo>
                  <a:cubicBezTo>
                    <a:pt x="2" y="17"/>
                    <a:pt x="0" y="21"/>
                    <a:pt x="2" y="24"/>
                  </a:cubicBezTo>
                  <a:cubicBezTo>
                    <a:pt x="2" y="25"/>
                    <a:pt x="7" y="28"/>
                    <a:pt x="6" y="27"/>
                  </a:cubicBezTo>
                  <a:cubicBezTo>
                    <a:pt x="5" y="27"/>
                    <a:pt x="10" y="29"/>
                    <a:pt x="12" y="28"/>
                  </a:cubicBezTo>
                  <a:cubicBezTo>
                    <a:pt x="28" y="21"/>
                    <a:pt x="55" y="19"/>
                    <a:pt x="71" y="18"/>
                  </a:cubicBezTo>
                  <a:cubicBezTo>
                    <a:pt x="95" y="17"/>
                    <a:pt x="118" y="24"/>
                    <a:pt x="129" y="28"/>
                  </a:cubicBezTo>
                  <a:cubicBezTo>
                    <a:pt x="133" y="29"/>
                    <a:pt x="133" y="28"/>
                    <a:pt x="135" y="28"/>
                  </a:cubicBezTo>
                  <a:cubicBezTo>
                    <a:pt x="136" y="27"/>
                    <a:pt x="138" y="25"/>
                    <a:pt x="139" y="24"/>
                  </a:cubicBezTo>
                  <a:cubicBezTo>
                    <a:pt x="141" y="21"/>
                    <a:pt x="139" y="17"/>
                    <a:pt x="139" y="17"/>
                  </a:cubicBezTo>
                  <a:cubicBezTo>
                    <a:pt x="139" y="17"/>
                    <a:pt x="140" y="16"/>
                    <a:pt x="141" y="15"/>
                  </a:cubicBezTo>
                  <a:moveTo>
                    <a:pt x="133" y="23"/>
                  </a:moveTo>
                  <a:cubicBezTo>
                    <a:pt x="132" y="25"/>
                    <a:pt x="129" y="25"/>
                    <a:pt x="128" y="24"/>
                  </a:cubicBezTo>
                  <a:cubicBezTo>
                    <a:pt x="123" y="22"/>
                    <a:pt x="96" y="14"/>
                    <a:pt x="70" y="13"/>
                  </a:cubicBezTo>
                  <a:cubicBezTo>
                    <a:pt x="45" y="14"/>
                    <a:pt x="18" y="21"/>
                    <a:pt x="14" y="23"/>
                  </a:cubicBezTo>
                  <a:cubicBezTo>
                    <a:pt x="12" y="24"/>
                    <a:pt x="9" y="24"/>
                    <a:pt x="8" y="22"/>
                  </a:cubicBezTo>
                  <a:cubicBezTo>
                    <a:pt x="7" y="20"/>
                    <a:pt x="9" y="18"/>
                    <a:pt x="11" y="17"/>
                  </a:cubicBezTo>
                  <a:cubicBezTo>
                    <a:pt x="16" y="15"/>
                    <a:pt x="46" y="7"/>
                    <a:pt x="70" y="6"/>
                  </a:cubicBezTo>
                  <a:cubicBezTo>
                    <a:pt x="98" y="7"/>
                    <a:pt x="117" y="12"/>
                    <a:pt x="132" y="18"/>
                  </a:cubicBezTo>
                  <a:cubicBezTo>
                    <a:pt x="134" y="19"/>
                    <a:pt x="134" y="22"/>
                    <a:pt x="133" y="2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0" name="Freeform 219">
              <a:extLst>
                <a:ext uri="{FF2B5EF4-FFF2-40B4-BE49-F238E27FC236}">
                  <a16:creationId xmlns:a16="http://schemas.microsoft.com/office/drawing/2014/main" id="{0316ECB1-BDB8-4BEA-AFC7-89E09C22BF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78601" y="12601575"/>
              <a:ext cx="6350" cy="0"/>
            </a:xfrm>
            <a:custGeom>
              <a:avLst/>
              <a:gdLst>
                <a:gd name="T0" fmla="*/ 8 w 8"/>
                <a:gd name="T1" fmla="*/ 2 h 2"/>
                <a:gd name="T2" fmla="*/ 5 w 8"/>
                <a:gd name="T3" fmla="*/ 0 h 2"/>
                <a:gd name="T4" fmla="*/ 2 w 8"/>
                <a:gd name="T5" fmla="*/ 0 h 2"/>
                <a:gd name="T6" fmla="*/ 0 w 8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1" name="Freeform 220">
              <a:extLst>
                <a:ext uri="{FF2B5EF4-FFF2-40B4-BE49-F238E27FC236}">
                  <a16:creationId xmlns:a16="http://schemas.microsoft.com/office/drawing/2014/main" id="{200F3117-60F1-4730-BC07-338F5310FF1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10338" y="12598400"/>
              <a:ext cx="142875" cy="88900"/>
            </a:xfrm>
            <a:custGeom>
              <a:avLst/>
              <a:gdLst>
                <a:gd name="T0" fmla="*/ 205 w 222"/>
                <a:gd name="T1" fmla="*/ 69 h 138"/>
                <a:gd name="T2" fmla="*/ 181 w 222"/>
                <a:gd name="T3" fmla="*/ 51 h 138"/>
                <a:gd name="T4" fmla="*/ 151 w 222"/>
                <a:gd name="T5" fmla="*/ 45 h 138"/>
                <a:gd name="T6" fmla="*/ 133 w 222"/>
                <a:gd name="T7" fmla="*/ 47 h 138"/>
                <a:gd name="T8" fmla="*/ 118 w 222"/>
                <a:gd name="T9" fmla="*/ 22 h 138"/>
                <a:gd name="T10" fmla="*/ 118 w 222"/>
                <a:gd name="T11" fmla="*/ 7 h 138"/>
                <a:gd name="T12" fmla="*/ 101 w 222"/>
                <a:gd name="T13" fmla="*/ 7 h 138"/>
                <a:gd name="T14" fmla="*/ 97 w 222"/>
                <a:gd name="T15" fmla="*/ 33 h 138"/>
                <a:gd name="T16" fmla="*/ 81 w 222"/>
                <a:gd name="T17" fmla="*/ 44 h 138"/>
                <a:gd name="T18" fmla="*/ 57 w 222"/>
                <a:gd name="T19" fmla="*/ 46 h 138"/>
                <a:gd name="T20" fmla="*/ 32 w 222"/>
                <a:gd name="T21" fmla="*/ 60 h 138"/>
                <a:gd name="T22" fmla="*/ 0 w 222"/>
                <a:gd name="T23" fmla="*/ 92 h 138"/>
                <a:gd name="T24" fmla="*/ 30 w 222"/>
                <a:gd name="T25" fmla="*/ 129 h 138"/>
                <a:gd name="T26" fmla="*/ 41 w 222"/>
                <a:gd name="T27" fmla="*/ 133 h 138"/>
                <a:gd name="T28" fmla="*/ 108 w 222"/>
                <a:gd name="T29" fmla="*/ 118 h 138"/>
                <a:gd name="T30" fmla="*/ 138 w 222"/>
                <a:gd name="T31" fmla="*/ 121 h 138"/>
                <a:gd name="T32" fmla="*/ 179 w 222"/>
                <a:gd name="T33" fmla="*/ 133 h 138"/>
                <a:gd name="T34" fmla="*/ 186 w 222"/>
                <a:gd name="T35" fmla="*/ 137 h 138"/>
                <a:gd name="T36" fmla="*/ 203 w 222"/>
                <a:gd name="T37" fmla="*/ 115 h 138"/>
                <a:gd name="T38" fmla="*/ 210 w 222"/>
                <a:gd name="T39" fmla="*/ 73 h 138"/>
                <a:gd name="T40" fmla="*/ 181 w 222"/>
                <a:gd name="T41" fmla="*/ 62 h 138"/>
                <a:gd name="T42" fmla="*/ 172 w 222"/>
                <a:gd name="T43" fmla="*/ 105 h 138"/>
                <a:gd name="T44" fmla="*/ 181 w 222"/>
                <a:gd name="T45" fmla="*/ 82 h 138"/>
                <a:gd name="T46" fmla="*/ 174 w 222"/>
                <a:gd name="T47" fmla="*/ 59 h 138"/>
                <a:gd name="T48" fmla="*/ 162 w 222"/>
                <a:gd name="T49" fmla="*/ 49 h 138"/>
                <a:gd name="T50" fmla="*/ 146 w 222"/>
                <a:gd name="T51" fmla="*/ 51 h 138"/>
                <a:gd name="T52" fmla="*/ 136 w 222"/>
                <a:gd name="T53" fmla="*/ 49 h 138"/>
                <a:gd name="T54" fmla="*/ 132 w 222"/>
                <a:gd name="T55" fmla="*/ 53 h 138"/>
                <a:gd name="T56" fmla="*/ 130 w 222"/>
                <a:gd name="T57" fmla="*/ 104 h 138"/>
                <a:gd name="T58" fmla="*/ 129 w 222"/>
                <a:gd name="T59" fmla="*/ 75 h 138"/>
                <a:gd name="T60" fmla="*/ 107 w 222"/>
                <a:gd name="T61" fmla="*/ 10 h 138"/>
                <a:gd name="T62" fmla="*/ 121 w 222"/>
                <a:gd name="T63" fmla="*/ 15 h 138"/>
                <a:gd name="T64" fmla="*/ 103 w 222"/>
                <a:gd name="T65" fmla="*/ 17 h 138"/>
                <a:gd name="T66" fmla="*/ 112 w 222"/>
                <a:gd name="T67" fmla="*/ 64 h 138"/>
                <a:gd name="T68" fmla="*/ 110 w 222"/>
                <a:gd name="T69" fmla="*/ 48 h 138"/>
                <a:gd name="T70" fmla="*/ 104 w 222"/>
                <a:gd name="T71" fmla="*/ 54 h 138"/>
                <a:gd name="T72" fmla="*/ 117 w 222"/>
                <a:gd name="T73" fmla="*/ 85 h 138"/>
                <a:gd name="T74" fmla="*/ 94 w 222"/>
                <a:gd name="T75" fmla="*/ 54 h 138"/>
                <a:gd name="T76" fmla="*/ 84 w 222"/>
                <a:gd name="T77" fmla="*/ 45 h 138"/>
                <a:gd name="T78" fmla="*/ 74 w 222"/>
                <a:gd name="T79" fmla="*/ 48 h 138"/>
                <a:gd name="T80" fmla="*/ 87 w 222"/>
                <a:gd name="T81" fmla="*/ 74 h 138"/>
                <a:gd name="T82" fmla="*/ 67 w 222"/>
                <a:gd name="T83" fmla="*/ 106 h 138"/>
                <a:gd name="T84" fmla="*/ 49 w 222"/>
                <a:gd name="T85" fmla="*/ 89 h 138"/>
                <a:gd name="T86" fmla="*/ 45 w 222"/>
                <a:gd name="T87" fmla="*/ 86 h 138"/>
                <a:gd name="T88" fmla="*/ 55 w 222"/>
                <a:gd name="T89" fmla="*/ 100 h 138"/>
                <a:gd name="T90" fmla="*/ 60 w 222"/>
                <a:gd name="T91" fmla="*/ 56 h 138"/>
                <a:gd name="T92" fmla="*/ 53 w 222"/>
                <a:gd name="T93" fmla="*/ 55 h 138"/>
                <a:gd name="T94" fmla="*/ 40 w 222"/>
                <a:gd name="T95" fmla="*/ 53 h 138"/>
                <a:gd name="T96" fmla="*/ 20 w 222"/>
                <a:gd name="T97" fmla="*/ 65 h 138"/>
                <a:gd name="T98" fmla="*/ 4 w 222"/>
                <a:gd name="T99" fmla="*/ 92 h 138"/>
                <a:gd name="T100" fmla="*/ 18 w 222"/>
                <a:gd name="T101" fmla="*/ 111 h 138"/>
                <a:gd name="T102" fmla="*/ 20 w 222"/>
                <a:gd name="T103" fmla="*/ 88 h 138"/>
                <a:gd name="T104" fmla="*/ 35 w 222"/>
                <a:gd name="T105" fmla="*/ 70 h 138"/>
                <a:gd name="T106" fmla="*/ 185 w 222"/>
                <a:gd name="T107" fmla="*/ 129 h 138"/>
                <a:gd name="T108" fmla="*/ 65 w 222"/>
                <a:gd name="T109" fmla="*/ 116 h 138"/>
                <a:gd name="T110" fmla="*/ 185 w 222"/>
                <a:gd name="T111" fmla="*/ 129 h 138"/>
                <a:gd name="T112" fmla="*/ 188 w 222"/>
                <a:gd name="T113" fmla="*/ 74 h 138"/>
                <a:gd name="T114" fmla="*/ 192 w 222"/>
                <a:gd name="T115" fmla="*/ 104 h 138"/>
                <a:gd name="T116" fmla="*/ 199 w 222"/>
                <a:gd name="T117" fmla="*/ 106 h 138"/>
                <a:gd name="T118" fmla="*/ 213 w 222"/>
                <a:gd name="T119" fmla="*/ 9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2" h="138">
                  <a:moveTo>
                    <a:pt x="222" y="92"/>
                  </a:moveTo>
                  <a:cubicBezTo>
                    <a:pt x="222" y="88"/>
                    <a:pt x="220" y="85"/>
                    <a:pt x="217" y="83"/>
                  </a:cubicBezTo>
                  <a:cubicBezTo>
                    <a:pt x="218" y="82"/>
                    <a:pt x="218" y="80"/>
                    <a:pt x="218" y="79"/>
                  </a:cubicBezTo>
                  <a:cubicBezTo>
                    <a:pt x="218" y="73"/>
                    <a:pt x="214" y="68"/>
                    <a:pt x="209" y="68"/>
                  </a:cubicBezTo>
                  <a:cubicBezTo>
                    <a:pt x="208" y="68"/>
                    <a:pt x="206" y="68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8"/>
                    <a:pt x="205" y="68"/>
                    <a:pt x="205" y="68"/>
                  </a:cubicBezTo>
                  <a:cubicBezTo>
                    <a:pt x="205" y="67"/>
                    <a:pt x="205" y="66"/>
                    <a:pt x="205" y="65"/>
                  </a:cubicBezTo>
                  <a:cubicBezTo>
                    <a:pt x="205" y="60"/>
                    <a:pt x="201" y="57"/>
                    <a:pt x="197" y="57"/>
                  </a:cubicBezTo>
                  <a:cubicBezTo>
                    <a:pt x="194" y="57"/>
                    <a:pt x="193" y="58"/>
                    <a:pt x="191" y="60"/>
                  </a:cubicBezTo>
                  <a:cubicBezTo>
                    <a:pt x="191" y="60"/>
                    <a:pt x="190" y="60"/>
                    <a:pt x="190" y="60"/>
                  </a:cubicBezTo>
                  <a:cubicBezTo>
                    <a:pt x="190" y="60"/>
                    <a:pt x="189" y="59"/>
                    <a:pt x="189" y="58"/>
                  </a:cubicBezTo>
                  <a:cubicBezTo>
                    <a:pt x="189" y="56"/>
                    <a:pt x="188" y="52"/>
                    <a:pt x="184" y="51"/>
                  </a:cubicBezTo>
                  <a:cubicBezTo>
                    <a:pt x="183" y="51"/>
                    <a:pt x="182" y="51"/>
                    <a:pt x="181" y="51"/>
                  </a:cubicBezTo>
                  <a:cubicBezTo>
                    <a:pt x="178" y="51"/>
                    <a:pt x="176" y="53"/>
                    <a:pt x="175" y="54"/>
                  </a:cubicBezTo>
                  <a:cubicBezTo>
                    <a:pt x="174" y="54"/>
                    <a:pt x="172" y="53"/>
                    <a:pt x="170" y="53"/>
                  </a:cubicBezTo>
                  <a:cubicBezTo>
                    <a:pt x="170" y="50"/>
                    <a:pt x="169" y="47"/>
                    <a:pt x="165" y="46"/>
                  </a:cubicBezTo>
                  <a:cubicBezTo>
                    <a:pt x="165" y="46"/>
                    <a:pt x="164" y="46"/>
                    <a:pt x="163" y="46"/>
                  </a:cubicBezTo>
                  <a:cubicBezTo>
                    <a:pt x="162" y="46"/>
                    <a:pt x="161" y="46"/>
                    <a:pt x="160" y="46"/>
                  </a:cubicBezTo>
                  <a:cubicBezTo>
                    <a:pt x="160" y="45"/>
                    <a:pt x="159" y="44"/>
                    <a:pt x="156" y="44"/>
                  </a:cubicBezTo>
                  <a:cubicBezTo>
                    <a:pt x="156" y="43"/>
                    <a:pt x="155" y="43"/>
                    <a:pt x="155" y="43"/>
                  </a:cubicBezTo>
                  <a:cubicBezTo>
                    <a:pt x="153" y="43"/>
                    <a:pt x="152" y="44"/>
                    <a:pt x="151" y="45"/>
                  </a:cubicBezTo>
                  <a:cubicBezTo>
                    <a:pt x="150" y="43"/>
                    <a:pt x="149" y="43"/>
                    <a:pt x="148" y="43"/>
                  </a:cubicBezTo>
                  <a:cubicBezTo>
                    <a:pt x="148" y="43"/>
                    <a:pt x="147" y="43"/>
                    <a:pt x="147" y="43"/>
                  </a:cubicBezTo>
                  <a:cubicBezTo>
                    <a:pt x="145" y="43"/>
                    <a:pt x="143" y="44"/>
                    <a:pt x="143" y="45"/>
                  </a:cubicBezTo>
                  <a:cubicBezTo>
                    <a:pt x="141" y="43"/>
                    <a:pt x="140" y="43"/>
                    <a:pt x="138" y="43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5" y="43"/>
                    <a:pt x="134" y="44"/>
                    <a:pt x="134" y="45"/>
                  </a:cubicBezTo>
                  <a:cubicBezTo>
                    <a:pt x="133" y="45"/>
                    <a:pt x="133" y="46"/>
                    <a:pt x="133" y="46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1" y="47"/>
                    <a:pt x="130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4" y="46"/>
                    <a:pt x="122" y="46"/>
                    <a:pt x="120" y="46"/>
                  </a:cubicBezTo>
                  <a:cubicBezTo>
                    <a:pt x="118" y="46"/>
                    <a:pt x="118" y="45"/>
                    <a:pt x="118" y="45"/>
                  </a:cubicBezTo>
                  <a:cubicBezTo>
                    <a:pt x="118" y="45"/>
                    <a:pt x="119" y="44"/>
                    <a:pt x="119" y="43"/>
                  </a:cubicBezTo>
                  <a:cubicBezTo>
                    <a:pt x="122" y="41"/>
                    <a:pt x="125" y="37"/>
                    <a:pt x="125" y="33"/>
                  </a:cubicBezTo>
                  <a:cubicBezTo>
                    <a:pt x="125" y="28"/>
                    <a:pt x="122" y="24"/>
                    <a:pt x="118" y="22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3" y="20"/>
                    <a:pt x="125" y="18"/>
                    <a:pt x="125" y="16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8"/>
                    <a:pt x="123" y="7"/>
                    <a:pt x="122" y="7"/>
                  </a:cubicBezTo>
                  <a:cubicBezTo>
                    <a:pt x="121" y="7"/>
                    <a:pt x="121" y="7"/>
                    <a:pt x="121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1"/>
                    <a:pt x="116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0"/>
                    <a:pt x="104" y="1"/>
                    <a:pt x="104" y="3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8" y="7"/>
                    <a:pt x="97" y="8"/>
                    <a:pt x="97" y="10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8"/>
                    <a:pt x="98" y="20"/>
                    <a:pt x="100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0" y="24"/>
                    <a:pt x="97" y="28"/>
                    <a:pt x="97" y="33"/>
                  </a:cubicBezTo>
                  <a:cubicBezTo>
                    <a:pt x="97" y="37"/>
                    <a:pt x="99" y="41"/>
                    <a:pt x="102" y="43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03" y="45"/>
                    <a:pt x="103" y="45"/>
                    <a:pt x="101" y="46"/>
                  </a:cubicBezTo>
                  <a:cubicBezTo>
                    <a:pt x="100" y="46"/>
                    <a:pt x="97" y="46"/>
                    <a:pt x="94" y="47"/>
                  </a:cubicBezTo>
                  <a:cubicBezTo>
                    <a:pt x="93" y="47"/>
                    <a:pt x="92" y="47"/>
                    <a:pt x="90" y="47"/>
                  </a:cubicBezTo>
                  <a:cubicBezTo>
                    <a:pt x="89" y="44"/>
                    <a:pt x="87" y="43"/>
                    <a:pt x="85" y="42"/>
                  </a:cubicBezTo>
                  <a:cubicBezTo>
                    <a:pt x="85" y="42"/>
                    <a:pt x="85" y="42"/>
                    <a:pt x="84" y="42"/>
                  </a:cubicBezTo>
                  <a:cubicBezTo>
                    <a:pt x="83" y="42"/>
                    <a:pt x="82" y="43"/>
                    <a:pt x="81" y="44"/>
                  </a:cubicBezTo>
                  <a:cubicBezTo>
                    <a:pt x="81" y="44"/>
                    <a:pt x="81" y="44"/>
                    <a:pt x="80" y="44"/>
                  </a:cubicBezTo>
                  <a:cubicBezTo>
                    <a:pt x="79" y="43"/>
                    <a:pt x="78" y="42"/>
                    <a:pt x="76" y="42"/>
                  </a:cubicBezTo>
                  <a:cubicBezTo>
                    <a:pt x="74" y="42"/>
                    <a:pt x="72" y="44"/>
                    <a:pt x="72" y="45"/>
                  </a:cubicBezTo>
                  <a:cubicBezTo>
                    <a:pt x="71" y="45"/>
                    <a:pt x="69" y="44"/>
                    <a:pt x="67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4" y="44"/>
                    <a:pt x="63" y="45"/>
                    <a:pt x="62" y="46"/>
                  </a:cubicBezTo>
                  <a:cubicBezTo>
                    <a:pt x="61" y="46"/>
                    <a:pt x="61" y="46"/>
                    <a:pt x="60" y="46"/>
                  </a:cubicBezTo>
                  <a:cubicBezTo>
                    <a:pt x="59" y="46"/>
                    <a:pt x="58" y="46"/>
                    <a:pt x="57" y="46"/>
                  </a:cubicBezTo>
                  <a:cubicBezTo>
                    <a:pt x="54" y="47"/>
                    <a:pt x="53" y="49"/>
                    <a:pt x="53" y="52"/>
                  </a:cubicBezTo>
                  <a:cubicBezTo>
                    <a:pt x="51" y="53"/>
                    <a:pt x="48" y="54"/>
                    <a:pt x="46" y="55"/>
                  </a:cubicBezTo>
                  <a:cubicBezTo>
                    <a:pt x="45" y="52"/>
                    <a:pt x="42" y="50"/>
                    <a:pt x="40" y="50"/>
                  </a:cubicBezTo>
                  <a:cubicBezTo>
                    <a:pt x="39" y="50"/>
                    <a:pt x="38" y="50"/>
                    <a:pt x="38" y="51"/>
                  </a:cubicBezTo>
                  <a:cubicBezTo>
                    <a:pt x="35" y="52"/>
                    <a:pt x="33" y="54"/>
                    <a:pt x="33" y="58"/>
                  </a:cubicBezTo>
                  <a:cubicBezTo>
                    <a:pt x="33" y="59"/>
                    <a:pt x="33" y="59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0" y="58"/>
                    <a:pt x="29" y="57"/>
                    <a:pt x="26" y="57"/>
                  </a:cubicBezTo>
                  <a:cubicBezTo>
                    <a:pt x="21" y="57"/>
                    <a:pt x="17" y="60"/>
                    <a:pt x="17" y="64"/>
                  </a:cubicBezTo>
                  <a:cubicBezTo>
                    <a:pt x="17" y="65"/>
                    <a:pt x="17" y="66"/>
                    <a:pt x="17" y="67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7" y="68"/>
                    <a:pt x="16" y="68"/>
                    <a:pt x="15" y="68"/>
                  </a:cubicBezTo>
                  <a:cubicBezTo>
                    <a:pt x="10" y="68"/>
                    <a:pt x="4" y="71"/>
                    <a:pt x="4" y="77"/>
                  </a:cubicBezTo>
                  <a:cubicBezTo>
                    <a:pt x="4" y="79"/>
                    <a:pt x="4" y="81"/>
                    <a:pt x="5" y="82"/>
                  </a:cubicBezTo>
                  <a:cubicBezTo>
                    <a:pt x="2" y="84"/>
                    <a:pt x="0" y="88"/>
                    <a:pt x="0" y="92"/>
                  </a:cubicBezTo>
                  <a:cubicBezTo>
                    <a:pt x="0" y="97"/>
                    <a:pt x="4" y="103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6"/>
                    <a:pt x="10" y="107"/>
                  </a:cubicBezTo>
                  <a:cubicBezTo>
                    <a:pt x="10" y="112"/>
                    <a:pt x="14" y="115"/>
                    <a:pt x="19" y="116"/>
                  </a:cubicBezTo>
                  <a:cubicBezTo>
                    <a:pt x="19" y="121"/>
                    <a:pt x="24" y="125"/>
                    <a:pt x="29" y="125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9" y="126"/>
                    <a:pt x="30" y="127"/>
                    <a:pt x="31" y="128"/>
                  </a:cubicBezTo>
                  <a:cubicBezTo>
                    <a:pt x="30" y="128"/>
                    <a:pt x="30" y="129"/>
                    <a:pt x="30" y="129"/>
                  </a:cubicBezTo>
                  <a:cubicBezTo>
                    <a:pt x="30" y="131"/>
                    <a:pt x="30" y="132"/>
                    <a:pt x="31" y="133"/>
                  </a:cubicBezTo>
                  <a:cubicBezTo>
                    <a:pt x="32" y="134"/>
                    <a:pt x="34" y="135"/>
                    <a:pt x="35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0" y="133"/>
                    <a:pt x="40" y="133"/>
                    <a:pt x="40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3" y="133"/>
                    <a:pt x="43" y="133"/>
                    <a:pt x="43" y="133"/>
                  </a:cubicBezTo>
                  <a:cubicBezTo>
                    <a:pt x="51" y="130"/>
                    <a:pt x="52" y="129"/>
                    <a:pt x="61" y="127"/>
                  </a:cubicBezTo>
                  <a:cubicBezTo>
                    <a:pt x="65" y="125"/>
                    <a:pt x="69" y="124"/>
                    <a:pt x="73" y="123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9" y="122"/>
                    <a:pt x="82" y="121"/>
                    <a:pt x="84" y="121"/>
                  </a:cubicBezTo>
                  <a:cubicBezTo>
                    <a:pt x="92" y="119"/>
                    <a:pt x="104" y="118"/>
                    <a:pt x="108" y="118"/>
                  </a:cubicBezTo>
                  <a:cubicBezTo>
                    <a:pt x="108" y="118"/>
                    <a:pt x="109" y="118"/>
                    <a:pt x="109" y="118"/>
                  </a:cubicBezTo>
                  <a:cubicBezTo>
                    <a:pt x="109" y="118"/>
                    <a:pt x="109" y="118"/>
                    <a:pt x="109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20" y="119"/>
                    <a:pt x="132" y="120"/>
                    <a:pt x="138" y="121"/>
                  </a:cubicBezTo>
                  <a:cubicBezTo>
                    <a:pt x="140" y="121"/>
                    <a:pt x="143" y="122"/>
                    <a:pt x="146" y="122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51" y="124"/>
                    <a:pt x="156" y="125"/>
                    <a:pt x="162" y="127"/>
                  </a:cubicBezTo>
                  <a:cubicBezTo>
                    <a:pt x="170" y="129"/>
                    <a:pt x="172" y="130"/>
                    <a:pt x="179" y="133"/>
                  </a:cubicBezTo>
                  <a:cubicBezTo>
                    <a:pt x="180" y="133"/>
                    <a:pt x="180" y="133"/>
                    <a:pt x="180" y="133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4" y="138"/>
                    <a:pt x="184" y="138"/>
                    <a:pt x="184" y="138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5" y="138"/>
                    <a:pt x="185" y="138"/>
                    <a:pt x="185" y="138"/>
                  </a:cubicBezTo>
                  <a:cubicBezTo>
                    <a:pt x="186" y="137"/>
                    <a:pt x="186" y="137"/>
                    <a:pt x="186" y="137"/>
                  </a:cubicBezTo>
                  <a:cubicBezTo>
                    <a:pt x="186" y="137"/>
                    <a:pt x="187" y="136"/>
                    <a:pt x="187" y="135"/>
                  </a:cubicBezTo>
                  <a:cubicBezTo>
                    <a:pt x="188" y="135"/>
                    <a:pt x="188" y="135"/>
                    <a:pt x="188" y="135"/>
                  </a:cubicBezTo>
                  <a:cubicBezTo>
                    <a:pt x="189" y="135"/>
                    <a:pt x="191" y="134"/>
                    <a:pt x="192" y="133"/>
                  </a:cubicBezTo>
                  <a:cubicBezTo>
                    <a:pt x="192" y="132"/>
                    <a:pt x="193" y="131"/>
                    <a:pt x="193" y="129"/>
                  </a:cubicBezTo>
                  <a:cubicBezTo>
                    <a:pt x="193" y="129"/>
                    <a:pt x="193" y="128"/>
                    <a:pt x="192" y="128"/>
                  </a:cubicBezTo>
                  <a:cubicBezTo>
                    <a:pt x="193" y="127"/>
                    <a:pt x="194" y="126"/>
                    <a:pt x="194" y="125"/>
                  </a:cubicBezTo>
                  <a:cubicBezTo>
                    <a:pt x="194" y="125"/>
                    <a:pt x="194" y="125"/>
                    <a:pt x="194" y="125"/>
                  </a:cubicBezTo>
                  <a:cubicBezTo>
                    <a:pt x="199" y="124"/>
                    <a:pt x="203" y="120"/>
                    <a:pt x="203" y="115"/>
                  </a:cubicBezTo>
                  <a:cubicBezTo>
                    <a:pt x="209" y="115"/>
                    <a:pt x="213" y="110"/>
                    <a:pt x="213" y="105"/>
                  </a:cubicBezTo>
                  <a:cubicBezTo>
                    <a:pt x="213" y="104"/>
                    <a:pt x="212" y="103"/>
                    <a:pt x="212" y="103"/>
                  </a:cubicBezTo>
                  <a:cubicBezTo>
                    <a:pt x="218" y="102"/>
                    <a:pt x="222" y="98"/>
                    <a:pt x="222" y="92"/>
                  </a:cubicBezTo>
                  <a:moveTo>
                    <a:pt x="210" y="73"/>
                  </a:moveTo>
                  <a:cubicBezTo>
                    <a:pt x="212" y="73"/>
                    <a:pt x="214" y="75"/>
                    <a:pt x="214" y="77"/>
                  </a:cubicBezTo>
                  <a:cubicBezTo>
                    <a:pt x="214" y="80"/>
                    <a:pt x="212" y="82"/>
                    <a:pt x="210" y="82"/>
                  </a:cubicBezTo>
                  <a:cubicBezTo>
                    <a:pt x="207" y="82"/>
                    <a:pt x="205" y="80"/>
                    <a:pt x="205" y="77"/>
                  </a:cubicBezTo>
                  <a:cubicBezTo>
                    <a:pt x="205" y="75"/>
                    <a:pt x="207" y="73"/>
                    <a:pt x="210" y="73"/>
                  </a:cubicBezTo>
                  <a:moveTo>
                    <a:pt x="197" y="61"/>
                  </a:moveTo>
                  <a:cubicBezTo>
                    <a:pt x="200" y="61"/>
                    <a:pt x="202" y="63"/>
                    <a:pt x="202" y="65"/>
                  </a:cubicBezTo>
                  <a:cubicBezTo>
                    <a:pt x="202" y="68"/>
                    <a:pt x="200" y="70"/>
                    <a:pt x="197" y="70"/>
                  </a:cubicBezTo>
                  <a:cubicBezTo>
                    <a:pt x="194" y="70"/>
                    <a:pt x="192" y="68"/>
                    <a:pt x="192" y="65"/>
                  </a:cubicBezTo>
                  <a:cubicBezTo>
                    <a:pt x="192" y="63"/>
                    <a:pt x="194" y="61"/>
                    <a:pt x="197" y="61"/>
                  </a:cubicBezTo>
                  <a:moveTo>
                    <a:pt x="181" y="54"/>
                  </a:moveTo>
                  <a:cubicBezTo>
                    <a:pt x="183" y="54"/>
                    <a:pt x="185" y="56"/>
                    <a:pt x="185" y="58"/>
                  </a:cubicBezTo>
                  <a:cubicBezTo>
                    <a:pt x="185" y="60"/>
                    <a:pt x="183" y="62"/>
                    <a:pt x="181" y="62"/>
                  </a:cubicBezTo>
                  <a:cubicBezTo>
                    <a:pt x="178" y="62"/>
                    <a:pt x="177" y="60"/>
                    <a:pt x="177" y="58"/>
                  </a:cubicBezTo>
                  <a:cubicBezTo>
                    <a:pt x="177" y="56"/>
                    <a:pt x="178" y="54"/>
                    <a:pt x="181" y="54"/>
                  </a:cubicBezTo>
                  <a:moveTo>
                    <a:pt x="169" y="94"/>
                  </a:moveTo>
                  <a:cubicBezTo>
                    <a:pt x="169" y="91"/>
                    <a:pt x="171" y="89"/>
                    <a:pt x="174" y="89"/>
                  </a:cubicBezTo>
                  <a:cubicBezTo>
                    <a:pt x="176" y="89"/>
                    <a:pt x="178" y="91"/>
                    <a:pt x="178" y="94"/>
                  </a:cubicBezTo>
                  <a:cubicBezTo>
                    <a:pt x="178" y="96"/>
                    <a:pt x="176" y="98"/>
                    <a:pt x="174" y="98"/>
                  </a:cubicBezTo>
                  <a:cubicBezTo>
                    <a:pt x="171" y="98"/>
                    <a:pt x="169" y="96"/>
                    <a:pt x="169" y="94"/>
                  </a:cubicBezTo>
                  <a:moveTo>
                    <a:pt x="172" y="105"/>
                  </a:moveTo>
                  <a:cubicBezTo>
                    <a:pt x="172" y="108"/>
                    <a:pt x="170" y="110"/>
                    <a:pt x="167" y="110"/>
                  </a:cubicBezTo>
                  <a:cubicBezTo>
                    <a:pt x="165" y="110"/>
                    <a:pt x="163" y="108"/>
                    <a:pt x="163" y="105"/>
                  </a:cubicBezTo>
                  <a:cubicBezTo>
                    <a:pt x="163" y="102"/>
                    <a:pt x="165" y="100"/>
                    <a:pt x="167" y="100"/>
                  </a:cubicBezTo>
                  <a:cubicBezTo>
                    <a:pt x="170" y="100"/>
                    <a:pt x="172" y="102"/>
                    <a:pt x="172" y="105"/>
                  </a:cubicBezTo>
                  <a:moveTo>
                    <a:pt x="177" y="86"/>
                  </a:moveTo>
                  <a:cubicBezTo>
                    <a:pt x="174" y="86"/>
                    <a:pt x="172" y="84"/>
                    <a:pt x="172" y="82"/>
                  </a:cubicBezTo>
                  <a:cubicBezTo>
                    <a:pt x="172" y="79"/>
                    <a:pt x="174" y="77"/>
                    <a:pt x="177" y="77"/>
                  </a:cubicBezTo>
                  <a:cubicBezTo>
                    <a:pt x="179" y="77"/>
                    <a:pt x="181" y="79"/>
                    <a:pt x="181" y="82"/>
                  </a:cubicBezTo>
                  <a:cubicBezTo>
                    <a:pt x="181" y="84"/>
                    <a:pt x="179" y="86"/>
                    <a:pt x="177" y="86"/>
                  </a:cubicBezTo>
                  <a:moveTo>
                    <a:pt x="175" y="64"/>
                  </a:moveTo>
                  <a:cubicBezTo>
                    <a:pt x="178" y="64"/>
                    <a:pt x="180" y="66"/>
                    <a:pt x="180" y="69"/>
                  </a:cubicBezTo>
                  <a:cubicBezTo>
                    <a:pt x="180" y="71"/>
                    <a:pt x="178" y="73"/>
                    <a:pt x="175" y="73"/>
                  </a:cubicBezTo>
                  <a:cubicBezTo>
                    <a:pt x="173" y="73"/>
                    <a:pt x="171" y="71"/>
                    <a:pt x="171" y="69"/>
                  </a:cubicBezTo>
                  <a:cubicBezTo>
                    <a:pt x="171" y="66"/>
                    <a:pt x="173" y="64"/>
                    <a:pt x="175" y="64"/>
                  </a:cubicBezTo>
                  <a:moveTo>
                    <a:pt x="169" y="55"/>
                  </a:moveTo>
                  <a:cubicBezTo>
                    <a:pt x="172" y="55"/>
                    <a:pt x="174" y="57"/>
                    <a:pt x="174" y="59"/>
                  </a:cubicBezTo>
                  <a:cubicBezTo>
                    <a:pt x="174" y="62"/>
                    <a:pt x="172" y="64"/>
                    <a:pt x="169" y="64"/>
                  </a:cubicBezTo>
                  <a:cubicBezTo>
                    <a:pt x="167" y="64"/>
                    <a:pt x="165" y="62"/>
                    <a:pt x="165" y="59"/>
                  </a:cubicBezTo>
                  <a:cubicBezTo>
                    <a:pt x="165" y="57"/>
                    <a:pt x="167" y="55"/>
                    <a:pt x="169" y="55"/>
                  </a:cubicBezTo>
                  <a:moveTo>
                    <a:pt x="162" y="49"/>
                  </a:moveTo>
                  <a:cubicBezTo>
                    <a:pt x="164" y="49"/>
                    <a:pt x="166" y="50"/>
                    <a:pt x="166" y="52"/>
                  </a:cubicBezTo>
                  <a:cubicBezTo>
                    <a:pt x="166" y="55"/>
                    <a:pt x="164" y="56"/>
                    <a:pt x="162" y="56"/>
                  </a:cubicBezTo>
                  <a:cubicBezTo>
                    <a:pt x="160" y="56"/>
                    <a:pt x="158" y="55"/>
                    <a:pt x="158" y="52"/>
                  </a:cubicBezTo>
                  <a:cubicBezTo>
                    <a:pt x="158" y="50"/>
                    <a:pt x="160" y="49"/>
                    <a:pt x="162" y="49"/>
                  </a:cubicBezTo>
                  <a:moveTo>
                    <a:pt x="154" y="46"/>
                  </a:moveTo>
                  <a:cubicBezTo>
                    <a:pt x="156" y="46"/>
                    <a:pt x="157" y="48"/>
                    <a:pt x="157" y="49"/>
                  </a:cubicBezTo>
                  <a:cubicBezTo>
                    <a:pt x="157" y="51"/>
                    <a:pt x="156" y="53"/>
                    <a:pt x="154" y="53"/>
                  </a:cubicBezTo>
                  <a:cubicBezTo>
                    <a:pt x="152" y="53"/>
                    <a:pt x="151" y="51"/>
                    <a:pt x="151" y="49"/>
                  </a:cubicBezTo>
                  <a:cubicBezTo>
                    <a:pt x="151" y="48"/>
                    <a:pt x="152" y="46"/>
                    <a:pt x="154" y="46"/>
                  </a:cubicBezTo>
                  <a:moveTo>
                    <a:pt x="146" y="45"/>
                  </a:moveTo>
                  <a:cubicBezTo>
                    <a:pt x="148" y="45"/>
                    <a:pt x="149" y="46"/>
                    <a:pt x="149" y="48"/>
                  </a:cubicBezTo>
                  <a:cubicBezTo>
                    <a:pt x="149" y="49"/>
                    <a:pt x="148" y="51"/>
                    <a:pt x="146" y="51"/>
                  </a:cubicBezTo>
                  <a:cubicBezTo>
                    <a:pt x="145" y="51"/>
                    <a:pt x="144" y="49"/>
                    <a:pt x="144" y="48"/>
                  </a:cubicBezTo>
                  <a:cubicBezTo>
                    <a:pt x="144" y="46"/>
                    <a:pt x="145" y="45"/>
                    <a:pt x="146" y="45"/>
                  </a:cubicBezTo>
                  <a:moveTo>
                    <a:pt x="138" y="45"/>
                  </a:moveTo>
                  <a:cubicBezTo>
                    <a:pt x="139" y="45"/>
                    <a:pt x="140" y="46"/>
                    <a:pt x="140" y="48"/>
                  </a:cubicBezTo>
                  <a:cubicBezTo>
                    <a:pt x="140" y="49"/>
                    <a:pt x="140" y="49"/>
                    <a:pt x="139" y="50"/>
                  </a:cubicBezTo>
                  <a:cubicBezTo>
                    <a:pt x="139" y="50"/>
                    <a:pt x="139" y="50"/>
                    <a:pt x="138" y="50"/>
                  </a:cubicBezTo>
                  <a:cubicBezTo>
                    <a:pt x="138" y="50"/>
                    <a:pt x="138" y="50"/>
                    <a:pt x="138" y="50"/>
                  </a:cubicBezTo>
                  <a:cubicBezTo>
                    <a:pt x="137" y="50"/>
                    <a:pt x="136" y="50"/>
                    <a:pt x="136" y="49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5" y="49"/>
                    <a:pt x="135" y="48"/>
                    <a:pt x="135" y="48"/>
                  </a:cubicBezTo>
                  <a:cubicBezTo>
                    <a:pt x="135" y="46"/>
                    <a:pt x="136" y="45"/>
                    <a:pt x="138" y="45"/>
                  </a:cubicBezTo>
                  <a:moveTo>
                    <a:pt x="130" y="104"/>
                  </a:moveTo>
                  <a:cubicBezTo>
                    <a:pt x="133" y="98"/>
                    <a:pt x="134" y="89"/>
                    <a:pt x="134" y="80"/>
                  </a:cubicBezTo>
                  <a:cubicBezTo>
                    <a:pt x="134" y="71"/>
                    <a:pt x="133" y="62"/>
                    <a:pt x="132" y="54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2" y="54"/>
                    <a:pt x="132" y="53"/>
                    <a:pt x="132" y="53"/>
                  </a:cubicBezTo>
                  <a:cubicBezTo>
                    <a:pt x="134" y="53"/>
                    <a:pt x="142" y="55"/>
                    <a:pt x="150" y="56"/>
                  </a:cubicBezTo>
                  <a:cubicBezTo>
                    <a:pt x="159" y="59"/>
                    <a:pt x="160" y="61"/>
                    <a:pt x="162" y="63"/>
                  </a:cubicBezTo>
                  <a:cubicBezTo>
                    <a:pt x="163" y="65"/>
                    <a:pt x="166" y="73"/>
                    <a:pt x="166" y="77"/>
                  </a:cubicBezTo>
                  <a:cubicBezTo>
                    <a:pt x="166" y="77"/>
                    <a:pt x="166" y="77"/>
                    <a:pt x="166" y="78"/>
                  </a:cubicBezTo>
                  <a:cubicBezTo>
                    <a:pt x="165" y="85"/>
                    <a:pt x="165" y="92"/>
                    <a:pt x="155" y="108"/>
                  </a:cubicBezTo>
                  <a:cubicBezTo>
                    <a:pt x="155" y="109"/>
                    <a:pt x="154" y="109"/>
                    <a:pt x="154" y="109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8" y="107"/>
                    <a:pt x="133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moveTo>
                    <a:pt x="120" y="102"/>
                  </a:moveTo>
                  <a:cubicBezTo>
                    <a:pt x="122" y="99"/>
                    <a:pt x="124" y="87"/>
                    <a:pt x="123" y="75"/>
                  </a:cubicBezTo>
                  <a:cubicBezTo>
                    <a:pt x="123" y="65"/>
                    <a:pt x="123" y="55"/>
                    <a:pt x="123" y="55"/>
                  </a:cubicBezTo>
                  <a:cubicBezTo>
                    <a:pt x="123" y="53"/>
                    <a:pt x="123" y="50"/>
                    <a:pt x="124" y="50"/>
                  </a:cubicBezTo>
                  <a:cubicBezTo>
                    <a:pt x="125" y="50"/>
                    <a:pt x="126" y="52"/>
                    <a:pt x="126" y="54"/>
                  </a:cubicBezTo>
                  <a:cubicBezTo>
                    <a:pt x="127" y="54"/>
                    <a:pt x="129" y="65"/>
                    <a:pt x="129" y="75"/>
                  </a:cubicBezTo>
                  <a:cubicBezTo>
                    <a:pt x="129" y="87"/>
                    <a:pt x="127" y="99"/>
                    <a:pt x="124" y="103"/>
                  </a:cubicBezTo>
                  <a:cubicBezTo>
                    <a:pt x="123" y="104"/>
                    <a:pt x="123" y="105"/>
                    <a:pt x="122" y="104"/>
                  </a:cubicBezTo>
                  <a:cubicBezTo>
                    <a:pt x="121" y="103"/>
                    <a:pt x="120" y="103"/>
                    <a:pt x="120" y="102"/>
                  </a:cubicBezTo>
                  <a:moveTo>
                    <a:pt x="103" y="17"/>
                  </a:moveTo>
                  <a:cubicBezTo>
                    <a:pt x="101" y="17"/>
                    <a:pt x="101" y="16"/>
                    <a:pt x="101" y="15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1"/>
                    <a:pt x="101" y="10"/>
                    <a:pt x="103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4"/>
                    <a:pt x="108" y="3"/>
                    <a:pt x="109" y="3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4" y="3"/>
                    <a:pt x="115" y="4"/>
                    <a:pt x="115" y="5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20" y="10"/>
                    <a:pt x="121" y="11"/>
                    <a:pt x="121" y="12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1" y="16"/>
                    <a:pt x="120" y="17"/>
                    <a:pt x="119" y="17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5" y="20"/>
                    <a:pt x="114" y="21"/>
                    <a:pt x="112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8" y="21"/>
                    <a:pt x="107" y="20"/>
                    <a:pt x="107" y="19"/>
                  </a:cubicBezTo>
                  <a:cubicBezTo>
                    <a:pt x="107" y="17"/>
                    <a:pt x="107" y="17"/>
                    <a:pt x="107" y="17"/>
                  </a:cubicBezTo>
                  <a:lnTo>
                    <a:pt x="103" y="17"/>
                  </a:lnTo>
                  <a:close/>
                  <a:moveTo>
                    <a:pt x="102" y="33"/>
                  </a:moveTo>
                  <a:cubicBezTo>
                    <a:pt x="102" y="28"/>
                    <a:pt x="106" y="25"/>
                    <a:pt x="111" y="25"/>
                  </a:cubicBezTo>
                  <a:cubicBezTo>
                    <a:pt x="116" y="25"/>
                    <a:pt x="120" y="28"/>
                    <a:pt x="120" y="33"/>
                  </a:cubicBezTo>
                  <a:cubicBezTo>
                    <a:pt x="120" y="38"/>
                    <a:pt x="116" y="42"/>
                    <a:pt x="111" y="42"/>
                  </a:cubicBezTo>
                  <a:cubicBezTo>
                    <a:pt x="106" y="42"/>
                    <a:pt x="102" y="38"/>
                    <a:pt x="102" y="33"/>
                  </a:cubicBezTo>
                  <a:moveTo>
                    <a:pt x="110" y="64"/>
                  </a:moveTo>
                  <a:cubicBezTo>
                    <a:pt x="110" y="64"/>
                    <a:pt x="110" y="64"/>
                    <a:pt x="110" y="64"/>
                  </a:cubicBezTo>
                  <a:cubicBezTo>
                    <a:pt x="111" y="64"/>
                    <a:pt x="112" y="64"/>
                    <a:pt x="112" y="64"/>
                  </a:cubicBezTo>
                  <a:cubicBezTo>
                    <a:pt x="115" y="65"/>
                    <a:pt x="117" y="67"/>
                    <a:pt x="117" y="70"/>
                  </a:cubicBezTo>
                  <a:cubicBezTo>
                    <a:pt x="117" y="73"/>
                    <a:pt x="115" y="75"/>
                    <a:pt x="112" y="76"/>
                  </a:cubicBezTo>
                  <a:cubicBezTo>
                    <a:pt x="111" y="76"/>
                    <a:pt x="111" y="76"/>
                    <a:pt x="110" y="7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07" y="75"/>
                    <a:pt x="104" y="73"/>
                    <a:pt x="104" y="70"/>
                  </a:cubicBezTo>
                  <a:cubicBezTo>
                    <a:pt x="104" y="67"/>
                    <a:pt x="107" y="64"/>
                    <a:pt x="110" y="64"/>
                  </a:cubicBezTo>
                  <a:moveTo>
                    <a:pt x="104" y="54"/>
                  </a:moveTo>
                  <a:cubicBezTo>
                    <a:pt x="104" y="51"/>
                    <a:pt x="107" y="49"/>
                    <a:pt x="110" y="48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11" y="48"/>
                    <a:pt x="112" y="48"/>
                    <a:pt x="112" y="48"/>
                  </a:cubicBezTo>
                  <a:cubicBezTo>
                    <a:pt x="112" y="48"/>
                    <a:pt x="112" y="49"/>
                    <a:pt x="112" y="49"/>
                  </a:cubicBezTo>
                  <a:cubicBezTo>
                    <a:pt x="115" y="49"/>
                    <a:pt x="117" y="52"/>
                    <a:pt x="117" y="54"/>
                  </a:cubicBezTo>
                  <a:cubicBezTo>
                    <a:pt x="117" y="57"/>
                    <a:pt x="115" y="59"/>
                    <a:pt x="112" y="60"/>
                  </a:cubicBezTo>
                  <a:cubicBezTo>
                    <a:pt x="112" y="60"/>
                    <a:pt x="111" y="60"/>
                    <a:pt x="111" y="60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07" y="60"/>
                    <a:pt x="104" y="57"/>
                    <a:pt x="104" y="54"/>
                  </a:cubicBezTo>
                  <a:moveTo>
                    <a:pt x="112" y="91"/>
                  </a:moveTo>
                  <a:cubicBezTo>
                    <a:pt x="111" y="91"/>
                    <a:pt x="111" y="91"/>
                    <a:pt x="111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1"/>
                    <a:pt x="105" y="88"/>
                    <a:pt x="105" y="85"/>
                  </a:cubicBezTo>
                  <a:cubicBezTo>
                    <a:pt x="105" y="82"/>
                    <a:pt x="107" y="80"/>
                    <a:pt x="110" y="79"/>
                  </a:cubicBezTo>
                  <a:cubicBezTo>
                    <a:pt x="110" y="79"/>
                    <a:pt x="110" y="79"/>
                    <a:pt x="111" y="79"/>
                  </a:cubicBezTo>
                  <a:cubicBezTo>
                    <a:pt x="111" y="79"/>
                    <a:pt x="111" y="79"/>
                    <a:pt x="112" y="79"/>
                  </a:cubicBezTo>
                  <a:cubicBezTo>
                    <a:pt x="115" y="80"/>
                    <a:pt x="117" y="82"/>
                    <a:pt x="117" y="85"/>
                  </a:cubicBezTo>
                  <a:cubicBezTo>
                    <a:pt x="117" y="88"/>
                    <a:pt x="115" y="91"/>
                    <a:pt x="112" y="91"/>
                  </a:cubicBezTo>
                  <a:moveTo>
                    <a:pt x="117" y="101"/>
                  </a:moveTo>
                  <a:cubicBezTo>
                    <a:pt x="117" y="104"/>
                    <a:pt x="114" y="107"/>
                    <a:pt x="111" y="107"/>
                  </a:cubicBezTo>
                  <a:cubicBezTo>
                    <a:pt x="107" y="107"/>
                    <a:pt x="105" y="104"/>
                    <a:pt x="105" y="101"/>
                  </a:cubicBezTo>
                  <a:cubicBezTo>
                    <a:pt x="105" y="97"/>
                    <a:pt x="107" y="95"/>
                    <a:pt x="111" y="95"/>
                  </a:cubicBezTo>
                  <a:cubicBezTo>
                    <a:pt x="114" y="95"/>
                    <a:pt x="117" y="97"/>
                    <a:pt x="117" y="101"/>
                  </a:cubicBezTo>
                  <a:moveTo>
                    <a:pt x="93" y="75"/>
                  </a:moveTo>
                  <a:cubicBezTo>
                    <a:pt x="93" y="65"/>
                    <a:pt x="94" y="55"/>
                    <a:pt x="94" y="54"/>
                  </a:cubicBezTo>
                  <a:cubicBezTo>
                    <a:pt x="95" y="53"/>
                    <a:pt x="96" y="50"/>
                    <a:pt x="98" y="50"/>
                  </a:cubicBezTo>
                  <a:cubicBezTo>
                    <a:pt x="99" y="50"/>
                    <a:pt x="98" y="53"/>
                    <a:pt x="98" y="55"/>
                  </a:cubicBezTo>
                  <a:cubicBezTo>
                    <a:pt x="98" y="55"/>
                    <a:pt x="99" y="66"/>
                    <a:pt x="98" y="75"/>
                  </a:cubicBezTo>
                  <a:cubicBezTo>
                    <a:pt x="98" y="88"/>
                    <a:pt x="100" y="99"/>
                    <a:pt x="101" y="102"/>
                  </a:cubicBezTo>
                  <a:cubicBezTo>
                    <a:pt x="102" y="103"/>
                    <a:pt x="101" y="103"/>
                    <a:pt x="100" y="104"/>
                  </a:cubicBezTo>
                  <a:cubicBezTo>
                    <a:pt x="99" y="105"/>
                    <a:pt x="98" y="104"/>
                    <a:pt x="98" y="103"/>
                  </a:cubicBezTo>
                  <a:cubicBezTo>
                    <a:pt x="95" y="99"/>
                    <a:pt x="93" y="87"/>
                    <a:pt x="93" y="75"/>
                  </a:cubicBezTo>
                  <a:moveTo>
                    <a:pt x="84" y="45"/>
                  </a:moveTo>
                  <a:cubicBezTo>
                    <a:pt x="85" y="45"/>
                    <a:pt x="87" y="46"/>
                    <a:pt x="87" y="48"/>
                  </a:cubicBezTo>
                  <a:cubicBezTo>
                    <a:pt x="87" y="49"/>
                    <a:pt x="85" y="50"/>
                    <a:pt x="84" y="50"/>
                  </a:cubicBezTo>
                  <a:cubicBezTo>
                    <a:pt x="83" y="50"/>
                    <a:pt x="82" y="49"/>
                    <a:pt x="82" y="48"/>
                  </a:cubicBezTo>
                  <a:cubicBezTo>
                    <a:pt x="82" y="46"/>
                    <a:pt x="83" y="45"/>
                    <a:pt x="84" y="45"/>
                  </a:cubicBezTo>
                  <a:moveTo>
                    <a:pt x="77" y="45"/>
                  </a:moveTo>
                  <a:cubicBezTo>
                    <a:pt x="78" y="45"/>
                    <a:pt x="80" y="46"/>
                    <a:pt x="80" y="48"/>
                  </a:cubicBezTo>
                  <a:cubicBezTo>
                    <a:pt x="80" y="49"/>
                    <a:pt x="78" y="51"/>
                    <a:pt x="77" y="51"/>
                  </a:cubicBezTo>
                  <a:cubicBezTo>
                    <a:pt x="75" y="51"/>
                    <a:pt x="74" y="49"/>
                    <a:pt x="74" y="48"/>
                  </a:cubicBezTo>
                  <a:cubicBezTo>
                    <a:pt x="74" y="46"/>
                    <a:pt x="75" y="45"/>
                    <a:pt x="77" y="45"/>
                  </a:cubicBezTo>
                  <a:moveTo>
                    <a:pt x="74" y="57"/>
                  </a:moveTo>
                  <a:cubicBezTo>
                    <a:pt x="82" y="55"/>
                    <a:pt x="87" y="54"/>
                    <a:pt x="88" y="54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4"/>
                    <a:pt x="89" y="54"/>
                    <a:pt x="89" y="55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90" y="55"/>
                    <a:pt x="90" y="56"/>
                    <a:pt x="90" y="56"/>
                  </a:cubicBezTo>
                  <a:cubicBezTo>
                    <a:pt x="88" y="62"/>
                    <a:pt x="87" y="68"/>
                    <a:pt x="87" y="74"/>
                  </a:cubicBezTo>
                  <a:cubicBezTo>
                    <a:pt x="87" y="87"/>
                    <a:pt x="90" y="98"/>
                    <a:pt x="92" y="102"/>
                  </a:cubicBezTo>
                  <a:cubicBezTo>
                    <a:pt x="92" y="102"/>
                    <a:pt x="92" y="102"/>
                    <a:pt x="92" y="102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89" y="104"/>
                    <a:pt x="72" y="106"/>
                    <a:pt x="69" y="107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7"/>
                    <a:pt x="68" y="107"/>
                    <a:pt x="68" y="106"/>
                  </a:cubicBezTo>
                  <a:cubicBezTo>
                    <a:pt x="68" y="106"/>
                    <a:pt x="67" y="106"/>
                    <a:pt x="67" y="106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1" y="95"/>
                    <a:pt x="59" y="88"/>
                    <a:pt x="58" y="73"/>
                  </a:cubicBezTo>
                  <a:cubicBezTo>
                    <a:pt x="58" y="69"/>
                    <a:pt x="60" y="63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4" y="60"/>
                    <a:pt x="67" y="58"/>
                    <a:pt x="74" y="57"/>
                  </a:cubicBezTo>
                  <a:moveTo>
                    <a:pt x="49" y="89"/>
                  </a:moveTo>
                  <a:cubicBezTo>
                    <a:pt x="52" y="89"/>
                    <a:pt x="54" y="91"/>
                    <a:pt x="54" y="93"/>
                  </a:cubicBezTo>
                  <a:cubicBezTo>
                    <a:pt x="54" y="96"/>
                    <a:pt x="52" y="98"/>
                    <a:pt x="49" y="98"/>
                  </a:cubicBezTo>
                  <a:cubicBezTo>
                    <a:pt x="47" y="98"/>
                    <a:pt x="45" y="96"/>
                    <a:pt x="45" y="93"/>
                  </a:cubicBezTo>
                  <a:cubicBezTo>
                    <a:pt x="45" y="91"/>
                    <a:pt x="47" y="89"/>
                    <a:pt x="49" y="89"/>
                  </a:cubicBezTo>
                  <a:moveTo>
                    <a:pt x="41" y="81"/>
                  </a:moveTo>
                  <a:cubicBezTo>
                    <a:pt x="41" y="78"/>
                    <a:pt x="43" y="76"/>
                    <a:pt x="45" y="76"/>
                  </a:cubicBezTo>
                  <a:cubicBezTo>
                    <a:pt x="48" y="76"/>
                    <a:pt x="50" y="78"/>
                    <a:pt x="50" y="81"/>
                  </a:cubicBezTo>
                  <a:cubicBezTo>
                    <a:pt x="50" y="84"/>
                    <a:pt x="48" y="86"/>
                    <a:pt x="45" y="86"/>
                  </a:cubicBezTo>
                  <a:cubicBezTo>
                    <a:pt x="43" y="86"/>
                    <a:pt x="41" y="84"/>
                    <a:pt x="41" y="81"/>
                  </a:cubicBezTo>
                  <a:moveTo>
                    <a:pt x="55" y="100"/>
                  </a:moveTo>
                  <a:cubicBezTo>
                    <a:pt x="58" y="100"/>
                    <a:pt x="60" y="102"/>
                    <a:pt x="60" y="105"/>
                  </a:cubicBezTo>
                  <a:cubicBezTo>
                    <a:pt x="60" y="108"/>
                    <a:pt x="58" y="110"/>
                    <a:pt x="55" y="110"/>
                  </a:cubicBezTo>
                  <a:cubicBezTo>
                    <a:pt x="55" y="110"/>
                    <a:pt x="54" y="110"/>
                    <a:pt x="54" y="109"/>
                  </a:cubicBezTo>
                  <a:cubicBezTo>
                    <a:pt x="52" y="109"/>
                    <a:pt x="52" y="108"/>
                    <a:pt x="51" y="107"/>
                  </a:cubicBezTo>
                  <a:cubicBezTo>
                    <a:pt x="51" y="107"/>
                    <a:pt x="50" y="106"/>
                    <a:pt x="50" y="105"/>
                  </a:cubicBezTo>
                  <a:cubicBezTo>
                    <a:pt x="50" y="102"/>
                    <a:pt x="53" y="100"/>
                    <a:pt x="55" y="100"/>
                  </a:cubicBezTo>
                  <a:moveTo>
                    <a:pt x="68" y="46"/>
                  </a:moveTo>
                  <a:cubicBezTo>
                    <a:pt x="70" y="46"/>
                    <a:pt x="71" y="48"/>
                    <a:pt x="71" y="49"/>
                  </a:cubicBezTo>
                  <a:cubicBezTo>
                    <a:pt x="71" y="51"/>
                    <a:pt x="70" y="53"/>
                    <a:pt x="68" y="53"/>
                  </a:cubicBezTo>
                  <a:cubicBezTo>
                    <a:pt x="66" y="53"/>
                    <a:pt x="65" y="51"/>
                    <a:pt x="65" y="49"/>
                  </a:cubicBezTo>
                  <a:cubicBezTo>
                    <a:pt x="65" y="48"/>
                    <a:pt x="66" y="46"/>
                    <a:pt x="68" y="46"/>
                  </a:cubicBezTo>
                  <a:moveTo>
                    <a:pt x="60" y="49"/>
                  </a:moveTo>
                  <a:cubicBezTo>
                    <a:pt x="62" y="49"/>
                    <a:pt x="64" y="50"/>
                    <a:pt x="64" y="52"/>
                  </a:cubicBezTo>
                  <a:cubicBezTo>
                    <a:pt x="64" y="55"/>
                    <a:pt x="62" y="56"/>
                    <a:pt x="60" y="56"/>
                  </a:cubicBezTo>
                  <a:cubicBezTo>
                    <a:pt x="59" y="56"/>
                    <a:pt x="58" y="56"/>
                    <a:pt x="58" y="56"/>
                  </a:cubicBezTo>
                  <a:cubicBezTo>
                    <a:pt x="57" y="55"/>
                    <a:pt x="56" y="54"/>
                    <a:pt x="56" y="52"/>
                  </a:cubicBezTo>
                  <a:cubicBezTo>
                    <a:pt x="56" y="50"/>
                    <a:pt x="58" y="49"/>
                    <a:pt x="60" y="49"/>
                  </a:cubicBezTo>
                  <a:moveTo>
                    <a:pt x="53" y="55"/>
                  </a:moveTo>
                  <a:cubicBezTo>
                    <a:pt x="55" y="55"/>
                    <a:pt x="57" y="57"/>
                    <a:pt x="57" y="59"/>
                  </a:cubicBezTo>
                  <a:cubicBezTo>
                    <a:pt x="57" y="62"/>
                    <a:pt x="55" y="63"/>
                    <a:pt x="53" y="63"/>
                  </a:cubicBezTo>
                  <a:cubicBezTo>
                    <a:pt x="50" y="63"/>
                    <a:pt x="49" y="62"/>
                    <a:pt x="49" y="59"/>
                  </a:cubicBezTo>
                  <a:cubicBezTo>
                    <a:pt x="49" y="57"/>
                    <a:pt x="50" y="55"/>
                    <a:pt x="53" y="55"/>
                  </a:cubicBezTo>
                  <a:moveTo>
                    <a:pt x="46" y="64"/>
                  </a:moveTo>
                  <a:cubicBezTo>
                    <a:pt x="47" y="64"/>
                    <a:pt x="47" y="64"/>
                    <a:pt x="48" y="64"/>
                  </a:cubicBezTo>
                  <a:cubicBezTo>
                    <a:pt x="50" y="65"/>
                    <a:pt x="51" y="67"/>
                    <a:pt x="51" y="69"/>
                  </a:cubicBezTo>
                  <a:cubicBezTo>
                    <a:pt x="51" y="71"/>
                    <a:pt x="49" y="74"/>
                    <a:pt x="46" y="74"/>
                  </a:cubicBezTo>
                  <a:cubicBezTo>
                    <a:pt x="44" y="74"/>
                    <a:pt x="42" y="72"/>
                    <a:pt x="42" y="70"/>
                  </a:cubicBezTo>
                  <a:cubicBezTo>
                    <a:pt x="42" y="69"/>
                    <a:pt x="42" y="69"/>
                    <a:pt x="42" y="69"/>
                  </a:cubicBezTo>
                  <a:cubicBezTo>
                    <a:pt x="42" y="66"/>
                    <a:pt x="44" y="64"/>
                    <a:pt x="46" y="64"/>
                  </a:cubicBezTo>
                  <a:moveTo>
                    <a:pt x="40" y="53"/>
                  </a:moveTo>
                  <a:cubicBezTo>
                    <a:pt x="42" y="53"/>
                    <a:pt x="44" y="55"/>
                    <a:pt x="44" y="58"/>
                  </a:cubicBezTo>
                  <a:cubicBezTo>
                    <a:pt x="44" y="60"/>
                    <a:pt x="42" y="62"/>
                    <a:pt x="40" y="62"/>
                  </a:cubicBezTo>
                  <a:cubicBezTo>
                    <a:pt x="38" y="62"/>
                    <a:pt x="36" y="60"/>
                    <a:pt x="36" y="58"/>
                  </a:cubicBezTo>
                  <a:cubicBezTo>
                    <a:pt x="36" y="55"/>
                    <a:pt x="38" y="53"/>
                    <a:pt x="40" y="53"/>
                  </a:cubicBezTo>
                  <a:moveTo>
                    <a:pt x="25" y="61"/>
                  </a:moveTo>
                  <a:cubicBezTo>
                    <a:pt x="28" y="61"/>
                    <a:pt x="30" y="63"/>
                    <a:pt x="30" y="65"/>
                  </a:cubicBezTo>
                  <a:cubicBezTo>
                    <a:pt x="30" y="68"/>
                    <a:pt x="28" y="70"/>
                    <a:pt x="25" y="70"/>
                  </a:cubicBezTo>
                  <a:cubicBezTo>
                    <a:pt x="23" y="70"/>
                    <a:pt x="20" y="68"/>
                    <a:pt x="20" y="65"/>
                  </a:cubicBezTo>
                  <a:cubicBezTo>
                    <a:pt x="20" y="63"/>
                    <a:pt x="23" y="61"/>
                    <a:pt x="25" y="61"/>
                  </a:cubicBezTo>
                  <a:moveTo>
                    <a:pt x="12" y="73"/>
                  </a:moveTo>
                  <a:cubicBezTo>
                    <a:pt x="15" y="73"/>
                    <a:pt x="17" y="75"/>
                    <a:pt x="17" y="77"/>
                  </a:cubicBezTo>
                  <a:cubicBezTo>
                    <a:pt x="17" y="80"/>
                    <a:pt x="15" y="82"/>
                    <a:pt x="12" y="82"/>
                  </a:cubicBezTo>
                  <a:cubicBezTo>
                    <a:pt x="10" y="82"/>
                    <a:pt x="8" y="80"/>
                    <a:pt x="8" y="77"/>
                  </a:cubicBezTo>
                  <a:cubicBezTo>
                    <a:pt x="8" y="75"/>
                    <a:pt x="10" y="73"/>
                    <a:pt x="12" y="73"/>
                  </a:cubicBezTo>
                  <a:moveTo>
                    <a:pt x="9" y="97"/>
                  </a:moveTo>
                  <a:cubicBezTo>
                    <a:pt x="7" y="97"/>
                    <a:pt x="4" y="95"/>
                    <a:pt x="4" y="92"/>
                  </a:cubicBezTo>
                  <a:cubicBezTo>
                    <a:pt x="4" y="90"/>
                    <a:pt x="7" y="88"/>
                    <a:pt x="9" y="88"/>
                  </a:cubicBezTo>
                  <a:cubicBezTo>
                    <a:pt x="12" y="88"/>
                    <a:pt x="14" y="90"/>
                    <a:pt x="14" y="92"/>
                  </a:cubicBezTo>
                  <a:cubicBezTo>
                    <a:pt x="14" y="95"/>
                    <a:pt x="12" y="97"/>
                    <a:pt x="9" y="97"/>
                  </a:cubicBezTo>
                  <a:moveTo>
                    <a:pt x="18" y="111"/>
                  </a:moveTo>
                  <a:cubicBezTo>
                    <a:pt x="15" y="111"/>
                    <a:pt x="13" y="109"/>
                    <a:pt x="13" y="106"/>
                  </a:cubicBezTo>
                  <a:cubicBezTo>
                    <a:pt x="13" y="104"/>
                    <a:pt x="15" y="101"/>
                    <a:pt x="18" y="101"/>
                  </a:cubicBezTo>
                  <a:cubicBezTo>
                    <a:pt x="20" y="101"/>
                    <a:pt x="22" y="104"/>
                    <a:pt x="22" y="106"/>
                  </a:cubicBezTo>
                  <a:cubicBezTo>
                    <a:pt x="22" y="109"/>
                    <a:pt x="20" y="111"/>
                    <a:pt x="18" y="111"/>
                  </a:cubicBezTo>
                  <a:moveTo>
                    <a:pt x="28" y="121"/>
                  </a:moveTo>
                  <a:cubicBezTo>
                    <a:pt x="26" y="121"/>
                    <a:pt x="24" y="119"/>
                    <a:pt x="24" y="116"/>
                  </a:cubicBezTo>
                  <a:cubicBezTo>
                    <a:pt x="24" y="114"/>
                    <a:pt x="26" y="112"/>
                    <a:pt x="28" y="112"/>
                  </a:cubicBezTo>
                  <a:cubicBezTo>
                    <a:pt x="31" y="112"/>
                    <a:pt x="33" y="114"/>
                    <a:pt x="33" y="116"/>
                  </a:cubicBezTo>
                  <a:cubicBezTo>
                    <a:pt x="33" y="119"/>
                    <a:pt x="31" y="121"/>
                    <a:pt x="28" y="121"/>
                  </a:cubicBezTo>
                  <a:moveTo>
                    <a:pt x="28" y="101"/>
                  </a:moveTo>
                  <a:cubicBezTo>
                    <a:pt x="27" y="100"/>
                    <a:pt x="24" y="96"/>
                    <a:pt x="22" y="93"/>
                  </a:cubicBezTo>
                  <a:cubicBezTo>
                    <a:pt x="20" y="91"/>
                    <a:pt x="20" y="89"/>
                    <a:pt x="20" y="88"/>
                  </a:cubicBezTo>
                  <a:cubicBezTo>
                    <a:pt x="20" y="86"/>
                    <a:pt x="21" y="85"/>
                    <a:pt x="22" y="83"/>
                  </a:cubicBezTo>
                  <a:cubicBezTo>
                    <a:pt x="23" y="80"/>
                    <a:pt x="23" y="80"/>
                    <a:pt x="25" y="78"/>
                  </a:cubicBezTo>
                  <a:cubicBezTo>
                    <a:pt x="26" y="77"/>
                    <a:pt x="26" y="76"/>
                    <a:pt x="31" y="73"/>
                  </a:cubicBezTo>
                  <a:cubicBezTo>
                    <a:pt x="32" y="72"/>
                    <a:pt x="33" y="71"/>
                    <a:pt x="34" y="70"/>
                  </a:cubicBezTo>
                  <a:cubicBezTo>
                    <a:pt x="34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2"/>
                    <a:pt x="35" y="73"/>
                    <a:pt x="35" y="75"/>
                  </a:cubicBezTo>
                  <a:cubicBezTo>
                    <a:pt x="35" y="89"/>
                    <a:pt x="38" y="101"/>
                    <a:pt x="50" y="113"/>
                  </a:cubicBezTo>
                  <a:cubicBezTo>
                    <a:pt x="49" y="114"/>
                    <a:pt x="47" y="115"/>
                    <a:pt x="46" y="115"/>
                  </a:cubicBezTo>
                  <a:cubicBezTo>
                    <a:pt x="44" y="116"/>
                    <a:pt x="42" y="117"/>
                    <a:pt x="41" y="118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8"/>
                    <a:pt x="41" y="117"/>
                    <a:pt x="41" y="116"/>
                  </a:cubicBezTo>
                  <a:cubicBezTo>
                    <a:pt x="39" y="112"/>
                    <a:pt x="31" y="104"/>
                    <a:pt x="28" y="101"/>
                  </a:cubicBezTo>
                  <a:moveTo>
                    <a:pt x="185" y="129"/>
                  </a:moveTo>
                  <a:cubicBezTo>
                    <a:pt x="185" y="130"/>
                    <a:pt x="183" y="131"/>
                    <a:pt x="182" y="130"/>
                  </a:cubicBezTo>
                  <a:cubicBezTo>
                    <a:pt x="182" y="130"/>
                    <a:pt x="171" y="125"/>
                    <a:pt x="155" y="121"/>
                  </a:cubicBezTo>
                  <a:cubicBezTo>
                    <a:pt x="138" y="117"/>
                    <a:pt x="128" y="115"/>
                    <a:pt x="111" y="114"/>
                  </a:cubicBezTo>
                  <a:cubicBezTo>
                    <a:pt x="94" y="115"/>
                    <a:pt x="83" y="117"/>
                    <a:pt x="66" y="121"/>
                  </a:cubicBezTo>
                  <a:cubicBezTo>
                    <a:pt x="50" y="125"/>
                    <a:pt x="40" y="130"/>
                    <a:pt x="40" y="130"/>
                  </a:cubicBezTo>
                  <a:cubicBezTo>
                    <a:pt x="39" y="131"/>
                    <a:pt x="37" y="130"/>
                    <a:pt x="37" y="129"/>
                  </a:cubicBezTo>
                  <a:cubicBezTo>
                    <a:pt x="36" y="128"/>
                    <a:pt x="36" y="127"/>
                    <a:pt x="38" y="126"/>
                  </a:cubicBezTo>
                  <a:cubicBezTo>
                    <a:pt x="38" y="126"/>
                    <a:pt x="49" y="120"/>
                    <a:pt x="65" y="116"/>
                  </a:cubicBezTo>
                  <a:cubicBezTo>
                    <a:pt x="82" y="112"/>
                    <a:pt x="92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30" y="110"/>
                    <a:pt x="140" y="112"/>
                    <a:pt x="157" y="116"/>
                  </a:cubicBezTo>
                  <a:cubicBezTo>
                    <a:pt x="173" y="120"/>
                    <a:pt x="184" y="126"/>
                    <a:pt x="184" y="126"/>
                  </a:cubicBezTo>
                  <a:cubicBezTo>
                    <a:pt x="185" y="127"/>
                    <a:pt x="186" y="128"/>
                    <a:pt x="185" y="129"/>
                  </a:cubicBezTo>
                  <a:moveTo>
                    <a:pt x="184" y="113"/>
                  </a:moveTo>
                  <a:cubicBezTo>
                    <a:pt x="183" y="114"/>
                    <a:pt x="183" y="115"/>
                    <a:pt x="182" y="116"/>
                  </a:cubicBezTo>
                  <a:cubicBezTo>
                    <a:pt x="182" y="117"/>
                    <a:pt x="181" y="117"/>
                    <a:pt x="181" y="117"/>
                  </a:cubicBezTo>
                  <a:cubicBezTo>
                    <a:pt x="181" y="117"/>
                    <a:pt x="178" y="117"/>
                    <a:pt x="176" y="116"/>
                  </a:cubicBezTo>
                  <a:cubicBezTo>
                    <a:pt x="174" y="115"/>
                    <a:pt x="172" y="114"/>
                    <a:pt x="172" y="114"/>
                  </a:cubicBezTo>
                  <a:cubicBezTo>
                    <a:pt x="172" y="114"/>
                    <a:pt x="173" y="113"/>
                    <a:pt x="173" y="112"/>
                  </a:cubicBezTo>
                  <a:cubicBezTo>
                    <a:pt x="178" y="108"/>
                    <a:pt x="183" y="99"/>
                    <a:pt x="184" y="94"/>
                  </a:cubicBezTo>
                  <a:cubicBezTo>
                    <a:pt x="187" y="86"/>
                    <a:pt x="188" y="80"/>
                    <a:pt x="188" y="74"/>
                  </a:cubicBezTo>
                  <a:cubicBezTo>
                    <a:pt x="188" y="74"/>
                    <a:pt x="188" y="73"/>
                    <a:pt x="188" y="72"/>
                  </a:cubicBezTo>
                  <a:cubicBezTo>
                    <a:pt x="188" y="71"/>
                    <a:pt x="187" y="70"/>
                    <a:pt x="187" y="70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90" y="71"/>
                    <a:pt x="195" y="75"/>
                    <a:pt x="197" y="77"/>
                  </a:cubicBezTo>
                  <a:cubicBezTo>
                    <a:pt x="200" y="79"/>
                    <a:pt x="201" y="81"/>
                    <a:pt x="202" y="84"/>
                  </a:cubicBezTo>
                  <a:cubicBezTo>
                    <a:pt x="203" y="86"/>
                    <a:pt x="203" y="87"/>
                    <a:pt x="203" y="87"/>
                  </a:cubicBezTo>
                  <a:cubicBezTo>
                    <a:pt x="203" y="89"/>
                    <a:pt x="202" y="90"/>
                    <a:pt x="201" y="92"/>
                  </a:cubicBezTo>
                  <a:cubicBezTo>
                    <a:pt x="199" y="96"/>
                    <a:pt x="196" y="100"/>
                    <a:pt x="192" y="104"/>
                  </a:cubicBezTo>
                  <a:cubicBezTo>
                    <a:pt x="188" y="109"/>
                    <a:pt x="185" y="112"/>
                    <a:pt x="184" y="113"/>
                  </a:cubicBezTo>
                  <a:moveTo>
                    <a:pt x="193" y="121"/>
                  </a:moveTo>
                  <a:cubicBezTo>
                    <a:pt x="191" y="121"/>
                    <a:pt x="189" y="119"/>
                    <a:pt x="189" y="116"/>
                  </a:cubicBezTo>
                  <a:cubicBezTo>
                    <a:pt x="189" y="114"/>
                    <a:pt x="191" y="112"/>
                    <a:pt x="193" y="112"/>
                  </a:cubicBezTo>
                  <a:cubicBezTo>
                    <a:pt x="196" y="112"/>
                    <a:pt x="198" y="114"/>
                    <a:pt x="198" y="116"/>
                  </a:cubicBezTo>
                  <a:cubicBezTo>
                    <a:pt x="198" y="119"/>
                    <a:pt x="196" y="121"/>
                    <a:pt x="193" y="121"/>
                  </a:cubicBezTo>
                  <a:moveTo>
                    <a:pt x="204" y="111"/>
                  </a:moveTo>
                  <a:cubicBezTo>
                    <a:pt x="201" y="111"/>
                    <a:pt x="199" y="108"/>
                    <a:pt x="199" y="106"/>
                  </a:cubicBezTo>
                  <a:cubicBezTo>
                    <a:pt x="199" y="103"/>
                    <a:pt x="201" y="101"/>
                    <a:pt x="204" y="101"/>
                  </a:cubicBezTo>
                  <a:cubicBezTo>
                    <a:pt x="206" y="101"/>
                    <a:pt x="208" y="103"/>
                    <a:pt x="208" y="106"/>
                  </a:cubicBezTo>
                  <a:cubicBezTo>
                    <a:pt x="208" y="108"/>
                    <a:pt x="206" y="111"/>
                    <a:pt x="204" y="111"/>
                  </a:cubicBezTo>
                  <a:moveTo>
                    <a:pt x="213" y="97"/>
                  </a:moveTo>
                  <a:cubicBezTo>
                    <a:pt x="210" y="97"/>
                    <a:pt x="208" y="95"/>
                    <a:pt x="208" y="92"/>
                  </a:cubicBezTo>
                  <a:cubicBezTo>
                    <a:pt x="208" y="90"/>
                    <a:pt x="210" y="88"/>
                    <a:pt x="213" y="88"/>
                  </a:cubicBezTo>
                  <a:cubicBezTo>
                    <a:pt x="215" y="88"/>
                    <a:pt x="217" y="90"/>
                    <a:pt x="217" y="92"/>
                  </a:cubicBezTo>
                  <a:cubicBezTo>
                    <a:pt x="217" y="95"/>
                    <a:pt x="215" y="97"/>
                    <a:pt x="213" y="9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2" name="Freeform 221">
              <a:extLst>
                <a:ext uri="{FF2B5EF4-FFF2-40B4-BE49-F238E27FC236}">
                  <a16:creationId xmlns:a16="http://schemas.microsoft.com/office/drawing/2014/main" id="{9B42303F-81E3-4ECA-9078-FF1E53908C4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42088" y="12839700"/>
              <a:ext cx="79375" cy="46037"/>
            </a:xfrm>
            <a:custGeom>
              <a:avLst/>
              <a:gdLst>
                <a:gd name="T0" fmla="*/ 107 w 125"/>
                <a:gd name="T1" fmla="*/ 12 h 72"/>
                <a:gd name="T2" fmla="*/ 90 w 125"/>
                <a:gd name="T3" fmla="*/ 27 h 72"/>
                <a:gd name="T4" fmla="*/ 84 w 125"/>
                <a:gd name="T5" fmla="*/ 34 h 72"/>
                <a:gd name="T6" fmla="*/ 81 w 125"/>
                <a:gd name="T7" fmla="*/ 21 h 72"/>
                <a:gd name="T8" fmla="*/ 72 w 125"/>
                <a:gd name="T9" fmla="*/ 10 h 72"/>
                <a:gd name="T10" fmla="*/ 63 w 125"/>
                <a:gd name="T11" fmla="*/ 0 h 72"/>
                <a:gd name="T12" fmla="*/ 54 w 125"/>
                <a:gd name="T13" fmla="*/ 9 h 72"/>
                <a:gd name="T14" fmla="*/ 44 w 125"/>
                <a:gd name="T15" fmla="*/ 20 h 72"/>
                <a:gd name="T16" fmla="*/ 41 w 125"/>
                <a:gd name="T17" fmla="*/ 33 h 72"/>
                <a:gd name="T18" fmla="*/ 35 w 125"/>
                <a:gd name="T19" fmla="*/ 26 h 72"/>
                <a:gd name="T20" fmla="*/ 19 w 125"/>
                <a:gd name="T21" fmla="*/ 11 h 72"/>
                <a:gd name="T22" fmla="*/ 2 w 125"/>
                <a:gd name="T23" fmla="*/ 16 h 72"/>
                <a:gd name="T24" fmla="*/ 28 w 125"/>
                <a:gd name="T25" fmla="*/ 62 h 72"/>
                <a:gd name="T26" fmla="*/ 61 w 125"/>
                <a:gd name="T27" fmla="*/ 72 h 72"/>
                <a:gd name="T28" fmla="*/ 65 w 125"/>
                <a:gd name="T29" fmla="*/ 72 h 72"/>
                <a:gd name="T30" fmla="*/ 110 w 125"/>
                <a:gd name="T31" fmla="*/ 31 h 72"/>
                <a:gd name="T32" fmla="*/ 70 w 125"/>
                <a:gd name="T33" fmla="*/ 15 h 72"/>
                <a:gd name="T34" fmla="*/ 72 w 125"/>
                <a:gd name="T35" fmla="*/ 26 h 72"/>
                <a:gd name="T36" fmla="*/ 70 w 125"/>
                <a:gd name="T37" fmla="*/ 15 h 72"/>
                <a:gd name="T38" fmla="*/ 56 w 125"/>
                <a:gd name="T39" fmla="*/ 15 h 72"/>
                <a:gd name="T40" fmla="*/ 54 w 125"/>
                <a:gd name="T41" fmla="*/ 25 h 72"/>
                <a:gd name="T42" fmla="*/ 21 w 125"/>
                <a:gd name="T43" fmla="*/ 25 h 72"/>
                <a:gd name="T44" fmla="*/ 16 w 125"/>
                <a:gd name="T45" fmla="*/ 16 h 72"/>
                <a:gd name="T46" fmla="*/ 32 w 125"/>
                <a:gd name="T47" fmla="*/ 21 h 72"/>
                <a:gd name="T48" fmla="*/ 29 w 125"/>
                <a:gd name="T49" fmla="*/ 28 h 72"/>
                <a:gd name="T50" fmla="*/ 30 w 125"/>
                <a:gd name="T51" fmla="*/ 50 h 72"/>
                <a:gd name="T52" fmla="*/ 40 w 125"/>
                <a:gd name="T53" fmla="*/ 45 h 72"/>
                <a:gd name="T54" fmla="*/ 26 w 125"/>
                <a:gd name="T55" fmla="*/ 41 h 72"/>
                <a:gd name="T56" fmla="*/ 52 w 125"/>
                <a:gd name="T57" fmla="*/ 41 h 72"/>
                <a:gd name="T58" fmla="*/ 59 w 125"/>
                <a:gd name="T59" fmla="*/ 47 h 72"/>
                <a:gd name="T60" fmla="*/ 29 w 125"/>
                <a:gd name="T61" fmla="*/ 52 h 72"/>
                <a:gd name="T62" fmla="*/ 35 w 125"/>
                <a:gd name="T63" fmla="*/ 64 h 72"/>
                <a:gd name="T64" fmla="*/ 38 w 125"/>
                <a:gd name="T65" fmla="*/ 59 h 72"/>
                <a:gd name="T66" fmla="*/ 39 w 125"/>
                <a:gd name="T67" fmla="*/ 63 h 72"/>
                <a:gd name="T68" fmla="*/ 42 w 125"/>
                <a:gd name="T69" fmla="*/ 58 h 72"/>
                <a:gd name="T70" fmla="*/ 53 w 125"/>
                <a:gd name="T71" fmla="*/ 68 h 72"/>
                <a:gd name="T72" fmla="*/ 53 w 125"/>
                <a:gd name="T73" fmla="*/ 57 h 72"/>
                <a:gd name="T74" fmla="*/ 56 w 125"/>
                <a:gd name="T75" fmla="*/ 68 h 72"/>
                <a:gd name="T76" fmla="*/ 59 w 125"/>
                <a:gd name="T77" fmla="*/ 68 h 72"/>
                <a:gd name="T78" fmla="*/ 58 w 125"/>
                <a:gd name="T79" fmla="*/ 9 h 72"/>
                <a:gd name="T80" fmla="*/ 67 w 125"/>
                <a:gd name="T81" fmla="*/ 12 h 72"/>
                <a:gd name="T82" fmla="*/ 61 w 125"/>
                <a:gd name="T83" fmla="*/ 15 h 72"/>
                <a:gd name="T84" fmla="*/ 63 w 125"/>
                <a:gd name="T85" fmla="*/ 57 h 72"/>
                <a:gd name="T86" fmla="*/ 74 w 125"/>
                <a:gd name="T87" fmla="*/ 68 h 72"/>
                <a:gd name="T88" fmla="*/ 74 w 125"/>
                <a:gd name="T89" fmla="*/ 58 h 72"/>
                <a:gd name="T90" fmla="*/ 78 w 125"/>
                <a:gd name="T91" fmla="*/ 68 h 72"/>
                <a:gd name="T92" fmla="*/ 82 w 125"/>
                <a:gd name="T93" fmla="*/ 67 h 72"/>
                <a:gd name="T94" fmla="*/ 85 w 125"/>
                <a:gd name="T95" fmla="*/ 64 h 72"/>
                <a:gd name="T96" fmla="*/ 86 w 125"/>
                <a:gd name="T97" fmla="*/ 60 h 72"/>
                <a:gd name="T98" fmla="*/ 90 w 125"/>
                <a:gd name="T99" fmla="*/ 65 h 72"/>
                <a:gd name="T100" fmla="*/ 84 w 125"/>
                <a:gd name="T101" fmla="*/ 46 h 72"/>
                <a:gd name="T102" fmla="*/ 94 w 125"/>
                <a:gd name="T103" fmla="*/ 52 h 72"/>
                <a:gd name="T104" fmla="*/ 66 w 125"/>
                <a:gd name="T105" fmla="*/ 53 h 72"/>
                <a:gd name="T106" fmla="*/ 76 w 125"/>
                <a:gd name="T107" fmla="*/ 45 h 72"/>
                <a:gd name="T108" fmla="*/ 66 w 125"/>
                <a:gd name="T109" fmla="*/ 36 h 72"/>
                <a:gd name="T110" fmla="*/ 104 w 125"/>
                <a:gd name="T111" fmla="*/ 27 h 72"/>
                <a:gd name="T112" fmla="*/ 93 w 125"/>
                <a:gd name="T113" fmla="*/ 24 h 72"/>
                <a:gd name="T114" fmla="*/ 100 w 125"/>
                <a:gd name="T115" fmla="*/ 21 h 72"/>
                <a:gd name="T116" fmla="*/ 114 w 125"/>
                <a:gd name="T117" fmla="*/ 1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5" h="72">
                  <a:moveTo>
                    <a:pt x="125" y="16"/>
                  </a:moveTo>
                  <a:cubicBezTo>
                    <a:pt x="124" y="13"/>
                    <a:pt x="117" y="11"/>
                    <a:pt x="114" y="11"/>
                  </a:cubicBezTo>
                  <a:cubicBezTo>
                    <a:pt x="111" y="11"/>
                    <a:pt x="109" y="11"/>
                    <a:pt x="107" y="12"/>
                  </a:cubicBezTo>
                  <a:cubicBezTo>
                    <a:pt x="105" y="14"/>
                    <a:pt x="100" y="17"/>
                    <a:pt x="100" y="17"/>
                  </a:cubicBezTo>
                  <a:cubicBezTo>
                    <a:pt x="97" y="17"/>
                    <a:pt x="88" y="15"/>
                    <a:pt x="87" y="21"/>
                  </a:cubicBezTo>
                  <a:cubicBezTo>
                    <a:pt x="87" y="23"/>
                    <a:pt x="89" y="26"/>
                    <a:pt x="90" y="27"/>
                  </a:cubicBezTo>
                  <a:cubicBezTo>
                    <a:pt x="91" y="28"/>
                    <a:pt x="92" y="29"/>
                    <a:pt x="92" y="30"/>
                  </a:cubicBezTo>
                  <a:cubicBezTo>
                    <a:pt x="92" y="30"/>
                    <a:pt x="92" y="30"/>
                    <a:pt x="90" y="31"/>
                  </a:cubicBezTo>
                  <a:cubicBezTo>
                    <a:pt x="87" y="33"/>
                    <a:pt x="84" y="34"/>
                    <a:pt x="84" y="34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76" y="32"/>
                    <a:pt x="77" y="33"/>
                    <a:pt x="74" y="30"/>
                  </a:cubicBezTo>
                  <a:cubicBezTo>
                    <a:pt x="78" y="28"/>
                    <a:pt x="81" y="25"/>
                    <a:pt x="81" y="21"/>
                  </a:cubicBezTo>
                  <a:cubicBezTo>
                    <a:pt x="81" y="15"/>
                    <a:pt x="77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1"/>
                    <a:pt x="72" y="10"/>
                    <a:pt x="72" y="10"/>
                  </a:cubicBezTo>
                  <a:cubicBezTo>
                    <a:pt x="72" y="5"/>
                    <a:pt x="68" y="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1"/>
                    <a:pt x="54" y="4"/>
                    <a:pt x="54" y="9"/>
                  </a:cubicBezTo>
                  <a:cubicBezTo>
                    <a:pt x="54" y="10"/>
                    <a:pt x="54" y="10"/>
                    <a:pt x="54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9" y="10"/>
                    <a:pt x="44" y="15"/>
                    <a:pt x="44" y="20"/>
                  </a:cubicBezTo>
                  <a:cubicBezTo>
                    <a:pt x="44" y="24"/>
                    <a:pt x="47" y="28"/>
                    <a:pt x="51" y="29"/>
                  </a:cubicBezTo>
                  <a:cubicBezTo>
                    <a:pt x="48" y="32"/>
                    <a:pt x="49" y="31"/>
                    <a:pt x="43" y="32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38" y="32"/>
                    <a:pt x="35" y="30"/>
                  </a:cubicBezTo>
                  <a:cubicBezTo>
                    <a:pt x="33" y="29"/>
                    <a:pt x="33" y="29"/>
                    <a:pt x="33" y="28"/>
                  </a:cubicBezTo>
                  <a:cubicBezTo>
                    <a:pt x="33" y="28"/>
                    <a:pt x="34" y="27"/>
                    <a:pt x="35" y="26"/>
                  </a:cubicBezTo>
                  <a:cubicBezTo>
                    <a:pt x="36" y="25"/>
                    <a:pt x="38" y="22"/>
                    <a:pt x="38" y="20"/>
                  </a:cubicBezTo>
                  <a:cubicBezTo>
                    <a:pt x="37" y="14"/>
                    <a:pt x="29" y="16"/>
                    <a:pt x="25" y="16"/>
                  </a:cubicBezTo>
                  <a:cubicBezTo>
                    <a:pt x="25" y="16"/>
                    <a:pt x="20" y="12"/>
                    <a:pt x="19" y="11"/>
                  </a:cubicBezTo>
                  <a:cubicBezTo>
                    <a:pt x="17" y="9"/>
                    <a:pt x="14" y="9"/>
                    <a:pt x="12" y="9"/>
                  </a:cubicBezTo>
                  <a:cubicBezTo>
                    <a:pt x="9" y="9"/>
                    <a:pt x="2" y="10"/>
                    <a:pt x="1" y="13"/>
                  </a:cubicBezTo>
                  <a:cubicBezTo>
                    <a:pt x="0" y="14"/>
                    <a:pt x="1" y="16"/>
                    <a:pt x="2" y="16"/>
                  </a:cubicBezTo>
                  <a:cubicBezTo>
                    <a:pt x="4" y="17"/>
                    <a:pt x="10" y="23"/>
                    <a:pt x="15" y="29"/>
                  </a:cubicBezTo>
                  <a:cubicBezTo>
                    <a:pt x="19" y="34"/>
                    <a:pt x="23" y="44"/>
                    <a:pt x="24" y="48"/>
                  </a:cubicBezTo>
                  <a:cubicBezTo>
                    <a:pt x="24" y="48"/>
                    <a:pt x="28" y="62"/>
                    <a:pt x="28" y="62"/>
                  </a:cubicBezTo>
                  <a:cubicBezTo>
                    <a:pt x="28" y="69"/>
                    <a:pt x="46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77" y="72"/>
                    <a:pt x="95" y="70"/>
                    <a:pt x="96" y="64"/>
                  </a:cubicBezTo>
                  <a:cubicBezTo>
                    <a:pt x="96" y="63"/>
                    <a:pt x="100" y="50"/>
                    <a:pt x="100" y="50"/>
                  </a:cubicBezTo>
                  <a:cubicBezTo>
                    <a:pt x="101" y="45"/>
                    <a:pt x="106" y="36"/>
                    <a:pt x="110" y="31"/>
                  </a:cubicBezTo>
                  <a:cubicBezTo>
                    <a:pt x="115" y="25"/>
                    <a:pt x="121" y="19"/>
                    <a:pt x="123" y="19"/>
                  </a:cubicBezTo>
                  <a:cubicBezTo>
                    <a:pt x="125" y="18"/>
                    <a:pt x="125" y="17"/>
                    <a:pt x="125" y="16"/>
                  </a:cubicBezTo>
                  <a:moveTo>
                    <a:pt x="70" y="15"/>
                  </a:moveTo>
                  <a:cubicBezTo>
                    <a:pt x="71" y="15"/>
                    <a:pt x="71" y="15"/>
                    <a:pt x="72" y="15"/>
                  </a:cubicBezTo>
                  <a:cubicBezTo>
                    <a:pt x="75" y="15"/>
                    <a:pt x="77" y="17"/>
                    <a:pt x="77" y="20"/>
                  </a:cubicBezTo>
                  <a:cubicBezTo>
                    <a:pt x="77" y="23"/>
                    <a:pt x="75" y="26"/>
                    <a:pt x="72" y="26"/>
                  </a:cubicBezTo>
                  <a:cubicBezTo>
                    <a:pt x="69" y="26"/>
                    <a:pt x="66" y="23"/>
                    <a:pt x="66" y="20"/>
                  </a:cubicBezTo>
                  <a:cubicBezTo>
                    <a:pt x="66" y="19"/>
                    <a:pt x="67" y="19"/>
                    <a:pt x="67" y="18"/>
                  </a:cubicBezTo>
                  <a:cubicBezTo>
                    <a:pt x="68" y="17"/>
                    <a:pt x="69" y="16"/>
                    <a:pt x="70" y="15"/>
                  </a:cubicBezTo>
                  <a:moveTo>
                    <a:pt x="48" y="20"/>
                  </a:moveTo>
                  <a:cubicBezTo>
                    <a:pt x="48" y="17"/>
                    <a:pt x="51" y="14"/>
                    <a:pt x="54" y="15"/>
                  </a:cubicBezTo>
                  <a:cubicBezTo>
                    <a:pt x="54" y="15"/>
                    <a:pt x="55" y="15"/>
                    <a:pt x="56" y="15"/>
                  </a:cubicBezTo>
                  <a:cubicBezTo>
                    <a:pt x="56" y="16"/>
                    <a:pt x="57" y="17"/>
                    <a:pt x="59" y="18"/>
                  </a:cubicBezTo>
                  <a:cubicBezTo>
                    <a:pt x="59" y="18"/>
                    <a:pt x="59" y="19"/>
                    <a:pt x="59" y="20"/>
                  </a:cubicBezTo>
                  <a:cubicBezTo>
                    <a:pt x="59" y="23"/>
                    <a:pt x="57" y="26"/>
                    <a:pt x="54" y="25"/>
                  </a:cubicBezTo>
                  <a:cubicBezTo>
                    <a:pt x="51" y="25"/>
                    <a:pt x="48" y="23"/>
                    <a:pt x="48" y="20"/>
                  </a:cubicBezTo>
                  <a:moveTo>
                    <a:pt x="24" y="32"/>
                  </a:moveTo>
                  <a:cubicBezTo>
                    <a:pt x="23" y="31"/>
                    <a:pt x="25" y="24"/>
                    <a:pt x="21" y="25"/>
                  </a:cubicBezTo>
                  <a:cubicBezTo>
                    <a:pt x="17" y="26"/>
                    <a:pt x="12" y="17"/>
                    <a:pt x="6" y="14"/>
                  </a:cubicBezTo>
                  <a:cubicBezTo>
                    <a:pt x="7" y="14"/>
                    <a:pt x="10" y="13"/>
                    <a:pt x="11" y="13"/>
                  </a:cubicBezTo>
                  <a:cubicBezTo>
                    <a:pt x="13" y="13"/>
                    <a:pt x="14" y="15"/>
                    <a:pt x="16" y="16"/>
                  </a:cubicBezTo>
                  <a:cubicBezTo>
                    <a:pt x="17" y="17"/>
                    <a:pt x="19" y="19"/>
                    <a:pt x="21" y="19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8" y="20"/>
                    <a:pt x="31" y="20"/>
                    <a:pt x="32" y="21"/>
                  </a:cubicBezTo>
                  <a:cubicBezTo>
                    <a:pt x="32" y="21"/>
                    <a:pt x="33" y="22"/>
                    <a:pt x="33" y="22"/>
                  </a:cubicBezTo>
                  <a:cubicBezTo>
                    <a:pt x="33" y="23"/>
                    <a:pt x="33" y="23"/>
                    <a:pt x="32" y="23"/>
                  </a:cubicBezTo>
                  <a:cubicBezTo>
                    <a:pt x="31" y="24"/>
                    <a:pt x="29" y="26"/>
                    <a:pt x="29" y="28"/>
                  </a:cubicBezTo>
                  <a:cubicBezTo>
                    <a:pt x="31" y="34"/>
                    <a:pt x="26" y="35"/>
                    <a:pt x="24" y="32"/>
                  </a:cubicBezTo>
                  <a:moveTo>
                    <a:pt x="29" y="52"/>
                  </a:moveTo>
                  <a:cubicBezTo>
                    <a:pt x="30" y="51"/>
                    <a:pt x="30" y="51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3" y="50"/>
                    <a:pt x="37" y="49"/>
                  </a:cubicBezTo>
                  <a:cubicBezTo>
                    <a:pt x="39" y="48"/>
                    <a:pt x="40" y="47"/>
                    <a:pt x="40" y="45"/>
                  </a:cubicBezTo>
                  <a:cubicBezTo>
                    <a:pt x="40" y="43"/>
                    <a:pt x="38" y="42"/>
                    <a:pt x="36" y="42"/>
                  </a:cubicBezTo>
                  <a:cubicBezTo>
                    <a:pt x="34" y="43"/>
                    <a:pt x="30" y="44"/>
                    <a:pt x="28" y="45"/>
                  </a:cubicBezTo>
                  <a:cubicBezTo>
                    <a:pt x="27" y="44"/>
                    <a:pt x="27" y="43"/>
                    <a:pt x="26" y="41"/>
                  </a:cubicBezTo>
                  <a:cubicBezTo>
                    <a:pt x="32" y="38"/>
                    <a:pt x="45" y="36"/>
                    <a:pt x="59" y="36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0" y="41"/>
                    <a:pt x="49" y="42"/>
                    <a:pt x="49" y="44"/>
                  </a:cubicBezTo>
                  <a:cubicBezTo>
                    <a:pt x="49" y="46"/>
                    <a:pt x="50" y="47"/>
                    <a:pt x="52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9" y="53"/>
                    <a:pt x="37" y="54"/>
                    <a:pt x="31" y="58"/>
                  </a:cubicBezTo>
                  <a:cubicBezTo>
                    <a:pt x="30" y="56"/>
                    <a:pt x="30" y="53"/>
                    <a:pt x="29" y="52"/>
                  </a:cubicBezTo>
                  <a:moveTo>
                    <a:pt x="39" y="63"/>
                  </a:moveTo>
                  <a:cubicBezTo>
                    <a:pt x="39" y="64"/>
                    <a:pt x="39" y="65"/>
                    <a:pt x="38" y="65"/>
                  </a:cubicBezTo>
                  <a:cubicBezTo>
                    <a:pt x="37" y="65"/>
                    <a:pt x="36" y="65"/>
                    <a:pt x="35" y="64"/>
                  </a:cubicBezTo>
                  <a:cubicBezTo>
                    <a:pt x="34" y="64"/>
                    <a:pt x="34" y="63"/>
                    <a:pt x="33" y="62"/>
                  </a:cubicBezTo>
                  <a:cubicBezTo>
                    <a:pt x="34" y="62"/>
                    <a:pt x="34" y="61"/>
                    <a:pt x="35" y="60"/>
                  </a:cubicBezTo>
                  <a:cubicBezTo>
                    <a:pt x="36" y="59"/>
                    <a:pt x="37" y="59"/>
                    <a:pt x="38" y="59"/>
                  </a:cubicBezTo>
                  <a:cubicBezTo>
                    <a:pt x="39" y="60"/>
                    <a:pt x="39" y="60"/>
                    <a:pt x="39" y="61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3"/>
                    <a:pt x="39" y="63"/>
                    <a:pt x="39" y="63"/>
                  </a:cubicBezTo>
                  <a:moveTo>
                    <a:pt x="45" y="67"/>
                  </a:moveTo>
                  <a:cubicBezTo>
                    <a:pt x="44" y="67"/>
                    <a:pt x="43" y="66"/>
                    <a:pt x="42" y="66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3" y="58"/>
                    <a:pt x="44" y="58"/>
                    <a:pt x="46" y="58"/>
                  </a:cubicBezTo>
                  <a:lnTo>
                    <a:pt x="45" y="67"/>
                  </a:lnTo>
                  <a:close/>
                  <a:moveTo>
                    <a:pt x="53" y="68"/>
                  </a:moveTo>
                  <a:cubicBezTo>
                    <a:pt x="51" y="68"/>
                    <a:pt x="50" y="68"/>
                    <a:pt x="49" y="6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1" y="57"/>
                    <a:pt x="52" y="57"/>
                    <a:pt x="53" y="57"/>
                  </a:cubicBezTo>
                  <a:lnTo>
                    <a:pt x="53" y="68"/>
                  </a:lnTo>
                  <a:close/>
                  <a:moveTo>
                    <a:pt x="59" y="68"/>
                  </a:moveTo>
                  <a:cubicBezTo>
                    <a:pt x="60" y="68"/>
                    <a:pt x="56" y="68"/>
                    <a:pt x="56" y="68"/>
                  </a:cubicBezTo>
                  <a:cubicBezTo>
                    <a:pt x="56" y="57"/>
                    <a:pt x="56" y="57"/>
                    <a:pt x="56" y="57"/>
                  </a:cubicBezTo>
                  <a:cubicBezTo>
                    <a:pt x="56" y="57"/>
                    <a:pt x="58" y="57"/>
                    <a:pt x="59" y="57"/>
                  </a:cubicBezTo>
                  <a:lnTo>
                    <a:pt x="59" y="68"/>
                  </a:lnTo>
                  <a:close/>
                  <a:moveTo>
                    <a:pt x="61" y="15"/>
                  </a:moveTo>
                  <a:cubicBezTo>
                    <a:pt x="60" y="14"/>
                    <a:pt x="59" y="13"/>
                    <a:pt x="59" y="12"/>
                  </a:cubicBezTo>
                  <a:cubicBezTo>
                    <a:pt x="58" y="11"/>
                    <a:pt x="58" y="10"/>
                    <a:pt x="58" y="9"/>
                  </a:cubicBezTo>
                  <a:cubicBezTo>
                    <a:pt x="58" y="7"/>
                    <a:pt x="60" y="4"/>
                    <a:pt x="63" y="4"/>
                  </a:cubicBezTo>
                  <a:cubicBezTo>
                    <a:pt x="66" y="4"/>
                    <a:pt x="68" y="7"/>
                    <a:pt x="68" y="10"/>
                  </a:cubicBezTo>
                  <a:cubicBezTo>
                    <a:pt x="68" y="11"/>
                    <a:pt x="68" y="11"/>
                    <a:pt x="67" y="12"/>
                  </a:cubicBezTo>
                  <a:cubicBezTo>
                    <a:pt x="66" y="14"/>
                    <a:pt x="65" y="14"/>
                    <a:pt x="64" y="15"/>
                  </a:cubicBezTo>
                  <a:cubicBezTo>
                    <a:pt x="64" y="15"/>
                    <a:pt x="63" y="15"/>
                    <a:pt x="63" y="15"/>
                  </a:cubicBezTo>
                  <a:cubicBezTo>
                    <a:pt x="62" y="15"/>
                    <a:pt x="62" y="15"/>
                    <a:pt x="61" y="15"/>
                  </a:cubicBezTo>
                  <a:moveTo>
                    <a:pt x="68" y="68"/>
                  </a:moveTo>
                  <a:cubicBezTo>
                    <a:pt x="63" y="68"/>
                    <a:pt x="63" y="68"/>
                    <a:pt x="63" y="68"/>
                  </a:cubicBezTo>
                  <a:cubicBezTo>
                    <a:pt x="63" y="65"/>
                    <a:pt x="63" y="57"/>
                    <a:pt x="63" y="57"/>
                  </a:cubicBezTo>
                  <a:cubicBezTo>
                    <a:pt x="64" y="57"/>
                    <a:pt x="67" y="57"/>
                    <a:pt x="68" y="57"/>
                  </a:cubicBezTo>
                  <a:lnTo>
                    <a:pt x="68" y="68"/>
                  </a:lnTo>
                  <a:close/>
                  <a:moveTo>
                    <a:pt x="74" y="68"/>
                  </a:moveTo>
                  <a:cubicBezTo>
                    <a:pt x="73" y="68"/>
                    <a:pt x="72" y="68"/>
                    <a:pt x="71" y="68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2" y="57"/>
                    <a:pt x="73" y="58"/>
                    <a:pt x="74" y="58"/>
                  </a:cubicBezTo>
                  <a:lnTo>
                    <a:pt x="74" y="68"/>
                  </a:lnTo>
                  <a:close/>
                  <a:moveTo>
                    <a:pt x="82" y="67"/>
                  </a:moveTo>
                  <a:cubicBezTo>
                    <a:pt x="81" y="67"/>
                    <a:pt x="80" y="67"/>
                    <a:pt x="78" y="6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80" y="58"/>
                    <a:pt x="81" y="59"/>
                    <a:pt x="82" y="59"/>
                  </a:cubicBezTo>
                  <a:lnTo>
                    <a:pt x="82" y="67"/>
                  </a:lnTo>
                  <a:close/>
                  <a:moveTo>
                    <a:pt x="90" y="65"/>
                  </a:moveTo>
                  <a:cubicBezTo>
                    <a:pt x="89" y="66"/>
                    <a:pt x="87" y="66"/>
                    <a:pt x="86" y="66"/>
                  </a:cubicBezTo>
                  <a:cubicBezTo>
                    <a:pt x="86" y="66"/>
                    <a:pt x="86" y="65"/>
                    <a:pt x="85" y="64"/>
                  </a:cubicBezTo>
                  <a:cubicBezTo>
                    <a:pt x="85" y="64"/>
                    <a:pt x="85" y="64"/>
                    <a:pt x="85" y="63"/>
                  </a:cubicBezTo>
                  <a:cubicBezTo>
                    <a:pt x="85" y="63"/>
                    <a:pt x="85" y="63"/>
                    <a:pt x="85" y="62"/>
                  </a:cubicBezTo>
                  <a:cubicBezTo>
                    <a:pt x="85" y="61"/>
                    <a:pt x="86" y="61"/>
                    <a:pt x="86" y="60"/>
                  </a:cubicBezTo>
                  <a:cubicBezTo>
                    <a:pt x="87" y="60"/>
                    <a:pt x="88" y="60"/>
                    <a:pt x="89" y="61"/>
                  </a:cubicBezTo>
                  <a:cubicBezTo>
                    <a:pt x="90" y="62"/>
                    <a:pt x="91" y="62"/>
                    <a:pt x="91" y="63"/>
                  </a:cubicBezTo>
                  <a:cubicBezTo>
                    <a:pt x="91" y="64"/>
                    <a:pt x="90" y="65"/>
                    <a:pt x="90" y="65"/>
                  </a:cubicBezTo>
                  <a:moveTo>
                    <a:pt x="97" y="47"/>
                  </a:moveTo>
                  <a:cubicBezTo>
                    <a:pt x="94" y="45"/>
                    <a:pt x="90" y="44"/>
                    <a:pt x="88" y="43"/>
                  </a:cubicBezTo>
                  <a:cubicBezTo>
                    <a:pt x="87" y="43"/>
                    <a:pt x="85" y="44"/>
                    <a:pt x="84" y="46"/>
                  </a:cubicBezTo>
                  <a:cubicBezTo>
                    <a:pt x="84" y="48"/>
                    <a:pt x="85" y="49"/>
                    <a:pt x="87" y="50"/>
                  </a:cubicBezTo>
                  <a:cubicBezTo>
                    <a:pt x="91" y="51"/>
                    <a:pt x="94" y="52"/>
                    <a:pt x="94" y="53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94" y="52"/>
                    <a:pt x="95" y="53"/>
                  </a:cubicBezTo>
                  <a:cubicBezTo>
                    <a:pt x="94" y="55"/>
                    <a:pt x="94" y="57"/>
                    <a:pt x="93" y="59"/>
                  </a:cubicBezTo>
                  <a:cubicBezTo>
                    <a:pt x="87" y="55"/>
                    <a:pt x="75" y="53"/>
                    <a:pt x="66" y="53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5" y="42"/>
                    <a:pt x="73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80" y="37"/>
                    <a:pt x="93" y="39"/>
                    <a:pt x="98" y="43"/>
                  </a:cubicBezTo>
                  <a:cubicBezTo>
                    <a:pt x="98" y="44"/>
                    <a:pt x="97" y="45"/>
                    <a:pt x="97" y="47"/>
                  </a:cubicBezTo>
                  <a:moveTo>
                    <a:pt x="104" y="27"/>
                  </a:moveTo>
                  <a:cubicBezTo>
                    <a:pt x="101" y="25"/>
                    <a:pt x="102" y="32"/>
                    <a:pt x="101" y="34"/>
                  </a:cubicBezTo>
                  <a:cubicBezTo>
                    <a:pt x="99" y="37"/>
                    <a:pt x="94" y="36"/>
                    <a:pt x="96" y="30"/>
                  </a:cubicBezTo>
                  <a:cubicBezTo>
                    <a:pt x="96" y="27"/>
                    <a:pt x="94" y="25"/>
                    <a:pt x="93" y="24"/>
                  </a:cubicBezTo>
                  <a:cubicBezTo>
                    <a:pt x="93" y="24"/>
                    <a:pt x="92" y="24"/>
                    <a:pt x="93" y="23"/>
                  </a:cubicBezTo>
                  <a:cubicBezTo>
                    <a:pt x="93" y="23"/>
                    <a:pt x="93" y="23"/>
                    <a:pt x="93" y="22"/>
                  </a:cubicBezTo>
                  <a:cubicBezTo>
                    <a:pt x="95" y="22"/>
                    <a:pt x="98" y="21"/>
                    <a:pt x="100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6" y="21"/>
                    <a:pt x="108" y="19"/>
                    <a:pt x="110" y="18"/>
                  </a:cubicBezTo>
                  <a:cubicBezTo>
                    <a:pt x="111" y="16"/>
                    <a:pt x="113" y="15"/>
                    <a:pt x="114" y="15"/>
                  </a:cubicBezTo>
                  <a:cubicBezTo>
                    <a:pt x="116" y="15"/>
                    <a:pt x="118" y="16"/>
                    <a:pt x="120" y="16"/>
                  </a:cubicBezTo>
                  <a:cubicBezTo>
                    <a:pt x="114" y="19"/>
                    <a:pt x="109" y="28"/>
                    <a:pt x="104" y="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3" name="Freeform 222">
              <a:extLst>
                <a:ext uri="{FF2B5EF4-FFF2-40B4-BE49-F238E27FC236}">
                  <a16:creationId xmlns:a16="http://schemas.microsoft.com/office/drawing/2014/main" id="{683BC92A-0009-46C6-B12B-C4041799276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89701" y="12763500"/>
              <a:ext cx="79375" cy="47625"/>
            </a:xfrm>
            <a:custGeom>
              <a:avLst/>
              <a:gdLst>
                <a:gd name="T0" fmla="*/ 105 w 124"/>
                <a:gd name="T1" fmla="*/ 6 h 74"/>
                <a:gd name="T2" fmla="*/ 91 w 124"/>
                <a:gd name="T3" fmla="*/ 23 h 74"/>
                <a:gd name="T4" fmla="*/ 86 w 124"/>
                <a:gd name="T5" fmla="*/ 30 h 74"/>
                <a:gd name="T6" fmla="*/ 81 w 124"/>
                <a:gd name="T7" fmla="*/ 18 h 74"/>
                <a:gd name="T8" fmla="*/ 70 w 124"/>
                <a:gd name="T9" fmla="*/ 8 h 74"/>
                <a:gd name="T10" fmla="*/ 60 w 124"/>
                <a:gd name="T11" fmla="*/ 0 h 74"/>
                <a:gd name="T12" fmla="*/ 53 w 124"/>
                <a:gd name="T13" fmla="*/ 12 h 74"/>
                <a:gd name="T14" fmla="*/ 53 w 124"/>
                <a:gd name="T15" fmla="*/ 31 h 74"/>
                <a:gd name="T16" fmla="*/ 37 w 124"/>
                <a:gd name="T17" fmla="*/ 34 h 74"/>
                <a:gd name="T18" fmla="*/ 39 w 124"/>
                <a:gd name="T19" fmla="*/ 24 h 74"/>
                <a:gd name="T20" fmla="*/ 11 w 124"/>
                <a:gd name="T21" fmla="*/ 18 h 74"/>
                <a:gd name="T22" fmla="*/ 17 w 124"/>
                <a:gd name="T23" fmla="*/ 37 h 74"/>
                <a:gd name="T24" fmla="*/ 66 w 124"/>
                <a:gd name="T25" fmla="*/ 72 h 74"/>
                <a:gd name="T26" fmla="*/ 71 w 124"/>
                <a:gd name="T27" fmla="*/ 72 h 74"/>
                <a:gd name="T28" fmla="*/ 103 w 124"/>
                <a:gd name="T29" fmla="*/ 58 h 74"/>
                <a:gd name="T30" fmla="*/ 122 w 124"/>
                <a:gd name="T31" fmla="*/ 9 h 74"/>
                <a:gd name="T32" fmla="*/ 69 w 124"/>
                <a:gd name="T33" fmla="*/ 14 h 74"/>
                <a:gd name="T34" fmla="*/ 73 w 124"/>
                <a:gd name="T35" fmla="*/ 24 h 74"/>
                <a:gd name="T36" fmla="*/ 61 w 124"/>
                <a:gd name="T37" fmla="*/ 4 h 74"/>
                <a:gd name="T38" fmla="*/ 63 w 124"/>
                <a:gd name="T39" fmla="*/ 15 h 74"/>
                <a:gd name="T40" fmla="*/ 57 w 124"/>
                <a:gd name="T41" fmla="*/ 13 h 74"/>
                <a:gd name="T42" fmla="*/ 48 w 124"/>
                <a:gd name="T43" fmla="*/ 22 h 74"/>
                <a:gd name="T44" fmla="*/ 58 w 124"/>
                <a:gd name="T45" fmla="*/ 18 h 74"/>
                <a:gd name="T46" fmla="*/ 48 w 124"/>
                <a:gd name="T47" fmla="*/ 22 h 74"/>
                <a:gd name="T48" fmla="*/ 6 w 124"/>
                <a:gd name="T49" fmla="*/ 23 h 74"/>
                <a:gd name="T50" fmla="*/ 22 w 124"/>
                <a:gd name="T51" fmla="*/ 26 h 74"/>
                <a:gd name="T52" fmla="*/ 34 w 124"/>
                <a:gd name="T53" fmla="*/ 27 h 74"/>
                <a:gd name="T54" fmla="*/ 27 w 124"/>
                <a:gd name="T55" fmla="*/ 38 h 74"/>
                <a:gd name="T56" fmla="*/ 39 w 124"/>
                <a:gd name="T57" fmla="*/ 66 h 74"/>
                <a:gd name="T58" fmla="*/ 45 w 124"/>
                <a:gd name="T59" fmla="*/ 65 h 74"/>
                <a:gd name="T60" fmla="*/ 45 w 124"/>
                <a:gd name="T61" fmla="*/ 69 h 74"/>
                <a:gd name="T62" fmla="*/ 52 w 124"/>
                <a:gd name="T63" fmla="*/ 60 h 74"/>
                <a:gd name="T64" fmla="*/ 37 w 124"/>
                <a:gd name="T65" fmla="*/ 62 h 74"/>
                <a:gd name="T66" fmla="*/ 35 w 124"/>
                <a:gd name="T67" fmla="*/ 56 h 74"/>
                <a:gd name="T68" fmla="*/ 40 w 124"/>
                <a:gd name="T69" fmla="*/ 46 h 74"/>
                <a:gd name="T70" fmla="*/ 62 w 124"/>
                <a:gd name="T71" fmla="*/ 36 h 74"/>
                <a:gd name="T72" fmla="*/ 53 w 124"/>
                <a:gd name="T73" fmla="*/ 46 h 74"/>
                <a:gd name="T74" fmla="*/ 64 w 124"/>
                <a:gd name="T75" fmla="*/ 53 h 74"/>
                <a:gd name="T76" fmla="*/ 56 w 124"/>
                <a:gd name="T77" fmla="*/ 59 h 74"/>
                <a:gd name="T78" fmla="*/ 57 w 124"/>
                <a:gd name="T79" fmla="*/ 69 h 74"/>
                <a:gd name="T80" fmla="*/ 66 w 124"/>
                <a:gd name="T81" fmla="*/ 57 h 74"/>
                <a:gd name="T82" fmla="*/ 71 w 124"/>
                <a:gd name="T83" fmla="*/ 68 h 74"/>
                <a:gd name="T84" fmla="*/ 76 w 124"/>
                <a:gd name="T85" fmla="*/ 67 h 74"/>
                <a:gd name="T86" fmla="*/ 77 w 124"/>
                <a:gd name="T87" fmla="*/ 56 h 74"/>
                <a:gd name="T88" fmla="*/ 79 w 124"/>
                <a:gd name="T89" fmla="*/ 66 h 74"/>
                <a:gd name="T90" fmla="*/ 88 w 124"/>
                <a:gd name="T91" fmla="*/ 55 h 74"/>
                <a:gd name="T92" fmla="*/ 97 w 124"/>
                <a:gd name="T93" fmla="*/ 60 h 74"/>
                <a:gd name="T94" fmla="*/ 92 w 124"/>
                <a:gd name="T95" fmla="*/ 59 h 74"/>
                <a:gd name="T96" fmla="*/ 96 w 124"/>
                <a:gd name="T97" fmla="*/ 56 h 74"/>
                <a:gd name="T98" fmla="*/ 101 w 124"/>
                <a:gd name="T99" fmla="*/ 41 h 74"/>
                <a:gd name="T100" fmla="*/ 91 w 124"/>
                <a:gd name="T101" fmla="*/ 46 h 74"/>
                <a:gd name="T102" fmla="*/ 100 w 124"/>
                <a:gd name="T103" fmla="*/ 47 h 74"/>
                <a:gd name="T104" fmla="*/ 70 w 124"/>
                <a:gd name="T105" fmla="*/ 47 h 74"/>
                <a:gd name="T106" fmla="*/ 76 w 124"/>
                <a:gd name="T107" fmla="*/ 40 h 74"/>
                <a:gd name="T108" fmla="*/ 102 w 124"/>
                <a:gd name="T109" fmla="*/ 37 h 74"/>
                <a:gd name="T110" fmla="*/ 103 w 124"/>
                <a:gd name="T111" fmla="*/ 28 h 74"/>
                <a:gd name="T112" fmla="*/ 93 w 124"/>
                <a:gd name="T113" fmla="*/ 19 h 74"/>
                <a:gd name="T114" fmla="*/ 104 w 124"/>
                <a:gd name="T115" fmla="*/ 14 h 74"/>
                <a:gd name="T116" fmla="*/ 118 w 124"/>
                <a:gd name="T11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4" h="74">
                  <a:moveTo>
                    <a:pt x="124" y="6"/>
                  </a:moveTo>
                  <a:cubicBezTo>
                    <a:pt x="122" y="3"/>
                    <a:pt x="115" y="3"/>
                    <a:pt x="112" y="3"/>
                  </a:cubicBezTo>
                  <a:cubicBezTo>
                    <a:pt x="109" y="4"/>
                    <a:pt x="107" y="4"/>
                    <a:pt x="105" y="6"/>
                  </a:cubicBezTo>
                  <a:cubicBezTo>
                    <a:pt x="104" y="7"/>
                    <a:pt x="99" y="11"/>
                    <a:pt x="99" y="11"/>
                  </a:cubicBezTo>
                  <a:cubicBezTo>
                    <a:pt x="96" y="12"/>
                    <a:pt x="87" y="11"/>
                    <a:pt x="87" y="17"/>
                  </a:cubicBezTo>
                  <a:cubicBezTo>
                    <a:pt x="87" y="19"/>
                    <a:pt x="90" y="22"/>
                    <a:pt x="91" y="23"/>
                  </a:cubicBezTo>
                  <a:cubicBezTo>
                    <a:pt x="92" y="23"/>
                    <a:pt x="93" y="24"/>
                    <a:pt x="93" y="25"/>
                  </a:cubicBezTo>
                  <a:cubicBezTo>
                    <a:pt x="93" y="25"/>
                    <a:pt x="93" y="26"/>
                    <a:pt x="92" y="26"/>
                  </a:cubicBezTo>
                  <a:cubicBezTo>
                    <a:pt x="89" y="29"/>
                    <a:pt x="86" y="30"/>
                    <a:pt x="86" y="30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78" y="29"/>
                    <a:pt x="79" y="31"/>
                    <a:pt x="76" y="28"/>
                  </a:cubicBezTo>
                  <a:cubicBezTo>
                    <a:pt x="79" y="26"/>
                    <a:pt x="82" y="22"/>
                    <a:pt x="81" y="18"/>
                  </a:cubicBezTo>
                  <a:cubicBezTo>
                    <a:pt x="80" y="12"/>
                    <a:pt x="76" y="9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9"/>
                    <a:pt x="70" y="9"/>
                    <a:pt x="70" y="8"/>
                  </a:cubicBezTo>
                  <a:cubicBezTo>
                    <a:pt x="69" y="4"/>
                    <a:pt x="65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59" y="0"/>
                  </a:cubicBezTo>
                  <a:cubicBezTo>
                    <a:pt x="55" y="2"/>
                    <a:pt x="52" y="6"/>
                    <a:pt x="52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47" y="13"/>
                    <a:pt x="44" y="18"/>
                    <a:pt x="44" y="23"/>
                  </a:cubicBezTo>
                  <a:cubicBezTo>
                    <a:pt x="45" y="27"/>
                    <a:pt x="48" y="30"/>
                    <a:pt x="53" y="31"/>
                  </a:cubicBezTo>
                  <a:cubicBezTo>
                    <a:pt x="51" y="35"/>
                    <a:pt x="51" y="33"/>
                    <a:pt x="46" y="35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0" y="36"/>
                    <a:pt x="37" y="34"/>
                  </a:cubicBezTo>
                  <a:cubicBezTo>
                    <a:pt x="35" y="34"/>
                    <a:pt x="35" y="33"/>
                    <a:pt x="35" y="33"/>
                  </a:cubicBezTo>
                  <a:cubicBezTo>
                    <a:pt x="35" y="32"/>
                    <a:pt x="36" y="31"/>
                    <a:pt x="36" y="31"/>
                  </a:cubicBezTo>
                  <a:cubicBezTo>
                    <a:pt x="37" y="30"/>
                    <a:pt x="39" y="26"/>
                    <a:pt x="39" y="24"/>
                  </a:cubicBezTo>
                  <a:cubicBezTo>
                    <a:pt x="37" y="18"/>
                    <a:pt x="29" y="22"/>
                    <a:pt x="25" y="22"/>
                  </a:cubicBezTo>
                  <a:cubicBezTo>
                    <a:pt x="25" y="22"/>
                    <a:pt x="20" y="19"/>
                    <a:pt x="18" y="18"/>
                  </a:cubicBezTo>
                  <a:cubicBezTo>
                    <a:pt x="16" y="17"/>
                    <a:pt x="13" y="17"/>
                    <a:pt x="11" y="18"/>
                  </a:cubicBezTo>
                  <a:cubicBezTo>
                    <a:pt x="8" y="18"/>
                    <a:pt x="1" y="20"/>
                    <a:pt x="1" y="23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4" y="27"/>
                    <a:pt x="12" y="31"/>
                    <a:pt x="17" y="37"/>
                  </a:cubicBezTo>
                  <a:cubicBezTo>
                    <a:pt x="22" y="41"/>
                    <a:pt x="27" y="50"/>
                    <a:pt x="29" y="54"/>
                  </a:cubicBezTo>
                  <a:cubicBezTo>
                    <a:pt x="29" y="54"/>
                    <a:pt x="35" y="67"/>
                    <a:pt x="35" y="67"/>
                  </a:cubicBezTo>
                  <a:cubicBezTo>
                    <a:pt x="37" y="74"/>
                    <a:pt x="55" y="74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85" y="69"/>
                    <a:pt x="103" y="65"/>
                    <a:pt x="103" y="58"/>
                  </a:cubicBezTo>
                  <a:cubicBezTo>
                    <a:pt x="103" y="57"/>
                    <a:pt x="104" y="43"/>
                    <a:pt x="104" y="43"/>
                  </a:cubicBezTo>
                  <a:cubicBezTo>
                    <a:pt x="105" y="39"/>
                    <a:pt x="108" y="29"/>
                    <a:pt x="111" y="23"/>
                  </a:cubicBezTo>
                  <a:cubicBezTo>
                    <a:pt x="115" y="17"/>
                    <a:pt x="121" y="10"/>
                    <a:pt x="122" y="9"/>
                  </a:cubicBezTo>
                  <a:cubicBezTo>
                    <a:pt x="124" y="8"/>
                    <a:pt x="124" y="7"/>
                    <a:pt x="124" y="6"/>
                  </a:cubicBezTo>
                  <a:moveTo>
                    <a:pt x="67" y="17"/>
                  </a:moveTo>
                  <a:cubicBezTo>
                    <a:pt x="68" y="16"/>
                    <a:pt x="69" y="15"/>
                    <a:pt x="69" y="14"/>
                  </a:cubicBezTo>
                  <a:cubicBezTo>
                    <a:pt x="70" y="14"/>
                    <a:pt x="70" y="14"/>
                    <a:pt x="71" y="14"/>
                  </a:cubicBezTo>
                  <a:cubicBezTo>
                    <a:pt x="74" y="13"/>
                    <a:pt x="77" y="15"/>
                    <a:pt x="77" y="18"/>
                  </a:cubicBezTo>
                  <a:cubicBezTo>
                    <a:pt x="78" y="21"/>
                    <a:pt x="76" y="24"/>
                    <a:pt x="73" y="24"/>
                  </a:cubicBezTo>
                  <a:cubicBezTo>
                    <a:pt x="70" y="25"/>
                    <a:pt x="67" y="23"/>
                    <a:pt x="66" y="20"/>
                  </a:cubicBezTo>
                  <a:cubicBezTo>
                    <a:pt x="66" y="19"/>
                    <a:pt x="66" y="18"/>
                    <a:pt x="67" y="17"/>
                  </a:cubicBezTo>
                  <a:moveTo>
                    <a:pt x="61" y="4"/>
                  </a:moveTo>
                  <a:cubicBezTo>
                    <a:pt x="63" y="4"/>
                    <a:pt x="66" y="6"/>
                    <a:pt x="66" y="9"/>
                  </a:cubicBezTo>
                  <a:cubicBezTo>
                    <a:pt x="66" y="10"/>
                    <a:pt x="66" y="11"/>
                    <a:pt x="66" y="12"/>
                  </a:cubicBezTo>
                  <a:cubicBezTo>
                    <a:pt x="65" y="13"/>
                    <a:pt x="65" y="14"/>
                    <a:pt x="63" y="15"/>
                  </a:cubicBezTo>
                  <a:cubicBezTo>
                    <a:pt x="63" y="15"/>
                    <a:pt x="63" y="15"/>
                    <a:pt x="62" y="15"/>
                  </a:cubicBezTo>
                  <a:cubicBezTo>
                    <a:pt x="62" y="15"/>
                    <a:pt x="61" y="15"/>
                    <a:pt x="61" y="15"/>
                  </a:cubicBezTo>
                  <a:cubicBezTo>
                    <a:pt x="59" y="15"/>
                    <a:pt x="58" y="14"/>
                    <a:pt x="57" y="13"/>
                  </a:cubicBezTo>
                  <a:cubicBezTo>
                    <a:pt x="57" y="12"/>
                    <a:pt x="57" y="11"/>
                    <a:pt x="56" y="10"/>
                  </a:cubicBezTo>
                  <a:cubicBezTo>
                    <a:pt x="56" y="8"/>
                    <a:pt x="58" y="5"/>
                    <a:pt x="61" y="4"/>
                  </a:cubicBezTo>
                  <a:moveTo>
                    <a:pt x="48" y="22"/>
                  </a:moveTo>
                  <a:cubicBezTo>
                    <a:pt x="48" y="19"/>
                    <a:pt x="50" y="17"/>
                    <a:pt x="53" y="16"/>
                  </a:cubicBezTo>
                  <a:cubicBezTo>
                    <a:pt x="54" y="16"/>
                    <a:pt x="54" y="16"/>
                    <a:pt x="55" y="16"/>
                  </a:cubicBezTo>
                  <a:cubicBezTo>
                    <a:pt x="56" y="17"/>
                    <a:pt x="57" y="18"/>
                    <a:pt x="58" y="18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60" y="24"/>
                    <a:pt x="58" y="26"/>
                    <a:pt x="55" y="27"/>
                  </a:cubicBezTo>
                  <a:cubicBezTo>
                    <a:pt x="52" y="27"/>
                    <a:pt x="49" y="25"/>
                    <a:pt x="48" y="22"/>
                  </a:cubicBezTo>
                  <a:moveTo>
                    <a:pt x="27" y="38"/>
                  </a:moveTo>
                  <a:cubicBezTo>
                    <a:pt x="25" y="37"/>
                    <a:pt x="26" y="30"/>
                    <a:pt x="22" y="32"/>
                  </a:cubicBezTo>
                  <a:cubicBezTo>
                    <a:pt x="18" y="34"/>
                    <a:pt x="12" y="25"/>
                    <a:pt x="6" y="23"/>
                  </a:cubicBezTo>
                  <a:cubicBezTo>
                    <a:pt x="7" y="23"/>
                    <a:pt x="9" y="22"/>
                    <a:pt x="11" y="22"/>
                  </a:cubicBezTo>
                  <a:cubicBezTo>
                    <a:pt x="12" y="21"/>
                    <a:pt x="14" y="22"/>
                    <a:pt x="16" y="24"/>
                  </a:cubicBezTo>
                  <a:cubicBezTo>
                    <a:pt x="18" y="25"/>
                    <a:pt x="20" y="26"/>
                    <a:pt x="22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8" y="26"/>
                    <a:pt x="31" y="26"/>
                    <a:pt x="33" y="26"/>
                  </a:cubicBezTo>
                  <a:cubicBezTo>
                    <a:pt x="33" y="26"/>
                    <a:pt x="34" y="27"/>
                    <a:pt x="34" y="27"/>
                  </a:cubicBezTo>
                  <a:cubicBezTo>
                    <a:pt x="34" y="28"/>
                    <a:pt x="34" y="28"/>
                    <a:pt x="33" y="28"/>
                  </a:cubicBezTo>
                  <a:cubicBezTo>
                    <a:pt x="32" y="29"/>
                    <a:pt x="30" y="32"/>
                    <a:pt x="31" y="34"/>
                  </a:cubicBezTo>
                  <a:cubicBezTo>
                    <a:pt x="34" y="39"/>
                    <a:pt x="29" y="41"/>
                    <a:pt x="27" y="38"/>
                  </a:cubicBezTo>
                  <a:moveTo>
                    <a:pt x="45" y="69"/>
                  </a:moveTo>
                  <a:cubicBezTo>
                    <a:pt x="44" y="69"/>
                    <a:pt x="43" y="69"/>
                    <a:pt x="41" y="68"/>
                  </a:cubicBezTo>
                  <a:cubicBezTo>
                    <a:pt x="41" y="68"/>
                    <a:pt x="40" y="67"/>
                    <a:pt x="39" y="66"/>
                  </a:cubicBezTo>
                  <a:cubicBezTo>
                    <a:pt x="40" y="66"/>
                    <a:pt x="40" y="65"/>
                    <a:pt x="41" y="64"/>
                  </a:cubicBezTo>
                  <a:cubicBezTo>
                    <a:pt x="42" y="63"/>
                    <a:pt x="43" y="63"/>
                    <a:pt x="44" y="63"/>
                  </a:cubicBezTo>
                  <a:cubicBezTo>
                    <a:pt x="44" y="63"/>
                    <a:pt x="45" y="64"/>
                    <a:pt x="45" y="65"/>
                  </a:cubicBezTo>
                  <a:cubicBezTo>
                    <a:pt x="45" y="65"/>
                    <a:pt x="45" y="65"/>
                    <a:pt x="45" y="66"/>
                  </a:cubicBezTo>
                  <a:cubicBezTo>
                    <a:pt x="45" y="66"/>
                    <a:pt x="45" y="66"/>
                    <a:pt x="45" y="67"/>
                  </a:cubicBezTo>
                  <a:cubicBezTo>
                    <a:pt x="45" y="68"/>
                    <a:pt x="45" y="68"/>
                    <a:pt x="45" y="69"/>
                  </a:cubicBezTo>
                  <a:moveTo>
                    <a:pt x="49" y="69"/>
                  </a:moveTo>
                  <a:cubicBezTo>
                    <a:pt x="48" y="61"/>
                    <a:pt x="48" y="61"/>
                    <a:pt x="48" y="61"/>
                  </a:cubicBezTo>
                  <a:cubicBezTo>
                    <a:pt x="49" y="61"/>
                    <a:pt x="51" y="60"/>
                    <a:pt x="52" y="60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2" y="69"/>
                    <a:pt x="51" y="69"/>
                    <a:pt x="49" y="69"/>
                  </a:cubicBezTo>
                  <a:moveTo>
                    <a:pt x="37" y="62"/>
                  </a:moveTo>
                  <a:cubicBezTo>
                    <a:pt x="37" y="60"/>
                    <a:pt x="36" y="58"/>
                    <a:pt x="35" y="56"/>
                  </a:cubicBezTo>
                  <a:cubicBezTo>
                    <a:pt x="35" y="56"/>
                    <a:pt x="36" y="56"/>
                    <a:pt x="36" y="55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6" y="56"/>
                    <a:pt x="38" y="54"/>
                    <a:pt x="42" y="53"/>
                  </a:cubicBezTo>
                  <a:cubicBezTo>
                    <a:pt x="44" y="52"/>
                    <a:pt x="45" y="50"/>
                    <a:pt x="44" y="48"/>
                  </a:cubicBezTo>
                  <a:cubicBezTo>
                    <a:pt x="44" y="47"/>
                    <a:pt x="42" y="46"/>
                    <a:pt x="40" y="46"/>
                  </a:cubicBezTo>
                  <a:cubicBezTo>
                    <a:pt x="38" y="47"/>
                    <a:pt x="35" y="49"/>
                    <a:pt x="32" y="51"/>
                  </a:cubicBezTo>
                  <a:cubicBezTo>
                    <a:pt x="32" y="49"/>
                    <a:pt x="31" y="48"/>
                    <a:pt x="30" y="47"/>
                  </a:cubicBezTo>
                  <a:cubicBezTo>
                    <a:pt x="36" y="43"/>
                    <a:pt x="48" y="39"/>
                    <a:pt x="62" y="36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4" y="43"/>
                    <a:pt x="53" y="44"/>
                    <a:pt x="53" y="46"/>
                  </a:cubicBezTo>
                  <a:cubicBezTo>
                    <a:pt x="53" y="48"/>
                    <a:pt x="55" y="49"/>
                    <a:pt x="56" y="49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55" y="55"/>
                    <a:pt x="43" y="58"/>
                    <a:pt x="37" y="62"/>
                  </a:cubicBezTo>
                  <a:moveTo>
                    <a:pt x="57" y="69"/>
                  </a:moveTo>
                  <a:cubicBezTo>
                    <a:pt x="56" y="59"/>
                    <a:pt x="56" y="59"/>
                    <a:pt x="56" y="59"/>
                  </a:cubicBezTo>
                  <a:cubicBezTo>
                    <a:pt x="57" y="59"/>
                    <a:pt x="58" y="58"/>
                    <a:pt x="59" y="58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59" y="69"/>
                    <a:pt x="58" y="69"/>
                    <a:pt x="57" y="69"/>
                  </a:cubicBezTo>
                  <a:moveTo>
                    <a:pt x="64" y="69"/>
                  </a:moveTo>
                  <a:cubicBezTo>
                    <a:pt x="62" y="57"/>
                    <a:pt x="62" y="57"/>
                    <a:pt x="62" y="57"/>
                  </a:cubicBezTo>
                  <a:cubicBezTo>
                    <a:pt x="62" y="57"/>
                    <a:pt x="65" y="57"/>
                    <a:pt x="66" y="57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4" y="69"/>
                    <a:pt x="64" y="69"/>
                  </a:cubicBezTo>
                  <a:moveTo>
                    <a:pt x="71" y="68"/>
                  </a:moveTo>
                  <a:cubicBezTo>
                    <a:pt x="71" y="65"/>
                    <a:pt x="70" y="57"/>
                    <a:pt x="69" y="56"/>
                  </a:cubicBezTo>
                  <a:cubicBezTo>
                    <a:pt x="70" y="56"/>
                    <a:pt x="73" y="56"/>
                    <a:pt x="74" y="5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7"/>
                    <a:pt x="72" y="68"/>
                    <a:pt x="71" y="68"/>
                  </a:cubicBezTo>
                  <a:moveTo>
                    <a:pt x="79" y="66"/>
                  </a:moveTo>
                  <a:cubicBezTo>
                    <a:pt x="77" y="56"/>
                    <a:pt x="77" y="56"/>
                    <a:pt x="77" y="56"/>
                  </a:cubicBezTo>
                  <a:cubicBezTo>
                    <a:pt x="78" y="55"/>
                    <a:pt x="79" y="55"/>
                    <a:pt x="80" y="55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1" y="66"/>
                    <a:pt x="80" y="66"/>
                    <a:pt x="79" y="66"/>
                  </a:cubicBezTo>
                  <a:moveTo>
                    <a:pt x="86" y="64"/>
                  </a:moveTo>
                  <a:cubicBezTo>
                    <a:pt x="84" y="55"/>
                    <a:pt x="84" y="55"/>
                    <a:pt x="84" y="55"/>
                  </a:cubicBezTo>
                  <a:cubicBezTo>
                    <a:pt x="86" y="55"/>
                    <a:pt x="87" y="55"/>
                    <a:pt x="88" y="55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8" y="64"/>
                    <a:pt x="87" y="64"/>
                    <a:pt x="86" y="64"/>
                  </a:cubicBezTo>
                  <a:moveTo>
                    <a:pt x="97" y="60"/>
                  </a:moveTo>
                  <a:cubicBezTo>
                    <a:pt x="96" y="61"/>
                    <a:pt x="95" y="62"/>
                    <a:pt x="94" y="62"/>
                  </a:cubicBezTo>
                  <a:cubicBezTo>
                    <a:pt x="93" y="61"/>
                    <a:pt x="93" y="61"/>
                    <a:pt x="92" y="60"/>
                  </a:cubicBezTo>
                  <a:cubicBezTo>
                    <a:pt x="92" y="60"/>
                    <a:pt x="92" y="59"/>
                    <a:pt x="92" y="59"/>
                  </a:cubicBezTo>
                  <a:cubicBezTo>
                    <a:pt x="92" y="59"/>
                    <a:pt x="92" y="58"/>
                    <a:pt x="92" y="58"/>
                  </a:cubicBezTo>
                  <a:cubicBezTo>
                    <a:pt x="92" y="57"/>
                    <a:pt x="92" y="56"/>
                    <a:pt x="93" y="56"/>
                  </a:cubicBezTo>
                  <a:cubicBezTo>
                    <a:pt x="94" y="55"/>
                    <a:pt x="95" y="56"/>
                    <a:pt x="96" y="56"/>
                  </a:cubicBezTo>
                  <a:cubicBezTo>
                    <a:pt x="97" y="57"/>
                    <a:pt x="98" y="57"/>
                    <a:pt x="98" y="58"/>
                  </a:cubicBezTo>
                  <a:cubicBezTo>
                    <a:pt x="98" y="59"/>
                    <a:pt x="97" y="60"/>
                    <a:pt x="97" y="60"/>
                  </a:cubicBezTo>
                  <a:moveTo>
                    <a:pt x="101" y="41"/>
                  </a:moveTo>
                  <a:cubicBezTo>
                    <a:pt x="98" y="40"/>
                    <a:pt x="94" y="39"/>
                    <a:pt x="92" y="39"/>
                  </a:cubicBezTo>
                  <a:cubicBezTo>
                    <a:pt x="90" y="39"/>
                    <a:pt x="89" y="40"/>
                    <a:pt x="88" y="42"/>
                  </a:cubicBezTo>
                  <a:cubicBezTo>
                    <a:pt x="88" y="44"/>
                    <a:pt x="90" y="45"/>
                    <a:pt x="91" y="46"/>
                  </a:cubicBezTo>
                  <a:cubicBezTo>
                    <a:pt x="96" y="46"/>
                    <a:pt x="99" y="47"/>
                    <a:pt x="99" y="47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7"/>
                    <a:pt x="99" y="47"/>
                    <a:pt x="100" y="47"/>
                  </a:cubicBezTo>
                  <a:cubicBezTo>
                    <a:pt x="99" y="49"/>
                    <a:pt x="99" y="52"/>
                    <a:pt x="99" y="53"/>
                  </a:cubicBezTo>
                  <a:cubicBezTo>
                    <a:pt x="93" y="51"/>
                    <a:pt x="80" y="51"/>
                    <a:pt x="71" y="52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9" y="46"/>
                    <a:pt x="80" y="44"/>
                    <a:pt x="80" y="42"/>
                  </a:cubicBezTo>
                  <a:cubicBezTo>
                    <a:pt x="79" y="41"/>
                    <a:pt x="78" y="39"/>
                    <a:pt x="76" y="40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82" y="34"/>
                    <a:pt x="95" y="34"/>
                    <a:pt x="102" y="37"/>
                  </a:cubicBezTo>
                  <a:cubicBezTo>
                    <a:pt x="101" y="38"/>
                    <a:pt x="101" y="40"/>
                    <a:pt x="101" y="41"/>
                  </a:cubicBezTo>
                  <a:moveTo>
                    <a:pt x="105" y="20"/>
                  </a:moveTo>
                  <a:cubicBezTo>
                    <a:pt x="101" y="19"/>
                    <a:pt x="103" y="26"/>
                    <a:pt x="103" y="28"/>
                  </a:cubicBezTo>
                  <a:cubicBezTo>
                    <a:pt x="101" y="31"/>
                    <a:pt x="96" y="31"/>
                    <a:pt x="97" y="24"/>
                  </a:cubicBezTo>
                  <a:cubicBezTo>
                    <a:pt x="97" y="22"/>
                    <a:pt x="95" y="20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3" y="18"/>
                    <a:pt x="93" y="18"/>
                    <a:pt x="93" y="17"/>
                  </a:cubicBezTo>
                  <a:cubicBezTo>
                    <a:pt x="95" y="17"/>
                    <a:pt x="98" y="16"/>
                    <a:pt x="100" y="15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6" y="14"/>
                    <a:pt x="107" y="12"/>
                    <a:pt x="109" y="10"/>
                  </a:cubicBezTo>
                  <a:cubicBezTo>
                    <a:pt x="110" y="9"/>
                    <a:pt x="112" y="7"/>
                    <a:pt x="113" y="7"/>
                  </a:cubicBezTo>
                  <a:cubicBezTo>
                    <a:pt x="115" y="7"/>
                    <a:pt x="117" y="7"/>
                    <a:pt x="118" y="7"/>
                  </a:cubicBezTo>
                  <a:cubicBezTo>
                    <a:pt x="113" y="11"/>
                    <a:pt x="109" y="21"/>
                    <a:pt x="105" y="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4" name="Freeform 223">
              <a:extLst>
                <a:ext uri="{FF2B5EF4-FFF2-40B4-BE49-F238E27FC236}">
                  <a16:creationId xmlns:a16="http://schemas.microsoft.com/office/drawing/2014/main" id="{5BA07228-FA96-4696-8AF8-4C551BB7CA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94476" y="12763500"/>
              <a:ext cx="79375" cy="47625"/>
            </a:xfrm>
            <a:custGeom>
              <a:avLst/>
              <a:gdLst>
                <a:gd name="T0" fmla="*/ 98 w 123"/>
                <a:gd name="T1" fmla="*/ 21 h 74"/>
                <a:gd name="T2" fmla="*/ 88 w 123"/>
                <a:gd name="T3" fmla="*/ 33 h 74"/>
                <a:gd name="T4" fmla="*/ 78 w 123"/>
                <a:gd name="T5" fmla="*/ 34 h 74"/>
                <a:gd name="T6" fmla="*/ 71 w 123"/>
                <a:gd name="T7" fmla="*/ 12 h 74"/>
                <a:gd name="T8" fmla="*/ 64 w 123"/>
                <a:gd name="T9" fmla="*/ 0 h 74"/>
                <a:gd name="T10" fmla="*/ 63 w 123"/>
                <a:gd name="T11" fmla="*/ 0 h 74"/>
                <a:gd name="T12" fmla="*/ 53 w 123"/>
                <a:gd name="T13" fmla="*/ 9 h 74"/>
                <a:gd name="T14" fmla="*/ 48 w 123"/>
                <a:gd name="T15" fmla="*/ 27 h 74"/>
                <a:gd name="T16" fmla="*/ 32 w 123"/>
                <a:gd name="T17" fmla="*/ 26 h 74"/>
                <a:gd name="T18" fmla="*/ 36 w 123"/>
                <a:gd name="T19" fmla="*/ 17 h 74"/>
                <a:gd name="T20" fmla="*/ 11 w 123"/>
                <a:gd name="T21" fmla="*/ 3 h 74"/>
                <a:gd name="T22" fmla="*/ 12 w 123"/>
                <a:gd name="T23" fmla="*/ 23 h 74"/>
                <a:gd name="T24" fmla="*/ 50 w 123"/>
                <a:gd name="T25" fmla="*/ 71 h 74"/>
                <a:gd name="T26" fmla="*/ 54 w 123"/>
                <a:gd name="T27" fmla="*/ 72 h 74"/>
                <a:gd name="T28" fmla="*/ 88 w 123"/>
                <a:gd name="T29" fmla="*/ 67 h 74"/>
                <a:gd name="T30" fmla="*/ 121 w 123"/>
                <a:gd name="T31" fmla="*/ 26 h 74"/>
                <a:gd name="T32" fmla="*/ 70 w 123"/>
                <a:gd name="T33" fmla="*/ 16 h 74"/>
                <a:gd name="T34" fmla="*/ 64 w 123"/>
                <a:gd name="T35" fmla="*/ 20 h 74"/>
                <a:gd name="T36" fmla="*/ 70 w 123"/>
                <a:gd name="T37" fmla="*/ 16 h 74"/>
                <a:gd name="T38" fmla="*/ 67 w 123"/>
                <a:gd name="T39" fmla="*/ 10 h 74"/>
                <a:gd name="T40" fmla="*/ 61 w 123"/>
                <a:gd name="T41" fmla="*/ 15 h 74"/>
                <a:gd name="T42" fmla="*/ 57 w 123"/>
                <a:gd name="T43" fmla="*/ 9 h 74"/>
                <a:gd name="T44" fmla="*/ 54 w 123"/>
                <a:gd name="T45" fmla="*/ 14 h 74"/>
                <a:gd name="T46" fmla="*/ 51 w 123"/>
                <a:gd name="T47" fmla="*/ 24 h 74"/>
                <a:gd name="T48" fmla="*/ 19 w 123"/>
                <a:gd name="T49" fmla="*/ 19 h 74"/>
                <a:gd name="T50" fmla="*/ 15 w 123"/>
                <a:gd name="T51" fmla="*/ 10 h 74"/>
                <a:gd name="T52" fmla="*/ 30 w 123"/>
                <a:gd name="T53" fmla="*/ 17 h 74"/>
                <a:gd name="T54" fmla="*/ 27 w 123"/>
                <a:gd name="T55" fmla="*/ 24 h 74"/>
                <a:gd name="T56" fmla="*/ 31 w 123"/>
                <a:gd name="T57" fmla="*/ 59 h 74"/>
                <a:gd name="T58" fmla="*/ 25 w 123"/>
                <a:gd name="T59" fmla="*/ 58 h 74"/>
                <a:gd name="T60" fmla="*/ 31 w 123"/>
                <a:gd name="T61" fmla="*/ 57 h 74"/>
                <a:gd name="T62" fmla="*/ 34 w 123"/>
                <a:gd name="T63" fmla="*/ 63 h 74"/>
                <a:gd name="T64" fmla="*/ 38 w 123"/>
                <a:gd name="T65" fmla="*/ 64 h 74"/>
                <a:gd name="T66" fmla="*/ 43 w 123"/>
                <a:gd name="T67" fmla="*/ 55 h 74"/>
                <a:gd name="T68" fmla="*/ 52 w 123"/>
                <a:gd name="T69" fmla="*/ 67 h 74"/>
                <a:gd name="T70" fmla="*/ 54 w 123"/>
                <a:gd name="T71" fmla="*/ 56 h 74"/>
                <a:gd name="T72" fmla="*/ 47 w 123"/>
                <a:gd name="T73" fmla="*/ 39 h 74"/>
                <a:gd name="T74" fmla="*/ 53 w 123"/>
                <a:gd name="T75" fmla="*/ 46 h 74"/>
                <a:gd name="T76" fmla="*/ 24 w 123"/>
                <a:gd name="T77" fmla="*/ 47 h 74"/>
                <a:gd name="T78" fmla="*/ 32 w 123"/>
                <a:gd name="T79" fmla="*/ 45 h 74"/>
                <a:gd name="T80" fmla="*/ 23 w 123"/>
                <a:gd name="T81" fmla="*/ 40 h 74"/>
                <a:gd name="T82" fmla="*/ 54 w 123"/>
                <a:gd name="T83" fmla="*/ 40 h 74"/>
                <a:gd name="T84" fmla="*/ 58 w 123"/>
                <a:gd name="T85" fmla="*/ 57 h 74"/>
                <a:gd name="T86" fmla="*/ 66 w 123"/>
                <a:gd name="T87" fmla="*/ 69 h 74"/>
                <a:gd name="T88" fmla="*/ 68 w 123"/>
                <a:gd name="T89" fmla="*/ 58 h 74"/>
                <a:gd name="T90" fmla="*/ 70 w 123"/>
                <a:gd name="T91" fmla="*/ 69 h 74"/>
                <a:gd name="T92" fmla="*/ 74 w 123"/>
                <a:gd name="T93" fmla="*/ 69 h 74"/>
                <a:gd name="T94" fmla="*/ 78 w 123"/>
                <a:gd name="T95" fmla="*/ 66 h 74"/>
                <a:gd name="T96" fmla="*/ 80 w 123"/>
                <a:gd name="T97" fmla="*/ 62 h 74"/>
                <a:gd name="T98" fmla="*/ 82 w 123"/>
                <a:gd name="T99" fmla="*/ 68 h 74"/>
                <a:gd name="T100" fmla="*/ 79 w 123"/>
                <a:gd name="T101" fmla="*/ 48 h 74"/>
                <a:gd name="T102" fmla="*/ 88 w 123"/>
                <a:gd name="T103" fmla="*/ 55 h 74"/>
                <a:gd name="T104" fmla="*/ 60 w 123"/>
                <a:gd name="T105" fmla="*/ 53 h 74"/>
                <a:gd name="T106" fmla="*/ 71 w 123"/>
                <a:gd name="T107" fmla="*/ 46 h 74"/>
                <a:gd name="T108" fmla="*/ 62 w 123"/>
                <a:gd name="T109" fmla="*/ 36 h 74"/>
                <a:gd name="T110" fmla="*/ 101 w 123"/>
                <a:gd name="T111" fmla="*/ 31 h 74"/>
                <a:gd name="T112" fmla="*/ 90 w 123"/>
                <a:gd name="T113" fmla="*/ 27 h 74"/>
                <a:gd name="T114" fmla="*/ 98 w 123"/>
                <a:gd name="T115" fmla="*/ 25 h 74"/>
                <a:gd name="T116" fmla="*/ 113 w 123"/>
                <a:gd name="T117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3" h="74">
                  <a:moveTo>
                    <a:pt x="113" y="17"/>
                  </a:moveTo>
                  <a:cubicBezTo>
                    <a:pt x="110" y="17"/>
                    <a:pt x="108" y="16"/>
                    <a:pt x="105" y="18"/>
                  </a:cubicBezTo>
                  <a:cubicBezTo>
                    <a:pt x="104" y="19"/>
                    <a:pt x="98" y="21"/>
                    <a:pt x="98" y="21"/>
                  </a:cubicBezTo>
                  <a:cubicBezTo>
                    <a:pt x="95" y="21"/>
                    <a:pt x="87" y="18"/>
                    <a:pt x="85" y="24"/>
                  </a:cubicBezTo>
                  <a:cubicBezTo>
                    <a:pt x="84" y="25"/>
                    <a:pt x="86" y="29"/>
                    <a:pt x="87" y="30"/>
                  </a:cubicBezTo>
                  <a:cubicBezTo>
                    <a:pt x="88" y="31"/>
                    <a:pt x="88" y="32"/>
                    <a:pt x="88" y="33"/>
                  </a:cubicBezTo>
                  <a:cubicBezTo>
                    <a:pt x="88" y="33"/>
                    <a:pt x="88" y="33"/>
                    <a:pt x="87" y="34"/>
                  </a:cubicBezTo>
                  <a:cubicBezTo>
                    <a:pt x="84" y="35"/>
                    <a:pt x="80" y="36"/>
                    <a:pt x="80" y="36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3" y="33"/>
                    <a:pt x="73" y="34"/>
                    <a:pt x="71" y="30"/>
                  </a:cubicBezTo>
                  <a:cubicBezTo>
                    <a:pt x="75" y="30"/>
                    <a:pt x="78" y="27"/>
                    <a:pt x="79" y="22"/>
                  </a:cubicBezTo>
                  <a:cubicBezTo>
                    <a:pt x="80" y="17"/>
                    <a:pt x="76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1"/>
                    <a:pt x="71" y="11"/>
                    <a:pt x="71" y="10"/>
                  </a:cubicBezTo>
                  <a:cubicBezTo>
                    <a:pt x="72" y="6"/>
                    <a:pt x="69" y="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0"/>
                    <a:pt x="54" y="3"/>
                    <a:pt x="53" y="8"/>
                  </a:cubicBezTo>
                  <a:cubicBezTo>
                    <a:pt x="53" y="8"/>
                    <a:pt x="53" y="9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48" y="8"/>
                    <a:pt x="43" y="12"/>
                    <a:pt x="42" y="17"/>
                  </a:cubicBezTo>
                  <a:cubicBezTo>
                    <a:pt x="42" y="21"/>
                    <a:pt x="44" y="25"/>
                    <a:pt x="48" y="27"/>
                  </a:cubicBezTo>
                  <a:cubicBezTo>
                    <a:pt x="45" y="30"/>
                    <a:pt x="46" y="29"/>
                    <a:pt x="40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0"/>
                    <a:pt x="34" y="28"/>
                    <a:pt x="32" y="26"/>
                  </a:cubicBezTo>
                  <a:cubicBezTo>
                    <a:pt x="31" y="25"/>
                    <a:pt x="31" y="25"/>
                    <a:pt x="31" y="24"/>
                  </a:cubicBezTo>
                  <a:cubicBezTo>
                    <a:pt x="31" y="24"/>
                    <a:pt x="31" y="23"/>
                    <a:pt x="32" y="22"/>
                  </a:cubicBezTo>
                  <a:cubicBezTo>
                    <a:pt x="34" y="22"/>
                    <a:pt x="36" y="18"/>
                    <a:pt x="36" y="17"/>
                  </a:cubicBezTo>
                  <a:cubicBezTo>
                    <a:pt x="36" y="10"/>
                    <a:pt x="28" y="12"/>
                    <a:pt x="24" y="11"/>
                  </a:cubicBezTo>
                  <a:cubicBezTo>
                    <a:pt x="24" y="11"/>
                    <a:pt x="20" y="6"/>
                    <a:pt x="18" y="5"/>
                  </a:cubicBezTo>
                  <a:cubicBezTo>
                    <a:pt x="17" y="3"/>
                    <a:pt x="14" y="3"/>
                    <a:pt x="11" y="3"/>
                  </a:cubicBezTo>
                  <a:cubicBezTo>
                    <a:pt x="9" y="2"/>
                    <a:pt x="1" y="3"/>
                    <a:pt x="0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3" y="10"/>
                    <a:pt x="8" y="16"/>
                    <a:pt x="12" y="23"/>
                  </a:cubicBezTo>
                  <a:cubicBezTo>
                    <a:pt x="16" y="28"/>
                    <a:pt x="18" y="38"/>
                    <a:pt x="19" y="43"/>
                  </a:cubicBezTo>
                  <a:cubicBezTo>
                    <a:pt x="19" y="43"/>
                    <a:pt x="21" y="57"/>
                    <a:pt x="21" y="57"/>
                  </a:cubicBezTo>
                  <a:cubicBezTo>
                    <a:pt x="21" y="64"/>
                    <a:pt x="38" y="69"/>
                    <a:pt x="50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69" y="73"/>
                    <a:pt x="87" y="74"/>
                    <a:pt x="88" y="67"/>
                  </a:cubicBezTo>
                  <a:cubicBezTo>
                    <a:pt x="89" y="66"/>
                    <a:pt x="94" y="54"/>
                    <a:pt x="94" y="54"/>
                  </a:cubicBezTo>
                  <a:cubicBezTo>
                    <a:pt x="96" y="50"/>
                    <a:pt x="101" y="41"/>
                    <a:pt x="106" y="36"/>
                  </a:cubicBezTo>
                  <a:cubicBezTo>
                    <a:pt x="112" y="31"/>
                    <a:pt x="119" y="26"/>
                    <a:pt x="121" y="26"/>
                  </a:cubicBezTo>
                  <a:cubicBezTo>
                    <a:pt x="123" y="25"/>
                    <a:pt x="123" y="24"/>
                    <a:pt x="123" y="23"/>
                  </a:cubicBezTo>
                  <a:cubicBezTo>
                    <a:pt x="123" y="20"/>
                    <a:pt x="116" y="17"/>
                    <a:pt x="113" y="17"/>
                  </a:cubicBezTo>
                  <a:moveTo>
                    <a:pt x="70" y="16"/>
                  </a:moveTo>
                  <a:cubicBezTo>
                    <a:pt x="73" y="16"/>
                    <a:pt x="76" y="19"/>
                    <a:pt x="75" y="22"/>
                  </a:cubicBezTo>
                  <a:cubicBezTo>
                    <a:pt x="75" y="25"/>
                    <a:pt x="72" y="27"/>
                    <a:pt x="69" y="27"/>
                  </a:cubicBezTo>
                  <a:cubicBezTo>
                    <a:pt x="66" y="26"/>
                    <a:pt x="64" y="23"/>
                    <a:pt x="64" y="20"/>
                  </a:cubicBezTo>
                  <a:cubicBezTo>
                    <a:pt x="64" y="19"/>
                    <a:pt x="65" y="19"/>
                    <a:pt x="65" y="18"/>
                  </a:cubicBezTo>
                  <a:cubicBezTo>
                    <a:pt x="66" y="17"/>
                    <a:pt x="68" y="17"/>
                    <a:pt x="68" y="16"/>
                  </a:cubicBezTo>
                  <a:cubicBezTo>
                    <a:pt x="69" y="16"/>
                    <a:pt x="70" y="16"/>
                    <a:pt x="70" y="16"/>
                  </a:cubicBezTo>
                  <a:moveTo>
                    <a:pt x="57" y="9"/>
                  </a:moveTo>
                  <a:cubicBezTo>
                    <a:pt x="58" y="6"/>
                    <a:pt x="60" y="4"/>
                    <a:pt x="63" y="4"/>
                  </a:cubicBezTo>
                  <a:cubicBezTo>
                    <a:pt x="66" y="5"/>
                    <a:pt x="67" y="7"/>
                    <a:pt x="67" y="10"/>
                  </a:cubicBezTo>
                  <a:cubicBezTo>
                    <a:pt x="67" y="11"/>
                    <a:pt x="67" y="12"/>
                    <a:pt x="66" y="12"/>
                  </a:cubicBezTo>
                  <a:cubicBezTo>
                    <a:pt x="65" y="13"/>
                    <a:pt x="64" y="14"/>
                    <a:pt x="63" y="14"/>
                  </a:cubicBezTo>
                  <a:cubicBezTo>
                    <a:pt x="62" y="15"/>
                    <a:pt x="62" y="15"/>
                    <a:pt x="61" y="15"/>
                  </a:cubicBezTo>
                  <a:cubicBezTo>
                    <a:pt x="61" y="14"/>
                    <a:pt x="60" y="14"/>
                    <a:pt x="60" y="14"/>
                  </a:cubicBezTo>
                  <a:cubicBezTo>
                    <a:pt x="59" y="13"/>
                    <a:pt x="58" y="12"/>
                    <a:pt x="58" y="11"/>
                  </a:cubicBezTo>
                  <a:cubicBezTo>
                    <a:pt x="57" y="10"/>
                    <a:pt x="57" y="9"/>
                    <a:pt x="57" y="9"/>
                  </a:cubicBezTo>
                  <a:moveTo>
                    <a:pt x="46" y="18"/>
                  </a:moveTo>
                  <a:cubicBezTo>
                    <a:pt x="47" y="15"/>
                    <a:pt x="50" y="13"/>
                    <a:pt x="53" y="13"/>
                  </a:cubicBezTo>
                  <a:cubicBezTo>
                    <a:pt x="53" y="13"/>
                    <a:pt x="54" y="13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22"/>
                    <a:pt x="54" y="24"/>
                    <a:pt x="51" y="24"/>
                  </a:cubicBezTo>
                  <a:cubicBezTo>
                    <a:pt x="48" y="24"/>
                    <a:pt x="46" y="21"/>
                    <a:pt x="46" y="18"/>
                  </a:cubicBezTo>
                  <a:moveTo>
                    <a:pt x="21" y="27"/>
                  </a:moveTo>
                  <a:cubicBezTo>
                    <a:pt x="20" y="25"/>
                    <a:pt x="22" y="19"/>
                    <a:pt x="19" y="19"/>
                  </a:cubicBezTo>
                  <a:cubicBezTo>
                    <a:pt x="14" y="20"/>
                    <a:pt x="11" y="10"/>
                    <a:pt x="5" y="7"/>
                  </a:cubicBezTo>
                  <a:cubicBezTo>
                    <a:pt x="7" y="6"/>
                    <a:pt x="9" y="6"/>
                    <a:pt x="11" y="7"/>
                  </a:cubicBezTo>
                  <a:cubicBezTo>
                    <a:pt x="12" y="7"/>
                    <a:pt x="13" y="8"/>
                    <a:pt x="15" y="10"/>
                  </a:cubicBezTo>
                  <a:cubicBezTo>
                    <a:pt x="16" y="11"/>
                    <a:pt x="18" y="13"/>
                    <a:pt x="20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6" y="15"/>
                    <a:pt x="29" y="16"/>
                    <a:pt x="30" y="17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9" y="20"/>
                    <a:pt x="26" y="21"/>
                    <a:pt x="27" y="24"/>
                  </a:cubicBezTo>
                  <a:cubicBezTo>
                    <a:pt x="28" y="30"/>
                    <a:pt x="23" y="31"/>
                    <a:pt x="21" y="27"/>
                  </a:cubicBezTo>
                  <a:moveTo>
                    <a:pt x="31" y="58"/>
                  </a:moveTo>
                  <a:cubicBezTo>
                    <a:pt x="31" y="59"/>
                    <a:pt x="31" y="59"/>
                    <a:pt x="31" y="59"/>
                  </a:cubicBezTo>
                  <a:cubicBezTo>
                    <a:pt x="31" y="60"/>
                    <a:pt x="30" y="61"/>
                    <a:pt x="30" y="61"/>
                  </a:cubicBezTo>
                  <a:cubicBezTo>
                    <a:pt x="29" y="61"/>
                    <a:pt x="28" y="61"/>
                    <a:pt x="27" y="60"/>
                  </a:cubicBezTo>
                  <a:cubicBezTo>
                    <a:pt x="26" y="59"/>
                    <a:pt x="26" y="58"/>
                    <a:pt x="25" y="58"/>
                  </a:cubicBezTo>
                  <a:cubicBezTo>
                    <a:pt x="26" y="57"/>
                    <a:pt x="27" y="56"/>
                    <a:pt x="27" y="56"/>
                  </a:cubicBezTo>
                  <a:cubicBezTo>
                    <a:pt x="28" y="55"/>
                    <a:pt x="30" y="55"/>
                    <a:pt x="31" y="55"/>
                  </a:cubicBezTo>
                  <a:cubicBezTo>
                    <a:pt x="31" y="56"/>
                    <a:pt x="31" y="56"/>
                    <a:pt x="31" y="57"/>
                  </a:cubicBezTo>
                  <a:cubicBezTo>
                    <a:pt x="31" y="58"/>
                    <a:pt x="31" y="58"/>
                    <a:pt x="31" y="58"/>
                  </a:cubicBezTo>
                  <a:moveTo>
                    <a:pt x="38" y="64"/>
                  </a:moveTo>
                  <a:cubicBezTo>
                    <a:pt x="37" y="64"/>
                    <a:pt x="35" y="63"/>
                    <a:pt x="34" y="63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7" y="55"/>
                    <a:pt x="38" y="55"/>
                    <a:pt x="39" y="55"/>
                  </a:cubicBezTo>
                  <a:lnTo>
                    <a:pt x="38" y="64"/>
                  </a:lnTo>
                  <a:close/>
                  <a:moveTo>
                    <a:pt x="45" y="66"/>
                  </a:moveTo>
                  <a:cubicBezTo>
                    <a:pt x="44" y="66"/>
                    <a:pt x="43" y="65"/>
                    <a:pt x="42" y="6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4" y="55"/>
                    <a:pt x="45" y="55"/>
                    <a:pt x="46" y="55"/>
                  </a:cubicBezTo>
                  <a:lnTo>
                    <a:pt x="45" y="66"/>
                  </a:lnTo>
                  <a:close/>
                  <a:moveTo>
                    <a:pt x="52" y="67"/>
                  </a:moveTo>
                  <a:cubicBezTo>
                    <a:pt x="52" y="67"/>
                    <a:pt x="49" y="67"/>
                    <a:pt x="48" y="66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3" y="56"/>
                    <a:pt x="54" y="56"/>
                  </a:cubicBezTo>
                  <a:cubicBezTo>
                    <a:pt x="54" y="56"/>
                    <a:pt x="53" y="64"/>
                    <a:pt x="52" y="67"/>
                  </a:cubicBezTo>
                  <a:moveTo>
                    <a:pt x="54" y="40"/>
                  </a:moveTo>
                  <a:cubicBezTo>
                    <a:pt x="47" y="39"/>
                    <a:pt x="47" y="39"/>
                    <a:pt x="47" y="39"/>
                  </a:cubicBezTo>
                  <a:cubicBezTo>
                    <a:pt x="46" y="39"/>
                    <a:pt x="44" y="40"/>
                    <a:pt x="44" y="42"/>
                  </a:cubicBezTo>
                  <a:cubicBezTo>
                    <a:pt x="44" y="44"/>
                    <a:pt x="45" y="45"/>
                    <a:pt x="47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44" y="51"/>
                    <a:pt x="31" y="50"/>
                    <a:pt x="25" y="53"/>
                  </a:cubicBezTo>
                  <a:cubicBezTo>
                    <a:pt x="24" y="51"/>
                    <a:pt x="24" y="49"/>
                    <a:pt x="24" y="47"/>
                  </a:cubicBezTo>
                  <a:cubicBezTo>
                    <a:pt x="24" y="47"/>
                    <a:pt x="25" y="46"/>
                    <a:pt x="25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5" y="46"/>
                    <a:pt x="28" y="45"/>
                    <a:pt x="32" y="45"/>
                  </a:cubicBezTo>
                  <a:cubicBezTo>
                    <a:pt x="34" y="45"/>
                    <a:pt x="35" y="43"/>
                    <a:pt x="35" y="42"/>
                  </a:cubicBezTo>
                  <a:cubicBezTo>
                    <a:pt x="35" y="40"/>
                    <a:pt x="33" y="39"/>
                    <a:pt x="32" y="39"/>
                  </a:cubicBezTo>
                  <a:cubicBezTo>
                    <a:pt x="30" y="39"/>
                    <a:pt x="26" y="39"/>
                    <a:pt x="23" y="40"/>
                  </a:cubicBezTo>
                  <a:cubicBezTo>
                    <a:pt x="23" y="39"/>
                    <a:pt x="22" y="38"/>
                    <a:pt x="22" y="36"/>
                  </a:cubicBezTo>
                  <a:cubicBezTo>
                    <a:pt x="28" y="34"/>
                    <a:pt x="41" y="33"/>
                    <a:pt x="55" y="35"/>
                  </a:cubicBezTo>
                  <a:lnTo>
                    <a:pt x="54" y="40"/>
                  </a:lnTo>
                  <a:close/>
                  <a:moveTo>
                    <a:pt x="60" y="68"/>
                  </a:moveTo>
                  <a:cubicBezTo>
                    <a:pt x="60" y="68"/>
                    <a:pt x="56" y="68"/>
                    <a:pt x="56" y="68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9" y="57"/>
                    <a:pt x="61" y="57"/>
                    <a:pt x="62" y="57"/>
                  </a:cubicBezTo>
                  <a:lnTo>
                    <a:pt x="60" y="68"/>
                  </a:lnTo>
                  <a:close/>
                  <a:moveTo>
                    <a:pt x="66" y="69"/>
                  </a:moveTo>
                  <a:cubicBezTo>
                    <a:pt x="65" y="69"/>
                    <a:pt x="64" y="69"/>
                    <a:pt x="63" y="68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6" y="58"/>
                    <a:pt x="67" y="58"/>
                    <a:pt x="68" y="58"/>
                  </a:cubicBezTo>
                  <a:lnTo>
                    <a:pt x="66" y="69"/>
                  </a:lnTo>
                  <a:close/>
                  <a:moveTo>
                    <a:pt x="74" y="69"/>
                  </a:moveTo>
                  <a:cubicBezTo>
                    <a:pt x="73" y="69"/>
                    <a:pt x="72" y="69"/>
                    <a:pt x="70" y="69"/>
                  </a:cubicBezTo>
                  <a:cubicBezTo>
                    <a:pt x="72" y="59"/>
                    <a:pt x="72" y="59"/>
                    <a:pt x="72" y="59"/>
                  </a:cubicBezTo>
                  <a:cubicBezTo>
                    <a:pt x="73" y="60"/>
                    <a:pt x="74" y="60"/>
                    <a:pt x="75" y="61"/>
                  </a:cubicBezTo>
                  <a:lnTo>
                    <a:pt x="74" y="69"/>
                  </a:lnTo>
                  <a:close/>
                  <a:moveTo>
                    <a:pt x="82" y="68"/>
                  </a:moveTo>
                  <a:cubicBezTo>
                    <a:pt x="81" y="68"/>
                    <a:pt x="80" y="69"/>
                    <a:pt x="79" y="68"/>
                  </a:cubicBezTo>
                  <a:cubicBezTo>
                    <a:pt x="78" y="68"/>
                    <a:pt x="78" y="67"/>
                    <a:pt x="78" y="66"/>
                  </a:cubicBezTo>
                  <a:cubicBezTo>
                    <a:pt x="78" y="66"/>
                    <a:pt x="78" y="65"/>
                    <a:pt x="78" y="65"/>
                  </a:cubicBezTo>
                  <a:cubicBezTo>
                    <a:pt x="78" y="65"/>
                    <a:pt x="78" y="64"/>
                    <a:pt x="78" y="64"/>
                  </a:cubicBezTo>
                  <a:cubicBezTo>
                    <a:pt x="79" y="63"/>
                    <a:pt x="79" y="63"/>
                    <a:pt x="80" y="62"/>
                  </a:cubicBezTo>
                  <a:cubicBezTo>
                    <a:pt x="81" y="62"/>
                    <a:pt x="82" y="63"/>
                    <a:pt x="83" y="64"/>
                  </a:cubicBezTo>
                  <a:cubicBezTo>
                    <a:pt x="83" y="64"/>
                    <a:pt x="84" y="65"/>
                    <a:pt x="84" y="66"/>
                  </a:cubicBezTo>
                  <a:cubicBezTo>
                    <a:pt x="84" y="67"/>
                    <a:pt x="83" y="67"/>
                    <a:pt x="82" y="68"/>
                  </a:cubicBezTo>
                  <a:moveTo>
                    <a:pt x="91" y="50"/>
                  </a:moveTo>
                  <a:cubicBezTo>
                    <a:pt x="89" y="48"/>
                    <a:pt x="85" y="47"/>
                    <a:pt x="83" y="46"/>
                  </a:cubicBezTo>
                  <a:cubicBezTo>
                    <a:pt x="82" y="45"/>
                    <a:pt x="80" y="46"/>
                    <a:pt x="79" y="48"/>
                  </a:cubicBezTo>
                  <a:cubicBezTo>
                    <a:pt x="79" y="50"/>
                    <a:pt x="79" y="51"/>
                    <a:pt x="81" y="52"/>
                  </a:cubicBezTo>
                  <a:cubicBezTo>
                    <a:pt x="85" y="54"/>
                    <a:pt x="88" y="55"/>
                    <a:pt x="88" y="56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8" y="55"/>
                    <a:pt x="88" y="56"/>
                    <a:pt x="89" y="56"/>
                  </a:cubicBezTo>
                  <a:cubicBezTo>
                    <a:pt x="88" y="58"/>
                    <a:pt x="87" y="60"/>
                    <a:pt x="86" y="62"/>
                  </a:cubicBezTo>
                  <a:cubicBezTo>
                    <a:pt x="81" y="57"/>
                    <a:pt x="69" y="54"/>
                    <a:pt x="60" y="53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9" y="49"/>
                    <a:pt x="70" y="48"/>
                    <a:pt x="71" y="46"/>
                  </a:cubicBezTo>
                  <a:cubicBezTo>
                    <a:pt x="71" y="44"/>
                    <a:pt x="70" y="42"/>
                    <a:pt x="68" y="42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76" y="38"/>
                    <a:pt x="88" y="42"/>
                    <a:pt x="93" y="46"/>
                  </a:cubicBezTo>
                  <a:cubicBezTo>
                    <a:pt x="93" y="48"/>
                    <a:pt x="92" y="49"/>
                    <a:pt x="91" y="50"/>
                  </a:cubicBezTo>
                  <a:moveTo>
                    <a:pt x="101" y="31"/>
                  </a:moveTo>
                  <a:cubicBezTo>
                    <a:pt x="98" y="30"/>
                    <a:pt x="98" y="36"/>
                    <a:pt x="97" y="38"/>
                  </a:cubicBezTo>
                  <a:cubicBezTo>
                    <a:pt x="94" y="41"/>
                    <a:pt x="89" y="39"/>
                    <a:pt x="92" y="33"/>
                  </a:cubicBezTo>
                  <a:cubicBezTo>
                    <a:pt x="93" y="31"/>
                    <a:pt x="91" y="29"/>
                    <a:pt x="90" y="27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90" y="26"/>
                    <a:pt x="90" y="26"/>
                    <a:pt x="91" y="26"/>
                  </a:cubicBezTo>
                  <a:cubicBezTo>
                    <a:pt x="92" y="25"/>
                    <a:pt x="95" y="25"/>
                    <a:pt x="98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4" y="25"/>
                    <a:pt x="106" y="24"/>
                    <a:pt x="108" y="23"/>
                  </a:cubicBezTo>
                  <a:cubicBezTo>
                    <a:pt x="109" y="22"/>
                    <a:pt x="111" y="21"/>
                    <a:pt x="113" y="21"/>
                  </a:cubicBezTo>
                  <a:cubicBezTo>
                    <a:pt x="114" y="21"/>
                    <a:pt x="116" y="22"/>
                    <a:pt x="118" y="23"/>
                  </a:cubicBezTo>
                  <a:cubicBezTo>
                    <a:pt x="111" y="25"/>
                    <a:pt x="105" y="33"/>
                    <a:pt x="101" y="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5" name="Freeform 224">
              <a:extLst>
                <a:ext uri="{FF2B5EF4-FFF2-40B4-BE49-F238E27FC236}">
                  <a16:creationId xmlns:a16="http://schemas.microsoft.com/office/drawing/2014/main" id="{28B975DE-BF61-4C3F-BCB2-A728BC31F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18263" y="12547600"/>
              <a:ext cx="85725" cy="66675"/>
            </a:xfrm>
            <a:custGeom>
              <a:avLst/>
              <a:gdLst>
                <a:gd name="T0" fmla="*/ 116 w 133"/>
                <a:gd name="T1" fmla="*/ 8 h 104"/>
                <a:gd name="T2" fmla="*/ 19 w 133"/>
                <a:gd name="T3" fmla="*/ 73 h 104"/>
                <a:gd name="T4" fmla="*/ 28 w 133"/>
                <a:gd name="T5" fmla="*/ 92 h 104"/>
                <a:gd name="T6" fmla="*/ 131 w 133"/>
                <a:gd name="T7" fmla="*/ 4 h 104"/>
                <a:gd name="T8" fmla="*/ 129 w 133"/>
                <a:gd name="T9" fmla="*/ 2 h 104"/>
                <a:gd name="T10" fmla="*/ 26 w 133"/>
                <a:gd name="T11" fmla="*/ 86 h 104"/>
                <a:gd name="T12" fmla="*/ 22 w 133"/>
                <a:gd name="T13" fmla="*/ 78 h 104"/>
                <a:gd name="T14" fmla="*/ 116 w 133"/>
                <a:gd name="T15" fmla="*/ 9 h 104"/>
                <a:gd name="T16" fmla="*/ 116 w 133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04">
                  <a:moveTo>
                    <a:pt x="116" y="8"/>
                  </a:moveTo>
                  <a:cubicBezTo>
                    <a:pt x="115" y="8"/>
                    <a:pt x="35" y="61"/>
                    <a:pt x="19" y="73"/>
                  </a:cubicBezTo>
                  <a:cubicBezTo>
                    <a:pt x="0" y="86"/>
                    <a:pt x="15" y="104"/>
                    <a:pt x="28" y="92"/>
                  </a:cubicBezTo>
                  <a:cubicBezTo>
                    <a:pt x="36" y="86"/>
                    <a:pt x="127" y="7"/>
                    <a:pt x="131" y="4"/>
                  </a:cubicBezTo>
                  <a:cubicBezTo>
                    <a:pt x="133" y="2"/>
                    <a:pt x="132" y="0"/>
                    <a:pt x="129" y="2"/>
                  </a:cubicBezTo>
                  <a:cubicBezTo>
                    <a:pt x="126" y="5"/>
                    <a:pt x="29" y="84"/>
                    <a:pt x="26" y="86"/>
                  </a:cubicBezTo>
                  <a:cubicBezTo>
                    <a:pt x="21" y="90"/>
                    <a:pt x="15" y="83"/>
                    <a:pt x="22" y="78"/>
                  </a:cubicBezTo>
                  <a:cubicBezTo>
                    <a:pt x="30" y="72"/>
                    <a:pt x="117" y="8"/>
                    <a:pt x="116" y="9"/>
                  </a:cubicBezTo>
                  <a:cubicBezTo>
                    <a:pt x="115" y="10"/>
                    <a:pt x="117" y="7"/>
                    <a:pt x="116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6" name="Freeform 225">
              <a:extLst>
                <a:ext uri="{FF2B5EF4-FFF2-40B4-BE49-F238E27FC236}">
                  <a16:creationId xmlns:a16="http://schemas.microsoft.com/office/drawing/2014/main" id="{F15E6D31-7D03-4FC5-8148-F698DE7630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27788" y="12520613"/>
              <a:ext cx="79375" cy="47625"/>
            </a:xfrm>
            <a:custGeom>
              <a:avLst/>
              <a:gdLst>
                <a:gd name="T0" fmla="*/ 108 w 123"/>
                <a:gd name="T1" fmla="*/ 5 h 75"/>
                <a:gd name="T2" fmla="*/ 18 w 123"/>
                <a:gd name="T3" fmla="*/ 49 h 75"/>
                <a:gd name="T4" fmla="*/ 24 w 123"/>
                <a:gd name="T5" fmla="*/ 66 h 75"/>
                <a:gd name="T6" fmla="*/ 122 w 123"/>
                <a:gd name="T7" fmla="*/ 3 h 75"/>
                <a:gd name="T8" fmla="*/ 121 w 123"/>
                <a:gd name="T9" fmla="*/ 1 h 75"/>
                <a:gd name="T10" fmla="*/ 22 w 123"/>
                <a:gd name="T11" fmla="*/ 60 h 75"/>
                <a:gd name="T12" fmla="*/ 20 w 123"/>
                <a:gd name="T13" fmla="*/ 54 h 75"/>
                <a:gd name="T14" fmla="*/ 108 w 123"/>
                <a:gd name="T15" fmla="*/ 6 h 75"/>
                <a:gd name="T16" fmla="*/ 108 w 123"/>
                <a:gd name="T17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75">
                  <a:moveTo>
                    <a:pt x="108" y="5"/>
                  </a:moveTo>
                  <a:cubicBezTo>
                    <a:pt x="107" y="5"/>
                    <a:pt x="33" y="41"/>
                    <a:pt x="18" y="49"/>
                  </a:cubicBezTo>
                  <a:cubicBezTo>
                    <a:pt x="0" y="58"/>
                    <a:pt x="11" y="75"/>
                    <a:pt x="24" y="66"/>
                  </a:cubicBezTo>
                  <a:cubicBezTo>
                    <a:pt x="31" y="61"/>
                    <a:pt x="118" y="5"/>
                    <a:pt x="122" y="3"/>
                  </a:cubicBezTo>
                  <a:cubicBezTo>
                    <a:pt x="123" y="2"/>
                    <a:pt x="123" y="0"/>
                    <a:pt x="121" y="1"/>
                  </a:cubicBezTo>
                  <a:cubicBezTo>
                    <a:pt x="117" y="3"/>
                    <a:pt x="25" y="59"/>
                    <a:pt x="22" y="60"/>
                  </a:cubicBezTo>
                  <a:cubicBezTo>
                    <a:pt x="17" y="63"/>
                    <a:pt x="13" y="57"/>
                    <a:pt x="20" y="54"/>
                  </a:cubicBezTo>
                  <a:cubicBezTo>
                    <a:pt x="27" y="49"/>
                    <a:pt x="109" y="5"/>
                    <a:pt x="108" y="6"/>
                  </a:cubicBezTo>
                  <a:cubicBezTo>
                    <a:pt x="107" y="7"/>
                    <a:pt x="109" y="4"/>
                    <a:pt x="108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7" name="Freeform 226">
              <a:extLst>
                <a:ext uri="{FF2B5EF4-FFF2-40B4-BE49-F238E27FC236}">
                  <a16:creationId xmlns:a16="http://schemas.microsoft.com/office/drawing/2014/main" id="{C47C9CBD-C0A7-4EB9-B69E-38D672CF83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42076" y="12495213"/>
              <a:ext cx="63500" cy="25400"/>
            </a:xfrm>
            <a:custGeom>
              <a:avLst/>
              <a:gdLst>
                <a:gd name="T0" fmla="*/ 85 w 100"/>
                <a:gd name="T1" fmla="*/ 2 h 38"/>
                <a:gd name="T2" fmla="*/ 19 w 100"/>
                <a:gd name="T3" fmla="*/ 14 h 38"/>
                <a:gd name="T4" fmla="*/ 20 w 100"/>
                <a:gd name="T5" fmla="*/ 32 h 38"/>
                <a:gd name="T6" fmla="*/ 98 w 100"/>
                <a:gd name="T7" fmla="*/ 3 h 38"/>
                <a:gd name="T8" fmla="*/ 98 w 100"/>
                <a:gd name="T9" fmla="*/ 1 h 38"/>
                <a:gd name="T10" fmla="*/ 21 w 100"/>
                <a:gd name="T11" fmla="*/ 27 h 38"/>
                <a:gd name="T12" fmla="*/ 19 w 100"/>
                <a:gd name="T13" fmla="*/ 19 h 38"/>
                <a:gd name="T14" fmla="*/ 85 w 100"/>
                <a:gd name="T15" fmla="*/ 3 h 38"/>
                <a:gd name="T16" fmla="*/ 85 w 100"/>
                <a:gd name="T17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38">
                  <a:moveTo>
                    <a:pt x="85" y="2"/>
                  </a:moveTo>
                  <a:cubicBezTo>
                    <a:pt x="84" y="2"/>
                    <a:pt x="36" y="10"/>
                    <a:pt x="19" y="14"/>
                  </a:cubicBezTo>
                  <a:cubicBezTo>
                    <a:pt x="0" y="19"/>
                    <a:pt x="6" y="38"/>
                    <a:pt x="20" y="32"/>
                  </a:cubicBezTo>
                  <a:cubicBezTo>
                    <a:pt x="28" y="30"/>
                    <a:pt x="94" y="4"/>
                    <a:pt x="98" y="3"/>
                  </a:cubicBezTo>
                  <a:cubicBezTo>
                    <a:pt x="100" y="2"/>
                    <a:pt x="100" y="0"/>
                    <a:pt x="98" y="1"/>
                  </a:cubicBezTo>
                  <a:cubicBezTo>
                    <a:pt x="94" y="2"/>
                    <a:pt x="24" y="26"/>
                    <a:pt x="21" y="27"/>
                  </a:cubicBezTo>
                  <a:cubicBezTo>
                    <a:pt x="15" y="28"/>
                    <a:pt x="13" y="21"/>
                    <a:pt x="19" y="19"/>
                  </a:cubicBezTo>
                  <a:cubicBezTo>
                    <a:pt x="28" y="17"/>
                    <a:pt x="86" y="2"/>
                    <a:pt x="85" y="3"/>
                  </a:cubicBezTo>
                  <a:cubicBezTo>
                    <a:pt x="83" y="3"/>
                    <a:pt x="86" y="1"/>
                    <a:pt x="85" y="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8" name="Freeform 227">
              <a:extLst>
                <a:ext uri="{FF2B5EF4-FFF2-40B4-BE49-F238E27FC236}">
                  <a16:creationId xmlns:a16="http://schemas.microsoft.com/office/drawing/2014/main" id="{5874014A-BB60-4F8C-B490-A69A9BE4A9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42088" y="12552363"/>
              <a:ext cx="25400" cy="49212"/>
            </a:xfrm>
            <a:custGeom>
              <a:avLst/>
              <a:gdLst>
                <a:gd name="T0" fmla="*/ 32 w 39"/>
                <a:gd name="T1" fmla="*/ 8 h 76"/>
                <a:gd name="T2" fmla="*/ 5 w 39"/>
                <a:gd name="T3" fmla="*/ 61 h 76"/>
                <a:gd name="T4" fmla="*/ 15 w 39"/>
                <a:gd name="T5" fmla="*/ 67 h 76"/>
                <a:gd name="T6" fmla="*/ 38 w 39"/>
                <a:gd name="T7" fmla="*/ 2 h 76"/>
                <a:gd name="T8" fmla="*/ 37 w 39"/>
                <a:gd name="T9" fmla="*/ 1 h 76"/>
                <a:gd name="T10" fmla="*/ 12 w 39"/>
                <a:gd name="T11" fmla="*/ 64 h 76"/>
                <a:gd name="T12" fmla="*/ 8 w 39"/>
                <a:gd name="T13" fmla="*/ 62 h 76"/>
                <a:gd name="T14" fmla="*/ 33 w 39"/>
                <a:gd name="T15" fmla="*/ 9 h 76"/>
                <a:gd name="T16" fmla="*/ 32 w 39"/>
                <a:gd name="T17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32" y="8"/>
                  </a:moveTo>
                  <a:cubicBezTo>
                    <a:pt x="32" y="9"/>
                    <a:pt x="9" y="50"/>
                    <a:pt x="5" y="61"/>
                  </a:cubicBezTo>
                  <a:cubicBezTo>
                    <a:pt x="0" y="72"/>
                    <a:pt x="12" y="76"/>
                    <a:pt x="15" y="67"/>
                  </a:cubicBezTo>
                  <a:cubicBezTo>
                    <a:pt x="17" y="61"/>
                    <a:pt x="37" y="4"/>
                    <a:pt x="38" y="2"/>
                  </a:cubicBezTo>
                  <a:cubicBezTo>
                    <a:pt x="39" y="0"/>
                    <a:pt x="37" y="0"/>
                    <a:pt x="37" y="1"/>
                  </a:cubicBezTo>
                  <a:cubicBezTo>
                    <a:pt x="36" y="4"/>
                    <a:pt x="13" y="62"/>
                    <a:pt x="12" y="64"/>
                  </a:cubicBezTo>
                  <a:cubicBezTo>
                    <a:pt x="11" y="68"/>
                    <a:pt x="6" y="66"/>
                    <a:pt x="8" y="62"/>
                  </a:cubicBezTo>
                  <a:cubicBezTo>
                    <a:pt x="10" y="57"/>
                    <a:pt x="33" y="8"/>
                    <a:pt x="33" y="9"/>
                  </a:cubicBezTo>
                  <a:cubicBezTo>
                    <a:pt x="33" y="10"/>
                    <a:pt x="33" y="8"/>
                    <a:pt x="32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9" name="Freeform 228">
              <a:extLst>
                <a:ext uri="{FF2B5EF4-FFF2-40B4-BE49-F238E27FC236}">
                  <a16:creationId xmlns:a16="http://schemas.microsoft.com/office/drawing/2014/main" id="{8908DDA3-E48A-4BDA-B07A-E121A4DD53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24626" y="12558713"/>
              <a:ext cx="26988" cy="47625"/>
            </a:xfrm>
            <a:custGeom>
              <a:avLst/>
              <a:gdLst>
                <a:gd name="T0" fmla="*/ 35 w 42"/>
                <a:gd name="T1" fmla="*/ 9 h 75"/>
                <a:gd name="T2" fmla="*/ 5 w 42"/>
                <a:gd name="T3" fmla="*/ 59 h 75"/>
                <a:gd name="T4" fmla="*/ 15 w 42"/>
                <a:gd name="T5" fmla="*/ 66 h 75"/>
                <a:gd name="T6" fmla="*/ 42 w 42"/>
                <a:gd name="T7" fmla="*/ 3 h 75"/>
                <a:gd name="T8" fmla="*/ 40 w 42"/>
                <a:gd name="T9" fmla="*/ 2 h 75"/>
                <a:gd name="T10" fmla="*/ 12 w 42"/>
                <a:gd name="T11" fmla="*/ 63 h 75"/>
                <a:gd name="T12" fmla="*/ 8 w 42"/>
                <a:gd name="T13" fmla="*/ 61 h 75"/>
                <a:gd name="T14" fmla="*/ 36 w 42"/>
                <a:gd name="T15" fmla="*/ 9 h 75"/>
                <a:gd name="T16" fmla="*/ 35 w 42"/>
                <a:gd name="T17" fmla="*/ 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5">
                  <a:moveTo>
                    <a:pt x="35" y="9"/>
                  </a:moveTo>
                  <a:cubicBezTo>
                    <a:pt x="35" y="9"/>
                    <a:pt x="10" y="49"/>
                    <a:pt x="5" y="59"/>
                  </a:cubicBezTo>
                  <a:cubicBezTo>
                    <a:pt x="0" y="71"/>
                    <a:pt x="11" y="75"/>
                    <a:pt x="15" y="66"/>
                  </a:cubicBezTo>
                  <a:cubicBezTo>
                    <a:pt x="17" y="61"/>
                    <a:pt x="41" y="5"/>
                    <a:pt x="42" y="3"/>
                  </a:cubicBezTo>
                  <a:cubicBezTo>
                    <a:pt x="42" y="1"/>
                    <a:pt x="41" y="0"/>
                    <a:pt x="40" y="2"/>
                  </a:cubicBezTo>
                  <a:cubicBezTo>
                    <a:pt x="39" y="4"/>
                    <a:pt x="13" y="61"/>
                    <a:pt x="12" y="63"/>
                  </a:cubicBezTo>
                  <a:cubicBezTo>
                    <a:pt x="11" y="67"/>
                    <a:pt x="6" y="65"/>
                    <a:pt x="8" y="61"/>
                  </a:cubicBezTo>
                  <a:cubicBezTo>
                    <a:pt x="10" y="56"/>
                    <a:pt x="36" y="8"/>
                    <a:pt x="36" y="9"/>
                  </a:cubicBezTo>
                  <a:cubicBezTo>
                    <a:pt x="36" y="10"/>
                    <a:pt x="36" y="8"/>
                    <a:pt x="35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0" name="Freeform 229">
              <a:extLst>
                <a:ext uri="{FF2B5EF4-FFF2-40B4-BE49-F238E27FC236}">
                  <a16:creationId xmlns:a16="http://schemas.microsoft.com/office/drawing/2014/main" id="{8F805964-09F4-4BBE-BA0A-BBBB8FD52C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11938" y="12560300"/>
              <a:ext cx="26988" cy="47625"/>
            </a:xfrm>
            <a:custGeom>
              <a:avLst/>
              <a:gdLst>
                <a:gd name="T0" fmla="*/ 6 w 42"/>
                <a:gd name="T1" fmla="*/ 8 h 75"/>
                <a:gd name="T2" fmla="*/ 37 w 42"/>
                <a:gd name="T3" fmla="*/ 59 h 75"/>
                <a:gd name="T4" fmla="*/ 27 w 42"/>
                <a:gd name="T5" fmla="*/ 66 h 75"/>
                <a:gd name="T6" fmla="*/ 0 w 42"/>
                <a:gd name="T7" fmla="*/ 2 h 75"/>
                <a:gd name="T8" fmla="*/ 2 w 42"/>
                <a:gd name="T9" fmla="*/ 2 h 75"/>
                <a:gd name="T10" fmla="*/ 30 w 42"/>
                <a:gd name="T11" fmla="*/ 63 h 75"/>
                <a:gd name="T12" fmla="*/ 34 w 42"/>
                <a:gd name="T13" fmla="*/ 61 h 75"/>
                <a:gd name="T14" fmla="*/ 6 w 42"/>
                <a:gd name="T15" fmla="*/ 9 h 75"/>
                <a:gd name="T16" fmla="*/ 6 w 42"/>
                <a:gd name="T17" fmla="*/ 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5">
                  <a:moveTo>
                    <a:pt x="6" y="8"/>
                  </a:moveTo>
                  <a:cubicBezTo>
                    <a:pt x="7" y="9"/>
                    <a:pt x="32" y="49"/>
                    <a:pt x="37" y="59"/>
                  </a:cubicBezTo>
                  <a:cubicBezTo>
                    <a:pt x="42" y="70"/>
                    <a:pt x="30" y="75"/>
                    <a:pt x="27" y="66"/>
                  </a:cubicBezTo>
                  <a:cubicBezTo>
                    <a:pt x="25" y="60"/>
                    <a:pt x="1" y="5"/>
                    <a:pt x="0" y="2"/>
                  </a:cubicBezTo>
                  <a:cubicBezTo>
                    <a:pt x="0" y="1"/>
                    <a:pt x="1" y="0"/>
                    <a:pt x="2" y="2"/>
                  </a:cubicBezTo>
                  <a:cubicBezTo>
                    <a:pt x="3" y="4"/>
                    <a:pt x="29" y="61"/>
                    <a:pt x="30" y="63"/>
                  </a:cubicBezTo>
                  <a:cubicBezTo>
                    <a:pt x="31" y="66"/>
                    <a:pt x="36" y="65"/>
                    <a:pt x="34" y="61"/>
                  </a:cubicBezTo>
                  <a:cubicBezTo>
                    <a:pt x="31" y="56"/>
                    <a:pt x="6" y="8"/>
                    <a:pt x="6" y="9"/>
                  </a:cubicBezTo>
                  <a:cubicBezTo>
                    <a:pt x="6" y="10"/>
                    <a:pt x="6" y="8"/>
                    <a:pt x="6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1" name="Freeform 230">
              <a:extLst>
                <a:ext uri="{FF2B5EF4-FFF2-40B4-BE49-F238E27FC236}">
                  <a16:creationId xmlns:a16="http://schemas.microsoft.com/office/drawing/2014/main" id="{42476E25-75A3-4735-852C-7C51D27575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26213" y="12553950"/>
              <a:ext cx="22225" cy="31750"/>
            </a:xfrm>
            <a:custGeom>
              <a:avLst/>
              <a:gdLst>
                <a:gd name="T0" fmla="*/ 28 w 34"/>
                <a:gd name="T1" fmla="*/ 5 h 49"/>
                <a:gd name="T2" fmla="*/ 5 w 34"/>
                <a:gd name="T3" fmla="*/ 38 h 49"/>
                <a:gd name="T4" fmla="*/ 12 w 34"/>
                <a:gd name="T5" fmla="*/ 43 h 49"/>
                <a:gd name="T6" fmla="*/ 33 w 34"/>
                <a:gd name="T7" fmla="*/ 1 h 49"/>
                <a:gd name="T8" fmla="*/ 32 w 34"/>
                <a:gd name="T9" fmla="*/ 1 h 49"/>
                <a:gd name="T10" fmla="*/ 10 w 34"/>
                <a:gd name="T11" fmla="*/ 41 h 49"/>
                <a:gd name="T12" fmla="*/ 7 w 34"/>
                <a:gd name="T13" fmla="*/ 40 h 49"/>
                <a:gd name="T14" fmla="*/ 29 w 34"/>
                <a:gd name="T15" fmla="*/ 6 h 49"/>
                <a:gd name="T16" fmla="*/ 28 w 34"/>
                <a:gd name="T17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49">
                  <a:moveTo>
                    <a:pt x="28" y="5"/>
                  </a:moveTo>
                  <a:cubicBezTo>
                    <a:pt x="28" y="6"/>
                    <a:pt x="9" y="32"/>
                    <a:pt x="5" y="38"/>
                  </a:cubicBezTo>
                  <a:cubicBezTo>
                    <a:pt x="0" y="46"/>
                    <a:pt x="10" y="49"/>
                    <a:pt x="12" y="43"/>
                  </a:cubicBezTo>
                  <a:cubicBezTo>
                    <a:pt x="14" y="39"/>
                    <a:pt x="33" y="3"/>
                    <a:pt x="33" y="1"/>
                  </a:cubicBezTo>
                  <a:cubicBezTo>
                    <a:pt x="34" y="0"/>
                    <a:pt x="33" y="0"/>
                    <a:pt x="32" y="1"/>
                  </a:cubicBezTo>
                  <a:cubicBezTo>
                    <a:pt x="31" y="2"/>
                    <a:pt x="11" y="40"/>
                    <a:pt x="10" y="41"/>
                  </a:cubicBezTo>
                  <a:cubicBezTo>
                    <a:pt x="9" y="43"/>
                    <a:pt x="5" y="42"/>
                    <a:pt x="7" y="40"/>
                  </a:cubicBezTo>
                  <a:cubicBezTo>
                    <a:pt x="9" y="36"/>
                    <a:pt x="29" y="5"/>
                    <a:pt x="29" y="6"/>
                  </a:cubicBezTo>
                  <a:cubicBezTo>
                    <a:pt x="29" y="6"/>
                    <a:pt x="29" y="5"/>
                    <a:pt x="28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2" name="Freeform 231">
              <a:extLst>
                <a:ext uri="{FF2B5EF4-FFF2-40B4-BE49-F238E27FC236}">
                  <a16:creationId xmlns:a16="http://schemas.microsoft.com/office/drawing/2014/main" id="{2B2F5E5D-7ED0-4C7A-89B9-C67946EC05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08751" y="12555538"/>
              <a:ext cx="22225" cy="22225"/>
            </a:xfrm>
            <a:custGeom>
              <a:avLst/>
              <a:gdLst>
                <a:gd name="T0" fmla="*/ 26 w 34"/>
                <a:gd name="T1" fmla="*/ 6 h 35"/>
                <a:gd name="T2" fmla="*/ 8 w 34"/>
                <a:gd name="T3" fmla="*/ 18 h 35"/>
                <a:gd name="T4" fmla="*/ 16 w 34"/>
                <a:gd name="T5" fmla="*/ 28 h 35"/>
                <a:gd name="T6" fmla="*/ 33 w 34"/>
                <a:gd name="T7" fmla="*/ 3 h 35"/>
                <a:gd name="T8" fmla="*/ 32 w 34"/>
                <a:gd name="T9" fmla="*/ 2 h 35"/>
                <a:gd name="T10" fmla="*/ 14 w 34"/>
                <a:gd name="T11" fmla="*/ 24 h 35"/>
                <a:gd name="T12" fmla="*/ 11 w 34"/>
                <a:gd name="T13" fmla="*/ 21 h 35"/>
                <a:gd name="T14" fmla="*/ 26 w 34"/>
                <a:gd name="T15" fmla="*/ 7 h 35"/>
                <a:gd name="T16" fmla="*/ 26 w 34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5">
                  <a:moveTo>
                    <a:pt x="26" y="6"/>
                  </a:moveTo>
                  <a:cubicBezTo>
                    <a:pt x="25" y="7"/>
                    <a:pt x="16" y="10"/>
                    <a:pt x="8" y="18"/>
                  </a:cubicBezTo>
                  <a:cubicBezTo>
                    <a:pt x="0" y="27"/>
                    <a:pt x="9" y="35"/>
                    <a:pt x="16" y="28"/>
                  </a:cubicBezTo>
                  <a:cubicBezTo>
                    <a:pt x="19" y="23"/>
                    <a:pt x="32" y="5"/>
                    <a:pt x="33" y="3"/>
                  </a:cubicBezTo>
                  <a:cubicBezTo>
                    <a:pt x="34" y="2"/>
                    <a:pt x="33" y="0"/>
                    <a:pt x="32" y="2"/>
                  </a:cubicBezTo>
                  <a:cubicBezTo>
                    <a:pt x="31" y="4"/>
                    <a:pt x="15" y="23"/>
                    <a:pt x="14" y="24"/>
                  </a:cubicBezTo>
                  <a:cubicBezTo>
                    <a:pt x="11" y="27"/>
                    <a:pt x="7" y="24"/>
                    <a:pt x="11" y="21"/>
                  </a:cubicBezTo>
                  <a:cubicBezTo>
                    <a:pt x="14" y="17"/>
                    <a:pt x="26" y="6"/>
                    <a:pt x="26" y="7"/>
                  </a:cubicBezTo>
                  <a:cubicBezTo>
                    <a:pt x="25" y="8"/>
                    <a:pt x="26" y="6"/>
                    <a:pt x="26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3" name="Freeform 232">
              <a:extLst>
                <a:ext uri="{FF2B5EF4-FFF2-40B4-BE49-F238E27FC236}">
                  <a16:creationId xmlns:a16="http://schemas.microsoft.com/office/drawing/2014/main" id="{2D2A4C02-E7ED-422B-B300-0816AFCAD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83351" y="12472988"/>
              <a:ext cx="34925" cy="11112"/>
            </a:xfrm>
            <a:custGeom>
              <a:avLst/>
              <a:gdLst>
                <a:gd name="T0" fmla="*/ 42 w 55"/>
                <a:gd name="T1" fmla="*/ 8 h 17"/>
                <a:gd name="T2" fmla="*/ 16 w 55"/>
                <a:gd name="T3" fmla="*/ 1 h 17"/>
                <a:gd name="T4" fmla="*/ 13 w 55"/>
                <a:gd name="T5" fmla="*/ 16 h 17"/>
                <a:gd name="T6" fmla="*/ 53 w 55"/>
                <a:gd name="T7" fmla="*/ 13 h 17"/>
                <a:gd name="T8" fmla="*/ 53 w 55"/>
                <a:gd name="T9" fmla="*/ 11 h 17"/>
                <a:gd name="T10" fmla="*/ 15 w 55"/>
                <a:gd name="T11" fmla="*/ 11 h 17"/>
                <a:gd name="T12" fmla="*/ 16 w 55"/>
                <a:gd name="T13" fmla="*/ 5 h 17"/>
                <a:gd name="T14" fmla="*/ 42 w 55"/>
                <a:gd name="T15" fmla="*/ 9 h 17"/>
                <a:gd name="T16" fmla="*/ 42 w 55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7">
                  <a:moveTo>
                    <a:pt x="42" y="8"/>
                  </a:moveTo>
                  <a:cubicBezTo>
                    <a:pt x="41" y="8"/>
                    <a:pt x="31" y="2"/>
                    <a:pt x="16" y="1"/>
                  </a:cubicBezTo>
                  <a:cubicBezTo>
                    <a:pt x="0" y="0"/>
                    <a:pt x="0" y="17"/>
                    <a:pt x="13" y="16"/>
                  </a:cubicBezTo>
                  <a:cubicBezTo>
                    <a:pt x="20" y="16"/>
                    <a:pt x="49" y="13"/>
                    <a:pt x="53" y="13"/>
                  </a:cubicBezTo>
                  <a:cubicBezTo>
                    <a:pt x="55" y="13"/>
                    <a:pt x="55" y="11"/>
                    <a:pt x="53" y="11"/>
                  </a:cubicBezTo>
                  <a:cubicBezTo>
                    <a:pt x="50" y="11"/>
                    <a:pt x="17" y="12"/>
                    <a:pt x="15" y="11"/>
                  </a:cubicBezTo>
                  <a:cubicBezTo>
                    <a:pt x="10" y="11"/>
                    <a:pt x="10" y="5"/>
                    <a:pt x="16" y="5"/>
                  </a:cubicBezTo>
                  <a:cubicBezTo>
                    <a:pt x="23" y="6"/>
                    <a:pt x="43" y="9"/>
                    <a:pt x="42" y="9"/>
                  </a:cubicBezTo>
                  <a:cubicBezTo>
                    <a:pt x="41" y="9"/>
                    <a:pt x="43" y="8"/>
                    <a:pt x="42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4" name="Freeform 233">
              <a:extLst>
                <a:ext uri="{FF2B5EF4-FFF2-40B4-BE49-F238E27FC236}">
                  <a16:creationId xmlns:a16="http://schemas.microsoft.com/office/drawing/2014/main" id="{6B3A6747-070A-4895-B65B-433CCAF035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83351" y="12455525"/>
              <a:ext cx="34925" cy="12700"/>
            </a:xfrm>
            <a:custGeom>
              <a:avLst/>
              <a:gdLst>
                <a:gd name="T0" fmla="*/ 43 w 55"/>
                <a:gd name="T1" fmla="*/ 13 h 19"/>
                <a:gd name="T2" fmla="*/ 18 w 55"/>
                <a:gd name="T3" fmla="*/ 3 h 19"/>
                <a:gd name="T4" fmla="*/ 13 w 55"/>
                <a:gd name="T5" fmla="*/ 17 h 19"/>
                <a:gd name="T6" fmla="*/ 52 w 55"/>
                <a:gd name="T7" fmla="*/ 19 h 19"/>
                <a:gd name="T8" fmla="*/ 53 w 55"/>
                <a:gd name="T9" fmla="*/ 17 h 19"/>
                <a:gd name="T10" fmla="*/ 15 w 55"/>
                <a:gd name="T11" fmla="*/ 13 h 19"/>
                <a:gd name="T12" fmla="*/ 17 w 55"/>
                <a:gd name="T13" fmla="*/ 7 h 19"/>
                <a:gd name="T14" fmla="*/ 42 w 55"/>
                <a:gd name="T15" fmla="*/ 14 h 19"/>
                <a:gd name="T16" fmla="*/ 43 w 55"/>
                <a:gd name="T17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9">
                  <a:moveTo>
                    <a:pt x="43" y="13"/>
                  </a:moveTo>
                  <a:cubicBezTo>
                    <a:pt x="42" y="13"/>
                    <a:pt x="32" y="6"/>
                    <a:pt x="18" y="3"/>
                  </a:cubicBezTo>
                  <a:cubicBezTo>
                    <a:pt x="1" y="0"/>
                    <a:pt x="0" y="16"/>
                    <a:pt x="13" y="17"/>
                  </a:cubicBezTo>
                  <a:cubicBezTo>
                    <a:pt x="20" y="18"/>
                    <a:pt x="49" y="19"/>
                    <a:pt x="52" y="19"/>
                  </a:cubicBezTo>
                  <a:cubicBezTo>
                    <a:pt x="54" y="19"/>
                    <a:pt x="55" y="17"/>
                    <a:pt x="53" y="17"/>
                  </a:cubicBezTo>
                  <a:cubicBezTo>
                    <a:pt x="49" y="17"/>
                    <a:pt x="18" y="13"/>
                    <a:pt x="15" y="13"/>
                  </a:cubicBezTo>
                  <a:cubicBezTo>
                    <a:pt x="10" y="12"/>
                    <a:pt x="11" y="6"/>
                    <a:pt x="17" y="7"/>
                  </a:cubicBezTo>
                  <a:cubicBezTo>
                    <a:pt x="24" y="8"/>
                    <a:pt x="43" y="14"/>
                    <a:pt x="42" y="14"/>
                  </a:cubicBezTo>
                  <a:cubicBezTo>
                    <a:pt x="41" y="14"/>
                    <a:pt x="44" y="14"/>
                    <a:pt x="43" y="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5" name="Freeform 234">
              <a:extLst>
                <a:ext uri="{FF2B5EF4-FFF2-40B4-BE49-F238E27FC236}">
                  <a16:creationId xmlns:a16="http://schemas.microsoft.com/office/drawing/2014/main" id="{0A378E4B-5B9D-46A1-974D-ACC9F7320B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11926" y="12439650"/>
              <a:ext cx="26988" cy="15875"/>
            </a:xfrm>
            <a:custGeom>
              <a:avLst/>
              <a:gdLst>
                <a:gd name="T0" fmla="*/ 33 w 42"/>
                <a:gd name="T1" fmla="*/ 18 h 26"/>
                <a:gd name="T2" fmla="*/ 22 w 42"/>
                <a:gd name="T3" fmla="*/ 8 h 26"/>
                <a:gd name="T4" fmla="*/ 12 w 42"/>
                <a:gd name="T5" fmla="*/ 16 h 26"/>
                <a:gd name="T6" fmla="*/ 39 w 42"/>
                <a:gd name="T7" fmla="*/ 26 h 26"/>
                <a:gd name="T8" fmla="*/ 40 w 42"/>
                <a:gd name="T9" fmla="*/ 24 h 26"/>
                <a:gd name="T10" fmla="*/ 16 w 42"/>
                <a:gd name="T11" fmla="*/ 14 h 26"/>
                <a:gd name="T12" fmla="*/ 20 w 42"/>
                <a:gd name="T13" fmla="*/ 10 h 26"/>
                <a:gd name="T14" fmla="*/ 32 w 42"/>
                <a:gd name="T15" fmla="*/ 19 h 26"/>
                <a:gd name="T16" fmla="*/ 33 w 42"/>
                <a:gd name="T17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6">
                  <a:moveTo>
                    <a:pt x="33" y="18"/>
                  </a:moveTo>
                  <a:cubicBezTo>
                    <a:pt x="32" y="18"/>
                    <a:pt x="34" y="14"/>
                    <a:pt x="22" y="8"/>
                  </a:cubicBezTo>
                  <a:cubicBezTo>
                    <a:pt x="9" y="0"/>
                    <a:pt x="0" y="11"/>
                    <a:pt x="12" y="16"/>
                  </a:cubicBezTo>
                  <a:cubicBezTo>
                    <a:pt x="18" y="19"/>
                    <a:pt x="36" y="24"/>
                    <a:pt x="39" y="26"/>
                  </a:cubicBezTo>
                  <a:cubicBezTo>
                    <a:pt x="40" y="26"/>
                    <a:pt x="42" y="25"/>
                    <a:pt x="40" y="24"/>
                  </a:cubicBezTo>
                  <a:cubicBezTo>
                    <a:pt x="37" y="23"/>
                    <a:pt x="18" y="15"/>
                    <a:pt x="16" y="14"/>
                  </a:cubicBezTo>
                  <a:cubicBezTo>
                    <a:pt x="12" y="12"/>
                    <a:pt x="15" y="8"/>
                    <a:pt x="20" y="10"/>
                  </a:cubicBezTo>
                  <a:cubicBezTo>
                    <a:pt x="26" y="13"/>
                    <a:pt x="33" y="19"/>
                    <a:pt x="32" y="19"/>
                  </a:cubicBezTo>
                  <a:cubicBezTo>
                    <a:pt x="31" y="18"/>
                    <a:pt x="33" y="19"/>
                    <a:pt x="33" y="1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6" name="Freeform 235">
              <a:extLst>
                <a:ext uri="{FF2B5EF4-FFF2-40B4-BE49-F238E27FC236}">
                  <a16:creationId xmlns:a16="http://schemas.microsoft.com/office/drawing/2014/main" id="{FEEFCE48-1215-4234-9564-ED754A918F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29388" y="12422188"/>
              <a:ext cx="30163" cy="25400"/>
            </a:xfrm>
            <a:custGeom>
              <a:avLst/>
              <a:gdLst>
                <a:gd name="T0" fmla="*/ 38 w 46"/>
                <a:gd name="T1" fmla="*/ 29 h 40"/>
                <a:gd name="T2" fmla="*/ 19 w 46"/>
                <a:gd name="T3" fmla="*/ 10 h 40"/>
                <a:gd name="T4" fmla="*/ 9 w 46"/>
                <a:gd name="T5" fmla="*/ 22 h 40"/>
                <a:gd name="T6" fmla="*/ 44 w 46"/>
                <a:gd name="T7" fmla="*/ 39 h 40"/>
                <a:gd name="T8" fmla="*/ 45 w 46"/>
                <a:gd name="T9" fmla="*/ 37 h 40"/>
                <a:gd name="T10" fmla="*/ 13 w 46"/>
                <a:gd name="T11" fmla="*/ 18 h 40"/>
                <a:gd name="T12" fmla="*/ 16 w 46"/>
                <a:gd name="T13" fmla="*/ 13 h 40"/>
                <a:gd name="T14" fmla="*/ 38 w 46"/>
                <a:gd name="T15" fmla="*/ 29 h 40"/>
                <a:gd name="T16" fmla="*/ 38 w 46"/>
                <a:gd name="T17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40">
                  <a:moveTo>
                    <a:pt x="38" y="29"/>
                  </a:moveTo>
                  <a:cubicBezTo>
                    <a:pt x="38" y="28"/>
                    <a:pt x="29" y="19"/>
                    <a:pt x="19" y="10"/>
                  </a:cubicBezTo>
                  <a:cubicBezTo>
                    <a:pt x="7" y="0"/>
                    <a:pt x="0" y="15"/>
                    <a:pt x="9" y="22"/>
                  </a:cubicBezTo>
                  <a:cubicBezTo>
                    <a:pt x="15" y="25"/>
                    <a:pt x="41" y="37"/>
                    <a:pt x="44" y="39"/>
                  </a:cubicBezTo>
                  <a:cubicBezTo>
                    <a:pt x="45" y="40"/>
                    <a:pt x="46" y="38"/>
                    <a:pt x="45" y="37"/>
                  </a:cubicBezTo>
                  <a:cubicBezTo>
                    <a:pt x="42" y="35"/>
                    <a:pt x="15" y="20"/>
                    <a:pt x="13" y="18"/>
                  </a:cubicBezTo>
                  <a:cubicBezTo>
                    <a:pt x="9" y="16"/>
                    <a:pt x="12" y="10"/>
                    <a:pt x="16" y="13"/>
                  </a:cubicBezTo>
                  <a:cubicBezTo>
                    <a:pt x="21" y="18"/>
                    <a:pt x="39" y="30"/>
                    <a:pt x="38" y="29"/>
                  </a:cubicBezTo>
                  <a:cubicBezTo>
                    <a:pt x="37" y="29"/>
                    <a:pt x="39" y="30"/>
                    <a:pt x="38" y="2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7" name="Freeform 236">
              <a:extLst>
                <a:ext uri="{FF2B5EF4-FFF2-40B4-BE49-F238E27FC236}">
                  <a16:creationId xmlns:a16="http://schemas.microsoft.com/office/drawing/2014/main" id="{B62D18F5-5952-4AE3-9000-7968D77013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48438" y="12417425"/>
              <a:ext cx="19050" cy="19050"/>
            </a:xfrm>
            <a:custGeom>
              <a:avLst/>
              <a:gdLst>
                <a:gd name="T0" fmla="*/ 24 w 28"/>
                <a:gd name="T1" fmla="*/ 22 h 30"/>
                <a:gd name="T2" fmla="*/ 13 w 28"/>
                <a:gd name="T3" fmla="*/ 8 h 30"/>
                <a:gd name="T4" fmla="*/ 6 w 28"/>
                <a:gd name="T5" fmla="*/ 14 h 30"/>
                <a:gd name="T6" fmla="*/ 26 w 28"/>
                <a:gd name="T7" fmla="*/ 29 h 30"/>
                <a:gd name="T8" fmla="*/ 27 w 28"/>
                <a:gd name="T9" fmla="*/ 28 h 30"/>
                <a:gd name="T10" fmla="*/ 8 w 28"/>
                <a:gd name="T11" fmla="*/ 12 h 30"/>
                <a:gd name="T12" fmla="*/ 11 w 28"/>
                <a:gd name="T13" fmla="*/ 10 h 30"/>
                <a:gd name="T14" fmla="*/ 23 w 28"/>
                <a:gd name="T15" fmla="*/ 22 h 30"/>
                <a:gd name="T16" fmla="*/ 24 w 28"/>
                <a:gd name="T17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0">
                  <a:moveTo>
                    <a:pt x="24" y="22"/>
                  </a:moveTo>
                  <a:cubicBezTo>
                    <a:pt x="23" y="22"/>
                    <a:pt x="19" y="15"/>
                    <a:pt x="13" y="8"/>
                  </a:cubicBezTo>
                  <a:cubicBezTo>
                    <a:pt x="7" y="0"/>
                    <a:pt x="0" y="8"/>
                    <a:pt x="6" y="14"/>
                  </a:cubicBezTo>
                  <a:cubicBezTo>
                    <a:pt x="9" y="17"/>
                    <a:pt x="24" y="28"/>
                    <a:pt x="26" y="29"/>
                  </a:cubicBezTo>
                  <a:cubicBezTo>
                    <a:pt x="27" y="30"/>
                    <a:pt x="28" y="29"/>
                    <a:pt x="27" y="28"/>
                  </a:cubicBezTo>
                  <a:cubicBezTo>
                    <a:pt x="25" y="27"/>
                    <a:pt x="9" y="14"/>
                    <a:pt x="8" y="12"/>
                  </a:cubicBezTo>
                  <a:cubicBezTo>
                    <a:pt x="6" y="10"/>
                    <a:pt x="9" y="7"/>
                    <a:pt x="11" y="10"/>
                  </a:cubicBezTo>
                  <a:cubicBezTo>
                    <a:pt x="14" y="13"/>
                    <a:pt x="24" y="23"/>
                    <a:pt x="23" y="22"/>
                  </a:cubicBezTo>
                  <a:cubicBezTo>
                    <a:pt x="23" y="22"/>
                    <a:pt x="24" y="23"/>
                    <a:pt x="24" y="2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8" name="Freeform 237">
              <a:extLst>
                <a:ext uri="{FF2B5EF4-FFF2-40B4-BE49-F238E27FC236}">
                  <a16:creationId xmlns:a16="http://schemas.microsoft.com/office/drawing/2014/main" id="{3629A25C-F32B-4CCD-A254-14CCF15D5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77013" y="12414250"/>
              <a:ext cx="6350" cy="19050"/>
            </a:xfrm>
            <a:custGeom>
              <a:avLst/>
              <a:gdLst>
                <a:gd name="T0" fmla="*/ 7 w 11"/>
                <a:gd name="T1" fmla="*/ 20 h 28"/>
                <a:gd name="T2" fmla="*/ 10 w 11"/>
                <a:gd name="T3" fmla="*/ 10 h 28"/>
                <a:gd name="T4" fmla="*/ 0 w 11"/>
                <a:gd name="T5" fmla="*/ 9 h 28"/>
                <a:gd name="T6" fmla="*/ 3 w 11"/>
                <a:gd name="T7" fmla="*/ 27 h 28"/>
                <a:gd name="T8" fmla="*/ 5 w 11"/>
                <a:gd name="T9" fmla="*/ 27 h 28"/>
                <a:gd name="T10" fmla="*/ 3 w 11"/>
                <a:gd name="T11" fmla="*/ 9 h 28"/>
                <a:gd name="T12" fmla="*/ 7 w 11"/>
                <a:gd name="T13" fmla="*/ 10 h 28"/>
                <a:gd name="T14" fmla="*/ 6 w 11"/>
                <a:gd name="T15" fmla="*/ 20 h 28"/>
                <a:gd name="T16" fmla="*/ 7 w 11"/>
                <a:gd name="T17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8">
                  <a:moveTo>
                    <a:pt x="7" y="20"/>
                  </a:moveTo>
                  <a:cubicBezTo>
                    <a:pt x="7" y="20"/>
                    <a:pt x="9" y="19"/>
                    <a:pt x="10" y="10"/>
                  </a:cubicBezTo>
                  <a:cubicBezTo>
                    <a:pt x="11" y="0"/>
                    <a:pt x="0" y="1"/>
                    <a:pt x="0" y="9"/>
                  </a:cubicBezTo>
                  <a:cubicBezTo>
                    <a:pt x="0" y="13"/>
                    <a:pt x="3" y="25"/>
                    <a:pt x="3" y="27"/>
                  </a:cubicBezTo>
                  <a:cubicBezTo>
                    <a:pt x="3" y="28"/>
                    <a:pt x="5" y="28"/>
                    <a:pt x="5" y="27"/>
                  </a:cubicBezTo>
                  <a:cubicBezTo>
                    <a:pt x="5" y="25"/>
                    <a:pt x="3" y="11"/>
                    <a:pt x="3" y="9"/>
                  </a:cubicBezTo>
                  <a:cubicBezTo>
                    <a:pt x="3" y="6"/>
                    <a:pt x="7" y="6"/>
                    <a:pt x="7" y="10"/>
                  </a:cubicBezTo>
                  <a:cubicBezTo>
                    <a:pt x="7" y="14"/>
                    <a:pt x="6" y="21"/>
                    <a:pt x="6" y="20"/>
                  </a:cubicBezTo>
                  <a:cubicBezTo>
                    <a:pt x="6" y="20"/>
                    <a:pt x="7" y="21"/>
                    <a:pt x="7" y="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9" name="Freeform 238">
              <a:extLst>
                <a:ext uri="{FF2B5EF4-FFF2-40B4-BE49-F238E27FC236}">
                  <a16:creationId xmlns:a16="http://schemas.microsoft.com/office/drawing/2014/main" id="{A2ED0CBC-C8DF-4071-9D8B-FDBA6DA4C7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96051" y="12525375"/>
              <a:ext cx="25400" cy="19050"/>
            </a:xfrm>
            <a:custGeom>
              <a:avLst/>
              <a:gdLst>
                <a:gd name="T0" fmla="*/ 29 w 38"/>
                <a:gd name="T1" fmla="*/ 5 h 30"/>
                <a:gd name="T2" fmla="*/ 10 w 38"/>
                <a:gd name="T3" fmla="*/ 13 h 30"/>
                <a:gd name="T4" fmla="*/ 16 w 38"/>
                <a:gd name="T5" fmla="*/ 24 h 30"/>
                <a:gd name="T6" fmla="*/ 37 w 38"/>
                <a:gd name="T7" fmla="*/ 2 h 30"/>
                <a:gd name="T8" fmla="*/ 36 w 38"/>
                <a:gd name="T9" fmla="*/ 1 h 30"/>
                <a:gd name="T10" fmla="*/ 14 w 38"/>
                <a:gd name="T11" fmla="*/ 20 h 30"/>
                <a:gd name="T12" fmla="*/ 12 w 38"/>
                <a:gd name="T13" fmla="*/ 16 h 30"/>
                <a:gd name="T14" fmla="*/ 29 w 38"/>
                <a:gd name="T15" fmla="*/ 5 h 30"/>
                <a:gd name="T16" fmla="*/ 29 w 38"/>
                <a:gd name="T17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0">
                  <a:moveTo>
                    <a:pt x="29" y="5"/>
                  </a:moveTo>
                  <a:cubicBezTo>
                    <a:pt x="28" y="5"/>
                    <a:pt x="19" y="6"/>
                    <a:pt x="10" y="13"/>
                  </a:cubicBezTo>
                  <a:cubicBezTo>
                    <a:pt x="0" y="21"/>
                    <a:pt x="8" y="30"/>
                    <a:pt x="16" y="24"/>
                  </a:cubicBezTo>
                  <a:cubicBezTo>
                    <a:pt x="20" y="20"/>
                    <a:pt x="35" y="4"/>
                    <a:pt x="37" y="2"/>
                  </a:cubicBezTo>
                  <a:cubicBezTo>
                    <a:pt x="38" y="1"/>
                    <a:pt x="38" y="0"/>
                    <a:pt x="36" y="1"/>
                  </a:cubicBezTo>
                  <a:cubicBezTo>
                    <a:pt x="35" y="3"/>
                    <a:pt x="16" y="19"/>
                    <a:pt x="14" y="20"/>
                  </a:cubicBezTo>
                  <a:cubicBezTo>
                    <a:pt x="11" y="22"/>
                    <a:pt x="8" y="19"/>
                    <a:pt x="12" y="16"/>
                  </a:cubicBezTo>
                  <a:cubicBezTo>
                    <a:pt x="16" y="13"/>
                    <a:pt x="30" y="5"/>
                    <a:pt x="29" y="5"/>
                  </a:cubicBezTo>
                  <a:cubicBezTo>
                    <a:pt x="29" y="6"/>
                    <a:pt x="30" y="4"/>
                    <a:pt x="29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0" name="Freeform 239">
              <a:extLst>
                <a:ext uri="{FF2B5EF4-FFF2-40B4-BE49-F238E27FC236}">
                  <a16:creationId xmlns:a16="http://schemas.microsoft.com/office/drawing/2014/main" id="{3E512D0A-EF28-4C6B-9695-E9ED5F659E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02401" y="12598400"/>
              <a:ext cx="15875" cy="23812"/>
            </a:xfrm>
            <a:custGeom>
              <a:avLst/>
              <a:gdLst>
                <a:gd name="T0" fmla="*/ 18 w 24"/>
                <a:gd name="T1" fmla="*/ 7 h 37"/>
                <a:gd name="T2" fmla="*/ 6 w 24"/>
                <a:gd name="T3" fmla="*/ 20 h 37"/>
                <a:gd name="T4" fmla="*/ 12 w 24"/>
                <a:gd name="T5" fmla="*/ 29 h 37"/>
                <a:gd name="T6" fmla="*/ 23 w 24"/>
                <a:gd name="T7" fmla="*/ 2 h 37"/>
                <a:gd name="T8" fmla="*/ 22 w 24"/>
                <a:gd name="T9" fmla="*/ 1 h 37"/>
                <a:gd name="T10" fmla="*/ 11 w 24"/>
                <a:gd name="T11" fmla="*/ 26 h 37"/>
                <a:gd name="T12" fmla="*/ 8 w 24"/>
                <a:gd name="T13" fmla="*/ 22 h 37"/>
                <a:gd name="T14" fmla="*/ 18 w 24"/>
                <a:gd name="T15" fmla="*/ 7 h 37"/>
                <a:gd name="T16" fmla="*/ 18 w 24"/>
                <a:gd name="T1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7">
                  <a:moveTo>
                    <a:pt x="18" y="7"/>
                  </a:moveTo>
                  <a:cubicBezTo>
                    <a:pt x="17" y="7"/>
                    <a:pt x="11" y="11"/>
                    <a:pt x="6" y="20"/>
                  </a:cubicBezTo>
                  <a:cubicBezTo>
                    <a:pt x="0" y="30"/>
                    <a:pt x="8" y="37"/>
                    <a:pt x="12" y="29"/>
                  </a:cubicBezTo>
                  <a:cubicBezTo>
                    <a:pt x="14" y="24"/>
                    <a:pt x="22" y="4"/>
                    <a:pt x="23" y="2"/>
                  </a:cubicBezTo>
                  <a:cubicBezTo>
                    <a:pt x="24" y="1"/>
                    <a:pt x="23" y="0"/>
                    <a:pt x="22" y="1"/>
                  </a:cubicBezTo>
                  <a:cubicBezTo>
                    <a:pt x="21" y="3"/>
                    <a:pt x="11" y="24"/>
                    <a:pt x="11" y="26"/>
                  </a:cubicBezTo>
                  <a:cubicBezTo>
                    <a:pt x="9" y="29"/>
                    <a:pt x="6" y="26"/>
                    <a:pt x="8" y="22"/>
                  </a:cubicBezTo>
                  <a:cubicBezTo>
                    <a:pt x="10" y="18"/>
                    <a:pt x="18" y="6"/>
                    <a:pt x="18" y="7"/>
                  </a:cubicBezTo>
                  <a:cubicBezTo>
                    <a:pt x="18" y="8"/>
                    <a:pt x="18" y="6"/>
                    <a:pt x="18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1" name="Freeform 240">
              <a:extLst>
                <a:ext uri="{FF2B5EF4-FFF2-40B4-BE49-F238E27FC236}">
                  <a16:creationId xmlns:a16="http://schemas.microsoft.com/office/drawing/2014/main" id="{DB5DB4DA-2C85-4180-A965-93AE4FA961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32551" y="12549188"/>
              <a:ext cx="85725" cy="103187"/>
            </a:xfrm>
            <a:custGeom>
              <a:avLst/>
              <a:gdLst>
                <a:gd name="T0" fmla="*/ 118 w 133"/>
                <a:gd name="T1" fmla="*/ 11 h 159"/>
                <a:gd name="T2" fmla="*/ 15 w 133"/>
                <a:gd name="T3" fmla="*/ 128 h 159"/>
                <a:gd name="T4" fmla="*/ 29 w 133"/>
                <a:gd name="T5" fmla="*/ 144 h 159"/>
                <a:gd name="T6" fmla="*/ 131 w 133"/>
                <a:gd name="T7" fmla="*/ 4 h 159"/>
                <a:gd name="T8" fmla="*/ 129 w 133"/>
                <a:gd name="T9" fmla="*/ 2 h 159"/>
                <a:gd name="T10" fmla="*/ 25 w 133"/>
                <a:gd name="T11" fmla="*/ 138 h 159"/>
                <a:gd name="T12" fmla="*/ 19 w 133"/>
                <a:gd name="T13" fmla="*/ 132 h 159"/>
                <a:gd name="T14" fmla="*/ 118 w 133"/>
                <a:gd name="T15" fmla="*/ 13 h 159"/>
                <a:gd name="T16" fmla="*/ 118 w 133"/>
                <a:gd name="T17" fmla="*/ 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59">
                  <a:moveTo>
                    <a:pt x="118" y="11"/>
                  </a:moveTo>
                  <a:cubicBezTo>
                    <a:pt x="117" y="12"/>
                    <a:pt x="29" y="113"/>
                    <a:pt x="15" y="128"/>
                  </a:cubicBezTo>
                  <a:cubicBezTo>
                    <a:pt x="0" y="145"/>
                    <a:pt x="19" y="159"/>
                    <a:pt x="29" y="144"/>
                  </a:cubicBezTo>
                  <a:cubicBezTo>
                    <a:pt x="35" y="136"/>
                    <a:pt x="129" y="8"/>
                    <a:pt x="131" y="4"/>
                  </a:cubicBezTo>
                  <a:cubicBezTo>
                    <a:pt x="133" y="2"/>
                    <a:pt x="131" y="0"/>
                    <a:pt x="129" y="2"/>
                  </a:cubicBezTo>
                  <a:cubicBezTo>
                    <a:pt x="126" y="6"/>
                    <a:pt x="28" y="136"/>
                    <a:pt x="25" y="138"/>
                  </a:cubicBezTo>
                  <a:cubicBezTo>
                    <a:pt x="21" y="144"/>
                    <a:pt x="14" y="139"/>
                    <a:pt x="19" y="132"/>
                  </a:cubicBezTo>
                  <a:cubicBezTo>
                    <a:pt x="26" y="125"/>
                    <a:pt x="119" y="11"/>
                    <a:pt x="118" y="13"/>
                  </a:cubicBezTo>
                  <a:cubicBezTo>
                    <a:pt x="117" y="14"/>
                    <a:pt x="119" y="10"/>
                    <a:pt x="118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2" name="Freeform 241">
              <a:extLst>
                <a:ext uri="{FF2B5EF4-FFF2-40B4-BE49-F238E27FC236}">
                  <a16:creationId xmlns:a16="http://schemas.microsoft.com/office/drawing/2014/main" id="{0EE7616B-4A0D-4A57-84C1-69CC4509A2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00801" y="12501563"/>
              <a:ext cx="128588" cy="65087"/>
            </a:xfrm>
            <a:custGeom>
              <a:avLst/>
              <a:gdLst>
                <a:gd name="T0" fmla="*/ 183 w 201"/>
                <a:gd name="T1" fmla="*/ 4 h 103"/>
                <a:gd name="T2" fmla="*/ 21 w 201"/>
                <a:gd name="T3" fmla="*/ 73 h 103"/>
                <a:gd name="T4" fmla="*/ 26 w 201"/>
                <a:gd name="T5" fmla="*/ 94 h 103"/>
                <a:gd name="T6" fmla="*/ 199 w 201"/>
                <a:gd name="T7" fmla="*/ 4 h 103"/>
                <a:gd name="T8" fmla="*/ 198 w 201"/>
                <a:gd name="T9" fmla="*/ 1 h 103"/>
                <a:gd name="T10" fmla="*/ 26 w 201"/>
                <a:gd name="T11" fmla="*/ 87 h 103"/>
                <a:gd name="T12" fmla="*/ 23 w 201"/>
                <a:gd name="T13" fmla="*/ 79 h 103"/>
                <a:gd name="T14" fmla="*/ 183 w 201"/>
                <a:gd name="T15" fmla="*/ 6 h 103"/>
                <a:gd name="T16" fmla="*/ 183 w 201"/>
                <a:gd name="T17" fmla="*/ 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103">
                  <a:moveTo>
                    <a:pt x="183" y="4"/>
                  </a:moveTo>
                  <a:cubicBezTo>
                    <a:pt x="182" y="5"/>
                    <a:pt x="40" y="65"/>
                    <a:pt x="21" y="73"/>
                  </a:cubicBezTo>
                  <a:cubicBezTo>
                    <a:pt x="0" y="82"/>
                    <a:pt x="11" y="103"/>
                    <a:pt x="26" y="94"/>
                  </a:cubicBezTo>
                  <a:cubicBezTo>
                    <a:pt x="35" y="89"/>
                    <a:pt x="194" y="6"/>
                    <a:pt x="199" y="4"/>
                  </a:cubicBezTo>
                  <a:cubicBezTo>
                    <a:pt x="201" y="2"/>
                    <a:pt x="200" y="0"/>
                    <a:pt x="198" y="1"/>
                  </a:cubicBezTo>
                  <a:cubicBezTo>
                    <a:pt x="193" y="3"/>
                    <a:pt x="29" y="86"/>
                    <a:pt x="26" y="87"/>
                  </a:cubicBezTo>
                  <a:cubicBezTo>
                    <a:pt x="19" y="90"/>
                    <a:pt x="15" y="83"/>
                    <a:pt x="23" y="79"/>
                  </a:cubicBezTo>
                  <a:cubicBezTo>
                    <a:pt x="32" y="75"/>
                    <a:pt x="184" y="5"/>
                    <a:pt x="183" y="6"/>
                  </a:cubicBezTo>
                  <a:cubicBezTo>
                    <a:pt x="182" y="7"/>
                    <a:pt x="185" y="4"/>
                    <a:pt x="183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3" name="Freeform 242">
              <a:extLst>
                <a:ext uri="{FF2B5EF4-FFF2-40B4-BE49-F238E27FC236}">
                  <a16:creationId xmlns:a16="http://schemas.microsoft.com/office/drawing/2014/main" id="{B3E854F2-D209-406E-B344-F5C2BA0260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91276" y="12542838"/>
              <a:ext cx="128588" cy="142875"/>
            </a:xfrm>
            <a:custGeom>
              <a:avLst/>
              <a:gdLst>
                <a:gd name="T0" fmla="*/ 187 w 202"/>
                <a:gd name="T1" fmla="*/ 11 h 224"/>
                <a:gd name="T2" fmla="*/ 15 w 202"/>
                <a:gd name="T3" fmla="*/ 193 h 224"/>
                <a:gd name="T4" fmla="*/ 29 w 202"/>
                <a:gd name="T5" fmla="*/ 209 h 224"/>
                <a:gd name="T6" fmla="*/ 201 w 202"/>
                <a:gd name="T7" fmla="*/ 4 h 224"/>
                <a:gd name="T8" fmla="*/ 198 w 202"/>
                <a:gd name="T9" fmla="*/ 2 h 224"/>
                <a:gd name="T10" fmla="*/ 25 w 202"/>
                <a:gd name="T11" fmla="*/ 204 h 224"/>
                <a:gd name="T12" fmla="*/ 20 w 202"/>
                <a:gd name="T13" fmla="*/ 197 h 224"/>
                <a:gd name="T14" fmla="*/ 187 w 202"/>
                <a:gd name="T15" fmla="*/ 12 h 224"/>
                <a:gd name="T16" fmla="*/ 187 w 202"/>
                <a:gd name="T17" fmla="*/ 1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" h="224">
                  <a:moveTo>
                    <a:pt x="187" y="11"/>
                  </a:moveTo>
                  <a:cubicBezTo>
                    <a:pt x="185" y="12"/>
                    <a:pt x="30" y="178"/>
                    <a:pt x="15" y="193"/>
                  </a:cubicBezTo>
                  <a:cubicBezTo>
                    <a:pt x="0" y="210"/>
                    <a:pt x="18" y="224"/>
                    <a:pt x="29" y="209"/>
                  </a:cubicBezTo>
                  <a:cubicBezTo>
                    <a:pt x="35" y="202"/>
                    <a:pt x="198" y="8"/>
                    <a:pt x="201" y="4"/>
                  </a:cubicBezTo>
                  <a:cubicBezTo>
                    <a:pt x="202" y="2"/>
                    <a:pt x="200" y="0"/>
                    <a:pt x="198" y="2"/>
                  </a:cubicBezTo>
                  <a:cubicBezTo>
                    <a:pt x="196" y="6"/>
                    <a:pt x="28" y="201"/>
                    <a:pt x="25" y="204"/>
                  </a:cubicBezTo>
                  <a:cubicBezTo>
                    <a:pt x="21" y="209"/>
                    <a:pt x="14" y="204"/>
                    <a:pt x="20" y="197"/>
                  </a:cubicBezTo>
                  <a:cubicBezTo>
                    <a:pt x="26" y="190"/>
                    <a:pt x="188" y="11"/>
                    <a:pt x="187" y="12"/>
                  </a:cubicBezTo>
                  <a:cubicBezTo>
                    <a:pt x="186" y="14"/>
                    <a:pt x="188" y="10"/>
                    <a:pt x="187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4" name="Freeform 243">
              <a:extLst>
                <a:ext uri="{FF2B5EF4-FFF2-40B4-BE49-F238E27FC236}">
                  <a16:creationId xmlns:a16="http://schemas.microsoft.com/office/drawing/2014/main" id="{AEBEFA0C-439A-47F6-9109-02B76D960A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50038" y="12544425"/>
              <a:ext cx="85725" cy="66675"/>
            </a:xfrm>
            <a:custGeom>
              <a:avLst/>
              <a:gdLst>
                <a:gd name="T0" fmla="*/ 17 w 133"/>
                <a:gd name="T1" fmla="*/ 8 h 104"/>
                <a:gd name="T2" fmla="*/ 114 w 133"/>
                <a:gd name="T3" fmla="*/ 73 h 104"/>
                <a:gd name="T4" fmla="*/ 105 w 133"/>
                <a:gd name="T5" fmla="*/ 92 h 104"/>
                <a:gd name="T6" fmla="*/ 2 w 133"/>
                <a:gd name="T7" fmla="*/ 4 h 104"/>
                <a:gd name="T8" fmla="*/ 4 w 133"/>
                <a:gd name="T9" fmla="*/ 1 h 104"/>
                <a:gd name="T10" fmla="*/ 107 w 133"/>
                <a:gd name="T11" fmla="*/ 85 h 104"/>
                <a:gd name="T12" fmla="*/ 111 w 133"/>
                <a:gd name="T13" fmla="*/ 78 h 104"/>
                <a:gd name="T14" fmla="*/ 17 w 133"/>
                <a:gd name="T15" fmla="*/ 9 h 104"/>
                <a:gd name="T16" fmla="*/ 17 w 133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04">
                  <a:moveTo>
                    <a:pt x="17" y="8"/>
                  </a:moveTo>
                  <a:cubicBezTo>
                    <a:pt x="19" y="8"/>
                    <a:pt x="98" y="61"/>
                    <a:pt x="114" y="73"/>
                  </a:cubicBezTo>
                  <a:cubicBezTo>
                    <a:pt x="133" y="86"/>
                    <a:pt x="119" y="104"/>
                    <a:pt x="105" y="92"/>
                  </a:cubicBezTo>
                  <a:cubicBezTo>
                    <a:pt x="98" y="85"/>
                    <a:pt x="6" y="7"/>
                    <a:pt x="2" y="4"/>
                  </a:cubicBezTo>
                  <a:cubicBezTo>
                    <a:pt x="0" y="2"/>
                    <a:pt x="1" y="0"/>
                    <a:pt x="4" y="1"/>
                  </a:cubicBezTo>
                  <a:cubicBezTo>
                    <a:pt x="7" y="4"/>
                    <a:pt x="104" y="83"/>
                    <a:pt x="107" y="85"/>
                  </a:cubicBezTo>
                  <a:cubicBezTo>
                    <a:pt x="113" y="89"/>
                    <a:pt x="118" y="83"/>
                    <a:pt x="111" y="78"/>
                  </a:cubicBezTo>
                  <a:cubicBezTo>
                    <a:pt x="104" y="72"/>
                    <a:pt x="16" y="8"/>
                    <a:pt x="17" y="9"/>
                  </a:cubicBezTo>
                  <a:cubicBezTo>
                    <a:pt x="18" y="10"/>
                    <a:pt x="16" y="7"/>
                    <a:pt x="17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5" name="Freeform 244">
              <a:extLst>
                <a:ext uri="{FF2B5EF4-FFF2-40B4-BE49-F238E27FC236}">
                  <a16:creationId xmlns:a16="http://schemas.microsoft.com/office/drawing/2014/main" id="{CBACE644-D90C-43FA-8DA4-B8323FA05D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51626" y="12517438"/>
              <a:ext cx="79375" cy="49212"/>
            </a:xfrm>
            <a:custGeom>
              <a:avLst/>
              <a:gdLst>
                <a:gd name="T0" fmla="*/ 16 w 124"/>
                <a:gd name="T1" fmla="*/ 5 h 75"/>
                <a:gd name="T2" fmla="*/ 106 w 124"/>
                <a:gd name="T3" fmla="*/ 49 h 75"/>
                <a:gd name="T4" fmla="*/ 100 w 124"/>
                <a:gd name="T5" fmla="*/ 67 h 75"/>
                <a:gd name="T6" fmla="*/ 2 w 124"/>
                <a:gd name="T7" fmla="*/ 4 h 75"/>
                <a:gd name="T8" fmla="*/ 3 w 124"/>
                <a:gd name="T9" fmla="*/ 1 h 75"/>
                <a:gd name="T10" fmla="*/ 101 w 124"/>
                <a:gd name="T11" fmla="*/ 61 h 75"/>
                <a:gd name="T12" fmla="*/ 104 w 124"/>
                <a:gd name="T13" fmla="*/ 54 h 75"/>
                <a:gd name="T14" fmla="*/ 16 w 124"/>
                <a:gd name="T15" fmla="*/ 6 h 75"/>
                <a:gd name="T16" fmla="*/ 16 w 124"/>
                <a:gd name="T17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75">
                  <a:moveTo>
                    <a:pt x="16" y="5"/>
                  </a:moveTo>
                  <a:cubicBezTo>
                    <a:pt x="17" y="6"/>
                    <a:pt x="90" y="41"/>
                    <a:pt x="106" y="49"/>
                  </a:cubicBezTo>
                  <a:cubicBezTo>
                    <a:pt x="124" y="58"/>
                    <a:pt x="113" y="75"/>
                    <a:pt x="100" y="67"/>
                  </a:cubicBezTo>
                  <a:cubicBezTo>
                    <a:pt x="93" y="62"/>
                    <a:pt x="6" y="6"/>
                    <a:pt x="2" y="4"/>
                  </a:cubicBezTo>
                  <a:cubicBezTo>
                    <a:pt x="0" y="2"/>
                    <a:pt x="1" y="0"/>
                    <a:pt x="3" y="1"/>
                  </a:cubicBezTo>
                  <a:cubicBezTo>
                    <a:pt x="7" y="4"/>
                    <a:pt x="99" y="60"/>
                    <a:pt x="101" y="61"/>
                  </a:cubicBezTo>
                  <a:cubicBezTo>
                    <a:pt x="107" y="64"/>
                    <a:pt x="110" y="58"/>
                    <a:pt x="104" y="54"/>
                  </a:cubicBezTo>
                  <a:cubicBezTo>
                    <a:pt x="97" y="50"/>
                    <a:pt x="14" y="6"/>
                    <a:pt x="16" y="6"/>
                  </a:cubicBezTo>
                  <a:cubicBezTo>
                    <a:pt x="17" y="7"/>
                    <a:pt x="14" y="5"/>
                    <a:pt x="16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6" name="Freeform 245">
              <a:extLst>
                <a:ext uri="{FF2B5EF4-FFF2-40B4-BE49-F238E27FC236}">
                  <a16:creationId xmlns:a16="http://schemas.microsoft.com/office/drawing/2014/main" id="{A221BC42-9FB8-4420-A4D4-4D57503B02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50038" y="12496800"/>
              <a:ext cx="65088" cy="23812"/>
            </a:xfrm>
            <a:custGeom>
              <a:avLst/>
              <a:gdLst>
                <a:gd name="T0" fmla="*/ 15 w 101"/>
                <a:gd name="T1" fmla="*/ 1 h 38"/>
                <a:gd name="T2" fmla="*/ 82 w 101"/>
                <a:gd name="T3" fmla="*/ 14 h 38"/>
                <a:gd name="T4" fmla="*/ 80 w 101"/>
                <a:gd name="T5" fmla="*/ 32 h 38"/>
                <a:gd name="T6" fmla="*/ 2 w 101"/>
                <a:gd name="T7" fmla="*/ 3 h 38"/>
                <a:gd name="T8" fmla="*/ 2 w 101"/>
                <a:gd name="T9" fmla="*/ 0 h 38"/>
                <a:gd name="T10" fmla="*/ 79 w 101"/>
                <a:gd name="T11" fmla="*/ 26 h 38"/>
                <a:gd name="T12" fmla="*/ 81 w 101"/>
                <a:gd name="T13" fmla="*/ 19 h 38"/>
                <a:gd name="T14" fmla="*/ 16 w 101"/>
                <a:gd name="T15" fmla="*/ 2 h 38"/>
                <a:gd name="T16" fmla="*/ 15 w 101"/>
                <a:gd name="T17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38">
                  <a:moveTo>
                    <a:pt x="15" y="1"/>
                  </a:moveTo>
                  <a:cubicBezTo>
                    <a:pt x="16" y="1"/>
                    <a:pt x="64" y="10"/>
                    <a:pt x="82" y="14"/>
                  </a:cubicBezTo>
                  <a:cubicBezTo>
                    <a:pt x="101" y="19"/>
                    <a:pt x="94" y="38"/>
                    <a:pt x="80" y="32"/>
                  </a:cubicBezTo>
                  <a:cubicBezTo>
                    <a:pt x="72" y="29"/>
                    <a:pt x="6" y="4"/>
                    <a:pt x="2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6" y="2"/>
                    <a:pt x="76" y="26"/>
                    <a:pt x="79" y="26"/>
                  </a:cubicBezTo>
                  <a:cubicBezTo>
                    <a:pt x="85" y="28"/>
                    <a:pt x="88" y="21"/>
                    <a:pt x="81" y="19"/>
                  </a:cubicBezTo>
                  <a:cubicBezTo>
                    <a:pt x="73" y="17"/>
                    <a:pt x="14" y="2"/>
                    <a:pt x="16" y="2"/>
                  </a:cubicBezTo>
                  <a:cubicBezTo>
                    <a:pt x="17" y="3"/>
                    <a:pt x="14" y="1"/>
                    <a:pt x="1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7" name="Freeform 246">
              <a:extLst>
                <a:ext uri="{FF2B5EF4-FFF2-40B4-BE49-F238E27FC236}">
                  <a16:creationId xmlns:a16="http://schemas.microsoft.com/office/drawing/2014/main" id="{189EE94A-94CC-46D4-937D-2012732218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96063" y="12552363"/>
              <a:ext cx="25400" cy="49212"/>
            </a:xfrm>
            <a:custGeom>
              <a:avLst/>
              <a:gdLst>
                <a:gd name="T0" fmla="*/ 6 w 38"/>
                <a:gd name="T1" fmla="*/ 8 h 76"/>
                <a:gd name="T2" fmla="*/ 33 w 38"/>
                <a:gd name="T3" fmla="*/ 61 h 76"/>
                <a:gd name="T4" fmla="*/ 23 w 38"/>
                <a:gd name="T5" fmla="*/ 67 h 76"/>
                <a:gd name="T6" fmla="*/ 0 w 38"/>
                <a:gd name="T7" fmla="*/ 2 h 76"/>
                <a:gd name="T8" fmla="*/ 2 w 38"/>
                <a:gd name="T9" fmla="*/ 1 h 76"/>
                <a:gd name="T10" fmla="*/ 26 w 38"/>
                <a:gd name="T11" fmla="*/ 64 h 76"/>
                <a:gd name="T12" fmla="*/ 30 w 38"/>
                <a:gd name="T13" fmla="*/ 62 h 76"/>
                <a:gd name="T14" fmla="*/ 6 w 38"/>
                <a:gd name="T15" fmla="*/ 9 h 76"/>
                <a:gd name="T16" fmla="*/ 6 w 38"/>
                <a:gd name="T17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76">
                  <a:moveTo>
                    <a:pt x="6" y="8"/>
                  </a:moveTo>
                  <a:cubicBezTo>
                    <a:pt x="7" y="9"/>
                    <a:pt x="29" y="50"/>
                    <a:pt x="33" y="61"/>
                  </a:cubicBezTo>
                  <a:cubicBezTo>
                    <a:pt x="38" y="72"/>
                    <a:pt x="26" y="76"/>
                    <a:pt x="23" y="67"/>
                  </a:cubicBezTo>
                  <a:cubicBezTo>
                    <a:pt x="22" y="61"/>
                    <a:pt x="1" y="4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4"/>
                    <a:pt x="25" y="62"/>
                    <a:pt x="26" y="64"/>
                  </a:cubicBezTo>
                  <a:cubicBezTo>
                    <a:pt x="28" y="68"/>
                    <a:pt x="32" y="66"/>
                    <a:pt x="30" y="62"/>
                  </a:cubicBezTo>
                  <a:cubicBezTo>
                    <a:pt x="28" y="57"/>
                    <a:pt x="5" y="8"/>
                    <a:pt x="6" y="9"/>
                  </a:cubicBezTo>
                  <a:cubicBezTo>
                    <a:pt x="6" y="10"/>
                    <a:pt x="6" y="8"/>
                    <a:pt x="6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8" name="Freeform 247">
              <a:extLst>
                <a:ext uri="{FF2B5EF4-FFF2-40B4-BE49-F238E27FC236}">
                  <a16:creationId xmlns:a16="http://schemas.microsoft.com/office/drawing/2014/main" id="{7F688DF2-58FB-45A5-80FD-74EDCE9ECD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18288" y="12557125"/>
              <a:ext cx="20638" cy="31750"/>
            </a:xfrm>
            <a:custGeom>
              <a:avLst/>
              <a:gdLst>
                <a:gd name="T0" fmla="*/ 5 w 33"/>
                <a:gd name="T1" fmla="*/ 6 h 50"/>
                <a:gd name="T2" fmla="*/ 29 w 33"/>
                <a:gd name="T3" fmla="*/ 39 h 50"/>
                <a:gd name="T4" fmla="*/ 21 w 33"/>
                <a:gd name="T5" fmla="*/ 44 h 50"/>
                <a:gd name="T6" fmla="*/ 0 w 33"/>
                <a:gd name="T7" fmla="*/ 2 h 50"/>
                <a:gd name="T8" fmla="*/ 1 w 33"/>
                <a:gd name="T9" fmla="*/ 1 h 50"/>
                <a:gd name="T10" fmla="*/ 23 w 33"/>
                <a:gd name="T11" fmla="*/ 42 h 50"/>
                <a:gd name="T12" fmla="*/ 26 w 33"/>
                <a:gd name="T13" fmla="*/ 40 h 50"/>
                <a:gd name="T14" fmla="*/ 5 w 33"/>
                <a:gd name="T15" fmla="*/ 6 h 50"/>
                <a:gd name="T16" fmla="*/ 5 w 33"/>
                <a:gd name="T17" fmla="*/ 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50">
                  <a:moveTo>
                    <a:pt x="5" y="6"/>
                  </a:moveTo>
                  <a:cubicBezTo>
                    <a:pt x="5" y="6"/>
                    <a:pt x="25" y="32"/>
                    <a:pt x="29" y="39"/>
                  </a:cubicBezTo>
                  <a:cubicBezTo>
                    <a:pt x="33" y="47"/>
                    <a:pt x="24" y="50"/>
                    <a:pt x="21" y="44"/>
                  </a:cubicBezTo>
                  <a:cubicBezTo>
                    <a:pt x="20" y="40"/>
                    <a:pt x="1" y="4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3"/>
                    <a:pt x="23" y="41"/>
                    <a:pt x="23" y="42"/>
                  </a:cubicBezTo>
                  <a:cubicBezTo>
                    <a:pt x="24" y="44"/>
                    <a:pt x="28" y="43"/>
                    <a:pt x="26" y="40"/>
                  </a:cubicBezTo>
                  <a:cubicBezTo>
                    <a:pt x="25" y="37"/>
                    <a:pt x="4" y="6"/>
                    <a:pt x="5" y="6"/>
                  </a:cubicBezTo>
                  <a:cubicBezTo>
                    <a:pt x="5" y="7"/>
                    <a:pt x="5" y="5"/>
                    <a:pt x="5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9" name="Freeform 248">
              <a:extLst>
                <a:ext uri="{FF2B5EF4-FFF2-40B4-BE49-F238E27FC236}">
                  <a16:creationId xmlns:a16="http://schemas.microsoft.com/office/drawing/2014/main" id="{7648417E-ED12-4CFD-B13A-E8E97BB59C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27813" y="12555538"/>
              <a:ext cx="22225" cy="22225"/>
            </a:xfrm>
            <a:custGeom>
              <a:avLst/>
              <a:gdLst>
                <a:gd name="T0" fmla="*/ 9 w 35"/>
                <a:gd name="T1" fmla="*/ 6 h 35"/>
                <a:gd name="T2" fmla="*/ 26 w 35"/>
                <a:gd name="T3" fmla="*/ 18 h 35"/>
                <a:gd name="T4" fmla="*/ 19 w 35"/>
                <a:gd name="T5" fmla="*/ 27 h 35"/>
                <a:gd name="T6" fmla="*/ 1 w 35"/>
                <a:gd name="T7" fmla="*/ 2 h 35"/>
                <a:gd name="T8" fmla="*/ 2 w 35"/>
                <a:gd name="T9" fmla="*/ 1 h 35"/>
                <a:gd name="T10" fmla="*/ 21 w 35"/>
                <a:gd name="T11" fmla="*/ 24 h 35"/>
                <a:gd name="T12" fmla="*/ 24 w 35"/>
                <a:gd name="T13" fmla="*/ 20 h 35"/>
                <a:gd name="T14" fmla="*/ 9 w 35"/>
                <a:gd name="T15" fmla="*/ 7 h 35"/>
                <a:gd name="T16" fmla="*/ 9 w 35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5">
                  <a:moveTo>
                    <a:pt x="9" y="6"/>
                  </a:moveTo>
                  <a:cubicBezTo>
                    <a:pt x="10" y="7"/>
                    <a:pt x="18" y="10"/>
                    <a:pt x="26" y="18"/>
                  </a:cubicBezTo>
                  <a:cubicBezTo>
                    <a:pt x="35" y="27"/>
                    <a:pt x="25" y="35"/>
                    <a:pt x="19" y="27"/>
                  </a:cubicBezTo>
                  <a:cubicBezTo>
                    <a:pt x="16" y="23"/>
                    <a:pt x="3" y="4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3"/>
                    <a:pt x="20" y="22"/>
                    <a:pt x="21" y="24"/>
                  </a:cubicBezTo>
                  <a:cubicBezTo>
                    <a:pt x="23" y="27"/>
                    <a:pt x="27" y="24"/>
                    <a:pt x="24" y="20"/>
                  </a:cubicBezTo>
                  <a:cubicBezTo>
                    <a:pt x="20" y="16"/>
                    <a:pt x="8" y="6"/>
                    <a:pt x="9" y="7"/>
                  </a:cubicBezTo>
                  <a:cubicBezTo>
                    <a:pt x="9" y="8"/>
                    <a:pt x="8" y="6"/>
                    <a:pt x="9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0" name="Freeform 249">
              <a:extLst>
                <a:ext uri="{FF2B5EF4-FFF2-40B4-BE49-F238E27FC236}">
                  <a16:creationId xmlns:a16="http://schemas.microsoft.com/office/drawing/2014/main" id="{03631564-0C77-4EFB-A0C1-CAB5E93177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42101" y="12472988"/>
              <a:ext cx="34925" cy="11112"/>
            </a:xfrm>
            <a:custGeom>
              <a:avLst/>
              <a:gdLst>
                <a:gd name="T0" fmla="*/ 12 w 55"/>
                <a:gd name="T1" fmla="*/ 8 h 17"/>
                <a:gd name="T2" fmla="*/ 38 w 55"/>
                <a:gd name="T3" fmla="*/ 1 h 17"/>
                <a:gd name="T4" fmla="*/ 41 w 55"/>
                <a:gd name="T5" fmla="*/ 16 h 17"/>
                <a:gd name="T6" fmla="*/ 2 w 55"/>
                <a:gd name="T7" fmla="*/ 13 h 17"/>
                <a:gd name="T8" fmla="*/ 2 w 55"/>
                <a:gd name="T9" fmla="*/ 11 h 17"/>
                <a:gd name="T10" fmla="*/ 40 w 55"/>
                <a:gd name="T11" fmla="*/ 12 h 17"/>
                <a:gd name="T12" fmla="*/ 39 w 55"/>
                <a:gd name="T13" fmla="*/ 6 h 17"/>
                <a:gd name="T14" fmla="*/ 13 w 55"/>
                <a:gd name="T15" fmla="*/ 9 h 17"/>
                <a:gd name="T16" fmla="*/ 12 w 55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7">
                  <a:moveTo>
                    <a:pt x="12" y="8"/>
                  </a:moveTo>
                  <a:cubicBezTo>
                    <a:pt x="13" y="8"/>
                    <a:pt x="24" y="2"/>
                    <a:pt x="38" y="1"/>
                  </a:cubicBezTo>
                  <a:cubicBezTo>
                    <a:pt x="55" y="0"/>
                    <a:pt x="54" y="17"/>
                    <a:pt x="41" y="16"/>
                  </a:cubicBezTo>
                  <a:cubicBezTo>
                    <a:pt x="34" y="16"/>
                    <a:pt x="5" y="13"/>
                    <a:pt x="2" y="13"/>
                  </a:cubicBezTo>
                  <a:cubicBezTo>
                    <a:pt x="0" y="13"/>
                    <a:pt x="0" y="11"/>
                    <a:pt x="2" y="11"/>
                  </a:cubicBezTo>
                  <a:cubicBezTo>
                    <a:pt x="5" y="11"/>
                    <a:pt x="37" y="12"/>
                    <a:pt x="40" y="12"/>
                  </a:cubicBezTo>
                  <a:cubicBezTo>
                    <a:pt x="45" y="12"/>
                    <a:pt x="45" y="5"/>
                    <a:pt x="39" y="6"/>
                  </a:cubicBezTo>
                  <a:cubicBezTo>
                    <a:pt x="32" y="6"/>
                    <a:pt x="11" y="9"/>
                    <a:pt x="13" y="9"/>
                  </a:cubicBezTo>
                  <a:cubicBezTo>
                    <a:pt x="14" y="9"/>
                    <a:pt x="11" y="9"/>
                    <a:pt x="12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1" name="Freeform 250">
              <a:extLst>
                <a:ext uri="{FF2B5EF4-FFF2-40B4-BE49-F238E27FC236}">
                  <a16:creationId xmlns:a16="http://schemas.microsoft.com/office/drawing/2014/main" id="{AF9F5C80-3C79-4C59-BD39-8DC23864F0D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43688" y="12455525"/>
              <a:ext cx="34925" cy="12700"/>
            </a:xfrm>
            <a:custGeom>
              <a:avLst/>
              <a:gdLst>
                <a:gd name="T0" fmla="*/ 12 w 55"/>
                <a:gd name="T1" fmla="*/ 14 h 20"/>
                <a:gd name="T2" fmla="*/ 37 w 55"/>
                <a:gd name="T3" fmla="*/ 3 h 20"/>
                <a:gd name="T4" fmla="*/ 42 w 55"/>
                <a:gd name="T5" fmla="*/ 18 h 20"/>
                <a:gd name="T6" fmla="*/ 2 w 55"/>
                <a:gd name="T7" fmla="*/ 19 h 20"/>
                <a:gd name="T8" fmla="*/ 2 w 55"/>
                <a:gd name="T9" fmla="*/ 17 h 20"/>
                <a:gd name="T10" fmla="*/ 40 w 55"/>
                <a:gd name="T11" fmla="*/ 13 h 20"/>
                <a:gd name="T12" fmla="*/ 38 w 55"/>
                <a:gd name="T13" fmla="*/ 7 h 20"/>
                <a:gd name="T14" fmla="*/ 12 w 55"/>
                <a:gd name="T15" fmla="*/ 14 h 20"/>
                <a:gd name="T16" fmla="*/ 12 w 55"/>
                <a:gd name="T17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0">
                  <a:moveTo>
                    <a:pt x="12" y="14"/>
                  </a:moveTo>
                  <a:cubicBezTo>
                    <a:pt x="13" y="13"/>
                    <a:pt x="22" y="6"/>
                    <a:pt x="37" y="3"/>
                  </a:cubicBezTo>
                  <a:cubicBezTo>
                    <a:pt x="53" y="0"/>
                    <a:pt x="55" y="17"/>
                    <a:pt x="42" y="18"/>
                  </a:cubicBezTo>
                  <a:cubicBezTo>
                    <a:pt x="35" y="18"/>
                    <a:pt x="6" y="19"/>
                    <a:pt x="2" y="19"/>
                  </a:cubicBezTo>
                  <a:cubicBezTo>
                    <a:pt x="0" y="20"/>
                    <a:pt x="0" y="18"/>
                    <a:pt x="2" y="17"/>
                  </a:cubicBezTo>
                  <a:cubicBezTo>
                    <a:pt x="5" y="17"/>
                    <a:pt x="37" y="14"/>
                    <a:pt x="40" y="13"/>
                  </a:cubicBezTo>
                  <a:cubicBezTo>
                    <a:pt x="45" y="12"/>
                    <a:pt x="44" y="6"/>
                    <a:pt x="38" y="7"/>
                  </a:cubicBezTo>
                  <a:cubicBezTo>
                    <a:pt x="31" y="8"/>
                    <a:pt x="11" y="14"/>
                    <a:pt x="12" y="14"/>
                  </a:cubicBezTo>
                  <a:cubicBezTo>
                    <a:pt x="14" y="14"/>
                    <a:pt x="11" y="14"/>
                    <a:pt x="12" y="1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2" name="Freeform 251">
              <a:extLst>
                <a:ext uri="{FF2B5EF4-FFF2-40B4-BE49-F238E27FC236}">
                  <a16:creationId xmlns:a16="http://schemas.microsoft.com/office/drawing/2014/main" id="{3CF7C3CE-F8E2-47F6-9264-D825CF96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21463" y="12439650"/>
              <a:ext cx="26988" cy="15875"/>
            </a:xfrm>
            <a:custGeom>
              <a:avLst/>
              <a:gdLst>
                <a:gd name="T0" fmla="*/ 10 w 42"/>
                <a:gd name="T1" fmla="*/ 18 h 26"/>
                <a:gd name="T2" fmla="*/ 20 w 42"/>
                <a:gd name="T3" fmla="*/ 8 h 26"/>
                <a:gd name="T4" fmla="*/ 31 w 42"/>
                <a:gd name="T5" fmla="*/ 16 h 26"/>
                <a:gd name="T6" fmla="*/ 3 w 42"/>
                <a:gd name="T7" fmla="*/ 26 h 26"/>
                <a:gd name="T8" fmla="*/ 2 w 42"/>
                <a:gd name="T9" fmla="*/ 24 h 26"/>
                <a:gd name="T10" fmla="*/ 27 w 42"/>
                <a:gd name="T11" fmla="*/ 14 h 26"/>
                <a:gd name="T12" fmla="*/ 23 w 42"/>
                <a:gd name="T13" fmla="*/ 10 h 26"/>
                <a:gd name="T14" fmla="*/ 11 w 42"/>
                <a:gd name="T15" fmla="*/ 19 h 26"/>
                <a:gd name="T16" fmla="*/ 10 w 42"/>
                <a:gd name="T17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6">
                  <a:moveTo>
                    <a:pt x="10" y="18"/>
                  </a:moveTo>
                  <a:cubicBezTo>
                    <a:pt x="10" y="18"/>
                    <a:pt x="8" y="14"/>
                    <a:pt x="20" y="8"/>
                  </a:cubicBezTo>
                  <a:cubicBezTo>
                    <a:pt x="33" y="0"/>
                    <a:pt x="42" y="11"/>
                    <a:pt x="31" y="16"/>
                  </a:cubicBezTo>
                  <a:cubicBezTo>
                    <a:pt x="24" y="19"/>
                    <a:pt x="7" y="24"/>
                    <a:pt x="3" y="26"/>
                  </a:cubicBezTo>
                  <a:cubicBezTo>
                    <a:pt x="2" y="26"/>
                    <a:pt x="0" y="25"/>
                    <a:pt x="2" y="24"/>
                  </a:cubicBezTo>
                  <a:cubicBezTo>
                    <a:pt x="5" y="23"/>
                    <a:pt x="25" y="15"/>
                    <a:pt x="27" y="14"/>
                  </a:cubicBezTo>
                  <a:cubicBezTo>
                    <a:pt x="31" y="12"/>
                    <a:pt x="28" y="8"/>
                    <a:pt x="23" y="10"/>
                  </a:cubicBezTo>
                  <a:cubicBezTo>
                    <a:pt x="17" y="13"/>
                    <a:pt x="10" y="19"/>
                    <a:pt x="11" y="19"/>
                  </a:cubicBezTo>
                  <a:cubicBezTo>
                    <a:pt x="12" y="18"/>
                    <a:pt x="9" y="19"/>
                    <a:pt x="10" y="1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3" name="Freeform 252">
              <a:extLst>
                <a:ext uri="{FF2B5EF4-FFF2-40B4-BE49-F238E27FC236}">
                  <a16:creationId xmlns:a16="http://schemas.microsoft.com/office/drawing/2014/main" id="{15414517-1E13-4911-A561-4D19873D0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02413" y="12422188"/>
              <a:ext cx="30163" cy="25400"/>
            </a:xfrm>
            <a:custGeom>
              <a:avLst/>
              <a:gdLst>
                <a:gd name="T0" fmla="*/ 8 w 47"/>
                <a:gd name="T1" fmla="*/ 29 h 40"/>
                <a:gd name="T2" fmla="*/ 28 w 47"/>
                <a:gd name="T3" fmla="*/ 10 h 40"/>
                <a:gd name="T4" fmla="*/ 37 w 47"/>
                <a:gd name="T5" fmla="*/ 22 h 40"/>
                <a:gd name="T6" fmla="*/ 2 w 47"/>
                <a:gd name="T7" fmla="*/ 39 h 40"/>
                <a:gd name="T8" fmla="*/ 1 w 47"/>
                <a:gd name="T9" fmla="*/ 37 h 40"/>
                <a:gd name="T10" fmla="*/ 34 w 47"/>
                <a:gd name="T11" fmla="*/ 18 h 40"/>
                <a:gd name="T12" fmla="*/ 30 w 47"/>
                <a:gd name="T13" fmla="*/ 13 h 40"/>
                <a:gd name="T14" fmla="*/ 9 w 47"/>
                <a:gd name="T15" fmla="*/ 29 h 40"/>
                <a:gd name="T16" fmla="*/ 8 w 47"/>
                <a:gd name="T17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40">
                  <a:moveTo>
                    <a:pt x="8" y="29"/>
                  </a:moveTo>
                  <a:cubicBezTo>
                    <a:pt x="9" y="28"/>
                    <a:pt x="17" y="19"/>
                    <a:pt x="28" y="10"/>
                  </a:cubicBezTo>
                  <a:cubicBezTo>
                    <a:pt x="39" y="0"/>
                    <a:pt x="47" y="15"/>
                    <a:pt x="37" y="22"/>
                  </a:cubicBezTo>
                  <a:cubicBezTo>
                    <a:pt x="32" y="25"/>
                    <a:pt x="5" y="37"/>
                    <a:pt x="2" y="39"/>
                  </a:cubicBezTo>
                  <a:cubicBezTo>
                    <a:pt x="1" y="40"/>
                    <a:pt x="0" y="38"/>
                    <a:pt x="1" y="37"/>
                  </a:cubicBezTo>
                  <a:cubicBezTo>
                    <a:pt x="4" y="35"/>
                    <a:pt x="32" y="20"/>
                    <a:pt x="34" y="18"/>
                  </a:cubicBezTo>
                  <a:cubicBezTo>
                    <a:pt x="37" y="16"/>
                    <a:pt x="34" y="10"/>
                    <a:pt x="30" y="13"/>
                  </a:cubicBezTo>
                  <a:cubicBezTo>
                    <a:pt x="25" y="18"/>
                    <a:pt x="8" y="30"/>
                    <a:pt x="9" y="29"/>
                  </a:cubicBezTo>
                  <a:cubicBezTo>
                    <a:pt x="10" y="29"/>
                    <a:pt x="7" y="30"/>
                    <a:pt x="8" y="2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4" name="Freeform 253">
              <a:extLst>
                <a:ext uri="{FF2B5EF4-FFF2-40B4-BE49-F238E27FC236}">
                  <a16:creationId xmlns:a16="http://schemas.microsoft.com/office/drawing/2014/main" id="{641B493D-B3FD-48C0-B41D-AAEFA34A83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92888" y="12414250"/>
              <a:ext cx="17463" cy="20637"/>
            </a:xfrm>
            <a:custGeom>
              <a:avLst/>
              <a:gdLst>
                <a:gd name="T0" fmla="*/ 4 w 27"/>
                <a:gd name="T1" fmla="*/ 23 h 31"/>
                <a:gd name="T2" fmla="*/ 14 w 27"/>
                <a:gd name="T3" fmla="*/ 8 h 31"/>
                <a:gd name="T4" fmla="*/ 21 w 27"/>
                <a:gd name="T5" fmla="*/ 15 h 31"/>
                <a:gd name="T6" fmla="*/ 1 w 27"/>
                <a:gd name="T7" fmla="*/ 30 h 31"/>
                <a:gd name="T8" fmla="*/ 1 w 27"/>
                <a:gd name="T9" fmla="*/ 29 h 31"/>
                <a:gd name="T10" fmla="*/ 19 w 27"/>
                <a:gd name="T11" fmla="*/ 13 h 31"/>
                <a:gd name="T12" fmla="*/ 16 w 27"/>
                <a:gd name="T13" fmla="*/ 10 h 31"/>
                <a:gd name="T14" fmla="*/ 4 w 27"/>
                <a:gd name="T15" fmla="*/ 23 h 31"/>
                <a:gd name="T16" fmla="*/ 4 w 27"/>
                <a:gd name="T1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1">
                  <a:moveTo>
                    <a:pt x="4" y="23"/>
                  </a:moveTo>
                  <a:cubicBezTo>
                    <a:pt x="4" y="22"/>
                    <a:pt x="9" y="16"/>
                    <a:pt x="14" y="8"/>
                  </a:cubicBezTo>
                  <a:cubicBezTo>
                    <a:pt x="20" y="0"/>
                    <a:pt x="27" y="9"/>
                    <a:pt x="21" y="15"/>
                  </a:cubicBezTo>
                  <a:cubicBezTo>
                    <a:pt x="18" y="18"/>
                    <a:pt x="3" y="29"/>
                    <a:pt x="1" y="30"/>
                  </a:cubicBezTo>
                  <a:cubicBezTo>
                    <a:pt x="1" y="31"/>
                    <a:pt x="0" y="30"/>
                    <a:pt x="1" y="29"/>
                  </a:cubicBezTo>
                  <a:cubicBezTo>
                    <a:pt x="2" y="28"/>
                    <a:pt x="18" y="14"/>
                    <a:pt x="19" y="13"/>
                  </a:cubicBezTo>
                  <a:cubicBezTo>
                    <a:pt x="21" y="11"/>
                    <a:pt x="18" y="8"/>
                    <a:pt x="16" y="10"/>
                  </a:cubicBezTo>
                  <a:cubicBezTo>
                    <a:pt x="13" y="14"/>
                    <a:pt x="4" y="24"/>
                    <a:pt x="4" y="23"/>
                  </a:cubicBezTo>
                  <a:cubicBezTo>
                    <a:pt x="5" y="23"/>
                    <a:pt x="3" y="24"/>
                    <a:pt x="4" y="2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5" name="Freeform 254">
              <a:extLst>
                <a:ext uri="{FF2B5EF4-FFF2-40B4-BE49-F238E27FC236}">
                  <a16:creationId xmlns:a16="http://schemas.microsoft.com/office/drawing/2014/main" id="{83079E10-2A10-4F1A-AE7F-96FDF6215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38926" y="12523788"/>
              <a:ext cx="25400" cy="19050"/>
            </a:xfrm>
            <a:custGeom>
              <a:avLst/>
              <a:gdLst>
                <a:gd name="T0" fmla="*/ 9 w 39"/>
                <a:gd name="T1" fmla="*/ 4 h 30"/>
                <a:gd name="T2" fmla="*/ 29 w 39"/>
                <a:gd name="T3" fmla="*/ 13 h 30"/>
                <a:gd name="T4" fmla="*/ 23 w 39"/>
                <a:gd name="T5" fmla="*/ 23 h 30"/>
                <a:gd name="T6" fmla="*/ 1 w 39"/>
                <a:gd name="T7" fmla="*/ 2 h 30"/>
                <a:gd name="T8" fmla="*/ 2 w 39"/>
                <a:gd name="T9" fmla="*/ 1 h 30"/>
                <a:gd name="T10" fmla="*/ 24 w 39"/>
                <a:gd name="T11" fmla="*/ 20 h 30"/>
                <a:gd name="T12" fmla="*/ 27 w 39"/>
                <a:gd name="T13" fmla="*/ 16 h 30"/>
                <a:gd name="T14" fmla="*/ 9 w 39"/>
                <a:gd name="T15" fmla="*/ 5 h 30"/>
                <a:gd name="T16" fmla="*/ 9 w 39"/>
                <a:gd name="T1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0">
                  <a:moveTo>
                    <a:pt x="9" y="4"/>
                  </a:moveTo>
                  <a:cubicBezTo>
                    <a:pt x="10" y="5"/>
                    <a:pt x="19" y="6"/>
                    <a:pt x="29" y="13"/>
                  </a:cubicBezTo>
                  <a:cubicBezTo>
                    <a:pt x="39" y="21"/>
                    <a:pt x="30" y="30"/>
                    <a:pt x="23" y="23"/>
                  </a:cubicBezTo>
                  <a:cubicBezTo>
                    <a:pt x="19" y="20"/>
                    <a:pt x="3" y="4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2"/>
                    <a:pt x="23" y="19"/>
                    <a:pt x="24" y="20"/>
                  </a:cubicBezTo>
                  <a:cubicBezTo>
                    <a:pt x="27" y="22"/>
                    <a:pt x="30" y="19"/>
                    <a:pt x="27" y="16"/>
                  </a:cubicBezTo>
                  <a:cubicBezTo>
                    <a:pt x="22" y="12"/>
                    <a:pt x="9" y="4"/>
                    <a:pt x="9" y="5"/>
                  </a:cubicBezTo>
                  <a:cubicBezTo>
                    <a:pt x="10" y="6"/>
                    <a:pt x="9" y="4"/>
                    <a:pt x="9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6" name="Freeform 255">
              <a:extLst>
                <a:ext uri="{FF2B5EF4-FFF2-40B4-BE49-F238E27FC236}">
                  <a16:creationId xmlns:a16="http://schemas.microsoft.com/office/drawing/2014/main" id="{519DA8C2-3BB9-4049-8F14-D2AB3B9463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43688" y="12596813"/>
              <a:ext cx="15875" cy="25400"/>
            </a:xfrm>
            <a:custGeom>
              <a:avLst/>
              <a:gdLst>
                <a:gd name="T0" fmla="*/ 6 w 24"/>
                <a:gd name="T1" fmla="*/ 7 h 38"/>
                <a:gd name="T2" fmla="*/ 18 w 24"/>
                <a:gd name="T3" fmla="*/ 21 h 38"/>
                <a:gd name="T4" fmla="*/ 12 w 24"/>
                <a:gd name="T5" fmla="*/ 29 h 38"/>
                <a:gd name="T6" fmla="*/ 0 w 24"/>
                <a:gd name="T7" fmla="*/ 2 h 38"/>
                <a:gd name="T8" fmla="*/ 1 w 24"/>
                <a:gd name="T9" fmla="*/ 1 h 38"/>
                <a:gd name="T10" fmla="*/ 13 w 24"/>
                <a:gd name="T11" fmla="*/ 26 h 38"/>
                <a:gd name="T12" fmla="*/ 16 w 24"/>
                <a:gd name="T13" fmla="*/ 23 h 38"/>
                <a:gd name="T14" fmla="*/ 6 w 24"/>
                <a:gd name="T15" fmla="*/ 8 h 38"/>
                <a:gd name="T16" fmla="*/ 6 w 24"/>
                <a:gd name="T17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8">
                  <a:moveTo>
                    <a:pt x="6" y="7"/>
                  </a:moveTo>
                  <a:cubicBezTo>
                    <a:pt x="6" y="7"/>
                    <a:pt x="13" y="12"/>
                    <a:pt x="18" y="21"/>
                  </a:cubicBezTo>
                  <a:cubicBezTo>
                    <a:pt x="24" y="31"/>
                    <a:pt x="16" y="38"/>
                    <a:pt x="12" y="29"/>
                  </a:cubicBezTo>
                  <a:cubicBezTo>
                    <a:pt x="10" y="24"/>
                    <a:pt x="1" y="5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3"/>
                    <a:pt x="12" y="24"/>
                    <a:pt x="13" y="26"/>
                  </a:cubicBezTo>
                  <a:cubicBezTo>
                    <a:pt x="15" y="29"/>
                    <a:pt x="18" y="26"/>
                    <a:pt x="16" y="23"/>
                  </a:cubicBezTo>
                  <a:cubicBezTo>
                    <a:pt x="14" y="18"/>
                    <a:pt x="5" y="7"/>
                    <a:pt x="6" y="8"/>
                  </a:cubicBezTo>
                  <a:cubicBezTo>
                    <a:pt x="6" y="8"/>
                    <a:pt x="5" y="6"/>
                    <a:pt x="6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7" name="Freeform 256">
              <a:extLst>
                <a:ext uri="{FF2B5EF4-FFF2-40B4-BE49-F238E27FC236}">
                  <a16:creationId xmlns:a16="http://schemas.microsoft.com/office/drawing/2014/main" id="{610F4D64-F971-405C-8CBA-F3F46E2549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40513" y="12552363"/>
              <a:ext cx="84138" cy="101600"/>
            </a:xfrm>
            <a:custGeom>
              <a:avLst/>
              <a:gdLst>
                <a:gd name="T0" fmla="*/ 15 w 132"/>
                <a:gd name="T1" fmla="*/ 11 h 159"/>
                <a:gd name="T2" fmla="*/ 117 w 132"/>
                <a:gd name="T3" fmla="*/ 128 h 159"/>
                <a:gd name="T4" fmla="*/ 104 w 132"/>
                <a:gd name="T5" fmla="*/ 144 h 159"/>
                <a:gd name="T6" fmla="*/ 1 w 132"/>
                <a:gd name="T7" fmla="*/ 4 h 159"/>
                <a:gd name="T8" fmla="*/ 3 w 132"/>
                <a:gd name="T9" fmla="*/ 2 h 159"/>
                <a:gd name="T10" fmla="*/ 107 w 132"/>
                <a:gd name="T11" fmla="*/ 138 h 159"/>
                <a:gd name="T12" fmla="*/ 113 w 132"/>
                <a:gd name="T13" fmla="*/ 132 h 159"/>
                <a:gd name="T14" fmla="*/ 14 w 132"/>
                <a:gd name="T15" fmla="*/ 13 h 159"/>
                <a:gd name="T16" fmla="*/ 15 w 132"/>
                <a:gd name="T17" fmla="*/ 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59">
                  <a:moveTo>
                    <a:pt x="15" y="11"/>
                  </a:moveTo>
                  <a:cubicBezTo>
                    <a:pt x="16" y="12"/>
                    <a:pt x="104" y="113"/>
                    <a:pt x="117" y="128"/>
                  </a:cubicBezTo>
                  <a:cubicBezTo>
                    <a:pt x="132" y="145"/>
                    <a:pt x="114" y="159"/>
                    <a:pt x="104" y="144"/>
                  </a:cubicBezTo>
                  <a:cubicBezTo>
                    <a:pt x="98" y="136"/>
                    <a:pt x="4" y="8"/>
                    <a:pt x="1" y="4"/>
                  </a:cubicBezTo>
                  <a:cubicBezTo>
                    <a:pt x="0" y="2"/>
                    <a:pt x="1" y="0"/>
                    <a:pt x="3" y="2"/>
                  </a:cubicBezTo>
                  <a:cubicBezTo>
                    <a:pt x="6" y="6"/>
                    <a:pt x="105" y="136"/>
                    <a:pt x="107" y="138"/>
                  </a:cubicBezTo>
                  <a:cubicBezTo>
                    <a:pt x="111" y="144"/>
                    <a:pt x="118" y="139"/>
                    <a:pt x="113" y="132"/>
                  </a:cubicBezTo>
                  <a:cubicBezTo>
                    <a:pt x="107" y="125"/>
                    <a:pt x="14" y="11"/>
                    <a:pt x="14" y="13"/>
                  </a:cubicBezTo>
                  <a:cubicBezTo>
                    <a:pt x="15" y="14"/>
                    <a:pt x="14" y="10"/>
                    <a:pt x="15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8" name="Freeform 257">
              <a:extLst>
                <a:ext uri="{FF2B5EF4-FFF2-40B4-BE49-F238E27FC236}">
                  <a16:creationId xmlns:a16="http://schemas.microsoft.com/office/drawing/2014/main" id="{1E08EE06-D772-4EAE-92D5-FB81D55DF3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34163" y="12499975"/>
              <a:ext cx="128588" cy="65087"/>
            </a:xfrm>
            <a:custGeom>
              <a:avLst/>
              <a:gdLst>
                <a:gd name="T0" fmla="*/ 18 w 201"/>
                <a:gd name="T1" fmla="*/ 5 h 103"/>
                <a:gd name="T2" fmla="*/ 180 w 201"/>
                <a:gd name="T3" fmla="*/ 74 h 103"/>
                <a:gd name="T4" fmla="*/ 175 w 201"/>
                <a:gd name="T5" fmla="*/ 95 h 103"/>
                <a:gd name="T6" fmla="*/ 3 w 201"/>
                <a:gd name="T7" fmla="*/ 4 h 103"/>
                <a:gd name="T8" fmla="*/ 4 w 201"/>
                <a:gd name="T9" fmla="*/ 2 h 103"/>
                <a:gd name="T10" fmla="*/ 176 w 201"/>
                <a:gd name="T11" fmla="*/ 88 h 103"/>
                <a:gd name="T12" fmla="*/ 178 w 201"/>
                <a:gd name="T13" fmla="*/ 80 h 103"/>
                <a:gd name="T14" fmla="*/ 18 w 201"/>
                <a:gd name="T15" fmla="*/ 6 h 103"/>
                <a:gd name="T16" fmla="*/ 18 w 201"/>
                <a:gd name="T17" fmla="*/ 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103">
                  <a:moveTo>
                    <a:pt x="18" y="5"/>
                  </a:moveTo>
                  <a:cubicBezTo>
                    <a:pt x="20" y="5"/>
                    <a:pt x="162" y="66"/>
                    <a:pt x="180" y="74"/>
                  </a:cubicBezTo>
                  <a:cubicBezTo>
                    <a:pt x="201" y="83"/>
                    <a:pt x="191" y="103"/>
                    <a:pt x="175" y="95"/>
                  </a:cubicBezTo>
                  <a:cubicBezTo>
                    <a:pt x="166" y="90"/>
                    <a:pt x="7" y="7"/>
                    <a:pt x="3" y="4"/>
                  </a:cubicBezTo>
                  <a:cubicBezTo>
                    <a:pt x="0" y="3"/>
                    <a:pt x="1" y="0"/>
                    <a:pt x="4" y="2"/>
                  </a:cubicBezTo>
                  <a:cubicBezTo>
                    <a:pt x="8" y="4"/>
                    <a:pt x="172" y="86"/>
                    <a:pt x="176" y="88"/>
                  </a:cubicBezTo>
                  <a:cubicBezTo>
                    <a:pt x="182" y="91"/>
                    <a:pt x="186" y="83"/>
                    <a:pt x="178" y="80"/>
                  </a:cubicBezTo>
                  <a:cubicBezTo>
                    <a:pt x="169" y="76"/>
                    <a:pt x="17" y="6"/>
                    <a:pt x="18" y="6"/>
                  </a:cubicBezTo>
                  <a:cubicBezTo>
                    <a:pt x="20" y="7"/>
                    <a:pt x="17" y="5"/>
                    <a:pt x="18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9" name="Freeform 258">
              <a:extLst>
                <a:ext uri="{FF2B5EF4-FFF2-40B4-BE49-F238E27FC236}">
                  <a16:creationId xmlns:a16="http://schemas.microsoft.com/office/drawing/2014/main" id="{93B49E75-87CC-4BC1-A270-B2620B341A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37338" y="12544425"/>
              <a:ext cx="130175" cy="144462"/>
            </a:xfrm>
            <a:custGeom>
              <a:avLst/>
              <a:gdLst>
                <a:gd name="T0" fmla="*/ 16 w 203"/>
                <a:gd name="T1" fmla="*/ 11 h 224"/>
                <a:gd name="T2" fmla="*/ 187 w 203"/>
                <a:gd name="T3" fmla="*/ 193 h 224"/>
                <a:gd name="T4" fmla="*/ 174 w 203"/>
                <a:gd name="T5" fmla="*/ 209 h 224"/>
                <a:gd name="T6" fmla="*/ 2 w 203"/>
                <a:gd name="T7" fmla="*/ 4 h 224"/>
                <a:gd name="T8" fmla="*/ 4 w 203"/>
                <a:gd name="T9" fmla="*/ 2 h 224"/>
                <a:gd name="T10" fmla="*/ 177 w 203"/>
                <a:gd name="T11" fmla="*/ 204 h 224"/>
                <a:gd name="T12" fmla="*/ 183 w 203"/>
                <a:gd name="T13" fmla="*/ 197 h 224"/>
                <a:gd name="T14" fmla="*/ 16 w 203"/>
                <a:gd name="T15" fmla="*/ 12 h 224"/>
                <a:gd name="T16" fmla="*/ 16 w 203"/>
                <a:gd name="T17" fmla="*/ 1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3" h="224">
                  <a:moveTo>
                    <a:pt x="16" y="11"/>
                  </a:moveTo>
                  <a:cubicBezTo>
                    <a:pt x="17" y="12"/>
                    <a:pt x="173" y="178"/>
                    <a:pt x="187" y="193"/>
                  </a:cubicBezTo>
                  <a:cubicBezTo>
                    <a:pt x="203" y="209"/>
                    <a:pt x="185" y="224"/>
                    <a:pt x="174" y="209"/>
                  </a:cubicBezTo>
                  <a:cubicBezTo>
                    <a:pt x="168" y="202"/>
                    <a:pt x="5" y="8"/>
                    <a:pt x="2" y="4"/>
                  </a:cubicBezTo>
                  <a:cubicBezTo>
                    <a:pt x="0" y="2"/>
                    <a:pt x="2" y="0"/>
                    <a:pt x="4" y="2"/>
                  </a:cubicBezTo>
                  <a:cubicBezTo>
                    <a:pt x="7" y="6"/>
                    <a:pt x="175" y="201"/>
                    <a:pt x="177" y="204"/>
                  </a:cubicBezTo>
                  <a:cubicBezTo>
                    <a:pt x="182" y="209"/>
                    <a:pt x="188" y="203"/>
                    <a:pt x="183" y="197"/>
                  </a:cubicBezTo>
                  <a:cubicBezTo>
                    <a:pt x="176" y="190"/>
                    <a:pt x="15" y="11"/>
                    <a:pt x="16" y="12"/>
                  </a:cubicBezTo>
                  <a:cubicBezTo>
                    <a:pt x="16" y="14"/>
                    <a:pt x="15" y="10"/>
                    <a:pt x="16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0" name="Freeform 259">
              <a:extLst>
                <a:ext uri="{FF2B5EF4-FFF2-40B4-BE49-F238E27FC236}">
                  <a16:creationId xmlns:a16="http://schemas.microsoft.com/office/drawing/2014/main" id="{8AC35FD3-A2DB-4E1D-BADB-7E9F67C713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02388" y="12688888"/>
              <a:ext cx="176213" cy="292100"/>
            </a:xfrm>
            <a:custGeom>
              <a:avLst/>
              <a:gdLst>
                <a:gd name="T0" fmla="*/ 172 w 275"/>
                <a:gd name="T1" fmla="*/ 345 h 456"/>
                <a:gd name="T2" fmla="*/ 136 w 275"/>
                <a:gd name="T3" fmla="*/ 201 h 456"/>
                <a:gd name="T4" fmla="*/ 38 w 275"/>
                <a:gd name="T5" fmla="*/ 11 h 456"/>
                <a:gd name="T6" fmla="*/ 42 w 275"/>
                <a:gd name="T7" fmla="*/ 98 h 456"/>
                <a:gd name="T8" fmla="*/ 12 w 275"/>
                <a:gd name="T9" fmla="*/ 105 h 456"/>
                <a:gd name="T10" fmla="*/ 18 w 275"/>
                <a:gd name="T11" fmla="*/ 158 h 456"/>
                <a:gd name="T12" fmla="*/ 61 w 275"/>
                <a:gd name="T13" fmla="*/ 218 h 456"/>
                <a:gd name="T14" fmla="*/ 25 w 275"/>
                <a:gd name="T15" fmla="*/ 251 h 456"/>
                <a:gd name="T16" fmla="*/ 7 w 275"/>
                <a:gd name="T17" fmla="*/ 277 h 456"/>
                <a:gd name="T18" fmla="*/ 60 w 275"/>
                <a:gd name="T19" fmla="*/ 304 h 456"/>
                <a:gd name="T20" fmla="*/ 50 w 275"/>
                <a:gd name="T21" fmla="*/ 344 h 456"/>
                <a:gd name="T22" fmla="*/ 119 w 275"/>
                <a:gd name="T23" fmla="*/ 380 h 456"/>
                <a:gd name="T24" fmla="*/ 133 w 275"/>
                <a:gd name="T25" fmla="*/ 393 h 456"/>
                <a:gd name="T26" fmla="*/ 179 w 275"/>
                <a:gd name="T27" fmla="*/ 410 h 456"/>
                <a:gd name="T28" fmla="*/ 255 w 275"/>
                <a:gd name="T29" fmla="*/ 391 h 456"/>
                <a:gd name="T30" fmla="*/ 37 w 275"/>
                <a:gd name="T31" fmla="*/ 291 h 456"/>
                <a:gd name="T32" fmla="*/ 76 w 275"/>
                <a:gd name="T33" fmla="*/ 289 h 456"/>
                <a:gd name="T34" fmla="*/ 8 w 275"/>
                <a:gd name="T35" fmla="*/ 268 h 456"/>
                <a:gd name="T36" fmla="*/ 51 w 275"/>
                <a:gd name="T37" fmla="*/ 259 h 456"/>
                <a:gd name="T38" fmla="*/ 83 w 275"/>
                <a:gd name="T39" fmla="*/ 275 h 456"/>
                <a:gd name="T40" fmla="*/ 85 w 275"/>
                <a:gd name="T41" fmla="*/ 290 h 456"/>
                <a:gd name="T42" fmla="*/ 85 w 275"/>
                <a:gd name="T43" fmla="*/ 296 h 456"/>
                <a:gd name="T44" fmla="*/ 104 w 275"/>
                <a:gd name="T45" fmla="*/ 323 h 456"/>
                <a:gd name="T46" fmla="*/ 153 w 275"/>
                <a:gd name="T47" fmla="*/ 359 h 456"/>
                <a:gd name="T48" fmla="*/ 104 w 275"/>
                <a:gd name="T49" fmla="*/ 310 h 456"/>
                <a:gd name="T50" fmla="*/ 91 w 275"/>
                <a:gd name="T51" fmla="*/ 349 h 456"/>
                <a:gd name="T52" fmla="*/ 138 w 275"/>
                <a:gd name="T53" fmla="*/ 364 h 456"/>
                <a:gd name="T54" fmla="*/ 123 w 275"/>
                <a:gd name="T55" fmla="*/ 361 h 456"/>
                <a:gd name="T56" fmla="*/ 112 w 275"/>
                <a:gd name="T57" fmla="*/ 376 h 456"/>
                <a:gd name="T58" fmla="*/ 116 w 275"/>
                <a:gd name="T59" fmla="*/ 376 h 456"/>
                <a:gd name="T60" fmla="*/ 167 w 275"/>
                <a:gd name="T61" fmla="*/ 375 h 456"/>
                <a:gd name="T62" fmla="*/ 143 w 275"/>
                <a:gd name="T63" fmla="*/ 387 h 456"/>
                <a:gd name="T64" fmla="*/ 246 w 275"/>
                <a:gd name="T65" fmla="*/ 419 h 456"/>
                <a:gd name="T66" fmla="*/ 236 w 275"/>
                <a:gd name="T67" fmla="*/ 447 h 456"/>
                <a:gd name="T68" fmla="*/ 216 w 275"/>
                <a:gd name="T69" fmla="*/ 412 h 456"/>
                <a:gd name="T70" fmla="*/ 162 w 275"/>
                <a:gd name="T71" fmla="*/ 404 h 456"/>
                <a:gd name="T72" fmla="*/ 259 w 275"/>
                <a:gd name="T73" fmla="*/ 409 h 456"/>
                <a:gd name="T74" fmla="*/ 256 w 275"/>
                <a:gd name="T75" fmla="*/ 418 h 456"/>
                <a:gd name="T76" fmla="*/ 165 w 275"/>
                <a:gd name="T77" fmla="*/ 368 h 456"/>
                <a:gd name="T78" fmla="*/ 136 w 275"/>
                <a:gd name="T79" fmla="*/ 320 h 456"/>
                <a:gd name="T80" fmla="*/ 95 w 275"/>
                <a:gd name="T81" fmla="*/ 285 h 456"/>
                <a:gd name="T82" fmla="*/ 86 w 275"/>
                <a:gd name="T83" fmla="*/ 258 h 456"/>
                <a:gd name="T84" fmla="*/ 78 w 275"/>
                <a:gd name="T85" fmla="*/ 208 h 456"/>
                <a:gd name="T86" fmla="*/ 60 w 275"/>
                <a:gd name="T87" fmla="*/ 166 h 456"/>
                <a:gd name="T88" fmla="*/ 59 w 275"/>
                <a:gd name="T89" fmla="*/ 148 h 456"/>
                <a:gd name="T90" fmla="*/ 67 w 275"/>
                <a:gd name="T91" fmla="*/ 136 h 456"/>
                <a:gd name="T92" fmla="*/ 31 w 275"/>
                <a:gd name="T93" fmla="*/ 46 h 456"/>
                <a:gd name="T94" fmla="*/ 37 w 275"/>
                <a:gd name="T95" fmla="*/ 51 h 456"/>
                <a:gd name="T96" fmla="*/ 40 w 275"/>
                <a:gd name="T97" fmla="*/ 16 h 456"/>
                <a:gd name="T98" fmla="*/ 129 w 275"/>
                <a:gd name="T99" fmla="*/ 204 h 456"/>
                <a:gd name="T100" fmla="*/ 176 w 275"/>
                <a:gd name="T101" fmla="*/ 36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5" h="456">
                  <a:moveTo>
                    <a:pt x="236" y="369"/>
                  </a:moveTo>
                  <a:cubicBezTo>
                    <a:pt x="227" y="364"/>
                    <a:pt x="227" y="364"/>
                    <a:pt x="227" y="364"/>
                  </a:cubicBezTo>
                  <a:cubicBezTo>
                    <a:pt x="221" y="362"/>
                    <a:pt x="210" y="359"/>
                    <a:pt x="203" y="358"/>
                  </a:cubicBezTo>
                  <a:cubicBezTo>
                    <a:pt x="194" y="358"/>
                    <a:pt x="194" y="358"/>
                    <a:pt x="194" y="358"/>
                  </a:cubicBezTo>
                  <a:cubicBezTo>
                    <a:pt x="180" y="358"/>
                    <a:pt x="175" y="350"/>
                    <a:pt x="172" y="345"/>
                  </a:cubicBezTo>
                  <a:cubicBezTo>
                    <a:pt x="166" y="335"/>
                    <a:pt x="165" y="325"/>
                    <a:pt x="154" y="308"/>
                  </a:cubicBezTo>
                  <a:cubicBezTo>
                    <a:pt x="137" y="289"/>
                    <a:pt x="137" y="289"/>
                    <a:pt x="137" y="289"/>
                  </a:cubicBezTo>
                  <a:cubicBezTo>
                    <a:pt x="131" y="284"/>
                    <a:pt x="130" y="279"/>
                    <a:pt x="130" y="271"/>
                  </a:cubicBezTo>
                  <a:cubicBezTo>
                    <a:pt x="132" y="253"/>
                    <a:pt x="132" y="253"/>
                    <a:pt x="132" y="253"/>
                  </a:cubicBezTo>
                  <a:cubicBezTo>
                    <a:pt x="135" y="236"/>
                    <a:pt x="139" y="220"/>
                    <a:pt x="136" y="201"/>
                  </a:cubicBezTo>
                  <a:cubicBezTo>
                    <a:pt x="133" y="171"/>
                    <a:pt x="111" y="142"/>
                    <a:pt x="99" y="125"/>
                  </a:cubicBezTo>
                  <a:cubicBezTo>
                    <a:pt x="91" y="115"/>
                    <a:pt x="86" y="107"/>
                    <a:pt x="81" y="101"/>
                  </a:cubicBezTo>
                  <a:cubicBezTo>
                    <a:pt x="81" y="101"/>
                    <a:pt x="65" y="78"/>
                    <a:pt x="58" y="56"/>
                  </a:cubicBezTo>
                  <a:cubicBezTo>
                    <a:pt x="51" y="35"/>
                    <a:pt x="47" y="23"/>
                    <a:pt x="46" y="12"/>
                  </a:cubicBezTo>
                  <a:cubicBezTo>
                    <a:pt x="46" y="0"/>
                    <a:pt x="39" y="10"/>
                    <a:pt x="38" y="11"/>
                  </a:cubicBezTo>
                  <a:cubicBezTo>
                    <a:pt x="37" y="13"/>
                    <a:pt x="34" y="19"/>
                    <a:pt x="34" y="21"/>
                  </a:cubicBezTo>
                  <a:cubicBezTo>
                    <a:pt x="33" y="22"/>
                    <a:pt x="32" y="23"/>
                    <a:pt x="32" y="23"/>
                  </a:cubicBezTo>
                  <a:cubicBezTo>
                    <a:pt x="32" y="23"/>
                    <a:pt x="29" y="23"/>
                    <a:pt x="27" y="28"/>
                  </a:cubicBezTo>
                  <a:cubicBezTo>
                    <a:pt x="27" y="28"/>
                    <a:pt x="21" y="45"/>
                    <a:pt x="27" y="65"/>
                  </a:cubicBezTo>
                  <a:cubicBezTo>
                    <a:pt x="34" y="85"/>
                    <a:pt x="40" y="96"/>
                    <a:pt x="42" y="98"/>
                  </a:cubicBezTo>
                  <a:cubicBezTo>
                    <a:pt x="43" y="99"/>
                    <a:pt x="42" y="100"/>
                    <a:pt x="42" y="100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98"/>
                    <a:pt x="27" y="95"/>
                    <a:pt x="20" y="95"/>
                  </a:cubicBezTo>
                  <a:cubicBezTo>
                    <a:pt x="13" y="94"/>
                    <a:pt x="12" y="96"/>
                    <a:pt x="9" y="98"/>
                  </a:cubicBezTo>
                  <a:cubicBezTo>
                    <a:pt x="7" y="100"/>
                    <a:pt x="6" y="101"/>
                    <a:pt x="12" y="105"/>
                  </a:cubicBezTo>
                  <a:cubicBezTo>
                    <a:pt x="17" y="109"/>
                    <a:pt x="41" y="129"/>
                    <a:pt x="50" y="145"/>
                  </a:cubicBezTo>
                  <a:cubicBezTo>
                    <a:pt x="59" y="160"/>
                    <a:pt x="54" y="156"/>
                    <a:pt x="52" y="155"/>
                  </a:cubicBezTo>
                  <a:cubicBezTo>
                    <a:pt x="50" y="155"/>
                    <a:pt x="42" y="150"/>
                    <a:pt x="32" y="149"/>
                  </a:cubicBezTo>
                  <a:cubicBezTo>
                    <a:pt x="23" y="148"/>
                    <a:pt x="20" y="148"/>
                    <a:pt x="16" y="151"/>
                  </a:cubicBezTo>
                  <a:cubicBezTo>
                    <a:pt x="14" y="153"/>
                    <a:pt x="15" y="156"/>
                    <a:pt x="18" y="158"/>
                  </a:cubicBezTo>
                  <a:cubicBezTo>
                    <a:pt x="18" y="158"/>
                    <a:pt x="44" y="175"/>
                    <a:pt x="48" y="178"/>
                  </a:cubicBezTo>
                  <a:cubicBezTo>
                    <a:pt x="51" y="180"/>
                    <a:pt x="52" y="183"/>
                    <a:pt x="50" y="182"/>
                  </a:cubicBezTo>
                  <a:cubicBezTo>
                    <a:pt x="47" y="182"/>
                    <a:pt x="39" y="182"/>
                    <a:pt x="36" y="183"/>
                  </a:cubicBezTo>
                  <a:cubicBezTo>
                    <a:pt x="33" y="185"/>
                    <a:pt x="32" y="188"/>
                    <a:pt x="35" y="191"/>
                  </a:cubicBezTo>
                  <a:cubicBezTo>
                    <a:pt x="37" y="194"/>
                    <a:pt x="50" y="204"/>
                    <a:pt x="61" y="218"/>
                  </a:cubicBezTo>
                  <a:cubicBezTo>
                    <a:pt x="73" y="235"/>
                    <a:pt x="75" y="244"/>
                    <a:pt x="78" y="249"/>
                  </a:cubicBezTo>
                  <a:cubicBezTo>
                    <a:pt x="81" y="255"/>
                    <a:pt x="81" y="256"/>
                    <a:pt x="76" y="253"/>
                  </a:cubicBezTo>
                  <a:cubicBezTo>
                    <a:pt x="71" y="249"/>
                    <a:pt x="58" y="243"/>
                    <a:pt x="53" y="243"/>
                  </a:cubicBezTo>
                  <a:cubicBezTo>
                    <a:pt x="48" y="243"/>
                    <a:pt x="33" y="244"/>
                    <a:pt x="27" y="246"/>
                  </a:cubicBezTo>
                  <a:cubicBezTo>
                    <a:pt x="21" y="249"/>
                    <a:pt x="21" y="250"/>
                    <a:pt x="25" y="251"/>
                  </a:cubicBezTo>
                  <a:cubicBezTo>
                    <a:pt x="30" y="253"/>
                    <a:pt x="32" y="254"/>
                    <a:pt x="34" y="255"/>
                  </a:cubicBezTo>
                  <a:cubicBezTo>
                    <a:pt x="37" y="256"/>
                    <a:pt x="34" y="256"/>
                    <a:pt x="32" y="256"/>
                  </a:cubicBezTo>
                  <a:cubicBezTo>
                    <a:pt x="29" y="256"/>
                    <a:pt x="22" y="255"/>
                    <a:pt x="13" y="259"/>
                  </a:cubicBezTo>
                  <a:cubicBezTo>
                    <a:pt x="4" y="263"/>
                    <a:pt x="3" y="268"/>
                    <a:pt x="2" y="272"/>
                  </a:cubicBezTo>
                  <a:cubicBezTo>
                    <a:pt x="0" y="276"/>
                    <a:pt x="2" y="278"/>
                    <a:pt x="7" y="277"/>
                  </a:cubicBezTo>
                  <a:cubicBezTo>
                    <a:pt x="11" y="276"/>
                    <a:pt x="33" y="276"/>
                    <a:pt x="39" y="278"/>
                  </a:cubicBezTo>
                  <a:cubicBezTo>
                    <a:pt x="45" y="280"/>
                    <a:pt x="47" y="282"/>
                    <a:pt x="44" y="282"/>
                  </a:cubicBezTo>
                  <a:cubicBezTo>
                    <a:pt x="41" y="283"/>
                    <a:pt x="35" y="287"/>
                    <a:pt x="31" y="291"/>
                  </a:cubicBezTo>
                  <a:cubicBezTo>
                    <a:pt x="28" y="294"/>
                    <a:pt x="24" y="298"/>
                    <a:pt x="28" y="297"/>
                  </a:cubicBezTo>
                  <a:cubicBezTo>
                    <a:pt x="32" y="297"/>
                    <a:pt x="41" y="296"/>
                    <a:pt x="60" y="304"/>
                  </a:cubicBezTo>
                  <a:cubicBezTo>
                    <a:pt x="79" y="312"/>
                    <a:pt x="96" y="325"/>
                    <a:pt x="102" y="331"/>
                  </a:cubicBezTo>
                  <a:cubicBezTo>
                    <a:pt x="109" y="336"/>
                    <a:pt x="107" y="337"/>
                    <a:pt x="104" y="336"/>
                  </a:cubicBezTo>
                  <a:cubicBezTo>
                    <a:pt x="100" y="335"/>
                    <a:pt x="90" y="331"/>
                    <a:pt x="81" y="332"/>
                  </a:cubicBezTo>
                  <a:cubicBezTo>
                    <a:pt x="73" y="332"/>
                    <a:pt x="58" y="334"/>
                    <a:pt x="52" y="338"/>
                  </a:cubicBezTo>
                  <a:cubicBezTo>
                    <a:pt x="46" y="342"/>
                    <a:pt x="46" y="344"/>
                    <a:pt x="50" y="344"/>
                  </a:cubicBezTo>
                  <a:cubicBezTo>
                    <a:pt x="54" y="344"/>
                    <a:pt x="79" y="351"/>
                    <a:pt x="88" y="354"/>
                  </a:cubicBezTo>
                  <a:cubicBezTo>
                    <a:pt x="98" y="357"/>
                    <a:pt x="108" y="362"/>
                    <a:pt x="114" y="365"/>
                  </a:cubicBezTo>
                  <a:cubicBezTo>
                    <a:pt x="119" y="368"/>
                    <a:pt x="108" y="372"/>
                    <a:pt x="104" y="375"/>
                  </a:cubicBezTo>
                  <a:cubicBezTo>
                    <a:pt x="100" y="379"/>
                    <a:pt x="104" y="379"/>
                    <a:pt x="106" y="380"/>
                  </a:cubicBezTo>
                  <a:cubicBezTo>
                    <a:pt x="109" y="381"/>
                    <a:pt x="119" y="378"/>
                    <a:pt x="119" y="380"/>
                  </a:cubicBezTo>
                  <a:cubicBezTo>
                    <a:pt x="120" y="382"/>
                    <a:pt x="113" y="383"/>
                    <a:pt x="109" y="390"/>
                  </a:cubicBezTo>
                  <a:cubicBezTo>
                    <a:pt x="105" y="396"/>
                    <a:pt x="101" y="401"/>
                    <a:pt x="101" y="407"/>
                  </a:cubicBezTo>
                  <a:cubicBezTo>
                    <a:pt x="100" y="412"/>
                    <a:pt x="103" y="408"/>
                    <a:pt x="105" y="407"/>
                  </a:cubicBezTo>
                  <a:cubicBezTo>
                    <a:pt x="106" y="405"/>
                    <a:pt x="116" y="400"/>
                    <a:pt x="120" y="398"/>
                  </a:cubicBezTo>
                  <a:cubicBezTo>
                    <a:pt x="124" y="396"/>
                    <a:pt x="130" y="394"/>
                    <a:pt x="133" y="393"/>
                  </a:cubicBezTo>
                  <a:cubicBezTo>
                    <a:pt x="136" y="392"/>
                    <a:pt x="130" y="401"/>
                    <a:pt x="132" y="404"/>
                  </a:cubicBezTo>
                  <a:cubicBezTo>
                    <a:pt x="135" y="407"/>
                    <a:pt x="142" y="405"/>
                    <a:pt x="146" y="403"/>
                  </a:cubicBezTo>
                  <a:cubicBezTo>
                    <a:pt x="151" y="400"/>
                    <a:pt x="157" y="396"/>
                    <a:pt x="159" y="398"/>
                  </a:cubicBezTo>
                  <a:cubicBezTo>
                    <a:pt x="161" y="400"/>
                    <a:pt x="153" y="406"/>
                    <a:pt x="158" y="410"/>
                  </a:cubicBezTo>
                  <a:cubicBezTo>
                    <a:pt x="163" y="414"/>
                    <a:pt x="179" y="410"/>
                    <a:pt x="179" y="410"/>
                  </a:cubicBezTo>
                  <a:cubicBezTo>
                    <a:pt x="219" y="408"/>
                    <a:pt x="232" y="433"/>
                    <a:pt x="233" y="440"/>
                  </a:cubicBezTo>
                  <a:cubicBezTo>
                    <a:pt x="234" y="446"/>
                    <a:pt x="228" y="448"/>
                    <a:pt x="224" y="449"/>
                  </a:cubicBezTo>
                  <a:cubicBezTo>
                    <a:pt x="221" y="451"/>
                    <a:pt x="226" y="455"/>
                    <a:pt x="241" y="456"/>
                  </a:cubicBezTo>
                  <a:cubicBezTo>
                    <a:pt x="249" y="456"/>
                    <a:pt x="263" y="454"/>
                    <a:pt x="269" y="437"/>
                  </a:cubicBezTo>
                  <a:cubicBezTo>
                    <a:pt x="275" y="422"/>
                    <a:pt x="257" y="395"/>
                    <a:pt x="255" y="391"/>
                  </a:cubicBezTo>
                  <a:cubicBezTo>
                    <a:pt x="252" y="386"/>
                    <a:pt x="245" y="376"/>
                    <a:pt x="236" y="369"/>
                  </a:cubicBezTo>
                  <a:moveTo>
                    <a:pt x="104" y="323"/>
                  </a:moveTo>
                  <a:cubicBezTo>
                    <a:pt x="94" y="316"/>
                    <a:pt x="94" y="316"/>
                    <a:pt x="94" y="316"/>
                  </a:cubicBezTo>
                  <a:cubicBezTo>
                    <a:pt x="88" y="310"/>
                    <a:pt x="64" y="296"/>
                    <a:pt x="57" y="295"/>
                  </a:cubicBezTo>
                  <a:cubicBezTo>
                    <a:pt x="55" y="294"/>
                    <a:pt x="44" y="292"/>
                    <a:pt x="37" y="291"/>
                  </a:cubicBezTo>
                  <a:cubicBezTo>
                    <a:pt x="39" y="291"/>
                    <a:pt x="41" y="289"/>
                    <a:pt x="45" y="288"/>
                  </a:cubicBezTo>
                  <a:cubicBezTo>
                    <a:pt x="47" y="287"/>
                    <a:pt x="47" y="287"/>
                    <a:pt x="47" y="287"/>
                  </a:cubicBezTo>
                  <a:cubicBezTo>
                    <a:pt x="56" y="285"/>
                    <a:pt x="65" y="286"/>
                    <a:pt x="74" y="290"/>
                  </a:cubicBezTo>
                  <a:cubicBezTo>
                    <a:pt x="76" y="291"/>
                    <a:pt x="76" y="291"/>
                    <a:pt x="76" y="291"/>
                  </a:cubicBezTo>
                  <a:cubicBezTo>
                    <a:pt x="76" y="289"/>
                    <a:pt x="76" y="289"/>
                    <a:pt x="76" y="289"/>
                  </a:cubicBezTo>
                  <a:cubicBezTo>
                    <a:pt x="77" y="286"/>
                    <a:pt x="71" y="282"/>
                    <a:pt x="60" y="276"/>
                  </a:cubicBezTo>
                  <a:cubicBezTo>
                    <a:pt x="57" y="275"/>
                    <a:pt x="57" y="275"/>
                    <a:pt x="57" y="275"/>
                  </a:cubicBezTo>
                  <a:cubicBezTo>
                    <a:pt x="56" y="274"/>
                    <a:pt x="55" y="274"/>
                    <a:pt x="55" y="274"/>
                  </a:cubicBezTo>
                  <a:cubicBezTo>
                    <a:pt x="44" y="270"/>
                    <a:pt x="14" y="272"/>
                    <a:pt x="9" y="272"/>
                  </a:cubicBezTo>
                  <a:cubicBezTo>
                    <a:pt x="4" y="272"/>
                    <a:pt x="10" y="268"/>
                    <a:pt x="8" y="268"/>
                  </a:cubicBezTo>
                  <a:cubicBezTo>
                    <a:pt x="10" y="265"/>
                    <a:pt x="17" y="260"/>
                    <a:pt x="39" y="263"/>
                  </a:cubicBezTo>
                  <a:cubicBezTo>
                    <a:pt x="39" y="263"/>
                    <a:pt x="56" y="266"/>
                    <a:pt x="56" y="264"/>
                  </a:cubicBezTo>
                  <a:cubicBezTo>
                    <a:pt x="57" y="264"/>
                    <a:pt x="57" y="264"/>
                    <a:pt x="57" y="263"/>
                  </a:cubicBezTo>
                  <a:cubicBezTo>
                    <a:pt x="57" y="263"/>
                    <a:pt x="56" y="262"/>
                    <a:pt x="56" y="261"/>
                  </a:cubicBezTo>
                  <a:cubicBezTo>
                    <a:pt x="51" y="259"/>
                    <a:pt x="51" y="259"/>
                    <a:pt x="51" y="259"/>
                  </a:cubicBezTo>
                  <a:cubicBezTo>
                    <a:pt x="46" y="257"/>
                    <a:pt x="40" y="254"/>
                    <a:pt x="35" y="250"/>
                  </a:cubicBezTo>
                  <a:cubicBezTo>
                    <a:pt x="35" y="246"/>
                    <a:pt x="56" y="249"/>
                    <a:pt x="56" y="249"/>
                  </a:cubicBezTo>
                  <a:cubicBezTo>
                    <a:pt x="63" y="251"/>
                    <a:pt x="72" y="255"/>
                    <a:pt x="77" y="261"/>
                  </a:cubicBezTo>
                  <a:cubicBezTo>
                    <a:pt x="79" y="263"/>
                    <a:pt x="80" y="264"/>
                    <a:pt x="81" y="267"/>
                  </a:cubicBezTo>
                  <a:cubicBezTo>
                    <a:pt x="82" y="270"/>
                    <a:pt x="83" y="273"/>
                    <a:pt x="83" y="275"/>
                  </a:cubicBezTo>
                  <a:cubicBezTo>
                    <a:pt x="83" y="275"/>
                    <a:pt x="83" y="275"/>
                    <a:pt x="82" y="275"/>
                  </a:cubicBezTo>
                  <a:cubicBezTo>
                    <a:pt x="78" y="273"/>
                    <a:pt x="73" y="276"/>
                    <a:pt x="73" y="276"/>
                  </a:cubicBezTo>
                  <a:cubicBezTo>
                    <a:pt x="73" y="278"/>
                    <a:pt x="75" y="279"/>
                    <a:pt x="75" y="280"/>
                  </a:cubicBezTo>
                  <a:cubicBezTo>
                    <a:pt x="78" y="283"/>
                    <a:pt x="83" y="287"/>
                    <a:pt x="89" y="291"/>
                  </a:cubicBezTo>
                  <a:cubicBezTo>
                    <a:pt x="87" y="290"/>
                    <a:pt x="86" y="290"/>
                    <a:pt x="85" y="290"/>
                  </a:cubicBezTo>
                  <a:cubicBezTo>
                    <a:pt x="85" y="290"/>
                    <a:pt x="83" y="291"/>
                    <a:pt x="83" y="292"/>
                  </a:cubicBezTo>
                  <a:cubicBezTo>
                    <a:pt x="83" y="292"/>
                    <a:pt x="83" y="292"/>
                    <a:pt x="83" y="292"/>
                  </a:cubicBezTo>
                  <a:cubicBezTo>
                    <a:pt x="83" y="293"/>
                    <a:pt x="83" y="294"/>
                    <a:pt x="83" y="294"/>
                  </a:cubicBezTo>
                  <a:cubicBezTo>
                    <a:pt x="84" y="295"/>
                    <a:pt x="84" y="295"/>
                    <a:pt x="84" y="295"/>
                  </a:cubicBezTo>
                  <a:cubicBezTo>
                    <a:pt x="85" y="296"/>
                    <a:pt x="85" y="296"/>
                    <a:pt x="85" y="296"/>
                  </a:cubicBezTo>
                  <a:cubicBezTo>
                    <a:pt x="87" y="297"/>
                    <a:pt x="93" y="301"/>
                    <a:pt x="94" y="303"/>
                  </a:cubicBezTo>
                  <a:cubicBezTo>
                    <a:pt x="94" y="303"/>
                    <a:pt x="94" y="310"/>
                    <a:pt x="104" y="317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9" y="329"/>
                    <a:pt x="139" y="349"/>
                    <a:pt x="129" y="350"/>
                  </a:cubicBezTo>
                  <a:cubicBezTo>
                    <a:pt x="128" y="349"/>
                    <a:pt x="115" y="339"/>
                    <a:pt x="104" y="323"/>
                  </a:cubicBezTo>
                  <a:moveTo>
                    <a:pt x="90" y="288"/>
                  </a:moveTo>
                  <a:cubicBezTo>
                    <a:pt x="114" y="295"/>
                    <a:pt x="128" y="325"/>
                    <a:pt x="136" y="329"/>
                  </a:cubicBezTo>
                  <a:cubicBezTo>
                    <a:pt x="155" y="355"/>
                    <a:pt x="155" y="355"/>
                    <a:pt x="155" y="355"/>
                  </a:cubicBezTo>
                  <a:cubicBezTo>
                    <a:pt x="155" y="355"/>
                    <a:pt x="153" y="358"/>
                    <a:pt x="153" y="359"/>
                  </a:cubicBezTo>
                  <a:cubicBezTo>
                    <a:pt x="153" y="359"/>
                    <a:pt x="153" y="359"/>
                    <a:pt x="153" y="359"/>
                  </a:cubicBezTo>
                  <a:cubicBezTo>
                    <a:pt x="149" y="360"/>
                    <a:pt x="149" y="360"/>
                    <a:pt x="149" y="360"/>
                  </a:cubicBezTo>
                  <a:cubicBezTo>
                    <a:pt x="146" y="361"/>
                    <a:pt x="135" y="343"/>
                    <a:pt x="131" y="337"/>
                  </a:cubicBezTo>
                  <a:cubicBezTo>
                    <a:pt x="126" y="330"/>
                    <a:pt x="126" y="330"/>
                    <a:pt x="126" y="330"/>
                  </a:cubicBezTo>
                  <a:cubicBezTo>
                    <a:pt x="124" y="327"/>
                    <a:pt x="118" y="322"/>
                    <a:pt x="113" y="318"/>
                  </a:cubicBezTo>
                  <a:cubicBezTo>
                    <a:pt x="109" y="314"/>
                    <a:pt x="105" y="311"/>
                    <a:pt x="104" y="310"/>
                  </a:cubicBezTo>
                  <a:cubicBezTo>
                    <a:pt x="104" y="310"/>
                    <a:pt x="103" y="310"/>
                    <a:pt x="103" y="309"/>
                  </a:cubicBezTo>
                  <a:cubicBezTo>
                    <a:pt x="103" y="309"/>
                    <a:pt x="103" y="307"/>
                    <a:pt x="103" y="307"/>
                  </a:cubicBezTo>
                  <a:cubicBezTo>
                    <a:pt x="102" y="302"/>
                    <a:pt x="102" y="302"/>
                    <a:pt x="102" y="302"/>
                  </a:cubicBezTo>
                  <a:cubicBezTo>
                    <a:pt x="95" y="298"/>
                    <a:pt x="92" y="289"/>
                    <a:pt x="90" y="288"/>
                  </a:cubicBezTo>
                  <a:moveTo>
                    <a:pt x="91" y="349"/>
                  </a:moveTo>
                  <a:cubicBezTo>
                    <a:pt x="90" y="348"/>
                    <a:pt x="87" y="348"/>
                    <a:pt x="80" y="346"/>
                  </a:cubicBezTo>
                  <a:cubicBezTo>
                    <a:pt x="74" y="345"/>
                    <a:pt x="63" y="342"/>
                    <a:pt x="59" y="340"/>
                  </a:cubicBezTo>
                  <a:cubicBezTo>
                    <a:pt x="63" y="339"/>
                    <a:pt x="76" y="336"/>
                    <a:pt x="101" y="341"/>
                  </a:cubicBezTo>
                  <a:cubicBezTo>
                    <a:pt x="106" y="342"/>
                    <a:pt x="115" y="345"/>
                    <a:pt x="121" y="349"/>
                  </a:cubicBezTo>
                  <a:cubicBezTo>
                    <a:pt x="124" y="351"/>
                    <a:pt x="136" y="360"/>
                    <a:pt x="138" y="364"/>
                  </a:cubicBezTo>
                  <a:cubicBezTo>
                    <a:pt x="138" y="364"/>
                    <a:pt x="138" y="365"/>
                    <a:pt x="138" y="365"/>
                  </a:cubicBezTo>
                  <a:cubicBezTo>
                    <a:pt x="138" y="365"/>
                    <a:pt x="137" y="366"/>
                    <a:pt x="137" y="366"/>
                  </a:cubicBezTo>
                  <a:cubicBezTo>
                    <a:pt x="131" y="369"/>
                    <a:pt x="131" y="369"/>
                    <a:pt x="131" y="369"/>
                  </a:cubicBezTo>
                  <a:cubicBezTo>
                    <a:pt x="130" y="369"/>
                    <a:pt x="129" y="368"/>
                    <a:pt x="128" y="367"/>
                  </a:cubicBezTo>
                  <a:cubicBezTo>
                    <a:pt x="123" y="361"/>
                    <a:pt x="123" y="361"/>
                    <a:pt x="123" y="361"/>
                  </a:cubicBezTo>
                  <a:cubicBezTo>
                    <a:pt x="115" y="353"/>
                    <a:pt x="104" y="351"/>
                    <a:pt x="99" y="348"/>
                  </a:cubicBezTo>
                  <a:cubicBezTo>
                    <a:pt x="97" y="348"/>
                    <a:pt x="96" y="348"/>
                    <a:pt x="96" y="348"/>
                  </a:cubicBezTo>
                  <a:cubicBezTo>
                    <a:pt x="94" y="348"/>
                    <a:pt x="93" y="350"/>
                    <a:pt x="91" y="349"/>
                  </a:cubicBezTo>
                  <a:moveTo>
                    <a:pt x="116" y="376"/>
                  </a:moveTo>
                  <a:cubicBezTo>
                    <a:pt x="112" y="376"/>
                    <a:pt x="112" y="376"/>
                    <a:pt x="112" y="376"/>
                  </a:cubicBezTo>
                  <a:cubicBezTo>
                    <a:pt x="114" y="373"/>
                    <a:pt x="114" y="373"/>
                    <a:pt x="114" y="373"/>
                  </a:cubicBezTo>
                  <a:cubicBezTo>
                    <a:pt x="117" y="371"/>
                    <a:pt x="118" y="368"/>
                    <a:pt x="121" y="369"/>
                  </a:cubicBezTo>
                  <a:cubicBezTo>
                    <a:pt x="123" y="370"/>
                    <a:pt x="123" y="370"/>
                    <a:pt x="123" y="370"/>
                  </a:cubicBezTo>
                  <a:cubicBezTo>
                    <a:pt x="124" y="371"/>
                    <a:pt x="127" y="373"/>
                    <a:pt x="126" y="375"/>
                  </a:cubicBezTo>
                  <a:cubicBezTo>
                    <a:pt x="125" y="377"/>
                    <a:pt x="124" y="377"/>
                    <a:pt x="116" y="376"/>
                  </a:cubicBezTo>
                  <a:moveTo>
                    <a:pt x="123" y="391"/>
                  </a:moveTo>
                  <a:cubicBezTo>
                    <a:pt x="111" y="398"/>
                    <a:pt x="112" y="397"/>
                    <a:pt x="110" y="398"/>
                  </a:cubicBezTo>
                  <a:cubicBezTo>
                    <a:pt x="109" y="390"/>
                    <a:pt x="143" y="364"/>
                    <a:pt x="156" y="363"/>
                  </a:cubicBezTo>
                  <a:cubicBezTo>
                    <a:pt x="157" y="362"/>
                    <a:pt x="158" y="366"/>
                    <a:pt x="160" y="369"/>
                  </a:cubicBezTo>
                  <a:cubicBezTo>
                    <a:pt x="161" y="371"/>
                    <a:pt x="167" y="375"/>
                    <a:pt x="167" y="375"/>
                  </a:cubicBezTo>
                  <a:cubicBezTo>
                    <a:pt x="168" y="376"/>
                    <a:pt x="184" y="380"/>
                    <a:pt x="185" y="380"/>
                  </a:cubicBezTo>
                  <a:cubicBezTo>
                    <a:pt x="181" y="381"/>
                    <a:pt x="147" y="376"/>
                    <a:pt x="123" y="391"/>
                  </a:cubicBezTo>
                  <a:moveTo>
                    <a:pt x="151" y="394"/>
                  </a:moveTo>
                  <a:cubicBezTo>
                    <a:pt x="151" y="394"/>
                    <a:pt x="143" y="402"/>
                    <a:pt x="136" y="400"/>
                  </a:cubicBezTo>
                  <a:cubicBezTo>
                    <a:pt x="130" y="398"/>
                    <a:pt x="140" y="390"/>
                    <a:pt x="143" y="387"/>
                  </a:cubicBezTo>
                  <a:cubicBezTo>
                    <a:pt x="151" y="383"/>
                    <a:pt x="179" y="382"/>
                    <a:pt x="192" y="384"/>
                  </a:cubicBezTo>
                  <a:cubicBezTo>
                    <a:pt x="204" y="385"/>
                    <a:pt x="218" y="388"/>
                    <a:pt x="225" y="392"/>
                  </a:cubicBezTo>
                  <a:cubicBezTo>
                    <a:pt x="235" y="397"/>
                    <a:pt x="246" y="405"/>
                    <a:pt x="250" y="416"/>
                  </a:cubicBezTo>
                  <a:cubicBezTo>
                    <a:pt x="255" y="426"/>
                    <a:pt x="255" y="434"/>
                    <a:pt x="251" y="433"/>
                  </a:cubicBezTo>
                  <a:cubicBezTo>
                    <a:pt x="248" y="431"/>
                    <a:pt x="252" y="432"/>
                    <a:pt x="246" y="419"/>
                  </a:cubicBezTo>
                  <a:cubicBezTo>
                    <a:pt x="243" y="414"/>
                    <a:pt x="242" y="409"/>
                    <a:pt x="228" y="401"/>
                  </a:cubicBezTo>
                  <a:cubicBezTo>
                    <a:pt x="202" y="392"/>
                    <a:pt x="202" y="392"/>
                    <a:pt x="202" y="392"/>
                  </a:cubicBezTo>
                  <a:cubicBezTo>
                    <a:pt x="193" y="391"/>
                    <a:pt x="170" y="387"/>
                    <a:pt x="151" y="394"/>
                  </a:cubicBezTo>
                  <a:moveTo>
                    <a:pt x="241" y="449"/>
                  </a:moveTo>
                  <a:cubicBezTo>
                    <a:pt x="237" y="450"/>
                    <a:pt x="236" y="447"/>
                    <a:pt x="236" y="447"/>
                  </a:cubicBezTo>
                  <a:cubicBezTo>
                    <a:pt x="236" y="446"/>
                    <a:pt x="236" y="446"/>
                    <a:pt x="237" y="445"/>
                  </a:cubicBezTo>
                  <a:cubicBezTo>
                    <a:pt x="239" y="443"/>
                    <a:pt x="239" y="441"/>
                    <a:pt x="239" y="439"/>
                  </a:cubicBezTo>
                  <a:cubicBezTo>
                    <a:pt x="239" y="435"/>
                    <a:pt x="236" y="430"/>
                    <a:pt x="233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28" y="420"/>
                    <a:pt x="222" y="415"/>
                    <a:pt x="216" y="412"/>
                  </a:cubicBezTo>
                  <a:cubicBezTo>
                    <a:pt x="211" y="409"/>
                    <a:pt x="204" y="407"/>
                    <a:pt x="198" y="406"/>
                  </a:cubicBezTo>
                  <a:cubicBezTo>
                    <a:pt x="196" y="406"/>
                    <a:pt x="196" y="406"/>
                    <a:pt x="196" y="406"/>
                  </a:cubicBezTo>
                  <a:cubicBezTo>
                    <a:pt x="190" y="404"/>
                    <a:pt x="181" y="405"/>
                    <a:pt x="174" y="406"/>
                  </a:cubicBezTo>
                  <a:cubicBezTo>
                    <a:pt x="169" y="406"/>
                    <a:pt x="163" y="407"/>
                    <a:pt x="162" y="406"/>
                  </a:cubicBezTo>
                  <a:cubicBezTo>
                    <a:pt x="162" y="405"/>
                    <a:pt x="162" y="405"/>
                    <a:pt x="162" y="404"/>
                  </a:cubicBezTo>
                  <a:cubicBezTo>
                    <a:pt x="163" y="402"/>
                    <a:pt x="167" y="399"/>
                    <a:pt x="172" y="397"/>
                  </a:cubicBezTo>
                  <a:cubicBezTo>
                    <a:pt x="175" y="396"/>
                    <a:pt x="204" y="391"/>
                    <a:pt x="230" y="409"/>
                  </a:cubicBezTo>
                  <a:cubicBezTo>
                    <a:pt x="236" y="413"/>
                    <a:pt x="248" y="429"/>
                    <a:pt x="248" y="440"/>
                  </a:cubicBezTo>
                  <a:cubicBezTo>
                    <a:pt x="248" y="443"/>
                    <a:pt x="244" y="448"/>
                    <a:pt x="241" y="449"/>
                  </a:cubicBezTo>
                  <a:moveTo>
                    <a:pt x="259" y="409"/>
                  </a:moveTo>
                  <a:cubicBezTo>
                    <a:pt x="266" y="419"/>
                    <a:pt x="265" y="428"/>
                    <a:pt x="263" y="435"/>
                  </a:cubicBezTo>
                  <a:cubicBezTo>
                    <a:pt x="263" y="438"/>
                    <a:pt x="261" y="441"/>
                    <a:pt x="260" y="443"/>
                  </a:cubicBezTo>
                  <a:cubicBezTo>
                    <a:pt x="251" y="453"/>
                    <a:pt x="242" y="452"/>
                    <a:pt x="251" y="443"/>
                  </a:cubicBezTo>
                  <a:cubicBezTo>
                    <a:pt x="251" y="443"/>
                    <a:pt x="257" y="437"/>
                    <a:pt x="258" y="428"/>
                  </a:cubicBezTo>
                  <a:cubicBezTo>
                    <a:pt x="258" y="424"/>
                    <a:pt x="257" y="421"/>
                    <a:pt x="256" y="418"/>
                  </a:cubicBezTo>
                  <a:cubicBezTo>
                    <a:pt x="254" y="413"/>
                    <a:pt x="249" y="405"/>
                    <a:pt x="246" y="401"/>
                  </a:cubicBezTo>
                  <a:cubicBezTo>
                    <a:pt x="237" y="391"/>
                    <a:pt x="230" y="387"/>
                    <a:pt x="217" y="383"/>
                  </a:cubicBezTo>
                  <a:cubicBezTo>
                    <a:pt x="207" y="379"/>
                    <a:pt x="197" y="377"/>
                    <a:pt x="189" y="376"/>
                  </a:cubicBezTo>
                  <a:cubicBezTo>
                    <a:pt x="183" y="375"/>
                    <a:pt x="183" y="375"/>
                    <a:pt x="183" y="375"/>
                  </a:cubicBezTo>
                  <a:cubicBezTo>
                    <a:pt x="176" y="374"/>
                    <a:pt x="169" y="374"/>
                    <a:pt x="165" y="368"/>
                  </a:cubicBezTo>
                  <a:cubicBezTo>
                    <a:pt x="162" y="362"/>
                    <a:pt x="162" y="362"/>
                    <a:pt x="162" y="362"/>
                  </a:cubicBezTo>
                  <a:cubicBezTo>
                    <a:pt x="159" y="358"/>
                    <a:pt x="157" y="353"/>
                    <a:pt x="154" y="347"/>
                  </a:cubicBezTo>
                  <a:cubicBezTo>
                    <a:pt x="154" y="346"/>
                    <a:pt x="153" y="345"/>
                    <a:pt x="153" y="343"/>
                  </a:cubicBezTo>
                  <a:cubicBezTo>
                    <a:pt x="149" y="337"/>
                    <a:pt x="144" y="331"/>
                    <a:pt x="139" y="325"/>
                  </a:cubicBezTo>
                  <a:cubicBezTo>
                    <a:pt x="136" y="320"/>
                    <a:pt x="136" y="320"/>
                    <a:pt x="136" y="320"/>
                  </a:cubicBezTo>
                  <a:cubicBezTo>
                    <a:pt x="123" y="305"/>
                    <a:pt x="123" y="305"/>
                    <a:pt x="123" y="305"/>
                  </a:cubicBezTo>
                  <a:cubicBezTo>
                    <a:pt x="121" y="303"/>
                    <a:pt x="121" y="303"/>
                    <a:pt x="121" y="303"/>
                  </a:cubicBezTo>
                  <a:cubicBezTo>
                    <a:pt x="117" y="299"/>
                    <a:pt x="114" y="295"/>
                    <a:pt x="108" y="293"/>
                  </a:cubicBezTo>
                  <a:cubicBezTo>
                    <a:pt x="103" y="291"/>
                    <a:pt x="101" y="290"/>
                    <a:pt x="97" y="286"/>
                  </a:cubicBezTo>
                  <a:cubicBezTo>
                    <a:pt x="95" y="285"/>
                    <a:pt x="95" y="285"/>
                    <a:pt x="95" y="285"/>
                  </a:cubicBezTo>
                  <a:cubicBezTo>
                    <a:pt x="90" y="280"/>
                    <a:pt x="90" y="280"/>
                    <a:pt x="90" y="280"/>
                  </a:cubicBezTo>
                  <a:cubicBezTo>
                    <a:pt x="88" y="277"/>
                    <a:pt x="87" y="274"/>
                    <a:pt x="87" y="270"/>
                  </a:cubicBezTo>
                  <a:cubicBezTo>
                    <a:pt x="87" y="270"/>
                    <a:pt x="87" y="270"/>
                    <a:pt x="87" y="270"/>
                  </a:cubicBezTo>
                  <a:cubicBezTo>
                    <a:pt x="86" y="262"/>
                    <a:pt x="86" y="262"/>
                    <a:pt x="86" y="262"/>
                  </a:cubicBezTo>
                  <a:cubicBezTo>
                    <a:pt x="86" y="258"/>
                    <a:pt x="86" y="258"/>
                    <a:pt x="86" y="258"/>
                  </a:cubicBezTo>
                  <a:cubicBezTo>
                    <a:pt x="84" y="245"/>
                    <a:pt x="72" y="220"/>
                    <a:pt x="60" y="206"/>
                  </a:cubicBezTo>
                  <a:cubicBezTo>
                    <a:pt x="57" y="203"/>
                    <a:pt x="44" y="192"/>
                    <a:pt x="40" y="189"/>
                  </a:cubicBezTo>
                  <a:cubicBezTo>
                    <a:pt x="41" y="189"/>
                    <a:pt x="44" y="188"/>
                    <a:pt x="46" y="188"/>
                  </a:cubicBezTo>
                  <a:cubicBezTo>
                    <a:pt x="50" y="188"/>
                    <a:pt x="56" y="189"/>
                    <a:pt x="60" y="192"/>
                  </a:cubicBezTo>
                  <a:cubicBezTo>
                    <a:pt x="60" y="192"/>
                    <a:pt x="76" y="209"/>
                    <a:pt x="78" y="208"/>
                  </a:cubicBezTo>
                  <a:cubicBezTo>
                    <a:pt x="79" y="208"/>
                    <a:pt x="80" y="207"/>
                    <a:pt x="80" y="205"/>
                  </a:cubicBezTo>
                  <a:cubicBezTo>
                    <a:pt x="80" y="204"/>
                    <a:pt x="80" y="203"/>
                    <a:pt x="79" y="201"/>
                  </a:cubicBezTo>
                  <a:cubicBezTo>
                    <a:pt x="77" y="198"/>
                    <a:pt x="71" y="192"/>
                    <a:pt x="52" y="175"/>
                  </a:cubicBezTo>
                  <a:cubicBezTo>
                    <a:pt x="33" y="159"/>
                    <a:pt x="18" y="157"/>
                    <a:pt x="25" y="155"/>
                  </a:cubicBezTo>
                  <a:cubicBezTo>
                    <a:pt x="32" y="156"/>
                    <a:pt x="48" y="155"/>
                    <a:pt x="60" y="166"/>
                  </a:cubicBezTo>
                  <a:cubicBezTo>
                    <a:pt x="65" y="171"/>
                    <a:pt x="75" y="180"/>
                    <a:pt x="78" y="184"/>
                  </a:cubicBezTo>
                  <a:cubicBezTo>
                    <a:pt x="82" y="188"/>
                    <a:pt x="84" y="187"/>
                    <a:pt x="84" y="187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5" y="158"/>
                    <a:pt x="61" y="153"/>
                    <a:pt x="59" y="148"/>
                  </a:cubicBezTo>
                  <a:cubicBezTo>
                    <a:pt x="56" y="143"/>
                    <a:pt x="54" y="137"/>
                    <a:pt x="50" y="132"/>
                  </a:cubicBezTo>
                  <a:cubicBezTo>
                    <a:pt x="47" y="128"/>
                    <a:pt x="37" y="120"/>
                    <a:pt x="28" y="112"/>
                  </a:cubicBezTo>
                  <a:cubicBezTo>
                    <a:pt x="23" y="108"/>
                    <a:pt x="18" y="103"/>
                    <a:pt x="16" y="101"/>
                  </a:cubicBezTo>
                  <a:cubicBezTo>
                    <a:pt x="21" y="101"/>
                    <a:pt x="40" y="106"/>
                    <a:pt x="47" y="112"/>
                  </a:cubicBezTo>
                  <a:cubicBezTo>
                    <a:pt x="47" y="112"/>
                    <a:pt x="64" y="131"/>
                    <a:pt x="67" y="136"/>
                  </a:cubicBezTo>
                  <a:cubicBezTo>
                    <a:pt x="69" y="138"/>
                    <a:pt x="71" y="139"/>
                    <a:pt x="73" y="138"/>
                  </a:cubicBezTo>
                  <a:cubicBezTo>
                    <a:pt x="74" y="138"/>
                    <a:pt x="74" y="137"/>
                    <a:pt x="74" y="136"/>
                  </a:cubicBezTo>
                  <a:cubicBezTo>
                    <a:pt x="74" y="135"/>
                    <a:pt x="74" y="134"/>
                    <a:pt x="73" y="132"/>
                  </a:cubicBezTo>
                  <a:cubicBezTo>
                    <a:pt x="65" y="122"/>
                    <a:pt x="44" y="88"/>
                    <a:pt x="41" y="83"/>
                  </a:cubicBezTo>
                  <a:cubicBezTo>
                    <a:pt x="36" y="73"/>
                    <a:pt x="33" y="61"/>
                    <a:pt x="31" y="46"/>
                  </a:cubicBezTo>
                  <a:cubicBezTo>
                    <a:pt x="30" y="46"/>
                    <a:pt x="30" y="45"/>
                    <a:pt x="30" y="43"/>
                  </a:cubicBezTo>
                  <a:cubicBezTo>
                    <a:pt x="30" y="39"/>
                    <a:pt x="31" y="33"/>
                    <a:pt x="31" y="31"/>
                  </a:cubicBezTo>
                  <a:cubicBezTo>
                    <a:pt x="32" y="33"/>
                    <a:pt x="33" y="37"/>
                    <a:pt x="33" y="40"/>
                  </a:cubicBezTo>
                  <a:cubicBezTo>
                    <a:pt x="33" y="44"/>
                    <a:pt x="33" y="47"/>
                    <a:pt x="34" y="48"/>
                  </a:cubicBezTo>
                  <a:cubicBezTo>
                    <a:pt x="34" y="48"/>
                    <a:pt x="37" y="51"/>
                    <a:pt x="37" y="51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1"/>
                    <a:pt x="38" y="27"/>
                    <a:pt x="39" y="22"/>
                  </a:cubicBezTo>
                  <a:cubicBezTo>
                    <a:pt x="39" y="21"/>
                    <a:pt x="40" y="16"/>
                    <a:pt x="40" y="16"/>
                  </a:cubicBezTo>
                  <a:cubicBezTo>
                    <a:pt x="41" y="16"/>
                    <a:pt x="43" y="16"/>
                    <a:pt x="43" y="16"/>
                  </a:cubicBezTo>
                  <a:cubicBezTo>
                    <a:pt x="43" y="17"/>
                    <a:pt x="44" y="19"/>
                    <a:pt x="44" y="21"/>
                  </a:cubicBezTo>
                  <a:cubicBezTo>
                    <a:pt x="42" y="43"/>
                    <a:pt x="53" y="64"/>
                    <a:pt x="54" y="65"/>
                  </a:cubicBezTo>
                  <a:cubicBezTo>
                    <a:pt x="69" y="96"/>
                    <a:pt x="74" y="103"/>
                    <a:pt x="95" y="131"/>
                  </a:cubicBezTo>
                  <a:cubicBezTo>
                    <a:pt x="111" y="151"/>
                    <a:pt x="126" y="179"/>
                    <a:pt x="129" y="204"/>
                  </a:cubicBezTo>
                  <a:cubicBezTo>
                    <a:pt x="132" y="226"/>
                    <a:pt x="126" y="255"/>
                    <a:pt x="123" y="267"/>
                  </a:cubicBezTo>
                  <a:cubicBezTo>
                    <a:pt x="121" y="278"/>
                    <a:pt x="126" y="287"/>
                    <a:pt x="127" y="287"/>
                  </a:cubicBezTo>
                  <a:cubicBezTo>
                    <a:pt x="133" y="297"/>
                    <a:pt x="133" y="293"/>
                    <a:pt x="145" y="308"/>
                  </a:cubicBezTo>
                  <a:cubicBezTo>
                    <a:pt x="153" y="318"/>
                    <a:pt x="159" y="334"/>
                    <a:pt x="163" y="343"/>
                  </a:cubicBezTo>
                  <a:cubicBezTo>
                    <a:pt x="167" y="350"/>
                    <a:pt x="172" y="356"/>
                    <a:pt x="176" y="360"/>
                  </a:cubicBezTo>
                  <a:cubicBezTo>
                    <a:pt x="182" y="366"/>
                    <a:pt x="186" y="366"/>
                    <a:pt x="195" y="367"/>
                  </a:cubicBezTo>
                  <a:cubicBezTo>
                    <a:pt x="217" y="369"/>
                    <a:pt x="217" y="369"/>
                    <a:pt x="217" y="369"/>
                  </a:cubicBezTo>
                  <a:cubicBezTo>
                    <a:pt x="244" y="374"/>
                    <a:pt x="249" y="393"/>
                    <a:pt x="259" y="40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1" name="Freeform 260">
              <a:extLst>
                <a:ext uri="{FF2B5EF4-FFF2-40B4-BE49-F238E27FC236}">
                  <a16:creationId xmlns:a16="http://schemas.microsoft.com/office/drawing/2014/main" id="{FED655A3-2BB0-48D1-9486-09294DC676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84951" y="12688888"/>
              <a:ext cx="174625" cy="290512"/>
            </a:xfrm>
            <a:custGeom>
              <a:avLst/>
              <a:gdLst>
                <a:gd name="T0" fmla="*/ 42 w 274"/>
                <a:gd name="T1" fmla="*/ 439 h 455"/>
                <a:gd name="T2" fmla="*/ 143 w 274"/>
                <a:gd name="T3" fmla="*/ 403 h 455"/>
                <a:gd name="T4" fmla="*/ 166 w 274"/>
                <a:gd name="T5" fmla="*/ 389 h 455"/>
                <a:gd name="T6" fmla="*/ 186 w 274"/>
                <a:gd name="T7" fmla="*/ 354 h 455"/>
                <a:gd name="T8" fmla="*/ 172 w 274"/>
                <a:gd name="T9" fmla="*/ 330 h 455"/>
                <a:gd name="T10" fmla="*/ 236 w 274"/>
                <a:gd name="T11" fmla="*/ 278 h 455"/>
                <a:gd name="T12" fmla="*/ 241 w 274"/>
                <a:gd name="T13" fmla="*/ 255 h 455"/>
                <a:gd name="T14" fmla="*/ 197 w 274"/>
                <a:gd name="T15" fmla="*/ 249 h 455"/>
                <a:gd name="T16" fmla="*/ 227 w 274"/>
                <a:gd name="T17" fmla="*/ 177 h 455"/>
                <a:gd name="T18" fmla="*/ 225 w 274"/>
                <a:gd name="T19" fmla="*/ 145 h 455"/>
                <a:gd name="T20" fmla="*/ 232 w 274"/>
                <a:gd name="T21" fmla="*/ 100 h 455"/>
                <a:gd name="T22" fmla="*/ 241 w 274"/>
                <a:gd name="T23" fmla="*/ 18 h 455"/>
                <a:gd name="T24" fmla="*/ 178 w 274"/>
                <a:gd name="T25" fmla="*/ 121 h 455"/>
                <a:gd name="T26" fmla="*/ 143 w 274"/>
                <a:gd name="T27" fmla="*/ 255 h 455"/>
                <a:gd name="T28" fmla="*/ 106 w 274"/>
                <a:gd name="T29" fmla="*/ 338 h 455"/>
                <a:gd name="T30" fmla="*/ 16 w 274"/>
                <a:gd name="T31" fmla="*/ 442 h 455"/>
                <a:gd name="T32" fmla="*/ 100 w 274"/>
                <a:gd name="T33" fmla="*/ 360 h 455"/>
                <a:gd name="T34" fmla="*/ 147 w 274"/>
                <a:gd name="T35" fmla="*/ 204 h 455"/>
                <a:gd name="T36" fmla="*/ 237 w 274"/>
                <a:gd name="T37" fmla="*/ 18 h 455"/>
                <a:gd name="T38" fmla="*/ 239 w 274"/>
                <a:gd name="T39" fmla="*/ 51 h 455"/>
                <a:gd name="T40" fmla="*/ 245 w 274"/>
                <a:gd name="T41" fmla="*/ 47 h 455"/>
                <a:gd name="T42" fmla="*/ 208 w 274"/>
                <a:gd name="T43" fmla="*/ 136 h 455"/>
                <a:gd name="T44" fmla="*/ 217 w 274"/>
                <a:gd name="T45" fmla="*/ 148 h 455"/>
                <a:gd name="T46" fmla="*/ 216 w 274"/>
                <a:gd name="T47" fmla="*/ 166 h 455"/>
                <a:gd name="T48" fmla="*/ 199 w 274"/>
                <a:gd name="T49" fmla="*/ 205 h 455"/>
                <a:gd name="T50" fmla="*/ 190 w 274"/>
                <a:gd name="T51" fmla="*/ 258 h 455"/>
                <a:gd name="T52" fmla="*/ 180 w 274"/>
                <a:gd name="T53" fmla="*/ 285 h 455"/>
                <a:gd name="T54" fmla="*/ 140 w 274"/>
                <a:gd name="T55" fmla="*/ 320 h 455"/>
                <a:gd name="T56" fmla="*/ 111 w 274"/>
                <a:gd name="T57" fmla="*/ 368 h 455"/>
                <a:gd name="T58" fmla="*/ 20 w 274"/>
                <a:gd name="T59" fmla="*/ 417 h 455"/>
                <a:gd name="T60" fmla="*/ 171 w 274"/>
                <a:gd name="T61" fmla="*/ 309 h 455"/>
                <a:gd name="T62" fmla="*/ 127 w 274"/>
                <a:gd name="T63" fmla="*/ 360 h 455"/>
                <a:gd name="T64" fmla="*/ 185 w 274"/>
                <a:gd name="T65" fmla="*/ 289 h 455"/>
                <a:gd name="T66" fmla="*/ 78 w 274"/>
                <a:gd name="T67" fmla="*/ 405 h 455"/>
                <a:gd name="T68" fmla="*/ 39 w 274"/>
                <a:gd name="T69" fmla="*/ 444 h 455"/>
                <a:gd name="T70" fmla="*/ 104 w 274"/>
                <a:gd name="T71" fmla="*/ 397 h 455"/>
                <a:gd name="T72" fmla="*/ 124 w 274"/>
                <a:gd name="T73" fmla="*/ 393 h 455"/>
                <a:gd name="T74" fmla="*/ 26 w 274"/>
                <a:gd name="T75" fmla="*/ 415 h 455"/>
                <a:gd name="T76" fmla="*/ 166 w 274"/>
                <a:gd name="T77" fmla="*/ 398 h 455"/>
                <a:gd name="T78" fmla="*/ 120 w 274"/>
                <a:gd name="T79" fmla="*/ 362 h 455"/>
                <a:gd name="T80" fmla="*/ 150 w 274"/>
                <a:gd name="T81" fmla="*/ 373 h 455"/>
                <a:gd name="T82" fmla="*/ 216 w 274"/>
                <a:gd name="T83" fmla="*/ 340 h 455"/>
                <a:gd name="T84" fmla="*/ 147 w 274"/>
                <a:gd name="T85" fmla="*/ 366 h 455"/>
                <a:gd name="T86" fmla="*/ 155 w 274"/>
                <a:gd name="T87" fmla="*/ 348 h 455"/>
                <a:gd name="T88" fmla="*/ 215 w 274"/>
                <a:gd name="T89" fmla="*/ 276 h 455"/>
                <a:gd name="T90" fmla="*/ 230 w 274"/>
                <a:gd name="T91" fmla="*/ 287 h 455"/>
                <a:gd name="T92" fmla="*/ 147 w 274"/>
                <a:gd name="T93" fmla="*/ 349 h 455"/>
                <a:gd name="T94" fmla="*/ 192 w 274"/>
                <a:gd name="T95" fmla="*/ 295 h 455"/>
                <a:gd name="T96" fmla="*/ 187 w 274"/>
                <a:gd name="T97" fmla="*/ 291 h 455"/>
                <a:gd name="T98" fmla="*/ 195 w 274"/>
                <a:gd name="T99" fmla="*/ 266 h 455"/>
                <a:gd name="T100" fmla="*/ 220 w 274"/>
                <a:gd name="T101" fmla="*/ 261 h 455"/>
                <a:gd name="T102" fmla="*/ 266 w 274"/>
                <a:gd name="T103" fmla="*/ 272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4" h="455">
                  <a:moveTo>
                    <a:pt x="18" y="392"/>
                  </a:moveTo>
                  <a:cubicBezTo>
                    <a:pt x="17" y="396"/>
                    <a:pt x="0" y="421"/>
                    <a:pt x="6" y="437"/>
                  </a:cubicBezTo>
                  <a:cubicBezTo>
                    <a:pt x="13" y="453"/>
                    <a:pt x="26" y="455"/>
                    <a:pt x="35" y="455"/>
                  </a:cubicBezTo>
                  <a:cubicBezTo>
                    <a:pt x="49" y="454"/>
                    <a:pt x="54" y="450"/>
                    <a:pt x="51" y="449"/>
                  </a:cubicBezTo>
                  <a:cubicBezTo>
                    <a:pt x="47" y="447"/>
                    <a:pt x="41" y="445"/>
                    <a:pt x="42" y="439"/>
                  </a:cubicBezTo>
                  <a:cubicBezTo>
                    <a:pt x="43" y="433"/>
                    <a:pt x="56" y="407"/>
                    <a:pt x="96" y="410"/>
                  </a:cubicBezTo>
                  <a:cubicBezTo>
                    <a:pt x="96" y="410"/>
                    <a:pt x="112" y="414"/>
                    <a:pt x="117" y="410"/>
                  </a:cubicBezTo>
                  <a:cubicBezTo>
                    <a:pt x="122" y="406"/>
                    <a:pt x="114" y="399"/>
                    <a:pt x="116" y="397"/>
                  </a:cubicBezTo>
                  <a:cubicBezTo>
                    <a:pt x="118" y="395"/>
                    <a:pt x="124" y="400"/>
                    <a:pt x="129" y="402"/>
                  </a:cubicBezTo>
                  <a:cubicBezTo>
                    <a:pt x="133" y="405"/>
                    <a:pt x="140" y="406"/>
                    <a:pt x="143" y="403"/>
                  </a:cubicBezTo>
                  <a:cubicBezTo>
                    <a:pt x="145" y="400"/>
                    <a:pt x="139" y="392"/>
                    <a:pt x="142" y="392"/>
                  </a:cubicBezTo>
                  <a:cubicBezTo>
                    <a:pt x="145" y="393"/>
                    <a:pt x="151" y="396"/>
                    <a:pt x="155" y="398"/>
                  </a:cubicBezTo>
                  <a:cubicBezTo>
                    <a:pt x="159" y="400"/>
                    <a:pt x="169" y="404"/>
                    <a:pt x="170" y="406"/>
                  </a:cubicBezTo>
                  <a:cubicBezTo>
                    <a:pt x="172" y="408"/>
                    <a:pt x="175" y="412"/>
                    <a:pt x="174" y="406"/>
                  </a:cubicBezTo>
                  <a:cubicBezTo>
                    <a:pt x="174" y="400"/>
                    <a:pt x="170" y="396"/>
                    <a:pt x="166" y="389"/>
                  </a:cubicBezTo>
                  <a:cubicBezTo>
                    <a:pt x="162" y="383"/>
                    <a:pt x="155" y="382"/>
                    <a:pt x="156" y="380"/>
                  </a:cubicBezTo>
                  <a:cubicBezTo>
                    <a:pt x="156" y="378"/>
                    <a:pt x="165" y="379"/>
                    <a:pt x="167" y="378"/>
                  </a:cubicBezTo>
                  <a:cubicBezTo>
                    <a:pt x="170" y="378"/>
                    <a:pt x="176" y="378"/>
                    <a:pt x="173" y="375"/>
                  </a:cubicBezTo>
                  <a:cubicBezTo>
                    <a:pt x="169" y="372"/>
                    <a:pt x="158" y="365"/>
                    <a:pt x="161" y="364"/>
                  </a:cubicBezTo>
                  <a:cubicBezTo>
                    <a:pt x="167" y="362"/>
                    <a:pt x="177" y="357"/>
                    <a:pt x="186" y="354"/>
                  </a:cubicBezTo>
                  <a:cubicBezTo>
                    <a:pt x="196" y="351"/>
                    <a:pt x="221" y="343"/>
                    <a:pt x="225" y="343"/>
                  </a:cubicBezTo>
                  <a:cubicBezTo>
                    <a:pt x="228" y="343"/>
                    <a:pt x="229" y="342"/>
                    <a:pt x="223" y="337"/>
                  </a:cubicBezTo>
                  <a:cubicBezTo>
                    <a:pt x="216" y="333"/>
                    <a:pt x="202" y="332"/>
                    <a:pt x="193" y="331"/>
                  </a:cubicBezTo>
                  <a:cubicBezTo>
                    <a:pt x="185" y="331"/>
                    <a:pt x="175" y="335"/>
                    <a:pt x="171" y="336"/>
                  </a:cubicBezTo>
                  <a:cubicBezTo>
                    <a:pt x="168" y="337"/>
                    <a:pt x="166" y="336"/>
                    <a:pt x="172" y="330"/>
                  </a:cubicBezTo>
                  <a:cubicBezTo>
                    <a:pt x="179" y="324"/>
                    <a:pt x="196" y="312"/>
                    <a:pt x="215" y="304"/>
                  </a:cubicBezTo>
                  <a:cubicBezTo>
                    <a:pt x="234" y="295"/>
                    <a:pt x="243" y="296"/>
                    <a:pt x="247" y="297"/>
                  </a:cubicBezTo>
                  <a:cubicBezTo>
                    <a:pt x="251" y="297"/>
                    <a:pt x="247" y="294"/>
                    <a:pt x="244" y="290"/>
                  </a:cubicBezTo>
                  <a:cubicBezTo>
                    <a:pt x="240" y="286"/>
                    <a:pt x="234" y="282"/>
                    <a:pt x="231" y="282"/>
                  </a:cubicBezTo>
                  <a:cubicBezTo>
                    <a:pt x="228" y="282"/>
                    <a:pt x="230" y="280"/>
                    <a:pt x="236" y="278"/>
                  </a:cubicBezTo>
                  <a:cubicBezTo>
                    <a:pt x="242" y="276"/>
                    <a:pt x="263" y="276"/>
                    <a:pt x="268" y="277"/>
                  </a:cubicBezTo>
                  <a:cubicBezTo>
                    <a:pt x="272" y="277"/>
                    <a:pt x="274" y="276"/>
                    <a:pt x="273" y="272"/>
                  </a:cubicBezTo>
                  <a:cubicBezTo>
                    <a:pt x="271" y="267"/>
                    <a:pt x="270" y="263"/>
                    <a:pt x="262" y="259"/>
                  </a:cubicBezTo>
                  <a:cubicBezTo>
                    <a:pt x="253" y="254"/>
                    <a:pt x="246" y="256"/>
                    <a:pt x="243" y="256"/>
                  </a:cubicBezTo>
                  <a:cubicBezTo>
                    <a:pt x="241" y="256"/>
                    <a:pt x="238" y="256"/>
                    <a:pt x="241" y="255"/>
                  </a:cubicBezTo>
                  <a:cubicBezTo>
                    <a:pt x="243" y="254"/>
                    <a:pt x="245" y="253"/>
                    <a:pt x="250" y="251"/>
                  </a:cubicBezTo>
                  <a:cubicBezTo>
                    <a:pt x="254" y="250"/>
                    <a:pt x="254" y="248"/>
                    <a:pt x="248" y="246"/>
                  </a:cubicBezTo>
                  <a:cubicBezTo>
                    <a:pt x="241" y="243"/>
                    <a:pt x="227" y="243"/>
                    <a:pt x="222" y="243"/>
                  </a:cubicBezTo>
                  <a:cubicBezTo>
                    <a:pt x="217" y="243"/>
                    <a:pt x="204" y="249"/>
                    <a:pt x="199" y="252"/>
                  </a:cubicBezTo>
                  <a:cubicBezTo>
                    <a:pt x="194" y="256"/>
                    <a:pt x="193" y="255"/>
                    <a:pt x="197" y="249"/>
                  </a:cubicBezTo>
                  <a:cubicBezTo>
                    <a:pt x="200" y="243"/>
                    <a:pt x="202" y="234"/>
                    <a:pt x="214" y="218"/>
                  </a:cubicBezTo>
                  <a:cubicBezTo>
                    <a:pt x="225" y="203"/>
                    <a:pt x="237" y="194"/>
                    <a:pt x="240" y="191"/>
                  </a:cubicBezTo>
                  <a:cubicBezTo>
                    <a:pt x="243" y="188"/>
                    <a:pt x="242" y="185"/>
                    <a:pt x="239" y="183"/>
                  </a:cubicBezTo>
                  <a:cubicBezTo>
                    <a:pt x="236" y="182"/>
                    <a:pt x="228" y="182"/>
                    <a:pt x="225" y="182"/>
                  </a:cubicBezTo>
                  <a:cubicBezTo>
                    <a:pt x="223" y="182"/>
                    <a:pt x="224" y="180"/>
                    <a:pt x="227" y="177"/>
                  </a:cubicBezTo>
                  <a:cubicBezTo>
                    <a:pt x="231" y="175"/>
                    <a:pt x="257" y="158"/>
                    <a:pt x="257" y="158"/>
                  </a:cubicBezTo>
                  <a:cubicBezTo>
                    <a:pt x="260" y="156"/>
                    <a:pt x="261" y="153"/>
                    <a:pt x="259" y="151"/>
                  </a:cubicBezTo>
                  <a:cubicBezTo>
                    <a:pt x="255" y="147"/>
                    <a:pt x="252" y="148"/>
                    <a:pt x="243" y="149"/>
                  </a:cubicBezTo>
                  <a:cubicBezTo>
                    <a:pt x="232" y="150"/>
                    <a:pt x="225" y="155"/>
                    <a:pt x="223" y="155"/>
                  </a:cubicBezTo>
                  <a:cubicBezTo>
                    <a:pt x="220" y="156"/>
                    <a:pt x="216" y="160"/>
                    <a:pt x="225" y="145"/>
                  </a:cubicBezTo>
                  <a:cubicBezTo>
                    <a:pt x="234" y="129"/>
                    <a:pt x="258" y="109"/>
                    <a:pt x="263" y="105"/>
                  </a:cubicBezTo>
                  <a:cubicBezTo>
                    <a:pt x="269" y="101"/>
                    <a:pt x="268" y="100"/>
                    <a:pt x="265" y="98"/>
                  </a:cubicBezTo>
                  <a:cubicBezTo>
                    <a:pt x="263" y="96"/>
                    <a:pt x="261" y="94"/>
                    <a:pt x="255" y="95"/>
                  </a:cubicBezTo>
                  <a:cubicBezTo>
                    <a:pt x="248" y="95"/>
                    <a:pt x="237" y="98"/>
                    <a:pt x="237" y="98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2" y="100"/>
                    <a:pt x="232" y="99"/>
                    <a:pt x="233" y="98"/>
                  </a:cubicBezTo>
                  <a:cubicBezTo>
                    <a:pt x="234" y="96"/>
                    <a:pt x="241" y="85"/>
                    <a:pt x="248" y="65"/>
                  </a:cubicBezTo>
                  <a:cubicBezTo>
                    <a:pt x="254" y="45"/>
                    <a:pt x="248" y="28"/>
                    <a:pt x="248" y="28"/>
                  </a:cubicBezTo>
                  <a:cubicBezTo>
                    <a:pt x="246" y="23"/>
                    <a:pt x="243" y="24"/>
                    <a:pt x="243" y="24"/>
                  </a:cubicBezTo>
                  <a:cubicBezTo>
                    <a:pt x="243" y="24"/>
                    <a:pt x="242" y="20"/>
                    <a:pt x="241" y="18"/>
                  </a:cubicBezTo>
                  <a:cubicBezTo>
                    <a:pt x="240" y="17"/>
                    <a:pt x="238" y="12"/>
                    <a:pt x="237" y="10"/>
                  </a:cubicBezTo>
                  <a:cubicBezTo>
                    <a:pt x="237" y="9"/>
                    <a:pt x="229" y="0"/>
                    <a:pt x="228" y="12"/>
                  </a:cubicBezTo>
                  <a:cubicBezTo>
                    <a:pt x="228" y="23"/>
                    <a:pt x="224" y="37"/>
                    <a:pt x="217" y="58"/>
                  </a:cubicBezTo>
                  <a:cubicBezTo>
                    <a:pt x="210" y="80"/>
                    <a:pt x="194" y="101"/>
                    <a:pt x="194" y="101"/>
                  </a:cubicBezTo>
                  <a:cubicBezTo>
                    <a:pt x="185" y="112"/>
                    <a:pt x="181" y="117"/>
                    <a:pt x="178" y="121"/>
                  </a:cubicBezTo>
                  <a:cubicBezTo>
                    <a:pt x="167" y="138"/>
                    <a:pt x="159" y="147"/>
                    <a:pt x="156" y="155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1" y="188"/>
                    <a:pt x="139" y="193"/>
                    <a:pt x="138" y="209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9" y="236"/>
                    <a:pt x="141" y="245"/>
                    <a:pt x="143" y="255"/>
                  </a:cubicBezTo>
                  <a:cubicBezTo>
                    <a:pt x="144" y="269"/>
                    <a:pt x="144" y="269"/>
                    <a:pt x="144" y="269"/>
                  </a:cubicBezTo>
                  <a:cubicBezTo>
                    <a:pt x="145" y="277"/>
                    <a:pt x="143" y="283"/>
                    <a:pt x="136" y="289"/>
                  </a:cubicBezTo>
                  <a:cubicBezTo>
                    <a:pt x="129" y="296"/>
                    <a:pt x="129" y="296"/>
                    <a:pt x="129" y="296"/>
                  </a:cubicBezTo>
                  <a:cubicBezTo>
                    <a:pt x="123" y="305"/>
                    <a:pt x="113" y="322"/>
                    <a:pt x="110" y="328"/>
                  </a:cubicBezTo>
                  <a:cubicBezTo>
                    <a:pt x="106" y="338"/>
                    <a:pt x="106" y="338"/>
                    <a:pt x="106" y="338"/>
                  </a:cubicBezTo>
                  <a:cubicBezTo>
                    <a:pt x="100" y="348"/>
                    <a:pt x="97" y="357"/>
                    <a:pt x="83" y="358"/>
                  </a:cubicBezTo>
                  <a:cubicBezTo>
                    <a:pt x="59" y="361"/>
                    <a:pt x="59" y="361"/>
                    <a:pt x="59" y="361"/>
                  </a:cubicBezTo>
                  <a:cubicBezTo>
                    <a:pt x="42" y="364"/>
                    <a:pt x="37" y="372"/>
                    <a:pt x="31" y="376"/>
                  </a:cubicBezTo>
                  <a:cubicBezTo>
                    <a:pt x="25" y="383"/>
                    <a:pt x="20" y="388"/>
                    <a:pt x="18" y="392"/>
                  </a:cubicBezTo>
                  <a:moveTo>
                    <a:pt x="16" y="442"/>
                  </a:moveTo>
                  <a:cubicBezTo>
                    <a:pt x="15" y="440"/>
                    <a:pt x="13" y="438"/>
                    <a:pt x="13" y="434"/>
                  </a:cubicBezTo>
                  <a:cubicBezTo>
                    <a:pt x="11" y="428"/>
                    <a:pt x="11" y="419"/>
                    <a:pt x="17" y="408"/>
                  </a:cubicBezTo>
                  <a:cubicBezTo>
                    <a:pt x="27" y="392"/>
                    <a:pt x="32" y="374"/>
                    <a:pt x="59" y="369"/>
                  </a:cubicBezTo>
                  <a:cubicBezTo>
                    <a:pt x="81" y="366"/>
                    <a:pt x="81" y="366"/>
                    <a:pt x="81" y="366"/>
                  </a:cubicBezTo>
                  <a:cubicBezTo>
                    <a:pt x="90" y="366"/>
                    <a:pt x="94" y="365"/>
                    <a:pt x="100" y="360"/>
                  </a:cubicBezTo>
                  <a:cubicBezTo>
                    <a:pt x="104" y="355"/>
                    <a:pt x="109" y="349"/>
                    <a:pt x="112" y="342"/>
                  </a:cubicBezTo>
                  <a:cubicBezTo>
                    <a:pt x="116" y="333"/>
                    <a:pt x="123" y="318"/>
                    <a:pt x="131" y="308"/>
                  </a:cubicBezTo>
                  <a:cubicBezTo>
                    <a:pt x="143" y="292"/>
                    <a:pt x="143" y="297"/>
                    <a:pt x="149" y="287"/>
                  </a:cubicBezTo>
                  <a:cubicBezTo>
                    <a:pt x="149" y="286"/>
                    <a:pt x="155" y="277"/>
                    <a:pt x="153" y="267"/>
                  </a:cubicBezTo>
                  <a:cubicBezTo>
                    <a:pt x="150" y="254"/>
                    <a:pt x="143" y="226"/>
                    <a:pt x="147" y="204"/>
                  </a:cubicBezTo>
                  <a:cubicBezTo>
                    <a:pt x="150" y="179"/>
                    <a:pt x="164" y="151"/>
                    <a:pt x="180" y="131"/>
                  </a:cubicBezTo>
                  <a:cubicBezTo>
                    <a:pt x="201" y="103"/>
                    <a:pt x="207" y="96"/>
                    <a:pt x="222" y="65"/>
                  </a:cubicBezTo>
                  <a:cubicBezTo>
                    <a:pt x="222" y="65"/>
                    <a:pt x="233" y="43"/>
                    <a:pt x="231" y="21"/>
                  </a:cubicBezTo>
                  <a:cubicBezTo>
                    <a:pt x="231" y="19"/>
                    <a:pt x="233" y="18"/>
                    <a:pt x="234" y="18"/>
                  </a:cubicBezTo>
                  <a:cubicBezTo>
                    <a:pt x="234" y="16"/>
                    <a:pt x="237" y="18"/>
                    <a:pt x="237" y="18"/>
                  </a:cubicBezTo>
                  <a:cubicBezTo>
                    <a:pt x="237" y="19"/>
                    <a:pt x="238" y="20"/>
                    <a:pt x="238" y="21"/>
                  </a:cubicBezTo>
                  <a:cubicBezTo>
                    <a:pt x="238" y="26"/>
                    <a:pt x="238" y="31"/>
                    <a:pt x="238" y="36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6" y="50"/>
                    <a:pt x="236" y="50"/>
                    <a:pt x="236" y="50"/>
                  </a:cubicBezTo>
                  <a:cubicBezTo>
                    <a:pt x="239" y="51"/>
                    <a:pt x="239" y="51"/>
                    <a:pt x="239" y="51"/>
                  </a:cubicBezTo>
                  <a:cubicBezTo>
                    <a:pt x="239" y="51"/>
                    <a:pt x="241" y="48"/>
                    <a:pt x="241" y="48"/>
                  </a:cubicBezTo>
                  <a:cubicBezTo>
                    <a:pt x="242" y="47"/>
                    <a:pt x="242" y="44"/>
                    <a:pt x="243" y="40"/>
                  </a:cubicBezTo>
                  <a:cubicBezTo>
                    <a:pt x="243" y="38"/>
                    <a:pt x="243" y="35"/>
                    <a:pt x="244" y="33"/>
                  </a:cubicBezTo>
                  <a:cubicBezTo>
                    <a:pt x="245" y="36"/>
                    <a:pt x="245" y="39"/>
                    <a:pt x="245" y="43"/>
                  </a:cubicBezTo>
                  <a:cubicBezTo>
                    <a:pt x="245" y="45"/>
                    <a:pt x="245" y="46"/>
                    <a:pt x="245" y="47"/>
                  </a:cubicBezTo>
                  <a:cubicBezTo>
                    <a:pt x="243" y="61"/>
                    <a:pt x="239" y="73"/>
                    <a:pt x="234" y="83"/>
                  </a:cubicBezTo>
                  <a:cubicBezTo>
                    <a:pt x="231" y="88"/>
                    <a:pt x="210" y="122"/>
                    <a:pt x="203" y="132"/>
                  </a:cubicBezTo>
                  <a:cubicBezTo>
                    <a:pt x="202" y="134"/>
                    <a:pt x="202" y="135"/>
                    <a:pt x="202" y="136"/>
                  </a:cubicBezTo>
                  <a:cubicBezTo>
                    <a:pt x="202" y="137"/>
                    <a:pt x="202" y="138"/>
                    <a:pt x="202" y="138"/>
                  </a:cubicBezTo>
                  <a:cubicBezTo>
                    <a:pt x="204" y="139"/>
                    <a:pt x="207" y="138"/>
                    <a:pt x="208" y="136"/>
                  </a:cubicBezTo>
                  <a:cubicBezTo>
                    <a:pt x="212" y="131"/>
                    <a:pt x="228" y="112"/>
                    <a:pt x="228" y="112"/>
                  </a:cubicBezTo>
                  <a:cubicBezTo>
                    <a:pt x="235" y="106"/>
                    <a:pt x="254" y="101"/>
                    <a:pt x="260" y="101"/>
                  </a:cubicBezTo>
                  <a:cubicBezTo>
                    <a:pt x="258" y="103"/>
                    <a:pt x="252" y="108"/>
                    <a:pt x="247" y="112"/>
                  </a:cubicBezTo>
                  <a:cubicBezTo>
                    <a:pt x="238" y="120"/>
                    <a:pt x="228" y="128"/>
                    <a:pt x="226" y="132"/>
                  </a:cubicBezTo>
                  <a:cubicBezTo>
                    <a:pt x="222" y="137"/>
                    <a:pt x="219" y="143"/>
                    <a:pt x="217" y="148"/>
                  </a:cubicBezTo>
                  <a:cubicBezTo>
                    <a:pt x="214" y="153"/>
                    <a:pt x="210" y="158"/>
                    <a:pt x="207" y="163"/>
                  </a:cubicBezTo>
                  <a:cubicBezTo>
                    <a:pt x="195" y="177"/>
                    <a:pt x="195" y="177"/>
                    <a:pt x="195" y="177"/>
                  </a:cubicBezTo>
                  <a:cubicBezTo>
                    <a:pt x="189" y="187"/>
                    <a:pt x="189" y="187"/>
                    <a:pt x="189" y="187"/>
                  </a:cubicBezTo>
                  <a:cubicBezTo>
                    <a:pt x="189" y="187"/>
                    <a:pt x="191" y="189"/>
                    <a:pt x="195" y="184"/>
                  </a:cubicBezTo>
                  <a:cubicBezTo>
                    <a:pt x="199" y="180"/>
                    <a:pt x="210" y="171"/>
                    <a:pt x="216" y="166"/>
                  </a:cubicBezTo>
                  <a:cubicBezTo>
                    <a:pt x="228" y="155"/>
                    <a:pt x="243" y="156"/>
                    <a:pt x="251" y="155"/>
                  </a:cubicBezTo>
                  <a:cubicBezTo>
                    <a:pt x="257" y="157"/>
                    <a:pt x="242" y="159"/>
                    <a:pt x="223" y="175"/>
                  </a:cubicBezTo>
                  <a:cubicBezTo>
                    <a:pt x="204" y="191"/>
                    <a:pt x="198" y="198"/>
                    <a:pt x="197" y="201"/>
                  </a:cubicBezTo>
                  <a:cubicBezTo>
                    <a:pt x="196" y="203"/>
                    <a:pt x="196" y="204"/>
                    <a:pt x="196" y="205"/>
                  </a:cubicBezTo>
                  <a:cubicBezTo>
                    <a:pt x="196" y="207"/>
                    <a:pt x="198" y="205"/>
                    <a:pt x="199" y="205"/>
                  </a:cubicBezTo>
                  <a:cubicBezTo>
                    <a:pt x="203" y="202"/>
                    <a:pt x="216" y="191"/>
                    <a:pt x="216" y="191"/>
                  </a:cubicBezTo>
                  <a:cubicBezTo>
                    <a:pt x="219" y="189"/>
                    <a:pt x="226" y="188"/>
                    <a:pt x="229" y="188"/>
                  </a:cubicBezTo>
                  <a:cubicBezTo>
                    <a:pt x="231" y="188"/>
                    <a:pt x="234" y="188"/>
                    <a:pt x="236" y="189"/>
                  </a:cubicBezTo>
                  <a:cubicBezTo>
                    <a:pt x="232" y="192"/>
                    <a:pt x="219" y="202"/>
                    <a:pt x="216" y="206"/>
                  </a:cubicBezTo>
                  <a:cubicBezTo>
                    <a:pt x="204" y="220"/>
                    <a:pt x="192" y="244"/>
                    <a:pt x="190" y="258"/>
                  </a:cubicBezTo>
                  <a:cubicBezTo>
                    <a:pt x="189" y="262"/>
                    <a:pt x="189" y="262"/>
                    <a:pt x="189" y="262"/>
                  </a:cubicBezTo>
                  <a:cubicBezTo>
                    <a:pt x="188" y="270"/>
                    <a:pt x="188" y="270"/>
                    <a:pt x="188" y="270"/>
                  </a:cubicBezTo>
                  <a:cubicBezTo>
                    <a:pt x="188" y="270"/>
                    <a:pt x="188" y="270"/>
                    <a:pt x="188" y="270"/>
                  </a:cubicBezTo>
                  <a:cubicBezTo>
                    <a:pt x="188" y="274"/>
                    <a:pt x="188" y="277"/>
                    <a:pt x="186" y="280"/>
                  </a:cubicBezTo>
                  <a:cubicBezTo>
                    <a:pt x="180" y="285"/>
                    <a:pt x="180" y="285"/>
                    <a:pt x="180" y="285"/>
                  </a:cubicBezTo>
                  <a:cubicBezTo>
                    <a:pt x="179" y="286"/>
                    <a:pt x="179" y="286"/>
                    <a:pt x="179" y="286"/>
                  </a:cubicBezTo>
                  <a:cubicBezTo>
                    <a:pt x="175" y="289"/>
                    <a:pt x="172" y="291"/>
                    <a:pt x="168" y="293"/>
                  </a:cubicBezTo>
                  <a:cubicBezTo>
                    <a:pt x="162" y="294"/>
                    <a:pt x="158" y="299"/>
                    <a:pt x="155" y="303"/>
                  </a:cubicBezTo>
                  <a:cubicBezTo>
                    <a:pt x="153" y="305"/>
                    <a:pt x="153" y="305"/>
                    <a:pt x="153" y="305"/>
                  </a:cubicBezTo>
                  <a:cubicBezTo>
                    <a:pt x="140" y="320"/>
                    <a:pt x="140" y="320"/>
                    <a:pt x="140" y="320"/>
                  </a:cubicBezTo>
                  <a:cubicBezTo>
                    <a:pt x="137" y="324"/>
                    <a:pt x="137" y="324"/>
                    <a:pt x="137" y="324"/>
                  </a:cubicBezTo>
                  <a:cubicBezTo>
                    <a:pt x="132" y="330"/>
                    <a:pt x="127" y="336"/>
                    <a:pt x="123" y="343"/>
                  </a:cubicBezTo>
                  <a:cubicBezTo>
                    <a:pt x="122" y="344"/>
                    <a:pt x="122" y="345"/>
                    <a:pt x="121" y="346"/>
                  </a:cubicBezTo>
                  <a:cubicBezTo>
                    <a:pt x="119" y="352"/>
                    <a:pt x="117" y="357"/>
                    <a:pt x="113" y="361"/>
                  </a:cubicBezTo>
                  <a:cubicBezTo>
                    <a:pt x="111" y="368"/>
                    <a:pt x="111" y="368"/>
                    <a:pt x="111" y="368"/>
                  </a:cubicBezTo>
                  <a:cubicBezTo>
                    <a:pt x="107" y="373"/>
                    <a:pt x="100" y="374"/>
                    <a:pt x="93" y="374"/>
                  </a:cubicBezTo>
                  <a:cubicBezTo>
                    <a:pt x="87" y="375"/>
                    <a:pt x="87" y="375"/>
                    <a:pt x="87" y="375"/>
                  </a:cubicBezTo>
                  <a:cubicBezTo>
                    <a:pt x="78" y="376"/>
                    <a:pt x="69" y="379"/>
                    <a:pt x="59" y="382"/>
                  </a:cubicBezTo>
                  <a:cubicBezTo>
                    <a:pt x="46" y="387"/>
                    <a:pt x="39" y="391"/>
                    <a:pt x="30" y="401"/>
                  </a:cubicBezTo>
                  <a:cubicBezTo>
                    <a:pt x="27" y="404"/>
                    <a:pt x="22" y="412"/>
                    <a:pt x="20" y="417"/>
                  </a:cubicBezTo>
                  <a:cubicBezTo>
                    <a:pt x="19" y="420"/>
                    <a:pt x="18" y="424"/>
                    <a:pt x="18" y="428"/>
                  </a:cubicBezTo>
                  <a:cubicBezTo>
                    <a:pt x="19" y="437"/>
                    <a:pt x="25" y="442"/>
                    <a:pt x="25" y="443"/>
                  </a:cubicBezTo>
                  <a:cubicBezTo>
                    <a:pt x="34" y="451"/>
                    <a:pt x="25" y="452"/>
                    <a:pt x="16" y="442"/>
                  </a:cubicBezTo>
                  <a:moveTo>
                    <a:pt x="171" y="307"/>
                  </a:moveTo>
                  <a:cubicBezTo>
                    <a:pt x="171" y="308"/>
                    <a:pt x="171" y="309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71" y="310"/>
                    <a:pt x="167" y="314"/>
                    <a:pt x="163" y="317"/>
                  </a:cubicBezTo>
                  <a:cubicBezTo>
                    <a:pt x="158" y="322"/>
                    <a:pt x="152" y="327"/>
                    <a:pt x="150" y="330"/>
                  </a:cubicBezTo>
                  <a:cubicBezTo>
                    <a:pt x="145" y="337"/>
                    <a:pt x="145" y="337"/>
                    <a:pt x="145" y="337"/>
                  </a:cubicBezTo>
                  <a:cubicBezTo>
                    <a:pt x="141" y="343"/>
                    <a:pt x="130" y="361"/>
                    <a:pt x="127" y="360"/>
                  </a:cubicBezTo>
                  <a:cubicBezTo>
                    <a:pt x="123" y="358"/>
                    <a:pt x="123" y="358"/>
                    <a:pt x="123" y="358"/>
                  </a:cubicBezTo>
                  <a:cubicBezTo>
                    <a:pt x="123" y="358"/>
                    <a:pt x="123" y="358"/>
                    <a:pt x="123" y="358"/>
                  </a:cubicBezTo>
                  <a:cubicBezTo>
                    <a:pt x="123" y="358"/>
                    <a:pt x="121" y="354"/>
                    <a:pt x="121" y="354"/>
                  </a:cubicBezTo>
                  <a:cubicBezTo>
                    <a:pt x="139" y="329"/>
                    <a:pt x="139" y="329"/>
                    <a:pt x="139" y="329"/>
                  </a:cubicBezTo>
                  <a:cubicBezTo>
                    <a:pt x="148" y="324"/>
                    <a:pt x="161" y="296"/>
                    <a:pt x="185" y="289"/>
                  </a:cubicBezTo>
                  <a:cubicBezTo>
                    <a:pt x="183" y="290"/>
                    <a:pt x="177" y="300"/>
                    <a:pt x="170" y="304"/>
                  </a:cubicBezTo>
                  <a:lnTo>
                    <a:pt x="171" y="307"/>
                  </a:lnTo>
                  <a:close/>
                  <a:moveTo>
                    <a:pt x="102" y="405"/>
                  </a:moveTo>
                  <a:cubicBezTo>
                    <a:pt x="94" y="404"/>
                    <a:pt x="86" y="403"/>
                    <a:pt x="80" y="405"/>
                  </a:cubicBezTo>
                  <a:cubicBezTo>
                    <a:pt x="78" y="405"/>
                    <a:pt x="78" y="405"/>
                    <a:pt x="78" y="405"/>
                  </a:cubicBezTo>
                  <a:cubicBezTo>
                    <a:pt x="72" y="407"/>
                    <a:pt x="65" y="408"/>
                    <a:pt x="60" y="411"/>
                  </a:cubicBezTo>
                  <a:cubicBezTo>
                    <a:pt x="53" y="415"/>
                    <a:pt x="48" y="419"/>
                    <a:pt x="44" y="425"/>
                  </a:cubicBezTo>
                  <a:cubicBezTo>
                    <a:pt x="43" y="426"/>
                    <a:pt x="43" y="426"/>
                    <a:pt x="43" y="426"/>
                  </a:cubicBezTo>
                  <a:cubicBezTo>
                    <a:pt x="40" y="429"/>
                    <a:pt x="37" y="434"/>
                    <a:pt x="37" y="439"/>
                  </a:cubicBezTo>
                  <a:cubicBezTo>
                    <a:pt x="37" y="441"/>
                    <a:pt x="37" y="443"/>
                    <a:pt x="39" y="444"/>
                  </a:cubicBezTo>
                  <a:cubicBezTo>
                    <a:pt x="40" y="445"/>
                    <a:pt x="40" y="446"/>
                    <a:pt x="40" y="446"/>
                  </a:cubicBezTo>
                  <a:cubicBezTo>
                    <a:pt x="40" y="446"/>
                    <a:pt x="39" y="449"/>
                    <a:pt x="35" y="448"/>
                  </a:cubicBezTo>
                  <a:cubicBezTo>
                    <a:pt x="32" y="447"/>
                    <a:pt x="28" y="442"/>
                    <a:pt x="28" y="440"/>
                  </a:cubicBezTo>
                  <a:cubicBezTo>
                    <a:pt x="28" y="428"/>
                    <a:pt x="40" y="412"/>
                    <a:pt x="46" y="408"/>
                  </a:cubicBezTo>
                  <a:cubicBezTo>
                    <a:pt x="72" y="391"/>
                    <a:pt x="101" y="395"/>
                    <a:pt x="104" y="397"/>
                  </a:cubicBezTo>
                  <a:cubicBezTo>
                    <a:pt x="108" y="398"/>
                    <a:pt x="113" y="401"/>
                    <a:pt x="114" y="403"/>
                  </a:cubicBezTo>
                  <a:cubicBezTo>
                    <a:pt x="114" y="404"/>
                    <a:pt x="114" y="404"/>
                    <a:pt x="114" y="405"/>
                  </a:cubicBezTo>
                  <a:cubicBezTo>
                    <a:pt x="113" y="406"/>
                    <a:pt x="106" y="405"/>
                    <a:pt x="102" y="405"/>
                  </a:cubicBezTo>
                  <a:moveTo>
                    <a:pt x="139" y="399"/>
                  </a:moveTo>
                  <a:cubicBezTo>
                    <a:pt x="133" y="401"/>
                    <a:pt x="124" y="393"/>
                    <a:pt x="124" y="393"/>
                  </a:cubicBezTo>
                  <a:cubicBezTo>
                    <a:pt x="106" y="387"/>
                    <a:pt x="83" y="391"/>
                    <a:pt x="74" y="392"/>
                  </a:cubicBezTo>
                  <a:cubicBezTo>
                    <a:pt x="48" y="401"/>
                    <a:pt x="48" y="401"/>
                    <a:pt x="48" y="401"/>
                  </a:cubicBezTo>
                  <a:cubicBezTo>
                    <a:pt x="34" y="409"/>
                    <a:pt x="33" y="414"/>
                    <a:pt x="30" y="419"/>
                  </a:cubicBezTo>
                  <a:cubicBezTo>
                    <a:pt x="24" y="431"/>
                    <a:pt x="28" y="430"/>
                    <a:pt x="25" y="431"/>
                  </a:cubicBezTo>
                  <a:cubicBezTo>
                    <a:pt x="21" y="433"/>
                    <a:pt x="21" y="425"/>
                    <a:pt x="26" y="415"/>
                  </a:cubicBezTo>
                  <a:cubicBezTo>
                    <a:pt x="30" y="405"/>
                    <a:pt x="41" y="396"/>
                    <a:pt x="51" y="391"/>
                  </a:cubicBezTo>
                  <a:cubicBezTo>
                    <a:pt x="58" y="388"/>
                    <a:pt x="72" y="385"/>
                    <a:pt x="84" y="383"/>
                  </a:cubicBezTo>
                  <a:cubicBezTo>
                    <a:pt x="96" y="381"/>
                    <a:pt x="125" y="382"/>
                    <a:pt x="132" y="387"/>
                  </a:cubicBezTo>
                  <a:cubicBezTo>
                    <a:pt x="135" y="389"/>
                    <a:pt x="146" y="397"/>
                    <a:pt x="139" y="399"/>
                  </a:cubicBezTo>
                  <a:moveTo>
                    <a:pt x="166" y="398"/>
                  </a:moveTo>
                  <a:cubicBezTo>
                    <a:pt x="163" y="396"/>
                    <a:pt x="165" y="398"/>
                    <a:pt x="152" y="390"/>
                  </a:cubicBezTo>
                  <a:cubicBezTo>
                    <a:pt x="129" y="376"/>
                    <a:pt x="95" y="380"/>
                    <a:pt x="90" y="380"/>
                  </a:cubicBezTo>
                  <a:cubicBezTo>
                    <a:pt x="92" y="379"/>
                    <a:pt x="108" y="375"/>
                    <a:pt x="109" y="375"/>
                  </a:cubicBezTo>
                  <a:cubicBezTo>
                    <a:pt x="109" y="375"/>
                    <a:pt x="115" y="371"/>
                    <a:pt x="116" y="368"/>
                  </a:cubicBezTo>
                  <a:cubicBezTo>
                    <a:pt x="117" y="366"/>
                    <a:pt x="118" y="362"/>
                    <a:pt x="120" y="362"/>
                  </a:cubicBezTo>
                  <a:cubicBezTo>
                    <a:pt x="133" y="363"/>
                    <a:pt x="167" y="389"/>
                    <a:pt x="166" y="398"/>
                  </a:cubicBezTo>
                  <a:moveTo>
                    <a:pt x="160" y="372"/>
                  </a:moveTo>
                  <a:cubicBezTo>
                    <a:pt x="162" y="375"/>
                    <a:pt x="162" y="375"/>
                    <a:pt x="162" y="375"/>
                  </a:cubicBezTo>
                  <a:cubicBezTo>
                    <a:pt x="159" y="375"/>
                    <a:pt x="159" y="375"/>
                    <a:pt x="159" y="375"/>
                  </a:cubicBezTo>
                  <a:cubicBezTo>
                    <a:pt x="152" y="375"/>
                    <a:pt x="151" y="375"/>
                    <a:pt x="150" y="373"/>
                  </a:cubicBezTo>
                  <a:cubicBezTo>
                    <a:pt x="148" y="371"/>
                    <a:pt x="151" y="369"/>
                    <a:pt x="152" y="368"/>
                  </a:cubicBezTo>
                  <a:cubicBezTo>
                    <a:pt x="154" y="367"/>
                    <a:pt x="154" y="367"/>
                    <a:pt x="154" y="367"/>
                  </a:cubicBezTo>
                  <a:cubicBezTo>
                    <a:pt x="157" y="366"/>
                    <a:pt x="158" y="370"/>
                    <a:pt x="160" y="372"/>
                  </a:cubicBezTo>
                  <a:moveTo>
                    <a:pt x="175" y="341"/>
                  </a:moveTo>
                  <a:cubicBezTo>
                    <a:pt x="200" y="335"/>
                    <a:pt x="213" y="338"/>
                    <a:pt x="216" y="340"/>
                  </a:cubicBezTo>
                  <a:cubicBezTo>
                    <a:pt x="213" y="341"/>
                    <a:pt x="202" y="344"/>
                    <a:pt x="195" y="345"/>
                  </a:cubicBezTo>
                  <a:cubicBezTo>
                    <a:pt x="189" y="347"/>
                    <a:pt x="186" y="348"/>
                    <a:pt x="184" y="348"/>
                  </a:cubicBezTo>
                  <a:cubicBezTo>
                    <a:pt x="182" y="350"/>
                    <a:pt x="181" y="349"/>
                    <a:pt x="178" y="349"/>
                  </a:cubicBezTo>
                  <a:cubicBezTo>
                    <a:pt x="176" y="348"/>
                    <a:pt x="177" y="349"/>
                    <a:pt x="173" y="350"/>
                  </a:cubicBezTo>
                  <a:cubicBezTo>
                    <a:pt x="167" y="352"/>
                    <a:pt x="155" y="359"/>
                    <a:pt x="147" y="366"/>
                  </a:cubicBezTo>
                  <a:cubicBezTo>
                    <a:pt x="145" y="368"/>
                    <a:pt x="145" y="368"/>
                    <a:pt x="145" y="368"/>
                  </a:cubicBezTo>
                  <a:cubicBezTo>
                    <a:pt x="144" y="369"/>
                    <a:pt x="140" y="365"/>
                    <a:pt x="139" y="365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39" y="365"/>
                    <a:pt x="138" y="364"/>
                    <a:pt x="137" y="363"/>
                  </a:cubicBezTo>
                  <a:cubicBezTo>
                    <a:pt x="140" y="359"/>
                    <a:pt x="151" y="350"/>
                    <a:pt x="155" y="348"/>
                  </a:cubicBezTo>
                  <a:cubicBezTo>
                    <a:pt x="161" y="344"/>
                    <a:pt x="169" y="342"/>
                    <a:pt x="175" y="341"/>
                  </a:cubicBezTo>
                  <a:moveTo>
                    <a:pt x="266" y="272"/>
                  </a:moveTo>
                  <a:cubicBezTo>
                    <a:pt x="262" y="272"/>
                    <a:pt x="232" y="269"/>
                    <a:pt x="221" y="273"/>
                  </a:cubicBezTo>
                  <a:cubicBezTo>
                    <a:pt x="220" y="273"/>
                    <a:pt x="219" y="274"/>
                    <a:pt x="219" y="274"/>
                  </a:cubicBezTo>
                  <a:cubicBezTo>
                    <a:pt x="215" y="276"/>
                    <a:pt x="215" y="276"/>
                    <a:pt x="215" y="276"/>
                  </a:cubicBezTo>
                  <a:cubicBezTo>
                    <a:pt x="204" y="282"/>
                    <a:pt x="199" y="285"/>
                    <a:pt x="199" y="288"/>
                  </a:cubicBezTo>
                  <a:cubicBezTo>
                    <a:pt x="200" y="290"/>
                    <a:pt x="200" y="290"/>
                    <a:pt x="200" y="290"/>
                  </a:cubicBezTo>
                  <a:cubicBezTo>
                    <a:pt x="201" y="290"/>
                    <a:pt x="201" y="290"/>
                    <a:pt x="201" y="290"/>
                  </a:cubicBezTo>
                  <a:cubicBezTo>
                    <a:pt x="211" y="285"/>
                    <a:pt x="220" y="284"/>
                    <a:pt x="229" y="287"/>
                  </a:cubicBezTo>
                  <a:cubicBezTo>
                    <a:pt x="230" y="287"/>
                    <a:pt x="230" y="287"/>
                    <a:pt x="230" y="287"/>
                  </a:cubicBezTo>
                  <a:cubicBezTo>
                    <a:pt x="234" y="289"/>
                    <a:pt x="237" y="290"/>
                    <a:pt x="238" y="291"/>
                  </a:cubicBezTo>
                  <a:cubicBezTo>
                    <a:pt x="231" y="291"/>
                    <a:pt x="221" y="293"/>
                    <a:pt x="218" y="294"/>
                  </a:cubicBezTo>
                  <a:cubicBezTo>
                    <a:pt x="212" y="296"/>
                    <a:pt x="187" y="310"/>
                    <a:pt x="181" y="315"/>
                  </a:cubicBezTo>
                  <a:cubicBezTo>
                    <a:pt x="172" y="323"/>
                    <a:pt x="172" y="323"/>
                    <a:pt x="172" y="323"/>
                  </a:cubicBezTo>
                  <a:cubicBezTo>
                    <a:pt x="161" y="338"/>
                    <a:pt x="148" y="349"/>
                    <a:pt x="147" y="349"/>
                  </a:cubicBezTo>
                  <a:cubicBezTo>
                    <a:pt x="137" y="349"/>
                    <a:pt x="157" y="329"/>
                    <a:pt x="160" y="325"/>
                  </a:cubicBezTo>
                  <a:cubicBezTo>
                    <a:pt x="171" y="317"/>
                    <a:pt x="171" y="317"/>
                    <a:pt x="171" y="317"/>
                  </a:cubicBezTo>
                  <a:cubicBezTo>
                    <a:pt x="181" y="310"/>
                    <a:pt x="182" y="303"/>
                    <a:pt x="182" y="302"/>
                  </a:cubicBezTo>
                  <a:cubicBezTo>
                    <a:pt x="183" y="300"/>
                    <a:pt x="189" y="296"/>
                    <a:pt x="191" y="296"/>
                  </a:cubicBezTo>
                  <a:cubicBezTo>
                    <a:pt x="192" y="295"/>
                    <a:pt x="192" y="295"/>
                    <a:pt x="192" y="295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93"/>
                    <a:pt x="193" y="293"/>
                    <a:pt x="193" y="292"/>
                  </a:cubicBezTo>
                  <a:cubicBezTo>
                    <a:pt x="193" y="292"/>
                    <a:pt x="193" y="291"/>
                    <a:pt x="193" y="291"/>
                  </a:cubicBezTo>
                  <a:cubicBezTo>
                    <a:pt x="192" y="290"/>
                    <a:pt x="191" y="290"/>
                    <a:pt x="191" y="290"/>
                  </a:cubicBezTo>
                  <a:cubicBezTo>
                    <a:pt x="190" y="290"/>
                    <a:pt x="189" y="290"/>
                    <a:pt x="187" y="291"/>
                  </a:cubicBezTo>
                  <a:cubicBezTo>
                    <a:pt x="192" y="287"/>
                    <a:pt x="198" y="283"/>
                    <a:pt x="200" y="280"/>
                  </a:cubicBezTo>
                  <a:cubicBezTo>
                    <a:pt x="201" y="279"/>
                    <a:pt x="202" y="277"/>
                    <a:pt x="202" y="276"/>
                  </a:cubicBezTo>
                  <a:cubicBezTo>
                    <a:pt x="202" y="275"/>
                    <a:pt x="198" y="273"/>
                    <a:pt x="193" y="275"/>
                  </a:cubicBezTo>
                  <a:cubicBezTo>
                    <a:pt x="193" y="275"/>
                    <a:pt x="193" y="275"/>
                    <a:pt x="193" y="274"/>
                  </a:cubicBezTo>
                  <a:cubicBezTo>
                    <a:pt x="193" y="273"/>
                    <a:pt x="193" y="270"/>
                    <a:pt x="195" y="266"/>
                  </a:cubicBezTo>
                  <a:cubicBezTo>
                    <a:pt x="196" y="264"/>
                    <a:pt x="197" y="262"/>
                    <a:pt x="199" y="261"/>
                  </a:cubicBezTo>
                  <a:cubicBezTo>
                    <a:pt x="204" y="255"/>
                    <a:pt x="213" y="251"/>
                    <a:pt x="220" y="248"/>
                  </a:cubicBezTo>
                  <a:cubicBezTo>
                    <a:pt x="220" y="248"/>
                    <a:pt x="240" y="246"/>
                    <a:pt x="241" y="250"/>
                  </a:cubicBezTo>
                  <a:cubicBezTo>
                    <a:pt x="235" y="253"/>
                    <a:pt x="229" y="256"/>
                    <a:pt x="225" y="258"/>
                  </a:cubicBezTo>
                  <a:cubicBezTo>
                    <a:pt x="220" y="261"/>
                    <a:pt x="220" y="261"/>
                    <a:pt x="220" y="261"/>
                  </a:cubicBezTo>
                  <a:cubicBezTo>
                    <a:pt x="219" y="262"/>
                    <a:pt x="219" y="262"/>
                    <a:pt x="219" y="263"/>
                  </a:cubicBezTo>
                  <a:cubicBezTo>
                    <a:pt x="219" y="263"/>
                    <a:pt x="219" y="263"/>
                    <a:pt x="219" y="264"/>
                  </a:cubicBezTo>
                  <a:cubicBezTo>
                    <a:pt x="220" y="265"/>
                    <a:pt x="237" y="263"/>
                    <a:pt x="237" y="263"/>
                  </a:cubicBezTo>
                  <a:cubicBezTo>
                    <a:pt x="259" y="260"/>
                    <a:pt x="265" y="265"/>
                    <a:pt x="268" y="268"/>
                  </a:cubicBezTo>
                  <a:cubicBezTo>
                    <a:pt x="266" y="268"/>
                    <a:pt x="271" y="272"/>
                    <a:pt x="266" y="27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2" name="Freeform 261">
              <a:extLst>
                <a:ext uri="{FF2B5EF4-FFF2-40B4-BE49-F238E27FC236}">
                  <a16:creationId xmlns:a16="http://schemas.microsoft.com/office/drawing/2014/main" id="{D03516EF-F551-4220-AE66-82E85D59EC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53188" y="12779375"/>
              <a:ext cx="28575" cy="88900"/>
            </a:xfrm>
            <a:custGeom>
              <a:avLst/>
              <a:gdLst>
                <a:gd name="T0" fmla="*/ 39 w 46"/>
                <a:gd name="T1" fmla="*/ 62 h 140"/>
                <a:gd name="T2" fmla="*/ 2 w 46"/>
                <a:gd name="T3" fmla="*/ 0 h 140"/>
                <a:gd name="T4" fmla="*/ 0 w 46"/>
                <a:gd name="T5" fmla="*/ 0 h 140"/>
                <a:gd name="T6" fmla="*/ 7 w 46"/>
                <a:gd name="T7" fmla="*/ 12 h 140"/>
                <a:gd name="T8" fmla="*/ 36 w 46"/>
                <a:gd name="T9" fmla="*/ 79 h 140"/>
                <a:gd name="T10" fmla="*/ 28 w 46"/>
                <a:gd name="T11" fmla="*/ 136 h 140"/>
                <a:gd name="T12" fmla="*/ 32 w 46"/>
                <a:gd name="T13" fmla="*/ 139 h 140"/>
                <a:gd name="T14" fmla="*/ 39 w 46"/>
                <a:gd name="T15" fmla="*/ 6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140">
                  <a:moveTo>
                    <a:pt x="39" y="62"/>
                  </a:moveTo>
                  <a:cubicBezTo>
                    <a:pt x="35" y="35"/>
                    <a:pt x="6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3" y="6"/>
                    <a:pt x="7" y="12"/>
                  </a:cubicBezTo>
                  <a:cubicBezTo>
                    <a:pt x="32" y="44"/>
                    <a:pt x="34" y="62"/>
                    <a:pt x="36" y="79"/>
                  </a:cubicBezTo>
                  <a:cubicBezTo>
                    <a:pt x="38" y="98"/>
                    <a:pt x="31" y="132"/>
                    <a:pt x="28" y="136"/>
                  </a:cubicBezTo>
                  <a:cubicBezTo>
                    <a:pt x="26" y="140"/>
                    <a:pt x="30" y="140"/>
                    <a:pt x="32" y="139"/>
                  </a:cubicBezTo>
                  <a:cubicBezTo>
                    <a:pt x="34" y="136"/>
                    <a:pt x="46" y="103"/>
                    <a:pt x="39" y="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3" name="Freeform 262">
              <a:extLst>
                <a:ext uri="{FF2B5EF4-FFF2-40B4-BE49-F238E27FC236}">
                  <a16:creationId xmlns:a16="http://schemas.microsoft.com/office/drawing/2014/main" id="{12E25D73-BF4E-4279-AB73-1683EAAA81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53188" y="12819063"/>
              <a:ext cx="11113" cy="46037"/>
            </a:xfrm>
            <a:custGeom>
              <a:avLst/>
              <a:gdLst>
                <a:gd name="T0" fmla="*/ 2 w 18"/>
                <a:gd name="T1" fmla="*/ 7 h 71"/>
                <a:gd name="T2" fmla="*/ 11 w 18"/>
                <a:gd name="T3" fmla="*/ 33 h 71"/>
                <a:gd name="T4" fmla="*/ 12 w 18"/>
                <a:gd name="T5" fmla="*/ 66 h 71"/>
                <a:gd name="T6" fmla="*/ 15 w 18"/>
                <a:gd name="T7" fmla="*/ 67 h 71"/>
                <a:gd name="T8" fmla="*/ 16 w 18"/>
                <a:gd name="T9" fmla="*/ 32 h 71"/>
                <a:gd name="T10" fmla="*/ 6 w 18"/>
                <a:gd name="T11" fmla="*/ 4 h 71"/>
                <a:gd name="T12" fmla="*/ 2 w 18"/>
                <a:gd name="T1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71">
                  <a:moveTo>
                    <a:pt x="2" y="7"/>
                  </a:moveTo>
                  <a:cubicBezTo>
                    <a:pt x="6" y="13"/>
                    <a:pt x="11" y="29"/>
                    <a:pt x="11" y="33"/>
                  </a:cubicBezTo>
                  <a:cubicBezTo>
                    <a:pt x="12" y="52"/>
                    <a:pt x="13" y="61"/>
                    <a:pt x="12" y="66"/>
                  </a:cubicBezTo>
                  <a:cubicBezTo>
                    <a:pt x="11" y="71"/>
                    <a:pt x="15" y="71"/>
                    <a:pt x="15" y="67"/>
                  </a:cubicBezTo>
                  <a:cubicBezTo>
                    <a:pt x="15" y="59"/>
                    <a:pt x="18" y="56"/>
                    <a:pt x="16" y="32"/>
                  </a:cubicBezTo>
                  <a:cubicBezTo>
                    <a:pt x="16" y="25"/>
                    <a:pt x="11" y="11"/>
                    <a:pt x="6" y="4"/>
                  </a:cubicBezTo>
                  <a:cubicBezTo>
                    <a:pt x="3" y="0"/>
                    <a:pt x="0" y="4"/>
                    <a:pt x="2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4" name="Freeform 263">
              <a:extLst>
                <a:ext uri="{FF2B5EF4-FFF2-40B4-BE49-F238E27FC236}">
                  <a16:creationId xmlns:a16="http://schemas.microsoft.com/office/drawing/2014/main" id="{107C6B9E-7DC0-4B6C-A812-09514EE556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59538" y="12809538"/>
              <a:ext cx="12700" cy="57150"/>
            </a:xfrm>
            <a:custGeom>
              <a:avLst/>
              <a:gdLst>
                <a:gd name="T0" fmla="*/ 2 w 21"/>
                <a:gd name="T1" fmla="*/ 7 h 89"/>
                <a:gd name="T2" fmla="*/ 13 w 21"/>
                <a:gd name="T3" fmla="*/ 34 h 89"/>
                <a:gd name="T4" fmla="*/ 11 w 21"/>
                <a:gd name="T5" fmla="*/ 84 h 89"/>
                <a:gd name="T6" fmla="*/ 14 w 21"/>
                <a:gd name="T7" fmla="*/ 86 h 89"/>
                <a:gd name="T8" fmla="*/ 18 w 21"/>
                <a:gd name="T9" fmla="*/ 33 h 89"/>
                <a:gd name="T10" fmla="*/ 6 w 21"/>
                <a:gd name="T11" fmla="*/ 4 h 89"/>
                <a:gd name="T12" fmla="*/ 2 w 21"/>
                <a:gd name="T13" fmla="*/ 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89">
                  <a:moveTo>
                    <a:pt x="2" y="7"/>
                  </a:moveTo>
                  <a:cubicBezTo>
                    <a:pt x="6" y="13"/>
                    <a:pt x="13" y="30"/>
                    <a:pt x="13" y="34"/>
                  </a:cubicBezTo>
                  <a:cubicBezTo>
                    <a:pt x="15" y="65"/>
                    <a:pt x="11" y="79"/>
                    <a:pt x="11" y="84"/>
                  </a:cubicBezTo>
                  <a:cubicBezTo>
                    <a:pt x="10" y="89"/>
                    <a:pt x="14" y="89"/>
                    <a:pt x="14" y="86"/>
                  </a:cubicBezTo>
                  <a:cubicBezTo>
                    <a:pt x="14" y="77"/>
                    <a:pt x="21" y="61"/>
                    <a:pt x="18" y="33"/>
                  </a:cubicBezTo>
                  <a:cubicBezTo>
                    <a:pt x="17" y="26"/>
                    <a:pt x="11" y="11"/>
                    <a:pt x="6" y="4"/>
                  </a:cubicBezTo>
                  <a:cubicBezTo>
                    <a:pt x="3" y="0"/>
                    <a:pt x="0" y="4"/>
                    <a:pt x="2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5" name="Freeform 264">
              <a:extLst>
                <a:ext uri="{FF2B5EF4-FFF2-40B4-BE49-F238E27FC236}">
                  <a16:creationId xmlns:a16="http://schemas.microsoft.com/office/drawing/2014/main" id="{08C59372-B6B4-403A-96EA-999870E142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80201" y="12779375"/>
              <a:ext cx="30163" cy="88900"/>
            </a:xfrm>
            <a:custGeom>
              <a:avLst/>
              <a:gdLst>
                <a:gd name="T0" fmla="*/ 7 w 46"/>
                <a:gd name="T1" fmla="*/ 62 h 140"/>
                <a:gd name="T2" fmla="*/ 44 w 46"/>
                <a:gd name="T3" fmla="*/ 0 h 140"/>
                <a:gd name="T4" fmla="*/ 46 w 46"/>
                <a:gd name="T5" fmla="*/ 0 h 140"/>
                <a:gd name="T6" fmla="*/ 39 w 46"/>
                <a:gd name="T7" fmla="*/ 12 h 140"/>
                <a:gd name="T8" fmla="*/ 10 w 46"/>
                <a:gd name="T9" fmla="*/ 79 h 140"/>
                <a:gd name="T10" fmla="*/ 18 w 46"/>
                <a:gd name="T11" fmla="*/ 136 h 140"/>
                <a:gd name="T12" fmla="*/ 14 w 46"/>
                <a:gd name="T13" fmla="*/ 139 h 140"/>
                <a:gd name="T14" fmla="*/ 7 w 46"/>
                <a:gd name="T15" fmla="*/ 6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140">
                  <a:moveTo>
                    <a:pt x="7" y="62"/>
                  </a:moveTo>
                  <a:cubicBezTo>
                    <a:pt x="11" y="35"/>
                    <a:pt x="40" y="0"/>
                    <a:pt x="44" y="0"/>
                  </a:cubicBezTo>
                  <a:cubicBezTo>
                    <a:pt x="45" y="0"/>
                    <a:pt x="46" y="0"/>
                    <a:pt x="46" y="0"/>
                  </a:cubicBezTo>
                  <a:cubicBezTo>
                    <a:pt x="46" y="2"/>
                    <a:pt x="43" y="6"/>
                    <a:pt x="39" y="12"/>
                  </a:cubicBezTo>
                  <a:cubicBezTo>
                    <a:pt x="14" y="44"/>
                    <a:pt x="12" y="62"/>
                    <a:pt x="10" y="79"/>
                  </a:cubicBezTo>
                  <a:cubicBezTo>
                    <a:pt x="8" y="98"/>
                    <a:pt x="15" y="132"/>
                    <a:pt x="18" y="136"/>
                  </a:cubicBezTo>
                  <a:cubicBezTo>
                    <a:pt x="20" y="140"/>
                    <a:pt x="16" y="140"/>
                    <a:pt x="14" y="139"/>
                  </a:cubicBezTo>
                  <a:cubicBezTo>
                    <a:pt x="12" y="136"/>
                    <a:pt x="0" y="103"/>
                    <a:pt x="7" y="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6" name="Freeform 265">
              <a:extLst>
                <a:ext uri="{FF2B5EF4-FFF2-40B4-BE49-F238E27FC236}">
                  <a16:creationId xmlns:a16="http://schemas.microsoft.com/office/drawing/2014/main" id="{E5D5DAC2-5081-4155-AA6C-CAA553001C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97663" y="12819063"/>
              <a:ext cx="11113" cy="46037"/>
            </a:xfrm>
            <a:custGeom>
              <a:avLst/>
              <a:gdLst>
                <a:gd name="T0" fmla="*/ 16 w 18"/>
                <a:gd name="T1" fmla="*/ 7 h 71"/>
                <a:gd name="T2" fmla="*/ 7 w 18"/>
                <a:gd name="T3" fmla="*/ 33 h 71"/>
                <a:gd name="T4" fmla="*/ 6 w 18"/>
                <a:gd name="T5" fmla="*/ 66 h 71"/>
                <a:gd name="T6" fmla="*/ 3 w 18"/>
                <a:gd name="T7" fmla="*/ 67 h 71"/>
                <a:gd name="T8" fmla="*/ 2 w 18"/>
                <a:gd name="T9" fmla="*/ 32 h 71"/>
                <a:gd name="T10" fmla="*/ 12 w 18"/>
                <a:gd name="T11" fmla="*/ 4 h 71"/>
                <a:gd name="T12" fmla="*/ 16 w 18"/>
                <a:gd name="T1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71">
                  <a:moveTo>
                    <a:pt x="16" y="7"/>
                  </a:moveTo>
                  <a:cubicBezTo>
                    <a:pt x="12" y="13"/>
                    <a:pt x="7" y="29"/>
                    <a:pt x="7" y="33"/>
                  </a:cubicBezTo>
                  <a:cubicBezTo>
                    <a:pt x="6" y="52"/>
                    <a:pt x="5" y="61"/>
                    <a:pt x="6" y="66"/>
                  </a:cubicBezTo>
                  <a:cubicBezTo>
                    <a:pt x="7" y="71"/>
                    <a:pt x="3" y="71"/>
                    <a:pt x="3" y="67"/>
                  </a:cubicBezTo>
                  <a:cubicBezTo>
                    <a:pt x="3" y="59"/>
                    <a:pt x="0" y="56"/>
                    <a:pt x="2" y="32"/>
                  </a:cubicBezTo>
                  <a:cubicBezTo>
                    <a:pt x="2" y="25"/>
                    <a:pt x="8" y="11"/>
                    <a:pt x="12" y="4"/>
                  </a:cubicBezTo>
                  <a:cubicBezTo>
                    <a:pt x="15" y="0"/>
                    <a:pt x="18" y="4"/>
                    <a:pt x="16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7" name="Freeform 266">
              <a:extLst>
                <a:ext uri="{FF2B5EF4-FFF2-40B4-BE49-F238E27FC236}">
                  <a16:creationId xmlns:a16="http://schemas.microsoft.com/office/drawing/2014/main" id="{EBA02F5B-2394-44A2-A193-619E128D2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89726" y="12809538"/>
              <a:ext cx="12700" cy="57150"/>
            </a:xfrm>
            <a:custGeom>
              <a:avLst/>
              <a:gdLst>
                <a:gd name="T0" fmla="*/ 19 w 21"/>
                <a:gd name="T1" fmla="*/ 7 h 89"/>
                <a:gd name="T2" fmla="*/ 8 w 21"/>
                <a:gd name="T3" fmla="*/ 34 h 89"/>
                <a:gd name="T4" fmla="*/ 10 w 21"/>
                <a:gd name="T5" fmla="*/ 84 h 89"/>
                <a:gd name="T6" fmla="*/ 7 w 21"/>
                <a:gd name="T7" fmla="*/ 86 h 89"/>
                <a:gd name="T8" fmla="*/ 3 w 21"/>
                <a:gd name="T9" fmla="*/ 33 h 89"/>
                <a:gd name="T10" fmla="*/ 15 w 21"/>
                <a:gd name="T11" fmla="*/ 4 h 89"/>
                <a:gd name="T12" fmla="*/ 19 w 21"/>
                <a:gd name="T13" fmla="*/ 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89">
                  <a:moveTo>
                    <a:pt x="19" y="7"/>
                  </a:moveTo>
                  <a:cubicBezTo>
                    <a:pt x="15" y="13"/>
                    <a:pt x="8" y="30"/>
                    <a:pt x="8" y="34"/>
                  </a:cubicBezTo>
                  <a:cubicBezTo>
                    <a:pt x="6" y="65"/>
                    <a:pt x="10" y="79"/>
                    <a:pt x="10" y="84"/>
                  </a:cubicBezTo>
                  <a:cubicBezTo>
                    <a:pt x="11" y="89"/>
                    <a:pt x="7" y="89"/>
                    <a:pt x="7" y="86"/>
                  </a:cubicBezTo>
                  <a:cubicBezTo>
                    <a:pt x="7" y="77"/>
                    <a:pt x="0" y="61"/>
                    <a:pt x="3" y="33"/>
                  </a:cubicBezTo>
                  <a:cubicBezTo>
                    <a:pt x="4" y="26"/>
                    <a:pt x="11" y="11"/>
                    <a:pt x="15" y="4"/>
                  </a:cubicBezTo>
                  <a:cubicBezTo>
                    <a:pt x="18" y="0"/>
                    <a:pt x="21" y="4"/>
                    <a:pt x="19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8" name="Freeform 267">
              <a:extLst>
                <a:ext uri="{FF2B5EF4-FFF2-40B4-BE49-F238E27FC236}">
                  <a16:creationId xmlns:a16="http://schemas.microsoft.com/office/drawing/2014/main" id="{56869292-6E6B-4867-9CF5-AB8B0D4B30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46826" y="12776200"/>
              <a:ext cx="52388" cy="53975"/>
            </a:xfrm>
            <a:custGeom>
              <a:avLst/>
              <a:gdLst>
                <a:gd name="T0" fmla="*/ 79 w 81"/>
                <a:gd name="T1" fmla="*/ 60 h 83"/>
                <a:gd name="T2" fmla="*/ 67 w 81"/>
                <a:gd name="T3" fmla="*/ 55 h 83"/>
                <a:gd name="T4" fmla="*/ 31 w 81"/>
                <a:gd name="T5" fmla="*/ 71 h 83"/>
                <a:gd name="T6" fmla="*/ 26 w 81"/>
                <a:gd name="T7" fmla="*/ 82 h 83"/>
                <a:gd name="T8" fmla="*/ 24 w 81"/>
                <a:gd name="T9" fmla="*/ 83 h 83"/>
                <a:gd name="T10" fmla="*/ 13 w 81"/>
                <a:gd name="T11" fmla="*/ 58 h 83"/>
                <a:gd name="T12" fmla="*/ 15 w 81"/>
                <a:gd name="T13" fmla="*/ 57 h 83"/>
                <a:gd name="T14" fmla="*/ 26 w 81"/>
                <a:gd name="T15" fmla="*/ 60 h 83"/>
                <a:gd name="T16" fmla="*/ 43 w 81"/>
                <a:gd name="T17" fmla="*/ 53 h 83"/>
                <a:gd name="T18" fmla="*/ 43 w 81"/>
                <a:gd name="T19" fmla="*/ 53 h 83"/>
                <a:gd name="T20" fmla="*/ 17 w 81"/>
                <a:gd name="T21" fmla="*/ 45 h 83"/>
                <a:gd name="T22" fmla="*/ 11 w 81"/>
                <a:gd name="T23" fmla="*/ 44 h 83"/>
                <a:gd name="T24" fmla="*/ 12 w 81"/>
                <a:gd name="T25" fmla="*/ 50 h 83"/>
                <a:gd name="T26" fmla="*/ 10 w 81"/>
                <a:gd name="T27" fmla="*/ 51 h 83"/>
                <a:gd name="T28" fmla="*/ 0 w 81"/>
                <a:gd name="T29" fmla="*/ 28 h 83"/>
                <a:gd name="T30" fmla="*/ 2 w 81"/>
                <a:gd name="T31" fmla="*/ 27 h 83"/>
                <a:gd name="T32" fmla="*/ 16 w 81"/>
                <a:gd name="T33" fmla="*/ 38 h 83"/>
                <a:gd name="T34" fmla="*/ 37 w 81"/>
                <a:gd name="T35" fmla="*/ 45 h 83"/>
                <a:gd name="T36" fmla="*/ 52 w 81"/>
                <a:gd name="T37" fmla="*/ 18 h 83"/>
                <a:gd name="T38" fmla="*/ 54 w 81"/>
                <a:gd name="T39" fmla="*/ 1 h 83"/>
                <a:gd name="T40" fmla="*/ 56 w 81"/>
                <a:gd name="T41" fmla="*/ 0 h 83"/>
                <a:gd name="T42" fmla="*/ 68 w 81"/>
                <a:gd name="T43" fmla="*/ 28 h 83"/>
                <a:gd name="T44" fmla="*/ 65 w 81"/>
                <a:gd name="T45" fmla="*/ 28 h 83"/>
                <a:gd name="T46" fmla="*/ 61 w 81"/>
                <a:gd name="T47" fmla="*/ 24 h 83"/>
                <a:gd name="T48" fmla="*/ 58 w 81"/>
                <a:gd name="T49" fmla="*/ 29 h 83"/>
                <a:gd name="T50" fmla="*/ 44 w 81"/>
                <a:gd name="T51" fmla="*/ 52 h 83"/>
                <a:gd name="T52" fmla="*/ 44 w 81"/>
                <a:gd name="T53" fmla="*/ 53 h 83"/>
                <a:gd name="T54" fmla="*/ 63 w 81"/>
                <a:gd name="T55" fmla="*/ 45 h 83"/>
                <a:gd name="T56" fmla="*/ 68 w 81"/>
                <a:gd name="T57" fmla="*/ 35 h 83"/>
                <a:gd name="T58" fmla="*/ 70 w 81"/>
                <a:gd name="T59" fmla="*/ 34 h 83"/>
                <a:gd name="T60" fmla="*/ 81 w 81"/>
                <a:gd name="T61" fmla="*/ 59 h 83"/>
                <a:gd name="T62" fmla="*/ 79 w 81"/>
                <a:gd name="T63" fmla="*/ 6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" h="83">
                  <a:moveTo>
                    <a:pt x="79" y="60"/>
                  </a:moveTo>
                  <a:cubicBezTo>
                    <a:pt x="76" y="53"/>
                    <a:pt x="74" y="52"/>
                    <a:pt x="67" y="55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4" y="74"/>
                    <a:pt x="23" y="76"/>
                    <a:pt x="26" y="82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8" y="63"/>
                    <a:pt x="19" y="63"/>
                    <a:pt x="26" y="60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5" y="44"/>
                    <a:pt x="12" y="43"/>
                    <a:pt x="11" y="44"/>
                  </a:cubicBezTo>
                  <a:cubicBezTo>
                    <a:pt x="10" y="44"/>
                    <a:pt x="11" y="46"/>
                    <a:pt x="12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5" y="34"/>
                    <a:pt x="9" y="36"/>
                    <a:pt x="16" y="3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4" y="14"/>
                    <a:pt x="57" y="8"/>
                    <a:pt x="54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5"/>
                    <a:pt x="63" y="23"/>
                    <a:pt x="61" y="24"/>
                  </a:cubicBezTo>
                  <a:cubicBezTo>
                    <a:pt x="60" y="25"/>
                    <a:pt x="59" y="26"/>
                    <a:pt x="58" y="29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70" y="42"/>
                    <a:pt x="70" y="40"/>
                    <a:pt x="68" y="35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81" y="59"/>
                    <a:pt x="81" y="59"/>
                    <a:pt x="81" y="59"/>
                  </a:cubicBezTo>
                  <a:lnTo>
                    <a:pt x="79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9" name="Freeform 268">
              <a:extLst>
                <a:ext uri="{FF2B5EF4-FFF2-40B4-BE49-F238E27FC236}">
                  <a16:creationId xmlns:a16="http://schemas.microsoft.com/office/drawing/2014/main" id="{5073385F-1F8D-4A82-8779-DB025E8C01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46826" y="12776200"/>
              <a:ext cx="52388" cy="53975"/>
            </a:xfrm>
            <a:custGeom>
              <a:avLst/>
              <a:gdLst>
                <a:gd name="T0" fmla="*/ 15 w 81"/>
                <a:gd name="T1" fmla="*/ 57 h 84"/>
                <a:gd name="T2" fmla="*/ 20 w 81"/>
                <a:gd name="T3" fmla="*/ 62 h 84"/>
                <a:gd name="T4" fmla="*/ 43 w 81"/>
                <a:gd name="T5" fmla="*/ 53 h 84"/>
                <a:gd name="T6" fmla="*/ 12 w 81"/>
                <a:gd name="T7" fmla="*/ 44 h 84"/>
                <a:gd name="T8" fmla="*/ 11 w 81"/>
                <a:gd name="T9" fmla="*/ 45 h 84"/>
                <a:gd name="T10" fmla="*/ 13 w 81"/>
                <a:gd name="T11" fmla="*/ 50 h 84"/>
                <a:gd name="T12" fmla="*/ 0 w 81"/>
                <a:gd name="T13" fmla="*/ 28 h 84"/>
                <a:gd name="T14" fmla="*/ 3 w 81"/>
                <a:gd name="T15" fmla="*/ 27 h 84"/>
                <a:gd name="T16" fmla="*/ 37 w 81"/>
                <a:gd name="T17" fmla="*/ 45 h 84"/>
                <a:gd name="T18" fmla="*/ 55 w 81"/>
                <a:gd name="T19" fmla="*/ 8 h 84"/>
                <a:gd name="T20" fmla="*/ 53 w 81"/>
                <a:gd name="T21" fmla="*/ 1 h 84"/>
                <a:gd name="T22" fmla="*/ 68 w 81"/>
                <a:gd name="T23" fmla="*/ 28 h 84"/>
                <a:gd name="T24" fmla="*/ 65 w 81"/>
                <a:gd name="T25" fmla="*/ 29 h 84"/>
                <a:gd name="T26" fmla="*/ 61 w 81"/>
                <a:gd name="T27" fmla="*/ 24 h 84"/>
                <a:gd name="T28" fmla="*/ 45 w 81"/>
                <a:gd name="T29" fmla="*/ 52 h 84"/>
                <a:gd name="T30" fmla="*/ 69 w 81"/>
                <a:gd name="T31" fmla="*/ 39 h 84"/>
                <a:gd name="T32" fmla="*/ 68 w 81"/>
                <a:gd name="T33" fmla="*/ 34 h 84"/>
                <a:gd name="T34" fmla="*/ 81 w 81"/>
                <a:gd name="T35" fmla="*/ 59 h 84"/>
                <a:gd name="T36" fmla="*/ 79 w 81"/>
                <a:gd name="T37" fmla="*/ 60 h 84"/>
                <a:gd name="T38" fmla="*/ 73 w 81"/>
                <a:gd name="T39" fmla="*/ 54 h 84"/>
                <a:gd name="T40" fmla="*/ 31 w 81"/>
                <a:gd name="T41" fmla="*/ 71 h 84"/>
                <a:gd name="T42" fmla="*/ 26 w 81"/>
                <a:gd name="T43" fmla="*/ 82 h 84"/>
                <a:gd name="T44" fmla="*/ 24 w 81"/>
                <a:gd name="T45" fmla="*/ 84 h 84"/>
                <a:gd name="T46" fmla="*/ 14 w 81"/>
                <a:gd name="T47" fmla="*/ 58 h 84"/>
                <a:gd name="T48" fmla="*/ 26 w 81"/>
                <a:gd name="T49" fmla="*/ 82 h 84"/>
                <a:gd name="T50" fmla="*/ 31 w 81"/>
                <a:gd name="T51" fmla="*/ 71 h 84"/>
                <a:gd name="T52" fmla="*/ 73 w 81"/>
                <a:gd name="T53" fmla="*/ 53 h 84"/>
                <a:gd name="T54" fmla="*/ 81 w 81"/>
                <a:gd name="T55" fmla="*/ 59 h 84"/>
                <a:gd name="T56" fmla="*/ 68 w 81"/>
                <a:gd name="T57" fmla="*/ 35 h 84"/>
                <a:gd name="T58" fmla="*/ 63 w 81"/>
                <a:gd name="T59" fmla="*/ 45 h 84"/>
                <a:gd name="T60" fmla="*/ 44 w 81"/>
                <a:gd name="T61" fmla="*/ 53 h 84"/>
                <a:gd name="T62" fmla="*/ 57 w 81"/>
                <a:gd name="T63" fmla="*/ 29 h 84"/>
                <a:gd name="T64" fmla="*/ 62 w 81"/>
                <a:gd name="T65" fmla="*/ 24 h 84"/>
                <a:gd name="T66" fmla="*/ 67 w 81"/>
                <a:gd name="T67" fmla="*/ 27 h 84"/>
                <a:gd name="T68" fmla="*/ 54 w 81"/>
                <a:gd name="T69" fmla="*/ 1 h 84"/>
                <a:gd name="T70" fmla="*/ 52 w 81"/>
                <a:gd name="T71" fmla="*/ 18 h 84"/>
                <a:gd name="T72" fmla="*/ 16 w 81"/>
                <a:gd name="T73" fmla="*/ 39 h 84"/>
                <a:gd name="T74" fmla="*/ 1 w 81"/>
                <a:gd name="T75" fmla="*/ 28 h 84"/>
                <a:gd name="T76" fmla="*/ 12 w 81"/>
                <a:gd name="T77" fmla="*/ 50 h 84"/>
                <a:gd name="T78" fmla="*/ 11 w 81"/>
                <a:gd name="T79" fmla="*/ 43 h 84"/>
                <a:gd name="T80" fmla="*/ 17 w 81"/>
                <a:gd name="T81" fmla="*/ 45 h 84"/>
                <a:gd name="T82" fmla="*/ 44 w 81"/>
                <a:gd name="T83" fmla="*/ 53 h 84"/>
                <a:gd name="T84" fmla="*/ 26 w 81"/>
                <a:gd name="T85" fmla="*/ 61 h 84"/>
                <a:gd name="T86" fmla="*/ 15 w 81"/>
                <a:gd name="T87" fmla="*/ 58 h 84"/>
                <a:gd name="T88" fmla="*/ 79 w 81"/>
                <a:gd name="T89" fmla="*/ 6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1" h="84">
                  <a:moveTo>
                    <a:pt x="13" y="58"/>
                  </a:moveTo>
                  <a:cubicBezTo>
                    <a:pt x="15" y="57"/>
                    <a:pt x="15" y="57"/>
                    <a:pt x="15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60"/>
                    <a:pt x="18" y="62"/>
                    <a:pt x="20" y="62"/>
                  </a:cubicBezTo>
                  <a:cubicBezTo>
                    <a:pt x="22" y="62"/>
                    <a:pt x="24" y="61"/>
                    <a:pt x="26" y="60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3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4"/>
                    <a:pt x="11" y="44"/>
                    <a:pt x="11" y="45"/>
                  </a:cubicBezTo>
                  <a:cubicBezTo>
                    <a:pt x="11" y="46"/>
                    <a:pt x="12" y="48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6" y="34"/>
                    <a:pt x="9" y="36"/>
                    <a:pt x="17" y="3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5"/>
                    <a:pt x="55" y="12"/>
                    <a:pt x="55" y="8"/>
                  </a:cubicBezTo>
                  <a:cubicBezTo>
                    <a:pt x="55" y="5"/>
                    <a:pt x="54" y="3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6"/>
                    <a:pt x="63" y="24"/>
                    <a:pt x="62" y="24"/>
                  </a:cubicBezTo>
                  <a:cubicBezTo>
                    <a:pt x="62" y="24"/>
                    <a:pt x="61" y="24"/>
                    <a:pt x="61" y="24"/>
                  </a:cubicBezTo>
                  <a:cubicBezTo>
                    <a:pt x="60" y="25"/>
                    <a:pt x="59" y="26"/>
                    <a:pt x="58" y="29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7" y="42"/>
                    <a:pt x="69" y="41"/>
                    <a:pt x="69" y="39"/>
                  </a:cubicBezTo>
                  <a:cubicBezTo>
                    <a:pt x="69" y="38"/>
                    <a:pt x="69" y="36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7" y="56"/>
                    <a:pt x="75" y="54"/>
                    <a:pt x="73" y="54"/>
                  </a:cubicBezTo>
                  <a:cubicBezTo>
                    <a:pt x="72" y="54"/>
                    <a:pt x="70" y="54"/>
                    <a:pt x="68" y="55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6" y="73"/>
                    <a:pt x="25" y="74"/>
                    <a:pt x="25" y="77"/>
                  </a:cubicBezTo>
                  <a:cubicBezTo>
                    <a:pt x="25" y="78"/>
                    <a:pt x="25" y="80"/>
                    <a:pt x="26" y="82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4" y="84"/>
                    <a:pt x="24" y="84"/>
                    <a:pt x="24" y="84"/>
                  </a:cubicBezTo>
                  <a:lnTo>
                    <a:pt x="13" y="58"/>
                  </a:lnTo>
                  <a:close/>
                  <a:moveTo>
                    <a:pt x="14" y="58"/>
                  </a:moveTo>
                  <a:cubicBezTo>
                    <a:pt x="24" y="83"/>
                    <a:pt x="24" y="83"/>
                    <a:pt x="24" y="83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5" y="80"/>
                    <a:pt x="24" y="78"/>
                    <a:pt x="24" y="77"/>
                  </a:cubicBezTo>
                  <a:cubicBezTo>
                    <a:pt x="24" y="74"/>
                    <a:pt x="26" y="72"/>
                    <a:pt x="31" y="71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0" y="54"/>
                    <a:pt x="71" y="53"/>
                    <a:pt x="73" y="53"/>
                  </a:cubicBezTo>
                  <a:cubicBezTo>
                    <a:pt x="76" y="53"/>
                    <a:pt x="77" y="55"/>
                    <a:pt x="79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36"/>
                    <a:pt x="70" y="38"/>
                    <a:pt x="70" y="39"/>
                  </a:cubicBezTo>
                  <a:cubicBezTo>
                    <a:pt x="70" y="42"/>
                    <a:pt x="68" y="43"/>
                    <a:pt x="63" y="4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9" y="26"/>
                    <a:pt x="60" y="24"/>
                    <a:pt x="61" y="24"/>
                  </a:cubicBezTo>
                  <a:cubicBezTo>
                    <a:pt x="61" y="24"/>
                    <a:pt x="61" y="24"/>
                    <a:pt x="62" y="24"/>
                  </a:cubicBezTo>
                  <a:cubicBezTo>
                    <a:pt x="63" y="24"/>
                    <a:pt x="65" y="26"/>
                    <a:pt x="66" y="28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5" y="3"/>
                    <a:pt x="55" y="6"/>
                    <a:pt x="55" y="8"/>
                  </a:cubicBezTo>
                  <a:cubicBezTo>
                    <a:pt x="55" y="12"/>
                    <a:pt x="54" y="15"/>
                    <a:pt x="52" y="1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9" y="36"/>
                    <a:pt x="5" y="34"/>
                    <a:pt x="2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1" y="48"/>
                    <a:pt x="10" y="46"/>
                    <a:pt x="10" y="45"/>
                  </a:cubicBezTo>
                  <a:cubicBezTo>
                    <a:pt x="10" y="44"/>
                    <a:pt x="11" y="44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4" y="43"/>
                    <a:pt x="16" y="44"/>
                    <a:pt x="17" y="45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8" y="62"/>
                    <a:pt x="17" y="61"/>
                    <a:pt x="15" y="58"/>
                  </a:cubicBezTo>
                  <a:lnTo>
                    <a:pt x="14" y="58"/>
                  </a:lnTo>
                  <a:close/>
                  <a:moveTo>
                    <a:pt x="79" y="60"/>
                  </a:moveTo>
                  <a:cubicBezTo>
                    <a:pt x="79" y="60"/>
                    <a:pt x="79" y="60"/>
                    <a:pt x="79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0" name="Freeform 269">
              <a:extLst>
                <a:ext uri="{FF2B5EF4-FFF2-40B4-BE49-F238E27FC236}">
                  <a16:creationId xmlns:a16="http://schemas.microsoft.com/office/drawing/2014/main" id="{1297C166-CC22-4D7D-9162-D4AEDFEBDF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34126" y="12741275"/>
              <a:ext cx="46038" cy="44450"/>
            </a:xfrm>
            <a:custGeom>
              <a:avLst/>
              <a:gdLst>
                <a:gd name="T0" fmla="*/ 43 w 74"/>
                <a:gd name="T1" fmla="*/ 2 h 70"/>
                <a:gd name="T2" fmla="*/ 70 w 74"/>
                <a:gd name="T3" fmla="*/ 21 h 70"/>
                <a:gd name="T4" fmla="*/ 56 w 74"/>
                <a:gd name="T5" fmla="*/ 51 h 70"/>
                <a:gd name="T6" fmla="*/ 26 w 74"/>
                <a:gd name="T7" fmla="*/ 59 h 70"/>
                <a:gd name="T8" fmla="*/ 20 w 74"/>
                <a:gd name="T9" fmla="*/ 69 h 70"/>
                <a:gd name="T10" fmla="*/ 18 w 74"/>
                <a:gd name="T11" fmla="*/ 70 h 70"/>
                <a:gd name="T12" fmla="*/ 10 w 74"/>
                <a:gd name="T13" fmla="*/ 42 h 70"/>
                <a:gd name="T14" fmla="*/ 12 w 74"/>
                <a:gd name="T15" fmla="*/ 41 h 70"/>
                <a:gd name="T16" fmla="*/ 23 w 74"/>
                <a:gd name="T17" fmla="*/ 48 h 70"/>
                <a:gd name="T18" fmla="*/ 53 w 74"/>
                <a:gd name="T19" fmla="*/ 40 h 70"/>
                <a:gd name="T20" fmla="*/ 65 w 74"/>
                <a:gd name="T21" fmla="*/ 21 h 70"/>
                <a:gd name="T22" fmla="*/ 45 w 74"/>
                <a:gd name="T23" fmla="*/ 10 h 70"/>
                <a:gd name="T24" fmla="*/ 15 w 74"/>
                <a:gd name="T25" fmla="*/ 18 h 70"/>
                <a:gd name="T26" fmla="*/ 9 w 74"/>
                <a:gd name="T27" fmla="*/ 29 h 70"/>
                <a:gd name="T28" fmla="*/ 7 w 74"/>
                <a:gd name="T29" fmla="*/ 29 h 70"/>
                <a:gd name="T30" fmla="*/ 0 w 74"/>
                <a:gd name="T31" fmla="*/ 5 h 70"/>
                <a:gd name="T32" fmla="*/ 2 w 74"/>
                <a:gd name="T33" fmla="*/ 4 h 70"/>
                <a:gd name="T34" fmla="*/ 13 w 74"/>
                <a:gd name="T35" fmla="*/ 11 h 70"/>
                <a:gd name="T36" fmla="*/ 43 w 74"/>
                <a:gd name="T3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70">
                  <a:moveTo>
                    <a:pt x="43" y="2"/>
                  </a:moveTo>
                  <a:cubicBezTo>
                    <a:pt x="53" y="0"/>
                    <a:pt x="64" y="1"/>
                    <a:pt x="70" y="21"/>
                  </a:cubicBezTo>
                  <a:cubicBezTo>
                    <a:pt x="74" y="39"/>
                    <a:pt x="69" y="47"/>
                    <a:pt x="56" y="5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19" y="61"/>
                    <a:pt x="18" y="62"/>
                    <a:pt x="20" y="69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4" y="48"/>
                    <a:pt x="16" y="50"/>
                    <a:pt x="23" y="48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62" y="37"/>
                    <a:pt x="69" y="34"/>
                    <a:pt x="65" y="21"/>
                  </a:cubicBezTo>
                  <a:cubicBezTo>
                    <a:pt x="62" y="9"/>
                    <a:pt x="56" y="7"/>
                    <a:pt x="45" y="10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8" y="20"/>
                    <a:pt x="7" y="22"/>
                    <a:pt x="9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11"/>
                    <a:pt x="6" y="12"/>
                    <a:pt x="13" y="11"/>
                  </a:cubicBezTo>
                  <a:lnTo>
                    <a:pt x="4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1" name="Freeform 270">
              <a:extLst>
                <a:ext uri="{FF2B5EF4-FFF2-40B4-BE49-F238E27FC236}">
                  <a16:creationId xmlns:a16="http://schemas.microsoft.com/office/drawing/2014/main" id="{0C99FDA7-3C72-4486-9B9E-0E2F92AB2E5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34126" y="12741275"/>
              <a:ext cx="46038" cy="44450"/>
            </a:xfrm>
            <a:custGeom>
              <a:avLst/>
              <a:gdLst>
                <a:gd name="T0" fmla="*/ 10 w 72"/>
                <a:gd name="T1" fmla="*/ 41 h 69"/>
                <a:gd name="T2" fmla="*/ 12 w 72"/>
                <a:gd name="T3" fmla="*/ 40 h 69"/>
                <a:gd name="T4" fmla="*/ 13 w 72"/>
                <a:gd name="T5" fmla="*/ 40 h 69"/>
                <a:gd name="T6" fmla="*/ 18 w 72"/>
                <a:gd name="T7" fmla="*/ 47 h 69"/>
                <a:gd name="T8" fmla="*/ 23 w 72"/>
                <a:gd name="T9" fmla="*/ 46 h 69"/>
                <a:gd name="T10" fmla="*/ 53 w 72"/>
                <a:gd name="T11" fmla="*/ 38 h 69"/>
                <a:gd name="T12" fmla="*/ 66 w 72"/>
                <a:gd name="T13" fmla="*/ 26 h 69"/>
                <a:gd name="T14" fmla="*/ 65 w 72"/>
                <a:gd name="T15" fmla="*/ 20 h 69"/>
                <a:gd name="T16" fmla="*/ 53 w 72"/>
                <a:gd name="T17" fmla="*/ 8 h 69"/>
                <a:gd name="T18" fmla="*/ 45 w 72"/>
                <a:gd name="T19" fmla="*/ 9 h 69"/>
                <a:gd name="T20" fmla="*/ 15 w 72"/>
                <a:gd name="T21" fmla="*/ 17 h 69"/>
                <a:gd name="T22" fmla="*/ 8 w 72"/>
                <a:gd name="T23" fmla="*/ 23 h 69"/>
                <a:gd name="T24" fmla="*/ 9 w 72"/>
                <a:gd name="T25" fmla="*/ 28 h 69"/>
                <a:gd name="T26" fmla="*/ 9 w 72"/>
                <a:gd name="T27" fmla="*/ 28 h 69"/>
                <a:gd name="T28" fmla="*/ 6 w 72"/>
                <a:gd name="T29" fmla="*/ 29 h 69"/>
                <a:gd name="T30" fmla="*/ 0 w 72"/>
                <a:gd name="T31" fmla="*/ 4 h 69"/>
                <a:gd name="T32" fmla="*/ 3 w 72"/>
                <a:gd name="T33" fmla="*/ 3 h 69"/>
                <a:gd name="T34" fmla="*/ 3 w 72"/>
                <a:gd name="T35" fmla="*/ 3 h 69"/>
                <a:gd name="T36" fmla="*/ 8 w 72"/>
                <a:gd name="T37" fmla="*/ 10 h 69"/>
                <a:gd name="T38" fmla="*/ 13 w 72"/>
                <a:gd name="T39" fmla="*/ 9 h 69"/>
                <a:gd name="T40" fmla="*/ 43 w 72"/>
                <a:gd name="T41" fmla="*/ 1 h 69"/>
                <a:gd name="T42" fmla="*/ 51 w 72"/>
                <a:gd name="T43" fmla="*/ 0 h 69"/>
                <a:gd name="T44" fmla="*/ 70 w 72"/>
                <a:gd name="T45" fmla="*/ 20 h 69"/>
                <a:gd name="T46" fmla="*/ 72 w 72"/>
                <a:gd name="T47" fmla="*/ 31 h 69"/>
                <a:gd name="T48" fmla="*/ 56 w 72"/>
                <a:gd name="T49" fmla="*/ 50 h 69"/>
                <a:gd name="T50" fmla="*/ 26 w 72"/>
                <a:gd name="T51" fmla="*/ 58 h 69"/>
                <a:gd name="T52" fmla="*/ 19 w 72"/>
                <a:gd name="T53" fmla="*/ 64 h 69"/>
                <a:gd name="T54" fmla="*/ 20 w 72"/>
                <a:gd name="T55" fmla="*/ 68 h 69"/>
                <a:gd name="T56" fmla="*/ 20 w 72"/>
                <a:gd name="T57" fmla="*/ 69 h 69"/>
                <a:gd name="T58" fmla="*/ 17 w 72"/>
                <a:gd name="T59" fmla="*/ 69 h 69"/>
                <a:gd name="T60" fmla="*/ 10 w 72"/>
                <a:gd name="T61" fmla="*/ 41 h 69"/>
                <a:gd name="T62" fmla="*/ 10 w 72"/>
                <a:gd name="T63" fmla="*/ 41 h 69"/>
                <a:gd name="T64" fmla="*/ 18 w 72"/>
                <a:gd name="T65" fmla="*/ 69 h 69"/>
                <a:gd name="T66" fmla="*/ 19 w 72"/>
                <a:gd name="T67" fmla="*/ 68 h 69"/>
                <a:gd name="T68" fmla="*/ 19 w 72"/>
                <a:gd name="T69" fmla="*/ 64 h 69"/>
                <a:gd name="T70" fmla="*/ 26 w 72"/>
                <a:gd name="T71" fmla="*/ 57 h 69"/>
                <a:gd name="T72" fmla="*/ 56 w 72"/>
                <a:gd name="T73" fmla="*/ 49 h 69"/>
                <a:gd name="T74" fmla="*/ 71 w 72"/>
                <a:gd name="T75" fmla="*/ 31 h 69"/>
                <a:gd name="T76" fmla="*/ 69 w 72"/>
                <a:gd name="T77" fmla="*/ 20 h 69"/>
                <a:gd name="T78" fmla="*/ 51 w 72"/>
                <a:gd name="T79" fmla="*/ 1 h 69"/>
                <a:gd name="T80" fmla="*/ 43 w 72"/>
                <a:gd name="T81" fmla="*/ 2 h 69"/>
                <a:gd name="T82" fmla="*/ 13 w 72"/>
                <a:gd name="T83" fmla="*/ 10 h 69"/>
                <a:gd name="T84" fmla="*/ 8 w 72"/>
                <a:gd name="T85" fmla="*/ 11 h 69"/>
                <a:gd name="T86" fmla="*/ 2 w 72"/>
                <a:gd name="T87" fmla="*/ 4 h 69"/>
                <a:gd name="T88" fmla="*/ 0 w 72"/>
                <a:gd name="T89" fmla="*/ 4 h 69"/>
                <a:gd name="T90" fmla="*/ 7 w 72"/>
                <a:gd name="T91" fmla="*/ 28 h 69"/>
                <a:gd name="T92" fmla="*/ 8 w 72"/>
                <a:gd name="T93" fmla="*/ 27 h 69"/>
                <a:gd name="T94" fmla="*/ 8 w 72"/>
                <a:gd name="T95" fmla="*/ 23 h 69"/>
                <a:gd name="T96" fmla="*/ 15 w 72"/>
                <a:gd name="T97" fmla="*/ 17 h 69"/>
                <a:gd name="T98" fmla="*/ 45 w 72"/>
                <a:gd name="T99" fmla="*/ 8 h 69"/>
                <a:gd name="T100" fmla="*/ 53 w 72"/>
                <a:gd name="T101" fmla="*/ 7 h 69"/>
                <a:gd name="T102" fmla="*/ 65 w 72"/>
                <a:gd name="T103" fmla="*/ 20 h 69"/>
                <a:gd name="T104" fmla="*/ 66 w 72"/>
                <a:gd name="T105" fmla="*/ 26 h 69"/>
                <a:gd name="T106" fmla="*/ 53 w 72"/>
                <a:gd name="T107" fmla="*/ 39 h 69"/>
                <a:gd name="T108" fmla="*/ 23 w 72"/>
                <a:gd name="T109" fmla="*/ 47 h 69"/>
                <a:gd name="T110" fmla="*/ 18 w 72"/>
                <a:gd name="T111" fmla="*/ 48 h 69"/>
                <a:gd name="T112" fmla="*/ 12 w 72"/>
                <a:gd name="T113" fmla="*/ 41 h 69"/>
                <a:gd name="T114" fmla="*/ 10 w 72"/>
                <a:gd name="T115" fmla="*/ 4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69">
                  <a:moveTo>
                    <a:pt x="10" y="41"/>
                  </a:moveTo>
                  <a:cubicBezTo>
                    <a:pt x="12" y="40"/>
                    <a:pt x="12" y="40"/>
                    <a:pt x="12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4" y="45"/>
                    <a:pt x="15" y="47"/>
                    <a:pt x="18" y="47"/>
                  </a:cubicBezTo>
                  <a:cubicBezTo>
                    <a:pt x="19" y="47"/>
                    <a:pt x="21" y="47"/>
                    <a:pt x="23" y="4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60" y="36"/>
                    <a:pt x="66" y="34"/>
                    <a:pt x="66" y="26"/>
                  </a:cubicBezTo>
                  <a:cubicBezTo>
                    <a:pt x="66" y="24"/>
                    <a:pt x="65" y="22"/>
                    <a:pt x="65" y="20"/>
                  </a:cubicBezTo>
                  <a:cubicBezTo>
                    <a:pt x="62" y="11"/>
                    <a:pt x="59" y="8"/>
                    <a:pt x="53" y="8"/>
                  </a:cubicBezTo>
                  <a:cubicBezTo>
                    <a:pt x="50" y="8"/>
                    <a:pt x="48" y="8"/>
                    <a:pt x="45" y="9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0" y="19"/>
                    <a:pt x="8" y="20"/>
                    <a:pt x="8" y="23"/>
                  </a:cubicBezTo>
                  <a:cubicBezTo>
                    <a:pt x="8" y="24"/>
                    <a:pt x="9" y="26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8"/>
                    <a:pt x="5" y="10"/>
                    <a:pt x="8" y="10"/>
                  </a:cubicBezTo>
                  <a:cubicBezTo>
                    <a:pt x="9" y="10"/>
                    <a:pt x="11" y="10"/>
                    <a:pt x="13" y="9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5" y="1"/>
                    <a:pt x="48" y="0"/>
                    <a:pt x="51" y="0"/>
                  </a:cubicBezTo>
                  <a:cubicBezTo>
                    <a:pt x="58" y="0"/>
                    <a:pt x="66" y="5"/>
                    <a:pt x="70" y="20"/>
                  </a:cubicBezTo>
                  <a:cubicBezTo>
                    <a:pt x="71" y="24"/>
                    <a:pt x="72" y="28"/>
                    <a:pt x="72" y="31"/>
                  </a:cubicBezTo>
                  <a:cubicBezTo>
                    <a:pt x="72" y="42"/>
                    <a:pt x="66" y="47"/>
                    <a:pt x="56" y="50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1" y="59"/>
                    <a:pt x="19" y="61"/>
                    <a:pt x="19" y="64"/>
                  </a:cubicBezTo>
                  <a:cubicBezTo>
                    <a:pt x="19" y="65"/>
                    <a:pt x="20" y="66"/>
                    <a:pt x="20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17" y="69"/>
                    <a:pt x="17" y="69"/>
                    <a:pt x="17" y="69"/>
                  </a:cubicBezTo>
                  <a:lnTo>
                    <a:pt x="10" y="41"/>
                  </a:lnTo>
                  <a:close/>
                  <a:moveTo>
                    <a:pt x="10" y="41"/>
                  </a:moveTo>
                  <a:cubicBezTo>
                    <a:pt x="18" y="69"/>
                    <a:pt x="18" y="69"/>
                    <a:pt x="18" y="69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6"/>
                    <a:pt x="19" y="65"/>
                    <a:pt x="19" y="64"/>
                  </a:cubicBezTo>
                  <a:cubicBezTo>
                    <a:pt x="19" y="60"/>
                    <a:pt x="21" y="59"/>
                    <a:pt x="26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66" y="47"/>
                    <a:pt x="71" y="41"/>
                    <a:pt x="71" y="31"/>
                  </a:cubicBezTo>
                  <a:cubicBezTo>
                    <a:pt x="71" y="28"/>
                    <a:pt x="70" y="24"/>
                    <a:pt x="69" y="20"/>
                  </a:cubicBezTo>
                  <a:cubicBezTo>
                    <a:pt x="65" y="5"/>
                    <a:pt x="58" y="1"/>
                    <a:pt x="51" y="1"/>
                  </a:cubicBezTo>
                  <a:cubicBezTo>
                    <a:pt x="48" y="1"/>
                    <a:pt x="46" y="1"/>
                    <a:pt x="43" y="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"/>
                    <a:pt x="10" y="11"/>
                    <a:pt x="8" y="11"/>
                  </a:cubicBezTo>
                  <a:cubicBezTo>
                    <a:pt x="5" y="11"/>
                    <a:pt x="3" y="9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8" y="19"/>
                    <a:pt x="10" y="18"/>
                    <a:pt x="15" y="1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8" y="8"/>
                    <a:pt x="50" y="7"/>
                    <a:pt x="53" y="7"/>
                  </a:cubicBezTo>
                  <a:cubicBezTo>
                    <a:pt x="59" y="7"/>
                    <a:pt x="63" y="11"/>
                    <a:pt x="65" y="20"/>
                  </a:cubicBezTo>
                  <a:cubicBezTo>
                    <a:pt x="66" y="22"/>
                    <a:pt x="66" y="24"/>
                    <a:pt x="66" y="26"/>
                  </a:cubicBezTo>
                  <a:cubicBezTo>
                    <a:pt x="66" y="34"/>
                    <a:pt x="60" y="37"/>
                    <a:pt x="53" y="39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1" y="47"/>
                    <a:pt x="19" y="48"/>
                    <a:pt x="18" y="48"/>
                  </a:cubicBezTo>
                  <a:cubicBezTo>
                    <a:pt x="15" y="48"/>
                    <a:pt x="13" y="46"/>
                    <a:pt x="12" y="41"/>
                  </a:cubicBezTo>
                  <a:lnTo>
                    <a:pt x="10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2" name="Freeform 271">
              <a:extLst>
                <a:ext uri="{FF2B5EF4-FFF2-40B4-BE49-F238E27FC236}">
                  <a16:creationId xmlns:a16="http://schemas.microsoft.com/office/drawing/2014/main" id="{6EB2D6A7-55D5-469A-9C8B-FA815D5736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26188" y="12690475"/>
              <a:ext cx="44450" cy="42862"/>
            </a:xfrm>
            <a:custGeom>
              <a:avLst/>
              <a:gdLst>
                <a:gd name="T0" fmla="*/ 67 w 70"/>
                <a:gd name="T1" fmla="*/ 61 h 68"/>
                <a:gd name="T2" fmla="*/ 58 w 70"/>
                <a:gd name="T3" fmla="*/ 54 h 68"/>
                <a:gd name="T4" fmla="*/ 18 w 70"/>
                <a:gd name="T5" fmla="*/ 58 h 68"/>
                <a:gd name="T6" fmla="*/ 10 w 70"/>
                <a:gd name="T7" fmla="*/ 68 h 68"/>
                <a:gd name="T8" fmla="*/ 8 w 70"/>
                <a:gd name="T9" fmla="*/ 68 h 68"/>
                <a:gd name="T10" fmla="*/ 6 w 70"/>
                <a:gd name="T11" fmla="*/ 48 h 68"/>
                <a:gd name="T12" fmla="*/ 52 w 70"/>
                <a:gd name="T13" fmla="*/ 10 h 68"/>
                <a:gd name="T14" fmla="*/ 52 w 70"/>
                <a:gd name="T15" fmla="*/ 10 h 68"/>
                <a:gd name="T16" fmla="*/ 13 w 70"/>
                <a:gd name="T17" fmla="*/ 14 h 68"/>
                <a:gd name="T18" fmla="*/ 5 w 70"/>
                <a:gd name="T19" fmla="*/ 24 h 68"/>
                <a:gd name="T20" fmla="*/ 3 w 70"/>
                <a:gd name="T21" fmla="*/ 24 h 68"/>
                <a:gd name="T22" fmla="*/ 0 w 70"/>
                <a:gd name="T23" fmla="*/ 0 h 68"/>
                <a:gd name="T24" fmla="*/ 3 w 70"/>
                <a:gd name="T25" fmla="*/ 0 h 68"/>
                <a:gd name="T26" fmla="*/ 12 w 70"/>
                <a:gd name="T27" fmla="*/ 8 h 68"/>
                <a:gd name="T28" fmla="*/ 63 w 70"/>
                <a:gd name="T29" fmla="*/ 2 h 68"/>
                <a:gd name="T30" fmla="*/ 64 w 70"/>
                <a:gd name="T31" fmla="*/ 12 h 68"/>
                <a:gd name="T32" fmla="*/ 16 w 70"/>
                <a:gd name="T33" fmla="*/ 52 h 68"/>
                <a:gd name="T34" fmla="*/ 16 w 70"/>
                <a:gd name="T35" fmla="*/ 52 h 68"/>
                <a:gd name="T36" fmla="*/ 57 w 70"/>
                <a:gd name="T37" fmla="*/ 47 h 68"/>
                <a:gd name="T38" fmla="*/ 65 w 70"/>
                <a:gd name="T39" fmla="*/ 37 h 68"/>
                <a:gd name="T40" fmla="*/ 67 w 70"/>
                <a:gd name="T41" fmla="*/ 37 h 68"/>
                <a:gd name="T42" fmla="*/ 70 w 70"/>
                <a:gd name="T43" fmla="*/ 61 h 68"/>
                <a:gd name="T44" fmla="*/ 67 w 70"/>
                <a:gd name="T45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" h="68">
                  <a:moveTo>
                    <a:pt x="67" y="61"/>
                  </a:moveTo>
                  <a:cubicBezTo>
                    <a:pt x="67" y="54"/>
                    <a:pt x="65" y="53"/>
                    <a:pt x="58" y="54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1" y="59"/>
                    <a:pt x="10" y="61"/>
                    <a:pt x="10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6" y="15"/>
                    <a:pt x="5" y="17"/>
                    <a:pt x="5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8"/>
                    <a:pt x="5" y="9"/>
                    <a:pt x="12" y="8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64" y="46"/>
                    <a:pt x="66" y="45"/>
                    <a:pt x="65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70" y="61"/>
                    <a:pt x="70" y="61"/>
                    <a:pt x="70" y="61"/>
                  </a:cubicBezTo>
                  <a:lnTo>
                    <a:pt x="67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3" name="Freeform 272">
              <a:extLst>
                <a:ext uri="{FF2B5EF4-FFF2-40B4-BE49-F238E27FC236}">
                  <a16:creationId xmlns:a16="http://schemas.microsoft.com/office/drawing/2014/main" id="{CC355D15-01F6-472E-856D-1380B8637EB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26188" y="12690475"/>
              <a:ext cx="44450" cy="44450"/>
            </a:xfrm>
            <a:custGeom>
              <a:avLst/>
              <a:gdLst>
                <a:gd name="T0" fmla="*/ 51 w 70"/>
                <a:gd name="T1" fmla="*/ 10 h 69"/>
                <a:gd name="T2" fmla="*/ 6 w 70"/>
                <a:gd name="T3" fmla="*/ 21 h 69"/>
                <a:gd name="T4" fmla="*/ 6 w 70"/>
                <a:gd name="T5" fmla="*/ 24 h 69"/>
                <a:gd name="T6" fmla="*/ 0 w 70"/>
                <a:gd name="T7" fmla="*/ 0 h 69"/>
                <a:gd name="T8" fmla="*/ 3 w 70"/>
                <a:gd name="T9" fmla="*/ 0 h 69"/>
                <a:gd name="T10" fmla="*/ 12 w 70"/>
                <a:gd name="T11" fmla="*/ 8 h 69"/>
                <a:gd name="T12" fmla="*/ 64 w 70"/>
                <a:gd name="T13" fmla="*/ 12 h 69"/>
                <a:gd name="T14" fmla="*/ 57 w 70"/>
                <a:gd name="T15" fmla="*/ 47 h 69"/>
                <a:gd name="T16" fmla="*/ 64 w 70"/>
                <a:gd name="T17" fmla="*/ 37 h 69"/>
                <a:gd name="T18" fmla="*/ 67 w 70"/>
                <a:gd name="T19" fmla="*/ 37 h 69"/>
                <a:gd name="T20" fmla="*/ 68 w 70"/>
                <a:gd name="T21" fmla="*/ 62 h 69"/>
                <a:gd name="T22" fmla="*/ 67 w 70"/>
                <a:gd name="T23" fmla="*/ 61 h 69"/>
                <a:gd name="T24" fmla="*/ 58 w 70"/>
                <a:gd name="T25" fmla="*/ 54 h 69"/>
                <a:gd name="T26" fmla="*/ 11 w 70"/>
                <a:gd name="T27" fmla="*/ 65 h 69"/>
                <a:gd name="T28" fmla="*/ 11 w 70"/>
                <a:gd name="T29" fmla="*/ 68 h 69"/>
                <a:gd name="T30" fmla="*/ 5 w 70"/>
                <a:gd name="T31" fmla="*/ 48 h 69"/>
                <a:gd name="T32" fmla="*/ 52 w 70"/>
                <a:gd name="T33" fmla="*/ 10 h 69"/>
                <a:gd name="T34" fmla="*/ 8 w 70"/>
                <a:gd name="T35" fmla="*/ 68 h 69"/>
                <a:gd name="T36" fmla="*/ 10 w 70"/>
                <a:gd name="T37" fmla="*/ 65 h 69"/>
                <a:gd name="T38" fmla="*/ 58 w 70"/>
                <a:gd name="T39" fmla="*/ 53 h 69"/>
                <a:gd name="T40" fmla="*/ 68 w 70"/>
                <a:gd name="T41" fmla="*/ 61 h 69"/>
                <a:gd name="T42" fmla="*/ 67 w 70"/>
                <a:gd name="T43" fmla="*/ 37 h 69"/>
                <a:gd name="T44" fmla="*/ 65 w 70"/>
                <a:gd name="T45" fmla="*/ 41 h 69"/>
                <a:gd name="T46" fmla="*/ 15 w 70"/>
                <a:gd name="T47" fmla="*/ 52 h 69"/>
                <a:gd name="T48" fmla="*/ 15 w 70"/>
                <a:gd name="T49" fmla="*/ 52 h 69"/>
                <a:gd name="T50" fmla="*/ 63 w 70"/>
                <a:gd name="T51" fmla="*/ 2 h 69"/>
                <a:gd name="T52" fmla="*/ 9 w 70"/>
                <a:gd name="T53" fmla="*/ 8 h 69"/>
                <a:gd name="T54" fmla="*/ 1 w 70"/>
                <a:gd name="T55" fmla="*/ 1 h 69"/>
                <a:gd name="T56" fmla="*/ 5 w 70"/>
                <a:gd name="T57" fmla="*/ 24 h 69"/>
                <a:gd name="T58" fmla="*/ 13 w 70"/>
                <a:gd name="T59" fmla="*/ 14 h 69"/>
                <a:gd name="T60" fmla="*/ 67 w 70"/>
                <a:gd name="T61" fmla="*/ 61 h 69"/>
                <a:gd name="T62" fmla="*/ 67 w 70"/>
                <a:gd name="T63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" h="69">
                  <a:moveTo>
                    <a:pt x="5" y="48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7" y="15"/>
                    <a:pt x="6" y="16"/>
                    <a:pt x="6" y="21"/>
                  </a:cubicBezTo>
                  <a:cubicBezTo>
                    <a:pt x="6" y="22"/>
                    <a:pt x="6" y="23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6"/>
                    <a:pt x="5" y="8"/>
                    <a:pt x="9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63" y="46"/>
                    <a:pt x="65" y="45"/>
                    <a:pt x="65" y="41"/>
                  </a:cubicBezTo>
                  <a:cubicBezTo>
                    <a:pt x="65" y="40"/>
                    <a:pt x="65" y="39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6" y="55"/>
                    <a:pt x="65" y="54"/>
                    <a:pt x="61" y="54"/>
                  </a:cubicBezTo>
                  <a:cubicBezTo>
                    <a:pt x="60" y="54"/>
                    <a:pt x="59" y="54"/>
                    <a:pt x="58" y="54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2" y="59"/>
                    <a:pt x="11" y="60"/>
                    <a:pt x="11" y="65"/>
                  </a:cubicBezTo>
                  <a:cubicBezTo>
                    <a:pt x="11" y="66"/>
                    <a:pt x="11" y="67"/>
                    <a:pt x="11" y="68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8" y="69"/>
                    <a:pt x="8" y="69"/>
                    <a:pt x="8" y="69"/>
                  </a:cubicBezTo>
                  <a:lnTo>
                    <a:pt x="5" y="48"/>
                  </a:lnTo>
                  <a:close/>
                  <a:moveTo>
                    <a:pt x="52" y="10"/>
                  </a:moveTo>
                  <a:cubicBezTo>
                    <a:pt x="52" y="10"/>
                    <a:pt x="52" y="10"/>
                    <a:pt x="52" y="10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6"/>
                    <a:pt x="10" y="65"/>
                    <a:pt x="10" y="65"/>
                  </a:cubicBezTo>
                  <a:cubicBezTo>
                    <a:pt x="10" y="60"/>
                    <a:pt x="12" y="58"/>
                    <a:pt x="18" y="58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9" y="53"/>
                    <a:pt x="60" y="53"/>
                    <a:pt x="61" y="53"/>
                  </a:cubicBezTo>
                  <a:cubicBezTo>
                    <a:pt x="66" y="53"/>
                    <a:pt x="67" y="55"/>
                    <a:pt x="68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9"/>
                    <a:pt x="65" y="40"/>
                    <a:pt x="65" y="41"/>
                  </a:cubicBezTo>
                  <a:cubicBezTo>
                    <a:pt x="65" y="45"/>
                    <a:pt x="63" y="47"/>
                    <a:pt x="57" y="47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0" y="8"/>
                    <a:pt x="9" y="8"/>
                  </a:cubicBezTo>
                  <a:cubicBezTo>
                    <a:pt x="4" y="9"/>
                    <a:pt x="3" y="6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5" y="22"/>
                    <a:pt x="5" y="21"/>
                  </a:cubicBezTo>
                  <a:cubicBezTo>
                    <a:pt x="5" y="16"/>
                    <a:pt x="7" y="15"/>
                    <a:pt x="13" y="14"/>
                  </a:cubicBezTo>
                  <a:cubicBezTo>
                    <a:pt x="52" y="10"/>
                    <a:pt x="52" y="10"/>
                    <a:pt x="52" y="10"/>
                  </a:cubicBezTo>
                  <a:close/>
                  <a:moveTo>
                    <a:pt x="67" y="61"/>
                  </a:moveTo>
                  <a:cubicBezTo>
                    <a:pt x="68" y="61"/>
                    <a:pt x="68" y="61"/>
                    <a:pt x="68" y="61"/>
                  </a:cubicBezTo>
                  <a:lnTo>
                    <a:pt x="67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4" name="Freeform 273">
              <a:extLst>
                <a:ext uri="{FF2B5EF4-FFF2-40B4-BE49-F238E27FC236}">
                  <a16:creationId xmlns:a16="http://schemas.microsoft.com/office/drawing/2014/main" id="{C7E16986-01F3-4E4F-A2D0-0867B6C31B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26188" y="12638088"/>
              <a:ext cx="41275" cy="41275"/>
            </a:xfrm>
            <a:custGeom>
              <a:avLst/>
              <a:gdLst>
                <a:gd name="T0" fmla="*/ 62 w 65"/>
                <a:gd name="T1" fmla="*/ 9 h 63"/>
                <a:gd name="T2" fmla="*/ 65 w 65"/>
                <a:gd name="T3" fmla="*/ 34 h 63"/>
                <a:gd name="T4" fmla="*/ 32 w 65"/>
                <a:gd name="T5" fmla="*/ 63 h 63"/>
                <a:gd name="T6" fmla="*/ 1 w 65"/>
                <a:gd name="T7" fmla="*/ 32 h 63"/>
                <a:gd name="T8" fmla="*/ 4 w 65"/>
                <a:gd name="T9" fmla="*/ 11 h 63"/>
                <a:gd name="T10" fmla="*/ 19 w 65"/>
                <a:gd name="T11" fmla="*/ 10 h 63"/>
                <a:gd name="T12" fmla="*/ 19 w 65"/>
                <a:gd name="T13" fmla="*/ 13 h 63"/>
                <a:gd name="T14" fmla="*/ 5 w 65"/>
                <a:gd name="T15" fmla="*/ 32 h 63"/>
                <a:gd name="T16" fmla="*/ 32 w 65"/>
                <a:gd name="T17" fmla="*/ 50 h 63"/>
                <a:gd name="T18" fmla="*/ 60 w 65"/>
                <a:gd name="T19" fmla="*/ 29 h 63"/>
                <a:gd name="T20" fmla="*/ 59 w 65"/>
                <a:gd name="T21" fmla="*/ 20 h 63"/>
                <a:gd name="T22" fmla="*/ 40 w 65"/>
                <a:gd name="T23" fmla="*/ 20 h 63"/>
                <a:gd name="T24" fmla="*/ 31 w 65"/>
                <a:gd name="T25" fmla="*/ 27 h 63"/>
                <a:gd name="T26" fmla="*/ 29 w 65"/>
                <a:gd name="T27" fmla="*/ 27 h 63"/>
                <a:gd name="T28" fmla="*/ 30 w 65"/>
                <a:gd name="T29" fmla="*/ 0 h 63"/>
                <a:gd name="T30" fmla="*/ 32 w 65"/>
                <a:gd name="T31" fmla="*/ 0 h 63"/>
                <a:gd name="T32" fmla="*/ 41 w 65"/>
                <a:gd name="T33" fmla="*/ 8 h 63"/>
                <a:gd name="T34" fmla="*/ 62 w 65"/>
                <a:gd name="T35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3">
                  <a:moveTo>
                    <a:pt x="62" y="9"/>
                  </a:moveTo>
                  <a:cubicBezTo>
                    <a:pt x="63" y="15"/>
                    <a:pt x="65" y="21"/>
                    <a:pt x="65" y="34"/>
                  </a:cubicBezTo>
                  <a:cubicBezTo>
                    <a:pt x="64" y="58"/>
                    <a:pt x="46" y="63"/>
                    <a:pt x="32" y="63"/>
                  </a:cubicBezTo>
                  <a:cubicBezTo>
                    <a:pt x="13" y="62"/>
                    <a:pt x="0" y="56"/>
                    <a:pt x="1" y="32"/>
                  </a:cubicBezTo>
                  <a:cubicBezTo>
                    <a:pt x="1" y="23"/>
                    <a:pt x="3" y="15"/>
                    <a:pt x="4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4" y="15"/>
                    <a:pt x="6" y="18"/>
                    <a:pt x="5" y="32"/>
                  </a:cubicBezTo>
                  <a:cubicBezTo>
                    <a:pt x="5" y="48"/>
                    <a:pt x="20" y="50"/>
                    <a:pt x="32" y="50"/>
                  </a:cubicBezTo>
                  <a:cubicBezTo>
                    <a:pt x="48" y="51"/>
                    <a:pt x="60" y="47"/>
                    <a:pt x="60" y="29"/>
                  </a:cubicBezTo>
                  <a:cubicBezTo>
                    <a:pt x="60" y="26"/>
                    <a:pt x="60" y="23"/>
                    <a:pt x="59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3" y="19"/>
                    <a:pt x="32" y="21"/>
                    <a:pt x="31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7"/>
                    <a:pt x="33" y="8"/>
                    <a:pt x="41" y="8"/>
                  </a:cubicBezTo>
                  <a:lnTo>
                    <a:pt x="6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5" name="Freeform 274">
              <a:extLst>
                <a:ext uri="{FF2B5EF4-FFF2-40B4-BE49-F238E27FC236}">
                  <a16:creationId xmlns:a16="http://schemas.microsoft.com/office/drawing/2014/main" id="{FD4AC73E-21BE-4276-B677-C185DEB82E5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26188" y="12638088"/>
              <a:ext cx="41275" cy="41275"/>
            </a:xfrm>
            <a:custGeom>
              <a:avLst/>
              <a:gdLst>
                <a:gd name="T0" fmla="*/ 33 w 65"/>
                <a:gd name="T1" fmla="*/ 64 h 64"/>
                <a:gd name="T2" fmla="*/ 32 w 65"/>
                <a:gd name="T3" fmla="*/ 64 h 64"/>
                <a:gd name="T4" fmla="*/ 0 w 65"/>
                <a:gd name="T5" fmla="*/ 35 h 64"/>
                <a:gd name="T6" fmla="*/ 0 w 65"/>
                <a:gd name="T7" fmla="*/ 33 h 64"/>
                <a:gd name="T8" fmla="*/ 4 w 65"/>
                <a:gd name="T9" fmla="*/ 12 h 64"/>
                <a:gd name="T10" fmla="*/ 4 w 65"/>
                <a:gd name="T11" fmla="*/ 11 h 64"/>
                <a:gd name="T12" fmla="*/ 19 w 65"/>
                <a:gd name="T13" fmla="*/ 11 h 64"/>
                <a:gd name="T14" fmla="*/ 19 w 65"/>
                <a:gd name="T15" fmla="*/ 15 h 64"/>
                <a:gd name="T16" fmla="*/ 19 w 65"/>
                <a:gd name="T17" fmla="*/ 15 h 64"/>
                <a:gd name="T18" fmla="*/ 6 w 65"/>
                <a:gd name="T19" fmla="*/ 33 h 64"/>
                <a:gd name="T20" fmla="*/ 6 w 65"/>
                <a:gd name="T21" fmla="*/ 34 h 64"/>
                <a:gd name="T22" fmla="*/ 32 w 65"/>
                <a:gd name="T23" fmla="*/ 51 h 64"/>
                <a:gd name="T24" fmla="*/ 34 w 65"/>
                <a:gd name="T25" fmla="*/ 51 h 64"/>
                <a:gd name="T26" fmla="*/ 60 w 65"/>
                <a:gd name="T27" fmla="*/ 30 h 64"/>
                <a:gd name="T28" fmla="*/ 60 w 65"/>
                <a:gd name="T29" fmla="*/ 30 h 64"/>
                <a:gd name="T30" fmla="*/ 59 w 65"/>
                <a:gd name="T31" fmla="*/ 21 h 64"/>
                <a:gd name="T32" fmla="*/ 40 w 65"/>
                <a:gd name="T33" fmla="*/ 21 h 64"/>
                <a:gd name="T34" fmla="*/ 39 w 65"/>
                <a:gd name="T35" fmla="*/ 21 h 64"/>
                <a:gd name="T36" fmla="*/ 32 w 65"/>
                <a:gd name="T37" fmla="*/ 28 h 64"/>
                <a:gd name="T38" fmla="*/ 32 w 65"/>
                <a:gd name="T39" fmla="*/ 29 h 64"/>
                <a:gd name="T40" fmla="*/ 29 w 65"/>
                <a:gd name="T41" fmla="*/ 29 h 64"/>
                <a:gd name="T42" fmla="*/ 29 w 65"/>
                <a:gd name="T43" fmla="*/ 0 h 64"/>
                <a:gd name="T44" fmla="*/ 32 w 65"/>
                <a:gd name="T45" fmla="*/ 0 h 64"/>
                <a:gd name="T46" fmla="*/ 32 w 65"/>
                <a:gd name="T47" fmla="*/ 1 h 64"/>
                <a:gd name="T48" fmla="*/ 32 w 65"/>
                <a:gd name="T49" fmla="*/ 2 h 64"/>
                <a:gd name="T50" fmla="*/ 41 w 65"/>
                <a:gd name="T51" fmla="*/ 9 h 64"/>
                <a:gd name="T52" fmla="*/ 62 w 65"/>
                <a:gd name="T53" fmla="*/ 9 h 64"/>
                <a:gd name="T54" fmla="*/ 62 w 65"/>
                <a:gd name="T55" fmla="*/ 10 h 64"/>
                <a:gd name="T56" fmla="*/ 62 w 65"/>
                <a:gd name="T57" fmla="*/ 9 h 64"/>
                <a:gd name="T58" fmla="*/ 62 w 65"/>
                <a:gd name="T59" fmla="*/ 9 h 64"/>
                <a:gd name="T60" fmla="*/ 62 w 65"/>
                <a:gd name="T61" fmla="*/ 10 h 64"/>
                <a:gd name="T62" fmla="*/ 65 w 65"/>
                <a:gd name="T63" fmla="*/ 32 h 64"/>
                <a:gd name="T64" fmla="*/ 65 w 65"/>
                <a:gd name="T65" fmla="*/ 35 h 64"/>
                <a:gd name="T66" fmla="*/ 34 w 65"/>
                <a:gd name="T67" fmla="*/ 64 h 64"/>
                <a:gd name="T68" fmla="*/ 33 w 65"/>
                <a:gd name="T69" fmla="*/ 64 h 64"/>
                <a:gd name="T70" fmla="*/ 1 w 65"/>
                <a:gd name="T71" fmla="*/ 34 h 64"/>
                <a:gd name="T72" fmla="*/ 1 w 65"/>
                <a:gd name="T73" fmla="*/ 35 h 64"/>
                <a:gd name="T74" fmla="*/ 32 w 65"/>
                <a:gd name="T75" fmla="*/ 63 h 64"/>
                <a:gd name="T76" fmla="*/ 33 w 65"/>
                <a:gd name="T77" fmla="*/ 63 h 64"/>
                <a:gd name="T78" fmla="*/ 64 w 65"/>
                <a:gd name="T79" fmla="*/ 35 h 64"/>
                <a:gd name="T80" fmla="*/ 64 w 65"/>
                <a:gd name="T81" fmla="*/ 32 h 64"/>
                <a:gd name="T82" fmla="*/ 61 w 65"/>
                <a:gd name="T83" fmla="*/ 10 h 64"/>
                <a:gd name="T84" fmla="*/ 41 w 65"/>
                <a:gd name="T85" fmla="*/ 9 h 64"/>
                <a:gd name="T86" fmla="*/ 32 w 65"/>
                <a:gd name="T87" fmla="*/ 2 h 64"/>
                <a:gd name="T88" fmla="*/ 32 w 65"/>
                <a:gd name="T89" fmla="*/ 1 h 64"/>
                <a:gd name="T90" fmla="*/ 30 w 65"/>
                <a:gd name="T91" fmla="*/ 1 h 64"/>
                <a:gd name="T92" fmla="*/ 29 w 65"/>
                <a:gd name="T93" fmla="*/ 28 h 64"/>
                <a:gd name="T94" fmla="*/ 31 w 65"/>
                <a:gd name="T95" fmla="*/ 28 h 64"/>
                <a:gd name="T96" fmla="*/ 39 w 65"/>
                <a:gd name="T97" fmla="*/ 20 h 64"/>
                <a:gd name="T98" fmla="*/ 40 w 65"/>
                <a:gd name="T99" fmla="*/ 20 h 64"/>
                <a:gd name="T100" fmla="*/ 59 w 65"/>
                <a:gd name="T101" fmla="*/ 21 h 64"/>
                <a:gd name="T102" fmla="*/ 59 w 65"/>
                <a:gd name="T103" fmla="*/ 21 h 64"/>
                <a:gd name="T104" fmla="*/ 61 w 65"/>
                <a:gd name="T105" fmla="*/ 30 h 64"/>
                <a:gd name="T106" fmla="*/ 61 w 65"/>
                <a:gd name="T107" fmla="*/ 31 h 64"/>
                <a:gd name="T108" fmla="*/ 34 w 65"/>
                <a:gd name="T109" fmla="*/ 52 h 64"/>
                <a:gd name="T110" fmla="*/ 32 w 65"/>
                <a:gd name="T111" fmla="*/ 52 h 64"/>
                <a:gd name="T112" fmla="*/ 5 w 65"/>
                <a:gd name="T113" fmla="*/ 34 h 64"/>
                <a:gd name="T114" fmla="*/ 5 w 65"/>
                <a:gd name="T115" fmla="*/ 33 h 64"/>
                <a:gd name="T116" fmla="*/ 18 w 65"/>
                <a:gd name="T117" fmla="*/ 14 h 64"/>
                <a:gd name="T118" fmla="*/ 18 w 65"/>
                <a:gd name="T119" fmla="*/ 12 h 64"/>
                <a:gd name="T120" fmla="*/ 4 w 65"/>
                <a:gd name="T121" fmla="*/ 12 h 64"/>
                <a:gd name="T122" fmla="*/ 1 w 65"/>
                <a:gd name="T123" fmla="*/ 3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5" h="64">
                  <a:moveTo>
                    <a:pt x="33" y="64"/>
                  </a:moveTo>
                  <a:cubicBezTo>
                    <a:pt x="32" y="64"/>
                    <a:pt x="32" y="64"/>
                    <a:pt x="32" y="64"/>
                  </a:cubicBezTo>
                  <a:cubicBezTo>
                    <a:pt x="13" y="63"/>
                    <a:pt x="0" y="57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24"/>
                    <a:pt x="2" y="16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4" y="16"/>
                    <a:pt x="6" y="19"/>
                    <a:pt x="6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49"/>
                    <a:pt x="20" y="51"/>
                    <a:pt x="32" y="51"/>
                  </a:cubicBezTo>
                  <a:cubicBezTo>
                    <a:pt x="33" y="51"/>
                    <a:pt x="34" y="51"/>
                    <a:pt x="34" y="51"/>
                  </a:cubicBezTo>
                  <a:cubicBezTo>
                    <a:pt x="49" y="51"/>
                    <a:pt x="59" y="47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27"/>
                    <a:pt x="59" y="24"/>
                    <a:pt x="59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3" y="21"/>
                    <a:pt x="32" y="22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2"/>
                  </a:cubicBezTo>
                  <a:cubicBezTo>
                    <a:pt x="33" y="8"/>
                    <a:pt x="34" y="9"/>
                    <a:pt x="41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3" y="15"/>
                    <a:pt x="65" y="21"/>
                    <a:pt x="65" y="32"/>
                  </a:cubicBezTo>
                  <a:cubicBezTo>
                    <a:pt x="65" y="33"/>
                    <a:pt x="65" y="34"/>
                    <a:pt x="65" y="35"/>
                  </a:cubicBezTo>
                  <a:cubicBezTo>
                    <a:pt x="64" y="58"/>
                    <a:pt x="48" y="64"/>
                    <a:pt x="34" y="64"/>
                  </a:cubicBezTo>
                  <a:lnTo>
                    <a:pt x="33" y="64"/>
                  </a:lnTo>
                  <a:close/>
                  <a:moveTo>
                    <a:pt x="1" y="34"/>
                  </a:moveTo>
                  <a:cubicBezTo>
                    <a:pt x="1" y="34"/>
                    <a:pt x="1" y="35"/>
                    <a:pt x="1" y="35"/>
                  </a:cubicBezTo>
                  <a:cubicBezTo>
                    <a:pt x="1" y="57"/>
                    <a:pt x="13" y="63"/>
                    <a:pt x="32" y="63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47" y="63"/>
                    <a:pt x="64" y="58"/>
                    <a:pt x="64" y="35"/>
                  </a:cubicBezTo>
                  <a:cubicBezTo>
                    <a:pt x="64" y="34"/>
                    <a:pt x="64" y="33"/>
                    <a:pt x="64" y="32"/>
                  </a:cubicBezTo>
                  <a:cubicBezTo>
                    <a:pt x="64" y="21"/>
                    <a:pt x="63" y="15"/>
                    <a:pt x="61" y="10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4" y="9"/>
                    <a:pt x="32" y="8"/>
                    <a:pt x="32" y="2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2"/>
                    <a:pt x="33" y="20"/>
                    <a:pt x="39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4"/>
                    <a:pt x="61" y="27"/>
                    <a:pt x="61" y="30"/>
                  </a:cubicBezTo>
                  <a:cubicBezTo>
                    <a:pt x="61" y="30"/>
                    <a:pt x="61" y="30"/>
                    <a:pt x="61" y="31"/>
                  </a:cubicBezTo>
                  <a:cubicBezTo>
                    <a:pt x="60" y="47"/>
                    <a:pt x="49" y="52"/>
                    <a:pt x="34" y="52"/>
                  </a:cubicBezTo>
                  <a:cubicBezTo>
                    <a:pt x="34" y="52"/>
                    <a:pt x="33" y="52"/>
                    <a:pt x="32" y="52"/>
                  </a:cubicBezTo>
                  <a:cubicBezTo>
                    <a:pt x="20" y="51"/>
                    <a:pt x="5" y="49"/>
                    <a:pt x="5" y="34"/>
                  </a:cubicBezTo>
                  <a:cubicBezTo>
                    <a:pt x="5" y="34"/>
                    <a:pt x="5" y="33"/>
                    <a:pt x="5" y="33"/>
                  </a:cubicBezTo>
                  <a:cubicBezTo>
                    <a:pt x="5" y="19"/>
                    <a:pt x="14" y="16"/>
                    <a:pt x="18" y="14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7"/>
                    <a:pt x="1" y="24"/>
                    <a:pt x="1" y="3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6" name="Freeform 275">
              <a:extLst>
                <a:ext uri="{FF2B5EF4-FFF2-40B4-BE49-F238E27FC236}">
                  <a16:creationId xmlns:a16="http://schemas.microsoft.com/office/drawing/2014/main" id="{2C710F85-0DAA-4E87-802D-65EB55A75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29363" y="12598400"/>
              <a:ext cx="44450" cy="33337"/>
            </a:xfrm>
            <a:custGeom>
              <a:avLst/>
              <a:gdLst>
                <a:gd name="T0" fmla="*/ 59 w 69"/>
                <a:gd name="T1" fmla="*/ 52 h 53"/>
                <a:gd name="T2" fmla="*/ 52 w 69"/>
                <a:gd name="T3" fmla="*/ 42 h 53"/>
                <a:gd name="T4" fmla="*/ 12 w 69"/>
                <a:gd name="T5" fmla="*/ 35 h 53"/>
                <a:gd name="T6" fmla="*/ 2 w 69"/>
                <a:gd name="T7" fmla="*/ 43 h 53"/>
                <a:gd name="T8" fmla="*/ 0 w 69"/>
                <a:gd name="T9" fmla="*/ 42 h 53"/>
                <a:gd name="T10" fmla="*/ 5 w 69"/>
                <a:gd name="T11" fmla="*/ 14 h 53"/>
                <a:gd name="T12" fmla="*/ 7 w 69"/>
                <a:gd name="T13" fmla="*/ 14 h 53"/>
                <a:gd name="T14" fmla="*/ 14 w 69"/>
                <a:gd name="T15" fmla="*/ 24 h 53"/>
                <a:gd name="T16" fmla="*/ 54 w 69"/>
                <a:gd name="T17" fmla="*/ 31 h 53"/>
                <a:gd name="T18" fmla="*/ 61 w 69"/>
                <a:gd name="T19" fmla="*/ 25 h 53"/>
                <a:gd name="T20" fmla="*/ 63 w 69"/>
                <a:gd name="T21" fmla="*/ 18 h 53"/>
                <a:gd name="T22" fmla="*/ 54 w 69"/>
                <a:gd name="T23" fmla="*/ 3 h 53"/>
                <a:gd name="T24" fmla="*/ 55 w 69"/>
                <a:gd name="T25" fmla="*/ 0 h 53"/>
                <a:gd name="T26" fmla="*/ 69 w 69"/>
                <a:gd name="T27" fmla="*/ 3 h 53"/>
                <a:gd name="T28" fmla="*/ 61 w 69"/>
                <a:gd name="T29" fmla="*/ 53 h 53"/>
                <a:gd name="T30" fmla="*/ 59 w 69"/>
                <a:gd name="T31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53">
                  <a:moveTo>
                    <a:pt x="59" y="52"/>
                  </a:moveTo>
                  <a:cubicBezTo>
                    <a:pt x="60" y="45"/>
                    <a:pt x="59" y="43"/>
                    <a:pt x="52" y="42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5" y="34"/>
                    <a:pt x="3" y="36"/>
                    <a:pt x="2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21"/>
                    <a:pt x="7" y="23"/>
                    <a:pt x="14" y="24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9" y="32"/>
                    <a:pt x="60" y="31"/>
                    <a:pt x="61" y="25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4" y="9"/>
                    <a:pt x="61" y="6"/>
                    <a:pt x="54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1" y="53"/>
                    <a:pt x="61" y="53"/>
                    <a:pt x="61" y="53"/>
                  </a:cubicBezTo>
                  <a:lnTo>
                    <a:pt x="59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7" name="Freeform 276">
              <a:extLst>
                <a:ext uri="{FF2B5EF4-FFF2-40B4-BE49-F238E27FC236}">
                  <a16:creationId xmlns:a16="http://schemas.microsoft.com/office/drawing/2014/main" id="{A25DAA8F-CE18-4F27-ABC5-157DB35AFAC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29363" y="12598400"/>
              <a:ext cx="44450" cy="33337"/>
            </a:xfrm>
            <a:custGeom>
              <a:avLst/>
              <a:gdLst>
                <a:gd name="T0" fmla="*/ 59 w 70"/>
                <a:gd name="T1" fmla="*/ 52 h 53"/>
                <a:gd name="T2" fmla="*/ 59 w 70"/>
                <a:gd name="T3" fmla="*/ 52 h 53"/>
                <a:gd name="T4" fmla="*/ 59 w 70"/>
                <a:gd name="T5" fmla="*/ 52 h 53"/>
                <a:gd name="T6" fmla="*/ 59 w 70"/>
                <a:gd name="T7" fmla="*/ 52 h 53"/>
                <a:gd name="T8" fmla="*/ 59 w 70"/>
                <a:gd name="T9" fmla="*/ 52 h 53"/>
                <a:gd name="T10" fmla="*/ 58 w 70"/>
                <a:gd name="T11" fmla="*/ 52 h 53"/>
                <a:gd name="T12" fmla="*/ 59 w 70"/>
                <a:gd name="T13" fmla="*/ 52 h 53"/>
                <a:gd name="T14" fmla="*/ 59 w 70"/>
                <a:gd name="T15" fmla="*/ 48 h 53"/>
                <a:gd name="T16" fmla="*/ 52 w 70"/>
                <a:gd name="T17" fmla="*/ 42 h 53"/>
                <a:gd name="T18" fmla="*/ 12 w 70"/>
                <a:gd name="T19" fmla="*/ 36 h 53"/>
                <a:gd name="T20" fmla="*/ 8 w 70"/>
                <a:gd name="T21" fmla="*/ 35 h 53"/>
                <a:gd name="T22" fmla="*/ 3 w 70"/>
                <a:gd name="T23" fmla="*/ 43 h 53"/>
                <a:gd name="T24" fmla="*/ 3 w 70"/>
                <a:gd name="T25" fmla="*/ 43 h 53"/>
                <a:gd name="T26" fmla="*/ 0 w 70"/>
                <a:gd name="T27" fmla="*/ 43 h 53"/>
                <a:gd name="T28" fmla="*/ 4 w 70"/>
                <a:gd name="T29" fmla="*/ 13 h 53"/>
                <a:gd name="T30" fmla="*/ 7 w 70"/>
                <a:gd name="T31" fmla="*/ 14 h 53"/>
                <a:gd name="T32" fmla="*/ 7 w 70"/>
                <a:gd name="T33" fmla="*/ 14 h 53"/>
                <a:gd name="T34" fmla="*/ 7 w 70"/>
                <a:gd name="T35" fmla="*/ 18 h 53"/>
                <a:gd name="T36" fmla="*/ 14 w 70"/>
                <a:gd name="T37" fmla="*/ 24 h 53"/>
                <a:gd name="T38" fmla="*/ 54 w 70"/>
                <a:gd name="T39" fmla="*/ 31 h 53"/>
                <a:gd name="T40" fmla="*/ 57 w 70"/>
                <a:gd name="T41" fmla="*/ 31 h 53"/>
                <a:gd name="T42" fmla="*/ 61 w 70"/>
                <a:gd name="T43" fmla="*/ 25 h 53"/>
                <a:gd name="T44" fmla="*/ 62 w 70"/>
                <a:gd name="T45" fmla="*/ 17 h 53"/>
                <a:gd name="T46" fmla="*/ 63 w 70"/>
                <a:gd name="T47" fmla="*/ 14 h 53"/>
                <a:gd name="T48" fmla="*/ 54 w 70"/>
                <a:gd name="T49" fmla="*/ 3 h 53"/>
                <a:gd name="T50" fmla="*/ 54 w 70"/>
                <a:gd name="T51" fmla="*/ 3 h 53"/>
                <a:gd name="T52" fmla="*/ 55 w 70"/>
                <a:gd name="T53" fmla="*/ 0 h 53"/>
                <a:gd name="T54" fmla="*/ 70 w 70"/>
                <a:gd name="T55" fmla="*/ 3 h 53"/>
                <a:gd name="T56" fmla="*/ 61 w 70"/>
                <a:gd name="T57" fmla="*/ 53 h 53"/>
                <a:gd name="T58" fmla="*/ 59 w 70"/>
                <a:gd name="T59" fmla="*/ 52 h 53"/>
                <a:gd name="T60" fmla="*/ 61 w 70"/>
                <a:gd name="T61" fmla="*/ 52 h 53"/>
                <a:gd name="T62" fmla="*/ 69 w 70"/>
                <a:gd name="T63" fmla="*/ 3 h 53"/>
                <a:gd name="T64" fmla="*/ 55 w 70"/>
                <a:gd name="T65" fmla="*/ 0 h 53"/>
                <a:gd name="T66" fmla="*/ 55 w 70"/>
                <a:gd name="T67" fmla="*/ 3 h 53"/>
                <a:gd name="T68" fmla="*/ 63 w 70"/>
                <a:gd name="T69" fmla="*/ 14 h 53"/>
                <a:gd name="T70" fmla="*/ 63 w 70"/>
                <a:gd name="T71" fmla="*/ 18 h 53"/>
                <a:gd name="T72" fmla="*/ 62 w 70"/>
                <a:gd name="T73" fmla="*/ 25 h 53"/>
                <a:gd name="T74" fmla="*/ 57 w 70"/>
                <a:gd name="T75" fmla="*/ 31 h 53"/>
                <a:gd name="T76" fmla="*/ 54 w 70"/>
                <a:gd name="T77" fmla="*/ 31 h 53"/>
                <a:gd name="T78" fmla="*/ 14 w 70"/>
                <a:gd name="T79" fmla="*/ 25 h 53"/>
                <a:gd name="T80" fmla="*/ 6 w 70"/>
                <a:gd name="T81" fmla="*/ 18 h 53"/>
                <a:gd name="T82" fmla="*/ 7 w 70"/>
                <a:gd name="T83" fmla="*/ 14 h 53"/>
                <a:gd name="T84" fmla="*/ 5 w 70"/>
                <a:gd name="T85" fmla="*/ 14 h 53"/>
                <a:gd name="T86" fmla="*/ 0 w 70"/>
                <a:gd name="T87" fmla="*/ 42 h 53"/>
                <a:gd name="T88" fmla="*/ 2 w 70"/>
                <a:gd name="T89" fmla="*/ 42 h 53"/>
                <a:gd name="T90" fmla="*/ 8 w 70"/>
                <a:gd name="T91" fmla="*/ 35 h 53"/>
                <a:gd name="T92" fmla="*/ 12 w 70"/>
                <a:gd name="T93" fmla="*/ 35 h 53"/>
                <a:gd name="T94" fmla="*/ 52 w 70"/>
                <a:gd name="T95" fmla="*/ 42 h 53"/>
                <a:gd name="T96" fmla="*/ 60 w 70"/>
                <a:gd name="T97" fmla="*/ 48 h 53"/>
                <a:gd name="T98" fmla="*/ 59 w 70"/>
                <a:gd name="T99" fmla="*/ 52 h 53"/>
                <a:gd name="T100" fmla="*/ 61 w 70"/>
                <a:gd name="T101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0" h="53">
                  <a:moveTo>
                    <a:pt x="59" y="52"/>
                  </a:move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1"/>
                    <a:pt x="59" y="49"/>
                    <a:pt x="59" y="48"/>
                  </a:cubicBezTo>
                  <a:cubicBezTo>
                    <a:pt x="59" y="44"/>
                    <a:pt x="57" y="43"/>
                    <a:pt x="52" y="42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6"/>
                    <a:pt x="9" y="35"/>
                    <a:pt x="8" y="35"/>
                  </a:cubicBezTo>
                  <a:cubicBezTo>
                    <a:pt x="5" y="35"/>
                    <a:pt x="4" y="37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6"/>
                    <a:pt x="7" y="17"/>
                    <a:pt x="7" y="18"/>
                  </a:cubicBezTo>
                  <a:cubicBezTo>
                    <a:pt x="7" y="22"/>
                    <a:pt x="9" y="23"/>
                    <a:pt x="14" y="24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5" y="31"/>
                    <a:pt x="56" y="31"/>
                    <a:pt x="57" y="31"/>
                  </a:cubicBezTo>
                  <a:cubicBezTo>
                    <a:pt x="59" y="31"/>
                    <a:pt x="60" y="30"/>
                    <a:pt x="61" y="25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3" y="16"/>
                    <a:pt x="63" y="15"/>
                    <a:pt x="63" y="14"/>
                  </a:cubicBezTo>
                  <a:cubicBezTo>
                    <a:pt x="63" y="8"/>
                    <a:pt x="60" y="6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1" y="53"/>
                    <a:pt x="61" y="53"/>
                    <a:pt x="61" y="53"/>
                  </a:cubicBezTo>
                  <a:lnTo>
                    <a:pt x="59" y="52"/>
                  </a:lnTo>
                  <a:close/>
                  <a:moveTo>
                    <a:pt x="61" y="52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60" y="5"/>
                    <a:pt x="63" y="8"/>
                    <a:pt x="63" y="14"/>
                  </a:cubicBezTo>
                  <a:cubicBezTo>
                    <a:pt x="63" y="15"/>
                    <a:pt x="63" y="16"/>
                    <a:pt x="63" y="18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1" y="30"/>
                    <a:pt x="60" y="31"/>
                    <a:pt x="57" y="31"/>
                  </a:cubicBezTo>
                  <a:cubicBezTo>
                    <a:pt x="56" y="31"/>
                    <a:pt x="55" y="31"/>
                    <a:pt x="54" y="3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8" y="24"/>
                    <a:pt x="6" y="22"/>
                    <a:pt x="6" y="18"/>
                  </a:cubicBezTo>
                  <a:cubicBezTo>
                    <a:pt x="6" y="17"/>
                    <a:pt x="6" y="16"/>
                    <a:pt x="7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37"/>
                    <a:pt x="4" y="35"/>
                    <a:pt x="8" y="35"/>
                  </a:cubicBezTo>
                  <a:cubicBezTo>
                    <a:pt x="10" y="35"/>
                    <a:pt x="11" y="35"/>
                    <a:pt x="12" y="3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7" y="43"/>
                    <a:pt x="60" y="44"/>
                    <a:pt x="60" y="48"/>
                  </a:cubicBezTo>
                  <a:cubicBezTo>
                    <a:pt x="60" y="49"/>
                    <a:pt x="59" y="50"/>
                    <a:pt x="59" y="52"/>
                  </a:cubicBezTo>
                  <a:lnTo>
                    <a:pt x="6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8" name="Freeform 277">
              <a:extLst>
                <a:ext uri="{FF2B5EF4-FFF2-40B4-BE49-F238E27FC236}">
                  <a16:creationId xmlns:a16="http://schemas.microsoft.com/office/drawing/2014/main" id="{372ED4D3-E60D-4810-8E6F-307BE91FC2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69051" y="12579350"/>
              <a:ext cx="9525" cy="9525"/>
            </a:xfrm>
            <a:custGeom>
              <a:avLst/>
              <a:gdLst>
                <a:gd name="T0" fmla="*/ 6 w 15"/>
                <a:gd name="T1" fmla="*/ 15 h 16"/>
                <a:gd name="T2" fmla="*/ 1 w 15"/>
                <a:gd name="T3" fmla="*/ 6 h 16"/>
                <a:gd name="T4" fmla="*/ 10 w 15"/>
                <a:gd name="T5" fmla="*/ 1 h 16"/>
                <a:gd name="T6" fmla="*/ 14 w 15"/>
                <a:gd name="T7" fmla="*/ 10 h 16"/>
                <a:gd name="T8" fmla="*/ 6 w 15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6" y="15"/>
                  </a:moveTo>
                  <a:cubicBezTo>
                    <a:pt x="2" y="14"/>
                    <a:pt x="0" y="10"/>
                    <a:pt x="1" y="6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3" y="2"/>
                    <a:pt x="15" y="6"/>
                    <a:pt x="14" y="10"/>
                  </a:cubicBezTo>
                  <a:cubicBezTo>
                    <a:pt x="13" y="14"/>
                    <a:pt x="9" y="16"/>
                    <a:pt x="6" y="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9" name="Freeform 278">
              <a:extLst>
                <a:ext uri="{FF2B5EF4-FFF2-40B4-BE49-F238E27FC236}">
                  <a16:creationId xmlns:a16="http://schemas.microsoft.com/office/drawing/2014/main" id="{C5ADBB7E-CF05-44E4-BDF5-009AF0F566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69051" y="12579350"/>
              <a:ext cx="9525" cy="9525"/>
            </a:xfrm>
            <a:custGeom>
              <a:avLst/>
              <a:gdLst>
                <a:gd name="T0" fmla="*/ 5 w 14"/>
                <a:gd name="T1" fmla="*/ 15 h 15"/>
                <a:gd name="T2" fmla="*/ 5 w 14"/>
                <a:gd name="T3" fmla="*/ 14 h 15"/>
                <a:gd name="T4" fmla="*/ 5 w 14"/>
                <a:gd name="T5" fmla="*/ 14 h 15"/>
                <a:gd name="T6" fmla="*/ 6 w 14"/>
                <a:gd name="T7" fmla="*/ 14 h 15"/>
                <a:gd name="T8" fmla="*/ 13 w 14"/>
                <a:gd name="T9" fmla="*/ 9 h 15"/>
                <a:gd name="T10" fmla="*/ 13 w 14"/>
                <a:gd name="T11" fmla="*/ 7 h 15"/>
                <a:gd name="T12" fmla="*/ 9 w 14"/>
                <a:gd name="T13" fmla="*/ 0 h 15"/>
                <a:gd name="T14" fmla="*/ 7 w 14"/>
                <a:gd name="T15" fmla="*/ 0 h 15"/>
                <a:gd name="T16" fmla="*/ 1 w 14"/>
                <a:gd name="T17" fmla="*/ 6 h 15"/>
                <a:gd name="T18" fmla="*/ 1 w 14"/>
                <a:gd name="T19" fmla="*/ 7 h 15"/>
                <a:gd name="T20" fmla="*/ 5 w 14"/>
                <a:gd name="T21" fmla="*/ 14 h 15"/>
                <a:gd name="T22" fmla="*/ 5 w 14"/>
                <a:gd name="T23" fmla="*/ 14 h 15"/>
                <a:gd name="T24" fmla="*/ 5 w 14"/>
                <a:gd name="T25" fmla="*/ 15 h 15"/>
                <a:gd name="T26" fmla="*/ 0 w 14"/>
                <a:gd name="T27" fmla="*/ 7 h 15"/>
                <a:gd name="T28" fmla="*/ 0 w 14"/>
                <a:gd name="T29" fmla="*/ 5 h 15"/>
                <a:gd name="T30" fmla="*/ 7 w 14"/>
                <a:gd name="T31" fmla="*/ 0 h 15"/>
                <a:gd name="T32" fmla="*/ 9 w 14"/>
                <a:gd name="T33" fmla="*/ 0 h 15"/>
                <a:gd name="T34" fmla="*/ 14 w 14"/>
                <a:gd name="T35" fmla="*/ 7 h 15"/>
                <a:gd name="T36" fmla="*/ 14 w 14"/>
                <a:gd name="T37" fmla="*/ 9 h 15"/>
                <a:gd name="T38" fmla="*/ 6 w 14"/>
                <a:gd name="T39" fmla="*/ 15 h 15"/>
                <a:gd name="T40" fmla="*/ 5 w 14"/>
                <a:gd name="T4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15">
                  <a:moveTo>
                    <a:pt x="5" y="15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9" y="14"/>
                    <a:pt x="12" y="12"/>
                    <a:pt x="13" y="9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3" y="4"/>
                    <a:pt x="11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4" y="0"/>
                    <a:pt x="2" y="2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10"/>
                    <a:pt x="2" y="13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4"/>
                    <a:pt x="0" y="11"/>
                    <a:pt x="0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12" y="1"/>
                    <a:pt x="14" y="3"/>
                    <a:pt x="14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3" y="12"/>
                    <a:pt x="10" y="15"/>
                    <a:pt x="6" y="15"/>
                  </a:cubicBezTo>
                  <a:cubicBezTo>
                    <a:pt x="6" y="15"/>
                    <a:pt x="5" y="15"/>
                    <a:pt x="5" y="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0" name="Freeform 279">
              <a:extLst>
                <a:ext uri="{FF2B5EF4-FFF2-40B4-BE49-F238E27FC236}">
                  <a16:creationId xmlns:a16="http://schemas.microsoft.com/office/drawing/2014/main" id="{CF408AC5-4BF4-40F3-842B-87B880B191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42063" y="12514263"/>
              <a:ext cx="47625" cy="46037"/>
            </a:xfrm>
            <a:custGeom>
              <a:avLst/>
              <a:gdLst>
                <a:gd name="T0" fmla="*/ 15 w 73"/>
                <a:gd name="T1" fmla="*/ 63 h 71"/>
                <a:gd name="T2" fmla="*/ 2 w 73"/>
                <a:gd name="T3" fmla="*/ 71 h 71"/>
                <a:gd name="T4" fmla="*/ 0 w 73"/>
                <a:gd name="T5" fmla="*/ 70 h 71"/>
                <a:gd name="T6" fmla="*/ 11 w 73"/>
                <a:gd name="T7" fmla="*/ 42 h 71"/>
                <a:gd name="T8" fmla="*/ 13 w 73"/>
                <a:gd name="T9" fmla="*/ 43 h 71"/>
                <a:gd name="T10" fmla="*/ 13 w 73"/>
                <a:gd name="T11" fmla="*/ 51 h 71"/>
                <a:gd name="T12" fmla="*/ 18 w 73"/>
                <a:gd name="T13" fmla="*/ 52 h 71"/>
                <a:gd name="T14" fmla="*/ 61 w 73"/>
                <a:gd name="T15" fmla="*/ 52 h 71"/>
                <a:gd name="T16" fmla="*/ 61 w 73"/>
                <a:gd name="T17" fmla="*/ 52 h 71"/>
                <a:gd name="T18" fmla="*/ 30 w 73"/>
                <a:gd name="T19" fmla="*/ 22 h 71"/>
                <a:gd name="T20" fmla="*/ 26 w 73"/>
                <a:gd name="T21" fmla="*/ 19 h 71"/>
                <a:gd name="T22" fmla="*/ 20 w 73"/>
                <a:gd name="T23" fmla="*/ 25 h 71"/>
                <a:gd name="T24" fmla="*/ 18 w 73"/>
                <a:gd name="T25" fmla="*/ 24 h 71"/>
                <a:gd name="T26" fmla="*/ 27 w 73"/>
                <a:gd name="T27" fmla="*/ 0 h 71"/>
                <a:gd name="T28" fmla="*/ 29 w 73"/>
                <a:gd name="T29" fmla="*/ 1 h 71"/>
                <a:gd name="T30" fmla="*/ 32 w 73"/>
                <a:gd name="T31" fmla="*/ 15 h 71"/>
                <a:gd name="T32" fmla="*/ 73 w 73"/>
                <a:gd name="T33" fmla="*/ 54 h 71"/>
                <a:gd name="T34" fmla="*/ 69 w 73"/>
                <a:gd name="T35" fmla="*/ 62 h 71"/>
                <a:gd name="T36" fmla="*/ 15 w 73"/>
                <a:gd name="T37" fmla="*/ 6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71">
                  <a:moveTo>
                    <a:pt x="15" y="63"/>
                  </a:moveTo>
                  <a:cubicBezTo>
                    <a:pt x="7" y="63"/>
                    <a:pt x="5" y="63"/>
                    <a:pt x="2" y="71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1" y="48"/>
                    <a:pt x="11" y="50"/>
                    <a:pt x="13" y="51"/>
                  </a:cubicBezTo>
                  <a:cubicBezTo>
                    <a:pt x="14" y="52"/>
                    <a:pt x="16" y="52"/>
                    <a:pt x="18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8" y="20"/>
                    <a:pt x="27" y="19"/>
                    <a:pt x="26" y="19"/>
                  </a:cubicBezTo>
                  <a:cubicBezTo>
                    <a:pt x="24" y="18"/>
                    <a:pt x="22" y="19"/>
                    <a:pt x="20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7" y="8"/>
                    <a:pt x="27" y="10"/>
                    <a:pt x="32" y="1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69" y="62"/>
                    <a:pt x="69" y="62"/>
                    <a:pt x="69" y="62"/>
                  </a:cubicBezTo>
                  <a:lnTo>
                    <a:pt x="15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1" name="Freeform 280">
              <a:extLst>
                <a:ext uri="{FF2B5EF4-FFF2-40B4-BE49-F238E27FC236}">
                  <a16:creationId xmlns:a16="http://schemas.microsoft.com/office/drawing/2014/main" id="{B6D5399E-B8FE-4F02-A53F-29067874C67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42063" y="12514263"/>
              <a:ext cx="47625" cy="46037"/>
            </a:xfrm>
            <a:custGeom>
              <a:avLst/>
              <a:gdLst>
                <a:gd name="T0" fmla="*/ 0 w 73"/>
                <a:gd name="T1" fmla="*/ 70 h 71"/>
                <a:gd name="T2" fmla="*/ 10 w 73"/>
                <a:gd name="T3" fmla="*/ 42 h 71"/>
                <a:gd name="T4" fmla="*/ 13 w 73"/>
                <a:gd name="T5" fmla="*/ 43 h 71"/>
                <a:gd name="T6" fmla="*/ 13 w 73"/>
                <a:gd name="T7" fmla="*/ 43 h 71"/>
                <a:gd name="T8" fmla="*/ 12 w 73"/>
                <a:gd name="T9" fmla="*/ 48 h 71"/>
                <a:gd name="T10" fmla="*/ 13 w 73"/>
                <a:gd name="T11" fmla="*/ 51 h 71"/>
                <a:gd name="T12" fmla="*/ 18 w 73"/>
                <a:gd name="T13" fmla="*/ 51 h 71"/>
                <a:gd name="T14" fmla="*/ 61 w 73"/>
                <a:gd name="T15" fmla="*/ 51 h 71"/>
                <a:gd name="T16" fmla="*/ 30 w 73"/>
                <a:gd name="T17" fmla="*/ 22 h 71"/>
                <a:gd name="T18" fmla="*/ 26 w 73"/>
                <a:gd name="T19" fmla="*/ 19 h 71"/>
                <a:gd name="T20" fmla="*/ 25 w 73"/>
                <a:gd name="T21" fmla="*/ 19 h 71"/>
                <a:gd name="T22" fmla="*/ 20 w 73"/>
                <a:gd name="T23" fmla="*/ 25 h 71"/>
                <a:gd name="T24" fmla="*/ 20 w 73"/>
                <a:gd name="T25" fmla="*/ 26 h 71"/>
                <a:gd name="T26" fmla="*/ 17 w 73"/>
                <a:gd name="T27" fmla="*/ 25 h 71"/>
                <a:gd name="T28" fmla="*/ 27 w 73"/>
                <a:gd name="T29" fmla="*/ 0 h 71"/>
                <a:gd name="T30" fmla="*/ 30 w 73"/>
                <a:gd name="T31" fmla="*/ 1 h 71"/>
                <a:gd name="T32" fmla="*/ 29 w 73"/>
                <a:gd name="T33" fmla="*/ 1 h 71"/>
                <a:gd name="T34" fmla="*/ 28 w 73"/>
                <a:gd name="T35" fmla="*/ 7 h 71"/>
                <a:gd name="T36" fmla="*/ 32 w 73"/>
                <a:gd name="T37" fmla="*/ 15 h 71"/>
                <a:gd name="T38" fmla="*/ 73 w 73"/>
                <a:gd name="T39" fmla="*/ 54 h 71"/>
                <a:gd name="T40" fmla="*/ 70 w 73"/>
                <a:gd name="T41" fmla="*/ 63 h 71"/>
                <a:gd name="T42" fmla="*/ 15 w 73"/>
                <a:gd name="T43" fmla="*/ 63 h 71"/>
                <a:gd name="T44" fmla="*/ 2 w 73"/>
                <a:gd name="T45" fmla="*/ 71 h 71"/>
                <a:gd name="T46" fmla="*/ 2 w 73"/>
                <a:gd name="T47" fmla="*/ 71 h 71"/>
                <a:gd name="T48" fmla="*/ 0 w 73"/>
                <a:gd name="T49" fmla="*/ 70 h 71"/>
                <a:gd name="T50" fmla="*/ 0 w 73"/>
                <a:gd name="T51" fmla="*/ 69 h 71"/>
                <a:gd name="T52" fmla="*/ 2 w 73"/>
                <a:gd name="T53" fmla="*/ 70 h 71"/>
                <a:gd name="T54" fmla="*/ 15 w 73"/>
                <a:gd name="T55" fmla="*/ 62 h 71"/>
                <a:gd name="T56" fmla="*/ 69 w 73"/>
                <a:gd name="T57" fmla="*/ 62 h 71"/>
                <a:gd name="T58" fmla="*/ 72 w 73"/>
                <a:gd name="T59" fmla="*/ 54 h 71"/>
                <a:gd name="T60" fmla="*/ 32 w 73"/>
                <a:gd name="T61" fmla="*/ 15 h 71"/>
                <a:gd name="T62" fmla="*/ 27 w 73"/>
                <a:gd name="T63" fmla="*/ 7 h 71"/>
                <a:gd name="T64" fmla="*/ 29 w 73"/>
                <a:gd name="T65" fmla="*/ 2 h 71"/>
                <a:gd name="T66" fmla="*/ 27 w 73"/>
                <a:gd name="T67" fmla="*/ 1 h 71"/>
                <a:gd name="T68" fmla="*/ 18 w 73"/>
                <a:gd name="T69" fmla="*/ 24 h 71"/>
                <a:gd name="T70" fmla="*/ 20 w 73"/>
                <a:gd name="T71" fmla="*/ 25 h 71"/>
                <a:gd name="T72" fmla="*/ 25 w 73"/>
                <a:gd name="T73" fmla="*/ 18 h 71"/>
                <a:gd name="T74" fmla="*/ 26 w 73"/>
                <a:gd name="T75" fmla="*/ 18 h 71"/>
                <a:gd name="T76" fmla="*/ 30 w 73"/>
                <a:gd name="T77" fmla="*/ 21 h 71"/>
                <a:gd name="T78" fmla="*/ 62 w 73"/>
                <a:gd name="T79" fmla="*/ 52 h 71"/>
                <a:gd name="T80" fmla="*/ 62 w 73"/>
                <a:gd name="T81" fmla="*/ 52 h 71"/>
                <a:gd name="T82" fmla="*/ 61 w 73"/>
                <a:gd name="T83" fmla="*/ 52 h 71"/>
                <a:gd name="T84" fmla="*/ 18 w 73"/>
                <a:gd name="T85" fmla="*/ 52 h 71"/>
                <a:gd name="T86" fmla="*/ 13 w 73"/>
                <a:gd name="T87" fmla="*/ 52 h 71"/>
                <a:gd name="T88" fmla="*/ 11 w 73"/>
                <a:gd name="T89" fmla="*/ 48 h 71"/>
                <a:gd name="T90" fmla="*/ 12 w 73"/>
                <a:gd name="T91" fmla="*/ 43 h 71"/>
                <a:gd name="T92" fmla="*/ 11 w 73"/>
                <a:gd name="T93" fmla="*/ 43 h 71"/>
                <a:gd name="T94" fmla="*/ 0 w 73"/>
                <a:gd name="T95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3" h="71">
                  <a:moveTo>
                    <a:pt x="0" y="70"/>
                  </a:moveTo>
                  <a:cubicBezTo>
                    <a:pt x="10" y="42"/>
                    <a:pt x="10" y="42"/>
                    <a:pt x="10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5"/>
                    <a:pt x="12" y="47"/>
                    <a:pt x="12" y="48"/>
                  </a:cubicBezTo>
                  <a:cubicBezTo>
                    <a:pt x="12" y="50"/>
                    <a:pt x="12" y="50"/>
                    <a:pt x="13" y="51"/>
                  </a:cubicBezTo>
                  <a:cubicBezTo>
                    <a:pt x="14" y="51"/>
                    <a:pt x="16" y="51"/>
                    <a:pt x="18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8" y="20"/>
                    <a:pt x="27" y="19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4" y="19"/>
                    <a:pt x="22" y="20"/>
                    <a:pt x="20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4"/>
                    <a:pt x="28" y="6"/>
                    <a:pt x="28" y="7"/>
                  </a:cubicBezTo>
                  <a:cubicBezTo>
                    <a:pt x="28" y="10"/>
                    <a:pt x="29" y="12"/>
                    <a:pt x="32" y="1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7" y="63"/>
                    <a:pt x="5" y="63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0" y="70"/>
                  </a:lnTo>
                  <a:close/>
                  <a:moveTo>
                    <a:pt x="0" y="69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5" y="63"/>
                    <a:pt x="7" y="62"/>
                    <a:pt x="15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9" y="12"/>
                    <a:pt x="27" y="10"/>
                    <a:pt x="27" y="7"/>
                  </a:cubicBezTo>
                  <a:cubicBezTo>
                    <a:pt x="27" y="6"/>
                    <a:pt x="28" y="4"/>
                    <a:pt x="29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0"/>
                    <a:pt x="23" y="18"/>
                    <a:pt x="25" y="18"/>
                  </a:cubicBezTo>
                  <a:cubicBezTo>
                    <a:pt x="25" y="18"/>
                    <a:pt x="26" y="18"/>
                    <a:pt x="26" y="18"/>
                  </a:cubicBezTo>
                  <a:cubicBezTo>
                    <a:pt x="27" y="19"/>
                    <a:pt x="28" y="20"/>
                    <a:pt x="30" y="21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6" y="52"/>
                    <a:pt x="14" y="52"/>
                    <a:pt x="13" y="52"/>
                  </a:cubicBezTo>
                  <a:cubicBezTo>
                    <a:pt x="12" y="51"/>
                    <a:pt x="11" y="50"/>
                    <a:pt x="11" y="48"/>
                  </a:cubicBezTo>
                  <a:cubicBezTo>
                    <a:pt x="11" y="47"/>
                    <a:pt x="12" y="45"/>
                    <a:pt x="12" y="43"/>
                  </a:cubicBezTo>
                  <a:cubicBezTo>
                    <a:pt x="11" y="43"/>
                    <a:pt x="11" y="43"/>
                    <a:pt x="11" y="43"/>
                  </a:cubicBezTo>
                  <a:lnTo>
                    <a:pt x="0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2" name="Freeform 281">
              <a:extLst>
                <a:ext uri="{FF2B5EF4-FFF2-40B4-BE49-F238E27FC236}">
                  <a16:creationId xmlns:a16="http://schemas.microsoft.com/office/drawing/2014/main" id="{0CA8FC11-574F-4C29-992F-11963111B0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64288" y="12480925"/>
              <a:ext cx="50800" cy="46037"/>
            </a:xfrm>
            <a:custGeom>
              <a:avLst/>
              <a:gdLst>
                <a:gd name="T0" fmla="*/ 52 w 79"/>
                <a:gd name="T1" fmla="*/ 72 h 73"/>
                <a:gd name="T2" fmla="*/ 48 w 79"/>
                <a:gd name="T3" fmla="*/ 60 h 73"/>
                <a:gd name="T4" fmla="*/ 14 w 79"/>
                <a:gd name="T5" fmla="*/ 40 h 73"/>
                <a:gd name="T6" fmla="*/ 2 w 79"/>
                <a:gd name="T7" fmla="*/ 43 h 73"/>
                <a:gd name="T8" fmla="*/ 0 w 79"/>
                <a:gd name="T9" fmla="*/ 42 h 73"/>
                <a:gd name="T10" fmla="*/ 24 w 79"/>
                <a:gd name="T11" fmla="*/ 0 h 73"/>
                <a:gd name="T12" fmla="*/ 36 w 79"/>
                <a:gd name="T13" fmla="*/ 6 h 73"/>
                <a:gd name="T14" fmla="*/ 35 w 79"/>
                <a:gd name="T15" fmla="*/ 9 h 73"/>
                <a:gd name="T16" fmla="*/ 20 w 79"/>
                <a:gd name="T17" fmla="*/ 15 h 73"/>
                <a:gd name="T18" fmla="*/ 17 w 79"/>
                <a:gd name="T19" fmla="*/ 21 h 73"/>
                <a:gd name="T20" fmla="*/ 20 w 79"/>
                <a:gd name="T21" fmla="*/ 30 h 73"/>
                <a:gd name="T22" fmla="*/ 34 w 79"/>
                <a:gd name="T23" fmla="*/ 38 h 73"/>
                <a:gd name="T24" fmla="*/ 41 w 79"/>
                <a:gd name="T25" fmla="*/ 26 h 73"/>
                <a:gd name="T26" fmla="*/ 38 w 79"/>
                <a:gd name="T27" fmla="*/ 16 h 73"/>
                <a:gd name="T28" fmla="*/ 39 w 79"/>
                <a:gd name="T29" fmla="*/ 14 h 73"/>
                <a:gd name="T30" fmla="*/ 56 w 79"/>
                <a:gd name="T31" fmla="*/ 23 h 73"/>
                <a:gd name="T32" fmla="*/ 55 w 79"/>
                <a:gd name="T33" fmla="*/ 26 h 73"/>
                <a:gd name="T34" fmla="*/ 44 w 79"/>
                <a:gd name="T35" fmla="*/ 29 h 73"/>
                <a:gd name="T36" fmla="*/ 37 w 79"/>
                <a:gd name="T37" fmla="*/ 40 h 73"/>
                <a:gd name="T38" fmla="*/ 54 w 79"/>
                <a:gd name="T39" fmla="*/ 50 h 73"/>
                <a:gd name="T40" fmla="*/ 63 w 79"/>
                <a:gd name="T41" fmla="*/ 48 h 73"/>
                <a:gd name="T42" fmla="*/ 68 w 79"/>
                <a:gd name="T43" fmla="*/ 40 h 73"/>
                <a:gd name="T44" fmla="*/ 66 w 79"/>
                <a:gd name="T45" fmla="*/ 25 h 73"/>
                <a:gd name="T46" fmla="*/ 67 w 79"/>
                <a:gd name="T47" fmla="*/ 22 h 73"/>
                <a:gd name="T48" fmla="*/ 79 w 79"/>
                <a:gd name="T49" fmla="*/ 29 h 73"/>
                <a:gd name="T50" fmla="*/ 54 w 79"/>
                <a:gd name="T51" fmla="*/ 73 h 73"/>
                <a:gd name="T52" fmla="*/ 52 w 79"/>
                <a:gd name="T53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73">
                  <a:moveTo>
                    <a:pt x="52" y="72"/>
                  </a:moveTo>
                  <a:cubicBezTo>
                    <a:pt x="55" y="66"/>
                    <a:pt x="55" y="64"/>
                    <a:pt x="48" y="6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7" y="36"/>
                    <a:pt x="6" y="37"/>
                    <a:pt x="2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0" y="6"/>
                    <a:pt x="26" y="5"/>
                    <a:pt x="20" y="15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4" y="26"/>
                    <a:pt x="15" y="27"/>
                    <a:pt x="20" y="30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4" y="21"/>
                    <a:pt x="43" y="19"/>
                    <a:pt x="38" y="1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0" y="23"/>
                    <a:pt x="48" y="23"/>
                    <a:pt x="44" y="29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60" y="53"/>
                    <a:pt x="60" y="53"/>
                    <a:pt x="63" y="48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72" y="32"/>
                    <a:pt x="71" y="28"/>
                    <a:pt x="66" y="25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54" y="73"/>
                    <a:pt x="54" y="73"/>
                    <a:pt x="54" y="73"/>
                  </a:cubicBezTo>
                  <a:lnTo>
                    <a:pt x="52" y="7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3" name="Freeform 282">
              <a:extLst>
                <a:ext uri="{FF2B5EF4-FFF2-40B4-BE49-F238E27FC236}">
                  <a16:creationId xmlns:a16="http://schemas.microsoft.com/office/drawing/2014/main" id="{70A81856-431E-448E-8E2A-A65A59CC9AD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64288" y="12479338"/>
              <a:ext cx="50800" cy="47625"/>
            </a:xfrm>
            <a:custGeom>
              <a:avLst/>
              <a:gdLst>
                <a:gd name="T0" fmla="*/ 53 w 80"/>
                <a:gd name="T1" fmla="*/ 73 h 74"/>
                <a:gd name="T2" fmla="*/ 53 w 80"/>
                <a:gd name="T3" fmla="*/ 73 h 74"/>
                <a:gd name="T4" fmla="*/ 52 w 80"/>
                <a:gd name="T5" fmla="*/ 73 h 74"/>
                <a:gd name="T6" fmla="*/ 54 w 80"/>
                <a:gd name="T7" fmla="*/ 67 h 74"/>
                <a:gd name="T8" fmla="*/ 15 w 80"/>
                <a:gd name="T9" fmla="*/ 41 h 74"/>
                <a:gd name="T10" fmla="*/ 3 w 80"/>
                <a:gd name="T11" fmla="*/ 44 h 74"/>
                <a:gd name="T12" fmla="*/ 0 w 80"/>
                <a:gd name="T13" fmla="*/ 43 h 74"/>
                <a:gd name="T14" fmla="*/ 38 w 80"/>
                <a:gd name="T15" fmla="*/ 7 h 74"/>
                <a:gd name="T16" fmla="*/ 36 w 80"/>
                <a:gd name="T17" fmla="*/ 10 h 74"/>
                <a:gd name="T18" fmla="*/ 21 w 80"/>
                <a:gd name="T19" fmla="*/ 17 h 74"/>
                <a:gd name="T20" fmla="*/ 17 w 80"/>
                <a:gd name="T21" fmla="*/ 26 h 74"/>
                <a:gd name="T22" fmla="*/ 35 w 80"/>
                <a:gd name="T23" fmla="*/ 39 h 74"/>
                <a:gd name="T24" fmla="*/ 43 w 80"/>
                <a:gd name="T25" fmla="*/ 22 h 74"/>
                <a:gd name="T26" fmla="*/ 39 w 80"/>
                <a:gd name="T27" fmla="*/ 17 h 74"/>
                <a:gd name="T28" fmla="*/ 58 w 80"/>
                <a:gd name="T29" fmla="*/ 24 h 74"/>
                <a:gd name="T30" fmla="*/ 56 w 80"/>
                <a:gd name="T31" fmla="*/ 27 h 74"/>
                <a:gd name="T32" fmla="*/ 46 w 80"/>
                <a:gd name="T33" fmla="*/ 30 h 74"/>
                <a:gd name="T34" fmla="*/ 55 w 80"/>
                <a:gd name="T35" fmla="*/ 51 h 74"/>
                <a:gd name="T36" fmla="*/ 64 w 80"/>
                <a:gd name="T37" fmla="*/ 49 h 74"/>
                <a:gd name="T38" fmla="*/ 71 w 80"/>
                <a:gd name="T39" fmla="*/ 33 h 74"/>
                <a:gd name="T40" fmla="*/ 67 w 80"/>
                <a:gd name="T41" fmla="*/ 26 h 74"/>
                <a:gd name="T42" fmla="*/ 80 w 80"/>
                <a:gd name="T43" fmla="*/ 30 h 74"/>
                <a:gd name="T44" fmla="*/ 52 w 80"/>
                <a:gd name="T45" fmla="*/ 73 h 74"/>
                <a:gd name="T46" fmla="*/ 79 w 80"/>
                <a:gd name="T47" fmla="*/ 31 h 74"/>
                <a:gd name="T48" fmla="*/ 67 w 80"/>
                <a:gd name="T49" fmla="*/ 26 h 74"/>
                <a:gd name="T50" fmla="*/ 69 w 80"/>
                <a:gd name="T51" fmla="*/ 41 h 74"/>
                <a:gd name="T52" fmla="*/ 60 w 80"/>
                <a:gd name="T53" fmla="*/ 53 h 74"/>
                <a:gd name="T54" fmla="*/ 38 w 80"/>
                <a:gd name="T55" fmla="*/ 41 h 74"/>
                <a:gd name="T56" fmla="*/ 51 w 80"/>
                <a:gd name="T57" fmla="*/ 25 h 74"/>
                <a:gd name="T58" fmla="*/ 57 w 80"/>
                <a:gd name="T59" fmla="*/ 24 h 74"/>
                <a:gd name="T60" fmla="*/ 39 w 80"/>
                <a:gd name="T61" fmla="*/ 17 h 74"/>
                <a:gd name="T62" fmla="*/ 42 w 80"/>
                <a:gd name="T63" fmla="*/ 28 h 74"/>
                <a:gd name="T64" fmla="*/ 20 w 80"/>
                <a:gd name="T65" fmla="*/ 31 h 74"/>
                <a:gd name="T66" fmla="*/ 18 w 80"/>
                <a:gd name="T67" fmla="*/ 22 h 74"/>
                <a:gd name="T68" fmla="*/ 31 w 80"/>
                <a:gd name="T69" fmla="*/ 8 h 74"/>
                <a:gd name="T70" fmla="*/ 37 w 80"/>
                <a:gd name="T71" fmla="*/ 7 h 74"/>
                <a:gd name="T72" fmla="*/ 1 w 80"/>
                <a:gd name="T73" fmla="*/ 43 h 74"/>
                <a:gd name="T74" fmla="*/ 9 w 80"/>
                <a:gd name="T75" fmla="*/ 38 h 74"/>
                <a:gd name="T76" fmla="*/ 50 w 80"/>
                <a:gd name="T77" fmla="*/ 61 h 74"/>
                <a:gd name="T78" fmla="*/ 53 w 80"/>
                <a:gd name="T79" fmla="*/ 7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74">
                  <a:moveTo>
                    <a:pt x="52" y="73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4" y="70"/>
                    <a:pt x="54" y="68"/>
                    <a:pt x="54" y="67"/>
                  </a:cubicBezTo>
                  <a:cubicBezTo>
                    <a:pt x="54" y="65"/>
                    <a:pt x="53" y="63"/>
                    <a:pt x="49" y="6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2" y="40"/>
                    <a:pt x="10" y="39"/>
                    <a:pt x="9" y="39"/>
                  </a:cubicBezTo>
                  <a:cubicBezTo>
                    <a:pt x="7" y="39"/>
                    <a:pt x="5" y="40"/>
                    <a:pt x="3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4" y="9"/>
                    <a:pt x="32" y="8"/>
                    <a:pt x="31" y="8"/>
                  </a:cubicBezTo>
                  <a:cubicBezTo>
                    <a:pt x="28" y="8"/>
                    <a:pt x="25" y="10"/>
                    <a:pt x="21" y="1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4"/>
                    <a:pt x="17" y="25"/>
                    <a:pt x="17" y="26"/>
                  </a:cubicBezTo>
                  <a:cubicBezTo>
                    <a:pt x="17" y="28"/>
                    <a:pt x="18" y="29"/>
                    <a:pt x="21" y="3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3" y="25"/>
                    <a:pt x="43" y="23"/>
                    <a:pt x="43" y="22"/>
                  </a:cubicBezTo>
                  <a:cubicBezTo>
                    <a:pt x="43" y="20"/>
                    <a:pt x="42" y="19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6"/>
                    <a:pt x="52" y="25"/>
                    <a:pt x="51" y="25"/>
                  </a:cubicBezTo>
                  <a:cubicBezTo>
                    <a:pt x="49" y="25"/>
                    <a:pt x="48" y="26"/>
                    <a:pt x="46" y="30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8" y="52"/>
                    <a:pt x="59" y="53"/>
                    <a:pt x="60" y="53"/>
                  </a:cubicBezTo>
                  <a:cubicBezTo>
                    <a:pt x="61" y="53"/>
                    <a:pt x="62" y="52"/>
                    <a:pt x="64" y="49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38"/>
                    <a:pt x="71" y="35"/>
                    <a:pt x="71" y="33"/>
                  </a:cubicBezTo>
                  <a:cubicBezTo>
                    <a:pt x="71" y="30"/>
                    <a:pt x="70" y="28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55" y="74"/>
                    <a:pt x="55" y="74"/>
                    <a:pt x="55" y="74"/>
                  </a:cubicBezTo>
                  <a:lnTo>
                    <a:pt x="52" y="73"/>
                  </a:lnTo>
                  <a:close/>
                  <a:moveTo>
                    <a:pt x="54" y="74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70" y="27"/>
                    <a:pt x="72" y="30"/>
                    <a:pt x="72" y="33"/>
                  </a:cubicBezTo>
                  <a:cubicBezTo>
                    <a:pt x="72" y="35"/>
                    <a:pt x="71" y="38"/>
                    <a:pt x="69" y="41"/>
                  </a:cubicBezTo>
                  <a:cubicBezTo>
                    <a:pt x="64" y="49"/>
                    <a:pt x="64" y="49"/>
                    <a:pt x="64" y="49"/>
                  </a:cubicBezTo>
                  <a:cubicBezTo>
                    <a:pt x="63" y="52"/>
                    <a:pt x="62" y="53"/>
                    <a:pt x="60" y="53"/>
                  </a:cubicBezTo>
                  <a:cubicBezTo>
                    <a:pt x="59" y="53"/>
                    <a:pt x="57" y="53"/>
                    <a:pt x="55" y="5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7" y="26"/>
                    <a:pt x="49" y="25"/>
                    <a:pt x="51" y="25"/>
                  </a:cubicBezTo>
                  <a:cubicBezTo>
                    <a:pt x="52" y="25"/>
                    <a:pt x="54" y="25"/>
                    <a:pt x="56" y="26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2" y="19"/>
                    <a:pt x="44" y="20"/>
                    <a:pt x="44" y="22"/>
                  </a:cubicBezTo>
                  <a:cubicBezTo>
                    <a:pt x="44" y="24"/>
                    <a:pt x="43" y="25"/>
                    <a:pt x="42" y="28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8" y="30"/>
                    <a:pt x="16" y="28"/>
                    <a:pt x="16" y="26"/>
                  </a:cubicBezTo>
                  <a:cubicBezTo>
                    <a:pt x="16" y="25"/>
                    <a:pt x="17" y="24"/>
                    <a:pt x="18" y="22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5" y="10"/>
                    <a:pt x="28" y="8"/>
                    <a:pt x="31" y="8"/>
                  </a:cubicBezTo>
                  <a:cubicBezTo>
                    <a:pt x="33" y="8"/>
                    <a:pt x="34" y="8"/>
                    <a:pt x="36" y="9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0"/>
                    <a:pt x="6" y="38"/>
                    <a:pt x="9" y="38"/>
                  </a:cubicBezTo>
                  <a:cubicBezTo>
                    <a:pt x="11" y="38"/>
                    <a:pt x="12" y="39"/>
                    <a:pt x="15" y="4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3" y="63"/>
                    <a:pt x="55" y="64"/>
                    <a:pt x="55" y="67"/>
                  </a:cubicBezTo>
                  <a:cubicBezTo>
                    <a:pt x="55" y="68"/>
                    <a:pt x="54" y="70"/>
                    <a:pt x="53" y="73"/>
                  </a:cubicBezTo>
                  <a:lnTo>
                    <a:pt x="54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4" name="Freeform 283">
              <a:extLst>
                <a:ext uri="{FF2B5EF4-FFF2-40B4-BE49-F238E27FC236}">
                  <a16:creationId xmlns:a16="http://schemas.microsoft.com/office/drawing/2014/main" id="{11EF041F-A857-44E8-8825-DAB76A200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88101" y="12441238"/>
              <a:ext cx="47625" cy="46037"/>
            </a:xfrm>
            <a:custGeom>
              <a:avLst/>
              <a:gdLst>
                <a:gd name="T0" fmla="*/ 54 w 74"/>
                <a:gd name="T1" fmla="*/ 69 h 71"/>
                <a:gd name="T2" fmla="*/ 53 w 74"/>
                <a:gd name="T3" fmla="*/ 57 h 71"/>
                <a:gd name="T4" fmla="*/ 17 w 74"/>
                <a:gd name="T5" fmla="*/ 28 h 71"/>
                <a:gd name="T6" fmla="*/ 14 w 74"/>
                <a:gd name="T7" fmla="*/ 31 h 71"/>
                <a:gd name="T8" fmla="*/ 13 w 74"/>
                <a:gd name="T9" fmla="*/ 48 h 71"/>
                <a:gd name="T10" fmla="*/ 11 w 74"/>
                <a:gd name="T11" fmla="*/ 51 h 71"/>
                <a:gd name="T12" fmla="*/ 0 w 74"/>
                <a:gd name="T13" fmla="*/ 41 h 71"/>
                <a:gd name="T14" fmla="*/ 33 w 74"/>
                <a:gd name="T15" fmla="*/ 0 h 71"/>
                <a:gd name="T16" fmla="*/ 45 w 74"/>
                <a:gd name="T17" fmla="*/ 9 h 71"/>
                <a:gd name="T18" fmla="*/ 43 w 74"/>
                <a:gd name="T19" fmla="*/ 11 h 71"/>
                <a:gd name="T20" fmla="*/ 26 w 74"/>
                <a:gd name="T21" fmla="*/ 16 h 71"/>
                <a:gd name="T22" fmla="*/ 24 w 74"/>
                <a:gd name="T23" fmla="*/ 19 h 71"/>
                <a:gd name="T24" fmla="*/ 60 w 74"/>
                <a:gd name="T25" fmla="*/ 48 h 71"/>
                <a:gd name="T26" fmla="*/ 72 w 74"/>
                <a:gd name="T27" fmla="*/ 47 h 71"/>
                <a:gd name="T28" fmla="*/ 74 w 74"/>
                <a:gd name="T29" fmla="*/ 48 h 71"/>
                <a:gd name="T30" fmla="*/ 56 w 74"/>
                <a:gd name="T31" fmla="*/ 71 h 71"/>
                <a:gd name="T32" fmla="*/ 54 w 74"/>
                <a:gd name="T33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71">
                  <a:moveTo>
                    <a:pt x="54" y="69"/>
                  </a:moveTo>
                  <a:cubicBezTo>
                    <a:pt x="59" y="64"/>
                    <a:pt x="59" y="62"/>
                    <a:pt x="53" y="5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7" y="39"/>
                    <a:pt x="8" y="43"/>
                    <a:pt x="13" y="48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37" y="7"/>
                    <a:pt x="33" y="7"/>
                    <a:pt x="26" y="16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6" y="53"/>
                    <a:pt x="68" y="52"/>
                    <a:pt x="72" y="47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56" y="71"/>
                    <a:pt x="56" y="71"/>
                    <a:pt x="56" y="71"/>
                  </a:cubicBezTo>
                  <a:lnTo>
                    <a:pt x="54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5" name="Freeform 284">
              <a:extLst>
                <a:ext uri="{FF2B5EF4-FFF2-40B4-BE49-F238E27FC236}">
                  <a16:creationId xmlns:a16="http://schemas.microsoft.com/office/drawing/2014/main" id="{F922644A-6A7A-422A-8FFD-A617639076E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88101" y="12441238"/>
              <a:ext cx="47625" cy="46037"/>
            </a:xfrm>
            <a:custGeom>
              <a:avLst/>
              <a:gdLst>
                <a:gd name="T0" fmla="*/ 54 w 75"/>
                <a:gd name="T1" fmla="*/ 70 h 71"/>
                <a:gd name="T2" fmla="*/ 54 w 75"/>
                <a:gd name="T3" fmla="*/ 69 h 71"/>
                <a:gd name="T4" fmla="*/ 55 w 75"/>
                <a:gd name="T5" fmla="*/ 69 h 71"/>
                <a:gd name="T6" fmla="*/ 54 w 75"/>
                <a:gd name="T7" fmla="*/ 69 h 71"/>
                <a:gd name="T8" fmla="*/ 54 w 75"/>
                <a:gd name="T9" fmla="*/ 70 h 71"/>
                <a:gd name="T10" fmla="*/ 54 w 75"/>
                <a:gd name="T11" fmla="*/ 69 h 71"/>
                <a:gd name="T12" fmla="*/ 54 w 75"/>
                <a:gd name="T13" fmla="*/ 69 h 71"/>
                <a:gd name="T14" fmla="*/ 57 w 75"/>
                <a:gd name="T15" fmla="*/ 63 h 71"/>
                <a:gd name="T16" fmla="*/ 53 w 75"/>
                <a:gd name="T17" fmla="*/ 57 h 71"/>
                <a:gd name="T18" fmla="*/ 17 w 75"/>
                <a:gd name="T19" fmla="*/ 28 h 71"/>
                <a:gd name="T20" fmla="*/ 14 w 75"/>
                <a:gd name="T21" fmla="*/ 31 h 71"/>
                <a:gd name="T22" fmla="*/ 10 w 75"/>
                <a:gd name="T23" fmla="*/ 41 h 71"/>
                <a:gd name="T24" fmla="*/ 13 w 75"/>
                <a:gd name="T25" fmla="*/ 48 h 71"/>
                <a:gd name="T26" fmla="*/ 13 w 75"/>
                <a:gd name="T27" fmla="*/ 48 h 71"/>
                <a:gd name="T28" fmla="*/ 11 w 75"/>
                <a:gd name="T29" fmla="*/ 51 h 71"/>
                <a:gd name="T30" fmla="*/ 0 w 75"/>
                <a:gd name="T31" fmla="*/ 41 h 71"/>
                <a:gd name="T32" fmla="*/ 33 w 75"/>
                <a:gd name="T33" fmla="*/ 0 h 71"/>
                <a:gd name="T34" fmla="*/ 45 w 75"/>
                <a:gd name="T35" fmla="*/ 9 h 71"/>
                <a:gd name="T36" fmla="*/ 43 w 75"/>
                <a:gd name="T37" fmla="*/ 11 h 71"/>
                <a:gd name="T38" fmla="*/ 43 w 75"/>
                <a:gd name="T39" fmla="*/ 11 h 71"/>
                <a:gd name="T40" fmla="*/ 36 w 75"/>
                <a:gd name="T41" fmla="*/ 9 h 71"/>
                <a:gd name="T42" fmla="*/ 26 w 75"/>
                <a:gd name="T43" fmla="*/ 16 h 71"/>
                <a:gd name="T44" fmla="*/ 24 w 75"/>
                <a:gd name="T45" fmla="*/ 19 h 71"/>
                <a:gd name="T46" fmla="*/ 60 w 75"/>
                <a:gd name="T47" fmla="*/ 48 h 71"/>
                <a:gd name="T48" fmla="*/ 66 w 75"/>
                <a:gd name="T49" fmla="*/ 51 h 71"/>
                <a:gd name="T50" fmla="*/ 72 w 75"/>
                <a:gd name="T51" fmla="*/ 46 h 71"/>
                <a:gd name="T52" fmla="*/ 72 w 75"/>
                <a:gd name="T53" fmla="*/ 46 h 71"/>
                <a:gd name="T54" fmla="*/ 75 w 75"/>
                <a:gd name="T55" fmla="*/ 48 h 71"/>
                <a:gd name="T56" fmla="*/ 56 w 75"/>
                <a:gd name="T57" fmla="*/ 71 h 71"/>
                <a:gd name="T58" fmla="*/ 54 w 75"/>
                <a:gd name="T59" fmla="*/ 70 h 71"/>
                <a:gd name="T60" fmla="*/ 56 w 75"/>
                <a:gd name="T61" fmla="*/ 70 h 71"/>
                <a:gd name="T62" fmla="*/ 74 w 75"/>
                <a:gd name="T63" fmla="*/ 48 h 71"/>
                <a:gd name="T64" fmla="*/ 72 w 75"/>
                <a:gd name="T65" fmla="*/ 47 h 71"/>
                <a:gd name="T66" fmla="*/ 66 w 75"/>
                <a:gd name="T67" fmla="*/ 52 h 71"/>
                <a:gd name="T68" fmla="*/ 60 w 75"/>
                <a:gd name="T69" fmla="*/ 48 h 71"/>
                <a:gd name="T70" fmla="*/ 23 w 75"/>
                <a:gd name="T71" fmla="*/ 19 h 71"/>
                <a:gd name="T72" fmla="*/ 26 w 75"/>
                <a:gd name="T73" fmla="*/ 16 h 71"/>
                <a:gd name="T74" fmla="*/ 36 w 75"/>
                <a:gd name="T75" fmla="*/ 8 h 71"/>
                <a:gd name="T76" fmla="*/ 43 w 75"/>
                <a:gd name="T77" fmla="*/ 10 h 71"/>
                <a:gd name="T78" fmla="*/ 44 w 75"/>
                <a:gd name="T79" fmla="*/ 9 h 71"/>
                <a:gd name="T80" fmla="*/ 33 w 75"/>
                <a:gd name="T81" fmla="*/ 0 h 71"/>
                <a:gd name="T82" fmla="*/ 1 w 75"/>
                <a:gd name="T83" fmla="*/ 41 h 71"/>
                <a:gd name="T84" fmla="*/ 11 w 75"/>
                <a:gd name="T85" fmla="*/ 50 h 71"/>
                <a:gd name="T86" fmla="*/ 13 w 75"/>
                <a:gd name="T87" fmla="*/ 48 h 71"/>
                <a:gd name="T88" fmla="*/ 9 w 75"/>
                <a:gd name="T89" fmla="*/ 41 h 71"/>
                <a:gd name="T90" fmla="*/ 14 w 75"/>
                <a:gd name="T91" fmla="*/ 31 h 71"/>
                <a:gd name="T92" fmla="*/ 17 w 75"/>
                <a:gd name="T93" fmla="*/ 27 h 71"/>
                <a:gd name="T94" fmla="*/ 53 w 75"/>
                <a:gd name="T95" fmla="*/ 57 h 71"/>
                <a:gd name="T96" fmla="*/ 58 w 75"/>
                <a:gd name="T97" fmla="*/ 63 h 71"/>
                <a:gd name="T98" fmla="*/ 55 w 75"/>
                <a:gd name="T99" fmla="*/ 69 h 71"/>
                <a:gd name="T100" fmla="*/ 56 w 75"/>
                <a:gd name="T101" fmla="*/ 7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" h="71">
                  <a:moveTo>
                    <a:pt x="54" y="70"/>
                  </a:moveTo>
                  <a:cubicBezTo>
                    <a:pt x="54" y="69"/>
                    <a:pt x="54" y="69"/>
                    <a:pt x="54" y="69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6" y="66"/>
                    <a:pt x="57" y="65"/>
                    <a:pt x="57" y="63"/>
                  </a:cubicBezTo>
                  <a:cubicBezTo>
                    <a:pt x="57" y="61"/>
                    <a:pt x="56" y="60"/>
                    <a:pt x="53" y="5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1" y="35"/>
                    <a:pt x="10" y="38"/>
                    <a:pt x="10" y="41"/>
                  </a:cubicBezTo>
                  <a:cubicBezTo>
                    <a:pt x="10" y="43"/>
                    <a:pt x="11" y="45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0" y="10"/>
                    <a:pt x="38" y="9"/>
                    <a:pt x="36" y="9"/>
                  </a:cubicBezTo>
                  <a:cubicBezTo>
                    <a:pt x="33" y="9"/>
                    <a:pt x="30" y="11"/>
                    <a:pt x="26" y="16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50"/>
                    <a:pt x="65" y="51"/>
                    <a:pt x="66" y="51"/>
                  </a:cubicBezTo>
                  <a:cubicBezTo>
                    <a:pt x="68" y="51"/>
                    <a:pt x="70" y="49"/>
                    <a:pt x="72" y="46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56" y="71"/>
                    <a:pt x="56" y="71"/>
                    <a:pt x="56" y="71"/>
                  </a:cubicBezTo>
                  <a:lnTo>
                    <a:pt x="54" y="70"/>
                  </a:lnTo>
                  <a:close/>
                  <a:moveTo>
                    <a:pt x="56" y="70"/>
                  </a:moveTo>
                  <a:cubicBezTo>
                    <a:pt x="74" y="48"/>
                    <a:pt x="74" y="48"/>
                    <a:pt x="74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0" y="50"/>
                    <a:pt x="68" y="52"/>
                    <a:pt x="66" y="52"/>
                  </a:cubicBezTo>
                  <a:cubicBezTo>
                    <a:pt x="64" y="52"/>
                    <a:pt x="63" y="50"/>
                    <a:pt x="60" y="4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30" y="10"/>
                    <a:pt x="33" y="8"/>
                    <a:pt x="36" y="8"/>
                  </a:cubicBezTo>
                  <a:cubicBezTo>
                    <a:pt x="39" y="8"/>
                    <a:pt x="41" y="9"/>
                    <a:pt x="43" y="10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0" y="46"/>
                    <a:pt x="9" y="43"/>
                    <a:pt x="9" y="41"/>
                  </a:cubicBezTo>
                  <a:cubicBezTo>
                    <a:pt x="9" y="38"/>
                    <a:pt x="10" y="35"/>
                    <a:pt x="14" y="31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6" y="59"/>
                    <a:pt x="58" y="61"/>
                    <a:pt x="58" y="63"/>
                  </a:cubicBezTo>
                  <a:cubicBezTo>
                    <a:pt x="58" y="65"/>
                    <a:pt x="57" y="67"/>
                    <a:pt x="55" y="69"/>
                  </a:cubicBezTo>
                  <a:lnTo>
                    <a:pt x="56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6" name="Freeform 285">
              <a:extLst>
                <a:ext uri="{FF2B5EF4-FFF2-40B4-BE49-F238E27FC236}">
                  <a16:creationId xmlns:a16="http://schemas.microsoft.com/office/drawing/2014/main" id="{90E395B9-6C49-4850-AD40-42A4468187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16676" y="12411075"/>
              <a:ext cx="50800" cy="50800"/>
            </a:xfrm>
            <a:custGeom>
              <a:avLst/>
              <a:gdLst>
                <a:gd name="T0" fmla="*/ 40 w 79"/>
                <a:gd name="T1" fmla="*/ 77 h 78"/>
                <a:gd name="T2" fmla="*/ 41 w 79"/>
                <a:gd name="T3" fmla="*/ 64 h 78"/>
                <a:gd name="T4" fmla="*/ 14 w 79"/>
                <a:gd name="T5" fmla="*/ 34 h 78"/>
                <a:gd name="T6" fmla="*/ 2 w 79"/>
                <a:gd name="T7" fmla="*/ 34 h 78"/>
                <a:gd name="T8" fmla="*/ 0 w 79"/>
                <a:gd name="T9" fmla="*/ 32 h 78"/>
                <a:gd name="T10" fmla="*/ 37 w 79"/>
                <a:gd name="T11" fmla="*/ 0 h 78"/>
                <a:gd name="T12" fmla="*/ 46 w 79"/>
                <a:gd name="T13" fmla="*/ 9 h 78"/>
                <a:gd name="T14" fmla="*/ 44 w 79"/>
                <a:gd name="T15" fmla="*/ 11 h 78"/>
                <a:gd name="T16" fmla="*/ 28 w 79"/>
                <a:gd name="T17" fmla="*/ 13 h 78"/>
                <a:gd name="T18" fmla="*/ 23 w 79"/>
                <a:gd name="T19" fmla="*/ 18 h 78"/>
                <a:gd name="T20" fmla="*/ 23 w 79"/>
                <a:gd name="T21" fmla="*/ 27 h 78"/>
                <a:gd name="T22" fmla="*/ 34 w 79"/>
                <a:gd name="T23" fmla="*/ 39 h 78"/>
                <a:gd name="T24" fmla="*/ 44 w 79"/>
                <a:gd name="T25" fmla="*/ 30 h 78"/>
                <a:gd name="T26" fmla="*/ 45 w 79"/>
                <a:gd name="T27" fmla="*/ 20 h 78"/>
                <a:gd name="T28" fmla="*/ 47 w 79"/>
                <a:gd name="T29" fmla="*/ 18 h 78"/>
                <a:gd name="T30" fmla="*/ 60 w 79"/>
                <a:gd name="T31" fmla="*/ 32 h 78"/>
                <a:gd name="T32" fmla="*/ 57 w 79"/>
                <a:gd name="T33" fmla="*/ 34 h 78"/>
                <a:gd name="T34" fmla="*/ 47 w 79"/>
                <a:gd name="T35" fmla="*/ 33 h 78"/>
                <a:gd name="T36" fmla="*/ 36 w 79"/>
                <a:gd name="T37" fmla="*/ 42 h 78"/>
                <a:gd name="T38" fmla="*/ 49 w 79"/>
                <a:gd name="T39" fmla="*/ 57 h 78"/>
                <a:gd name="T40" fmla="*/ 58 w 79"/>
                <a:gd name="T41" fmla="*/ 58 h 78"/>
                <a:gd name="T42" fmla="*/ 65 w 79"/>
                <a:gd name="T43" fmla="*/ 51 h 78"/>
                <a:gd name="T44" fmla="*/ 68 w 79"/>
                <a:gd name="T45" fmla="*/ 36 h 78"/>
                <a:gd name="T46" fmla="*/ 71 w 79"/>
                <a:gd name="T47" fmla="*/ 34 h 78"/>
                <a:gd name="T48" fmla="*/ 79 w 79"/>
                <a:gd name="T49" fmla="*/ 45 h 78"/>
                <a:gd name="T50" fmla="*/ 41 w 79"/>
                <a:gd name="T51" fmla="*/ 78 h 78"/>
                <a:gd name="T52" fmla="*/ 40 w 79"/>
                <a:gd name="T53" fmla="*/ 7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78">
                  <a:moveTo>
                    <a:pt x="40" y="77"/>
                  </a:moveTo>
                  <a:cubicBezTo>
                    <a:pt x="45" y="72"/>
                    <a:pt x="46" y="70"/>
                    <a:pt x="41" y="6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9" y="29"/>
                    <a:pt x="7" y="29"/>
                    <a:pt x="2" y="34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0" y="8"/>
                    <a:pt x="36" y="6"/>
                    <a:pt x="28" y="13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21"/>
                    <a:pt x="19" y="23"/>
                    <a:pt x="23" y="27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9" y="26"/>
                    <a:pt x="49" y="24"/>
                    <a:pt x="45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4" y="30"/>
                    <a:pt x="52" y="29"/>
                    <a:pt x="47" y="33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3" y="62"/>
                    <a:pt x="54" y="61"/>
                    <a:pt x="58" y="58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2" y="46"/>
                    <a:pt x="72" y="41"/>
                    <a:pt x="68" y="36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41" y="78"/>
                    <a:pt x="41" y="78"/>
                    <a:pt x="41" y="78"/>
                  </a:cubicBezTo>
                  <a:lnTo>
                    <a:pt x="40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7" name="Freeform 286">
              <a:extLst>
                <a:ext uri="{FF2B5EF4-FFF2-40B4-BE49-F238E27FC236}">
                  <a16:creationId xmlns:a16="http://schemas.microsoft.com/office/drawing/2014/main" id="{88EDC714-D99F-4095-926E-6F155A555CE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16676" y="12411075"/>
              <a:ext cx="52388" cy="50800"/>
            </a:xfrm>
            <a:custGeom>
              <a:avLst/>
              <a:gdLst>
                <a:gd name="T0" fmla="*/ 40 w 80"/>
                <a:gd name="T1" fmla="*/ 78 h 80"/>
                <a:gd name="T2" fmla="*/ 40 w 80"/>
                <a:gd name="T3" fmla="*/ 78 h 80"/>
                <a:gd name="T4" fmla="*/ 39 w 80"/>
                <a:gd name="T5" fmla="*/ 78 h 80"/>
                <a:gd name="T6" fmla="*/ 44 w 80"/>
                <a:gd name="T7" fmla="*/ 72 h 80"/>
                <a:gd name="T8" fmla="*/ 14 w 80"/>
                <a:gd name="T9" fmla="*/ 36 h 80"/>
                <a:gd name="T10" fmla="*/ 2 w 80"/>
                <a:gd name="T11" fmla="*/ 35 h 80"/>
                <a:gd name="T12" fmla="*/ 0 w 80"/>
                <a:gd name="T13" fmla="*/ 33 h 80"/>
                <a:gd name="T14" fmla="*/ 47 w 80"/>
                <a:gd name="T15" fmla="*/ 10 h 80"/>
                <a:gd name="T16" fmla="*/ 44 w 80"/>
                <a:gd name="T17" fmla="*/ 13 h 80"/>
                <a:gd name="T18" fmla="*/ 28 w 80"/>
                <a:gd name="T19" fmla="*/ 15 h 80"/>
                <a:gd name="T20" fmla="*/ 20 w 80"/>
                <a:gd name="T21" fmla="*/ 23 h 80"/>
                <a:gd name="T22" fmla="*/ 34 w 80"/>
                <a:gd name="T23" fmla="*/ 40 h 80"/>
                <a:gd name="T24" fmla="*/ 47 w 80"/>
                <a:gd name="T25" fmla="*/ 26 h 80"/>
                <a:gd name="T26" fmla="*/ 44 w 80"/>
                <a:gd name="T27" fmla="*/ 20 h 80"/>
                <a:gd name="T28" fmla="*/ 60 w 80"/>
                <a:gd name="T29" fmla="*/ 33 h 80"/>
                <a:gd name="T30" fmla="*/ 57 w 80"/>
                <a:gd name="T31" fmla="*/ 35 h 80"/>
                <a:gd name="T32" fmla="*/ 47 w 80"/>
                <a:gd name="T33" fmla="*/ 35 h 80"/>
                <a:gd name="T34" fmla="*/ 50 w 80"/>
                <a:gd name="T35" fmla="*/ 58 h 80"/>
                <a:gd name="T36" fmla="*/ 58 w 80"/>
                <a:gd name="T37" fmla="*/ 59 h 80"/>
                <a:gd name="T38" fmla="*/ 71 w 80"/>
                <a:gd name="T39" fmla="*/ 43 h 80"/>
                <a:gd name="T40" fmla="*/ 68 w 80"/>
                <a:gd name="T41" fmla="*/ 37 h 80"/>
                <a:gd name="T42" fmla="*/ 80 w 80"/>
                <a:gd name="T43" fmla="*/ 46 h 80"/>
                <a:gd name="T44" fmla="*/ 40 w 80"/>
                <a:gd name="T45" fmla="*/ 78 h 80"/>
                <a:gd name="T46" fmla="*/ 79 w 80"/>
                <a:gd name="T47" fmla="*/ 46 h 80"/>
                <a:gd name="T48" fmla="*/ 69 w 80"/>
                <a:gd name="T49" fmla="*/ 38 h 80"/>
                <a:gd name="T50" fmla="*/ 66 w 80"/>
                <a:gd name="T51" fmla="*/ 53 h 80"/>
                <a:gd name="T52" fmla="*/ 54 w 80"/>
                <a:gd name="T53" fmla="*/ 62 h 80"/>
                <a:gd name="T54" fmla="*/ 36 w 80"/>
                <a:gd name="T55" fmla="*/ 43 h 80"/>
                <a:gd name="T56" fmla="*/ 52 w 80"/>
                <a:gd name="T57" fmla="*/ 31 h 80"/>
                <a:gd name="T58" fmla="*/ 59 w 80"/>
                <a:gd name="T59" fmla="*/ 33 h 80"/>
                <a:gd name="T60" fmla="*/ 45 w 80"/>
                <a:gd name="T61" fmla="*/ 21 h 80"/>
                <a:gd name="T62" fmla="*/ 44 w 80"/>
                <a:gd name="T63" fmla="*/ 31 h 80"/>
                <a:gd name="T64" fmla="*/ 22 w 80"/>
                <a:gd name="T65" fmla="*/ 28 h 80"/>
                <a:gd name="T66" fmla="*/ 23 w 80"/>
                <a:gd name="T67" fmla="*/ 19 h 80"/>
                <a:gd name="T68" fmla="*/ 38 w 80"/>
                <a:gd name="T69" fmla="*/ 9 h 80"/>
                <a:gd name="T70" fmla="*/ 46 w 80"/>
                <a:gd name="T71" fmla="*/ 10 h 80"/>
                <a:gd name="T72" fmla="*/ 1 w 80"/>
                <a:gd name="T73" fmla="*/ 33 h 80"/>
                <a:gd name="T74" fmla="*/ 8 w 80"/>
                <a:gd name="T75" fmla="*/ 31 h 80"/>
                <a:gd name="T76" fmla="*/ 41 w 80"/>
                <a:gd name="T77" fmla="*/ 65 h 80"/>
                <a:gd name="T78" fmla="*/ 40 w 80"/>
                <a:gd name="T79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80">
                  <a:moveTo>
                    <a:pt x="40" y="78"/>
                  </a:move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3" y="75"/>
                    <a:pt x="44" y="73"/>
                    <a:pt x="44" y="72"/>
                  </a:cubicBezTo>
                  <a:cubicBezTo>
                    <a:pt x="44" y="70"/>
                    <a:pt x="43" y="68"/>
                    <a:pt x="41" y="6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1" y="33"/>
                    <a:pt x="10" y="32"/>
                    <a:pt x="8" y="32"/>
                  </a:cubicBezTo>
                  <a:cubicBezTo>
                    <a:pt x="6" y="32"/>
                    <a:pt x="5" y="33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2" y="11"/>
                    <a:pt x="40" y="10"/>
                    <a:pt x="38" y="10"/>
                  </a:cubicBezTo>
                  <a:cubicBezTo>
                    <a:pt x="35" y="10"/>
                    <a:pt x="32" y="11"/>
                    <a:pt x="28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1" y="21"/>
                    <a:pt x="20" y="22"/>
                    <a:pt x="20" y="23"/>
                  </a:cubicBezTo>
                  <a:cubicBezTo>
                    <a:pt x="20" y="24"/>
                    <a:pt x="21" y="26"/>
                    <a:pt x="23" y="28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6" y="29"/>
                    <a:pt x="47" y="27"/>
                    <a:pt x="47" y="26"/>
                  </a:cubicBezTo>
                  <a:cubicBezTo>
                    <a:pt x="47" y="24"/>
                    <a:pt x="46" y="23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5" y="33"/>
                    <a:pt x="54" y="32"/>
                    <a:pt x="52" y="32"/>
                  </a:cubicBezTo>
                  <a:cubicBezTo>
                    <a:pt x="51" y="32"/>
                    <a:pt x="49" y="33"/>
                    <a:pt x="47" y="35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0"/>
                    <a:pt x="53" y="61"/>
                    <a:pt x="54" y="61"/>
                  </a:cubicBezTo>
                  <a:cubicBezTo>
                    <a:pt x="55" y="61"/>
                    <a:pt x="56" y="60"/>
                    <a:pt x="58" y="59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9" y="49"/>
                    <a:pt x="71" y="46"/>
                    <a:pt x="71" y="43"/>
                  </a:cubicBezTo>
                  <a:cubicBezTo>
                    <a:pt x="71" y="41"/>
                    <a:pt x="70" y="40"/>
                    <a:pt x="68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41" y="80"/>
                    <a:pt x="41" y="80"/>
                    <a:pt x="41" y="80"/>
                  </a:cubicBezTo>
                  <a:lnTo>
                    <a:pt x="40" y="78"/>
                  </a:lnTo>
                  <a:close/>
                  <a:moveTo>
                    <a:pt x="42" y="79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0" y="39"/>
                    <a:pt x="71" y="41"/>
                    <a:pt x="71" y="43"/>
                  </a:cubicBezTo>
                  <a:cubicBezTo>
                    <a:pt x="71" y="46"/>
                    <a:pt x="70" y="49"/>
                    <a:pt x="66" y="53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7" y="61"/>
                    <a:pt x="55" y="62"/>
                    <a:pt x="54" y="62"/>
                  </a:cubicBezTo>
                  <a:cubicBezTo>
                    <a:pt x="53" y="62"/>
                    <a:pt x="51" y="61"/>
                    <a:pt x="49" y="58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9" y="32"/>
                    <a:pt x="50" y="31"/>
                    <a:pt x="52" y="31"/>
                  </a:cubicBezTo>
                  <a:cubicBezTo>
                    <a:pt x="54" y="31"/>
                    <a:pt x="56" y="32"/>
                    <a:pt x="57" y="34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7" y="23"/>
                    <a:pt x="48" y="24"/>
                    <a:pt x="48" y="26"/>
                  </a:cubicBezTo>
                  <a:cubicBezTo>
                    <a:pt x="48" y="28"/>
                    <a:pt x="47" y="29"/>
                    <a:pt x="44" y="3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6"/>
                    <a:pt x="20" y="25"/>
                    <a:pt x="20" y="23"/>
                  </a:cubicBezTo>
                  <a:cubicBezTo>
                    <a:pt x="20" y="22"/>
                    <a:pt x="21" y="20"/>
                    <a:pt x="23" y="19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2" y="10"/>
                    <a:pt x="35" y="9"/>
                    <a:pt x="38" y="9"/>
                  </a:cubicBezTo>
                  <a:cubicBezTo>
                    <a:pt x="40" y="9"/>
                    <a:pt x="42" y="10"/>
                    <a:pt x="44" y="12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2"/>
                    <a:pt x="6" y="31"/>
                    <a:pt x="8" y="31"/>
                  </a:cubicBezTo>
                  <a:cubicBezTo>
                    <a:pt x="10" y="31"/>
                    <a:pt x="12" y="32"/>
                    <a:pt x="14" y="35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3" y="68"/>
                    <a:pt x="45" y="70"/>
                    <a:pt x="45" y="72"/>
                  </a:cubicBezTo>
                  <a:cubicBezTo>
                    <a:pt x="45" y="74"/>
                    <a:pt x="43" y="75"/>
                    <a:pt x="40" y="78"/>
                  </a:cubicBezTo>
                  <a:lnTo>
                    <a:pt x="42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8" name="Freeform 287">
              <a:extLst>
                <a:ext uri="{FF2B5EF4-FFF2-40B4-BE49-F238E27FC236}">
                  <a16:creationId xmlns:a16="http://schemas.microsoft.com/office/drawing/2014/main" id="{ADE5C3E6-7DEA-4F4D-BEFF-35C5FB570A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54776" y="12379325"/>
              <a:ext cx="52388" cy="55562"/>
            </a:xfrm>
            <a:custGeom>
              <a:avLst/>
              <a:gdLst>
                <a:gd name="T0" fmla="*/ 29 w 82"/>
                <a:gd name="T1" fmla="*/ 85 h 87"/>
                <a:gd name="T2" fmla="*/ 32 w 82"/>
                <a:gd name="T3" fmla="*/ 73 h 87"/>
                <a:gd name="T4" fmla="*/ 13 w 82"/>
                <a:gd name="T5" fmla="*/ 38 h 87"/>
                <a:gd name="T6" fmla="*/ 1 w 82"/>
                <a:gd name="T7" fmla="*/ 35 h 87"/>
                <a:gd name="T8" fmla="*/ 0 w 82"/>
                <a:gd name="T9" fmla="*/ 33 h 87"/>
                <a:gd name="T10" fmla="*/ 17 w 82"/>
                <a:gd name="T11" fmla="*/ 23 h 87"/>
                <a:gd name="T12" fmla="*/ 70 w 82"/>
                <a:gd name="T13" fmla="*/ 51 h 87"/>
                <a:gd name="T14" fmla="*/ 70 w 82"/>
                <a:gd name="T15" fmla="*/ 51 h 87"/>
                <a:gd name="T16" fmla="*/ 51 w 82"/>
                <a:gd name="T17" fmla="*/ 17 h 87"/>
                <a:gd name="T18" fmla="*/ 39 w 82"/>
                <a:gd name="T19" fmla="*/ 14 h 87"/>
                <a:gd name="T20" fmla="*/ 38 w 82"/>
                <a:gd name="T21" fmla="*/ 12 h 87"/>
                <a:gd name="T22" fmla="*/ 59 w 82"/>
                <a:gd name="T23" fmla="*/ 0 h 87"/>
                <a:gd name="T24" fmla="*/ 60 w 82"/>
                <a:gd name="T25" fmla="*/ 2 h 87"/>
                <a:gd name="T26" fmla="*/ 57 w 82"/>
                <a:gd name="T27" fmla="*/ 14 h 87"/>
                <a:gd name="T28" fmla="*/ 82 w 82"/>
                <a:gd name="T29" fmla="*/ 58 h 87"/>
                <a:gd name="T30" fmla="*/ 73 w 82"/>
                <a:gd name="T31" fmla="*/ 63 h 87"/>
                <a:gd name="T32" fmla="*/ 18 w 82"/>
                <a:gd name="T33" fmla="*/ 34 h 87"/>
                <a:gd name="T34" fmla="*/ 18 w 82"/>
                <a:gd name="T35" fmla="*/ 34 h 87"/>
                <a:gd name="T36" fmla="*/ 38 w 82"/>
                <a:gd name="T37" fmla="*/ 70 h 87"/>
                <a:gd name="T38" fmla="*/ 50 w 82"/>
                <a:gd name="T39" fmla="*/ 73 h 87"/>
                <a:gd name="T40" fmla="*/ 51 w 82"/>
                <a:gd name="T41" fmla="*/ 75 h 87"/>
                <a:gd name="T42" fmla="*/ 30 w 82"/>
                <a:gd name="T43" fmla="*/ 87 h 87"/>
                <a:gd name="T44" fmla="*/ 29 w 82"/>
                <a:gd name="T45" fmla="*/ 8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2" h="87">
                  <a:moveTo>
                    <a:pt x="29" y="85"/>
                  </a:moveTo>
                  <a:cubicBezTo>
                    <a:pt x="35" y="82"/>
                    <a:pt x="36" y="80"/>
                    <a:pt x="32" y="73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32"/>
                    <a:pt x="7" y="32"/>
                    <a:pt x="1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8" y="10"/>
                    <a:pt x="46" y="10"/>
                    <a:pt x="39" y="14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4" y="5"/>
                    <a:pt x="53" y="7"/>
                    <a:pt x="57" y="14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73" y="63"/>
                    <a:pt x="73" y="63"/>
                    <a:pt x="73" y="6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42" y="77"/>
                    <a:pt x="44" y="77"/>
                    <a:pt x="50" y="73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30" y="87"/>
                    <a:pt x="30" y="87"/>
                    <a:pt x="30" y="87"/>
                  </a:cubicBezTo>
                  <a:lnTo>
                    <a:pt x="29" y="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9" name="Freeform 288">
              <a:extLst>
                <a:ext uri="{FF2B5EF4-FFF2-40B4-BE49-F238E27FC236}">
                  <a16:creationId xmlns:a16="http://schemas.microsoft.com/office/drawing/2014/main" id="{90A5C0E4-20FF-4F69-85C2-291643AD9C3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54776" y="12377738"/>
              <a:ext cx="52388" cy="57150"/>
            </a:xfrm>
            <a:custGeom>
              <a:avLst/>
              <a:gdLst>
                <a:gd name="T0" fmla="*/ 30 w 83"/>
                <a:gd name="T1" fmla="*/ 86 h 89"/>
                <a:gd name="T2" fmla="*/ 30 w 83"/>
                <a:gd name="T3" fmla="*/ 86 h 89"/>
                <a:gd name="T4" fmla="*/ 30 w 83"/>
                <a:gd name="T5" fmla="*/ 86 h 89"/>
                <a:gd name="T6" fmla="*/ 35 w 83"/>
                <a:gd name="T7" fmla="*/ 80 h 89"/>
                <a:gd name="T8" fmla="*/ 14 w 83"/>
                <a:gd name="T9" fmla="*/ 40 h 89"/>
                <a:gd name="T10" fmla="*/ 2 w 83"/>
                <a:gd name="T11" fmla="*/ 37 h 89"/>
                <a:gd name="T12" fmla="*/ 0 w 83"/>
                <a:gd name="T13" fmla="*/ 34 h 89"/>
                <a:gd name="T14" fmla="*/ 71 w 83"/>
                <a:gd name="T15" fmla="*/ 51 h 89"/>
                <a:gd name="T16" fmla="*/ 46 w 83"/>
                <a:gd name="T17" fmla="*/ 13 h 89"/>
                <a:gd name="T18" fmla="*/ 40 w 83"/>
                <a:gd name="T19" fmla="*/ 15 h 89"/>
                <a:gd name="T20" fmla="*/ 60 w 83"/>
                <a:gd name="T21" fmla="*/ 0 h 89"/>
                <a:gd name="T22" fmla="*/ 61 w 83"/>
                <a:gd name="T23" fmla="*/ 3 h 89"/>
                <a:gd name="T24" fmla="*/ 58 w 83"/>
                <a:gd name="T25" fmla="*/ 14 h 89"/>
                <a:gd name="T26" fmla="*/ 74 w 83"/>
                <a:gd name="T27" fmla="*/ 64 h 89"/>
                <a:gd name="T28" fmla="*/ 39 w 83"/>
                <a:gd name="T29" fmla="*/ 71 h 89"/>
                <a:gd name="T30" fmla="*/ 51 w 83"/>
                <a:gd name="T31" fmla="*/ 74 h 89"/>
                <a:gd name="T32" fmla="*/ 53 w 83"/>
                <a:gd name="T33" fmla="*/ 77 h 89"/>
                <a:gd name="T34" fmla="*/ 30 w 83"/>
                <a:gd name="T35" fmla="*/ 86 h 89"/>
                <a:gd name="T36" fmla="*/ 52 w 83"/>
                <a:gd name="T37" fmla="*/ 76 h 89"/>
                <a:gd name="T38" fmla="*/ 45 w 83"/>
                <a:gd name="T39" fmla="*/ 77 h 89"/>
                <a:gd name="T40" fmla="*/ 18 w 83"/>
                <a:gd name="T41" fmla="*/ 35 h 89"/>
                <a:gd name="T42" fmla="*/ 19 w 83"/>
                <a:gd name="T43" fmla="*/ 34 h 89"/>
                <a:gd name="T44" fmla="*/ 83 w 83"/>
                <a:gd name="T45" fmla="*/ 59 h 89"/>
                <a:gd name="T46" fmla="*/ 55 w 83"/>
                <a:gd name="T47" fmla="*/ 9 h 89"/>
                <a:gd name="T48" fmla="*/ 60 w 83"/>
                <a:gd name="T49" fmla="*/ 1 h 89"/>
                <a:gd name="T50" fmla="*/ 40 w 83"/>
                <a:gd name="T51" fmla="*/ 14 h 89"/>
                <a:gd name="T52" fmla="*/ 52 w 83"/>
                <a:gd name="T53" fmla="*/ 18 h 89"/>
                <a:gd name="T54" fmla="*/ 72 w 83"/>
                <a:gd name="T55" fmla="*/ 52 h 89"/>
                <a:gd name="T56" fmla="*/ 18 w 83"/>
                <a:gd name="T57" fmla="*/ 25 h 89"/>
                <a:gd name="T58" fmla="*/ 2 w 83"/>
                <a:gd name="T59" fmla="*/ 36 h 89"/>
                <a:gd name="T60" fmla="*/ 14 w 83"/>
                <a:gd name="T61" fmla="*/ 39 h 89"/>
                <a:gd name="T62" fmla="*/ 36 w 83"/>
                <a:gd name="T63" fmla="*/ 80 h 89"/>
                <a:gd name="T64" fmla="*/ 31 w 83"/>
                <a:gd name="T65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3" h="89">
                  <a:moveTo>
                    <a:pt x="30" y="86"/>
                  </a:moveTo>
                  <a:cubicBezTo>
                    <a:pt x="30" y="86"/>
                    <a:pt x="30" y="86"/>
                    <a:pt x="30" y="86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4" y="84"/>
                    <a:pt x="35" y="82"/>
                    <a:pt x="35" y="80"/>
                  </a:cubicBezTo>
                  <a:cubicBezTo>
                    <a:pt x="35" y="79"/>
                    <a:pt x="35" y="77"/>
                    <a:pt x="33" y="7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1" y="36"/>
                    <a:pt x="10" y="34"/>
                    <a:pt x="8" y="34"/>
                  </a:cubicBezTo>
                  <a:cubicBezTo>
                    <a:pt x="6" y="34"/>
                    <a:pt x="5" y="35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0" y="14"/>
                    <a:pt x="48" y="13"/>
                    <a:pt x="46" y="13"/>
                  </a:cubicBezTo>
                  <a:cubicBezTo>
                    <a:pt x="45" y="13"/>
                    <a:pt x="43" y="13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8" y="5"/>
                    <a:pt x="56" y="7"/>
                    <a:pt x="56" y="9"/>
                  </a:cubicBezTo>
                  <a:cubicBezTo>
                    <a:pt x="56" y="10"/>
                    <a:pt x="57" y="12"/>
                    <a:pt x="58" y="14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42" y="75"/>
                    <a:pt x="43" y="76"/>
                    <a:pt x="45" y="76"/>
                  </a:cubicBezTo>
                  <a:cubicBezTo>
                    <a:pt x="47" y="76"/>
                    <a:pt x="48" y="76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31" y="89"/>
                    <a:pt x="31" y="89"/>
                    <a:pt x="31" y="89"/>
                  </a:cubicBezTo>
                  <a:lnTo>
                    <a:pt x="30" y="86"/>
                  </a:lnTo>
                  <a:close/>
                  <a:moveTo>
                    <a:pt x="31" y="88"/>
                  </a:moveTo>
                  <a:cubicBezTo>
                    <a:pt x="52" y="76"/>
                    <a:pt x="52" y="76"/>
                    <a:pt x="52" y="76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49" y="76"/>
                    <a:pt x="47" y="77"/>
                    <a:pt x="45" y="77"/>
                  </a:cubicBezTo>
                  <a:cubicBezTo>
                    <a:pt x="43" y="77"/>
                    <a:pt x="41" y="75"/>
                    <a:pt x="39" y="71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6" y="12"/>
                    <a:pt x="55" y="10"/>
                    <a:pt x="55" y="9"/>
                  </a:cubicBezTo>
                  <a:cubicBezTo>
                    <a:pt x="55" y="6"/>
                    <a:pt x="57" y="5"/>
                    <a:pt x="61" y="3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3" y="13"/>
                    <a:pt x="45" y="12"/>
                    <a:pt x="46" y="12"/>
                  </a:cubicBezTo>
                  <a:cubicBezTo>
                    <a:pt x="49" y="12"/>
                    <a:pt x="50" y="14"/>
                    <a:pt x="52" y="18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5"/>
                    <a:pt x="6" y="34"/>
                    <a:pt x="8" y="34"/>
                  </a:cubicBezTo>
                  <a:cubicBezTo>
                    <a:pt x="10" y="34"/>
                    <a:pt x="12" y="36"/>
                    <a:pt x="14" y="39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7"/>
                    <a:pt x="36" y="79"/>
                    <a:pt x="36" y="80"/>
                  </a:cubicBezTo>
                  <a:cubicBezTo>
                    <a:pt x="36" y="83"/>
                    <a:pt x="34" y="84"/>
                    <a:pt x="31" y="86"/>
                  </a:cubicBezTo>
                  <a:lnTo>
                    <a:pt x="31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0" name="Freeform 289">
              <a:extLst>
                <a:ext uri="{FF2B5EF4-FFF2-40B4-BE49-F238E27FC236}">
                  <a16:creationId xmlns:a16="http://schemas.microsoft.com/office/drawing/2014/main" id="{F8432C28-8A0D-449D-8497-CE384B05DF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10338" y="12366625"/>
              <a:ext cx="36513" cy="44450"/>
            </a:xfrm>
            <a:custGeom>
              <a:avLst/>
              <a:gdLst>
                <a:gd name="T0" fmla="*/ 39 w 57"/>
                <a:gd name="T1" fmla="*/ 15 h 69"/>
                <a:gd name="T2" fmla="*/ 22 w 57"/>
                <a:gd name="T3" fmla="*/ 7 h 69"/>
                <a:gd name="T4" fmla="*/ 12 w 57"/>
                <a:gd name="T5" fmla="*/ 19 h 69"/>
                <a:gd name="T6" fmla="*/ 41 w 57"/>
                <a:gd name="T7" fmla="*/ 30 h 69"/>
                <a:gd name="T8" fmla="*/ 54 w 57"/>
                <a:gd name="T9" fmla="*/ 41 h 69"/>
                <a:gd name="T10" fmla="*/ 33 w 57"/>
                <a:gd name="T11" fmla="*/ 66 h 69"/>
                <a:gd name="T12" fmla="*/ 14 w 57"/>
                <a:gd name="T13" fmla="*/ 69 h 69"/>
                <a:gd name="T14" fmla="*/ 9 w 57"/>
                <a:gd name="T15" fmla="*/ 54 h 69"/>
                <a:gd name="T16" fmla="*/ 12 w 57"/>
                <a:gd name="T17" fmla="*/ 53 h 69"/>
                <a:gd name="T18" fmla="*/ 32 w 57"/>
                <a:gd name="T19" fmla="*/ 61 h 69"/>
                <a:gd name="T20" fmla="*/ 43 w 57"/>
                <a:gd name="T21" fmla="*/ 48 h 69"/>
                <a:gd name="T22" fmla="*/ 17 w 57"/>
                <a:gd name="T23" fmla="*/ 37 h 69"/>
                <a:gd name="T24" fmla="*/ 2 w 57"/>
                <a:gd name="T25" fmla="*/ 25 h 69"/>
                <a:gd name="T26" fmla="*/ 21 w 57"/>
                <a:gd name="T27" fmla="*/ 3 h 69"/>
                <a:gd name="T28" fmla="*/ 37 w 57"/>
                <a:gd name="T29" fmla="*/ 0 h 69"/>
                <a:gd name="T30" fmla="*/ 42 w 57"/>
                <a:gd name="T31" fmla="*/ 14 h 69"/>
                <a:gd name="T32" fmla="*/ 39 w 57"/>
                <a:gd name="T33" fmla="*/ 1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69">
                  <a:moveTo>
                    <a:pt x="39" y="15"/>
                  </a:moveTo>
                  <a:cubicBezTo>
                    <a:pt x="37" y="10"/>
                    <a:pt x="32" y="4"/>
                    <a:pt x="22" y="7"/>
                  </a:cubicBezTo>
                  <a:cubicBezTo>
                    <a:pt x="14" y="10"/>
                    <a:pt x="10" y="15"/>
                    <a:pt x="12" y="19"/>
                  </a:cubicBezTo>
                  <a:cubicBezTo>
                    <a:pt x="14" y="28"/>
                    <a:pt x="32" y="27"/>
                    <a:pt x="41" y="30"/>
                  </a:cubicBezTo>
                  <a:cubicBezTo>
                    <a:pt x="47" y="32"/>
                    <a:pt x="52" y="35"/>
                    <a:pt x="54" y="41"/>
                  </a:cubicBezTo>
                  <a:cubicBezTo>
                    <a:pt x="57" y="54"/>
                    <a:pt x="48" y="62"/>
                    <a:pt x="33" y="66"/>
                  </a:cubicBezTo>
                  <a:cubicBezTo>
                    <a:pt x="25" y="68"/>
                    <a:pt x="18" y="69"/>
                    <a:pt x="14" y="69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5" y="58"/>
                    <a:pt x="19" y="65"/>
                    <a:pt x="32" y="61"/>
                  </a:cubicBezTo>
                  <a:cubicBezTo>
                    <a:pt x="41" y="59"/>
                    <a:pt x="45" y="53"/>
                    <a:pt x="43" y="48"/>
                  </a:cubicBezTo>
                  <a:cubicBezTo>
                    <a:pt x="41" y="39"/>
                    <a:pt x="28" y="39"/>
                    <a:pt x="17" y="37"/>
                  </a:cubicBezTo>
                  <a:cubicBezTo>
                    <a:pt x="10" y="35"/>
                    <a:pt x="4" y="32"/>
                    <a:pt x="2" y="25"/>
                  </a:cubicBezTo>
                  <a:cubicBezTo>
                    <a:pt x="0" y="15"/>
                    <a:pt x="6" y="7"/>
                    <a:pt x="21" y="3"/>
                  </a:cubicBezTo>
                  <a:cubicBezTo>
                    <a:pt x="27" y="1"/>
                    <a:pt x="34" y="0"/>
                    <a:pt x="37" y="0"/>
                  </a:cubicBezTo>
                  <a:cubicBezTo>
                    <a:pt x="42" y="14"/>
                    <a:pt x="42" y="14"/>
                    <a:pt x="42" y="14"/>
                  </a:cubicBezTo>
                  <a:lnTo>
                    <a:pt x="39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1" name="Freeform 290">
              <a:extLst>
                <a:ext uri="{FF2B5EF4-FFF2-40B4-BE49-F238E27FC236}">
                  <a16:creationId xmlns:a16="http://schemas.microsoft.com/office/drawing/2014/main" id="{B88751DE-4733-410E-A113-8910D8BF9D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11926" y="12366625"/>
              <a:ext cx="33338" cy="44450"/>
            </a:xfrm>
            <a:custGeom>
              <a:avLst/>
              <a:gdLst>
                <a:gd name="T0" fmla="*/ 8 w 54"/>
                <a:gd name="T1" fmla="*/ 54 h 69"/>
                <a:gd name="T2" fmla="*/ 11 w 54"/>
                <a:gd name="T3" fmla="*/ 53 h 69"/>
                <a:gd name="T4" fmla="*/ 11 w 54"/>
                <a:gd name="T5" fmla="*/ 53 h 69"/>
                <a:gd name="T6" fmla="*/ 25 w 54"/>
                <a:gd name="T7" fmla="*/ 62 h 69"/>
                <a:gd name="T8" fmla="*/ 31 w 54"/>
                <a:gd name="T9" fmla="*/ 61 h 69"/>
                <a:gd name="T10" fmla="*/ 42 w 54"/>
                <a:gd name="T11" fmla="*/ 50 h 69"/>
                <a:gd name="T12" fmla="*/ 42 w 54"/>
                <a:gd name="T13" fmla="*/ 48 h 69"/>
                <a:gd name="T14" fmla="*/ 16 w 54"/>
                <a:gd name="T15" fmla="*/ 37 h 69"/>
                <a:gd name="T16" fmla="*/ 1 w 54"/>
                <a:gd name="T17" fmla="*/ 25 h 69"/>
                <a:gd name="T18" fmla="*/ 0 w 54"/>
                <a:gd name="T19" fmla="*/ 21 h 69"/>
                <a:gd name="T20" fmla="*/ 20 w 54"/>
                <a:gd name="T21" fmla="*/ 3 h 69"/>
                <a:gd name="T22" fmla="*/ 36 w 54"/>
                <a:gd name="T23" fmla="*/ 0 h 69"/>
                <a:gd name="T24" fmla="*/ 37 w 54"/>
                <a:gd name="T25" fmla="*/ 0 h 69"/>
                <a:gd name="T26" fmla="*/ 41 w 54"/>
                <a:gd name="T27" fmla="*/ 14 h 69"/>
                <a:gd name="T28" fmla="*/ 38 w 54"/>
                <a:gd name="T29" fmla="*/ 15 h 69"/>
                <a:gd name="T30" fmla="*/ 38 w 54"/>
                <a:gd name="T31" fmla="*/ 15 h 69"/>
                <a:gd name="T32" fmla="*/ 38 w 54"/>
                <a:gd name="T33" fmla="*/ 15 h 69"/>
                <a:gd name="T34" fmla="*/ 26 w 54"/>
                <a:gd name="T35" fmla="*/ 7 h 69"/>
                <a:gd name="T36" fmla="*/ 21 w 54"/>
                <a:gd name="T37" fmla="*/ 8 h 69"/>
                <a:gd name="T38" fmla="*/ 11 w 54"/>
                <a:gd name="T39" fmla="*/ 17 h 69"/>
                <a:gd name="T40" fmla="*/ 11 w 54"/>
                <a:gd name="T41" fmla="*/ 19 h 69"/>
                <a:gd name="T42" fmla="*/ 40 w 54"/>
                <a:gd name="T43" fmla="*/ 30 h 69"/>
                <a:gd name="T44" fmla="*/ 53 w 54"/>
                <a:gd name="T45" fmla="*/ 41 h 69"/>
                <a:gd name="T46" fmla="*/ 54 w 54"/>
                <a:gd name="T47" fmla="*/ 46 h 69"/>
                <a:gd name="T48" fmla="*/ 32 w 54"/>
                <a:gd name="T49" fmla="*/ 66 h 69"/>
                <a:gd name="T50" fmla="*/ 13 w 54"/>
                <a:gd name="T51" fmla="*/ 69 h 69"/>
                <a:gd name="T52" fmla="*/ 13 w 54"/>
                <a:gd name="T53" fmla="*/ 69 h 69"/>
                <a:gd name="T54" fmla="*/ 8 w 54"/>
                <a:gd name="T55" fmla="*/ 54 h 69"/>
                <a:gd name="T56" fmla="*/ 9 w 54"/>
                <a:gd name="T57" fmla="*/ 54 h 69"/>
                <a:gd name="T58" fmla="*/ 13 w 54"/>
                <a:gd name="T59" fmla="*/ 68 h 69"/>
                <a:gd name="T60" fmla="*/ 31 w 54"/>
                <a:gd name="T61" fmla="*/ 66 h 69"/>
                <a:gd name="T62" fmla="*/ 53 w 54"/>
                <a:gd name="T63" fmla="*/ 46 h 69"/>
                <a:gd name="T64" fmla="*/ 52 w 54"/>
                <a:gd name="T65" fmla="*/ 41 h 69"/>
                <a:gd name="T66" fmla="*/ 40 w 54"/>
                <a:gd name="T67" fmla="*/ 31 h 69"/>
                <a:gd name="T68" fmla="*/ 10 w 54"/>
                <a:gd name="T69" fmla="*/ 19 h 69"/>
                <a:gd name="T70" fmla="*/ 10 w 54"/>
                <a:gd name="T71" fmla="*/ 17 h 69"/>
                <a:gd name="T72" fmla="*/ 21 w 54"/>
                <a:gd name="T73" fmla="*/ 7 h 69"/>
                <a:gd name="T74" fmla="*/ 26 w 54"/>
                <a:gd name="T75" fmla="*/ 6 h 69"/>
                <a:gd name="T76" fmla="*/ 38 w 54"/>
                <a:gd name="T77" fmla="*/ 14 h 69"/>
                <a:gd name="T78" fmla="*/ 41 w 54"/>
                <a:gd name="T79" fmla="*/ 13 h 69"/>
                <a:gd name="T80" fmla="*/ 36 w 54"/>
                <a:gd name="T81" fmla="*/ 0 h 69"/>
                <a:gd name="T82" fmla="*/ 20 w 54"/>
                <a:gd name="T83" fmla="*/ 3 h 69"/>
                <a:gd name="T84" fmla="*/ 1 w 54"/>
                <a:gd name="T85" fmla="*/ 21 h 69"/>
                <a:gd name="T86" fmla="*/ 2 w 54"/>
                <a:gd name="T87" fmla="*/ 25 h 69"/>
                <a:gd name="T88" fmla="*/ 16 w 54"/>
                <a:gd name="T89" fmla="*/ 36 h 69"/>
                <a:gd name="T90" fmla="*/ 42 w 54"/>
                <a:gd name="T91" fmla="*/ 48 h 69"/>
                <a:gd name="T92" fmla="*/ 43 w 54"/>
                <a:gd name="T93" fmla="*/ 50 h 69"/>
                <a:gd name="T94" fmla="*/ 31 w 54"/>
                <a:gd name="T95" fmla="*/ 62 h 69"/>
                <a:gd name="T96" fmla="*/ 25 w 54"/>
                <a:gd name="T97" fmla="*/ 63 h 69"/>
                <a:gd name="T98" fmla="*/ 11 w 54"/>
                <a:gd name="T99" fmla="*/ 54 h 69"/>
                <a:gd name="T100" fmla="*/ 9 w 54"/>
                <a:gd name="T101" fmla="*/ 54 h 69"/>
                <a:gd name="T102" fmla="*/ 38 w 54"/>
                <a:gd name="T103" fmla="*/ 15 h 69"/>
                <a:gd name="T104" fmla="*/ 38 w 54"/>
                <a:gd name="T105" fmla="*/ 14 h 69"/>
                <a:gd name="T106" fmla="*/ 38 w 54"/>
                <a:gd name="T107" fmla="*/ 1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4" h="69">
                  <a:moveTo>
                    <a:pt x="8" y="54"/>
                  </a:moveTo>
                  <a:cubicBezTo>
                    <a:pt x="11" y="53"/>
                    <a:pt x="11" y="53"/>
                    <a:pt x="11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3" y="57"/>
                    <a:pt x="17" y="62"/>
                    <a:pt x="25" y="62"/>
                  </a:cubicBezTo>
                  <a:cubicBezTo>
                    <a:pt x="27" y="62"/>
                    <a:pt x="29" y="62"/>
                    <a:pt x="31" y="61"/>
                  </a:cubicBezTo>
                  <a:cubicBezTo>
                    <a:pt x="39" y="59"/>
                    <a:pt x="42" y="55"/>
                    <a:pt x="42" y="50"/>
                  </a:cubicBezTo>
                  <a:cubicBezTo>
                    <a:pt x="42" y="50"/>
                    <a:pt x="42" y="49"/>
                    <a:pt x="42" y="48"/>
                  </a:cubicBezTo>
                  <a:cubicBezTo>
                    <a:pt x="39" y="40"/>
                    <a:pt x="27" y="40"/>
                    <a:pt x="16" y="37"/>
                  </a:cubicBezTo>
                  <a:cubicBezTo>
                    <a:pt x="9" y="35"/>
                    <a:pt x="3" y="32"/>
                    <a:pt x="1" y="25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13"/>
                    <a:pt x="7" y="6"/>
                    <a:pt x="20" y="3"/>
                  </a:cubicBezTo>
                  <a:cubicBezTo>
                    <a:pt x="26" y="1"/>
                    <a:pt x="33" y="0"/>
                    <a:pt x="36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6" y="11"/>
                    <a:pt x="33" y="7"/>
                    <a:pt x="26" y="7"/>
                  </a:cubicBezTo>
                  <a:cubicBezTo>
                    <a:pt x="25" y="7"/>
                    <a:pt x="23" y="7"/>
                    <a:pt x="21" y="8"/>
                  </a:cubicBezTo>
                  <a:cubicBezTo>
                    <a:pt x="14" y="10"/>
                    <a:pt x="11" y="13"/>
                    <a:pt x="11" y="17"/>
                  </a:cubicBezTo>
                  <a:cubicBezTo>
                    <a:pt x="11" y="18"/>
                    <a:pt x="11" y="18"/>
                    <a:pt x="11" y="19"/>
                  </a:cubicBezTo>
                  <a:cubicBezTo>
                    <a:pt x="13" y="27"/>
                    <a:pt x="31" y="27"/>
                    <a:pt x="40" y="30"/>
                  </a:cubicBezTo>
                  <a:cubicBezTo>
                    <a:pt x="46" y="32"/>
                    <a:pt x="51" y="35"/>
                    <a:pt x="53" y="41"/>
                  </a:cubicBezTo>
                  <a:cubicBezTo>
                    <a:pt x="53" y="43"/>
                    <a:pt x="54" y="45"/>
                    <a:pt x="54" y="46"/>
                  </a:cubicBezTo>
                  <a:cubicBezTo>
                    <a:pt x="54" y="56"/>
                    <a:pt x="45" y="63"/>
                    <a:pt x="32" y="66"/>
                  </a:cubicBezTo>
                  <a:cubicBezTo>
                    <a:pt x="24" y="69"/>
                    <a:pt x="17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lnTo>
                    <a:pt x="8" y="54"/>
                  </a:lnTo>
                  <a:close/>
                  <a:moveTo>
                    <a:pt x="9" y="54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17" y="68"/>
                    <a:pt x="24" y="68"/>
                    <a:pt x="31" y="66"/>
                  </a:cubicBezTo>
                  <a:cubicBezTo>
                    <a:pt x="44" y="62"/>
                    <a:pt x="53" y="56"/>
                    <a:pt x="53" y="46"/>
                  </a:cubicBezTo>
                  <a:cubicBezTo>
                    <a:pt x="53" y="45"/>
                    <a:pt x="53" y="43"/>
                    <a:pt x="52" y="41"/>
                  </a:cubicBezTo>
                  <a:cubicBezTo>
                    <a:pt x="50" y="35"/>
                    <a:pt x="46" y="33"/>
                    <a:pt x="40" y="31"/>
                  </a:cubicBezTo>
                  <a:cubicBezTo>
                    <a:pt x="31" y="28"/>
                    <a:pt x="13" y="28"/>
                    <a:pt x="10" y="19"/>
                  </a:cubicBezTo>
                  <a:cubicBezTo>
                    <a:pt x="10" y="19"/>
                    <a:pt x="10" y="18"/>
                    <a:pt x="10" y="17"/>
                  </a:cubicBezTo>
                  <a:cubicBezTo>
                    <a:pt x="10" y="13"/>
                    <a:pt x="14" y="9"/>
                    <a:pt x="21" y="7"/>
                  </a:cubicBezTo>
                  <a:cubicBezTo>
                    <a:pt x="23" y="6"/>
                    <a:pt x="25" y="6"/>
                    <a:pt x="26" y="6"/>
                  </a:cubicBezTo>
                  <a:cubicBezTo>
                    <a:pt x="33" y="6"/>
                    <a:pt x="36" y="10"/>
                    <a:pt x="38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3" y="1"/>
                    <a:pt x="26" y="1"/>
                    <a:pt x="20" y="3"/>
                  </a:cubicBezTo>
                  <a:cubicBezTo>
                    <a:pt x="7" y="7"/>
                    <a:pt x="1" y="13"/>
                    <a:pt x="1" y="21"/>
                  </a:cubicBezTo>
                  <a:cubicBezTo>
                    <a:pt x="1" y="22"/>
                    <a:pt x="1" y="23"/>
                    <a:pt x="2" y="25"/>
                  </a:cubicBezTo>
                  <a:cubicBezTo>
                    <a:pt x="4" y="32"/>
                    <a:pt x="10" y="34"/>
                    <a:pt x="16" y="36"/>
                  </a:cubicBezTo>
                  <a:cubicBezTo>
                    <a:pt x="27" y="39"/>
                    <a:pt x="40" y="39"/>
                    <a:pt x="42" y="48"/>
                  </a:cubicBezTo>
                  <a:cubicBezTo>
                    <a:pt x="43" y="49"/>
                    <a:pt x="43" y="50"/>
                    <a:pt x="43" y="50"/>
                  </a:cubicBezTo>
                  <a:cubicBezTo>
                    <a:pt x="43" y="55"/>
                    <a:pt x="39" y="60"/>
                    <a:pt x="31" y="62"/>
                  </a:cubicBezTo>
                  <a:cubicBezTo>
                    <a:pt x="29" y="62"/>
                    <a:pt x="27" y="63"/>
                    <a:pt x="25" y="63"/>
                  </a:cubicBezTo>
                  <a:cubicBezTo>
                    <a:pt x="17" y="63"/>
                    <a:pt x="13" y="57"/>
                    <a:pt x="11" y="54"/>
                  </a:cubicBezTo>
                  <a:lnTo>
                    <a:pt x="9" y="54"/>
                  </a:lnTo>
                  <a:close/>
                  <a:moveTo>
                    <a:pt x="38" y="15"/>
                  </a:moveTo>
                  <a:cubicBezTo>
                    <a:pt x="38" y="14"/>
                    <a:pt x="38" y="14"/>
                    <a:pt x="38" y="14"/>
                  </a:cubicBezTo>
                  <a:lnTo>
                    <a:pt x="38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2" name="Freeform 291">
              <a:extLst>
                <a:ext uri="{FF2B5EF4-FFF2-40B4-BE49-F238E27FC236}">
                  <a16:creationId xmlns:a16="http://schemas.microsoft.com/office/drawing/2014/main" id="{4F00BA62-515E-402D-BB9B-4ADCFE878F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53201" y="12360275"/>
              <a:ext cx="42863" cy="41275"/>
            </a:xfrm>
            <a:custGeom>
              <a:avLst/>
              <a:gdLst>
                <a:gd name="T0" fmla="*/ 2 w 66"/>
                <a:gd name="T1" fmla="*/ 62 h 64"/>
                <a:gd name="T2" fmla="*/ 10 w 66"/>
                <a:gd name="T3" fmla="*/ 53 h 64"/>
                <a:gd name="T4" fmla="*/ 9 w 66"/>
                <a:gd name="T5" fmla="*/ 13 h 64"/>
                <a:gd name="T6" fmla="*/ 0 w 66"/>
                <a:gd name="T7" fmla="*/ 4 h 64"/>
                <a:gd name="T8" fmla="*/ 0 w 66"/>
                <a:gd name="T9" fmla="*/ 2 h 64"/>
                <a:gd name="T10" fmla="*/ 27 w 66"/>
                <a:gd name="T11" fmla="*/ 1 h 64"/>
                <a:gd name="T12" fmla="*/ 27 w 66"/>
                <a:gd name="T13" fmla="*/ 3 h 64"/>
                <a:gd name="T14" fmla="*/ 20 w 66"/>
                <a:gd name="T15" fmla="*/ 12 h 64"/>
                <a:gd name="T16" fmla="*/ 21 w 66"/>
                <a:gd name="T17" fmla="*/ 31 h 64"/>
                <a:gd name="T18" fmla="*/ 21 w 66"/>
                <a:gd name="T19" fmla="*/ 31 h 64"/>
                <a:gd name="T20" fmla="*/ 38 w 66"/>
                <a:gd name="T21" fmla="*/ 10 h 64"/>
                <a:gd name="T22" fmla="*/ 41 w 66"/>
                <a:gd name="T23" fmla="*/ 4 h 64"/>
                <a:gd name="T24" fmla="*/ 35 w 66"/>
                <a:gd name="T25" fmla="*/ 3 h 64"/>
                <a:gd name="T26" fmla="*/ 35 w 66"/>
                <a:gd name="T27" fmla="*/ 1 h 64"/>
                <a:gd name="T28" fmla="*/ 60 w 66"/>
                <a:gd name="T29" fmla="*/ 0 h 64"/>
                <a:gd name="T30" fmla="*/ 60 w 66"/>
                <a:gd name="T31" fmla="*/ 2 h 64"/>
                <a:gd name="T32" fmla="*/ 44 w 66"/>
                <a:gd name="T33" fmla="*/ 11 h 64"/>
                <a:gd name="T34" fmla="*/ 31 w 66"/>
                <a:gd name="T35" fmla="*/ 28 h 64"/>
                <a:gd name="T36" fmla="*/ 51 w 66"/>
                <a:gd name="T37" fmla="*/ 51 h 64"/>
                <a:gd name="T38" fmla="*/ 66 w 66"/>
                <a:gd name="T39" fmla="*/ 59 h 64"/>
                <a:gd name="T40" fmla="*/ 66 w 66"/>
                <a:gd name="T41" fmla="*/ 61 h 64"/>
                <a:gd name="T42" fmla="*/ 36 w 66"/>
                <a:gd name="T43" fmla="*/ 63 h 64"/>
                <a:gd name="T44" fmla="*/ 36 w 66"/>
                <a:gd name="T45" fmla="*/ 60 h 64"/>
                <a:gd name="T46" fmla="*/ 42 w 66"/>
                <a:gd name="T47" fmla="*/ 58 h 64"/>
                <a:gd name="T48" fmla="*/ 39 w 66"/>
                <a:gd name="T49" fmla="*/ 53 h 64"/>
                <a:gd name="T50" fmla="*/ 21 w 66"/>
                <a:gd name="T51" fmla="*/ 32 h 64"/>
                <a:gd name="T52" fmla="*/ 21 w 66"/>
                <a:gd name="T53" fmla="*/ 32 h 64"/>
                <a:gd name="T54" fmla="*/ 22 w 66"/>
                <a:gd name="T55" fmla="*/ 52 h 64"/>
                <a:gd name="T56" fmla="*/ 30 w 66"/>
                <a:gd name="T57" fmla="*/ 61 h 64"/>
                <a:gd name="T58" fmla="*/ 30 w 66"/>
                <a:gd name="T59" fmla="*/ 63 h 64"/>
                <a:gd name="T60" fmla="*/ 2 w 66"/>
                <a:gd name="T61" fmla="*/ 64 h 64"/>
                <a:gd name="T62" fmla="*/ 2 w 66"/>
                <a:gd name="T63" fmla="*/ 6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64">
                  <a:moveTo>
                    <a:pt x="2" y="62"/>
                  </a:moveTo>
                  <a:cubicBezTo>
                    <a:pt x="9" y="61"/>
                    <a:pt x="11" y="60"/>
                    <a:pt x="10" y="5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5"/>
                    <a:pt x="7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1" y="4"/>
                    <a:pt x="20" y="5"/>
                    <a:pt x="20" y="12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8"/>
                    <a:pt x="41" y="5"/>
                    <a:pt x="41" y="4"/>
                  </a:cubicBezTo>
                  <a:cubicBezTo>
                    <a:pt x="41" y="3"/>
                    <a:pt x="39" y="3"/>
                    <a:pt x="35" y="3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2" y="2"/>
                    <a:pt x="49" y="5"/>
                    <a:pt x="44" y="11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4" y="55"/>
                    <a:pt x="59" y="59"/>
                    <a:pt x="66" y="59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9" y="60"/>
                    <a:pt x="42" y="60"/>
                    <a:pt x="42" y="58"/>
                  </a:cubicBezTo>
                  <a:cubicBezTo>
                    <a:pt x="42" y="57"/>
                    <a:pt x="40" y="55"/>
                    <a:pt x="39" y="53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60"/>
                    <a:pt x="24" y="61"/>
                    <a:pt x="30" y="61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2" y="64"/>
                    <a:pt x="2" y="64"/>
                    <a:pt x="2" y="64"/>
                  </a:cubicBezTo>
                  <a:lnTo>
                    <a:pt x="2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3" name="Freeform 292">
              <a:extLst>
                <a:ext uri="{FF2B5EF4-FFF2-40B4-BE49-F238E27FC236}">
                  <a16:creationId xmlns:a16="http://schemas.microsoft.com/office/drawing/2014/main" id="{6FE31AEC-C1FB-49F2-BDE2-A2F9139170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53201" y="12360275"/>
              <a:ext cx="42863" cy="41275"/>
            </a:xfrm>
            <a:custGeom>
              <a:avLst/>
              <a:gdLst>
                <a:gd name="T0" fmla="*/ 3 w 67"/>
                <a:gd name="T1" fmla="*/ 63 h 65"/>
                <a:gd name="T2" fmla="*/ 3 w 67"/>
                <a:gd name="T3" fmla="*/ 63 h 65"/>
                <a:gd name="T4" fmla="*/ 3 w 67"/>
                <a:gd name="T5" fmla="*/ 63 h 65"/>
                <a:gd name="T6" fmla="*/ 3 w 67"/>
                <a:gd name="T7" fmla="*/ 62 h 65"/>
                <a:gd name="T8" fmla="*/ 11 w 67"/>
                <a:gd name="T9" fmla="*/ 54 h 65"/>
                <a:gd name="T10" fmla="*/ 2 w 67"/>
                <a:gd name="T11" fmla="*/ 6 h 65"/>
                <a:gd name="T12" fmla="*/ 0 w 67"/>
                <a:gd name="T13" fmla="*/ 6 h 65"/>
                <a:gd name="T14" fmla="*/ 28 w 67"/>
                <a:gd name="T15" fmla="*/ 2 h 65"/>
                <a:gd name="T16" fmla="*/ 28 w 67"/>
                <a:gd name="T17" fmla="*/ 5 h 65"/>
                <a:gd name="T18" fmla="*/ 21 w 67"/>
                <a:gd name="T19" fmla="*/ 13 h 65"/>
                <a:gd name="T20" fmla="*/ 39 w 67"/>
                <a:gd name="T21" fmla="*/ 10 h 65"/>
                <a:gd name="T22" fmla="*/ 41 w 67"/>
                <a:gd name="T23" fmla="*/ 5 h 65"/>
                <a:gd name="T24" fmla="*/ 36 w 67"/>
                <a:gd name="T25" fmla="*/ 4 h 65"/>
                <a:gd name="T26" fmla="*/ 35 w 67"/>
                <a:gd name="T27" fmla="*/ 1 h 65"/>
                <a:gd name="T28" fmla="*/ 61 w 67"/>
                <a:gd name="T29" fmla="*/ 3 h 65"/>
                <a:gd name="T30" fmla="*/ 45 w 67"/>
                <a:gd name="T31" fmla="*/ 12 h 65"/>
                <a:gd name="T32" fmla="*/ 52 w 67"/>
                <a:gd name="T33" fmla="*/ 52 h 65"/>
                <a:gd name="T34" fmla="*/ 67 w 67"/>
                <a:gd name="T35" fmla="*/ 60 h 65"/>
                <a:gd name="T36" fmla="*/ 67 w 67"/>
                <a:gd name="T37" fmla="*/ 63 h 65"/>
                <a:gd name="T38" fmla="*/ 37 w 67"/>
                <a:gd name="T39" fmla="*/ 61 h 65"/>
                <a:gd name="T40" fmla="*/ 42 w 67"/>
                <a:gd name="T41" fmla="*/ 59 h 65"/>
                <a:gd name="T42" fmla="*/ 39 w 67"/>
                <a:gd name="T43" fmla="*/ 54 h 65"/>
                <a:gd name="T44" fmla="*/ 23 w 67"/>
                <a:gd name="T45" fmla="*/ 53 h 65"/>
                <a:gd name="T46" fmla="*/ 31 w 67"/>
                <a:gd name="T47" fmla="*/ 61 h 65"/>
                <a:gd name="T48" fmla="*/ 31 w 67"/>
                <a:gd name="T49" fmla="*/ 64 h 65"/>
                <a:gd name="T50" fmla="*/ 3 w 67"/>
                <a:gd name="T51" fmla="*/ 65 h 65"/>
                <a:gd name="T52" fmla="*/ 30 w 67"/>
                <a:gd name="T53" fmla="*/ 62 h 65"/>
                <a:gd name="T54" fmla="*/ 22 w 67"/>
                <a:gd name="T55" fmla="*/ 53 h 65"/>
                <a:gd name="T56" fmla="*/ 22 w 67"/>
                <a:gd name="T57" fmla="*/ 33 h 65"/>
                <a:gd name="T58" fmla="*/ 40 w 67"/>
                <a:gd name="T59" fmla="*/ 54 h 65"/>
                <a:gd name="T60" fmla="*/ 43 w 67"/>
                <a:gd name="T61" fmla="*/ 59 h 65"/>
                <a:gd name="T62" fmla="*/ 38 w 67"/>
                <a:gd name="T63" fmla="*/ 63 h 65"/>
                <a:gd name="T64" fmla="*/ 66 w 67"/>
                <a:gd name="T65" fmla="*/ 60 h 65"/>
                <a:gd name="T66" fmla="*/ 51 w 67"/>
                <a:gd name="T67" fmla="*/ 53 h 65"/>
                <a:gd name="T68" fmla="*/ 45 w 67"/>
                <a:gd name="T69" fmla="*/ 12 h 65"/>
                <a:gd name="T70" fmla="*/ 61 w 67"/>
                <a:gd name="T71" fmla="*/ 1 h 65"/>
                <a:gd name="T72" fmla="*/ 36 w 67"/>
                <a:gd name="T73" fmla="*/ 4 h 65"/>
                <a:gd name="T74" fmla="*/ 42 w 67"/>
                <a:gd name="T75" fmla="*/ 5 h 65"/>
                <a:gd name="T76" fmla="*/ 22 w 67"/>
                <a:gd name="T77" fmla="*/ 32 h 65"/>
                <a:gd name="T78" fmla="*/ 22 w 67"/>
                <a:gd name="T79" fmla="*/ 32 h 65"/>
                <a:gd name="T80" fmla="*/ 21 w 67"/>
                <a:gd name="T81" fmla="*/ 11 h 65"/>
                <a:gd name="T82" fmla="*/ 28 w 67"/>
                <a:gd name="T83" fmla="*/ 2 h 65"/>
                <a:gd name="T84" fmla="*/ 1 w 67"/>
                <a:gd name="T85" fmla="*/ 5 h 65"/>
                <a:gd name="T86" fmla="*/ 10 w 67"/>
                <a:gd name="T87" fmla="*/ 14 h 65"/>
                <a:gd name="T88" fmla="*/ 12 w 67"/>
                <a:gd name="T89" fmla="*/ 55 h 65"/>
                <a:gd name="T90" fmla="*/ 3 w 67"/>
                <a:gd name="T91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65">
                  <a:moveTo>
                    <a:pt x="3" y="65"/>
                  </a:move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10" y="62"/>
                    <a:pt x="11" y="61"/>
                    <a:pt x="11" y="55"/>
                  </a:cubicBezTo>
                  <a:cubicBezTo>
                    <a:pt x="11" y="55"/>
                    <a:pt x="11" y="54"/>
                    <a:pt x="11" y="5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7"/>
                    <a:pt x="8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3" y="5"/>
                    <a:pt x="22" y="6"/>
                    <a:pt x="21" y="11"/>
                  </a:cubicBezTo>
                  <a:cubicBezTo>
                    <a:pt x="21" y="12"/>
                    <a:pt x="21" y="13"/>
                    <a:pt x="21" y="13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9"/>
                    <a:pt x="42" y="6"/>
                    <a:pt x="42" y="5"/>
                  </a:cubicBezTo>
                  <a:cubicBezTo>
                    <a:pt x="42" y="5"/>
                    <a:pt x="42" y="5"/>
                    <a:pt x="41" y="5"/>
                  </a:cubicBezTo>
                  <a:cubicBezTo>
                    <a:pt x="40" y="4"/>
                    <a:pt x="39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3" y="4"/>
                    <a:pt x="50" y="6"/>
                    <a:pt x="45" y="12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5" y="56"/>
                    <a:pt x="59" y="60"/>
                    <a:pt x="66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40" y="61"/>
                    <a:pt x="43" y="60"/>
                    <a:pt x="42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58"/>
                    <a:pt x="41" y="56"/>
                    <a:pt x="39" y="5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60"/>
                    <a:pt x="24" y="61"/>
                    <a:pt x="29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" y="65"/>
                    <a:pt x="3" y="65"/>
                    <a:pt x="3" y="65"/>
                  </a:cubicBezTo>
                  <a:close/>
                  <a:moveTo>
                    <a:pt x="3" y="65"/>
                  </a:moveTo>
                  <a:cubicBezTo>
                    <a:pt x="30" y="64"/>
                    <a:pt x="30" y="64"/>
                    <a:pt x="30" y="64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29" y="62"/>
                  </a:cubicBezTo>
                  <a:cubicBezTo>
                    <a:pt x="24" y="62"/>
                    <a:pt x="23" y="60"/>
                    <a:pt x="22" y="5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2" y="56"/>
                    <a:pt x="43" y="57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61"/>
                    <a:pt x="40" y="61"/>
                    <a:pt x="37" y="62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59" y="60"/>
                    <a:pt x="54" y="56"/>
                    <a:pt x="51" y="53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50" y="6"/>
                    <a:pt x="53" y="3"/>
                    <a:pt x="61" y="3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40" y="4"/>
                    <a:pt x="42" y="4"/>
                    <a:pt x="42" y="5"/>
                  </a:cubicBezTo>
                  <a:cubicBezTo>
                    <a:pt x="42" y="7"/>
                    <a:pt x="41" y="9"/>
                    <a:pt x="39" y="11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6"/>
                    <a:pt x="23" y="4"/>
                    <a:pt x="28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8" y="5"/>
                    <a:pt x="10" y="7"/>
                    <a:pt x="10" y="1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5"/>
                    <a:pt x="12" y="55"/>
                  </a:cubicBezTo>
                  <a:cubicBezTo>
                    <a:pt x="12" y="61"/>
                    <a:pt x="10" y="63"/>
                    <a:pt x="3" y="63"/>
                  </a:cubicBezTo>
                  <a:lnTo>
                    <a:pt x="3" y="6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4" name="Freeform 293">
              <a:extLst>
                <a:ext uri="{FF2B5EF4-FFF2-40B4-BE49-F238E27FC236}">
                  <a16:creationId xmlns:a16="http://schemas.microsoft.com/office/drawing/2014/main" id="{EF2DA39A-D722-4246-8C20-6CE1FC7C888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94476" y="12365038"/>
              <a:ext cx="47625" cy="44450"/>
            </a:xfrm>
            <a:custGeom>
              <a:avLst/>
              <a:gdLst>
                <a:gd name="T0" fmla="*/ 0 w 74"/>
                <a:gd name="T1" fmla="*/ 51 h 69"/>
                <a:gd name="T2" fmla="*/ 15 w 74"/>
                <a:gd name="T3" fmla="*/ 45 h 69"/>
                <a:gd name="T4" fmla="*/ 46 w 74"/>
                <a:gd name="T5" fmla="*/ 0 h 69"/>
                <a:gd name="T6" fmla="*/ 54 w 74"/>
                <a:gd name="T7" fmla="*/ 2 h 69"/>
                <a:gd name="T8" fmla="*/ 64 w 74"/>
                <a:gd name="T9" fmla="*/ 56 h 69"/>
                <a:gd name="T10" fmla="*/ 74 w 74"/>
                <a:gd name="T11" fmla="*/ 67 h 69"/>
                <a:gd name="T12" fmla="*/ 74 w 74"/>
                <a:gd name="T13" fmla="*/ 69 h 69"/>
                <a:gd name="T14" fmla="*/ 45 w 74"/>
                <a:gd name="T15" fmla="*/ 63 h 69"/>
                <a:gd name="T16" fmla="*/ 46 w 74"/>
                <a:gd name="T17" fmla="*/ 61 h 69"/>
                <a:gd name="T18" fmla="*/ 54 w 74"/>
                <a:gd name="T19" fmla="*/ 60 h 69"/>
                <a:gd name="T20" fmla="*/ 54 w 74"/>
                <a:gd name="T21" fmla="*/ 56 h 69"/>
                <a:gd name="T22" fmla="*/ 52 w 74"/>
                <a:gd name="T23" fmla="*/ 45 h 69"/>
                <a:gd name="T24" fmla="*/ 26 w 74"/>
                <a:gd name="T25" fmla="*/ 40 h 69"/>
                <a:gd name="T26" fmla="*/ 20 w 74"/>
                <a:gd name="T27" fmla="*/ 48 h 69"/>
                <a:gd name="T28" fmla="*/ 18 w 74"/>
                <a:gd name="T29" fmla="*/ 51 h 69"/>
                <a:gd name="T30" fmla="*/ 25 w 74"/>
                <a:gd name="T31" fmla="*/ 57 h 69"/>
                <a:gd name="T32" fmla="*/ 24 w 74"/>
                <a:gd name="T33" fmla="*/ 59 h 69"/>
                <a:gd name="T34" fmla="*/ 0 w 74"/>
                <a:gd name="T35" fmla="*/ 54 h 69"/>
                <a:gd name="T36" fmla="*/ 0 w 74"/>
                <a:gd name="T37" fmla="*/ 51 h 69"/>
                <a:gd name="T38" fmla="*/ 28 w 74"/>
                <a:gd name="T39" fmla="*/ 36 h 69"/>
                <a:gd name="T40" fmla="*/ 51 w 74"/>
                <a:gd name="T41" fmla="*/ 41 h 69"/>
                <a:gd name="T42" fmla="*/ 46 w 74"/>
                <a:gd name="T43" fmla="*/ 11 h 69"/>
                <a:gd name="T44" fmla="*/ 28 w 74"/>
                <a:gd name="T45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69">
                  <a:moveTo>
                    <a:pt x="0" y="51"/>
                  </a:moveTo>
                  <a:cubicBezTo>
                    <a:pt x="7" y="53"/>
                    <a:pt x="10" y="51"/>
                    <a:pt x="15" y="45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5" y="64"/>
                    <a:pt x="67" y="66"/>
                    <a:pt x="74" y="67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9" y="62"/>
                    <a:pt x="53" y="62"/>
                    <a:pt x="54" y="60"/>
                  </a:cubicBezTo>
                  <a:cubicBezTo>
                    <a:pt x="54" y="58"/>
                    <a:pt x="54" y="57"/>
                    <a:pt x="54" y="56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9"/>
                    <a:pt x="18" y="50"/>
                    <a:pt x="18" y="51"/>
                  </a:cubicBezTo>
                  <a:cubicBezTo>
                    <a:pt x="17" y="54"/>
                    <a:pt x="19" y="56"/>
                    <a:pt x="25" y="57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0" y="54"/>
                    <a:pt x="0" y="54"/>
                    <a:pt x="0" y="54"/>
                  </a:cubicBezTo>
                  <a:lnTo>
                    <a:pt x="0" y="51"/>
                  </a:lnTo>
                  <a:close/>
                  <a:moveTo>
                    <a:pt x="28" y="36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46" y="11"/>
                    <a:pt x="46" y="11"/>
                    <a:pt x="46" y="11"/>
                  </a:cubicBezTo>
                  <a:lnTo>
                    <a:pt x="2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5" name="Freeform 294">
              <a:extLst>
                <a:ext uri="{FF2B5EF4-FFF2-40B4-BE49-F238E27FC236}">
                  <a16:creationId xmlns:a16="http://schemas.microsoft.com/office/drawing/2014/main" id="{76CAB742-AD7C-4A30-83CC-8DF3FE5C19D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94476" y="12365038"/>
              <a:ext cx="49213" cy="44450"/>
            </a:xfrm>
            <a:custGeom>
              <a:avLst/>
              <a:gdLst>
                <a:gd name="T0" fmla="*/ 46 w 76"/>
                <a:gd name="T1" fmla="*/ 64 h 70"/>
                <a:gd name="T2" fmla="*/ 46 w 76"/>
                <a:gd name="T3" fmla="*/ 61 h 70"/>
                <a:gd name="T4" fmla="*/ 47 w 76"/>
                <a:gd name="T5" fmla="*/ 61 h 70"/>
                <a:gd name="T6" fmla="*/ 51 w 76"/>
                <a:gd name="T7" fmla="*/ 61 h 70"/>
                <a:gd name="T8" fmla="*/ 54 w 76"/>
                <a:gd name="T9" fmla="*/ 59 h 70"/>
                <a:gd name="T10" fmla="*/ 55 w 76"/>
                <a:gd name="T11" fmla="*/ 58 h 70"/>
                <a:gd name="T12" fmla="*/ 54 w 76"/>
                <a:gd name="T13" fmla="*/ 56 h 70"/>
                <a:gd name="T14" fmla="*/ 52 w 76"/>
                <a:gd name="T15" fmla="*/ 46 h 70"/>
                <a:gd name="T16" fmla="*/ 27 w 76"/>
                <a:gd name="T17" fmla="*/ 40 h 70"/>
                <a:gd name="T18" fmla="*/ 21 w 76"/>
                <a:gd name="T19" fmla="*/ 48 h 70"/>
                <a:gd name="T20" fmla="*/ 19 w 76"/>
                <a:gd name="T21" fmla="*/ 51 h 70"/>
                <a:gd name="T22" fmla="*/ 19 w 76"/>
                <a:gd name="T23" fmla="*/ 52 h 70"/>
                <a:gd name="T24" fmla="*/ 26 w 76"/>
                <a:gd name="T25" fmla="*/ 56 h 70"/>
                <a:gd name="T26" fmla="*/ 26 w 76"/>
                <a:gd name="T27" fmla="*/ 56 h 70"/>
                <a:gd name="T28" fmla="*/ 26 w 76"/>
                <a:gd name="T29" fmla="*/ 59 h 70"/>
                <a:gd name="T30" fmla="*/ 0 w 76"/>
                <a:gd name="T31" fmla="*/ 54 h 70"/>
                <a:gd name="T32" fmla="*/ 1 w 76"/>
                <a:gd name="T33" fmla="*/ 51 h 70"/>
                <a:gd name="T34" fmla="*/ 1 w 76"/>
                <a:gd name="T35" fmla="*/ 51 h 70"/>
                <a:gd name="T36" fmla="*/ 1 w 76"/>
                <a:gd name="T37" fmla="*/ 51 h 70"/>
                <a:gd name="T38" fmla="*/ 5 w 76"/>
                <a:gd name="T39" fmla="*/ 52 h 70"/>
                <a:gd name="T40" fmla="*/ 16 w 76"/>
                <a:gd name="T41" fmla="*/ 44 h 70"/>
                <a:gd name="T42" fmla="*/ 46 w 76"/>
                <a:gd name="T43" fmla="*/ 0 h 70"/>
                <a:gd name="T44" fmla="*/ 55 w 76"/>
                <a:gd name="T45" fmla="*/ 2 h 70"/>
                <a:gd name="T46" fmla="*/ 65 w 76"/>
                <a:gd name="T47" fmla="*/ 56 h 70"/>
                <a:gd name="T48" fmla="*/ 75 w 76"/>
                <a:gd name="T49" fmla="*/ 67 h 70"/>
                <a:gd name="T50" fmla="*/ 76 w 76"/>
                <a:gd name="T51" fmla="*/ 67 h 70"/>
                <a:gd name="T52" fmla="*/ 75 w 76"/>
                <a:gd name="T53" fmla="*/ 70 h 70"/>
                <a:gd name="T54" fmla="*/ 46 w 76"/>
                <a:gd name="T55" fmla="*/ 64 h 70"/>
                <a:gd name="T56" fmla="*/ 46 w 76"/>
                <a:gd name="T57" fmla="*/ 63 h 70"/>
                <a:gd name="T58" fmla="*/ 75 w 76"/>
                <a:gd name="T59" fmla="*/ 69 h 70"/>
                <a:gd name="T60" fmla="*/ 75 w 76"/>
                <a:gd name="T61" fmla="*/ 67 h 70"/>
                <a:gd name="T62" fmla="*/ 65 w 76"/>
                <a:gd name="T63" fmla="*/ 56 h 70"/>
                <a:gd name="T64" fmla="*/ 55 w 76"/>
                <a:gd name="T65" fmla="*/ 2 h 70"/>
                <a:gd name="T66" fmla="*/ 47 w 76"/>
                <a:gd name="T67" fmla="*/ 0 h 70"/>
                <a:gd name="T68" fmla="*/ 16 w 76"/>
                <a:gd name="T69" fmla="*/ 45 h 70"/>
                <a:gd name="T70" fmla="*/ 5 w 76"/>
                <a:gd name="T71" fmla="*/ 52 h 70"/>
                <a:gd name="T72" fmla="*/ 1 w 76"/>
                <a:gd name="T73" fmla="*/ 52 h 70"/>
                <a:gd name="T74" fmla="*/ 1 w 76"/>
                <a:gd name="T75" fmla="*/ 53 h 70"/>
                <a:gd name="T76" fmla="*/ 25 w 76"/>
                <a:gd name="T77" fmla="*/ 59 h 70"/>
                <a:gd name="T78" fmla="*/ 25 w 76"/>
                <a:gd name="T79" fmla="*/ 57 h 70"/>
                <a:gd name="T80" fmla="*/ 19 w 76"/>
                <a:gd name="T81" fmla="*/ 52 h 70"/>
                <a:gd name="T82" fmla="*/ 19 w 76"/>
                <a:gd name="T83" fmla="*/ 51 h 70"/>
                <a:gd name="T84" fmla="*/ 20 w 76"/>
                <a:gd name="T85" fmla="*/ 48 h 70"/>
                <a:gd name="T86" fmla="*/ 26 w 76"/>
                <a:gd name="T87" fmla="*/ 39 h 70"/>
                <a:gd name="T88" fmla="*/ 53 w 76"/>
                <a:gd name="T89" fmla="*/ 45 h 70"/>
                <a:gd name="T90" fmla="*/ 55 w 76"/>
                <a:gd name="T91" fmla="*/ 56 h 70"/>
                <a:gd name="T92" fmla="*/ 55 w 76"/>
                <a:gd name="T93" fmla="*/ 58 h 70"/>
                <a:gd name="T94" fmla="*/ 55 w 76"/>
                <a:gd name="T95" fmla="*/ 60 h 70"/>
                <a:gd name="T96" fmla="*/ 51 w 76"/>
                <a:gd name="T97" fmla="*/ 62 h 70"/>
                <a:gd name="T98" fmla="*/ 47 w 76"/>
                <a:gd name="T99" fmla="*/ 61 h 70"/>
                <a:gd name="T100" fmla="*/ 46 w 76"/>
                <a:gd name="T101" fmla="*/ 63 h 70"/>
                <a:gd name="T102" fmla="*/ 29 w 76"/>
                <a:gd name="T103" fmla="*/ 36 h 70"/>
                <a:gd name="T104" fmla="*/ 29 w 76"/>
                <a:gd name="T105" fmla="*/ 36 h 70"/>
                <a:gd name="T106" fmla="*/ 47 w 76"/>
                <a:gd name="T107" fmla="*/ 10 h 70"/>
                <a:gd name="T108" fmla="*/ 52 w 76"/>
                <a:gd name="T109" fmla="*/ 41 h 70"/>
                <a:gd name="T110" fmla="*/ 29 w 76"/>
                <a:gd name="T111" fmla="*/ 36 h 70"/>
                <a:gd name="T112" fmla="*/ 52 w 76"/>
                <a:gd name="T113" fmla="*/ 40 h 70"/>
                <a:gd name="T114" fmla="*/ 46 w 76"/>
                <a:gd name="T115" fmla="*/ 12 h 70"/>
                <a:gd name="T116" fmla="*/ 30 w 76"/>
                <a:gd name="T117" fmla="*/ 36 h 70"/>
                <a:gd name="T118" fmla="*/ 52 w 76"/>
                <a:gd name="T119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6" h="70">
                  <a:moveTo>
                    <a:pt x="46" y="64"/>
                  </a:moveTo>
                  <a:cubicBezTo>
                    <a:pt x="46" y="61"/>
                    <a:pt x="46" y="61"/>
                    <a:pt x="46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8" y="61"/>
                    <a:pt x="50" y="61"/>
                    <a:pt x="51" y="61"/>
                  </a:cubicBezTo>
                  <a:cubicBezTo>
                    <a:pt x="53" y="61"/>
                    <a:pt x="54" y="61"/>
                    <a:pt x="54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5" y="57"/>
                    <a:pt x="55" y="57"/>
                    <a:pt x="54" y="5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9"/>
                    <a:pt x="20" y="50"/>
                    <a:pt x="19" y="51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9" y="54"/>
                    <a:pt x="21" y="55"/>
                    <a:pt x="26" y="56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3" y="51"/>
                    <a:pt x="4" y="52"/>
                    <a:pt x="5" y="52"/>
                  </a:cubicBezTo>
                  <a:cubicBezTo>
                    <a:pt x="9" y="52"/>
                    <a:pt x="12" y="50"/>
                    <a:pt x="16" y="44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65" y="56"/>
                    <a:pt x="65" y="56"/>
                    <a:pt x="65" y="56"/>
                  </a:cubicBezTo>
                  <a:cubicBezTo>
                    <a:pt x="67" y="63"/>
                    <a:pt x="68" y="65"/>
                    <a:pt x="75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70"/>
                    <a:pt x="75" y="70"/>
                    <a:pt x="75" y="70"/>
                  </a:cubicBezTo>
                  <a:lnTo>
                    <a:pt x="46" y="64"/>
                  </a:lnTo>
                  <a:close/>
                  <a:moveTo>
                    <a:pt x="46" y="63"/>
                  </a:moveTo>
                  <a:cubicBezTo>
                    <a:pt x="75" y="69"/>
                    <a:pt x="75" y="69"/>
                    <a:pt x="75" y="69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8" y="66"/>
                    <a:pt x="66" y="64"/>
                    <a:pt x="65" y="56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2" y="50"/>
                    <a:pt x="10" y="52"/>
                    <a:pt x="5" y="52"/>
                  </a:cubicBezTo>
                  <a:cubicBezTo>
                    <a:pt x="4" y="52"/>
                    <a:pt x="3" y="52"/>
                    <a:pt x="1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1" y="56"/>
                    <a:pt x="19" y="55"/>
                    <a:pt x="19" y="52"/>
                  </a:cubicBezTo>
                  <a:cubicBezTo>
                    <a:pt x="19" y="52"/>
                    <a:pt x="19" y="52"/>
                    <a:pt x="19" y="51"/>
                  </a:cubicBezTo>
                  <a:cubicBezTo>
                    <a:pt x="19" y="50"/>
                    <a:pt x="20" y="49"/>
                    <a:pt x="20" y="48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7"/>
                    <a:pt x="55" y="57"/>
                    <a:pt x="55" y="58"/>
                  </a:cubicBezTo>
                  <a:cubicBezTo>
                    <a:pt x="55" y="59"/>
                    <a:pt x="55" y="59"/>
                    <a:pt x="55" y="60"/>
                  </a:cubicBezTo>
                  <a:cubicBezTo>
                    <a:pt x="55" y="61"/>
                    <a:pt x="53" y="62"/>
                    <a:pt x="51" y="62"/>
                  </a:cubicBezTo>
                  <a:cubicBezTo>
                    <a:pt x="50" y="62"/>
                    <a:pt x="48" y="62"/>
                    <a:pt x="47" y="61"/>
                  </a:cubicBezTo>
                  <a:lnTo>
                    <a:pt x="46" y="63"/>
                  </a:lnTo>
                  <a:close/>
                  <a:moveTo>
                    <a:pt x="29" y="36"/>
                  </a:moveTo>
                  <a:cubicBezTo>
                    <a:pt x="29" y="36"/>
                    <a:pt x="29" y="36"/>
                    <a:pt x="29" y="36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52" y="41"/>
                    <a:pt x="52" y="41"/>
                    <a:pt x="52" y="41"/>
                  </a:cubicBezTo>
                  <a:lnTo>
                    <a:pt x="29" y="36"/>
                  </a:lnTo>
                  <a:close/>
                  <a:moveTo>
                    <a:pt x="52" y="40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30" y="36"/>
                    <a:pt x="30" y="36"/>
                    <a:pt x="30" y="36"/>
                  </a:cubicBezTo>
                  <a:lnTo>
                    <a:pt x="5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6" name="Freeform 295">
              <a:extLst>
                <a:ext uri="{FF2B5EF4-FFF2-40B4-BE49-F238E27FC236}">
                  <a16:creationId xmlns:a16="http://schemas.microsoft.com/office/drawing/2014/main" id="{1CDE76BA-9C6E-47BA-9B7D-798EC89034E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2101" y="12374563"/>
              <a:ext cx="47625" cy="42862"/>
            </a:xfrm>
            <a:custGeom>
              <a:avLst/>
              <a:gdLst>
                <a:gd name="T0" fmla="*/ 1 w 73"/>
                <a:gd name="T1" fmla="*/ 54 h 68"/>
                <a:gd name="T2" fmla="*/ 13 w 73"/>
                <a:gd name="T3" fmla="*/ 50 h 68"/>
                <a:gd name="T4" fmla="*/ 30 w 73"/>
                <a:gd name="T5" fmla="*/ 13 h 68"/>
                <a:gd name="T6" fmla="*/ 25 w 73"/>
                <a:gd name="T7" fmla="*/ 2 h 68"/>
                <a:gd name="T8" fmla="*/ 26 w 73"/>
                <a:gd name="T9" fmla="*/ 0 h 68"/>
                <a:gd name="T10" fmla="*/ 53 w 73"/>
                <a:gd name="T11" fmla="*/ 12 h 68"/>
                <a:gd name="T12" fmla="*/ 67 w 73"/>
                <a:gd name="T13" fmla="*/ 38 h 68"/>
                <a:gd name="T14" fmla="*/ 33 w 73"/>
                <a:gd name="T15" fmla="*/ 41 h 68"/>
                <a:gd name="T16" fmla="*/ 30 w 73"/>
                <a:gd name="T17" fmla="*/ 40 h 68"/>
                <a:gd name="T18" fmla="*/ 23 w 73"/>
                <a:gd name="T19" fmla="*/ 55 h 68"/>
                <a:gd name="T20" fmla="*/ 27 w 73"/>
                <a:gd name="T21" fmla="*/ 66 h 68"/>
                <a:gd name="T22" fmla="*/ 26 w 73"/>
                <a:gd name="T23" fmla="*/ 68 h 68"/>
                <a:gd name="T24" fmla="*/ 0 w 73"/>
                <a:gd name="T25" fmla="*/ 56 h 68"/>
                <a:gd name="T26" fmla="*/ 1 w 73"/>
                <a:gd name="T27" fmla="*/ 54 h 68"/>
                <a:gd name="T28" fmla="*/ 32 w 73"/>
                <a:gd name="T29" fmla="*/ 36 h 68"/>
                <a:gd name="T30" fmla="*/ 35 w 73"/>
                <a:gd name="T31" fmla="*/ 37 h 68"/>
                <a:gd name="T32" fmla="*/ 56 w 73"/>
                <a:gd name="T33" fmla="*/ 33 h 68"/>
                <a:gd name="T34" fmla="*/ 48 w 73"/>
                <a:gd name="T35" fmla="*/ 15 h 68"/>
                <a:gd name="T36" fmla="*/ 40 w 73"/>
                <a:gd name="T37" fmla="*/ 18 h 68"/>
                <a:gd name="T38" fmla="*/ 32 w 73"/>
                <a:gd name="T39" fmla="*/ 3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3" h="68">
                  <a:moveTo>
                    <a:pt x="1" y="54"/>
                  </a:moveTo>
                  <a:cubicBezTo>
                    <a:pt x="7" y="57"/>
                    <a:pt x="9" y="56"/>
                    <a:pt x="13" y="50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3" y="7"/>
                    <a:pt x="32" y="5"/>
                    <a:pt x="25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65" y="18"/>
                    <a:pt x="73" y="26"/>
                    <a:pt x="67" y="38"/>
                  </a:cubicBezTo>
                  <a:cubicBezTo>
                    <a:pt x="60" y="53"/>
                    <a:pt x="45" y="47"/>
                    <a:pt x="33" y="41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0" y="61"/>
                    <a:pt x="21" y="63"/>
                    <a:pt x="27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0" y="56"/>
                    <a:pt x="0" y="56"/>
                    <a:pt x="0" y="56"/>
                  </a:cubicBezTo>
                  <a:lnTo>
                    <a:pt x="1" y="54"/>
                  </a:lnTo>
                  <a:close/>
                  <a:moveTo>
                    <a:pt x="32" y="36"/>
                  </a:moveTo>
                  <a:cubicBezTo>
                    <a:pt x="35" y="37"/>
                    <a:pt x="35" y="37"/>
                    <a:pt x="35" y="37"/>
                  </a:cubicBezTo>
                  <a:cubicBezTo>
                    <a:pt x="43" y="41"/>
                    <a:pt x="51" y="44"/>
                    <a:pt x="56" y="33"/>
                  </a:cubicBezTo>
                  <a:cubicBezTo>
                    <a:pt x="61" y="23"/>
                    <a:pt x="57" y="19"/>
                    <a:pt x="48" y="15"/>
                  </a:cubicBezTo>
                  <a:cubicBezTo>
                    <a:pt x="43" y="13"/>
                    <a:pt x="42" y="13"/>
                    <a:pt x="40" y="18"/>
                  </a:cubicBezTo>
                  <a:lnTo>
                    <a:pt x="32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7" name="Freeform 296">
              <a:extLst>
                <a:ext uri="{FF2B5EF4-FFF2-40B4-BE49-F238E27FC236}">
                  <a16:creationId xmlns:a16="http://schemas.microsoft.com/office/drawing/2014/main" id="{90DE4DAF-6A6A-46C2-B6CD-6F2DC864A32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2101" y="12374563"/>
              <a:ext cx="44450" cy="44450"/>
            </a:xfrm>
            <a:custGeom>
              <a:avLst/>
              <a:gdLst>
                <a:gd name="T0" fmla="*/ 0 w 70"/>
                <a:gd name="T1" fmla="*/ 57 h 70"/>
                <a:gd name="T2" fmla="*/ 2 w 70"/>
                <a:gd name="T3" fmla="*/ 55 h 70"/>
                <a:gd name="T4" fmla="*/ 2 w 70"/>
                <a:gd name="T5" fmla="*/ 54 h 70"/>
                <a:gd name="T6" fmla="*/ 2 w 70"/>
                <a:gd name="T7" fmla="*/ 54 h 70"/>
                <a:gd name="T8" fmla="*/ 8 w 70"/>
                <a:gd name="T9" fmla="*/ 56 h 70"/>
                <a:gd name="T10" fmla="*/ 13 w 70"/>
                <a:gd name="T11" fmla="*/ 51 h 70"/>
                <a:gd name="T12" fmla="*/ 30 w 70"/>
                <a:gd name="T13" fmla="*/ 14 h 70"/>
                <a:gd name="T14" fmla="*/ 32 w 70"/>
                <a:gd name="T15" fmla="*/ 9 h 70"/>
                <a:gd name="T16" fmla="*/ 26 w 70"/>
                <a:gd name="T17" fmla="*/ 3 h 70"/>
                <a:gd name="T18" fmla="*/ 26 w 70"/>
                <a:gd name="T19" fmla="*/ 3 h 70"/>
                <a:gd name="T20" fmla="*/ 27 w 70"/>
                <a:gd name="T21" fmla="*/ 0 h 70"/>
                <a:gd name="T22" fmla="*/ 54 w 70"/>
                <a:gd name="T23" fmla="*/ 13 h 70"/>
                <a:gd name="T24" fmla="*/ 70 w 70"/>
                <a:gd name="T25" fmla="*/ 31 h 70"/>
                <a:gd name="T26" fmla="*/ 68 w 70"/>
                <a:gd name="T27" fmla="*/ 39 h 70"/>
                <a:gd name="T28" fmla="*/ 54 w 70"/>
                <a:gd name="T29" fmla="*/ 48 h 70"/>
                <a:gd name="T30" fmla="*/ 34 w 70"/>
                <a:gd name="T31" fmla="*/ 43 h 70"/>
                <a:gd name="T32" fmla="*/ 31 w 70"/>
                <a:gd name="T33" fmla="*/ 41 h 70"/>
                <a:gd name="T34" fmla="*/ 24 w 70"/>
                <a:gd name="T35" fmla="*/ 56 h 70"/>
                <a:gd name="T36" fmla="*/ 22 w 70"/>
                <a:gd name="T37" fmla="*/ 61 h 70"/>
                <a:gd name="T38" fmla="*/ 28 w 70"/>
                <a:gd name="T39" fmla="*/ 67 h 70"/>
                <a:gd name="T40" fmla="*/ 29 w 70"/>
                <a:gd name="T41" fmla="*/ 67 h 70"/>
                <a:gd name="T42" fmla="*/ 27 w 70"/>
                <a:gd name="T43" fmla="*/ 70 h 70"/>
                <a:gd name="T44" fmla="*/ 0 w 70"/>
                <a:gd name="T45" fmla="*/ 57 h 70"/>
                <a:gd name="T46" fmla="*/ 1 w 70"/>
                <a:gd name="T47" fmla="*/ 57 h 70"/>
                <a:gd name="T48" fmla="*/ 27 w 70"/>
                <a:gd name="T49" fmla="*/ 69 h 70"/>
                <a:gd name="T50" fmla="*/ 28 w 70"/>
                <a:gd name="T51" fmla="*/ 67 h 70"/>
                <a:gd name="T52" fmla="*/ 22 w 70"/>
                <a:gd name="T53" fmla="*/ 61 h 70"/>
                <a:gd name="T54" fmla="*/ 24 w 70"/>
                <a:gd name="T55" fmla="*/ 55 h 70"/>
                <a:gd name="T56" fmla="*/ 31 w 70"/>
                <a:gd name="T57" fmla="*/ 40 h 70"/>
                <a:gd name="T58" fmla="*/ 34 w 70"/>
                <a:gd name="T59" fmla="*/ 42 h 70"/>
                <a:gd name="T60" fmla="*/ 54 w 70"/>
                <a:gd name="T61" fmla="*/ 48 h 70"/>
                <a:gd name="T62" fmla="*/ 68 w 70"/>
                <a:gd name="T63" fmla="*/ 39 h 70"/>
                <a:gd name="T64" fmla="*/ 70 w 70"/>
                <a:gd name="T65" fmla="*/ 31 h 70"/>
                <a:gd name="T66" fmla="*/ 54 w 70"/>
                <a:gd name="T67" fmla="*/ 13 h 70"/>
                <a:gd name="T68" fmla="*/ 27 w 70"/>
                <a:gd name="T69" fmla="*/ 1 h 70"/>
                <a:gd name="T70" fmla="*/ 27 w 70"/>
                <a:gd name="T71" fmla="*/ 3 h 70"/>
                <a:gd name="T72" fmla="*/ 33 w 70"/>
                <a:gd name="T73" fmla="*/ 9 h 70"/>
                <a:gd name="T74" fmla="*/ 31 w 70"/>
                <a:gd name="T75" fmla="*/ 15 h 70"/>
                <a:gd name="T76" fmla="*/ 14 w 70"/>
                <a:gd name="T77" fmla="*/ 51 h 70"/>
                <a:gd name="T78" fmla="*/ 8 w 70"/>
                <a:gd name="T79" fmla="*/ 57 h 70"/>
                <a:gd name="T80" fmla="*/ 2 w 70"/>
                <a:gd name="T81" fmla="*/ 55 h 70"/>
                <a:gd name="T82" fmla="*/ 1 w 70"/>
                <a:gd name="T83" fmla="*/ 57 h 70"/>
                <a:gd name="T84" fmla="*/ 47 w 70"/>
                <a:gd name="T85" fmla="*/ 42 h 70"/>
                <a:gd name="T86" fmla="*/ 36 w 70"/>
                <a:gd name="T87" fmla="*/ 39 h 70"/>
                <a:gd name="T88" fmla="*/ 33 w 70"/>
                <a:gd name="T89" fmla="*/ 37 h 70"/>
                <a:gd name="T90" fmla="*/ 32 w 70"/>
                <a:gd name="T91" fmla="*/ 37 h 70"/>
                <a:gd name="T92" fmla="*/ 41 w 70"/>
                <a:gd name="T93" fmla="*/ 19 h 70"/>
                <a:gd name="T94" fmla="*/ 45 w 70"/>
                <a:gd name="T95" fmla="*/ 14 h 70"/>
                <a:gd name="T96" fmla="*/ 50 w 70"/>
                <a:gd name="T97" fmla="*/ 16 h 70"/>
                <a:gd name="T98" fmla="*/ 60 w 70"/>
                <a:gd name="T99" fmla="*/ 27 h 70"/>
                <a:gd name="T100" fmla="*/ 58 w 70"/>
                <a:gd name="T101" fmla="*/ 34 h 70"/>
                <a:gd name="T102" fmla="*/ 47 w 70"/>
                <a:gd name="T103" fmla="*/ 42 h 70"/>
                <a:gd name="T104" fmla="*/ 36 w 70"/>
                <a:gd name="T105" fmla="*/ 38 h 70"/>
                <a:gd name="T106" fmla="*/ 47 w 70"/>
                <a:gd name="T107" fmla="*/ 41 h 70"/>
                <a:gd name="T108" fmla="*/ 57 w 70"/>
                <a:gd name="T109" fmla="*/ 34 h 70"/>
                <a:gd name="T110" fmla="*/ 59 w 70"/>
                <a:gd name="T111" fmla="*/ 27 h 70"/>
                <a:gd name="T112" fmla="*/ 49 w 70"/>
                <a:gd name="T113" fmla="*/ 16 h 70"/>
                <a:gd name="T114" fmla="*/ 45 w 70"/>
                <a:gd name="T115" fmla="*/ 15 h 70"/>
                <a:gd name="T116" fmla="*/ 41 w 70"/>
                <a:gd name="T117" fmla="*/ 19 h 70"/>
                <a:gd name="T118" fmla="*/ 33 w 70"/>
                <a:gd name="T119" fmla="*/ 37 h 70"/>
                <a:gd name="T120" fmla="*/ 36 w 70"/>
                <a:gd name="T121" fmla="*/ 3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" h="70">
                  <a:moveTo>
                    <a:pt x="0" y="57"/>
                  </a:moveTo>
                  <a:cubicBezTo>
                    <a:pt x="2" y="55"/>
                    <a:pt x="2" y="55"/>
                    <a:pt x="2" y="55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4" y="56"/>
                    <a:pt x="6" y="56"/>
                    <a:pt x="8" y="56"/>
                  </a:cubicBezTo>
                  <a:cubicBezTo>
                    <a:pt x="10" y="56"/>
                    <a:pt x="11" y="55"/>
                    <a:pt x="13" y="5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2"/>
                    <a:pt x="32" y="10"/>
                    <a:pt x="32" y="9"/>
                  </a:cubicBezTo>
                  <a:cubicBezTo>
                    <a:pt x="32" y="7"/>
                    <a:pt x="30" y="5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63" y="17"/>
                    <a:pt x="70" y="23"/>
                    <a:pt x="70" y="31"/>
                  </a:cubicBezTo>
                  <a:cubicBezTo>
                    <a:pt x="70" y="34"/>
                    <a:pt x="70" y="36"/>
                    <a:pt x="68" y="39"/>
                  </a:cubicBezTo>
                  <a:cubicBezTo>
                    <a:pt x="65" y="46"/>
                    <a:pt x="60" y="48"/>
                    <a:pt x="54" y="48"/>
                  </a:cubicBezTo>
                  <a:cubicBezTo>
                    <a:pt x="48" y="48"/>
                    <a:pt x="40" y="45"/>
                    <a:pt x="34" y="43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8"/>
                    <a:pt x="22" y="60"/>
                    <a:pt x="22" y="61"/>
                  </a:cubicBezTo>
                  <a:cubicBezTo>
                    <a:pt x="22" y="63"/>
                    <a:pt x="24" y="65"/>
                    <a:pt x="28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7" y="70"/>
                    <a:pt x="27" y="70"/>
                    <a:pt x="27" y="70"/>
                  </a:cubicBezTo>
                  <a:lnTo>
                    <a:pt x="0" y="57"/>
                  </a:lnTo>
                  <a:close/>
                  <a:moveTo>
                    <a:pt x="1" y="57"/>
                  </a:moveTo>
                  <a:cubicBezTo>
                    <a:pt x="27" y="69"/>
                    <a:pt x="27" y="69"/>
                    <a:pt x="27" y="69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4" y="65"/>
                    <a:pt x="22" y="64"/>
                    <a:pt x="22" y="61"/>
                  </a:cubicBezTo>
                  <a:cubicBezTo>
                    <a:pt x="22" y="60"/>
                    <a:pt x="22" y="58"/>
                    <a:pt x="24" y="55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41" y="45"/>
                    <a:pt x="48" y="48"/>
                    <a:pt x="54" y="48"/>
                  </a:cubicBezTo>
                  <a:cubicBezTo>
                    <a:pt x="60" y="48"/>
                    <a:pt x="65" y="46"/>
                    <a:pt x="68" y="39"/>
                  </a:cubicBezTo>
                  <a:cubicBezTo>
                    <a:pt x="69" y="36"/>
                    <a:pt x="70" y="34"/>
                    <a:pt x="70" y="31"/>
                  </a:cubicBezTo>
                  <a:cubicBezTo>
                    <a:pt x="70" y="24"/>
                    <a:pt x="63" y="18"/>
                    <a:pt x="54" y="13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0"/>
                    <a:pt x="32" y="12"/>
                    <a:pt x="31" y="15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2" y="55"/>
                    <a:pt x="10" y="57"/>
                    <a:pt x="8" y="57"/>
                  </a:cubicBezTo>
                  <a:cubicBezTo>
                    <a:pt x="6" y="57"/>
                    <a:pt x="4" y="56"/>
                    <a:pt x="2" y="55"/>
                  </a:cubicBezTo>
                  <a:lnTo>
                    <a:pt x="1" y="57"/>
                  </a:lnTo>
                  <a:close/>
                  <a:moveTo>
                    <a:pt x="47" y="42"/>
                  </a:moveTo>
                  <a:cubicBezTo>
                    <a:pt x="44" y="42"/>
                    <a:pt x="40" y="40"/>
                    <a:pt x="36" y="39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2" y="16"/>
                    <a:pt x="43" y="14"/>
                    <a:pt x="45" y="14"/>
                  </a:cubicBezTo>
                  <a:cubicBezTo>
                    <a:pt x="46" y="14"/>
                    <a:pt x="48" y="15"/>
                    <a:pt x="50" y="16"/>
                  </a:cubicBezTo>
                  <a:cubicBezTo>
                    <a:pt x="55" y="18"/>
                    <a:pt x="60" y="21"/>
                    <a:pt x="60" y="27"/>
                  </a:cubicBezTo>
                  <a:cubicBezTo>
                    <a:pt x="60" y="29"/>
                    <a:pt x="59" y="31"/>
                    <a:pt x="58" y="34"/>
                  </a:cubicBezTo>
                  <a:cubicBezTo>
                    <a:pt x="55" y="40"/>
                    <a:pt x="51" y="42"/>
                    <a:pt x="47" y="42"/>
                  </a:cubicBezTo>
                  <a:close/>
                  <a:moveTo>
                    <a:pt x="36" y="38"/>
                  </a:moveTo>
                  <a:cubicBezTo>
                    <a:pt x="40" y="40"/>
                    <a:pt x="44" y="41"/>
                    <a:pt x="47" y="41"/>
                  </a:cubicBezTo>
                  <a:cubicBezTo>
                    <a:pt x="51" y="41"/>
                    <a:pt x="54" y="39"/>
                    <a:pt x="57" y="34"/>
                  </a:cubicBezTo>
                  <a:cubicBezTo>
                    <a:pt x="58" y="31"/>
                    <a:pt x="59" y="29"/>
                    <a:pt x="59" y="27"/>
                  </a:cubicBezTo>
                  <a:cubicBezTo>
                    <a:pt x="59" y="22"/>
                    <a:pt x="55" y="19"/>
                    <a:pt x="49" y="16"/>
                  </a:cubicBezTo>
                  <a:cubicBezTo>
                    <a:pt x="48" y="15"/>
                    <a:pt x="46" y="15"/>
                    <a:pt x="45" y="15"/>
                  </a:cubicBezTo>
                  <a:cubicBezTo>
                    <a:pt x="44" y="15"/>
                    <a:pt x="43" y="16"/>
                    <a:pt x="41" y="19"/>
                  </a:cubicBezTo>
                  <a:cubicBezTo>
                    <a:pt x="33" y="37"/>
                    <a:pt x="33" y="37"/>
                    <a:pt x="33" y="37"/>
                  </a:cubicBezTo>
                  <a:lnTo>
                    <a:pt x="3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8" name="Freeform 297">
              <a:extLst>
                <a:ext uri="{FF2B5EF4-FFF2-40B4-BE49-F238E27FC236}">
                  <a16:creationId xmlns:a16="http://schemas.microsoft.com/office/drawing/2014/main" id="{9AED57E0-8B1E-459B-A509-7C38DEB9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78613" y="12398375"/>
              <a:ext cx="44450" cy="44450"/>
            </a:xfrm>
            <a:custGeom>
              <a:avLst/>
              <a:gdLst>
                <a:gd name="T0" fmla="*/ 58 w 69"/>
                <a:gd name="T1" fmla="*/ 31 h 69"/>
                <a:gd name="T2" fmla="*/ 53 w 69"/>
                <a:gd name="T3" fmla="*/ 13 h 69"/>
                <a:gd name="T4" fmla="*/ 38 w 69"/>
                <a:gd name="T5" fmla="*/ 12 h 69"/>
                <a:gd name="T6" fmla="*/ 47 w 69"/>
                <a:gd name="T7" fmla="*/ 42 h 69"/>
                <a:gd name="T8" fmla="*/ 46 w 69"/>
                <a:gd name="T9" fmla="*/ 59 h 69"/>
                <a:gd name="T10" fmla="*/ 14 w 69"/>
                <a:gd name="T11" fmla="*/ 57 h 69"/>
                <a:gd name="T12" fmla="*/ 0 w 69"/>
                <a:gd name="T13" fmla="*/ 45 h 69"/>
                <a:gd name="T14" fmla="*/ 9 w 69"/>
                <a:gd name="T15" fmla="*/ 32 h 69"/>
                <a:gd name="T16" fmla="*/ 11 w 69"/>
                <a:gd name="T17" fmla="*/ 34 h 69"/>
                <a:gd name="T18" fmla="*/ 17 w 69"/>
                <a:gd name="T19" fmla="*/ 54 h 69"/>
                <a:gd name="T20" fmla="*/ 35 w 69"/>
                <a:gd name="T21" fmla="*/ 55 h 69"/>
                <a:gd name="T22" fmla="*/ 28 w 69"/>
                <a:gd name="T23" fmla="*/ 27 h 69"/>
                <a:gd name="T24" fmla="*/ 27 w 69"/>
                <a:gd name="T25" fmla="*/ 8 h 69"/>
                <a:gd name="T26" fmla="*/ 56 w 69"/>
                <a:gd name="T27" fmla="*/ 9 h 69"/>
                <a:gd name="T28" fmla="*/ 69 w 69"/>
                <a:gd name="T29" fmla="*/ 20 h 69"/>
                <a:gd name="T30" fmla="*/ 61 w 69"/>
                <a:gd name="T31" fmla="*/ 32 h 69"/>
                <a:gd name="T32" fmla="*/ 58 w 69"/>
                <a:gd name="T33" fmla="*/ 3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69">
                  <a:moveTo>
                    <a:pt x="58" y="31"/>
                  </a:moveTo>
                  <a:cubicBezTo>
                    <a:pt x="61" y="26"/>
                    <a:pt x="62" y="19"/>
                    <a:pt x="53" y="13"/>
                  </a:cubicBezTo>
                  <a:cubicBezTo>
                    <a:pt x="46" y="8"/>
                    <a:pt x="40" y="8"/>
                    <a:pt x="38" y="12"/>
                  </a:cubicBezTo>
                  <a:cubicBezTo>
                    <a:pt x="32" y="20"/>
                    <a:pt x="44" y="33"/>
                    <a:pt x="47" y="42"/>
                  </a:cubicBezTo>
                  <a:cubicBezTo>
                    <a:pt x="49" y="48"/>
                    <a:pt x="50" y="53"/>
                    <a:pt x="46" y="59"/>
                  </a:cubicBezTo>
                  <a:cubicBezTo>
                    <a:pt x="38" y="69"/>
                    <a:pt x="26" y="67"/>
                    <a:pt x="14" y="57"/>
                  </a:cubicBezTo>
                  <a:cubicBezTo>
                    <a:pt x="7" y="53"/>
                    <a:pt x="3" y="47"/>
                    <a:pt x="0" y="45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8"/>
                    <a:pt x="6" y="47"/>
                    <a:pt x="17" y="54"/>
                  </a:cubicBezTo>
                  <a:cubicBezTo>
                    <a:pt x="25" y="60"/>
                    <a:pt x="31" y="59"/>
                    <a:pt x="35" y="55"/>
                  </a:cubicBezTo>
                  <a:cubicBezTo>
                    <a:pt x="40" y="47"/>
                    <a:pt x="32" y="37"/>
                    <a:pt x="28" y="27"/>
                  </a:cubicBezTo>
                  <a:cubicBezTo>
                    <a:pt x="25" y="21"/>
                    <a:pt x="23" y="14"/>
                    <a:pt x="27" y="8"/>
                  </a:cubicBezTo>
                  <a:cubicBezTo>
                    <a:pt x="33" y="0"/>
                    <a:pt x="44" y="0"/>
                    <a:pt x="56" y="9"/>
                  </a:cubicBezTo>
                  <a:cubicBezTo>
                    <a:pt x="62" y="13"/>
                    <a:pt x="66" y="18"/>
                    <a:pt x="69" y="20"/>
                  </a:cubicBezTo>
                  <a:cubicBezTo>
                    <a:pt x="61" y="32"/>
                    <a:pt x="61" y="32"/>
                    <a:pt x="61" y="32"/>
                  </a:cubicBezTo>
                  <a:lnTo>
                    <a:pt x="58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9" name="Freeform 298">
              <a:extLst>
                <a:ext uri="{FF2B5EF4-FFF2-40B4-BE49-F238E27FC236}">
                  <a16:creationId xmlns:a16="http://schemas.microsoft.com/office/drawing/2014/main" id="{502FF62B-B841-485D-9488-133BCEFFF2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78613" y="12399963"/>
              <a:ext cx="44450" cy="41275"/>
            </a:xfrm>
            <a:custGeom>
              <a:avLst/>
              <a:gdLst>
                <a:gd name="T0" fmla="*/ 33 w 69"/>
                <a:gd name="T1" fmla="*/ 64 h 64"/>
                <a:gd name="T2" fmla="*/ 14 w 69"/>
                <a:gd name="T3" fmla="*/ 56 h 64"/>
                <a:gd name="T4" fmla="*/ 0 w 69"/>
                <a:gd name="T5" fmla="*/ 43 h 64"/>
                <a:gd name="T6" fmla="*/ 0 w 69"/>
                <a:gd name="T7" fmla="*/ 43 h 64"/>
                <a:gd name="T8" fmla="*/ 9 w 69"/>
                <a:gd name="T9" fmla="*/ 29 h 64"/>
                <a:gd name="T10" fmla="*/ 12 w 69"/>
                <a:gd name="T11" fmla="*/ 31 h 64"/>
                <a:gd name="T12" fmla="*/ 11 w 69"/>
                <a:gd name="T13" fmla="*/ 32 h 64"/>
                <a:gd name="T14" fmla="*/ 10 w 69"/>
                <a:gd name="T15" fmla="*/ 39 h 64"/>
                <a:gd name="T16" fmla="*/ 17 w 69"/>
                <a:gd name="T17" fmla="*/ 52 h 64"/>
                <a:gd name="T18" fmla="*/ 27 w 69"/>
                <a:gd name="T19" fmla="*/ 56 h 64"/>
                <a:gd name="T20" fmla="*/ 34 w 69"/>
                <a:gd name="T21" fmla="*/ 52 h 64"/>
                <a:gd name="T22" fmla="*/ 36 w 69"/>
                <a:gd name="T23" fmla="*/ 47 h 64"/>
                <a:gd name="T24" fmla="*/ 27 w 69"/>
                <a:gd name="T25" fmla="*/ 25 h 64"/>
                <a:gd name="T26" fmla="*/ 24 w 69"/>
                <a:gd name="T27" fmla="*/ 14 h 64"/>
                <a:gd name="T28" fmla="*/ 27 w 69"/>
                <a:gd name="T29" fmla="*/ 6 h 64"/>
                <a:gd name="T30" fmla="*/ 39 w 69"/>
                <a:gd name="T31" fmla="*/ 0 h 64"/>
                <a:gd name="T32" fmla="*/ 56 w 69"/>
                <a:gd name="T33" fmla="*/ 7 h 64"/>
                <a:gd name="T34" fmla="*/ 69 w 69"/>
                <a:gd name="T35" fmla="*/ 18 h 64"/>
                <a:gd name="T36" fmla="*/ 69 w 69"/>
                <a:gd name="T37" fmla="*/ 18 h 64"/>
                <a:gd name="T38" fmla="*/ 61 w 69"/>
                <a:gd name="T39" fmla="*/ 31 h 64"/>
                <a:gd name="T40" fmla="*/ 58 w 69"/>
                <a:gd name="T41" fmla="*/ 29 h 64"/>
                <a:gd name="T42" fmla="*/ 58 w 69"/>
                <a:gd name="T43" fmla="*/ 29 h 64"/>
                <a:gd name="T44" fmla="*/ 59 w 69"/>
                <a:gd name="T45" fmla="*/ 29 h 64"/>
                <a:gd name="T46" fmla="*/ 58 w 69"/>
                <a:gd name="T47" fmla="*/ 29 h 64"/>
                <a:gd name="T48" fmla="*/ 58 w 69"/>
                <a:gd name="T49" fmla="*/ 29 h 64"/>
                <a:gd name="T50" fmla="*/ 58 w 69"/>
                <a:gd name="T51" fmla="*/ 29 h 64"/>
                <a:gd name="T52" fmla="*/ 58 w 69"/>
                <a:gd name="T53" fmla="*/ 28 h 64"/>
                <a:gd name="T54" fmla="*/ 60 w 69"/>
                <a:gd name="T55" fmla="*/ 22 h 64"/>
                <a:gd name="T56" fmla="*/ 53 w 69"/>
                <a:gd name="T57" fmla="*/ 11 h 64"/>
                <a:gd name="T58" fmla="*/ 44 w 69"/>
                <a:gd name="T59" fmla="*/ 7 h 64"/>
                <a:gd name="T60" fmla="*/ 38 w 69"/>
                <a:gd name="T61" fmla="*/ 10 h 64"/>
                <a:gd name="T62" fmla="*/ 37 w 69"/>
                <a:gd name="T63" fmla="*/ 15 h 64"/>
                <a:gd name="T64" fmla="*/ 48 w 69"/>
                <a:gd name="T65" fmla="*/ 40 h 64"/>
                <a:gd name="T66" fmla="*/ 49 w 69"/>
                <a:gd name="T67" fmla="*/ 48 h 64"/>
                <a:gd name="T68" fmla="*/ 46 w 69"/>
                <a:gd name="T69" fmla="*/ 57 h 64"/>
                <a:gd name="T70" fmla="*/ 33 w 69"/>
                <a:gd name="T71" fmla="*/ 64 h 64"/>
                <a:gd name="T72" fmla="*/ 14 w 69"/>
                <a:gd name="T73" fmla="*/ 55 h 64"/>
                <a:gd name="T74" fmla="*/ 33 w 69"/>
                <a:gd name="T75" fmla="*/ 63 h 64"/>
                <a:gd name="T76" fmla="*/ 46 w 69"/>
                <a:gd name="T77" fmla="*/ 56 h 64"/>
                <a:gd name="T78" fmla="*/ 49 w 69"/>
                <a:gd name="T79" fmla="*/ 48 h 64"/>
                <a:gd name="T80" fmla="*/ 47 w 69"/>
                <a:gd name="T81" fmla="*/ 40 h 64"/>
                <a:gd name="T82" fmla="*/ 36 w 69"/>
                <a:gd name="T83" fmla="*/ 15 h 64"/>
                <a:gd name="T84" fmla="*/ 37 w 69"/>
                <a:gd name="T85" fmla="*/ 10 h 64"/>
                <a:gd name="T86" fmla="*/ 44 w 69"/>
                <a:gd name="T87" fmla="*/ 7 h 64"/>
                <a:gd name="T88" fmla="*/ 53 w 69"/>
                <a:gd name="T89" fmla="*/ 10 h 64"/>
                <a:gd name="T90" fmla="*/ 60 w 69"/>
                <a:gd name="T91" fmla="*/ 22 h 64"/>
                <a:gd name="T92" fmla="*/ 59 w 69"/>
                <a:gd name="T93" fmla="*/ 29 h 64"/>
                <a:gd name="T94" fmla="*/ 61 w 69"/>
                <a:gd name="T95" fmla="*/ 30 h 64"/>
                <a:gd name="T96" fmla="*/ 68 w 69"/>
                <a:gd name="T97" fmla="*/ 18 h 64"/>
                <a:gd name="T98" fmla="*/ 56 w 69"/>
                <a:gd name="T99" fmla="*/ 7 h 64"/>
                <a:gd name="T100" fmla="*/ 39 w 69"/>
                <a:gd name="T101" fmla="*/ 1 h 64"/>
                <a:gd name="T102" fmla="*/ 28 w 69"/>
                <a:gd name="T103" fmla="*/ 6 h 64"/>
                <a:gd name="T104" fmla="*/ 25 w 69"/>
                <a:gd name="T105" fmla="*/ 14 h 64"/>
                <a:gd name="T106" fmla="*/ 28 w 69"/>
                <a:gd name="T107" fmla="*/ 25 h 64"/>
                <a:gd name="T108" fmla="*/ 37 w 69"/>
                <a:gd name="T109" fmla="*/ 47 h 64"/>
                <a:gd name="T110" fmla="*/ 35 w 69"/>
                <a:gd name="T111" fmla="*/ 53 h 64"/>
                <a:gd name="T112" fmla="*/ 27 w 69"/>
                <a:gd name="T113" fmla="*/ 57 h 64"/>
                <a:gd name="T114" fmla="*/ 17 w 69"/>
                <a:gd name="T115" fmla="*/ 53 h 64"/>
                <a:gd name="T116" fmla="*/ 9 w 69"/>
                <a:gd name="T117" fmla="*/ 39 h 64"/>
                <a:gd name="T118" fmla="*/ 11 w 69"/>
                <a:gd name="T119" fmla="*/ 32 h 64"/>
                <a:gd name="T120" fmla="*/ 9 w 69"/>
                <a:gd name="T121" fmla="*/ 30 h 64"/>
                <a:gd name="T122" fmla="*/ 1 w 69"/>
                <a:gd name="T123" fmla="*/ 43 h 64"/>
                <a:gd name="T124" fmla="*/ 14 w 69"/>
                <a:gd name="T125" fmla="*/ 5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" h="64">
                  <a:moveTo>
                    <a:pt x="33" y="64"/>
                  </a:moveTo>
                  <a:cubicBezTo>
                    <a:pt x="27" y="64"/>
                    <a:pt x="21" y="61"/>
                    <a:pt x="14" y="56"/>
                  </a:cubicBezTo>
                  <a:cubicBezTo>
                    <a:pt x="7" y="51"/>
                    <a:pt x="2" y="46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4"/>
                    <a:pt x="10" y="36"/>
                    <a:pt x="10" y="39"/>
                  </a:cubicBezTo>
                  <a:cubicBezTo>
                    <a:pt x="10" y="43"/>
                    <a:pt x="11" y="48"/>
                    <a:pt x="17" y="52"/>
                  </a:cubicBezTo>
                  <a:cubicBezTo>
                    <a:pt x="21" y="55"/>
                    <a:pt x="24" y="56"/>
                    <a:pt x="27" y="56"/>
                  </a:cubicBezTo>
                  <a:cubicBezTo>
                    <a:pt x="30" y="56"/>
                    <a:pt x="33" y="55"/>
                    <a:pt x="34" y="52"/>
                  </a:cubicBezTo>
                  <a:cubicBezTo>
                    <a:pt x="36" y="51"/>
                    <a:pt x="36" y="49"/>
                    <a:pt x="36" y="47"/>
                  </a:cubicBezTo>
                  <a:cubicBezTo>
                    <a:pt x="36" y="41"/>
                    <a:pt x="31" y="33"/>
                    <a:pt x="27" y="25"/>
                  </a:cubicBezTo>
                  <a:cubicBezTo>
                    <a:pt x="26" y="22"/>
                    <a:pt x="24" y="18"/>
                    <a:pt x="24" y="14"/>
                  </a:cubicBezTo>
                  <a:cubicBezTo>
                    <a:pt x="24" y="12"/>
                    <a:pt x="25" y="9"/>
                    <a:pt x="27" y="6"/>
                  </a:cubicBezTo>
                  <a:cubicBezTo>
                    <a:pt x="30" y="2"/>
                    <a:pt x="34" y="0"/>
                    <a:pt x="39" y="0"/>
                  </a:cubicBezTo>
                  <a:cubicBezTo>
                    <a:pt x="44" y="0"/>
                    <a:pt x="50" y="2"/>
                    <a:pt x="56" y="7"/>
                  </a:cubicBezTo>
                  <a:cubicBezTo>
                    <a:pt x="62" y="11"/>
                    <a:pt x="67" y="16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9" y="27"/>
                    <a:pt x="60" y="24"/>
                    <a:pt x="60" y="22"/>
                  </a:cubicBezTo>
                  <a:cubicBezTo>
                    <a:pt x="60" y="18"/>
                    <a:pt x="58" y="15"/>
                    <a:pt x="53" y="11"/>
                  </a:cubicBezTo>
                  <a:cubicBezTo>
                    <a:pt x="50" y="9"/>
                    <a:pt x="47" y="7"/>
                    <a:pt x="44" y="7"/>
                  </a:cubicBezTo>
                  <a:cubicBezTo>
                    <a:pt x="41" y="7"/>
                    <a:pt x="39" y="8"/>
                    <a:pt x="38" y="10"/>
                  </a:cubicBezTo>
                  <a:cubicBezTo>
                    <a:pt x="37" y="12"/>
                    <a:pt x="37" y="13"/>
                    <a:pt x="37" y="15"/>
                  </a:cubicBezTo>
                  <a:cubicBezTo>
                    <a:pt x="37" y="22"/>
                    <a:pt x="45" y="33"/>
                    <a:pt x="48" y="40"/>
                  </a:cubicBezTo>
                  <a:cubicBezTo>
                    <a:pt x="49" y="43"/>
                    <a:pt x="49" y="46"/>
                    <a:pt x="49" y="48"/>
                  </a:cubicBezTo>
                  <a:cubicBezTo>
                    <a:pt x="49" y="51"/>
                    <a:pt x="48" y="54"/>
                    <a:pt x="46" y="57"/>
                  </a:cubicBezTo>
                  <a:cubicBezTo>
                    <a:pt x="43" y="62"/>
                    <a:pt x="38" y="64"/>
                    <a:pt x="33" y="64"/>
                  </a:cubicBezTo>
                  <a:moveTo>
                    <a:pt x="14" y="55"/>
                  </a:moveTo>
                  <a:cubicBezTo>
                    <a:pt x="21" y="60"/>
                    <a:pt x="28" y="63"/>
                    <a:pt x="33" y="63"/>
                  </a:cubicBezTo>
                  <a:cubicBezTo>
                    <a:pt x="38" y="63"/>
                    <a:pt x="42" y="61"/>
                    <a:pt x="46" y="56"/>
                  </a:cubicBezTo>
                  <a:cubicBezTo>
                    <a:pt x="48" y="54"/>
                    <a:pt x="49" y="51"/>
                    <a:pt x="49" y="48"/>
                  </a:cubicBezTo>
                  <a:cubicBezTo>
                    <a:pt x="49" y="46"/>
                    <a:pt x="48" y="43"/>
                    <a:pt x="47" y="40"/>
                  </a:cubicBezTo>
                  <a:cubicBezTo>
                    <a:pt x="44" y="33"/>
                    <a:pt x="36" y="23"/>
                    <a:pt x="36" y="15"/>
                  </a:cubicBezTo>
                  <a:cubicBezTo>
                    <a:pt x="36" y="13"/>
                    <a:pt x="36" y="11"/>
                    <a:pt x="37" y="10"/>
                  </a:cubicBezTo>
                  <a:cubicBezTo>
                    <a:pt x="39" y="8"/>
                    <a:pt x="41" y="7"/>
                    <a:pt x="44" y="7"/>
                  </a:cubicBezTo>
                  <a:cubicBezTo>
                    <a:pt x="47" y="7"/>
                    <a:pt x="50" y="8"/>
                    <a:pt x="53" y="10"/>
                  </a:cubicBezTo>
                  <a:cubicBezTo>
                    <a:pt x="59" y="14"/>
                    <a:pt x="60" y="18"/>
                    <a:pt x="60" y="22"/>
                  </a:cubicBezTo>
                  <a:cubicBezTo>
                    <a:pt x="60" y="24"/>
                    <a:pt x="60" y="27"/>
                    <a:pt x="59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6" y="16"/>
                    <a:pt x="61" y="11"/>
                    <a:pt x="56" y="7"/>
                  </a:cubicBezTo>
                  <a:cubicBezTo>
                    <a:pt x="49" y="3"/>
                    <a:pt x="44" y="1"/>
                    <a:pt x="39" y="1"/>
                  </a:cubicBezTo>
                  <a:cubicBezTo>
                    <a:pt x="34" y="1"/>
                    <a:pt x="30" y="2"/>
                    <a:pt x="28" y="6"/>
                  </a:cubicBezTo>
                  <a:cubicBezTo>
                    <a:pt x="26" y="9"/>
                    <a:pt x="25" y="12"/>
                    <a:pt x="25" y="14"/>
                  </a:cubicBezTo>
                  <a:cubicBezTo>
                    <a:pt x="25" y="18"/>
                    <a:pt x="26" y="22"/>
                    <a:pt x="28" y="25"/>
                  </a:cubicBezTo>
                  <a:cubicBezTo>
                    <a:pt x="31" y="33"/>
                    <a:pt x="37" y="40"/>
                    <a:pt x="37" y="47"/>
                  </a:cubicBezTo>
                  <a:cubicBezTo>
                    <a:pt x="37" y="49"/>
                    <a:pt x="36" y="51"/>
                    <a:pt x="35" y="53"/>
                  </a:cubicBezTo>
                  <a:cubicBezTo>
                    <a:pt x="33" y="55"/>
                    <a:pt x="30" y="57"/>
                    <a:pt x="27" y="57"/>
                  </a:cubicBezTo>
                  <a:cubicBezTo>
                    <a:pt x="24" y="57"/>
                    <a:pt x="21" y="55"/>
                    <a:pt x="17" y="53"/>
                  </a:cubicBezTo>
                  <a:cubicBezTo>
                    <a:pt x="11" y="48"/>
                    <a:pt x="9" y="43"/>
                    <a:pt x="9" y="39"/>
                  </a:cubicBezTo>
                  <a:cubicBezTo>
                    <a:pt x="9" y="36"/>
                    <a:pt x="10" y="34"/>
                    <a:pt x="11" y="32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3" y="45"/>
                    <a:pt x="7" y="51"/>
                    <a:pt x="14" y="5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0" name="Freeform 299">
              <a:extLst>
                <a:ext uri="{FF2B5EF4-FFF2-40B4-BE49-F238E27FC236}">
                  <a16:creationId xmlns:a16="http://schemas.microsoft.com/office/drawing/2014/main" id="{1199D2B8-9FBA-4D39-AB77-7A9F182C61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04013" y="12433300"/>
              <a:ext cx="46038" cy="47625"/>
            </a:xfrm>
            <a:custGeom>
              <a:avLst/>
              <a:gdLst>
                <a:gd name="T0" fmla="*/ 2 w 74"/>
                <a:gd name="T1" fmla="*/ 17 h 73"/>
                <a:gd name="T2" fmla="*/ 18 w 74"/>
                <a:gd name="T3" fmla="*/ 20 h 73"/>
                <a:gd name="T4" fmla="*/ 68 w 74"/>
                <a:gd name="T5" fmla="*/ 0 h 73"/>
                <a:gd name="T6" fmla="*/ 74 w 74"/>
                <a:gd name="T7" fmla="*/ 6 h 73"/>
                <a:gd name="T8" fmla="*/ 52 w 74"/>
                <a:gd name="T9" fmla="*/ 57 h 73"/>
                <a:gd name="T10" fmla="*/ 55 w 74"/>
                <a:gd name="T11" fmla="*/ 72 h 73"/>
                <a:gd name="T12" fmla="*/ 53 w 74"/>
                <a:gd name="T13" fmla="*/ 73 h 73"/>
                <a:gd name="T14" fmla="*/ 32 w 74"/>
                <a:gd name="T15" fmla="*/ 52 h 73"/>
                <a:gd name="T16" fmla="*/ 34 w 74"/>
                <a:gd name="T17" fmla="*/ 51 h 73"/>
                <a:gd name="T18" fmla="*/ 42 w 74"/>
                <a:gd name="T19" fmla="*/ 54 h 73"/>
                <a:gd name="T20" fmla="*/ 44 w 74"/>
                <a:gd name="T21" fmla="*/ 51 h 73"/>
                <a:gd name="T22" fmla="*/ 48 w 74"/>
                <a:gd name="T23" fmla="*/ 41 h 73"/>
                <a:gd name="T24" fmla="*/ 30 w 74"/>
                <a:gd name="T25" fmla="*/ 22 h 73"/>
                <a:gd name="T26" fmla="*/ 20 w 74"/>
                <a:gd name="T27" fmla="*/ 25 h 73"/>
                <a:gd name="T28" fmla="*/ 17 w 74"/>
                <a:gd name="T29" fmla="*/ 27 h 73"/>
                <a:gd name="T30" fmla="*/ 20 w 74"/>
                <a:gd name="T31" fmla="*/ 35 h 73"/>
                <a:gd name="T32" fmla="*/ 18 w 74"/>
                <a:gd name="T33" fmla="*/ 37 h 73"/>
                <a:gd name="T34" fmla="*/ 0 w 74"/>
                <a:gd name="T35" fmla="*/ 19 h 73"/>
                <a:gd name="T36" fmla="*/ 2 w 74"/>
                <a:gd name="T37" fmla="*/ 17 h 73"/>
                <a:gd name="T38" fmla="*/ 34 w 74"/>
                <a:gd name="T39" fmla="*/ 20 h 73"/>
                <a:gd name="T40" fmla="*/ 50 w 74"/>
                <a:gd name="T41" fmla="*/ 37 h 73"/>
                <a:gd name="T42" fmla="*/ 62 w 74"/>
                <a:gd name="T43" fmla="*/ 9 h 73"/>
                <a:gd name="T44" fmla="*/ 34 w 74"/>
                <a:gd name="T45" fmla="*/ 2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73">
                  <a:moveTo>
                    <a:pt x="2" y="17"/>
                  </a:moveTo>
                  <a:cubicBezTo>
                    <a:pt x="7" y="22"/>
                    <a:pt x="10" y="23"/>
                    <a:pt x="18" y="2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49" y="64"/>
                    <a:pt x="50" y="67"/>
                    <a:pt x="55" y="72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7" y="54"/>
                    <a:pt x="40" y="56"/>
                    <a:pt x="42" y="54"/>
                  </a:cubicBezTo>
                  <a:cubicBezTo>
                    <a:pt x="43" y="53"/>
                    <a:pt x="43" y="52"/>
                    <a:pt x="44" y="5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6"/>
                    <a:pt x="18" y="26"/>
                    <a:pt x="17" y="27"/>
                  </a:cubicBezTo>
                  <a:cubicBezTo>
                    <a:pt x="15" y="29"/>
                    <a:pt x="16" y="31"/>
                    <a:pt x="20" y="35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2" y="17"/>
                  </a:lnTo>
                  <a:close/>
                  <a:moveTo>
                    <a:pt x="34" y="20"/>
                  </a:moveTo>
                  <a:cubicBezTo>
                    <a:pt x="50" y="37"/>
                    <a:pt x="50" y="37"/>
                    <a:pt x="50" y="37"/>
                  </a:cubicBezTo>
                  <a:cubicBezTo>
                    <a:pt x="62" y="9"/>
                    <a:pt x="62" y="9"/>
                    <a:pt x="62" y="9"/>
                  </a:cubicBezTo>
                  <a:lnTo>
                    <a:pt x="34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1" name="Freeform 300">
              <a:extLst>
                <a:ext uri="{FF2B5EF4-FFF2-40B4-BE49-F238E27FC236}">
                  <a16:creationId xmlns:a16="http://schemas.microsoft.com/office/drawing/2014/main" id="{478E7E7D-E2BA-41C5-A990-8435982CD2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04013" y="12433300"/>
              <a:ext cx="47625" cy="47625"/>
            </a:xfrm>
            <a:custGeom>
              <a:avLst/>
              <a:gdLst>
                <a:gd name="T0" fmla="*/ 32 w 75"/>
                <a:gd name="T1" fmla="*/ 52 h 74"/>
                <a:gd name="T2" fmla="*/ 34 w 75"/>
                <a:gd name="T3" fmla="*/ 50 h 74"/>
                <a:gd name="T4" fmla="*/ 34 w 75"/>
                <a:gd name="T5" fmla="*/ 50 h 74"/>
                <a:gd name="T6" fmla="*/ 40 w 75"/>
                <a:gd name="T7" fmla="*/ 54 h 74"/>
                <a:gd name="T8" fmla="*/ 42 w 75"/>
                <a:gd name="T9" fmla="*/ 54 h 74"/>
                <a:gd name="T10" fmla="*/ 44 w 75"/>
                <a:gd name="T11" fmla="*/ 51 h 74"/>
                <a:gd name="T12" fmla="*/ 48 w 75"/>
                <a:gd name="T13" fmla="*/ 41 h 74"/>
                <a:gd name="T14" fmla="*/ 30 w 75"/>
                <a:gd name="T15" fmla="*/ 22 h 74"/>
                <a:gd name="T16" fmla="*/ 20 w 75"/>
                <a:gd name="T17" fmla="*/ 26 h 74"/>
                <a:gd name="T18" fmla="*/ 17 w 75"/>
                <a:gd name="T19" fmla="*/ 27 h 74"/>
                <a:gd name="T20" fmla="*/ 16 w 75"/>
                <a:gd name="T21" fmla="*/ 29 h 74"/>
                <a:gd name="T22" fmla="*/ 20 w 75"/>
                <a:gd name="T23" fmla="*/ 35 h 74"/>
                <a:gd name="T24" fmla="*/ 20 w 75"/>
                <a:gd name="T25" fmla="*/ 35 h 74"/>
                <a:gd name="T26" fmla="*/ 18 w 75"/>
                <a:gd name="T27" fmla="*/ 37 h 74"/>
                <a:gd name="T28" fmla="*/ 0 w 75"/>
                <a:gd name="T29" fmla="*/ 19 h 74"/>
                <a:gd name="T30" fmla="*/ 2 w 75"/>
                <a:gd name="T31" fmla="*/ 17 h 74"/>
                <a:gd name="T32" fmla="*/ 2 w 75"/>
                <a:gd name="T33" fmla="*/ 17 h 74"/>
                <a:gd name="T34" fmla="*/ 2 w 75"/>
                <a:gd name="T35" fmla="*/ 17 h 74"/>
                <a:gd name="T36" fmla="*/ 10 w 75"/>
                <a:gd name="T37" fmla="*/ 21 h 74"/>
                <a:gd name="T38" fmla="*/ 18 w 75"/>
                <a:gd name="T39" fmla="*/ 19 h 74"/>
                <a:gd name="T40" fmla="*/ 69 w 75"/>
                <a:gd name="T41" fmla="*/ 0 h 74"/>
                <a:gd name="T42" fmla="*/ 75 w 75"/>
                <a:gd name="T43" fmla="*/ 6 h 74"/>
                <a:gd name="T44" fmla="*/ 52 w 75"/>
                <a:gd name="T45" fmla="*/ 57 h 74"/>
                <a:gd name="T46" fmla="*/ 51 w 75"/>
                <a:gd name="T47" fmla="*/ 64 h 74"/>
                <a:gd name="T48" fmla="*/ 55 w 75"/>
                <a:gd name="T49" fmla="*/ 72 h 74"/>
                <a:gd name="T50" fmla="*/ 55 w 75"/>
                <a:gd name="T51" fmla="*/ 72 h 74"/>
                <a:gd name="T52" fmla="*/ 53 w 75"/>
                <a:gd name="T53" fmla="*/ 74 h 74"/>
                <a:gd name="T54" fmla="*/ 32 w 75"/>
                <a:gd name="T55" fmla="*/ 52 h 74"/>
                <a:gd name="T56" fmla="*/ 33 w 75"/>
                <a:gd name="T57" fmla="*/ 52 h 74"/>
                <a:gd name="T58" fmla="*/ 53 w 75"/>
                <a:gd name="T59" fmla="*/ 73 h 74"/>
                <a:gd name="T60" fmla="*/ 54 w 75"/>
                <a:gd name="T61" fmla="*/ 72 h 74"/>
                <a:gd name="T62" fmla="*/ 50 w 75"/>
                <a:gd name="T63" fmla="*/ 64 h 74"/>
                <a:gd name="T64" fmla="*/ 52 w 75"/>
                <a:gd name="T65" fmla="*/ 57 h 74"/>
                <a:gd name="T66" fmla="*/ 74 w 75"/>
                <a:gd name="T67" fmla="*/ 6 h 74"/>
                <a:gd name="T68" fmla="*/ 68 w 75"/>
                <a:gd name="T69" fmla="*/ 0 h 74"/>
                <a:gd name="T70" fmla="*/ 18 w 75"/>
                <a:gd name="T71" fmla="*/ 20 h 74"/>
                <a:gd name="T72" fmla="*/ 10 w 75"/>
                <a:gd name="T73" fmla="*/ 22 h 74"/>
                <a:gd name="T74" fmla="*/ 2 w 75"/>
                <a:gd name="T75" fmla="*/ 18 h 74"/>
                <a:gd name="T76" fmla="*/ 1 w 75"/>
                <a:gd name="T77" fmla="*/ 19 h 74"/>
                <a:gd name="T78" fmla="*/ 18 w 75"/>
                <a:gd name="T79" fmla="*/ 37 h 74"/>
                <a:gd name="T80" fmla="*/ 19 w 75"/>
                <a:gd name="T81" fmla="*/ 35 h 74"/>
                <a:gd name="T82" fmla="*/ 15 w 75"/>
                <a:gd name="T83" fmla="*/ 29 h 74"/>
                <a:gd name="T84" fmla="*/ 17 w 75"/>
                <a:gd name="T85" fmla="*/ 27 h 74"/>
                <a:gd name="T86" fmla="*/ 20 w 75"/>
                <a:gd name="T87" fmla="*/ 25 h 74"/>
                <a:gd name="T88" fmla="*/ 30 w 75"/>
                <a:gd name="T89" fmla="*/ 21 h 74"/>
                <a:gd name="T90" fmla="*/ 49 w 75"/>
                <a:gd name="T91" fmla="*/ 41 h 74"/>
                <a:gd name="T92" fmla="*/ 44 w 75"/>
                <a:gd name="T93" fmla="*/ 51 h 74"/>
                <a:gd name="T94" fmla="*/ 42 w 75"/>
                <a:gd name="T95" fmla="*/ 54 h 74"/>
                <a:gd name="T96" fmla="*/ 40 w 75"/>
                <a:gd name="T97" fmla="*/ 55 h 74"/>
                <a:gd name="T98" fmla="*/ 34 w 75"/>
                <a:gd name="T99" fmla="*/ 51 h 74"/>
                <a:gd name="T100" fmla="*/ 33 w 75"/>
                <a:gd name="T101" fmla="*/ 52 h 74"/>
                <a:gd name="T102" fmla="*/ 34 w 75"/>
                <a:gd name="T103" fmla="*/ 20 h 74"/>
                <a:gd name="T104" fmla="*/ 33 w 75"/>
                <a:gd name="T105" fmla="*/ 20 h 74"/>
                <a:gd name="T106" fmla="*/ 63 w 75"/>
                <a:gd name="T107" fmla="*/ 8 h 74"/>
                <a:gd name="T108" fmla="*/ 50 w 75"/>
                <a:gd name="T109" fmla="*/ 37 h 74"/>
                <a:gd name="T110" fmla="*/ 34 w 75"/>
                <a:gd name="T111" fmla="*/ 20 h 74"/>
                <a:gd name="T112" fmla="*/ 50 w 75"/>
                <a:gd name="T113" fmla="*/ 36 h 74"/>
                <a:gd name="T114" fmla="*/ 62 w 75"/>
                <a:gd name="T115" fmla="*/ 10 h 74"/>
                <a:gd name="T116" fmla="*/ 35 w 75"/>
                <a:gd name="T117" fmla="*/ 20 h 74"/>
                <a:gd name="T118" fmla="*/ 50 w 75"/>
                <a:gd name="T119" fmla="*/ 3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5" h="74">
                  <a:moveTo>
                    <a:pt x="32" y="52"/>
                  </a:move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3"/>
                    <a:pt x="39" y="54"/>
                    <a:pt x="40" y="54"/>
                  </a:cubicBezTo>
                  <a:cubicBezTo>
                    <a:pt x="41" y="54"/>
                    <a:pt x="41" y="54"/>
                    <a:pt x="42" y="54"/>
                  </a:cubicBezTo>
                  <a:cubicBezTo>
                    <a:pt x="42" y="53"/>
                    <a:pt x="43" y="52"/>
                    <a:pt x="44" y="5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9" y="26"/>
                    <a:pt x="18" y="27"/>
                    <a:pt x="17" y="27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6" y="31"/>
                    <a:pt x="17" y="33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20"/>
                    <a:pt x="7" y="21"/>
                    <a:pt x="10" y="21"/>
                  </a:cubicBezTo>
                  <a:cubicBezTo>
                    <a:pt x="12" y="21"/>
                    <a:pt x="15" y="21"/>
                    <a:pt x="18" y="19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1" y="60"/>
                    <a:pt x="51" y="62"/>
                    <a:pt x="51" y="64"/>
                  </a:cubicBezTo>
                  <a:cubicBezTo>
                    <a:pt x="51" y="66"/>
                    <a:pt x="52" y="69"/>
                    <a:pt x="5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4"/>
                    <a:pt x="53" y="74"/>
                    <a:pt x="53" y="74"/>
                  </a:cubicBezTo>
                  <a:lnTo>
                    <a:pt x="32" y="52"/>
                  </a:lnTo>
                  <a:close/>
                  <a:moveTo>
                    <a:pt x="33" y="52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1" y="69"/>
                    <a:pt x="50" y="67"/>
                    <a:pt x="50" y="64"/>
                  </a:cubicBezTo>
                  <a:cubicBezTo>
                    <a:pt x="50" y="62"/>
                    <a:pt x="51" y="60"/>
                    <a:pt x="52" y="57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5" y="21"/>
                    <a:pt x="13" y="22"/>
                    <a:pt x="10" y="22"/>
                  </a:cubicBezTo>
                  <a:cubicBezTo>
                    <a:pt x="7" y="22"/>
                    <a:pt x="5" y="21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7" y="33"/>
                    <a:pt x="15" y="31"/>
                    <a:pt x="15" y="29"/>
                  </a:cubicBezTo>
                  <a:cubicBezTo>
                    <a:pt x="15" y="29"/>
                    <a:pt x="16" y="28"/>
                    <a:pt x="17" y="27"/>
                  </a:cubicBezTo>
                  <a:cubicBezTo>
                    <a:pt x="18" y="26"/>
                    <a:pt x="19" y="25"/>
                    <a:pt x="20" y="25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2"/>
                    <a:pt x="43" y="53"/>
                    <a:pt x="42" y="54"/>
                  </a:cubicBezTo>
                  <a:cubicBezTo>
                    <a:pt x="42" y="55"/>
                    <a:pt x="41" y="55"/>
                    <a:pt x="40" y="55"/>
                  </a:cubicBezTo>
                  <a:cubicBezTo>
                    <a:pt x="38" y="55"/>
                    <a:pt x="36" y="53"/>
                    <a:pt x="34" y="51"/>
                  </a:cubicBezTo>
                  <a:lnTo>
                    <a:pt x="33" y="52"/>
                  </a:lnTo>
                  <a:close/>
                  <a:moveTo>
                    <a:pt x="34" y="20"/>
                  </a:moveTo>
                  <a:cubicBezTo>
                    <a:pt x="33" y="20"/>
                    <a:pt x="33" y="20"/>
                    <a:pt x="33" y="2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50" y="37"/>
                    <a:pt x="50" y="37"/>
                    <a:pt x="50" y="37"/>
                  </a:cubicBezTo>
                  <a:lnTo>
                    <a:pt x="34" y="20"/>
                  </a:lnTo>
                  <a:close/>
                  <a:moveTo>
                    <a:pt x="50" y="36"/>
                  </a:moveTo>
                  <a:cubicBezTo>
                    <a:pt x="62" y="10"/>
                    <a:pt x="62" y="10"/>
                    <a:pt x="62" y="10"/>
                  </a:cubicBezTo>
                  <a:cubicBezTo>
                    <a:pt x="35" y="20"/>
                    <a:pt x="35" y="20"/>
                    <a:pt x="35" y="20"/>
                  </a:cubicBez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2" name="Freeform 301">
              <a:extLst>
                <a:ext uri="{FF2B5EF4-FFF2-40B4-BE49-F238E27FC236}">
                  <a16:creationId xmlns:a16="http://schemas.microsoft.com/office/drawing/2014/main" id="{143EF35D-D768-4FBA-980D-8861A73502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35763" y="12458700"/>
              <a:ext cx="55563" cy="55562"/>
            </a:xfrm>
            <a:custGeom>
              <a:avLst/>
              <a:gdLst>
                <a:gd name="T0" fmla="*/ 2 w 86"/>
                <a:gd name="T1" fmla="*/ 33 h 87"/>
                <a:gd name="T2" fmla="*/ 15 w 86"/>
                <a:gd name="T3" fmla="*/ 35 h 87"/>
                <a:gd name="T4" fmla="*/ 48 w 86"/>
                <a:gd name="T5" fmla="*/ 13 h 87"/>
                <a:gd name="T6" fmla="*/ 50 w 86"/>
                <a:gd name="T7" fmla="*/ 1 h 87"/>
                <a:gd name="T8" fmla="*/ 52 w 86"/>
                <a:gd name="T9" fmla="*/ 0 h 87"/>
                <a:gd name="T10" fmla="*/ 67 w 86"/>
                <a:gd name="T11" fmla="*/ 23 h 87"/>
                <a:gd name="T12" fmla="*/ 65 w 86"/>
                <a:gd name="T13" fmla="*/ 24 h 87"/>
                <a:gd name="T14" fmla="*/ 54 w 86"/>
                <a:gd name="T15" fmla="*/ 23 h 87"/>
                <a:gd name="T16" fmla="*/ 39 w 86"/>
                <a:gd name="T17" fmla="*/ 33 h 87"/>
                <a:gd name="T18" fmla="*/ 39 w 86"/>
                <a:gd name="T19" fmla="*/ 33 h 87"/>
                <a:gd name="T20" fmla="*/ 66 w 86"/>
                <a:gd name="T21" fmla="*/ 36 h 87"/>
                <a:gd name="T22" fmla="*/ 72 w 86"/>
                <a:gd name="T23" fmla="*/ 36 h 87"/>
                <a:gd name="T24" fmla="*/ 70 w 86"/>
                <a:gd name="T25" fmla="*/ 30 h 87"/>
                <a:gd name="T26" fmla="*/ 72 w 86"/>
                <a:gd name="T27" fmla="*/ 29 h 87"/>
                <a:gd name="T28" fmla="*/ 86 w 86"/>
                <a:gd name="T29" fmla="*/ 50 h 87"/>
                <a:gd name="T30" fmla="*/ 84 w 86"/>
                <a:gd name="T31" fmla="*/ 51 h 87"/>
                <a:gd name="T32" fmla="*/ 68 w 86"/>
                <a:gd name="T33" fmla="*/ 42 h 87"/>
                <a:gd name="T34" fmla="*/ 46 w 86"/>
                <a:gd name="T35" fmla="*/ 40 h 87"/>
                <a:gd name="T36" fmla="*/ 37 w 86"/>
                <a:gd name="T37" fmla="*/ 69 h 87"/>
                <a:gd name="T38" fmla="*/ 38 w 86"/>
                <a:gd name="T39" fmla="*/ 86 h 87"/>
                <a:gd name="T40" fmla="*/ 36 w 86"/>
                <a:gd name="T41" fmla="*/ 87 h 87"/>
                <a:gd name="T42" fmla="*/ 19 w 86"/>
                <a:gd name="T43" fmla="*/ 62 h 87"/>
                <a:gd name="T44" fmla="*/ 21 w 86"/>
                <a:gd name="T45" fmla="*/ 61 h 87"/>
                <a:gd name="T46" fmla="*/ 27 w 86"/>
                <a:gd name="T47" fmla="*/ 65 h 87"/>
                <a:gd name="T48" fmla="*/ 29 w 86"/>
                <a:gd name="T49" fmla="*/ 59 h 87"/>
                <a:gd name="T50" fmla="*/ 38 w 86"/>
                <a:gd name="T51" fmla="*/ 34 h 87"/>
                <a:gd name="T52" fmla="*/ 38 w 86"/>
                <a:gd name="T53" fmla="*/ 34 h 87"/>
                <a:gd name="T54" fmla="*/ 21 w 86"/>
                <a:gd name="T55" fmla="*/ 45 h 87"/>
                <a:gd name="T56" fmla="*/ 18 w 86"/>
                <a:gd name="T57" fmla="*/ 56 h 87"/>
                <a:gd name="T58" fmla="*/ 16 w 86"/>
                <a:gd name="T59" fmla="*/ 57 h 87"/>
                <a:gd name="T60" fmla="*/ 0 w 86"/>
                <a:gd name="T61" fmla="*/ 34 h 87"/>
                <a:gd name="T62" fmla="*/ 2 w 86"/>
                <a:gd name="T63" fmla="*/ 3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6" h="87">
                  <a:moveTo>
                    <a:pt x="2" y="33"/>
                  </a:moveTo>
                  <a:cubicBezTo>
                    <a:pt x="6" y="39"/>
                    <a:pt x="8" y="39"/>
                    <a:pt x="15" y="35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4" y="9"/>
                    <a:pt x="54" y="7"/>
                    <a:pt x="50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2" y="19"/>
                    <a:pt x="60" y="18"/>
                    <a:pt x="54" y="2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8" y="36"/>
                    <a:pt x="71" y="37"/>
                    <a:pt x="72" y="36"/>
                  </a:cubicBezTo>
                  <a:cubicBezTo>
                    <a:pt x="73" y="36"/>
                    <a:pt x="72" y="34"/>
                    <a:pt x="70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79" y="45"/>
                    <a:pt x="76" y="43"/>
                    <a:pt x="68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5" y="73"/>
                    <a:pt x="34" y="80"/>
                    <a:pt x="38" y="86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3" y="64"/>
                    <a:pt x="25" y="66"/>
                    <a:pt x="27" y="65"/>
                  </a:cubicBezTo>
                  <a:cubicBezTo>
                    <a:pt x="28" y="64"/>
                    <a:pt x="28" y="62"/>
                    <a:pt x="29" y="5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15" y="49"/>
                    <a:pt x="14" y="51"/>
                    <a:pt x="18" y="56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0" y="34"/>
                    <a:pt x="0" y="34"/>
                    <a:pt x="0" y="34"/>
                  </a:cubicBezTo>
                  <a:lnTo>
                    <a:pt x="2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3" name="Freeform 302">
              <a:extLst>
                <a:ext uri="{FF2B5EF4-FFF2-40B4-BE49-F238E27FC236}">
                  <a16:creationId xmlns:a16="http://schemas.microsoft.com/office/drawing/2014/main" id="{9540D81A-3E43-4C39-8C9E-56F178885D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35763" y="12458700"/>
              <a:ext cx="55563" cy="57150"/>
            </a:xfrm>
            <a:custGeom>
              <a:avLst/>
              <a:gdLst>
                <a:gd name="T0" fmla="*/ 21 w 86"/>
                <a:gd name="T1" fmla="*/ 62 h 89"/>
                <a:gd name="T2" fmla="*/ 26 w 86"/>
                <a:gd name="T3" fmla="*/ 66 h 89"/>
                <a:gd name="T4" fmla="*/ 29 w 86"/>
                <a:gd name="T5" fmla="*/ 60 h 89"/>
                <a:gd name="T6" fmla="*/ 21 w 86"/>
                <a:gd name="T7" fmla="*/ 46 h 89"/>
                <a:gd name="T8" fmla="*/ 18 w 86"/>
                <a:gd name="T9" fmla="*/ 56 h 89"/>
                <a:gd name="T10" fmla="*/ 16 w 86"/>
                <a:gd name="T11" fmla="*/ 58 h 89"/>
                <a:gd name="T12" fmla="*/ 2 w 86"/>
                <a:gd name="T13" fmla="*/ 33 h 89"/>
                <a:gd name="T14" fmla="*/ 3 w 86"/>
                <a:gd name="T15" fmla="*/ 34 h 89"/>
                <a:gd name="T16" fmla="*/ 14 w 86"/>
                <a:gd name="T17" fmla="*/ 36 h 89"/>
                <a:gd name="T18" fmla="*/ 52 w 86"/>
                <a:gd name="T19" fmla="*/ 8 h 89"/>
                <a:gd name="T20" fmla="*/ 50 w 86"/>
                <a:gd name="T21" fmla="*/ 2 h 89"/>
                <a:gd name="T22" fmla="*/ 68 w 86"/>
                <a:gd name="T23" fmla="*/ 24 h 89"/>
                <a:gd name="T24" fmla="*/ 65 w 86"/>
                <a:gd name="T25" fmla="*/ 25 h 89"/>
                <a:gd name="T26" fmla="*/ 54 w 86"/>
                <a:gd name="T27" fmla="*/ 24 h 89"/>
                <a:gd name="T28" fmla="*/ 66 w 86"/>
                <a:gd name="T29" fmla="*/ 37 h 89"/>
                <a:gd name="T30" fmla="*/ 72 w 86"/>
                <a:gd name="T31" fmla="*/ 37 h 89"/>
                <a:gd name="T32" fmla="*/ 69 w 86"/>
                <a:gd name="T33" fmla="*/ 31 h 89"/>
                <a:gd name="T34" fmla="*/ 72 w 86"/>
                <a:gd name="T35" fmla="*/ 29 h 89"/>
                <a:gd name="T36" fmla="*/ 84 w 86"/>
                <a:gd name="T37" fmla="*/ 53 h 89"/>
                <a:gd name="T38" fmla="*/ 68 w 86"/>
                <a:gd name="T39" fmla="*/ 44 h 89"/>
                <a:gd name="T40" fmla="*/ 37 w 86"/>
                <a:gd name="T41" fmla="*/ 70 h 89"/>
                <a:gd name="T42" fmla="*/ 38 w 86"/>
                <a:gd name="T43" fmla="*/ 87 h 89"/>
                <a:gd name="T44" fmla="*/ 36 w 86"/>
                <a:gd name="T45" fmla="*/ 89 h 89"/>
                <a:gd name="T46" fmla="*/ 20 w 86"/>
                <a:gd name="T47" fmla="*/ 64 h 89"/>
                <a:gd name="T48" fmla="*/ 37 w 86"/>
                <a:gd name="T49" fmla="*/ 87 h 89"/>
                <a:gd name="T50" fmla="*/ 36 w 86"/>
                <a:gd name="T51" fmla="*/ 70 h 89"/>
                <a:gd name="T52" fmla="*/ 68 w 86"/>
                <a:gd name="T53" fmla="*/ 43 h 89"/>
                <a:gd name="T54" fmla="*/ 85 w 86"/>
                <a:gd name="T55" fmla="*/ 51 h 89"/>
                <a:gd name="T56" fmla="*/ 70 w 86"/>
                <a:gd name="T57" fmla="*/ 31 h 89"/>
                <a:gd name="T58" fmla="*/ 72 w 86"/>
                <a:gd name="T59" fmla="*/ 38 h 89"/>
                <a:gd name="T60" fmla="*/ 66 w 86"/>
                <a:gd name="T61" fmla="*/ 38 h 89"/>
                <a:gd name="T62" fmla="*/ 38 w 86"/>
                <a:gd name="T63" fmla="*/ 34 h 89"/>
                <a:gd name="T64" fmla="*/ 54 w 86"/>
                <a:gd name="T65" fmla="*/ 23 h 89"/>
                <a:gd name="T66" fmla="*/ 65 w 86"/>
                <a:gd name="T67" fmla="*/ 24 h 89"/>
                <a:gd name="T68" fmla="*/ 52 w 86"/>
                <a:gd name="T69" fmla="*/ 1 h 89"/>
                <a:gd name="T70" fmla="*/ 53 w 86"/>
                <a:gd name="T71" fmla="*/ 8 h 89"/>
                <a:gd name="T72" fmla="*/ 15 w 86"/>
                <a:gd name="T73" fmla="*/ 37 h 89"/>
                <a:gd name="T74" fmla="*/ 2 w 86"/>
                <a:gd name="T75" fmla="*/ 34 h 89"/>
                <a:gd name="T76" fmla="*/ 16 w 86"/>
                <a:gd name="T77" fmla="*/ 58 h 89"/>
                <a:gd name="T78" fmla="*/ 15 w 86"/>
                <a:gd name="T79" fmla="*/ 52 h 89"/>
                <a:gd name="T80" fmla="*/ 38 w 86"/>
                <a:gd name="T81" fmla="*/ 34 h 89"/>
                <a:gd name="T82" fmla="*/ 38 w 86"/>
                <a:gd name="T83" fmla="*/ 35 h 89"/>
                <a:gd name="T84" fmla="*/ 27 w 86"/>
                <a:gd name="T85" fmla="*/ 66 h 89"/>
                <a:gd name="T86" fmla="*/ 21 w 86"/>
                <a:gd name="T87" fmla="*/ 6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" h="89">
                  <a:moveTo>
                    <a:pt x="19" y="63"/>
                  </a:moveTo>
                  <a:cubicBezTo>
                    <a:pt x="21" y="62"/>
                    <a:pt x="21" y="62"/>
                    <a:pt x="21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3" y="64"/>
                    <a:pt x="25" y="66"/>
                    <a:pt x="26" y="66"/>
                  </a:cubicBezTo>
                  <a:cubicBezTo>
                    <a:pt x="26" y="66"/>
                    <a:pt x="26" y="66"/>
                    <a:pt x="26" y="65"/>
                  </a:cubicBezTo>
                  <a:cubicBezTo>
                    <a:pt x="27" y="65"/>
                    <a:pt x="28" y="63"/>
                    <a:pt x="29" y="60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17" y="48"/>
                    <a:pt x="16" y="50"/>
                    <a:pt x="16" y="52"/>
                  </a:cubicBezTo>
                  <a:cubicBezTo>
                    <a:pt x="16" y="53"/>
                    <a:pt x="17" y="54"/>
                    <a:pt x="18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5" y="37"/>
                    <a:pt x="7" y="39"/>
                    <a:pt x="9" y="39"/>
                  </a:cubicBezTo>
                  <a:cubicBezTo>
                    <a:pt x="10" y="39"/>
                    <a:pt x="12" y="38"/>
                    <a:pt x="14" y="36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51" y="12"/>
                    <a:pt x="53" y="10"/>
                    <a:pt x="52" y="8"/>
                  </a:cubicBezTo>
                  <a:cubicBezTo>
                    <a:pt x="53" y="7"/>
                    <a:pt x="52" y="5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3" y="22"/>
                    <a:pt x="62" y="21"/>
                    <a:pt x="60" y="21"/>
                  </a:cubicBezTo>
                  <a:cubicBezTo>
                    <a:pt x="59" y="21"/>
                    <a:pt x="57" y="22"/>
                    <a:pt x="54" y="2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7" y="37"/>
                    <a:pt x="69" y="37"/>
                    <a:pt x="70" y="37"/>
                  </a:cubicBezTo>
                  <a:cubicBezTo>
                    <a:pt x="71" y="37"/>
                    <a:pt x="71" y="37"/>
                    <a:pt x="72" y="37"/>
                  </a:cubicBezTo>
                  <a:cubicBezTo>
                    <a:pt x="72" y="37"/>
                    <a:pt x="72" y="37"/>
                    <a:pt x="72" y="36"/>
                  </a:cubicBezTo>
                  <a:cubicBezTo>
                    <a:pt x="72" y="36"/>
                    <a:pt x="71" y="34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79" y="46"/>
                    <a:pt x="75" y="45"/>
                    <a:pt x="68" y="44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6" y="72"/>
                    <a:pt x="35" y="75"/>
                    <a:pt x="35" y="78"/>
                  </a:cubicBezTo>
                  <a:cubicBezTo>
                    <a:pt x="35" y="81"/>
                    <a:pt x="36" y="84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6" y="89"/>
                    <a:pt x="36" y="89"/>
                    <a:pt x="36" y="89"/>
                  </a:cubicBezTo>
                  <a:lnTo>
                    <a:pt x="19" y="63"/>
                  </a:lnTo>
                  <a:close/>
                  <a:moveTo>
                    <a:pt x="20" y="64"/>
                  </a:moveTo>
                  <a:cubicBezTo>
                    <a:pt x="36" y="88"/>
                    <a:pt x="36" y="88"/>
                    <a:pt x="36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6" y="84"/>
                    <a:pt x="35" y="81"/>
                    <a:pt x="35" y="78"/>
                  </a:cubicBezTo>
                  <a:cubicBezTo>
                    <a:pt x="35" y="75"/>
                    <a:pt x="36" y="72"/>
                    <a:pt x="36" y="7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75" y="44"/>
                    <a:pt x="80" y="45"/>
                    <a:pt x="84" y="5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4"/>
                    <a:pt x="72" y="35"/>
                    <a:pt x="72" y="36"/>
                  </a:cubicBezTo>
                  <a:cubicBezTo>
                    <a:pt x="72" y="37"/>
                    <a:pt x="72" y="37"/>
                    <a:pt x="72" y="38"/>
                  </a:cubicBezTo>
                  <a:cubicBezTo>
                    <a:pt x="71" y="38"/>
                    <a:pt x="71" y="38"/>
                    <a:pt x="70" y="38"/>
                  </a:cubicBezTo>
                  <a:cubicBezTo>
                    <a:pt x="69" y="38"/>
                    <a:pt x="67" y="38"/>
                    <a:pt x="66" y="38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7" y="21"/>
                    <a:pt x="59" y="20"/>
                    <a:pt x="60" y="20"/>
                  </a:cubicBezTo>
                  <a:cubicBezTo>
                    <a:pt x="62" y="20"/>
                    <a:pt x="64" y="22"/>
                    <a:pt x="65" y="24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5"/>
                    <a:pt x="53" y="6"/>
                    <a:pt x="53" y="8"/>
                  </a:cubicBezTo>
                  <a:cubicBezTo>
                    <a:pt x="53" y="10"/>
                    <a:pt x="51" y="12"/>
                    <a:pt x="48" y="14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2" y="38"/>
                    <a:pt x="10" y="39"/>
                    <a:pt x="9" y="39"/>
                  </a:cubicBezTo>
                  <a:cubicBezTo>
                    <a:pt x="6" y="39"/>
                    <a:pt x="5" y="38"/>
                    <a:pt x="2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5"/>
                    <a:pt x="15" y="53"/>
                    <a:pt x="15" y="52"/>
                  </a:cubicBezTo>
                  <a:cubicBezTo>
                    <a:pt x="15" y="50"/>
                    <a:pt x="17" y="48"/>
                    <a:pt x="21" y="4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8" y="63"/>
                    <a:pt x="28" y="65"/>
                    <a:pt x="27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4" y="66"/>
                    <a:pt x="23" y="65"/>
                    <a:pt x="21" y="63"/>
                  </a:cubicBezTo>
                  <a:lnTo>
                    <a:pt x="20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4" name="Freeform 303">
              <a:extLst>
                <a:ext uri="{FF2B5EF4-FFF2-40B4-BE49-F238E27FC236}">
                  <a16:creationId xmlns:a16="http://schemas.microsoft.com/office/drawing/2014/main" id="{29EBB0BB-645B-450F-8AED-BEC9FF178F0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59576" y="12514263"/>
              <a:ext cx="47625" cy="44450"/>
            </a:xfrm>
            <a:custGeom>
              <a:avLst/>
              <a:gdLst>
                <a:gd name="T0" fmla="*/ 2 w 74"/>
                <a:gd name="T1" fmla="*/ 0 h 70"/>
                <a:gd name="T2" fmla="*/ 16 w 74"/>
                <a:gd name="T3" fmla="*/ 8 h 70"/>
                <a:gd name="T4" fmla="*/ 70 w 74"/>
                <a:gd name="T5" fmla="*/ 6 h 70"/>
                <a:gd name="T6" fmla="*/ 74 w 74"/>
                <a:gd name="T7" fmla="*/ 13 h 70"/>
                <a:gd name="T8" fmla="*/ 36 w 74"/>
                <a:gd name="T9" fmla="*/ 54 h 70"/>
                <a:gd name="T10" fmla="*/ 33 w 74"/>
                <a:gd name="T11" fmla="*/ 69 h 70"/>
                <a:gd name="T12" fmla="*/ 31 w 74"/>
                <a:gd name="T13" fmla="*/ 70 h 70"/>
                <a:gd name="T14" fmla="*/ 19 w 74"/>
                <a:gd name="T15" fmla="*/ 43 h 70"/>
                <a:gd name="T16" fmla="*/ 21 w 74"/>
                <a:gd name="T17" fmla="*/ 42 h 70"/>
                <a:gd name="T18" fmla="*/ 27 w 74"/>
                <a:gd name="T19" fmla="*/ 48 h 70"/>
                <a:gd name="T20" fmla="*/ 30 w 74"/>
                <a:gd name="T21" fmla="*/ 46 h 70"/>
                <a:gd name="T22" fmla="*/ 37 w 74"/>
                <a:gd name="T23" fmla="*/ 38 h 70"/>
                <a:gd name="T24" fmla="*/ 26 w 74"/>
                <a:gd name="T25" fmla="*/ 13 h 70"/>
                <a:gd name="T26" fmla="*/ 16 w 74"/>
                <a:gd name="T27" fmla="*/ 14 h 70"/>
                <a:gd name="T28" fmla="*/ 12 w 74"/>
                <a:gd name="T29" fmla="*/ 14 h 70"/>
                <a:gd name="T30" fmla="*/ 12 w 74"/>
                <a:gd name="T31" fmla="*/ 23 h 70"/>
                <a:gd name="T32" fmla="*/ 10 w 74"/>
                <a:gd name="T33" fmla="*/ 24 h 70"/>
                <a:gd name="T34" fmla="*/ 0 w 74"/>
                <a:gd name="T35" fmla="*/ 1 h 70"/>
                <a:gd name="T36" fmla="*/ 2 w 74"/>
                <a:gd name="T37" fmla="*/ 0 h 70"/>
                <a:gd name="T38" fmla="*/ 31 w 74"/>
                <a:gd name="T39" fmla="*/ 13 h 70"/>
                <a:gd name="T40" fmla="*/ 41 w 74"/>
                <a:gd name="T41" fmla="*/ 34 h 70"/>
                <a:gd name="T42" fmla="*/ 61 w 74"/>
                <a:gd name="T43" fmla="*/ 12 h 70"/>
                <a:gd name="T44" fmla="*/ 31 w 74"/>
                <a:gd name="T45" fmla="*/ 1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70">
                  <a:moveTo>
                    <a:pt x="2" y="0"/>
                  </a:moveTo>
                  <a:cubicBezTo>
                    <a:pt x="5" y="6"/>
                    <a:pt x="8" y="8"/>
                    <a:pt x="16" y="8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1" y="59"/>
                    <a:pt x="30" y="62"/>
                    <a:pt x="33" y="69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3" y="46"/>
                    <a:pt x="25" y="49"/>
                    <a:pt x="27" y="48"/>
                  </a:cubicBezTo>
                  <a:cubicBezTo>
                    <a:pt x="28" y="47"/>
                    <a:pt x="29" y="46"/>
                    <a:pt x="30" y="46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3" y="14"/>
                    <a:pt x="12" y="14"/>
                  </a:cubicBezTo>
                  <a:cubicBezTo>
                    <a:pt x="10" y="15"/>
                    <a:pt x="10" y="18"/>
                    <a:pt x="12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2" y="0"/>
                  </a:lnTo>
                  <a:close/>
                  <a:moveTo>
                    <a:pt x="31" y="13"/>
                  </a:moveTo>
                  <a:cubicBezTo>
                    <a:pt x="41" y="34"/>
                    <a:pt x="41" y="34"/>
                    <a:pt x="41" y="34"/>
                  </a:cubicBezTo>
                  <a:cubicBezTo>
                    <a:pt x="61" y="12"/>
                    <a:pt x="61" y="12"/>
                    <a:pt x="61" y="12"/>
                  </a:cubicBezTo>
                  <a:lnTo>
                    <a:pt x="31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5" name="Freeform 304">
              <a:extLst>
                <a:ext uri="{FF2B5EF4-FFF2-40B4-BE49-F238E27FC236}">
                  <a16:creationId xmlns:a16="http://schemas.microsoft.com/office/drawing/2014/main" id="{56A8EB8B-3E93-4338-9026-D243F22F920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59576" y="12512675"/>
              <a:ext cx="47625" cy="46037"/>
            </a:xfrm>
            <a:custGeom>
              <a:avLst/>
              <a:gdLst>
                <a:gd name="T0" fmla="*/ 19 w 75"/>
                <a:gd name="T1" fmla="*/ 44 h 71"/>
                <a:gd name="T2" fmla="*/ 22 w 75"/>
                <a:gd name="T3" fmla="*/ 43 h 71"/>
                <a:gd name="T4" fmla="*/ 22 w 75"/>
                <a:gd name="T5" fmla="*/ 43 h 71"/>
                <a:gd name="T6" fmla="*/ 27 w 75"/>
                <a:gd name="T7" fmla="*/ 49 h 71"/>
                <a:gd name="T8" fmla="*/ 28 w 75"/>
                <a:gd name="T9" fmla="*/ 48 h 71"/>
                <a:gd name="T10" fmla="*/ 31 w 75"/>
                <a:gd name="T11" fmla="*/ 46 h 71"/>
                <a:gd name="T12" fmla="*/ 38 w 75"/>
                <a:gd name="T13" fmla="*/ 39 h 71"/>
                <a:gd name="T14" fmla="*/ 27 w 75"/>
                <a:gd name="T15" fmla="*/ 15 h 71"/>
                <a:gd name="T16" fmla="*/ 17 w 75"/>
                <a:gd name="T17" fmla="*/ 15 h 71"/>
                <a:gd name="T18" fmla="*/ 17 w 75"/>
                <a:gd name="T19" fmla="*/ 15 h 71"/>
                <a:gd name="T20" fmla="*/ 14 w 75"/>
                <a:gd name="T21" fmla="*/ 16 h 71"/>
                <a:gd name="T22" fmla="*/ 12 w 75"/>
                <a:gd name="T23" fmla="*/ 18 h 71"/>
                <a:gd name="T24" fmla="*/ 14 w 75"/>
                <a:gd name="T25" fmla="*/ 24 h 71"/>
                <a:gd name="T26" fmla="*/ 14 w 75"/>
                <a:gd name="T27" fmla="*/ 24 h 71"/>
                <a:gd name="T28" fmla="*/ 11 w 75"/>
                <a:gd name="T29" fmla="*/ 25 h 71"/>
                <a:gd name="T30" fmla="*/ 0 w 75"/>
                <a:gd name="T31" fmla="*/ 2 h 71"/>
                <a:gd name="T32" fmla="*/ 3 w 75"/>
                <a:gd name="T33" fmla="*/ 1 h 71"/>
                <a:gd name="T34" fmla="*/ 3 w 75"/>
                <a:gd name="T35" fmla="*/ 0 h 71"/>
                <a:gd name="T36" fmla="*/ 3 w 75"/>
                <a:gd name="T37" fmla="*/ 1 h 71"/>
                <a:gd name="T38" fmla="*/ 15 w 75"/>
                <a:gd name="T39" fmla="*/ 8 h 71"/>
                <a:gd name="T40" fmla="*/ 17 w 75"/>
                <a:gd name="T41" fmla="*/ 8 h 71"/>
                <a:gd name="T42" fmla="*/ 71 w 75"/>
                <a:gd name="T43" fmla="*/ 6 h 71"/>
                <a:gd name="T44" fmla="*/ 75 w 75"/>
                <a:gd name="T45" fmla="*/ 14 h 71"/>
                <a:gd name="T46" fmla="*/ 37 w 75"/>
                <a:gd name="T47" fmla="*/ 55 h 71"/>
                <a:gd name="T48" fmla="*/ 33 w 75"/>
                <a:gd name="T49" fmla="*/ 63 h 71"/>
                <a:gd name="T50" fmla="*/ 35 w 75"/>
                <a:gd name="T51" fmla="*/ 70 h 71"/>
                <a:gd name="T52" fmla="*/ 35 w 75"/>
                <a:gd name="T53" fmla="*/ 70 h 71"/>
                <a:gd name="T54" fmla="*/ 32 w 75"/>
                <a:gd name="T55" fmla="*/ 71 h 71"/>
                <a:gd name="T56" fmla="*/ 19 w 75"/>
                <a:gd name="T57" fmla="*/ 44 h 71"/>
                <a:gd name="T58" fmla="*/ 20 w 75"/>
                <a:gd name="T59" fmla="*/ 44 h 71"/>
                <a:gd name="T60" fmla="*/ 32 w 75"/>
                <a:gd name="T61" fmla="*/ 70 h 71"/>
                <a:gd name="T62" fmla="*/ 34 w 75"/>
                <a:gd name="T63" fmla="*/ 70 h 71"/>
                <a:gd name="T64" fmla="*/ 32 w 75"/>
                <a:gd name="T65" fmla="*/ 63 h 71"/>
                <a:gd name="T66" fmla="*/ 37 w 75"/>
                <a:gd name="T67" fmla="*/ 55 h 71"/>
                <a:gd name="T68" fmla="*/ 74 w 75"/>
                <a:gd name="T69" fmla="*/ 14 h 71"/>
                <a:gd name="T70" fmla="*/ 71 w 75"/>
                <a:gd name="T71" fmla="*/ 7 h 71"/>
                <a:gd name="T72" fmla="*/ 17 w 75"/>
                <a:gd name="T73" fmla="*/ 9 h 71"/>
                <a:gd name="T74" fmla="*/ 15 w 75"/>
                <a:gd name="T75" fmla="*/ 9 h 71"/>
                <a:gd name="T76" fmla="*/ 3 w 75"/>
                <a:gd name="T77" fmla="*/ 1 h 71"/>
                <a:gd name="T78" fmla="*/ 1 w 75"/>
                <a:gd name="T79" fmla="*/ 2 h 71"/>
                <a:gd name="T80" fmla="*/ 11 w 75"/>
                <a:gd name="T81" fmla="*/ 24 h 71"/>
                <a:gd name="T82" fmla="*/ 13 w 75"/>
                <a:gd name="T83" fmla="*/ 24 h 71"/>
                <a:gd name="T84" fmla="*/ 11 w 75"/>
                <a:gd name="T85" fmla="*/ 18 h 71"/>
                <a:gd name="T86" fmla="*/ 13 w 75"/>
                <a:gd name="T87" fmla="*/ 15 h 71"/>
                <a:gd name="T88" fmla="*/ 17 w 75"/>
                <a:gd name="T89" fmla="*/ 14 h 71"/>
                <a:gd name="T90" fmla="*/ 17 w 75"/>
                <a:gd name="T91" fmla="*/ 14 h 71"/>
                <a:gd name="T92" fmla="*/ 27 w 75"/>
                <a:gd name="T93" fmla="*/ 14 h 71"/>
                <a:gd name="T94" fmla="*/ 39 w 75"/>
                <a:gd name="T95" fmla="*/ 39 h 71"/>
                <a:gd name="T96" fmla="*/ 31 w 75"/>
                <a:gd name="T97" fmla="*/ 47 h 71"/>
                <a:gd name="T98" fmla="*/ 28 w 75"/>
                <a:gd name="T99" fmla="*/ 49 h 71"/>
                <a:gd name="T100" fmla="*/ 27 w 75"/>
                <a:gd name="T101" fmla="*/ 49 h 71"/>
                <a:gd name="T102" fmla="*/ 22 w 75"/>
                <a:gd name="T103" fmla="*/ 43 h 71"/>
                <a:gd name="T104" fmla="*/ 20 w 75"/>
                <a:gd name="T105" fmla="*/ 44 h 71"/>
                <a:gd name="T106" fmla="*/ 32 w 75"/>
                <a:gd name="T107" fmla="*/ 14 h 71"/>
                <a:gd name="T108" fmla="*/ 31 w 75"/>
                <a:gd name="T109" fmla="*/ 14 h 71"/>
                <a:gd name="T110" fmla="*/ 63 w 75"/>
                <a:gd name="T111" fmla="*/ 13 h 71"/>
                <a:gd name="T112" fmla="*/ 41 w 75"/>
                <a:gd name="T113" fmla="*/ 36 h 71"/>
                <a:gd name="T114" fmla="*/ 32 w 75"/>
                <a:gd name="T115" fmla="*/ 14 h 71"/>
                <a:gd name="T116" fmla="*/ 42 w 75"/>
                <a:gd name="T117" fmla="*/ 35 h 71"/>
                <a:gd name="T118" fmla="*/ 62 w 75"/>
                <a:gd name="T119" fmla="*/ 13 h 71"/>
                <a:gd name="T120" fmla="*/ 32 w 75"/>
                <a:gd name="T121" fmla="*/ 14 h 71"/>
                <a:gd name="T122" fmla="*/ 42 w 75"/>
                <a:gd name="T123" fmla="*/ 3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" h="71">
                  <a:moveTo>
                    <a:pt x="19" y="44"/>
                  </a:moveTo>
                  <a:cubicBezTo>
                    <a:pt x="22" y="43"/>
                    <a:pt x="22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6"/>
                    <a:pt x="25" y="49"/>
                    <a:pt x="27" y="49"/>
                  </a:cubicBezTo>
                  <a:cubicBezTo>
                    <a:pt x="27" y="49"/>
                    <a:pt x="28" y="49"/>
                    <a:pt x="28" y="48"/>
                  </a:cubicBezTo>
                  <a:cubicBezTo>
                    <a:pt x="29" y="48"/>
                    <a:pt x="30" y="47"/>
                    <a:pt x="31" y="46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5" y="15"/>
                    <a:pt x="14" y="16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2" y="19"/>
                    <a:pt x="12" y="21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6" y="7"/>
                    <a:pt x="8" y="8"/>
                    <a:pt x="15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4" y="58"/>
                    <a:pt x="33" y="61"/>
                    <a:pt x="33" y="63"/>
                  </a:cubicBezTo>
                  <a:cubicBezTo>
                    <a:pt x="33" y="65"/>
                    <a:pt x="33" y="67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2" y="71"/>
                    <a:pt x="32" y="71"/>
                    <a:pt x="32" y="71"/>
                  </a:cubicBezTo>
                  <a:lnTo>
                    <a:pt x="19" y="44"/>
                  </a:lnTo>
                  <a:close/>
                  <a:moveTo>
                    <a:pt x="20" y="44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3" y="67"/>
                    <a:pt x="32" y="65"/>
                    <a:pt x="32" y="63"/>
                  </a:cubicBezTo>
                  <a:cubicBezTo>
                    <a:pt x="32" y="60"/>
                    <a:pt x="34" y="58"/>
                    <a:pt x="37" y="5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5" y="9"/>
                  </a:cubicBezTo>
                  <a:cubicBezTo>
                    <a:pt x="8" y="9"/>
                    <a:pt x="5" y="7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1"/>
                    <a:pt x="11" y="20"/>
                    <a:pt x="11" y="18"/>
                  </a:cubicBezTo>
                  <a:cubicBezTo>
                    <a:pt x="11" y="17"/>
                    <a:pt x="12" y="16"/>
                    <a:pt x="13" y="15"/>
                  </a:cubicBezTo>
                  <a:cubicBezTo>
                    <a:pt x="14" y="14"/>
                    <a:pt x="16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28" y="49"/>
                    <a:pt x="28" y="49"/>
                    <a:pt x="27" y="49"/>
                  </a:cubicBezTo>
                  <a:cubicBezTo>
                    <a:pt x="25" y="49"/>
                    <a:pt x="23" y="46"/>
                    <a:pt x="22" y="43"/>
                  </a:cubicBezTo>
                  <a:lnTo>
                    <a:pt x="20" y="44"/>
                  </a:lnTo>
                  <a:close/>
                  <a:moveTo>
                    <a:pt x="32" y="14"/>
                  </a:moveTo>
                  <a:cubicBezTo>
                    <a:pt x="31" y="14"/>
                    <a:pt x="31" y="14"/>
                    <a:pt x="31" y="14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41" y="36"/>
                    <a:pt x="41" y="36"/>
                    <a:pt x="41" y="36"/>
                  </a:cubicBezTo>
                  <a:lnTo>
                    <a:pt x="32" y="14"/>
                  </a:lnTo>
                  <a:close/>
                  <a:moveTo>
                    <a:pt x="42" y="35"/>
                  </a:moveTo>
                  <a:cubicBezTo>
                    <a:pt x="62" y="13"/>
                    <a:pt x="62" y="13"/>
                    <a:pt x="62" y="13"/>
                  </a:cubicBezTo>
                  <a:cubicBezTo>
                    <a:pt x="32" y="14"/>
                    <a:pt x="32" y="14"/>
                    <a:pt x="32" y="14"/>
                  </a:cubicBezTo>
                  <a:lnTo>
                    <a:pt x="42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6" name="Freeform 305">
              <a:extLst>
                <a:ext uri="{FF2B5EF4-FFF2-40B4-BE49-F238E27FC236}">
                  <a16:creationId xmlns:a16="http://schemas.microsoft.com/office/drawing/2014/main" id="{0A2A963B-0F9F-4721-BA2B-0B766D44D7E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78626" y="12547600"/>
              <a:ext cx="46038" cy="47625"/>
            </a:xfrm>
            <a:custGeom>
              <a:avLst/>
              <a:gdLst>
                <a:gd name="T0" fmla="*/ 2 w 72"/>
                <a:gd name="T1" fmla="*/ 16 h 74"/>
                <a:gd name="T2" fmla="*/ 13 w 72"/>
                <a:gd name="T3" fmla="*/ 22 h 74"/>
                <a:gd name="T4" fmla="*/ 51 w 72"/>
                <a:gd name="T5" fmla="*/ 11 h 74"/>
                <a:gd name="T6" fmla="*/ 57 w 72"/>
                <a:gd name="T7" fmla="*/ 0 h 74"/>
                <a:gd name="T8" fmla="*/ 59 w 72"/>
                <a:gd name="T9" fmla="*/ 0 h 74"/>
                <a:gd name="T10" fmla="*/ 67 w 72"/>
                <a:gd name="T11" fmla="*/ 26 h 74"/>
                <a:gd name="T12" fmla="*/ 47 w 72"/>
                <a:gd name="T13" fmla="*/ 67 h 74"/>
                <a:gd name="T14" fmla="*/ 7 w 72"/>
                <a:gd name="T15" fmla="*/ 43 h 74"/>
                <a:gd name="T16" fmla="*/ 0 w 72"/>
                <a:gd name="T17" fmla="*/ 17 h 74"/>
                <a:gd name="T18" fmla="*/ 2 w 72"/>
                <a:gd name="T19" fmla="*/ 16 h 74"/>
                <a:gd name="T20" fmla="*/ 16 w 72"/>
                <a:gd name="T21" fmla="*/ 33 h 74"/>
                <a:gd name="T22" fmla="*/ 11 w 72"/>
                <a:gd name="T23" fmla="*/ 42 h 74"/>
                <a:gd name="T24" fmla="*/ 43 w 72"/>
                <a:gd name="T25" fmla="*/ 55 h 74"/>
                <a:gd name="T26" fmla="*/ 63 w 72"/>
                <a:gd name="T27" fmla="*/ 27 h 74"/>
                <a:gd name="T28" fmla="*/ 54 w 72"/>
                <a:gd name="T29" fmla="*/ 22 h 74"/>
                <a:gd name="T30" fmla="*/ 16 w 72"/>
                <a:gd name="T31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74">
                  <a:moveTo>
                    <a:pt x="2" y="16"/>
                  </a:moveTo>
                  <a:cubicBezTo>
                    <a:pt x="4" y="23"/>
                    <a:pt x="6" y="24"/>
                    <a:pt x="13" y="2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8" y="9"/>
                    <a:pt x="59" y="7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72" y="44"/>
                    <a:pt x="72" y="59"/>
                    <a:pt x="47" y="67"/>
                  </a:cubicBezTo>
                  <a:cubicBezTo>
                    <a:pt x="21" y="74"/>
                    <a:pt x="13" y="62"/>
                    <a:pt x="7" y="43"/>
                  </a:cubicBezTo>
                  <a:cubicBezTo>
                    <a:pt x="0" y="17"/>
                    <a:pt x="0" y="17"/>
                    <a:pt x="0" y="17"/>
                  </a:cubicBezTo>
                  <a:lnTo>
                    <a:pt x="2" y="16"/>
                  </a:lnTo>
                  <a:close/>
                  <a:moveTo>
                    <a:pt x="16" y="33"/>
                  </a:moveTo>
                  <a:cubicBezTo>
                    <a:pt x="11" y="35"/>
                    <a:pt x="10" y="35"/>
                    <a:pt x="11" y="42"/>
                  </a:cubicBezTo>
                  <a:cubicBezTo>
                    <a:pt x="16" y="59"/>
                    <a:pt x="25" y="60"/>
                    <a:pt x="43" y="55"/>
                  </a:cubicBezTo>
                  <a:cubicBezTo>
                    <a:pt x="60" y="50"/>
                    <a:pt x="68" y="45"/>
                    <a:pt x="63" y="27"/>
                  </a:cubicBezTo>
                  <a:cubicBezTo>
                    <a:pt x="61" y="21"/>
                    <a:pt x="60" y="21"/>
                    <a:pt x="54" y="22"/>
                  </a:cubicBezTo>
                  <a:lnTo>
                    <a:pt x="16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7" name="Freeform 306">
              <a:extLst>
                <a:ext uri="{FF2B5EF4-FFF2-40B4-BE49-F238E27FC236}">
                  <a16:creationId xmlns:a16="http://schemas.microsoft.com/office/drawing/2014/main" id="{398628BB-6392-4B98-8CDF-F25E856ECF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78626" y="12547600"/>
              <a:ext cx="46038" cy="44450"/>
            </a:xfrm>
            <a:custGeom>
              <a:avLst/>
              <a:gdLst>
                <a:gd name="T0" fmla="*/ 8 w 71"/>
                <a:gd name="T1" fmla="*/ 44 h 70"/>
                <a:gd name="T2" fmla="*/ 0 w 71"/>
                <a:gd name="T3" fmla="*/ 18 h 70"/>
                <a:gd name="T4" fmla="*/ 3 w 71"/>
                <a:gd name="T5" fmla="*/ 17 h 70"/>
                <a:gd name="T6" fmla="*/ 3 w 71"/>
                <a:gd name="T7" fmla="*/ 17 h 70"/>
                <a:gd name="T8" fmla="*/ 3 w 71"/>
                <a:gd name="T9" fmla="*/ 17 h 70"/>
                <a:gd name="T10" fmla="*/ 9 w 71"/>
                <a:gd name="T11" fmla="*/ 24 h 70"/>
                <a:gd name="T12" fmla="*/ 14 w 71"/>
                <a:gd name="T13" fmla="*/ 23 h 70"/>
                <a:gd name="T14" fmla="*/ 52 w 71"/>
                <a:gd name="T15" fmla="*/ 12 h 70"/>
                <a:gd name="T16" fmla="*/ 59 w 71"/>
                <a:gd name="T17" fmla="*/ 7 h 70"/>
                <a:gd name="T18" fmla="*/ 58 w 71"/>
                <a:gd name="T19" fmla="*/ 2 h 70"/>
                <a:gd name="T20" fmla="*/ 58 w 71"/>
                <a:gd name="T21" fmla="*/ 1 h 70"/>
                <a:gd name="T22" fmla="*/ 61 w 71"/>
                <a:gd name="T23" fmla="*/ 0 h 70"/>
                <a:gd name="T24" fmla="*/ 68 w 71"/>
                <a:gd name="T25" fmla="*/ 26 h 70"/>
                <a:gd name="T26" fmla="*/ 71 w 71"/>
                <a:gd name="T27" fmla="*/ 43 h 70"/>
                <a:gd name="T28" fmla="*/ 48 w 71"/>
                <a:gd name="T29" fmla="*/ 68 h 70"/>
                <a:gd name="T30" fmla="*/ 34 w 71"/>
                <a:gd name="T31" fmla="*/ 70 h 70"/>
                <a:gd name="T32" fmla="*/ 8 w 71"/>
                <a:gd name="T33" fmla="*/ 44 h 70"/>
                <a:gd name="T34" fmla="*/ 1 w 71"/>
                <a:gd name="T35" fmla="*/ 18 h 70"/>
                <a:gd name="T36" fmla="*/ 9 w 71"/>
                <a:gd name="T37" fmla="*/ 44 h 70"/>
                <a:gd name="T38" fmla="*/ 34 w 71"/>
                <a:gd name="T39" fmla="*/ 70 h 70"/>
                <a:gd name="T40" fmla="*/ 48 w 71"/>
                <a:gd name="T41" fmla="*/ 67 h 70"/>
                <a:gd name="T42" fmla="*/ 70 w 71"/>
                <a:gd name="T43" fmla="*/ 43 h 70"/>
                <a:gd name="T44" fmla="*/ 68 w 71"/>
                <a:gd name="T45" fmla="*/ 27 h 70"/>
                <a:gd name="T46" fmla="*/ 60 w 71"/>
                <a:gd name="T47" fmla="*/ 1 h 70"/>
                <a:gd name="T48" fmla="*/ 59 w 71"/>
                <a:gd name="T49" fmla="*/ 2 h 70"/>
                <a:gd name="T50" fmla="*/ 59 w 71"/>
                <a:gd name="T51" fmla="*/ 7 h 70"/>
                <a:gd name="T52" fmla="*/ 52 w 71"/>
                <a:gd name="T53" fmla="*/ 13 h 70"/>
                <a:gd name="T54" fmla="*/ 14 w 71"/>
                <a:gd name="T55" fmla="*/ 24 h 70"/>
                <a:gd name="T56" fmla="*/ 9 w 71"/>
                <a:gd name="T57" fmla="*/ 25 h 70"/>
                <a:gd name="T58" fmla="*/ 3 w 71"/>
                <a:gd name="T59" fmla="*/ 18 h 70"/>
                <a:gd name="T60" fmla="*/ 1 w 71"/>
                <a:gd name="T61" fmla="*/ 18 h 70"/>
                <a:gd name="T62" fmla="*/ 12 w 71"/>
                <a:gd name="T63" fmla="*/ 43 h 70"/>
                <a:gd name="T64" fmla="*/ 11 w 71"/>
                <a:gd name="T65" fmla="*/ 39 h 70"/>
                <a:gd name="T66" fmla="*/ 17 w 71"/>
                <a:gd name="T67" fmla="*/ 34 h 70"/>
                <a:gd name="T68" fmla="*/ 55 w 71"/>
                <a:gd name="T69" fmla="*/ 23 h 70"/>
                <a:gd name="T70" fmla="*/ 59 w 71"/>
                <a:gd name="T71" fmla="*/ 22 h 70"/>
                <a:gd name="T72" fmla="*/ 64 w 71"/>
                <a:gd name="T73" fmla="*/ 28 h 70"/>
                <a:gd name="T74" fmla="*/ 66 w 71"/>
                <a:gd name="T75" fmla="*/ 38 h 70"/>
                <a:gd name="T76" fmla="*/ 44 w 71"/>
                <a:gd name="T77" fmla="*/ 56 h 70"/>
                <a:gd name="T78" fmla="*/ 30 w 71"/>
                <a:gd name="T79" fmla="*/ 59 h 70"/>
                <a:gd name="T80" fmla="*/ 29 w 71"/>
                <a:gd name="T81" fmla="*/ 59 h 70"/>
                <a:gd name="T82" fmla="*/ 12 w 71"/>
                <a:gd name="T83" fmla="*/ 43 h 70"/>
                <a:gd name="T84" fmla="*/ 12 w 71"/>
                <a:gd name="T85" fmla="*/ 39 h 70"/>
                <a:gd name="T86" fmla="*/ 13 w 71"/>
                <a:gd name="T87" fmla="*/ 43 h 70"/>
                <a:gd name="T88" fmla="*/ 30 w 71"/>
                <a:gd name="T89" fmla="*/ 58 h 70"/>
                <a:gd name="T90" fmla="*/ 44 w 71"/>
                <a:gd name="T91" fmla="*/ 56 h 70"/>
                <a:gd name="T92" fmla="*/ 65 w 71"/>
                <a:gd name="T93" fmla="*/ 38 h 70"/>
                <a:gd name="T94" fmla="*/ 63 w 71"/>
                <a:gd name="T95" fmla="*/ 28 h 70"/>
                <a:gd name="T96" fmla="*/ 59 w 71"/>
                <a:gd name="T97" fmla="*/ 23 h 70"/>
                <a:gd name="T98" fmla="*/ 56 w 71"/>
                <a:gd name="T99" fmla="*/ 24 h 70"/>
                <a:gd name="T100" fmla="*/ 17 w 71"/>
                <a:gd name="T101" fmla="*/ 35 h 70"/>
                <a:gd name="T102" fmla="*/ 12 w 71"/>
                <a:gd name="T103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" h="70">
                  <a:moveTo>
                    <a:pt x="8" y="4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22"/>
                    <a:pt x="6" y="24"/>
                    <a:pt x="9" y="24"/>
                  </a:cubicBezTo>
                  <a:cubicBezTo>
                    <a:pt x="10" y="24"/>
                    <a:pt x="12" y="24"/>
                    <a:pt x="14" y="2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7" y="11"/>
                    <a:pt x="59" y="9"/>
                    <a:pt x="59" y="7"/>
                  </a:cubicBezTo>
                  <a:cubicBezTo>
                    <a:pt x="59" y="5"/>
                    <a:pt x="58" y="4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70" y="32"/>
                    <a:pt x="71" y="38"/>
                    <a:pt x="71" y="43"/>
                  </a:cubicBezTo>
                  <a:cubicBezTo>
                    <a:pt x="71" y="54"/>
                    <a:pt x="65" y="63"/>
                    <a:pt x="48" y="68"/>
                  </a:cubicBezTo>
                  <a:cubicBezTo>
                    <a:pt x="42" y="69"/>
                    <a:pt x="38" y="70"/>
                    <a:pt x="34" y="70"/>
                  </a:cubicBezTo>
                  <a:cubicBezTo>
                    <a:pt x="18" y="70"/>
                    <a:pt x="12" y="59"/>
                    <a:pt x="8" y="44"/>
                  </a:cubicBezTo>
                  <a:moveTo>
                    <a:pt x="1" y="18"/>
                  </a:moveTo>
                  <a:cubicBezTo>
                    <a:pt x="9" y="44"/>
                    <a:pt x="9" y="44"/>
                    <a:pt x="9" y="44"/>
                  </a:cubicBezTo>
                  <a:cubicBezTo>
                    <a:pt x="13" y="59"/>
                    <a:pt x="19" y="70"/>
                    <a:pt x="34" y="70"/>
                  </a:cubicBezTo>
                  <a:cubicBezTo>
                    <a:pt x="38" y="70"/>
                    <a:pt x="42" y="69"/>
                    <a:pt x="48" y="67"/>
                  </a:cubicBezTo>
                  <a:cubicBezTo>
                    <a:pt x="65" y="62"/>
                    <a:pt x="70" y="54"/>
                    <a:pt x="70" y="43"/>
                  </a:cubicBezTo>
                  <a:cubicBezTo>
                    <a:pt x="70" y="38"/>
                    <a:pt x="69" y="32"/>
                    <a:pt x="68" y="27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4"/>
                    <a:pt x="59" y="5"/>
                    <a:pt x="59" y="7"/>
                  </a:cubicBezTo>
                  <a:cubicBezTo>
                    <a:pt x="59" y="10"/>
                    <a:pt x="57" y="11"/>
                    <a:pt x="52" y="1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2" y="24"/>
                    <a:pt x="10" y="25"/>
                    <a:pt x="9" y="25"/>
                  </a:cubicBezTo>
                  <a:cubicBezTo>
                    <a:pt x="6" y="25"/>
                    <a:pt x="4" y="23"/>
                    <a:pt x="3" y="18"/>
                  </a:cubicBezTo>
                  <a:lnTo>
                    <a:pt x="1" y="18"/>
                  </a:lnTo>
                  <a:close/>
                  <a:moveTo>
                    <a:pt x="12" y="43"/>
                  </a:moveTo>
                  <a:cubicBezTo>
                    <a:pt x="12" y="41"/>
                    <a:pt x="11" y="40"/>
                    <a:pt x="11" y="39"/>
                  </a:cubicBezTo>
                  <a:cubicBezTo>
                    <a:pt x="11" y="36"/>
                    <a:pt x="14" y="35"/>
                    <a:pt x="17" y="34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62" y="22"/>
                    <a:pt x="63" y="24"/>
                    <a:pt x="64" y="28"/>
                  </a:cubicBezTo>
                  <a:cubicBezTo>
                    <a:pt x="65" y="31"/>
                    <a:pt x="66" y="35"/>
                    <a:pt x="66" y="38"/>
                  </a:cubicBezTo>
                  <a:cubicBezTo>
                    <a:pt x="66" y="49"/>
                    <a:pt x="57" y="52"/>
                    <a:pt x="44" y="56"/>
                  </a:cubicBezTo>
                  <a:cubicBezTo>
                    <a:pt x="38" y="58"/>
                    <a:pt x="34" y="59"/>
                    <a:pt x="30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1" y="59"/>
                    <a:pt x="15" y="54"/>
                    <a:pt x="12" y="43"/>
                  </a:cubicBezTo>
                  <a:moveTo>
                    <a:pt x="12" y="39"/>
                  </a:moveTo>
                  <a:cubicBezTo>
                    <a:pt x="12" y="40"/>
                    <a:pt x="12" y="41"/>
                    <a:pt x="13" y="43"/>
                  </a:cubicBezTo>
                  <a:cubicBezTo>
                    <a:pt x="16" y="54"/>
                    <a:pt x="21" y="58"/>
                    <a:pt x="30" y="58"/>
                  </a:cubicBezTo>
                  <a:cubicBezTo>
                    <a:pt x="34" y="58"/>
                    <a:pt x="38" y="57"/>
                    <a:pt x="44" y="56"/>
                  </a:cubicBezTo>
                  <a:cubicBezTo>
                    <a:pt x="57" y="52"/>
                    <a:pt x="65" y="48"/>
                    <a:pt x="65" y="38"/>
                  </a:cubicBezTo>
                  <a:cubicBezTo>
                    <a:pt x="65" y="35"/>
                    <a:pt x="64" y="32"/>
                    <a:pt x="63" y="28"/>
                  </a:cubicBezTo>
                  <a:cubicBezTo>
                    <a:pt x="62" y="24"/>
                    <a:pt x="62" y="23"/>
                    <a:pt x="59" y="23"/>
                  </a:cubicBezTo>
                  <a:cubicBezTo>
                    <a:pt x="58" y="23"/>
                    <a:pt x="57" y="23"/>
                    <a:pt x="56" y="2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36"/>
                    <a:pt x="12" y="36"/>
                    <a:pt x="12" y="3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8" name="Freeform 307">
              <a:extLst>
                <a:ext uri="{FF2B5EF4-FFF2-40B4-BE49-F238E27FC236}">
                  <a16:creationId xmlns:a16="http://schemas.microsoft.com/office/drawing/2014/main" id="{A8957698-4E2F-4A87-B0B0-174693CE94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91326" y="12596813"/>
              <a:ext cx="44450" cy="38100"/>
            </a:xfrm>
            <a:custGeom>
              <a:avLst/>
              <a:gdLst>
                <a:gd name="T0" fmla="*/ 2 w 68"/>
                <a:gd name="T1" fmla="*/ 9 h 59"/>
                <a:gd name="T2" fmla="*/ 12 w 68"/>
                <a:gd name="T3" fmla="*/ 17 h 59"/>
                <a:gd name="T4" fmla="*/ 52 w 68"/>
                <a:gd name="T5" fmla="*/ 11 h 59"/>
                <a:gd name="T6" fmla="*/ 59 w 68"/>
                <a:gd name="T7" fmla="*/ 1 h 59"/>
                <a:gd name="T8" fmla="*/ 61 w 68"/>
                <a:gd name="T9" fmla="*/ 0 h 59"/>
                <a:gd name="T10" fmla="*/ 68 w 68"/>
                <a:gd name="T11" fmla="*/ 49 h 59"/>
                <a:gd name="T12" fmla="*/ 55 w 68"/>
                <a:gd name="T13" fmla="*/ 51 h 59"/>
                <a:gd name="T14" fmla="*/ 55 w 68"/>
                <a:gd name="T15" fmla="*/ 48 h 59"/>
                <a:gd name="T16" fmla="*/ 62 w 68"/>
                <a:gd name="T17" fmla="*/ 34 h 59"/>
                <a:gd name="T18" fmla="*/ 61 w 68"/>
                <a:gd name="T19" fmla="*/ 27 h 59"/>
                <a:gd name="T20" fmla="*/ 53 w 68"/>
                <a:gd name="T21" fmla="*/ 22 h 59"/>
                <a:gd name="T22" fmla="*/ 37 w 68"/>
                <a:gd name="T23" fmla="*/ 24 h 59"/>
                <a:gd name="T24" fmla="*/ 39 w 68"/>
                <a:gd name="T25" fmla="*/ 38 h 59"/>
                <a:gd name="T26" fmla="*/ 47 w 68"/>
                <a:gd name="T27" fmla="*/ 44 h 59"/>
                <a:gd name="T28" fmla="*/ 48 w 68"/>
                <a:gd name="T29" fmla="*/ 47 h 59"/>
                <a:gd name="T30" fmla="*/ 29 w 68"/>
                <a:gd name="T31" fmla="*/ 50 h 59"/>
                <a:gd name="T32" fmla="*/ 28 w 68"/>
                <a:gd name="T33" fmla="*/ 47 h 59"/>
                <a:gd name="T34" fmla="*/ 35 w 68"/>
                <a:gd name="T35" fmla="*/ 38 h 59"/>
                <a:gd name="T36" fmla="*/ 33 w 68"/>
                <a:gd name="T37" fmla="*/ 25 h 59"/>
                <a:gd name="T38" fmla="*/ 14 w 68"/>
                <a:gd name="T39" fmla="*/ 28 h 59"/>
                <a:gd name="T40" fmla="*/ 8 w 68"/>
                <a:gd name="T41" fmla="*/ 35 h 59"/>
                <a:gd name="T42" fmla="*/ 9 w 68"/>
                <a:gd name="T43" fmla="*/ 44 h 59"/>
                <a:gd name="T44" fmla="*/ 20 w 68"/>
                <a:gd name="T45" fmla="*/ 55 h 59"/>
                <a:gd name="T46" fmla="*/ 21 w 68"/>
                <a:gd name="T47" fmla="*/ 58 h 59"/>
                <a:gd name="T48" fmla="*/ 7 w 68"/>
                <a:gd name="T49" fmla="*/ 59 h 59"/>
                <a:gd name="T50" fmla="*/ 0 w 68"/>
                <a:gd name="T51" fmla="*/ 10 h 59"/>
                <a:gd name="T52" fmla="*/ 2 w 68"/>
                <a:gd name="T53" fmla="*/ 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59">
                  <a:moveTo>
                    <a:pt x="2" y="9"/>
                  </a:moveTo>
                  <a:cubicBezTo>
                    <a:pt x="3" y="16"/>
                    <a:pt x="5" y="18"/>
                    <a:pt x="12" y="17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9" y="10"/>
                    <a:pt x="60" y="8"/>
                    <a:pt x="59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0" y="47"/>
                    <a:pt x="63" y="45"/>
                    <a:pt x="62" y="3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0" y="22"/>
                    <a:pt x="58" y="21"/>
                    <a:pt x="53" y="22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40" y="44"/>
                    <a:pt x="41" y="45"/>
                    <a:pt x="47" y="44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4" y="46"/>
                    <a:pt x="36" y="45"/>
                    <a:pt x="35" y="38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7" y="29"/>
                    <a:pt x="7" y="30"/>
                    <a:pt x="8" y="35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1" y="53"/>
                    <a:pt x="14" y="56"/>
                    <a:pt x="20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0" y="10"/>
                    <a:pt x="0" y="10"/>
                    <a:pt x="0" y="10"/>
                  </a:cubicBezTo>
                  <a:lnTo>
                    <a:pt x="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9" name="Freeform 308">
              <a:extLst>
                <a:ext uri="{FF2B5EF4-FFF2-40B4-BE49-F238E27FC236}">
                  <a16:creationId xmlns:a16="http://schemas.microsoft.com/office/drawing/2014/main" id="{601D5847-8D44-4E9A-8AE0-F43736EDFC5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91326" y="12596813"/>
              <a:ext cx="44450" cy="38100"/>
            </a:xfrm>
            <a:custGeom>
              <a:avLst/>
              <a:gdLst>
                <a:gd name="T0" fmla="*/ 3 w 70"/>
                <a:gd name="T1" fmla="*/ 9 h 60"/>
                <a:gd name="T2" fmla="*/ 3 w 70"/>
                <a:gd name="T3" fmla="*/ 9 h 60"/>
                <a:gd name="T4" fmla="*/ 13 w 70"/>
                <a:gd name="T5" fmla="*/ 16 h 60"/>
                <a:gd name="T6" fmla="*/ 60 w 70"/>
                <a:gd name="T7" fmla="*/ 5 h 60"/>
                <a:gd name="T8" fmla="*/ 59 w 70"/>
                <a:gd name="T9" fmla="*/ 0 h 60"/>
                <a:gd name="T10" fmla="*/ 70 w 70"/>
                <a:gd name="T11" fmla="*/ 49 h 60"/>
                <a:gd name="T12" fmla="*/ 55 w 70"/>
                <a:gd name="T13" fmla="*/ 48 h 60"/>
                <a:gd name="T14" fmla="*/ 63 w 70"/>
                <a:gd name="T15" fmla="*/ 39 h 60"/>
                <a:gd name="T16" fmla="*/ 61 w 70"/>
                <a:gd name="T17" fmla="*/ 27 h 60"/>
                <a:gd name="T18" fmla="*/ 54 w 70"/>
                <a:gd name="T19" fmla="*/ 22 h 60"/>
                <a:gd name="T20" fmla="*/ 40 w 70"/>
                <a:gd name="T21" fmla="*/ 38 h 60"/>
                <a:gd name="T22" fmla="*/ 48 w 70"/>
                <a:gd name="T23" fmla="*/ 44 h 60"/>
                <a:gd name="T24" fmla="*/ 49 w 70"/>
                <a:gd name="T25" fmla="*/ 47 h 60"/>
                <a:gd name="T26" fmla="*/ 29 w 70"/>
                <a:gd name="T27" fmla="*/ 47 h 60"/>
                <a:gd name="T28" fmla="*/ 36 w 70"/>
                <a:gd name="T29" fmla="*/ 41 h 60"/>
                <a:gd name="T30" fmla="*/ 33 w 70"/>
                <a:gd name="T31" fmla="*/ 25 h 60"/>
                <a:gd name="T32" fmla="*/ 9 w 70"/>
                <a:gd name="T33" fmla="*/ 32 h 60"/>
                <a:gd name="T34" fmla="*/ 11 w 70"/>
                <a:gd name="T35" fmla="*/ 44 h 60"/>
                <a:gd name="T36" fmla="*/ 21 w 70"/>
                <a:gd name="T37" fmla="*/ 55 h 60"/>
                <a:gd name="T38" fmla="*/ 22 w 70"/>
                <a:gd name="T39" fmla="*/ 58 h 60"/>
                <a:gd name="T40" fmla="*/ 0 w 70"/>
                <a:gd name="T41" fmla="*/ 9 h 60"/>
                <a:gd name="T42" fmla="*/ 8 w 70"/>
                <a:gd name="T43" fmla="*/ 59 h 60"/>
                <a:gd name="T44" fmla="*/ 21 w 70"/>
                <a:gd name="T45" fmla="*/ 55 h 60"/>
                <a:gd name="T46" fmla="*/ 10 w 70"/>
                <a:gd name="T47" fmla="*/ 45 h 60"/>
                <a:gd name="T48" fmla="*/ 8 w 70"/>
                <a:gd name="T49" fmla="*/ 32 h 60"/>
                <a:gd name="T50" fmla="*/ 34 w 70"/>
                <a:gd name="T51" fmla="*/ 25 h 60"/>
                <a:gd name="T52" fmla="*/ 36 w 70"/>
                <a:gd name="T53" fmla="*/ 41 h 60"/>
                <a:gd name="T54" fmla="*/ 30 w 70"/>
                <a:gd name="T55" fmla="*/ 50 h 60"/>
                <a:gd name="T56" fmla="*/ 48 w 70"/>
                <a:gd name="T57" fmla="*/ 45 h 60"/>
                <a:gd name="T58" fmla="*/ 40 w 70"/>
                <a:gd name="T59" fmla="*/ 38 h 60"/>
                <a:gd name="T60" fmla="*/ 54 w 70"/>
                <a:gd name="T61" fmla="*/ 22 h 60"/>
                <a:gd name="T62" fmla="*/ 62 w 70"/>
                <a:gd name="T63" fmla="*/ 27 h 60"/>
                <a:gd name="T64" fmla="*/ 63 w 70"/>
                <a:gd name="T65" fmla="*/ 39 h 60"/>
                <a:gd name="T66" fmla="*/ 56 w 70"/>
                <a:gd name="T67" fmla="*/ 51 h 60"/>
                <a:gd name="T68" fmla="*/ 62 w 70"/>
                <a:gd name="T69" fmla="*/ 1 h 60"/>
                <a:gd name="T70" fmla="*/ 60 w 70"/>
                <a:gd name="T71" fmla="*/ 5 h 60"/>
                <a:gd name="T72" fmla="*/ 13 w 70"/>
                <a:gd name="T73" fmla="*/ 17 h 60"/>
                <a:gd name="T74" fmla="*/ 3 w 70"/>
                <a:gd name="T75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0">
                  <a:moveTo>
                    <a:pt x="0" y="9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5"/>
                    <a:pt x="5" y="17"/>
                    <a:pt x="9" y="17"/>
                  </a:cubicBezTo>
                  <a:cubicBezTo>
                    <a:pt x="10" y="17"/>
                    <a:pt x="11" y="17"/>
                    <a:pt x="13" y="16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8" y="9"/>
                    <a:pt x="60" y="8"/>
                    <a:pt x="60" y="5"/>
                  </a:cubicBezTo>
                  <a:cubicBezTo>
                    <a:pt x="60" y="3"/>
                    <a:pt x="60" y="2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60" y="47"/>
                    <a:pt x="63" y="46"/>
                    <a:pt x="63" y="39"/>
                  </a:cubicBezTo>
                  <a:cubicBezTo>
                    <a:pt x="63" y="37"/>
                    <a:pt x="63" y="36"/>
                    <a:pt x="62" y="3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3"/>
                    <a:pt x="60" y="22"/>
                    <a:pt x="57" y="22"/>
                  </a:cubicBezTo>
                  <a:cubicBezTo>
                    <a:pt x="56" y="22"/>
                    <a:pt x="55" y="22"/>
                    <a:pt x="54" y="22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3"/>
                    <a:pt x="42" y="44"/>
                    <a:pt x="45" y="44"/>
                  </a:cubicBezTo>
                  <a:cubicBezTo>
                    <a:pt x="46" y="44"/>
                    <a:pt x="47" y="44"/>
                    <a:pt x="48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4" y="46"/>
                    <a:pt x="36" y="45"/>
                    <a:pt x="36" y="41"/>
                  </a:cubicBezTo>
                  <a:cubicBezTo>
                    <a:pt x="36" y="41"/>
                    <a:pt x="36" y="40"/>
                    <a:pt x="35" y="3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0" y="29"/>
                    <a:pt x="9" y="29"/>
                    <a:pt x="9" y="32"/>
                  </a:cubicBezTo>
                  <a:cubicBezTo>
                    <a:pt x="9" y="33"/>
                    <a:pt x="9" y="34"/>
                    <a:pt x="9" y="35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52"/>
                    <a:pt x="15" y="55"/>
                    <a:pt x="20" y="55"/>
                  </a:cubicBezTo>
                  <a:cubicBezTo>
                    <a:pt x="20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8" y="60"/>
                    <a:pt x="8" y="60"/>
                    <a:pt x="8" y="60"/>
                  </a:cubicBezTo>
                  <a:lnTo>
                    <a:pt x="0" y="9"/>
                  </a:lnTo>
                  <a:close/>
                  <a:moveTo>
                    <a:pt x="1" y="10"/>
                  </a:moveTo>
                  <a:cubicBezTo>
                    <a:pt x="8" y="59"/>
                    <a:pt x="8" y="59"/>
                    <a:pt x="8" y="59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0" y="55"/>
                    <a:pt x="20" y="55"/>
                  </a:cubicBezTo>
                  <a:cubicBezTo>
                    <a:pt x="15" y="56"/>
                    <a:pt x="11" y="53"/>
                    <a:pt x="10" y="4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8" y="34"/>
                    <a:pt x="8" y="33"/>
                    <a:pt x="8" y="32"/>
                  </a:cubicBezTo>
                  <a:cubicBezTo>
                    <a:pt x="8" y="29"/>
                    <a:pt x="10" y="28"/>
                    <a:pt x="15" y="28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40"/>
                    <a:pt x="36" y="41"/>
                    <a:pt x="36" y="41"/>
                  </a:cubicBezTo>
                  <a:cubicBezTo>
                    <a:pt x="36" y="46"/>
                    <a:pt x="34" y="47"/>
                    <a:pt x="30" y="48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7" y="45"/>
                    <a:pt x="46" y="45"/>
                    <a:pt x="45" y="45"/>
                  </a:cubicBezTo>
                  <a:cubicBezTo>
                    <a:pt x="42" y="45"/>
                    <a:pt x="40" y="43"/>
                    <a:pt x="40" y="3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2"/>
                    <a:pt x="56" y="21"/>
                    <a:pt x="57" y="21"/>
                  </a:cubicBezTo>
                  <a:cubicBezTo>
                    <a:pt x="60" y="21"/>
                    <a:pt x="62" y="23"/>
                    <a:pt x="62" y="27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6"/>
                    <a:pt x="63" y="37"/>
                    <a:pt x="63" y="39"/>
                  </a:cubicBezTo>
                  <a:cubicBezTo>
                    <a:pt x="64" y="46"/>
                    <a:pt x="60" y="48"/>
                    <a:pt x="56" y="49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2"/>
                    <a:pt x="60" y="3"/>
                    <a:pt x="60" y="5"/>
                  </a:cubicBezTo>
                  <a:cubicBezTo>
                    <a:pt x="61" y="9"/>
                    <a:pt x="58" y="10"/>
                    <a:pt x="53" y="11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0" y="17"/>
                    <a:pt x="9" y="17"/>
                  </a:cubicBezTo>
                  <a:cubicBezTo>
                    <a:pt x="5" y="17"/>
                    <a:pt x="4" y="15"/>
                    <a:pt x="3" y="10"/>
                  </a:cubicBezTo>
                  <a:lnTo>
                    <a:pt x="1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0" name="Freeform 309">
              <a:extLst>
                <a:ext uri="{FF2B5EF4-FFF2-40B4-BE49-F238E27FC236}">
                  <a16:creationId xmlns:a16="http://schemas.microsoft.com/office/drawing/2014/main" id="{AB2D90B8-659B-429A-9861-AAC31972A6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97676" y="12646025"/>
              <a:ext cx="39688" cy="55562"/>
            </a:xfrm>
            <a:custGeom>
              <a:avLst/>
              <a:gdLst>
                <a:gd name="T0" fmla="*/ 3 w 63"/>
                <a:gd name="T1" fmla="*/ 0 h 87"/>
                <a:gd name="T2" fmla="*/ 12 w 63"/>
                <a:gd name="T3" fmla="*/ 9 h 87"/>
                <a:gd name="T4" fmla="*/ 52 w 63"/>
                <a:gd name="T5" fmla="*/ 10 h 87"/>
                <a:gd name="T6" fmla="*/ 61 w 63"/>
                <a:gd name="T7" fmla="*/ 1 h 87"/>
                <a:gd name="T8" fmla="*/ 63 w 63"/>
                <a:gd name="T9" fmla="*/ 1 h 87"/>
                <a:gd name="T10" fmla="*/ 63 w 63"/>
                <a:gd name="T11" fmla="*/ 24 h 87"/>
                <a:gd name="T12" fmla="*/ 12 w 63"/>
                <a:gd name="T13" fmla="*/ 43 h 87"/>
                <a:gd name="T14" fmla="*/ 12 w 63"/>
                <a:gd name="T15" fmla="*/ 43 h 87"/>
                <a:gd name="T16" fmla="*/ 62 w 63"/>
                <a:gd name="T17" fmla="*/ 64 h 87"/>
                <a:gd name="T18" fmla="*/ 62 w 63"/>
                <a:gd name="T19" fmla="*/ 87 h 87"/>
                <a:gd name="T20" fmla="*/ 60 w 63"/>
                <a:gd name="T21" fmla="*/ 87 h 87"/>
                <a:gd name="T22" fmla="*/ 51 w 63"/>
                <a:gd name="T23" fmla="*/ 78 h 87"/>
                <a:gd name="T24" fmla="*/ 11 w 63"/>
                <a:gd name="T25" fmla="*/ 77 h 87"/>
                <a:gd name="T26" fmla="*/ 2 w 63"/>
                <a:gd name="T27" fmla="*/ 86 h 87"/>
                <a:gd name="T28" fmla="*/ 0 w 63"/>
                <a:gd name="T29" fmla="*/ 86 h 87"/>
                <a:gd name="T30" fmla="*/ 0 w 63"/>
                <a:gd name="T31" fmla="*/ 58 h 87"/>
                <a:gd name="T32" fmla="*/ 3 w 63"/>
                <a:gd name="T33" fmla="*/ 58 h 87"/>
                <a:gd name="T34" fmla="*/ 11 w 63"/>
                <a:gd name="T35" fmla="*/ 67 h 87"/>
                <a:gd name="T36" fmla="*/ 55 w 63"/>
                <a:gd name="T37" fmla="*/ 67 h 87"/>
                <a:gd name="T38" fmla="*/ 55 w 63"/>
                <a:gd name="T39" fmla="*/ 67 h 87"/>
                <a:gd name="T40" fmla="*/ 0 w 63"/>
                <a:gd name="T41" fmla="*/ 45 h 87"/>
                <a:gd name="T42" fmla="*/ 1 w 63"/>
                <a:gd name="T43" fmla="*/ 37 h 87"/>
                <a:gd name="T44" fmla="*/ 56 w 63"/>
                <a:gd name="T45" fmla="*/ 16 h 87"/>
                <a:gd name="T46" fmla="*/ 56 w 63"/>
                <a:gd name="T47" fmla="*/ 16 h 87"/>
                <a:gd name="T48" fmla="*/ 12 w 63"/>
                <a:gd name="T49" fmla="*/ 16 h 87"/>
                <a:gd name="T50" fmla="*/ 3 w 63"/>
                <a:gd name="T51" fmla="*/ 24 h 87"/>
                <a:gd name="T52" fmla="*/ 1 w 63"/>
                <a:gd name="T53" fmla="*/ 24 h 87"/>
                <a:gd name="T54" fmla="*/ 1 w 63"/>
                <a:gd name="T55" fmla="*/ 0 h 87"/>
                <a:gd name="T56" fmla="*/ 3 w 63"/>
                <a:gd name="T5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3" h="87">
                  <a:moveTo>
                    <a:pt x="3" y="0"/>
                  </a:moveTo>
                  <a:cubicBezTo>
                    <a:pt x="3" y="8"/>
                    <a:pt x="5" y="9"/>
                    <a:pt x="12" y="9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9" y="10"/>
                    <a:pt x="61" y="8"/>
                    <a:pt x="61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79"/>
                    <a:pt x="58" y="78"/>
                    <a:pt x="51" y="78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4" y="77"/>
                    <a:pt x="2" y="79"/>
                    <a:pt x="2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65"/>
                    <a:pt x="4" y="67"/>
                    <a:pt x="11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5" y="16"/>
                    <a:pt x="3" y="17"/>
                    <a:pt x="3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1" name="Freeform 310">
              <a:extLst>
                <a:ext uri="{FF2B5EF4-FFF2-40B4-BE49-F238E27FC236}">
                  <a16:creationId xmlns:a16="http://schemas.microsoft.com/office/drawing/2014/main" id="{1BBBA3A4-860E-496C-9D90-C118F05E75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97676" y="12646025"/>
              <a:ext cx="39688" cy="55562"/>
            </a:xfrm>
            <a:custGeom>
              <a:avLst/>
              <a:gdLst>
                <a:gd name="T0" fmla="*/ 59 w 63"/>
                <a:gd name="T1" fmla="*/ 87 h 87"/>
                <a:gd name="T2" fmla="*/ 51 w 63"/>
                <a:gd name="T3" fmla="*/ 78 h 87"/>
                <a:gd name="T4" fmla="*/ 10 w 63"/>
                <a:gd name="T5" fmla="*/ 78 h 87"/>
                <a:gd name="T6" fmla="*/ 3 w 63"/>
                <a:gd name="T7" fmla="*/ 86 h 87"/>
                <a:gd name="T8" fmla="*/ 0 w 63"/>
                <a:gd name="T9" fmla="*/ 57 h 87"/>
                <a:gd name="T10" fmla="*/ 3 w 63"/>
                <a:gd name="T11" fmla="*/ 58 h 87"/>
                <a:gd name="T12" fmla="*/ 11 w 63"/>
                <a:gd name="T13" fmla="*/ 66 h 87"/>
                <a:gd name="T14" fmla="*/ 0 w 63"/>
                <a:gd name="T15" fmla="*/ 45 h 87"/>
                <a:gd name="T16" fmla="*/ 54 w 63"/>
                <a:gd name="T17" fmla="*/ 17 h 87"/>
                <a:gd name="T18" fmla="*/ 11 w 63"/>
                <a:gd name="T19" fmla="*/ 16 h 87"/>
                <a:gd name="T20" fmla="*/ 3 w 63"/>
                <a:gd name="T21" fmla="*/ 25 h 87"/>
                <a:gd name="T22" fmla="*/ 1 w 63"/>
                <a:gd name="T23" fmla="*/ 0 h 87"/>
                <a:gd name="T24" fmla="*/ 3 w 63"/>
                <a:gd name="T25" fmla="*/ 0 h 87"/>
                <a:gd name="T26" fmla="*/ 3 w 63"/>
                <a:gd name="T27" fmla="*/ 0 h 87"/>
                <a:gd name="T28" fmla="*/ 4 w 63"/>
                <a:gd name="T29" fmla="*/ 0 h 87"/>
                <a:gd name="T30" fmla="*/ 12 w 63"/>
                <a:gd name="T31" fmla="*/ 9 h 87"/>
                <a:gd name="T32" fmla="*/ 53 w 63"/>
                <a:gd name="T33" fmla="*/ 9 h 87"/>
                <a:gd name="T34" fmla="*/ 60 w 63"/>
                <a:gd name="T35" fmla="*/ 1 h 87"/>
                <a:gd name="T36" fmla="*/ 63 w 63"/>
                <a:gd name="T37" fmla="*/ 24 h 87"/>
                <a:gd name="T38" fmla="*/ 63 w 63"/>
                <a:gd name="T39" fmla="*/ 64 h 87"/>
                <a:gd name="T40" fmla="*/ 59 w 63"/>
                <a:gd name="T41" fmla="*/ 87 h 87"/>
                <a:gd name="T42" fmla="*/ 62 w 63"/>
                <a:gd name="T43" fmla="*/ 64 h 87"/>
                <a:gd name="T44" fmla="*/ 11 w 63"/>
                <a:gd name="T45" fmla="*/ 43 h 87"/>
                <a:gd name="T46" fmla="*/ 62 w 63"/>
                <a:gd name="T47" fmla="*/ 23 h 87"/>
                <a:gd name="T48" fmla="*/ 61 w 63"/>
                <a:gd name="T49" fmla="*/ 1 h 87"/>
                <a:gd name="T50" fmla="*/ 52 w 63"/>
                <a:gd name="T51" fmla="*/ 10 h 87"/>
                <a:gd name="T52" fmla="*/ 3 w 63"/>
                <a:gd name="T53" fmla="*/ 1 h 87"/>
                <a:gd name="T54" fmla="*/ 1 w 63"/>
                <a:gd name="T55" fmla="*/ 0 h 87"/>
                <a:gd name="T56" fmla="*/ 3 w 63"/>
                <a:gd name="T57" fmla="*/ 24 h 87"/>
                <a:gd name="T58" fmla="*/ 12 w 63"/>
                <a:gd name="T59" fmla="*/ 15 h 87"/>
                <a:gd name="T60" fmla="*/ 56 w 63"/>
                <a:gd name="T61" fmla="*/ 16 h 87"/>
                <a:gd name="T62" fmla="*/ 1 w 63"/>
                <a:gd name="T63" fmla="*/ 38 h 87"/>
                <a:gd name="T64" fmla="*/ 55 w 63"/>
                <a:gd name="T65" fmla="*/ 67 h 87"/>
                <a:gd name="T66" fmla="*/ 55 w 63"/>
                <a:gd name="T67" fmla="*/ 68 h 87"/>
                <a:gd name="T68" fmla="*/ 2 w 63"/>
                <a:gd name="T69" fmla="*/ 58 h 87"/>
                <a:gd name="T70" fmla="*/ 1 w 63"/>
                <a:gd name="T71" fmla="*/ 58 h 87"/>
                <a:gd name="T72" fmla="*/ 2 w 63"/>
                <a:gd name="T73" fmla="*/ 86 h 87"/>
                <a:gd name="T74" fmla="*/ 11 w 63"/>
                <a:gd name="T75" fmla="*/ 77 h 87"/>
                <a:gd name="T76" fmla="*/ 60 w 63"/>
                <a:gd name="T77" fmla="*/ 86 h 87"/>
                <a:gd name="T78" fmla="*/ 62 w 63"/>
                <a:gd name="T79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" h="87">
                  <a:moveTo>
                    <a:pt x="59" y="87"/>
                  </a:moveTo>
                  <a:cubicBezTo>
                    <a:pt x="59" y="87"/>
                    <a:pt x="59" y="87"/>
                    <a:pt x="59" y="87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9" y="79"/>
                    <a:pt x="58" y="78"/>
                    <a:pt x="5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4" y="78"/>
                    <a:pt x="3" y="79"/>
                    <a:pt x="3" y="86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65"/>
                    <a:pt x="4" y="66"/>
                    <a:pt x="11" y="66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4" y="16"/>
                    <a:pt x="4" y="17"/>
                    <a:pt x="3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8"/>
                    <a:pt x="5" y="9"/>
                    <a:pt x="12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9" y="9"/>
                    <a:pt x="60" y="8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2" y="87"/>
                    <a:pt x="62" y="87"/>
                    <a:pt x="62" y="87"/>
                  </a:cubicBezTo>
                  <a:lnTo>
                    <a:pt x="59" y="87"/>
                  </a:lnTo>
                  <a:close/>
                  <a:moveTo>
                    <a:pt x="62" y="86"/>
                  </a:moveTo>
                  <a:cubicBezTo>
                    <a:pt x="62" y="64"/>
                    <a:pt x="62" y="64"/>
                    <a:pt x="62" y="6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8"/>
                    <a:pt x="59" y="10"/>
                    <a:pt x="53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5" y="9"/>
                    <a:pt x="3" y="8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17"/>
                    <a:pt x="4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4" y="67"/>
                    <a:pt x="2" y="65"/>
                    <a:pt x="2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2" y="79"/>
                    <a:pt x="4" y="77"/>
                    <a:pt x="10" y="77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8" y="77"/>
                    <a:pt x="60" y="79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lnTo>
                    <a:pt x="62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2" name="Freeform 311">
              <a:extLst>
                <a:ext uri="{FF2B5EF4-FFF2-40B4-BE49-F238E27FC236}">
                  <a16:creationId xmlns:a16="http://schemas.microsoft.com/office/drawing/2014/main" id="{08051838-69E6-4955-8F04-EC1EA6A90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92913" y="12709525"/>
              <a:ext cx="41275" cy="23812"/>
            </a:xfrm>
            <a:custGeom>
              <a:avLst/>
              <a:gdLst>
                <a:gd name="T0" fmla="*/ 6 w 65"/>
                <a:gd name="T1" fmla="*/ 1 h 38"/>
                <a:gd name="T2" fmla="*/ 14 w 65"/>
                <a:gd name="T3" fmla="*/ 11 h 38"/>
                <a:gd name="T4" fmla="*/ 53 w 65"/>
                <a:gd name="T5" fmla="*/ 17 h 38"/>
                <a:gd name="T6" fmla="*/ 63 w 65"/>
                <a:gd name="T7" fmla="*/ 9 h 38"/>
                <a:gd name="T8" fmla="*/ 65 w 65"/>
                <a:gd name="T9" fmla="*/ 9 h 38"/>
                <a:gd name="T10" fmla="*/ 61 w 65"/>
                <a:gd name="T11" fmla="*/ 38 h 38"/>
                <a:gd name="T12" fmla="*/ 59 w 65"/>
                <a:gd name="T13" fmla="*/ 38 h 38"/>
                <a:gd name="T14" fmla="*/ 52 w 65"/>
                <a:gd name="T15" fmla="*/ 28 h 38"/>
                <a:gd name="T16" fmla="*/ 12 w 65"/>
                <a:gd name="T17" fmla="*/ 22 h 38"/>
                <a:gd name="T18" fmla="*/ 2 w 65"/>
                <a:gd name="T19" fmla="*/ 29 h 38"/>
                <a:gd name="T20" fmla="*/ 0 w 65"/>
                <a:gd name="T21" fmla="*/ 29 h 38"/>
                <a:gd name="T22" fmla="*/ 4 w 65"/>
                <a:gd name="T23" fmla="*/ 0 h 38"/>
                <a:gd name="T24" fmla="*/ 6 w 65"/>
                <a:gd name="T25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" h="38">
                  <a:moveTo>
                    <a:pt x="6" y="1"/>
                  </a:moveTo>
                  <a:cubicBezTo>
                    <a:pt x="5" y="8"/>
                    <a:pt x="6" y="10"/>
                    <a:pt x="14" y="11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60" y="18"/>
                    <a:pt x="62" y="16"/>
                    <a:pt x="63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60" y="31"/>
                    <a:pt x="59" y="29"/>
                    <a:pt x="52" y="28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5" y="21"/>
                    <a:pt x="3" y="22"/>
                    <a:pt x="2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3" name="Freeform 312">
              <a:extLst>
                <a:ext uri="{FF2B5EF4-FFF2-40B4-BE49-F238E27FC236}">
                  <a16:creationId xmlns:a16="http://schemas.microsoft.com/office/drawing/2014/main" id="{C9168A07-C64A-4DF2-B00F-9878EE4B94F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92913" y="12709525"/>
              <a:ext cx="42863" cy="23812"/>
            </a:xfrm>
            <a:custGeom>
              <a:avLst/>
              <a:gdLst>
                <a:gd name="T0" fmla="*/ 60 w 67"/>
                <a:gd name="T1" fmla="*/ 38 h 39"/>
                <a:gd name="T2" fmla="*/ 60 w 67"/>
                <a:gd name="T3" fmla="*/ 38 h 39"/>
                <a:gd name="T4" fmla="*/ 60 w 67"/>
                <a:gd name="T5" fmla="*/ 34 h 39"/>
                <a:gd name="T6" fmla="*/ 53 w 67"/>
                <a:gd name="T7" fmla="*/ 28 h 39"/>
                <a:gd name="T8" fmla="*/ 13 w 67"/>
                <a:gd name="T9" fmla="*/ 22 h 39"/>
                <a:gd name="T10" fmla="*/ 9 w 67"/>
                <a:gd name="T11" fmla="*/ 22 h 39"/>
                <a:gd name="T12" fmla="*/ 3 w 67"/>
                <a:gd name="T13" fmla="*/ 29 h 39"/>
                <a:gd name="T14" fmla="*/ 3 w 67"/>
                <a:gd name="T15" fmla="*/ 30 h 39"/>
                <a:gd name="T16" fmla="*/ 0 w 67"/>
                <a:gd name="T17" fmla="*/ 29 h 39"/>
                <a:gd name="T18" fmla="*/ 5 w 67"/>
                <a:gd name="T19" fmla="*/ 0 h 39"/>
                <a:gd name="T20" fmla="*/ 7 w 67"/>
                <a:gd name="T21" fmla="*/ 0 h 39"/>
                <a:gd name="T22" fmla="*/ 7 w 67"/>
                <a:gd name="T23" fmla="*/ 1 h 39"/>
                <a:gd name="T24" fmla="*/ 7 w 67"/>
                <a:gd name="T25" fmla="*/ 0 h 39"/>
                <a:gd name="T26" fmla="*/ 8 w 67"/>
                <a:gd name="T27" fmla="*/ 0 h 39"/>
                <a:gd name="T28" fmla="*/ 8 w 67"/>
                <a:gd name="T29" fmla="*/ 1 h 39"/>
                <a:gd name="T30" fmla="*/ 7 w 67"/>
                <a:gd name="T31" fmla="*/ 5 h 39"/>
                <a:gd name="T32" fmla="*/ 15 w 67"/>
                <a:gd name="T33" fmla="*/ 10 h 39"/>
                <a:gd name="T34" fmla="*/ 54 w 67"/>
                <a:gd name="T35" fmla="*/ 16 h 39"/>
                <a:gd name="T36" fmla="*/ 58 w 67"/>
                <a:gd name="T37" fmla="*/ 17 h 39"/>
                <a:gd name="T38" fmla="*/ 64 w 67"/>
                <a:gd name="T39" fmla="*/ 9 h 39"/>
                <a:gd name="T40" fmla="*/ 64 w 67"/>
                <a:gd name="T41" fmla="*/ 9 h 39"/>
                <a:gd name="T42" fmla="*/ 67 w 67"/>
                <a:gd name="T43" fmla="*/ 9 h 39"/>
                <a:gd name="T44" fmla="*/ 63 w 67"/>
                <a:gd name="T45" fmla="*/ 39 h 39"/>
                <a:gd name="T46" fmla="*/ 60 w 67"/>
                <a:gd name="T47" fmla="*/ 38 h 39"/>
                <a:gd name="T48" fmla="*/ 62 w 67"/>
                <a:gd name="T49" fmla="*/ 38 h 39"/>
                <a:gd name="T50" fmla="*/ 66 w 67"/>
                <a:gd name="T51" fmla="*/ 10 h 39"/>
                <a:gd name="T52" fmla="*/ 64 w 67"/>
                <a:gd name="T53" fmla="*/ 9 h 39"/>
                <a:gd name="T54" fmla="*/ 58 w 67"/>
                <a:gd name="T55" fmla="*/ 17 h 39"/>
                <a:gd name="T56" fmla="*/ 54 w 67"/>
                <a:gd name="T57" fmla="*/ 17 h 39"/>
                <a:gd name="T58" fmla="*/ 15 w 67"/>
                <a:gd name="T59" fmla="*/ 11 h 39"/>
                <a:gd name="T60" fmla="*/ 7 w 67"/>
                <a:gd name="T61" fmla="*/ 5 h 39"/>
                <a:gd name="T62" fmla="*/ 7 w 67"/>
                <a:gd name="T63" fmla="*/ 1 h 39"/>
                <a:gd name="T64" fmla="*/ 5 w 67"/>
                <a:gd name="T65" fmla="*/ 1 h 39"/>
                <a:gd name="T66" fmla="*/ 1 w 67"/>
                <a:gd name="T67" fmla="*/ 29 h 39"/>
                <a:gd name="T68" fmla="*/ 3 w 67"/>
                <a:gd name="T69" fmla="*/ 29 h 39"/>
                <a:gd name="T70" fmla="*/ 9 w 67"/>
                <a:gd name="T71" fmla="*/ 21 h 39"/>
                <a:gd name="T72" fmla="*/ 13 w 67"/>
                <a:gd name="T73" fmla="*/ 22 h 39"/>
                <a:gd name="T74" fmla="*/ 53 w 67"/>
                <a:gd name="T75" fmla="*/ 28 h 39"/>
                <a:gd name="T76" fmla="*/ 61 w 67"/>
                <a:gd name="T77" fmla="*/ 34 h 39"/>
                <a:gd name="T78" fmla="*/ 60 w 67"/>
                <a:gd name="T79" fmla="*/ 38 h 39"/>
                <a:gd name="T80" fmla="*/ 62 w 67"/>
                <a:gd name="T8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" h="39">
                  <a:moveTo>
                    <a:pt x="60" y="38"/>
                  </a:moveTo>
                  <a:cubicBezTo>
                    <a:pt x="60" y="38"/>
                    <a:pt x="60" y="38"/>
                    <a:pt x="60" y="38"/>
                  </a:cubicBezTo>
                  <a:cubicBezTo>
                    <a:pt x="60" y="36"/>
                    <a:pt x="60" y="35"/>
                    <a:pt x="60" y="34"/>
                  </a:cubicBezTo>
                  <a:cubicBezTo>
                    <a:pt x="60" y="30"/>
                    <a:pt x="58" y="29"/>
                    <a:pt x="53" y="28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0" y="22"/>
                    <a:pt x="9" y="22"/>
                  </a:cubicBezTo>
                  <a:cubicBezTo>
                    <a:pt x="5" y="22"/>
                    <a:pt x="4" y="24"/>
                    <a:pt x="3" y="29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9"/>
                    <a:pt x="9" y="9"/>
                    <a:pt x="15" y="10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6" y="16"/>
                    <a:pt x="57" y="17"/>
                    <a:pt x="58" y="17"/>
                  </a:cubicBezTo>
                  <a:cubicBezTo>
                    <a:pt x="62" y="17"/>
                    <a:pt x="63" y="15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3" y="39"/>
                    <a:pt x="63" y="39"/>
                    <a:pt x="63" y="39"/>
                  </a:cubicBezTo>
                  <a:lnTo>
                    <a:pt x="60" y="38"/>
                  </a:lnTo>
                  <a:close/>
                  <a:moveTo>
                    <a:pt x="62" y="38"/>
                  </a:moveTo>
                  <a:cubicBezTo>
                    <a:pt x="66" y="10"/>
                    <a:pt x="66" y="10"/>
                    <a:pt x="66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15"/>
                    <a:pt x="62" y="17"/>
                    <a:pt x="58" y="17"/>
                  </a:cubicBezTo>
                  <a:cubicBezTo>
                    <a:pt x="57" y="17"/>
                    <a:pt x="56" y="17"/>
                    <a:pt x="54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9" y="10"/>
                    <a:pt x="7" y="9"/>
                    <a:pt x="7" y="5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4"/>
                    <a:pt x="5" y="21"/>
                    <a:pt x="9" y="21"/>
                  </a:cubicBezTo>
                  <a:cubicBezTo>
                    <a:pt x="10" y="21"/>
                    <a:pt x="12" y="21"/>
                    <a:pt x="13" y="22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8" y="28"/>
                    <a:pt x="61" y="30"/>
                    <a:pt x="61" y="34"/>
                  </a:cubicBezTo>
                  <a:cubicBezTo>
                    <a:pt x="61" y="35"/>
                    <a:pt x="60" y="36"/>
                    <a:pt x="60" y="38"/>
                  </a:cubicBezTo>
                  <a:lnTo>
                    <a:pt x="62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4" name="Freeform 313">
              <a:extLst>
                <a:ext uri="{FF2B5EF4-FFF2-40B4-BE49-F238E27FC236}">
                  <a16:creationId xmlns:a16="http://schemas.microsoft.com/office/drawing/2014/main" id="{A73493CA-96D8-4541-859D-DA1F945931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83388" y="12736513"/>
              <a:ext cx="46038" cy="39687"/>
            </a:xfrm>
            <a:custGeom>
              <a:avLst/>
              <a:gdLst>
                <a:gd name="T0" fmla="*/ 15 w 73"/>
                <a:gd name="T1" fmla="*/ 0 h 63"/>
                <a:gd name="T2" fmla="*/ 21 w 73"/>
                <a:gd name="T3" fmla="*/ 11 h 63"/>
                <a:gd name="T4" fmla="*/ 60 w 73"/>
                <a:gd name="T5" fmla="*/ 21 h 63"/>
                <a:gd name="T6" fmla="*/ 71 w 73"/>
                <a:gd name="T7" fmla="*/ 15 h 63"/>
                <a:gd name="T8" fmla="*/ 73 w 73"/>
                <a:gd name="T9" fmla="*/ 16 h 63"/>
                <a:gd name="T10" fmla="*/ 60 w 73"/>
                <a:gd name="T11" fmla="*/ 63 h 63"/>
                <a:gd name="T12" fmla="*/ 47 w 73"/>
                <a:gd name="T13" fmla="*/ 60 h 63"/>
                <a:gd name="T14" fmla="*/ 48 w 73"/>
                <a:gd name="T15" fmla="*/ 57 h 63"/>
                <a:gd name="T16" fmla="*/ 60 w 73"/>
                <a:gd name="T17" fmla="*/ 46 h 63"/>
                <a:gd name="T18" fmla="*/ 62 w 73"/>
                <a:gd name="T19" fmla="*/ 40 h 63"/>
                <a:gd name="T20" fmla="*/ 57 w 73"/>
                <a:gd name="T21" fmla="*/ 32 h 63"/>
                <a:gd name="T22" fmla="*/ 41 w 73"/>
                <a:gd name="T23" fmla="*/ 28 h 63"/>
                <a:gd name="T24" fmla="*/ 38 w 73"/>
                <a:gd name="T25" fmla="*/ 41 h 63"/>
                <a:gd name="T26" fmla="*/ 43 w 73"/>
                <a:gd name="T27" fmla="*/ 51 h 63"/>
                <a:gd name="T28" fmla="*/ 42 w 73"/>
                <a:gd name="T29" fmla="*/ 53 h 63"/>
                <a:gd name="T30" fmla="*/ 24 w 73"/>
                <a:gd name="T31" fmla="*/ 48 h 63"/>
                <a:gd name="T32" fmla="*/ 24 w 73"/>
                <a:gd name="T33" fmla="*/ 46 h 63"/>
                <a:gd name="T34" fmla="*/ 33 w 73"/>
                <a:gd name="T35" fmla="*/ 40 h 63"/>
                <a:gd name="T36" fmla="*/ 37 w 73"/>
                <a:gd name="T37" fmla="*/ 27 h 63"/>
                <a:gd name="T38" fmla="*/ 18 w 73"/>
                <a:gd name="T39" fmla="*/ 22 h 63"/>
                <a:gd name="T40" fmla="*/ 10 w 73"/>
                <a:gd name="T41" fmla="*/ 26 h 63"/>
                <a:gd name="T42" fmla="*/ 8 w 73"/>
                <a:gd name="T43" fmla="*/ 36 h 63"/>
                <a:gd name="T44" fmla="*/ 14 w 73"/>
                <a:gd name="T45" fmla="*/ 50 h 63"/>
                <a:gd name="T46" fmla="*/ 13 w 73"/>
                <a:gd name="T47" fmla="*/ 53 h 63"/>
                <a:gd name="T48" fmla="*/ 0 w 73"/>
                <a:gd name="T49" fmla="*/ 48 h 63"/>
                <a:gd name="T50" fmla="*/ 13 w 73"/>
                <a:gd name="T51" fmla="*/ 0 h 63"/>
                <a:gd name="T52" fmla="*/ 15 w 73"/>
                <a:gd name="T5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3" h="63">
                  <a:moveTo>
                    <a:pt x="15" y="0"/>
                  </a:moveTo>
                  <a:cubicBezTo>
                    <a:pt x="13" y="7"/>
                    <a:pt x="14" y="9"/>
                    <a:pt x="21" y="1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7" y="23"/>
                    <a:pt x="69" y="22"/>
                    <a:pt x="71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53" y="58"/>
                    <a:pt x="57" y="58"/>
                    <a:pt x="60" y="46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3" y="35"/>
                    <a:pt x="62" y="34"/>
                    <a:pt x="57" y="32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8"/>
                    <a:pt x="37" y="49"/>
                    <a:pt x="43" y="51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30" y="47"/>
                    <a:pt x="32" y="47"/>
                    <a:pt x="33" y="4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2" y="20"/>
                    <a:pt x="12" y="21"/>
                    <a:pt x="10" y="2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44"/>
                    <a:pt x="8" y="48"/>
                    <a:pt x="14" y="50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5" name="Freeform 314">
              <a:extLst>
                <a:ext uri="{FF2B5EF4-FFF2-40B4-BE49-F238E27FC236}">
                  <a16:creationId xmlns:a16="http://schemas.microsoft.com/office/drawing/2014/main" id="{01A35A07-B2AE-43B7-A51B-1368CA44FB8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83388" y="12734925"/>
              <a:ext cx="46038" cy="41275"/>
            </a:xfrm>
            <a:custGeom>
              <a:avLst/>
              <a:gdLst>
                <a:gd name="T0" fmla="*/ 48 w 73"/>
                <a:gd name="T1" fmla="*/ 58 h 64"/>
                <a:gd name="T2" fmla="*/ 51 w 73"/>
                <a:gd name="T3" fmla="*/ 58 h 64"/>
                <a:gd name="T4" fmla="*/ 62 w 73"/>
                <a:gd name="T5" fmla="*/ 41 h 64"/>
                <a:gd name="T6" fmla="*/ 57 w 73"/>
                <a:gd name="T7" fmla="*/ 34 h 64"/>
                <a:gd name="T8" fmla="*/ 38 w 73"/>
                <a:gd name="T9" fmla="*/ 42 h 64"/>
                <a:gd name="T10" fmla="*/ 43 w 73"/>
                <a:gd name="T11" fmla="*/ 51 h 64"/>
                <a:gd name="T12" fmla="*/ 42 w 73"/>
                <a:gd name="T13" fmla="*/ 55 h 64"/>
                <a:gd name="T14" fmla="*/ 24 w 73"/>
                <a:gd name="T15" fmla="*/ 46 h 64"/>
                <a:gd name="T16" fmla="*/ 28 w 73"/>
                <a:gd name="T17" fmla="*/ 47 h 64"/>
                <a:gd name="T18" fmla="*/ 37 w 73"/>
                <a:gd name="T19" fmla="*/ 28 h 64"/>
                <a:gd name="T20" fmla="*/ 14 w 73"/>
                <a:gd name="T21" fmla="*/ 23 h 64"/>
                <a:gd name="T22" fmla="*/ 8 w 73"/>
                <a:gd name="T23" fmla="*/ 37 h 64"/>
                <a:gd name="T24" fmla="*/ 14 w 73"/>
                <a:gd name="T25" fmla="*/ 50 h 64"/>
                <a:gd name="T26" fmla="*/ 13 w 73"/>
                <a:gd name="T27" fmla="*/ 54 h 64"/>
                <a:gd name="T28" fmla="*/ 13 w 73"/>
                <a:gd name="T29" fmla="*/ 0 h 64"/>
                <a:gd name="T30" fmla="*/ 15 w 73"/>
                <a:gd name="T31" fmla="*/ 1 h 64"/>
                <a:gd name="T32" fmla="*/ 15 w 73"/>
                <a:gd name="T33" fmla="*/ 1 h 64"/>
                <a:gd name="T34" fmla="*/ 15 w 73"/>
                <a:gd name="T35" fmla="*/ 6 h 64"/>
                <a:gd name="T36" fmla="*/ 60 w 73"/>
                <a:gd name="T37" fmla="*/ 22 h 64"/>
                <a:gd name="T38" fmla="*/ 70 w 73"/>
                <a:gd name="T39" fmla="*/ 16 h 64"/>
                <a:gd name="T40" fmla="*/ 73 w 73"/>
                <a:gd name="T41" fmla="*/ 16 h 64"/>
                <a:gd name="T42" fmla="*/ 47 w 73"/>
                <a:gd name="T43" fmla="*/ 61 h 64"/>
                <a:gd name="T44" fmla="*/ 60 w 73"/>
                <a:gd name="T45" fmla="*/ 63 h 64"/>
                <a:gd name="T46" fmla="*/ 71 w 73"/>
                <a:gd name="T47" fmla="*/ 16 h 64"/>
                <a:gd name="T48" fmla="*/ 60 w 73"/>
                <a:gd name="T49" fmla="*/ 23 h 64"/>
                <a:gd name="T50" fmla="*/ 14 w 73"/>
                <a:gd name="T51" fmla="*/ 6 h 64"/>
                <a:gd name="T52" fmla="*/ 13 w 73"/>
                <a:gd name="T53" fmla="*/ 1 h 64"/>
                <a:gd name="T54" fmla="*/ 13 w 73"/>
                <a:gd name="T55" fmla="*/ 53 h 64"/>
                <a:gd name="T56" fmla="*/ 7 w 73"/>
                <a:gd name="T57" fmla="*/ 42 h 64"/>
                <a:gd name="T58" fmla="*/ 10 w 73"/>
                <a:gd name="T59" fmla="*/ 27 h 64"/>
                <a:gd name="T60" fmla="*/ 18 w 73"/>
                <a:gd name="T61" fmla="*/ 23 h 64"/>
                <a:gd name="T62" fmla="*/ 34 w 73"/>
                <a:gd name="T63" fmla="*/ 41 h 64"/>
                <a:gd name="T64" fmla="*/ 24 w 73"/>
                <a:gd name="T65" fmla="*/ 47 h 64"/>
                <a:gd name="T66" fmla="*/ 42 w 73"/>
                <a:gd name="T67" fmla="*/ 54 h 64"/>
                <a:gd name="T68" fmla="*/ 37 w 73"/>
                <a:gd name="T69" fmla="*/ 47 h 64"/>
                <a:gd name="T70" fmla="*/ 41 w 73"/>
                <a:gd name="T71" fmla="*/ 29 h 64"/>
                <a:gd name="T72" fmla="*/ 63 w 73"/>
                <a:gd name="T73" fmla="*/ 38 h 64"/>
                <a:gd name="T74" fmla="*/ 61 w 73"/>
                <a:gd name="T75" fmla="*/ 47 h 64"/>
                <a:gd name="T76" fmla="*/ 48 w 73"/>
                <a:gd name="T77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64">
                  <a:moveTo>
                    <a:pt x="47" y="61"/>
                  </a:move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8"/>
                    <a:pt x="50" y="58"/>
                    <a:pt x="51" y="58"/>
                  </a:cubicBezTo>
                  <a:cubicBezTo>
                    <a:pt x="54" y="58"/>
                    <a:pt x="58" y="56"/>
                    <a:pt x="60" y="47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0"/>
                    <a:pt x="62" y="39"/>
                    <a:pt x="62" y="38"/>
                  </a:cubicBezTo>
                  <a:cubicBezTo>
                    <a:pt x="62" y="36"/>
                    <a:pt x="61" y="35"/>
                    <a:pt x="57" y="34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7" y="49"/>
                    <a:pt x="39" y="50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6" y="47"/>
                    <a:pt x="27" y="47"/>
                    <a:pt x="28" y="47"/>
                  </a:cubicBezTo>
                  <a:cubicBezTo>
                    <a:pt x="31" y="47"/>
                    <a:pt x="32" y="46"/>
                    <a:pt x="33" y="41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6" y="23"/>
                    <a:pt x="15" y="23"/>
                    <a:pt x="14" y="23"/>
                  </a:cubicBezTo>
                  <a:cubicBezTo>
                    <a:pt x="12" y="23"/>
                    <a:pt x="12" y="24"/>
                    <a:pt x="11" y="2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9"/>
                    <a:pt x="7" y="41"/>
                    <a:pt x="7" y="42"/>
                  </a:cubicBezTo>
                  <a:cubicBezTo>
                    <a:pt x="7" y="47"/>
                    <a:pt x="10" y="49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3"/>
                    <a:pt x="15" y="5"/>
                    <a:pt x="15" y="6"/>
                  </a:cubicBezTo>
                  <a:cubicBezTo>
                    <a:pt x="15" y="9"/>
                    <a:pt x="16" y="10"/>
                    <a:pt x="21" y="1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2" y="22"/>
                    <a:pt x="63" y="23"/>
                    <a:pt x="65" y="23"/>
                  </a:cubicBezTo>
                  <a:cubicBezTo>
                    <a:pt x="68" y="23"/>
                    <a:pt x="69" y="21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61" y="64"/>
                    <a:pt x="61" y="64"/>
                    <a:pt x="61" y="64"/>
                  </a:cubicBezTo>
                  <a:lnTo>
                    <a:pt x="47" y="61"/>
                  </a:lnTo>
                  <a:close/>
                  <a:moveTo>
                    <a:pt x="48" y="6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69" y="21"/>
                    <a:pt x="68" y="23"/>
                    <a:pt x="65" y="23"/>
                  </a:cubicBezTo>
                  <a:cubicBezTo>
                    <a:pt x="63" y="23"/>
                    <a:pt x="62" y="23"/>
                    <a:pt x="60" y="2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6" y="11"/>
                    <a:pt x="14" y="10"/>
                    <a:pt x="14" y="6"/>
                  </a:cubicBezTo>
                  <a:cubicBezTo>
                    <a:pt x="14" y="5"/>
                    <a:pt x="14" y="3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49"/>
                    <a:pt x="7" y="47"/>
                    <a:pt x="7" y="42"/>
                  </a:cubicBezTo>
                  <a:cubicBezTo>
                    <a:pt x="7" y="41"/>
                    <a:pt x="7" y="39"/>
                    <a:pt x="7" y="3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4"/>
                    <a:pt x="12" y="22"/>
                    <a:pt x="14" y="22"/>
                  </a:cubicBezTo>
                  <a:cubicBezTo>
                    <a:pt x="15" y="22"/>
                    <a:pt x="17" y="22"/>
                    <a:pt x="18" y="23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3" y="46"/>
                    <a:pt x="31" y="48"/>
                    <a:pt x="28" y="48"/>
                  </a:cubicBezTo>
                  <a:cubicBezTo>
                    <a:pt x="27" y="48"/>
                    <a:pt x="26" y="47"/>
                    <a:pt x="24" y="47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8" y="51"/>
                    <a:pt x="37" y="50"/>
                    <a:pt x="37" y="47"/>
                  </a:cubicBezTo>
                  <a:cubicBezTo>
                    <a:pt x="37" y="45"/>
                    <a:pt x="37" y="44"/>
                    <a:pt x="37" y="42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61" y="34"/>
                    <a:pt x="63" y="35"/>
                    <a:pt x="63" y="38"/>
                  </a:cubicBezTo>
                  <a:cubicBezTo>
                    <a:pt x="63" y="39"/>
                    <a:pt x="63" y="40"/>
                    <a:pt x="62" y="41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58" y="56"/>
                    <a:pt x="55" y="59"/>
                    <a:pt x="51" y="59"/>
                  </a:cubicBezTo>
                  <a:cubicBezTo>
                    <a:pt x="50" y="59"/>
                    <a:pt x="49" y="58"/>
                    <a:pt x="48" y="58"/>
                  </a:cubicBezTo>
                  <a:lnTo>
                    <a:pt x="48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6" name="Freeform 315">
              <a:extLst>
                <a:ext uri="{FF2B5EF4-FFF2-40B4-BE49-F238E27FC236}">
                  <a16:creationId xmlns:a16="http://schemas.microsoft.com/office/drawing/2014/main" id="{0D3E5A39-058A-4A74-BA68-59AACFD9EF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65926" y="12776200"/>
              <a:ext cx="50800" cy="57150"/>
            </a:xfrm>
            <a:custGeom>
              <a:avLst/>
              <a:gdLst>
                <a:gd name="T0" fmla="*/ 26 w 81"/>
                <a:gd name="T1" fmla="*/ 1 h 87"/>
                <a:gd name="T2" fmla="*/ 30 w 81"/>
                <a:gd name="T3" fmla="*/ 12 h 87"/>
                <a:gd name="T4" fmla="*/ 67 w 81"/>
                <a:gd name="T5" fmla="*/ 28 h 87"/>
                <a:gd name="T6" fmla="*/ 79 w 81"/>
                <a:gd name="T7" fmla="*/ 24 h 87"/>
                <a:gd name="T8" fmla="*/ 81 w 81"/>
                <a:gd name="T9" fmla="*/ 25 h 87"/>
                <a:gd name="T10" fmla="*/ 73 w 81"/>
                <a:gd name="T11" fmla="*/ 43 h 87"/>
                <a:gd name="T12" fmla="*/ 14 w 81"/>
                <a:gd name="T13" fmla="*/ 53 h 87"/>
                <a:gd name="T14" fmla="*/ 14 w 81"/>
                <a:gd name="T15" fmla="*/ 53 h 87"/>
                <a:gd name="T16" fmla="*/ 50 w 81"/>
                <a:gd name="T17" fmla="*/ 69 h 87"/>
                <a:gd name="T18" fmla="*/ 61 w 81"/>
                <a:gd name="T19" fmla="*/ 64 h 87"/>
                <a:gd name="T20" fmla="*/ 63 w 81"/>
                <a:gd name="T21" fmla="*/ 65 h 87"/>
                <a:gd name="T22" fmla="*/ 54 w 81"/>
                <a:gd name="T23" fmla="*/ 87 h 87"/>
                <a:gd name="T24" fmla="*/ 52 w 81"/>
                <a:gd name="T25" fmla="*/ 86 h 87"/>
                <a:gd name="T26" fmla="*/ 47 w 81"/>
                <a:gd name="T27" fmla="*/ 75 h 87"/>
                <a:gd name="T28" fmla="*/ 0 w 81"/>
                <a:gd name="T29" fmla="*/ 54 h 87"/>
                <a:gd name="T30" fmla="*/ 4 w 81"/>
                <a:gd name="T31" fmla="*/ 45 h 87"/>
                <a:gd name="T32" fmla="*/ 66 w 81"/>
                <a:gd name="T33" fmla="*/ 35 h 87"/>
                <a:gd name="T34" fmla="*/ 66 w 81"/>
                <a:gd name="T35" fmla="*/ 35 h 87"/>
                <a:gd name="T36" fmla="*/ 28 w 81"/>
                <a:gd name="T37" fmla="*/ 18 h 87"/>
                <a:gd name="T38" fmla="*/ 16 w 81"/>
                <a:gd name="T39" fmla="*/ 23 h 87"/>
                <a:gd name="T40" fmla="*/ 14 w 81"/>
                <a:gd name="T41" fmla="*/ 22 h 87"/>
                <a:gd name="T42" fmla="*/ 24 w 81"/>
                <a:gd name="T43" fmla="*/ 0 h 87"/>
                <a:gd name="T44" fmla="*/ 26 w 81"/>
                <a:gd name="T45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" h="87">
                  <a:moveTo>
                    <a:pt x="26" y="1"/>
                  </a:moveTo>
                  <a:cubicBezTo>
                    <a:pt x="23" y="8"/>
                    <a:pt x="24" y="9"/>
                    <a:pt x="30" y="1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4" y="31"/>
                    <a:pt x="76" y="30"/>
                    <a:pt x="79" y="24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6" y="72"/>
                    <a:pt x="58" y="71"/>
                    <a:pt x="61" y="64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55" y="79"/>
                    <a:pt x="54" y="78"/>
                    <a:pt x="47" y="7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1" y="15"/>
                    <a:pt x="19" y="16"/>
                    <a:pt x="16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4" y="0"/>
                    <a:pt x="24" y="0"/>
                    <a:pt x="24" y="0"/>
                  </a:cubicBezTo>
                  <a:lnTo>
                    <a:pt x="2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7" name="Freeform 316">
              <a:extLst>
                <a:ext uri="{FF2B5EF4-FFF2-40B4-BE49-F238E27FC236}">
                  <a16:creationId xmlns:a16="http://schemas.microsoft.com/office/drawing/2014/main" id="{A92F17AD-AB15-47D0-9337-29EF4105B73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65926" y="12776200"/>
              <a:ext cx="50800" cy="57150"/>
            </a:xfrm>
            <a:custGeom>
              <a:avLst/>
              <a:gdLst>
                <a:gd name="T0" fmla="*/ 51 w 81"/>
                <a:gd name="T1" fmla="*/ 86 h 88"/>
                <a:gd name="T2" fmla="*/ 47 w 81"/>
                <a:gd name="T3" fmla="*/ 75 h 88"/>
                <a:gd name="T4" fmla="*/ 4 w 81"/>
                <a:gd name="T5" fmla="*/ 45 h 88"/>
                <a:gd name="T6" fmla="*/ 28 w 81"/>
                <a:gd name="T7" fmla="*/ 19 h 88"/>
                <a:gd name="T8" fmla="*/ 17 w 81"/>
                <a:gd name="T9" fmla="*/ 23 h 88"/>
                <a:gd name="T10" fmla="*/ 14 w 81"/>
                <a:gd name="T11" fmla="*/ 22 h 88"/>
                <a:gd name="T12" fmla="*/ 26 w 81"/>
                <a:gd name="T13" fmla="*/ 1 h 88"/>
                <a:gd name="T14" fmla="*/ 26 w 81"/>
                <a:gd name="T15" fmla="*/ 1 h 88"/>
                <a:gd name="T16" fmla="*/ 26 w 81"/>
                <a:gd name="T17" fmla="*/ 1 h 88"/>
                <a:gd name="T18" fmla="*/ 31 w 81"/>
                <a:gd name="T19" fmla="*/ 12 h 88"/>
                <a:gd name="T20" fmla="*/ 73 w 81"/>
                <a:gd name="T21" fmla="*/ 29 h 88"/>
                <a:gd name="T22" fmla="*/ 79 w 81"/>
                <a:gd name="T23" fmla="*/ 23 h 88"/>
                <a:gd name="T24" fmla="*/ 73 w 81"/>
                <a:gd name="T25" fmla="*/ 43 h 88"/>
                <a:gd name="T26" fmla="*/ 50 w 81"/>
                <a:gd name="T27" fmla="*/ 68 h 88"/>
                <a:gd name="T28" fmla="*/ 61 w 81"/>
                <a:gd name="T29" fmla="*/ 64 h 88"/>
                <a:gd name="T30" fmla="*/ 64 w 81"/>
                <a:gd name="T31" fmla="*/ 65 h 88"/>
                <a:gd name="T32" fmla="*/ 51 w 81"/>
                <a:gd name="T33" fmla="*/ 86 h 88"/>
                <a:gd name="T34" fmla="*/ 63 w 81"/>
                <a:gd name="T35" fmla="*/ 65 h 88"/>
                <a:gd name="T36" fmla="*/ 55 w 81"/>
                <a:gd name="T37" fmla="*/ 71 h 88"/>
                <a:gd name="T38" fmla="*/ 14 w 81"/>
                <a:gd name="T39" fmla="*/ 53 h 88"/>
                <a:gd name="T40" fmla="*/ 14 w 81"/>
                <a:gd name="T41" fmla="*/ 53 h 88"/>
                <a:gd name="T42" fmla="*/ 80 w 81"/>
                <a:gd name="T43" fmla="*/ 25 h 88"/>
                <a:gd name="T44" fmla="*/ 73 w 81"/>
                <a:gd name="T45" fmla="*/ 30 h 88"/>
                <a:gd name="T46" fmla="*/ 30 w 81"/>
                <a:gd name="T47" fmla="*/ 13 h 88"/>
                <a:gd name="T48" fmla="*/ 26 w 81"/>
                <a:gd name="T49" fmla="*/ 1 h 88"/>
                <a:gd name="T50" fmla="*/ 15 w 81"/>
                <a:gd name="T51" fmla="*/ 22 h 88"/>
                <a:gd name="T52" fmla="*/ 22 w 81"/>
                <a:gd name="T53" fmla="*/ 16 h 88"/>
                <a:gd name="T54" fmla="*/ 67 w 81"/>
                <a:gd name="T55" fmla="*/ 35 h 88"/>
                <a:gd name="T56" fmla="*/ 66 w 81"/>
                <a:gd name="T57" fmla="*/ 35 h 88"/>
                <a:gd name="T58" fmla="*/ 1 w 81"/>
                <a:gd name="T59" fmla="*/ 54 h 88"/>
                <a:gd name="T60" fmla="*/ 54 w 81"/>
                <a:gd name="T61" fmla="*/ 81 h 88"/>
                <a:gd name="T62" fmla="*/ 54 w 81"/>
                <a:gd name="T63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" h="88"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  <a:cubicBezTo>
                    <a:pt x="52" y="84"/>
                    <a:pt x="53" y="82"/>
                    <a:pt x="53" y="81"/>
                  </a:cubicBezTo>
                  <a:cubicBezTo>
                    <a:pt x="53" y="78"/>
                    <a:pt x="51" y="77"/>
                    <a:pt x="47" y="7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5" y="18"/>
                    <a:pt x="24" y="17"/>
                    <a:pt x="22" y="17"/>
                  </a:cubicBezTo>
                  <a:cubicBezTo>
                    <a:pt x="20" y="17"/>
                    <a:pt x="19" y="19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3"/>
                    <a:pt x="25" y="5"/>
                    <a:pt x="25" y="7"/>
                  </a:cubicBezTo>
                  <a:cubicBezTo>
                    <a:pt x="25" y="9"/>
                    <a:pt x="26" y="10"/>
                    <a:pt x="31" y="1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29"/>
                    <a:pt x="71" y="29"/>
                    <a:pt x="73" y="29"/>
                  </a:cubicBezTo>
                  <a:cubicBezTo>
                    <a:pt x="75" y="29"/>
                    <a:pt x="77" y="28"/>
                    <a:pt x="78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2" y="69"/>
                    <a:pt x="54" y="70"/>
                    <a:pt x="55" y="70"/>
                  </a:cubicBezTo>
                  <a:cubicBezTo>
                    <a:pt x="58" y="70"/>
                    <a:pt x="59" y="68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54" y="88"/>
                    <a:pt x="54" y="88"/>
                    <a:pt x="54" y="88"/>
                  </a:cubicBezTo>
                  <a:lnTo>
                    <a:pt x="51" y="86"/>
                  </a:lnTo>
                  <a:close/>
                  <a:moveTo>
                    <a:pt x="54" y="87"/>
                  </a:moveTo>
                  <a:cubicBezTo>
                    <a:pt x="63" y="65"/>
                    <a:pt x="63" y="65"/>
                    <a:pt x="63" y="6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9"/>
                    <a:pt x="58" y="71"/>
                    <a:pt x="55" y="71"/>
                  </a:cubicBezTo>
                  <a:cubicBezTo>
                    <a:pt x="54" y="71"/>
                    <a:pt x="52" y="70"/>
                    <a:pt x="50" y="69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7" y="28"/>
                    <a:pt x="76" y="30"/>
                    <a:pt x="73" y="30"/>
                  </a:cubicBezTo>
                  <a:cubicBezTo>
                    <a:pt x="71" y="30"/>
                    <a:pt x="69" y="30"/>
                    <a:pt x="67" y="29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6" y="11"/>
                    <a:pt x="24" y="9"/>
                    <a:pt x="24" y="7"/>
                  </a:cubicBezTo>
                  <a:cubicBezTo>
                    <a:pt x="24" y="5"/>
                    <a:pt x="25" y="3"/>
                    <a:pt x="2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8" y="18"/>
                    <a:pt x="20" y="16"/>
                    <a:pt x="22" y="16"/>
                  </a:cubicBezTo>
                  <a:cubicBezTo>
                    <a:pt x="24" y="16"/>
                    <a:pt x="26" y="17"/>
                    <a:pt x="28" y="18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52" y="76"/>
                    <a:pt x="54" y="78"/>
                    <a:pt x="54" y="81"/>
                  </a:cubicBezTo>
                  <a:cubicBezTo>
                    <a:pt x="54" y="82"/>
                    <a:pt x="53" y="84"/>
                    <a:pt x="52" y="86"/>
                  </a:cubicBezTo>
                  <a:lnTo>
                    <a:pt x="54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8" name="Freeform 317">
              <a:extLst>
                <a:ext uri="{FF2B5EF4-FFF2-40B4-BE49-F238E27FC236}">
                  <a16:creationId xmlns:a16="http://schemas.microsoft.com/office/drawing/2014/main" id="{DFFAA10F-000B-45F6-89BD-0BEE8D1BBA8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27801" y="12444413"/>
              <a:ext cx="106363" cy="100012"/>
            </a:xfrm>
            <a:custGeom>
              <a:avLst/>
              <a:gdLst>
                <a:gd name="T0" fmla="*/ 160 w 166"/>
                <a:gd name="T1" fmla="*/ 68 h 156"/>
                <a:gd name="T2" fmla="*/ 157 w 166"/>
                <a:gd name="T3" fmla="*/ 56 h 156"/>
                <a:gd name="T4" fmla="*/ 121 w 166"/>
                <a:gd name="T5" fmla="*/ 58 h 156"/>
                <a:gd name="T6" fmla="*/ 109 w 166"/>
                <a:gd name="T7" fmla="*/ 49 h 156"/>
                <a:gd name="T8" fmla="*/ 91 w 166"/>
                <a:gd name="T9" fmla="*/ 6 h 156"/>
                <a:gd name="T10" fmla="*/ 79 w 166"/>
                <a:gd name="T11" fmla="*/ 6 h 156"/>
                <a:gd name="T12" fmla="*/ 66 w 166"/>
                <a:gd name="T13" fmla="*/ 46 h 156"/>
                <a:gd name="T14" fmla="*/ 50 w 166"/>
                <a:gd name="T15" fmla="*/ 56 h 156"/>
                <a:gd name="T16" fmla="*/ 9 w 166"/>
                <a:gd name="T17" fmla="*/ 57 h 156"/>
                <a:gd name="T18" fmla="*/ 6 w 166"/>
                <a:gd name="T19" fmla="*/ 69 h 156"/>
                <a:gd name="T20" fmla="*/ 38 w 166"/>
                <a:gd name="T21" fmla="*/ 90 h 156"/>
                <a:gd name="T22" fmla="*/ 44 w 166"/>
                <a:gd name="T23" fmla="*/ 110 h 156"/>
                <a:gd name="T24" fmla="*/ 33 w 166"/>
                <a:gd name="T25" fmla="*/ 146 h 156"/>
                <a:gd name="T26" fmla="*/ 41 w 166"/>
                <a:gd name="T27" fmla="*/ 153 h 156"/>
                <a:gd name="T28" fmla="*/ 78 w 166"/>
                <a:gd name="T29" fmla="*/ 133 h 156"/>
                <a:gd name="T30" fmla="*/ 95 w 166"/>
                <a:gd name="T31" fmla="*/ 132 h 156"/>
                <a:gd name="T32" fmla="*/ 138 w 166"/>
                <a:gd name="T33" fmla="*/ 152 h 156"/>
                <a:gd name="T34" fmla="*/ 145 w 166"/>
                <a:gd name="T35" fmla="*/ 144 h 156"/>
                <a:gd name="T36" fmla="*/ 129 w 166"/>
                <a:gd name="T37" fmla="*/ 106 h 156"/>
                <a:gd name="T38" fmla="*/ 131 w 166"/>
                <a:gd name="T39" fmla="*/ 92 h 156"/>
                <a:gd name="T40" fmla="*/ 160 w 166"/>
                <a:gd name="T41" fmla="*/ 68 h 156"/>
                <a:gd name="T42" fmla="*/ 139 w 166"/>
                <a:gd name="T43" fmla="*/ 73 h 156"/>
                <a:gd name="T44" fmla="*/ 115 w 166"/>
                <a:gd name="T45" fmla="*/ 87 h 156"/>
                <a:gd name="T46" fmla="*/ 112 w 166"/>
                <a:gd name="T47" fmla="*/ 100 h 156"/>
                <a:gd name="T48" fmla="*/ 128 w 166"/>
                <a:gd name="T49" fmla="*/ 129 h 156"/>
                <a:gd name="T50" fmla="*/ 123 w 166"/>
                <a:gd name="T51" fmla="*/ 133 h 156"/>
                <a:gd name="T52" fmla="*/ 94 w 166"/>
                <a:gd name="T53" fmla="*/ 115 h 156"/>
                <a:gd name="T54" fmla="*/ 81 w 166"/>
                <a:gd name="T55" fmla="*/ 115 h 156"/>
                <a:gd name="T56" fmla="*/ 54 w 166"/>
                <a:gd name="T57" fmla="*/ 134 h 156"/>
                <a:gd name="T58" fmla="*/ 49 w 166"/>
                <a:gd name="T59" fmla="*/ 128 h 156"/>
                <a:gd name="T60" fmla="*/ 59 w 166"/>
                <a:gd name="T61" fmla="*/ 100 h 156"/>
                <a:gd name="T62" fmla="*/ 55 w 166"/>
                <a:gd name="T63" fmla="*/ 87 h 156"/>
                <a:gd name="T64" fmla="*/ 27 w 166"/>
                <a:gd name="T65" fmla="*/ 72 h 156"/>
                <a:gd name="T66" fmla="*/ 29 w 166"/>
                <a:gd name="T67" fmla="*/ 66 h 156"/>
                <a:gd name="T68" fmla="*/ 61 w 166"/>
                <a:gd name="T69" fmla="*/ 67 h 156"/>
                <a:gd name="T70" fmla="*/ 73 w 166"/>
                <a:gd name="T71" fmla="*/ 61 h 156"/>
                <a:gd name="T72" fmla="*/ 82 w 166"/>
                <a:gd name="T73" fmla="*/ 30 h 156"/>
                <a:gd name="T74" fmla="*/ 89 w 166"/>
                <a:gd name="T75" fmla="*/ 30 h 156"/>
                <a:gd name="T76" fmla="*/ 99 w 166"/>
                <a:gd name="T77" fmla="*/ 61 h 156"/>
                <a:gd name="T78" fmla="*/ 108 w 166"/>
                <a:gd name="T79" fmla="*/ 69 h 156"/>
                <a:gd name="T80" fmla="*/ 137 w 166"/>
                <a:gd name="T81" fmla="*/ 67 h 156"/>
                <a:gd name="T82" fmla="*/ 139 w 166"/>
                <a:gd name="T83" fmla="*/ 7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6" h="156">
                  <a:moveTo>
                    <a:pt x="160" y="68"/>
                  </a:moveTo>
                  <a:cubicBezTo>
                    <a:pt x="166" y="64"/>
                    <a:pt x="164" y="56"/>
                    <a:pt x="157" y="56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14" y="58"/>
                    <a:pt x="112" y="56"/>
                    <a:pt x="109" y="49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88" y="0"/>
                    <a:pt x="81" y="0"/>
                    <a:pt x="79" y="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3" y="52"/>
                    <a:pt x="60" y="55"/>
                    <a:pt x="50" y="56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2" y="57"/>
                    <a:pt x="0" y="65"/>
                    <a:pt x="6" y="6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45" y="96"/>
                    <a:pt x="47" y="99"/>
                    <a:pt x="44" y="110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1" y="152"/>
                    <a:pt x="35" y="156"/>
                    <a:pt x="41" y="153"/>
                  </a:cubicBezTo>
                  <a:cubicBezTo>
                    <a:pt x="78" y="133"/>
                    <a:pt x="78" y="133"/>
                    <a:pt x="78" y="133"/>
                  </a:cubicBezTo>
                  <a:cubicBezTo>
                    <a:pt x="86" y="128"/>
                    <a:pt x="90" y="130"/>
                    <a:pt x="95" y="13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44" y="154"/>
                    <a:pt x="147" y="151"/>
                    <a:pt x="145" y="144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6" y="101"/>
                    <a:pt x="127" y="96"/>
                    <a:pt x="131" y="92"/>
                  </a:cubicBezTo>
                  <a:lnTo>
                    <a:pt x="160" y="68"/>
                  </a:lnTo>
                  <a:close/>
                  <a:moveTo>
                    <a:pt x="139" y="73"/>
                  </a:moveTo>
                  <a:cubicBezTo>
                    <a:pt x="115" y="87"/>
                    <a:pt x="115" y="87"/>
                    <a:pt x="115" y="87"/>
                  </a:cubicBezTo>
                  <a:cubicBezTo>
                    <a:pt x="112" y="90"/>
                    <a:pt x="111" y="95"/>
                    <a:pt x="112" y="100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9" y="133"/>
                    <a:pt x="127" y="135"/>
                    <a:pt x="123" y="133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1" y="112"/>
                    <a:pt x="84" y="112"/>
                    <a:pt x="81" y="11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0" y="137"/>
                    <a:pt x="47" y="134"/>
                    <a:pt x="49" y="128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1" y="95"/>
                    <a:pt x="59" y="90"/>
                    <a:pt x="55" y="87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23" y="70"/>
                    <a:pt x="24" y="65"/>
                    <a:pt x="29" y="66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5" y="67"/>
                    <a:pt x="72" y="65"/>
                    <a:pt x="73" y="61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3" y="26"/>
                    <a:pt x="87" y="26"/>
                    <a:pt x="89" y="30"/>
                  </a:cubicBezTo>
                  <a:cubicBezTo>
                    <a:pt x="99" y="61"/>
                    <a:pt x="99" y="61"/>
                    <a:pt x="99" y="61"/>
                  </a:cubicBezTo>
                  <a:cubicBezTo>
                    <a:pt x="101" y="65"/>
                    <a:pt x="103" y="69"/>
                    <a:pt x="108" y="69"/>
                  </a:cubicBezTo>
                  <a:cubicBezTo>
                    <a:pt x="137" y="67"/>
                    <a:pt x="137" y="67"/>
                    <a:pt x="137" y="67"/>
                  </a:cubicBezTo>
                  <a:cubicBezTo>
                    <a:pt x="141" y="67"/>
                    <a:pt x="143" y="70"/>
                    <a:pt x="139" y="7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</p:spTree>
    <p:extLst>
      <p:ext uri="{BB962C8B-B14F-4D97-AF65-F5344CB8AC3E}">
        <p14:creationId xmlns:p14="http://schemas.microsoft.com/office/powerpoint/2010/main" val="1255158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ubriksida, Beijer, SRC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1" name="Bildobjekt 650" descr="En bild som visar elektronik, stereo, dator&#10;&#10;Automatiskt genererad beskrivning">
            <a:extLst>
              <a:ext uri="{FF2B5EF4-FFF2-40B4-BE49-F238E27FC236}">
                <a16:creationId xmlns:a16="http://schemas.microsoft.com/office/drawing/2014/main" id="{6D4FD4ED-0051-4734-BDFA-F6706773C08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9"/>
          <a:stretch/>
        </p:blipFill>
        <p:spPr>
          <a:xfrm>
            <a:off x="0" y="0"/>
            <a:ext cx="24382413" cy="13716000"/>
          </a:xfrm>
          <a:prstGeom prst="rect">
            <a:avLst/>
          </a:prstGeom>
        </p:spPr>
      </p:pic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2231374" y="9228829"/>
            <a:ext cx="19536425" cy="1433738"/>
          </a:xfrm>
        </p:spPr>
        <p:txBody>
          <a:bodyPr/>
          <a:lstStyle>
            <a:lvl1pPr marL="0" indent="0" algn="l">
              <a:buNone/>
              <a:defRPr sz="2600" spc="130" baseline="0"/>
            </a:lvl1pPr>
            <a:lvl2pPr marL="914354" indent="0" algn="ctr">
              <a:buNone/>
              <a:defRPr sz="4000"/>
            </a:lvl2pPr>
            <a:lvl3pPr marL="1828709" indent="0" algn="ctr">
              <a:buNone/>
              <a:defRPr sz="3600"/>
            </a:lvl3pPr>
            <a:lvl4pPr marL="2743063" indent="0" algn="ctr">
              <a:buNone/>
              <a:defRPr sz="3200"/>
            </a:lvl4pPr>
            <a:lvl5pPr marL="3657417" indent="0" algn="ctr">
              <a:buNone/>
              <a:defRPr sz="3200"/>
            </a:lvl5pPr>
            <a:lvl6pPr marL="4571771" indent="0" algn="ctr">
              <a:buNone/>
              <a:defRPr sz="3200"/>
            </a:lvl6pPr>
            <a:lvl7pPr marL="5486126" indent="0" algn="ctr">
              <a:buNone/>
              <a:defRPr sz="3200"/>
            </a:lvl7pPr>
            <a:lvl8pPr marL="6400480" indent="0" algn="ctr">
              <a:buNone/>
              <a:defRPr sz="3200"/>
            </a:lvl8pPr>
            <a:lvl9pPr marL="7314834" indent="0" algn="ctr">
              <a:buNone/>
              <a:defRPr sz="3200"/>
            </a:lvl9pPr>
          </a:lstStyle>
          <a:p>
            <a:r>
              <a:rPr lang="sv-SE"/>
              <a:t>Name of the Event</a:t>
            </a:r>
            <a:endParaRPr lang="en-US" dirty="0"/>
          </a:p>
        </p:txBody>
      </p:sp>
      <p:sp>
        <p:nvSpPr>
          <p:cNvPr id="10" name="Platshållare för datum 10">
            <a:extLst>
              <a:ext uri="{FF2B5EF4-FFF2-40B4-BE49-F238E27FC236}">
                <a16:creationId xmlns:a16="http://schemas.microsoft.com/office/drawing/2014/main" id="{4D47032E-1A68-42DF-8187-0EEE959B00A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7899" y="8352967"/>
            <a:ext cx="5486400" cy="73025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2600" spc="150" baseline="0">
                <a:solidFill>
                  <a:schemeClr val="accent5"/>
                </a:solidFill>
              </a:defRPr>
            </a:lvl1pPr>
          </a:lstStyle>
          <a:p>
            <a:fld id="{628A2FC5-2FA7-4770-A32E-ADB0A4CD6EB2}" type="datetime1">
              <a:rPr lang="sv-SE" smtClean="0"/>
              <a:pPr/>
              <a:t>2024-03-11</a:t>
            </a:fld>
            <a:endParaRPr lang="sv-SE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5CEFC9CA-2A79-4F8F-83BA-B74F8873E5A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31374" y="3512921"/>
            <a:ext cx="19536425" cy="3306979"/>
          </a:xfrm>
        </p:spPr>
        <p:txBody>
          <a:bodyPr anchor="t"/>
          <a:lstStyle>
            <a:lvl1pPr algn="l">
              <a:defRPr sz="5600"/>
            </a:lvl1pPr>
          </a:lstStyle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13" name="Platshållare för text 13">
            <a:extLst>
              <a:ext uri="{FF2B5EF4-FFF2-40B4-BE49-F238E27FC236}">
                <a16:creationId xmlns:a16="http://schemas.microsoft.com/office/drawing/2014/main" id="{CD5F0F40-423D-43C1-9253-8C2341891DF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220686" y="1877560"/>
            <a:ext cx="19547114" cy="930955"/>
          </a:xfrm>
        </p:spPr>
        <p:txBody>
          <a:bodyPr anchor="b"/>
          <a:lstStyle>
            <a:lvl1pPr marL="0" indent="0">
              <a:buFontTx/>
              <a:buNone/>
              <a:defRPr lang="en-US" sz="3300" b="0" i="0" u="none" strike="noStrike" spc="100" baseline="0" smtClean="0"/>
            </a:lvl1pPr>
          </a:lstStyle>
          <a:p>
            <a:pPr lvl="0"/>
            <a:r>
              <a:rPr lang="en-US" sz="3300" b="0" i="0" u="none" strike="noStrike" baseline="0">
                <a:latin typeface="ArialMT"/>
              </a:rPr>
              <a:t>Beijer Institute of Ecological Economics</a:t>
            </a:r>
            <a:endParaRPr lang="sv-SE"/>
          </a:p>
        </p:txBody>
      </p:sp>
      <p:sp>
        <p:nvSpPr>
          <p:cNvPr id="14" name="Rektangel 13">
            <a:extLst>
              <a:ext uri="{FF2B5EF4-FFF2-40B4-BE49-F238E27FC236}">
                <a16:creationId xmlns:a16="http://schemas.microsoft.com/office/drawing/2014/main" id="{739E536B-6B70-4643-93FF-9D4385F6CB88}"/>
              </a:ext>
            </a:extLst>
          </p:cNvPr>
          <p:cNvSpPr/>
          <p:nvPr userDrawn="1"/>
        </p:nvSpPr>
        <p:spPr>
          <a:xfrm>
            <a:off x="18032121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bg1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bg1"/>
              </a:solidFill>
            </a:endParaRPr>
          </a:p>
        </p:txBody>
      </p:sp>
      <p:grpSp>
        <p:nvGrpSpPr>
          <p:cNvPr id="15" name="Grupp 14">
            <a:extLst>
              <a:ext uri="{FF2B5EF4-FFF2-40B4-BE49-F238E27FC236}">
                <a16:creationId xmlns:a16="http://schemas.microsoft.com/office/drawing/2014/main" id="{B70A0B03-EFFC-45BA-ADF8-9DCBE27257B9}"/>
              </a:ext>
            </a:extLst>
          </p:cNvPr>
          <p:cNvGrpSpPr/>
          <p:nvPr userDrawn="1"/>
        </p:nvGrpSpPr>
        <p:grpSpPr>
          <a:xfrm>
            <a:off x="18122901" y="12072938"/>
            <a:ext cx="3986212" cy="912812"/>
            <a:chOff x="18122901" y="12072938"/>
            <a:chExt cx="3986212" cy="912812"/>
          </a:xfrm>
        </p:grpSpPr>
        <p:sp>
          <p:nvSpPr>
            <p:cNvPr id="17" name="Freeform 5">
              <a:extLst>
                <a:ext uri="{FF2B5EF4-FFF2-40B4-BE49-F238E27FC236}">
                  <a16:creationId xmlns:a16="http://schemas.microsoft.com/office/drawing/2014/main" id="{90090AF3-079A-4CA3-A03E-1F7547EE13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22901" y="12665075"/>
              <a:ext cx="98425" cy="141287"/>
            </a:xfrm>
            <a:custGeom>
              <a:avLst/>
              <a:gdLst>
                <a:gd name="T0" fmla="*/ 28 w 127"/>
                <a:gd name="T1" fmla="*/ 131 h 183"/>
                <a:gd name="T2" fmla="*/ 28 w 127"/>
                <a:gd name="T3" fmla="*/ 154 h 183"/>
                <a:gd name="T4" fmla="*/ 60 w 127"/>
                <a:gd name="T5" fmla="*/ 161 h 183"/>
                <a:gd name="T6" fmla="*/ 97 w 127"/>
                <a:gd name="T7" fmla="*/ 132 h 183"/>
                <a:gd name="T8" fmla="*/ 70 w 127"/>
                <a:gd name="T9" fmla="*/ 107 h 183"/>
                <a:gd name="T10" fmla="*/ 39 w 127"/>
                <a:gd name="T11" fmla="*/ 98 h 183"/>
                <a:gd name="T12" fmla="*/ 0 w 127"/>
                <a:gd name="T13" fmla="*/ 52 h 183"/>
                <a:gd name="T14" fmla="*/ 67 w 127"/>
                <a:gd name="T15" fmla="*/ 0 h 183"/>
                <a:gd name="T16" fmla="*/ 120 w 127"/>
                <a:gd name="T17" fmla="*/ 9 h 183"/>
                <a:gd name="T18" fmla="*/ 120 w 127"/>
                <a:gd name="T19" fmla="*/ 48 h 183"/>
                <a:gd name="T20" fmla="*/ 94 w 127"/>
                <a:gd name="T21" fmla="*/ 48 h 183"/>
                <a:gd name="T22" fmla="*/ 94 w 127"/>
                <a:gd name="T23" fmla="*/ 27 h 183"/>
                <a:gd name="T24" fmla="*/ 67 w 127"/>
                <a:gd name="T25" fmla="*/ 22 h 183"/>
                <a:gd name="T26" fmla="*/ 30 w 127"/>
                <a:gd name="T27" fmla="*/ 48 h 183"/>
                <a:gd name="T28" fmla="*/ 57 w 127"/>
                <a:gd name="T29" fmla="*/ 73 h 183"/>
                <a:gd name="T30" fmla="*/ 85 w 127"/>
                <a:gd name="T31" fmla="*/ 80 h 183"/>
                <a:gd name="T32" fmla="*/ 127 w 127"/>
                <a:gd name="T33" fmla="*/ 127 h 183"/>
                <a:gd name="T34" fmla="*/ 59 w 127"/>
                <a:gd name="T35" fmla="*/ 183 h 183"/>
                <a:gd name="T36" fmla="*/ 0 w 127"/>
                <a:gd name="T37" fmla="*/ 173 h 183"/>
                <a:gd name="T38" fmla="*/ 0 w 127"/>
                <a:gd name="T39" fmla="*/ 131 h 183"/>
                <a:gd name="T40" fmla="*/ 28 w 127"/>
                <a:gd name="T41" fmla="*/ 13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7" h="183">
                  <a:moveTo>
                    <a:pt x="28" y="131"/>
                  </a:moveTo>
                  <a:cubicBezTo>
                    <a:pt x="28" y="154"/>
                    <a:pt x="28" y="154"/>
                    <a:pt x="28" y="154"/>
                  </a:cubicBezTo>
                  <a:cubicBezTo>
                    <a:pt x="33" y="157"/>
                    <a:pt x="46" y="161"/>
                    <a:pt x="60" y="161"/>
                  </a:cubicBezTo>
                  <a:cubicBezTo>
                    <a:pt x="83" y="161"/>
                    <a:pt x="97" y="151"/>
                    <a:pt x="97" y="132"/>
                  </a:cubicBezTo>
                  <a:cubicBezTo>
                    <a:pt x="97" y="117"/>
                    <a:pt x="89" y="112"/>
                    <a:pt x="70" y="107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18" y="92"/>
                    <a:pt x="0" y="80"/>
                    <a:pt x="0" y="52"/>
                  </a:cubicBezTo>
                  <a:cubicBezTo>
                    <a:pt x="0" y="17"/>
                    <a:pt x="30" y="0"/>
                    <a:pt x="67" y="0"/>
                  </a:cubicBezTo>
                  <a:cubicBezTo>
                    <a:pt x="90" y="0"/>
                    <a:pt x="107" y="5"/>
                    <a:pt x="120" y="9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0" y="25"/>
                    <a:pt x="81" y="22"/>
                    <a:pt x="67" y="22"/>
                  </a:cubicBezTo>
                  <a:cubicBezTo>
                    <a:pt x="41" y="22"/>
                    <a:pt x="30" y="34"/>
                    <a:pt x="30" y="48"/>
                  </a:cubicBezTo>
                  <a:cubicBezTo>
                    <a:pt x="30" y="63"/>
                    <a:pt x="41" y="69"/>
                    <a:pt x="57" y="73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105" y="85"/>
                    <a:pt x="127" y="96"/>
                    <a:pt x="127" y="127"/>
                  </a:cubicBezTo>
                  <a:cubicBezTo>
                    <a:pt x="127" y="162"/>
                    <a:pt x="101" y="183"/>
                    <a:pt x="59" y="183"/>
                  </a:cubicBezTo>
                  <a:cubicBezTo>
                    <a:pt x="46" y="183"/>
                    <a:pt x="15" y="179"/>
                    <a:pt x="0" y="173"/>
                  </a:cubicBezTo>
                  <a:cubicBezTo>
                    <a:pt x="0" y="131"/>
                    <a:pt x="0" y="131"/>
                    <a:pt x="0" y="131"/>
                  </a:cubicBezTo>
                  <a:lnTo>
                    <a:pt x="28" y="1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" name="Freeform 6">
              <a:extLst>
                <a:ext uri="{FF2B5EF4-FFF2-40B4-BE49-F238E27FC236}">
                  <a16:creationId xmlns:a16="http://schemas.microsoft.com/office/drawing/2014/main" id="{844433C7-3C3D-45FC-8254-F70CF6FD7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237200" y="12677775"/>
              <a:ext cx="66675" cy="128587"/>
            </a:xfrm>
            <a:custGeom>
              <a:avLst/>
              <a:gdLst>
                <a:gd name="T0" fmla="*/ 0 w 88"/>
                <a:gd name="T1" fmla="*/ 32 h 166"/>
                <a:gd name="T2" fmla="*/ 20 w 88"/>
                <a:gd name="T3" fmla="*/ 32 h 166"/>
                <a:gd name="T4" fmla="*/ 21 w 88"/>
                <a:gd name="T5" fmla="*/ 2 h 166"/>
                <a:gd name="T6" fmla="*/ 49 w 88"/>
                <a:gd name="T7" fmla="*/ 0 h 166"/>
                <a:gd name="T8" fmla="*/ 48 w 88"/>
                <a:gd name="T9" fmla="*/ 32 h 166"/>
                <a:gd name="T10" fmla="*/ 86 w 88"/>
                <a:gd name="T11" fmla="*/ 32 h 166"/>
                <a:gd name="T12" fmla="*/ 86 w 88"/>
                <a:gd name="T13" fmla="*/ 52 h 166"/>
                <a:gd name="T14" fmla="*/ 48 w 88"/>
                <a:gd name="T15" fmla="*/ 52 h 166"/>
                <a:gd name="T16" fmla="*/ 48 w 88"/>
                <a:gd name="T17" fmla="*/ 114 h 166"/>
                <a:gd name="T18" fmla="*/ 66 w 88"/>
                <a:gd name="T19" fmla="*/ 144 h 166"/>
                <a:gd name="T20" fmla="*/ 88 w 88"/>
                <a:gd name="T21" fmla="*/ 139 h 166"/>
                <a:gd name="T22" fmla="*/ 87 w 88"/>
                <a:gd name="T23" fmla="*/ 159 h 166"/>
                <a:gd name="T24" fmla="*/ 58 w 88"/>
                <a:gd name="T25" fmla="*/ 166 h 166"/>
                <a:gd name="T26" fmla="*/ 19 w 88"/>
                <a:gd name="T27" fmla="*/ 125 h 166"/>
                <a:gd name="T28" fmla="*/ 20 w 88"/>
                <a:gd name="T29" fmla="*/ 52 h 166"/>
                <a:gd name="T30" fmla="*/ 0 w 88"/>
                <a:gd name="T31" fmla="*/ 52 h 166"/>
                <a:gd name="T32" fmla="*/ 0 w 88"/>
                <a:gd name="T33" fmla="*/ 3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66">
                  <a:moveTo>
                    <a:pt x="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73"/>
                    <a:pt x="48" y="94"/>
                    <a:pt x="48" y="114"/>
                  </a:cubicBezTo>
                  <a:cubicBezTo>
                    <a:pt x="48" y="138"/>
                    <a:pt x="53" y="144"/>
                    <a:pt x="66" y="144"/>
                  </a:cubicBezTo>
                  <a:cubicBezTo>
                    <a:pt x="74" y="144"/>
                    <a:pt x="82" y="141"/>
                    <a:pt x="88" y="13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0" y="163"/>
                    <a:pt x="69" y="166"/>
                    <a:pt x="58" y="166"/>
                  </a:cubicBezTo>
                  <a:cubicBezTo>
                    <a:pt x="30" y="166"/>
                    <a:pt x="19" y="155"/>
                    <a:pt x="19" y="125"/>
                  </a:cubicBezTo>
                  <a:cubicBezTo>
                    <a:pt x="19" y="109"/>
                    <a:pt x="20" y="75"/>
                    <a:pt x="20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" name="Freeform 7">
              <a:extLst>
                <a:ext uri="{FF2B5EF4-FFF2-40B4-BE49-F238E27FC236}">
                  <a16:creationId xmlns:a16="http://schemas.microsoft.com/office/drawing/2014/main" id="{9146E428-7067-437A-9EBD-31199AB56B0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308638" y="12700000"/>
              <a:ext cx="101600" cy="106362"/>
            </a:xfrm>
            <a:custGeom>
              <a:avLst/>
              <a:gdLst>
                <a:gd name="T0" fmla="*/ 69 w 133"/>
                <a:gd name="T1" fmla="*/ 0 h 137"/>
                <a:gd name="T2" fmla="*/ 133 w 133"/>
                <a:gd name="T3" fmla="*/ 69 h 137"/>
                <a:gd name="T4" fmla="*/ 66 w 133"/>
                <a:gd name="T5" fmla="*/ 137 h 137"/>
                <a:gd name="T6" fmla="*/ 0 w 133"/>
                <a:gd name="T7" fmla="*/ 71 h 137"/>
                <a:gd name="T8" fmla="*/ 69 w 133"/>
                <a:gd name="T9" fmla="*/ 0 h 137"/>
                <a:gd name="T10" fmla="*/ 66 w 133"/>
                <a:gd name="T11" fmla="*/ 113 h 137"/>
                <a:gd name="T12" fmla="*/ 103 w 133"/>
                <a:gd name="T13" fmla="*/ 66 h 137"/>
                <a:gd name="T14" fmla="*/ 68 w 133"/>
                <a:gd name="T15" fmla="*/ 23 h 137"/>
                <a:gd name="T16" fmla="*/ 30 w 133"/>
                <a:gd name="T17" fmla="*/ 70 h 137"/>
                <a:gd name="T18" fmla="*/ 66 w 133"/>
                <a:gd name="T19" fmla="*/ 11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7">
                  <a:moveTo>
                    <a:pt x="69" y="0"/>
                  </a:moveTo>
                  <a:cubicBezTo>
                    <a:pt x="117" y="0"/>
                    <a:pt x="133" y="37"/>
                    <a:pt x="133" y="69"/>
                  </a:cubicBezTo>
                  <a:cubicBezTo>
                    <a:pt x="133" y="106"/>
                    <a:pt x="110" y="137"/>
                    <a:pt x="66" y="137"/>
                  </a:cubicBezTo>
                  <a:cubicBezTo>
                    <a:pt x="19" y="137"/>
                    <a:pt x="0" y="104"/>
                    <a:pt x="0" y="71"/>
                  </a:cubicBezTo>
                  <a:cubicBezTo>
                    <a:pt x="0" y="28"/>
                    <a:pt x="29" y="0"/>
                    <a:pt x="69" y="0"/>
                  </a:cubicBezTo>
                  <a:moveTo>
                    <a:pt x="66" y="113"/>
                  </a:moveTo>
                  <a:cubicBezTo>
                    <a:pt x="92" y="113"/>
                    <a:pt x="103" y="92"/>
                    <a:pt x="103" y="66"/>
                  </a:cubicBezTo>
                  <a:cubicBezTo>
                    <a:pt x="103" y="36"/>
                    <a:pt x="88" y="23"/>
                    <a:pt x="68" y="23"/>
                  </a:cubicBezTo>
                  <a:cubicBezTo>
                    <a:pt x="40" y="23"/>
                    <a:pt x="30" y="47"/>
                    <a:pt x="30" y="70"/>
                  </a:cubicBezTo>
                  <a:cubicBezTo>
                    <a:pt x="30" y="92"/>
                    <a:pt x="41" y="113"/>
                    <a:pt x="66" y="1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" name="Freeform 8">
              <a:extLst>
                <a:ext uri="{FF2B5EF4-FFF2-40B4-BE49-F238E27FC236}">
                  <a16:creationId xmlns:a16="http://schemas.microsoft.com/office/drawing/2014/main" id="{ED807155-C85F-4984-9079-5E549139E0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424525" y="12700000"/>
              <a:ext cx="82550" cy="106362"/>
            </a:xfrm>
            <a:custGeom>
              <a:avLst/>
              <a:gdLst>
                <a:gd name="T0" fmla="*/ 84 w 107"/>
                <a:gd name="T1" fmla="*/ 24 h 137"/>
                <a:gd name="T2" fmla="*/ 67 w 107"/>
                <a:gd name="T3" fmla="*/ 22 h 137"/>
                <a:gd name="T4" fmla="*/ 28 w 107"/>
                <a:gd name="T5" fmla="*/ 66 h 137"/>
                <a:gd name="T6" fmla="*/ 74 w 107"/>
                <a:gd name="T7" fmla="*/ 113 h 137"/>
                <a:gd name="T8" fmla="*/ 107 w 107"/>
                <a:gd name="T9" fmla="*/ 106 h 137"/>
                <a:gd name="T10" fmla="*/ 106 w 107"/>
                <a:gd name="T11" fmla="*/ 130 h 137"/>
                <a:gd name="T12" fmla="*/ 70 w 107"/>
                <a:gd name="T13" fmla="*/ 137 h 137"/>
                <a:gd name="T14" fmla="*/ 0 w 107"/>
                <a:gd name="T15" fmla="*/ 69 h 137"/>
                <a:gd name="T16" fmla="*/ 70 w 107"/>
                <a:gd name="T17" fmla="*/ 0 h 137"/>
                <a:gd name="T18" fmla="*/ 107 w 107"/>
                <a:gd name="T19" fmla="*/ 6 h 137"/>
                <a:gd name="T20" fmla="*/ 107 w 107"/>
                <a:gd name="T21" fmla="*/ 43 h 137"/>
                <a:gd name="T22" fmla="*/ 84 w 107"/>
                <a:gd name="T23" fmla="*/ 43 h 137"/>
                <a:gd name="T24" fmla="*/ 84 w 107"/>
                <a:gd name="T25" fmla="*/ 2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7" h="137">
                  <a:moveTo>
                    <a:pt x="84" y="24"/>
                  </a:moveTo>
                  <a:cubicBezTo>
                    <a:pt x="80" y="23"/>
                    <a:pt x="73" y="22"/>
                    <a:pt x="67" y="22"/>
                  </a:cubicBezTo>
                  <a:cubicBezTo>
                    <a:pt x="41" y="22"/>
                    <a:pt x="28" y="41"/>
                    <a:pt x="28" y="66"/>
                  </a:cubicBezTo>
                  <a:cubicBezTo>
                    <a:pt x="28" y="89"/>
                    <a:pt x="39" y="113"/>
                    <a:pt x="74" y="113"/>
                  </a:cubicBezTo>
                  <a:cubicBezTo>
                    <a:pt x="86" y="113"/>
                    <a:pt x="101" y="109"/>
                    <a:pt x="107" y="106"/>
                  </a:cubicBezTo>
                  <a:cubicBezTo>
                    <a:pt x="106" y="130"/>
                    <a:pt x="106" y="130"/>
                    <a:pt x="106" y="130"/>
                  </a:cubicBezTo>
                  <a:cubicBezTo>
                    <a:pt x="100" y="132"/>
                    <a:pt x="86" y="137"/>
                    <a:pt x="70" y="137"/>
                  </a:cubicBezTo>
                  <a:cubicBezTo>
                    <a:pt x="17" y="137"/>
                    <a:pt x="0" y="102"/>
                    <a:pt x="0" y="69"/>
                  </a:cubicBezTo>
                  <a:cubicBezTo>
                    <a:pt x="0" y="29"/>
                    <a:pt x="24" y="0"/>
                    <a:pt x="70" y="0"/>
                  </a:cubicBezTo>
                  <a:cubicBezTo>
                    <a:pt x="90" y="0"/>
                    <a:pt x="102" y="4"/>
                    <a:pt x="107" y="6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84" y="43"/>
                    <a:pt x="84" y="43"/>
                    <a:pt x="84" y="43"/>
                  </a:cubicBezTo>
                  <a:lnTo>
                    <a:pt x="84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" name="Freeform 9">
              <a:extLst>
                <a:ext uri="{FF2B5EF4-FFF2-40B4-BE49-F238E27FC236}">
                  <a16:creationId xmlns:a16="http://schemas.microsoft.com/office/drawing/2014/main" id="{C0002238-BE7F-4569-A603-E93323E5F7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515013" y="12653963"/>
              <a:ext cx="109537" cy="149225"/>
            </a:xfrm>
            <a:custGeom>
              <a:avLst/>
              <a:gdLst>
                <a:gd name="T0" fmla="*/ 2 w 69"/>
                <a:gd name="T1" fmla="*/ 84 h 94"/>
                <a:gd name="T2" fmla="*/ 10 w 69"/>
                <a:gd name="T3" fmla="*/ 84 h 94"/>
                <a:gd name="T4" fmla="*/ 11 w 69"/>
                <a:gd name="T5" fmla="*/ 11 h 94"/>
                <a:gd name="T6" fmla="*/ 0 w 69"/>
                <a:gd name="T7" fmla="*/ 11 h 94"/>
                <a:gd name="T8" fmla="*/ 0 w 69"/>
                <a:gd name="T9" fmla="*/ 0 h 94"/>
                <a:gd name="T10" fmla="*/ 24 w 69"/>
                <a:gd name="T11" fmla="*/ 0 h 94"/>
                <a:gd name="T12" fmla="*/ 24 w 69"/>
                <a:gd name="T13" fmla="*/ 58 h 94"/>
                <a:gd name="T14" fmla="*/ 46 w 69"/>
                <a:gd name="T15" fmla="*/ 41 h 94"/>
                <a:gd name="T16" fmla="*/ 46 w 69"/>
                <a:gd name="T17" fmla="*/ 41 h 94"/>
                <a:gd name="T18" fmla="*/ 37 w 69"/>
                <a:gd name="T19" fmla="*/ 41 h 94"/>
                <a:gd name="T20" fmla="*/ 37 w 69"/>
                <a:gd name="T21" fmla="*/ 31 h 94"/>
                <a:gd name="T22" fmla="*/ 67 w 69"/>
                <a:gd name="T23" fmla="*/ 31 h 94"/>
                <a:gd name="T24" fmla="*/ 67 w 69"/>
                <a:gd name="T25" fmla="*/ 41 h 94"/>
                <a:gd name="T26" fmla="*/ 60 w 69"/>
                <a:gd name="T27" fmla="*/ 41 h 94"/>
                <a:gd name="T28" fmla="*/ 38 w 69"/>
                <a:gd name="T29" fmla="*/ 59 h 94"/>
                <a:gd name="T30" fmla="*/ 62 w 69"/>
                <a:gd name="T31" fmla="*/ 84 h 94"/>
                <a:gd name="T32" fmla="*/ 69 w 69"/>
                <a:gd name="T33" fmla="*/ 84 h 94"/>
                <a:gd name="T34" fmla="*/ 69 w 69"/>
                <a:gd name="T35" fmla="*/ 94 h 94"/>
                <a:gd name="T36" fmla="*/ 39 w 69"/>
                <a:gd name="T37" fmla="*/ 94 h 94"/>
                <a:gd name="T38" fmla="*/ 39 w 69"/>
                <a:gd name="T39" fmla="*/ 84 h 94"/>
                <a:gd name="T40" fmla="*/ 46 w 69"/>
                <a:gd name="T41" fmla="*/ 84 h 94"/>
                <a:gd name="T42" fmla="*/ 24 w 69"/>
                <a:gd name="T43" fmla="*/ 62 h 94"/>
                <a:gd name="T44" fmla="*/ 24 w 69"/>
                <a:gd name="T45" fmla="*/ 84 h 94"/>
                <a:gd name="T46" fmla="*/ 31 w 69"/>
                <a:gd name="T47" fmla="*/ 84 h 94"/>
                <a:gd name="T48" fmla="*/ 31 w 69"/>
                <a:gd name="T49" fmla="*/ 94 h 94"/>
                <a:gd name="T50" fmla="*/ 2 w 69"/>
                <a:gd name="T51" fmla="*/ 94 h 94"/>
                <a:gd name="T52" fmla="*/ 2 w 69"/>
                <a:gd name="T53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" h="94">
                  <a:moveTo>
                    <a:pt x="2" y="84"/>
                  </a:moveTo>
                  <a:lnTo>
                    <a:pt x="10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4" y="58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37" y="41"/>
                  </a:lnTo>
                  <a:lnTo>
                    <a:pt x="37" y="31"/>
                  </a:lnTo>
                  <a:lnTo>
                    <a:pt x="67" y="31"/>
                  </a:lnTo>
                  <a:lnTo>
                    <a:pt x="67" y="41"/>
                  </a:lnTo>
                  <a:lnTo>
                    <a:pt x="60" y="41"/>
                  </a:lnTo>
                  <a:lnTo>
                    <a:pt x="38" y="59"/>
                  </a:lnTo>
                  <a:lnTo>
                    <a:pt x="62" y="84"/>
                  </a:lnTo>
                  <a:lnTo>
                    <a:pt x="69" y="84"/>
                  </a:lnTo>
                  <a:lnTo>
                    <a:pt x="69" y="94"/>
                  </a:lnTo>
                  <a:lnTo>
                    <a:pt x="39" y="94"/>
                  </a:lnTo>
                  <a:lnTo>
                    <a:pt x="39" y="84"/>
                  </a:lnTo>
                  <a:lnTo>
                    <a:pt x="46" y="84"/>
                  </a:lnTo>
                  <a:lnTo>
                    <a:pt x="24" y="62"/>
                  </a:lnTo>
                  <a:lnTo>
                    <a:pt x="24" y="84"/>
                  </a:lnTo>
                  <a:lnTo>
                    <a:pt x="31" y="84"/>
                  </a:lnTo>
                  <a:lnTo>
                    <a:pt x="31" y="94"/>
                  </a:lnTo>
                  <a:lnTo>
                    <a:pt x="2" y="94"/>
                  </a:lnTo>
                  <a:lnTo>
                    <a:pt x="2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" name="Freeform 10">
              <a:extLst>
                <a:ext uri="{FF2B5EF4-FFF2-40B4-BE49-F238E27FC236}">
                  <a16:creationId xmlns:a16="http://schemas.microsoft.com/office/drawing/2014/main" id="{A1F03F41-B38D-4F83-ACB7-7CB825ECCF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635663" y="12653963"/>
              <a:ext cx="117475" cy="149225"/>
            </a:xfrm>
            <a:custGeom>
              <a:avLst/>
              <a:gdLst>
                <a:gd name="T0" fmla="*/ 3 w 153"/>
                <a:gd name="T1" fmla="*/ 173 h 194"/>
                <a:gd name="T2" fmla="*/ 18 w 153"/>
                <a:gd name="T3" fmla="*/ 173 h 194"/>
                <a:gd name="T4" fmla="*/ 19 w 153"/>
                <a:gd name="T5" fmla="*/ 21 h 194"/>
                <a:gd name="T6" fmla="*/ 0 w 153"/>
                <a:gd name="T7" fmla="*/ 21 h 194"/>
                <a:gd name="T8" fmla="*/ 0 w 153"/>
                <a:gd name="T9" fmla="*/ 0 h 194"/>
                <a:gd name="T10" fmla="*/ 48 w 153"/>
                <a:gd name="T11" fmla="*/ 0 h 194"/>
                <a:gd name="T12" fmla="*/ 48 w 153"/>
                <a:gd name="T13" fmla="*/ 63 h 194"/>
                <a:gd name="T14" fmla="*/ 44 w 153"/>
                <a:gd name="T15" fmla="*/ 92 h 194"/>
                <a:gd name="T16" fmla="*/ 45 w 153"/>
                <a:gd name="T17" fmla="*/ 92 h 194"/>
                <a:gd name="T18" fmla="*/ 91 w 153"/>
                <a:gd name="T19" fmla="*/ 60 h 194"/>
                <a:gd name="T20" fmla="*/ 137 w 153"/>
                <a:gd name="T21" fmla="*/ 110 h 194"/>
                <a:gd name="T22" fmla="*/ 136 w 153"/>
                <a:gd name="T23" fmla="*/ 173 h 194"/>
                <a:gd name="T24" fmla="*/ 153 w 153"/>
                <a:gd name="T25" fmla="*/ 173 h 194"/>
                <a:gd name="T26" fmla="*/ 153 w 153"/>
                <a:gd name="T27" fmla="*/ 194 h 194"/>
                <a:gd name="T28" fmla="*/ 93 w 153"/>
                <a:gd name="T29" fmla="*/ 194 h 194"/>
                <a:gd name="T30" fmla="*/ 93 w 153"/>
                <a:gd name="T31" fmla="*/ 173 h 194"/>
                <a:gd name="T32" fmla="*/ 107 w 153"/>
                <a:gd name="T33" fmla="*/ 173 h 194"/>
                <a:gd name="T34" fmla="*/ 108 w 153"/>
                <a:gd name="T35" fmla="*/ 115 h 194"/>
                <a:gd name="T36" fmla="*/ 82 w 153"/>
                <a:gd name="T37" fmla="*/ 83 h 194"/>
                <a:gd name="T38" fmla="*/ 47 w 153"/>
                <a:gd name="T39" fmla="*/ 123 h 194"/>
                <a:gd name="T40" fmla="*/ 46 w 153"/>
                <a:gd name="T41" fmla="*/ 173 h 194"/>
                <a:gd name="T42" fmla="*/ 64 w 153"/>
                <a:gd name="T43" fmla="*/ 173 h 194"/>
                <a:gd name="T44" fmla="*/ 64 w 153"/>
                <a:gd name="T45" fmla="*/ 194 h 194"/>
                <a:gd name="T46" fmla="*/ 3 w 153"/>
                <a:gd name="T47" fmla="*/ 194 h 194"/>
                <a:gd name="T48" fmla="*/ 3 w 153"/>
                <a:gd name="T49" fmla="*/ 1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3" h="194">
                  <a:moveTo>
                    <a:pt x="3" y="173"/>
                  </a:moveTo>
                  <a:cubicBezTo>
                    <a:pt x="18" y="173"/>
                    <a:pt x="18" y="173"/>
                    <a:pt x="18" y="173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71"/>
                    <a:pt x="46" y="81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50" y="75"/>
                    <a:pt x="65" y="60"/>
                    <a:pt x="91" y="60"/>
                  </a:cubicBezTo>
                  <a:cubicBezTo>
                    <a:pt x="122" y="60"/>
                    <a:pt x="137" y="79"/>
                    <a:pt x="137" y="110"/>
                  </a:cubicBezTo>
                  <a:cubicBezTo>
                    <a:pt x="137" y="131"/>
                    <a:pt x="136" y="152"/>
                    <a:pt x="136" y="173"/>
                  </a:cubicBezTo>
                  <a:cubicBezTo>
                    <a:pt x="153" y="173"/>
                    <a:pt x="153" y="173"/>
                    <a:pt x="153" y="173"/>
                  </a:cubicBezTo>
                  <a:cubicBezTo>
                    <a:pt x="153" y="194"/>
                    <a:pt x="153" y="194"/>
                    <a:pt x="153" y="194"/>
                  </a:cubicBezTo>
                  <a:cubicBezTo>
                    <a:pt x="93" y="194"/>
                    <a:pt x="93" y="194"/>
                    <a:pt x="93" y="194"/>
                  </a:cubicBezTo>
                  <a:cubicBezTo>
                    <a:pt x="93" y="173"/>
                    <a:pt x="93" y="173"/>
                    <a:pt x="93" y="173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8" y="154"/>
                    <a:pt x="108" y="134"/>
                    <a:pt x="108" y="115"/>
                  </a:cubicBezTo>
                  <a:cubicBezTo>
                    <a:pt x="108" y="97"/>
                    <a:pt x="100" y="83"/>
                    <a:pt x="82" y="83"/>
                  </a:cubicBezTo>
                  <a:cubicBezTo>
                    <a:pt x="63" y="83"/>
                    <a:pt x="48" y="99"/>
                    <a:pt x="47" y="123"/>
                  </a:cubicBezTo>
                  <a:cubicBezTo>
                    <a:pt x="46" y="173"/>
                    <a:pt x="46" y="173"/>
                    <a:pt x="46" y="173"/>
                  </a:cubicBezTo>
                  <a:cubicBezTo>
                    <a:pt x="64" y="173"/>
                    <a:pt x="64" y="173"/>
                    <a:pt x="64" y="173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3" y="194"/>
                    <a:pt x="3" y="194"/>
                    <a:pt x="3" y="194"/>
                  </a:cubicBezTo>
                  <a:lnTo>
                    <a:pt x="3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" name="Freeform 11">
              <a:extLst>
                <a:ext uri="{FF2B5EF4-FFF2-40B4-BE49-F238E27FC236}">
                  <a16:creationId xmlns:a16="http://schemas.microsoft.com/office/drawing/2014/main" id="{FD9C5B5F-5C9D-4BD2-B617-6F16C2EAA9A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764250" y="12700000"/>
              <a:ext cx="101600" cy="106362"/>
            </a:xfrm>
            <a:custGeom>
              <a:avLst/>
              <a:gdLst>
                <a:gd name="T0" fmla="*/ 68 w 133"/>
                <a:gd name="T1" fmla="*/ 0 h 137"/>
                <a:gd name="T2" fmla="*/ 133 w 133"/>
                <a:gd name="T3" fmla="*/ 69 h 137"/>
                <a:gd name="T4" fmla="*/ 65 w 133"/>
                <a:gd name="T5" fmla="*/ 137 h 137"/>
                <a:gd name="T6" fmla="*/ 0 w 133"/>
                <a:gd name="T7" fmla="*/ 71 h 137"/>
                <a:gd name="T8" fmla="*/ 68 w 133"/>
                <a:gd name="T9" fmla="*/ 0 h 137"/>
                <a:gd name="T10" fmla="*/ 66 w 133"/>
                <a:gd name="T11" fmla="*/ 113 h 137"/>
                <a:gd name="T12" fmla="*/ 103 w 133"/>
                <a:gd name="T13" fmla="*/ 66 h 137"/>
                <a:gd name="T14" fmla="*/ 68 w 133"/>
                <a:gd name="T15" fmla="*/ 23 h 137"/>
                <a:gd name="T16" fmla="*/ 29 w 133"/>
                <a:gd name="T17" fmla="*/ 70 h 137"/>
                <a:gd name="T18" fmla="*/ 66 w 133"/>
                <a:gd name="T19" fmla="*/ 11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7">
                  <a:moveTo>
                    <a:pt x="68" y="0"/>
                  </a:moveTo>
                  <a:cubicBezTo>
                    <a:pt x="117" y="0"/>
                    <a:pt x="133" y="37"/>
                    <a:pt x="133" y="69"/>
                  </a:cubicBezTo>
                  <a:cubicBezTo>
                    <a:pt x="133" y="106"/>
                    <a:pt x="110" y="137"/>
                    <a:pt x="65" y="137"/>
                  </a:cubicBezTo>
                  <a:cubicBezTo>
                    <a:pt x="18" y="137"/>
                    <a:pt x="0" y="104"/>
                    <a:pt x="0" y="71"/>
                  </a:cubicBezTo>
                  <a:cubicBezTo>
                    <a:pt x="0" y="28"/>
                    <a:pt x="28" y="0"/>
                    <a:pt x="68" y="0"/>
                  </a:cubicBezTo>
                  <a:moveTo>
                    <a:pt x="66" y="113"/>
                  </a:moveTo>
                  <a:cubicBezTo>
                    <a:pt x="92" y="113"/>
                    <a:pt x="103" y="92"/>
                    <a:pt x="103" y="66"/>
                  </a:cubicBezTo>
                  <a:cubicBezTo>
                    <a:pt x="103" y="36"/>
                    <a:pt x="87" y="23"/>
                    <a:pt x="68" y="23"/>
                  </a:cubicBezTo>
                  <a:cubicBezTo>
                    <a:pt x="40" y="23"/>
                    <a:pt x="29" y="47"/>
                    <a:pt x="29" y="70"/>
                  </a:cubicBezTo>
                  <a:cubicBezTo>
                    <a:pt x="29" y="92"/>
                    <a:pt x="40" y="113"/>
                    <a:pt x="66" y="1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" name="Freeform 12">
              <a:extLst>
                <a:ext uri="{FF2B5EF4-FFF2-40B4-BE49-F238E27FC236}">
                  <a16:creationId xmlns:a16="http://schemas.microsoft.com/office/drawing/2014/main" id="{078D7CA6-5DA2-4E88-8118-5DD3441610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875375" y="12653963"/>
              <a:ext cx="52387" cy="149225"/>
            </a:xfrm>
            <a:custGeom>
              <a:avLst/>
              <a:gdLst>
                <a:gd name="T0" fmla="*/ 3 w 33"/>
                <a:gd name="T1" fmla="*/ 84 h 94"/>
                <a:gd name="T2" fmla="*/ 11 w 33"/>
                <a:gd name="T3" fmla="*/ 84 h 94"/>
                <a:gd name="T4" fmla="*/ 11 w 33"/>
                <a:gd name="T5" fmla="*/ 11 h 94"/>
                <a:gd name="T6" fmla="*/ 0 w 33"/>
                <a:gd name="T7" fmla="*/ 11 h 94"/>
                <a:gd name="T8" fmla="*/ 0 w 33"/>
                <a:gd name="T9" fmla="*/ 0 h 94"/>
                <a:gd name="T10" fmla="*/ 25 w 33"/>
                <a:gd name="T11" fmla="*/ 0 h 94"/>
                <a:gd name="T12" fmla="*/ 24 w 33"/>
                <a:gd name="T13" fmla="*/ 84 h 94"/>
                <a:gd name="T14" fmla="*/ 33 w 33"/>
                <a:gd name="T15" fmla="*/ 84 h 94"/>
                <a:gd name="T16" fmla="*/ 33 w 33"/>
                <a:gd name="T17" fmla="*/ 94 h 94"/>
                <a:gd name="T18" fmla="*/ 3 w 33"/>
                <a:gd name="T19" fmla="*/ 94 h 94"/>
                <a:gd name="T20" fmla="*/ 3 w 33"/>
                <a:gd name="T21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94">
                  <a:moveTo>
                    <a:pt x="3" y="84"/>
                  </a:moveTo>
                  <a:lnTo>
                    <a:pt x="11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5" y="0"/>
                  </a:lnTo>
                  <a:lnTo>
                    <a:pt x="24" y="84"/>
                  </a:lnTo>
                  <a:lnTo>
                    <a:pt x="33" y="84"/>
                  </a:lnTo>
                  <a:lnTo>
                    <a:pt x="33" y="94"/>
                  </a:lnTo>
                  <a:lnTo>
                    <a:pt x="3" y="94"/>
                  </a:lnTo>
                  <a:lnTo>
                    <a:pt x="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5" name="Freeform 13">
              <a:extLst>
                <a:ext uri="{FF2B5EF4-FFF2-40B4-BE49-F238E27FC236}">
                  <a16:creationId xmlns:a16="http://schemas.microsoft.com/office/drawing/2014/main" id="{FF34B4AF-A1CF-40A2-9D47-8B25F810A5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40463" y="12700000"/>
              <a:ext cx="180975" cy="103187"/>
            </a:xfrm>
            <a:custGeom>
              <a:avLst/>
              <a:gdLst>
                <a:gd name="T0" fmla="*/ 3 w 236"/>
                <a:gd name="T1" fmla="*/ 113 h 134"/>
                <a:gd name="T2" fmla="*/ 17 w 236"/>
                <a:gd name="T3" fmla="*/ 113 h 134"/>
                <a:gd name="T4" fmla="*/ 18 w 236"/>
                <a:gd name="T5" fmla="*/ 23 h 134"/>
                <a:gd name="T6" fmla="*/ 0 w 236"/>
                <a:gd name="T7" fmla="*/ 23 h 134"/>
                <a:gd name="T8" fmla="*/ 0 w 236"/>
                <a:gd name="T9" fmla="*/ 3 h 134"/>
                <a:gd name="T10" fmla="*/ 46 w 236"/>
                <a:gd name="T11" fmla="*/ 3 h 134"/>
                <a:gd name="T12" fmla="*/ 44 w 236"/>
                <a:gd name="T13" fmla="*/ 32 h 134"/>
                <a:gd name="T14" fmla="*/ 44 w 236"/>
                <a:gd name="T15" fmla="*/ 32 h 134"/>
                <a:gd name="T16" fmla="*/ 89 w 236"/>
                <a:gd name="T17" fmla="*/ 0 h 134"/>
                <a:gd name="T18" fmla="*/ 129 w 236"/>
                <a:gd name="T19" fmla="*/ 29 h 134"/>
                <a:gd name="T20" fmla="*/ 130 w 236"/>
                <a:gd name="T21" fmla="*/ 29 h 134"/>
                <a:gd name="T22" fmla="*/ 175 w 236"/>
                <a:gd name="T23" fmla="*/ 0 h 134"/>
                <a:gd name="T24" fmla="*/ 220 w 236"/>
                <a:gd name="T25" fmla="*/ 50 h 134"/>
                <a:gd name="T26" fmla="*/ 219 w 236"/>
                <a:gd name="T27" fmla="*/ 113 h 134"/>
                <a:gd name="T28" fmla="*/ 236 w 236"/>
                <a:gd name="T29" fmla="*/ 113 h 134"/>
                <a:gd name="T30" fmla="*/ 236 w 236"/>
                <a:gd name="T31" fmla="*/ 134 h 134"/>
                <a:gd name="T32" fmla="*/ 176 w 236"/>
                <a:gd name="T33" fmla="*/ 134 h 134"/>
                <a:gd name="T34" fmla="*/ 176 w 236"/>
                <a:gd name="T35" fmla="*/ 113 h 134"/>
                <a:gd name="T36" fmla="*/ 191 w 236"/>
                <a:gd name="T37" fmla="*/ 113 h 134"/>
                <a:gd name="T38" fmla="*/ 192 w 236"/>
                <a:gd name="T39" fmla="*/ 55 h 134"/>
                <a:gd name="T40" fmla="*/ 165 w 236"/>
                <a:gd name="T41" fmla="*/ 23 h 134"/>
                <a:gd name="T42" fmla="*/ 133 w 236"/>
                <a:gd name="T43" fmla="*/ 63 h 134"/>
                <a:gd name="T44" fmla="*/ 133 w 236"/>
                <a:gd name="T45" fmla="*/ 113 h 134"/>
                <a:gd name="T46" fmla="*/ 149 w 236"/>
                <a:gd name="T47" fmla="*/ 113 h 134"/>
                <a:gd name="T48" fmla="*/ 149 w 236"/>
                <a:gd name="T49" fmla="*/ 134 h 134"/>
                <a:gd name="T50" fmla="*/ 90 w 236"/>
                <a:gd name="T51" fmla="*/ 134 h 134"/>
                <a:gd name="T52" fmla="*/ 90 w 236"/>
                <a:gd name="T53" fmla="*/ 113 h 134"/>
                <a:gd name="T54" fmla="*/ 104 w 236"/>
                <a:gd name="T55" fmla="*/ 113 h 134"/>
                <a:gd name="T56" fmla="*/ 105 w 236"/>
                <a:gd name="T57" fmla="*/ 60 h 134"/>
                <a:gd name="T58" fmla="*/ 79 w 236"/>
                <a:gd name="T59" fmla="*/ 23 h 134"/>
                <a:gd name="T60" fmla="*/ 46 w 236"/>
                <a:gd name="T61" fmla="*/ 63 h 134"/>
                <a:gd name="T62" fmla="*/ 46 w 236"/>
                <a:gd name="T63" fmla="*/ 113 h 134"/>
                <a:gd name="T64" fmla="*/ 63 w 236"/>
                <a:gd name="T65" fmla="*/ 113 h 134"/>
                <a:gd name="T66" fmla="*/ 63 w 236"/>
                <a:gd name="T67" fmla="*/ 134 h 134"/>
                <a:gd name="T68" fmla="*/ 3 w 236"/>
                <a:gd name="T69" fmla="*/ 134 h 134"/>
                <a:gd name="T70" fmla="*/ 3 w 236"/>
                <a:gd name="T71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6" h="134">
                  <a:moveTo>
                    <a:pt x="3" y="113"/>
                  </a:moveTo>
                  <a:cubicBezTo>
                    <a:pt x="17" y="113"/>
                    <a:pt x="17" y="113"/>
                    <a:pt x="17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5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9" y="12"/>
                    <a:pt x="67" y="0"/>
                    <a:pt x="89" y="0"/>
                  </a:cubicBezTo>
                  <a:cubicBezTo>
                    <a:pt x="115" y="0"/>
                    <a:pt x="127" y="13"/>
                    <a:pt x="129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6" y="10"/>
                    <a:pt x="153" y="0"/>
                    <a:pt x="175" y="0"/>
                  </a:cubicBezTo>
                  <a:cubicBezTo>
                    <a:pt x="205" y="0"/>
                    <a:pt x="220" y="19"/>
                    <a:pt x="220" y="50"/>
                  </a:cubicBezTo>
                  <a:cubicBezTo>
                    <a:pt x="220" y="71"/>
                    <a:pt x="220" y="92"/>
                    <a:pt x="219" y="113"/>
                  </a:cubicBezTo>
                  <a:cubicBezTo>
                    <a:pt x="236" y="113"/>
                    <a:pt x="236" y="113"/>
                    <a:pt x="236" y="113"/>
                  </a:cubicBezTo>
                  <a:cubicBezTo>
                    <a:pt x="236" y="134"/>
                    <a:pt x="236" y="134"/>
                    <a:pt x="236" y="134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91" y="113"/>
                    <a:pt x="191" y="113"/>
                    <a:pt x="191" y="113"/>
                  </a:cubicBezTo>
                  <a:cubicBezTo>
                    <a:pt x="191" y="94"/>
                    <a:pt x="192" y="74"/>
                    <a:pt x="192" y="55"/>
                  </a:cubicBezTo>
                  <a:cubicBezTo>
                    <a:pt x="192" y="37"/>
                    <a:pt x="183" y="23"/>
                    <a:pt x="165" y="23"/>
                  </a:cubicBezTo>
                  <a:cubicBezTo>
                    <a:pt x="146" y="23"/>
                    <a:pt x="134" y="39"/>
                    <a:pt x="133" y="63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9" y="134"/>
                    <a:pt x="149" y="134"/>
                    <a:pt x="149" y="134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5" y="40"/>
                    <a:pt x="100" y="23"/>
                    <a:pt x="79" y="23"/>
                  </a:cubicBezTo>
                  <a:cubicBezTo>
                    <a:pt x="62" y="23"/>
                    <a:pt x="46" y="39"/>
                    <a:pt x="46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6" name="Freeform 14">
              <a:extLst>
                <a:ext uri="{FF2B5EF4-FFF2-40B4-BE49-F238E27FC236}">
                  <a16:creationId xmlns:a16="http://schemas.microsoft.com/office/drawing/2014/main" id="{BF51F08B-07F6-4610-9B87-CC0B57F0785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89700" y="12668250"/>
              <a:ext cx="119062" cy="134937"/>
            </a:xfrm>
            <a:custGeom>
              <a:avLst/>
              <a:gdLst>
                <a:gd name="T0" fmla="*/ 0 w 154"/>
                <a:gd name="T1" fmla="*/ 156 h 177"/>
                <a:gd name="T2" fmla="*/ 18 w 154"/>
                <a:gd name="T3" fmla="*/ 156 h 177"/>
                <a:gd name="T4" fmla="*/ 19 w 154"/>
                <a:gd name="T5" fmla="*/ 21 h 177"/>
                <a:gd name="T6" fmla="*/ 0 w 154"/>
                <a:gd name="T7" fmla="*/ 21 h 177"/>
                <a:gd name="T8" fmla="*/ 0 w 154"/>
                <a:gd name="T9" fmla="*/ 0 h 177"/>
                <a:gd name="T10" fmla="*/ 79 w 154"/>
                <a:gd name="T11" fmla="*/ 0 h 177"/>
                <a:gd name="T12" fmla="*/ 132 w 154"/>
                <a:gd name="T13" fmla="*/ 47 h 177"/>
                <a:gd name="T14" fmla="*/ 90 w 154"/>
                <a:gd name="T15" fmla="*/ 94 h 177"/>
                <a:gd name="T16" fmla="*/ 90 w 154"/>
                <a:gd name="T17" fmla="*/ 94 h 177"/>
                <a:gd name="T18" fmla="*/ 112 w 154"/>
                <a:gd name="T19" fmla="*/ 113 h 177"/>
                <a:gd name="T20" fmla="*/ 132 w 154"/>
                <a:gd name="T21" fmla="*/ 145 h 177"/>
                <a:gd name="T22" fmla="*/ 147 w 154"/>
                <a:gd name="T23" fmla="*/ 156 h 177"/>
                <a:gd name="T24" fmla="*/ 154 w 154"/>
                <a:gd name="T25" fmla="*/ 156 h 177"/>
                <a:gd name="T26" fmla="*/ 154 w 154"/>
                <a:gd name="T27" fmla="*/ 177 h 177"/>
                <a:gd name="T28" fmla="*/ 137 w 154"/>
                <a:gd name="T29" fmla="*/ 177 h 177"/>
                <a:gd name="T30" fmla="*/ 105 w 154"/>
                <a:gd name="T31" fmla="*/ 158 h 177"/>
                <a:gd name="T32" fmla="*/ 81 w 154"/>
                <a:gd name="T33" fmla="*/ 117 h 177"/>
                <a:gd name="T34" fmla="*/ 62 w 154"/>
                <a:gd name="T35" fmla="*/ 102 h 177"/>
                <a:gd name="T36" fmla="*/ 47 w 154"/>
                <a:gd name="T37" fmla="*/ 102 h 177"/>
                <a:gd name="T38" fmla="*/ 46 w 154"/>
                <a:gd name="T39" fmla="*/ 156 h 177"/>
                <a:gd name="T40" fmla="*/ 66 w 154"/>
                <a:gd name="T41" fmla="*/ 156 h 177"/>
                <a:gd name="T42" fmla="*/ 66 w 154"/>
                <a:gd name="T43" fmla="*/ 177 h 177"/>
                <a:gd name="T44" fmla="*/ 0 w 154"/>
                <a:gd name="T45" fmla="*/ 177 h 177"/>
                <a:gd name="T46" fmla="*/ 0 w 154"/>
                <a:gd name="T47" fmla="*/ 156 h 177"/>
                <a:gd name="T48" fmla="*/ 68 w 154"/>
                <a:gd name="T49" fmla="*/ 79 h 177"/>
                <a:gd name="T50" fmla="*/ 102 w 154"/>
                <a:gd name="T51" fmla="*/ 50 h 177"/>
                <a:gd name="T52" fmla="*/ 70 w 154"/>
                <a:gd name="T53" fmla="*/ 21 h 177"/>
                <a:gd name="T54" fmla="*/ 47 w 154"/>
                <a:gd name="T55" fmla="*/ 21 h 177"/>
                <a:gd name="T56" fmla="*/ 47 w 154"/>
                <a:gd name="T57" fmla="*/ 79 h 177"/>
                <a:gd name="T58" fmla="*/ 68 w 154"/>
                <a:gd name="T59" fmla="*/ 7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4" h="177">
                  <a:moveTo>
                    <a:pt x="0" y="156"/>
                  </a:moveTo>
                  <a:cubicBezTo>
                    <a:pt x="18" y="156"/>
                    <a:pt x="18" y="156"/>
                    <a:pt x="18" y="156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115" y="0"/>
                    <a:pt x="132" y="21"/>
                    <a:pt x="132" y="47"/>
                  </a:cubicBezTo>
                  <a:cubicBezTo>
                    <a:pt x="132" y="77"/>
                    <a:pt x="112" y="91"/>
                    <a:pt x="90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100" y="95"/>
                    <a:pt x="106" y="103"/>
                    <a:pt x="112" y="113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7" y="154"/>
                    <a:pt x="141" y="156"/>
                    <a:pt x="147" y="156"/>
                  </a:cubicBezTo>
                  <a:cubicBezTo>
                    <a:pt x="154" y="156"/>
                    <a:pt x="154" y="156"/>
                    <a:pt x="154" y="156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37" y="177"/>
                    <a:pt x="137" y="177"/>
                    <a:pt x="137" y="177"/>
                  </a:cubicBezTo>
                  <a:cubicBezTo>
                    <a:pt x="122" y="177"/>
                    <a:pt x="116" y="175"/>
                    <a:pt x="105" y="158"/>
                  </a:cubicBezTo>
                  <a:cubicBezTo>
                    <a:pt x="81" y="117"/>
                    <a:pt x="81" y="117"/>
                    <a:pt x="81" y="117"/>
                  </a:cubicBezTo>
                  <a:cubicBezTo>
                    <a:pt x="74" y="104"/>
                    <a:pt x="70" y="102"/>
                    <a:pt x="62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0" y="177"/>
                    <a:pt x="0" y="177"/>
                    <a:pt x="0" y="177"/>
                  </a:cubicBezTo>
                  <a:lnTo>
                    <a:pt x="0" y="156"/>
                  </a:lnTo>
                  <a:close/>
                  <a:moveTo>
                    <a:pt x="68" y="79"/>
                  </a:moveTo>
                  <a:cubicBezTo>
                    <a:pt x="88" y="79"/>
                    <a:pt x="102" y="69"/>
                    <a:pt x="102" y="50"/>
                  </a:cubicBezTo>
                  <a:cubicBezTo>
                    <a:pt x="102" y="32"/>
                    <a:pt x="91" y="21"/>
                    <a:pt x="70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79"/>
                    <a:pt x="47" y="79"/>
                    <a:pt x="47" y="79"/>
                  </a:cubicBezTo>
                  <a:lnTo>
                    <a:pt x="68" y="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7" name="Freeform 15">
              <a:extLst>
                <a:ext uri="{FF2B5EF4-FFF2-40B4-BE49-F238E27FC236}">
                  <a16:creationId xmlns:a16="http://schemas.microsoft.com/office/drawing/2014/main" id="{951C70F9-06FA-4CA8-9063-BB13E5AE8C8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15113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4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4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8" name="Freeform 16">
              <a:extLst>
                <a:ext uri="{FF2B5EF4-FFF2-40B4-BE49-F238E27FC236}">
                  <a16:creationId xmlns:a16="http://schemas.microsoft.com/office/drawing/2014/main" id="{FBBE65CF-4ECE-4F4C-BA70-CA9978140A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24650" y="12700000"/>
              <a:ext cx="82550" cy="106362"/>
            </a:xfrm>
            <a:custGeom>
              <a:avLst/>
              <a:gdLst>
                <a:gd name="T0" fmla="*/ 77 w 109"/>
                <a:gd name="T1" fmla="*/ 40 h 137"/>
                <a:gd name="T2" fmla="*/ 76 w 109"/>
                <a:gd name="T3" fmla="*/ 25 h 137"/>
                <a:gd name="T4" fmla="*/ 55 w 109"/>
                <a:gd name="T5" fmla="*/ 20 h 137"/>
                <a:gd name="T6" fmla="*/ 28 w 109"/>
                <a:gd name="T7" fmla="*/ 36 h 137"/>
                <a:gd name="T8" fmla="*/ 45 w 109"/>
                <a:gd name="T9" fmla="*/ 51 h 137"/>
                <a:gd name="T10" fmla="*/ 77 w 109"/>
                <a:gd name="T11" fmla="*/ 57 h 137"/>
                <a:gd name="T12" fmla="*/ 109 w 109"/>
                <a:gd name="T13" fmla="*/ 93 h 137"/>
                <a:gd name="T14" fmla="*/ 50 w 109"/>
                <a:gd name="T15" fmla="*/ 137 h 137"/>
                <a:gd name="T16" fmla="*/ 2 w 109"/>
                <a:gd name="T17" fmla="*/ 129 h 137"/>
                <a:gd name="T18" fmla="*/ 2 w 109"/>
                <a:gd name="T19" fmla="*/ 93 h 137"/>
                <a:gd name="T20" fmla="*/ 27 w 109"/>
                <a:gd name="T21" fmla="*/ 93 h 137"/>
                <a:gd name="T22" fmla="*/ 28 w 109"/>
                <a:gd name="T23" fmla="*/ 111 h 137"/>
                <a:gd name="T24" fmla="*/ 56 w 109"/>
                <a:gd name="T25" fmla="*/ 116 h 137"/>
                <a:gd name="T26" fmla="*/ 82 w 109"/>
                <a:gd name="T27" fmla="*/ 98 h 137"/>
                <a:gd name="T28" fmla="*/ 63 w 109"/>
                <a:gd name="T29" fmla="*/ 81 h 137"/>
                <a:gd name="T30" fmla="*/ 42 w 109"/>
                <a:gd name="T31" fmla="*/ 77 h 137"/>
                <a:gd name="T32" fmla="*/ 0 w 109"/>
                <a:gd name="T33" fmla="*/ 41 h 137"/>
                <a:gd name="T34" fmla="*/ 56 w 109"/>
                <a:gd name="T35" fmla="*/ 0 h 137"/>
                <a:gd name="T36" fmla="*/ 101 w 109"/>
                <a:gd name="T37" fmla="*/ 8 h 137"/>
                <a:gd name="T38" fmla="*/ 102 w 109"/>
                <a:gd name="T39" fmla="*/ 40 h 137"/>
                <a:gd name="T40" fmla="*/ 77 w 109"/>
                <a:gd name="T41" fmla="*/ 4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37">
                  <a:moveTo>
                    <a:pt x="77" y="40"/>
                  </a:moveTo>
                  <a:cubicBezTo>
                    <a:pt x="76" y="25"/>
                    <a:pt x="76" y="25"/>
                    <a:pt x="76" y="25"/>
                  </a:cubicBezTo>
                  <a:cubicBezTo>
                    <a:pt x="72" y="22"/>
                    <a:pt x="66" y="20"/>
                    <a:pt x="55" y="20"/>
                  </a:cubicBezTo>
                  <a:cubicBezTo>
                    <a:pt x="42" y="20"/>
                    <a:pt x="28" y="23"/>
                    <a:pt x="28" y="36"/>
                  </a:cubicBezTo>
                  <a:cubicBezTo>
                    <a:pt x="28" y="46"/>
                    <a:pt x="37" y="49"/>
                    <a:pt x="45" y="51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92" y="60"/>
                    <a:pt x="109" y="66"/>
                    <a:pt x="109" y="93"/>
                  </a:cubicBezTo>
                  <a:cubicBezTo>
                    <a:pt x="109" y="128"/>
                    <a:pt x="79" y="137"/>
                    <a:pt x="50" y="137"/>
                  </a:cubicBezTo>
                  <a:cubicBezTo>
                    <a:pt x="28" y="137"/>
                    <a:pt x="11" y="132"/>
                    <a:pt x="2" y="129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33" y="112"/>
                    <a:pt x="41" y="116"/>
                    <a:pt x="56" y="116"/>
                  </a:cubicBezTo>
                  <a:cubicBezTo>
                    <a:pt x="69" y="116"/>
                    <a:pt x="82" y="111"/>
                    <a:pt x="82" y="98"/>
                  </a:cubicBezTo>
                  <a:cubicBezTo>
                    <a:pt x="82" y="87"/>
                    <a:pt x="74" y="83"/>
                    <a:pt x="63" y="81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22" y="73"/>
                    <a:pt x="0" y="66"/>
                    <a:pt x="0" y="41"/>
                  </a:cubicBezTo>
                  <a:cubicBezTo>
                    <a:pt x="0" y="10"/>
                    <a:pt x="27" y="0"/>
                    <a:pt x="56" y="0"/>
                  </a:cubicBezTo>
                  <a:cubicBezTo>
                    <a:pt x="77" y="0"/>
                    <a:pt x="94" y="6"/>
                    <a:pt x="101" y="8"/>
                  </a:cubicBezTo>
                  <a:cubicBezTo>
                    <a:pt x="102" y="40"/>
                    <a:pt x="102" y="40"/>
                    <a:pt x="102" y="40"/>
                  </a:cubicBezTo>
                  <a:lnTo>
                    <a:pt x="77" y="4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9" name="Freeform 17">
              <a:extLst>
                <a:ext uri="{FF2B5EF4-FFF2-40B4-BE49-F238E27FC236}">
                  <a16:creationId xmlns:a16="http://schemas.microsoft.com/office/drawing/2014/main" id="{CB98CA3B-8E40-4011-818E-B3D61191412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521488" y="12652375"/>
              <a:ext cx="50800" cy="150812"/>
            </a:xfrm>
            <a:custGeom>
              <a:avLst/>
              <a:gdLst>
                <a:gd name="T0" fmla="*/ 3 w 66"/>
                <a:gd name="T1" fmla="*/ 176 h 197"/>
                <a:gd name="T2" fmla="*/ 20 w 66"/>
                <a:gd name="T3" fmla="*/ 176 h 197"/>
                <a:gd name="T4" fmla="*/ 20 w 66"/>
                <a:gd name="T5" fmla="*/ 86 h 197"/>
                <a:gd name="T6" fmla="*/ 0 w 66"/>
                <a:gd name="T7" fmla="*/ 86 h 197"/>
                <a:gd name="T8" fmla="*/ 0 w 66"/>
                <a:gd name="T9" fmla="*/ 66 h 197"/>
                <a:gd name="T10" fmla="*/ 49 w 66"/>
                <a:gd name="T11" fmla="*/ 66 h 197"/>
                <a:gd name="T12" fmla="*/ 48 w 66"/>
                <a:gd name="T13" fmla="*/ 176 h 197"/>
                <a:gd name="T14" fmla="*/ 66 w 66"/>
                <a:gd name="T15" fmla="*/ 176 h 197"/>
                <a:gd name="T16" fmla="*/ 66 w 66"/>
                <a:gd name="T17" fmla="*/ 197 h 197"/>
                <a:gd name="T18" fmla="*/ 3 w 66"/>
                <a:gd name="T19" fmla="*/ 197 h 197"/>
                <a:gd name="T20" fmla="*/ 3 w 66"/>
                <a:gd name="T21" fmla="*/ 176 h 197"/>
                <a:gd name="T22" fmla="*/ 34 w 66"/>
                <a:gd name="T23" fmla="*/ 0 h 197"/>
                <a:gd name="T24" fmla="*/ 54 w 66"/>
                <a:gd name="T25" fmla="*/ 19 h 197"/>
                <a:gd name="T26" fmla="*/ 34 w 66"/>
                <a:gd name="T27" fmla="*/ 39 h 197"/>
                <a:gd name="T28" fmla="*/ 15 w 66"/>
                <a:gd name="T29" fmla="*/ 19 h 197"/>
                <a:gd name="T30" fmla="*/ 34 w 66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97">
                  <a:moveTo>
                    <a:pt x="3" y="176"/>
                  </a:moveTo>
                  <a:cubicBezTo>
                    <a:pt x="20" y="176"/>
                    <a:pt x="20" y="176"/>
                    <a:pt x="20" y="17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176"/>
                    <a:pt x="48" y="176"/>
                    <a:pt x="48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3" y="197"/>
                    <a:pt x="3" y="197"/>
                    <a:pt x="3" y="197"/>
                  </a:cubicBezTo>
                  <a:lnTo>
                    <a:pt x="3" y="176"/>
                  </a:lnTo>
                  <a:close/>
                  <a:moveTo>
                    <a:pt x="34" y="0"/>
                  </a:moveTo>
                  <a:cubicBezTo>
                    <a:pt x="45" y="0"/>
                    <a:pt x="54" y="8"/>
                    <a:pt x="54" y="19"/>
                  </a:cubicBezTo>
                  <a:cubicBezTo>
                    <a:pt x="54" y="30"/>
                    <a:pt x="45" y="39"/>
                    <a:pt x="34" y="39"/>
                  </a:cubicBezTo>
                  <a:cubicBezTo>
                    <a:pt x="24" y="39"/>
                    <a:pt x="15" y="30"/>
                    <a:pt x="15" y="19"/>
                  </a:cubicBezTo>
                  <a:cubicBezTo>
                    <a:pt x="15" y="8"/>
                    <a:pt x="24" y="0"/>
                    <a:pt x="34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0" name="Freeform 18">
              <a:extLst>
                <a:ext uri="{FF2B5EF4-FFF2-40B4-BE49-F238E27FC236}">
                  <a16:creationId xmlns:a16="http://schemas.microsoft.com/office/drawing/2014/main" id="{BC5A3A5E-7CE9-467B-9028-E06E868C01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580225" y="12653963"/>
              <a:ext cx="52387" cy="149225"/>
            </a:xfrm>
            <a:custGeom>
              <a:avLst/>
              <a:gdLst>
                <a:gd name="T0" fmla="*/ 3 w 33"/>
                <a:gd name="T1" fmla="*/ 84 h 94"/>
                <a:gd name="T2" fmla="*/ 11 w 33"/>
                <a:gd name="T3" fmla="*/ 84 h 94"/>
                <a:gd name="T4" fmla="*/ 11 w 33"/>
                <a:gd name="T5" fmla="*/ 11 h 94"/>
                <a:gd name="T6" fmla="*/ 0 w 33"/>
                <a:gd name="T7" fmla="*/ 11 h 94"/>
                <a:gd name="T8" fmla="*/ 0 w 33"/>
                <a:gd name="T9" fmla="*/ 0 h 94"/>
                <a:gd name="T10" fmla="*/ 25 w 33"/>
                <a:gd name="T11" fmla="*/ 0 h 94"/>
                <a:gd name="T12" fmla="*/ 25 w 33"/>
                <a:gd name="T13" fmla="*/ 84 h 94"/>
                <a:gd name="T14" fmla="*/ 33 w 33"/>
                <a:gd name="T15" fmla="*/ 84 h 94"/>
                <a:gd name="T16" fmla="*/ 33 w 33"/>
                <a:gd name="T17" fmla="*/ 94 h 94"/>
                <a:gd name="T18" fmla="*/ 3 w 33"/>
                <a:gd name="T19" fmla="*/ 94 h 94"/>
                <a:gd name="T20" fmla="*/ 3 w 33"/>
                <a:gd name="T21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94">
                  <a:moveTo>
                    <a:pt x="3" y="84"/>
                  </a:moveTo>
                  <a:lnTo>
                    <a:pt x="11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5" y="0"/>
                  </a:lnTo>
                  <a:lnTo>
                    <a:pt x="25" y="84"/>
                  </a:lnTo>
                  <a:lnTo>
                    <a:pt x="33" y="84"/>
                  </a:lnTo>
                  <a:lnTo>
                    <a:pt x="33" y="94"/>
                  </a:lnTo>
                  <a:lnTo>
                    <a:pt x="3" y="94"/>
                  </a:lnTo>
                  <a:lnTo>
                    <a:pt x="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1" name="Freeform 19">
              <a:extLst>
                <a:ext uri="{FF2B5EF4-FFF2-40B4-BE49-F238E27FC236}">
                  <a16:creationId xmlns:a16="http://schemas.microsoft.com/office/drawing/2014/main" id="{9A2A0D43-BF42-4168-A607-35EF32092D7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43725" y="12652375"/>
              <a:ext cx="49212" cy="150812"/>
            </a:xfrm>
            <a:custGeom>
              <a:avLst/>
              <a:gdLst>
                <a:gd name="T0" fmla="*/ 3 w 66"/>
                <a:gd name="T1" fmla="*/ 176 h 197"/>
                <a:gd name="T2" fmla="*/ 20 w 66"/>
                <a:gd name="T3" fmla="*/ 176 h 197"/>
                <a:gd name="T4" fmla="*/ 20 w 66"/>
                <a:gd name="T5" fmla="*/ 86 h 197"/>
                <a:gd name="T6" fmla="*/ 0 w 66"/>
                <a:gd name="T7" fmla="*/ 86 h 197"/>
                <a:gd name="T8" fmla="*/ 0 w 66"/>
                <a:gd name="T9" fmla="*/ 66 h 197"/>
                <a:gd name="T10" fmla="*/ 49 w 66"/>
                <a:gd name="T11" fmla="*/ 66 h 197"/>
                <a:gd name="T12" fmla="*/ 48 w 66"/>
                <a:gd name="T13" fmla="*/ 176 h 197"/>
                <a:gd name="T14" fmla="*/ 66 w 66"/>
                <a:gd name="T15" fmla="*/ 176 h 197"/>
                <a:gd name="T16" fmla="*/ 66 w 66"/>
                <a:gd name="T17" fmla="*/ 197 h 197"/>
                <a:gd name="T18" fmla="*/ 3 w 66"/>
                <a:gd name="T19" fmla="*/ 197 h 197"/>
                <a:gd name="T20" fmla="*/ 3 w 66"/>
                <a:gd name="T21" fmla="*/ 176 h 197"/>
                <a:gd name="T22" fmla="*/ 34 w 66"/>
                <a:gd name="T23" fmla="*/ 0 h 197"/>
                <a:gd name="T24" fmla="*/ 54 w 66"/>
                <a:gd name="T25" fmla="*/ 19 h 197"/>
                <a:gd name="T26" fmla="*/ 34 w 66"/>
                <a:gd name="T27" fmla="*/ 39 h 197"/>
                <a:gd name="T28" fmla="*/ 15 w 66"/>
                <a:gd name="T29" fmla="*/ 19 h 197"/>
                <a:gd name="T30" fmla="*/ 34 w 66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97">
                  <a:moveTo>
                    <a:pt x="3" y="176"/>
                  </a:moveTo>
                  <a:cubicBezTo>
                    <a:pt x="20" y="176"/>
                    <a:pt x="20" y="176"/>
                    <a:pt x="20" y="17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176"/>
                    <a:pt x="48" y="176"/>
                    <a:pt x="48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3" y="197"/>
                    <a:pt x="3" y="197"/>
                    <a:pt x="3" y="197"/>
                  </a:cubicBezTo>
                  <a:lnTo>
                    <a:pt x="3" y="176"/>
                  </a:lnTo>
                  <a:close/>
                  <a:moveTo>
                    <a:pt x="34" y="0"/>
                  </a:moveTo>
                  <a:cubicBezTo>
                    <a:pt x="45" y="0"/>
                    <a:pt x="54" y="8"/>
                    <a:pt x="54" y="19"/>
                  </a:cubicBezTo>
                  <a:cubicBezTo>
                    <a:pt x="54" y="30"/>
                    <a:pt x="45" y="39"/>
                    <a:pt x="34" y="39"/>
                  </a:cubicBezTo>
                  <a:cubicBezTo>
                    <a:pt x="24" y="39"/>
                    <a:pt x="15" y="30"/>
                    <a:pt x="15" y="19"/>
                  </a:cubicBezTo>
                  <a:cubicBezTo>
                    <a:pt x="15" y="8"/>
                    <a:pt x="24" y="0"/>
                    <a:pt x="34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2" name="Freeform 20">
              <a:extLst>
                <a:ext uri="{FF2B5EF4-FFF2-40B4-BE49-F238E27FC236}">
                  <a16:creationId xmlns:a16="http://schemas.microsoft.com/office/drawing/2014/main" id="{4EF65446-ED64-4010-A4A4-1BDBF4F2544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05638" y="12700000"/>
              <a:ext cx="93662" cy="106362"/>
            </a:xfrm>
            <a:custGeom>
              <a:avLst/>
              <a:gdLst>
                <a:gd name="T0" fmla="*/ 116 w 124"/>
                <a:gd name="T1" fmla="*/ 128 h 137"/>
                <a:gd name="T2" fmla="*/ 69 w 124"/>
                <a:gd name="T3" fmla="*/ 137 h 137"/>
                <a:gd name="T4" fmla="*/ 0 w 124"/>
                <a:gd name="T5" fmla="*/ 69 h 137"/>
                <a:gd name="T6" fmla="*/ 65 w 124"/>
                <a:gd name="T7" fmla="*/ 0 h 137"/>
                <a:gd name="T8" fmla="*/ 124 w 124"/>
                <a:gd name="T9" fmla="*/ 69 h 137"/>
                <a:gd name="T10" fmla="*/ 124 w 124"/>
                <a:gd name="T11" fmla="*/ 73 h 137"/>
                <a:gd name="T12" fmla="*/ 30 w 124"/>
                <a:gd name="T13" fmla="*/ 73 h 137"/>
                <a:gd name="T14" fmla="*/ 75 w 124"/>
                <a:gd name="T15" fmla="*/ 115 h 137"/>
                <a:gd name="T16" fmla="*/ 117 w 124"/>
                <a:gd name="T17" fmla="*/ 105 h 137"/>
                <a:gd name="T18" fmla="*/ 116 w 124"/>
                <a:gd name="T19" fmla="*/ 128 h 137"/>
                <a:gd name="T20" fmla="*/ 94 w 124"/>
                <a:gd name="T21" fmla="*/ 54 h 137"/>
                <a:gd name="T22" fmla="*/ 94 w 124"/>
                <a:gd name="T23" fmla="*/ 51 h 137"/>
                <a:gd name="T24" fmla="*/ 63 w 124"/>
                <a:gd name="T25" fmla="*/ 20 h 137"/>
                <a:gd name="T26" fmla="*/ 30 w 124"/>
                <a:gd name="T27" fmla="*/ 54 h 137"/>
                <a:gd name="T28" fmla="*/ 94 w 124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4" h="137">
                  <a:moveTo>
                    <a:pt x="116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5" y="0"/>
                  </a:cubicBezTo>
                  <a:cubicBezTo>
                    <a:pt x="104" y="0"/>
                    <a:pt x="124" y="28"/>
                    <a:pt x="124" y="69"/>
                  </a:cubicBezTo>
                  <a:cubicBezTo>
                    <a:pt x="124" y="73"/>
                    <a:pt x="124" y="73"/>
                    <a:pt x="124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5" y="115"/>
                  </a:cubicBezTo>
                  <a:cubicBezTo>
                    <a:pt x="91" y="115"/>
                    <a:pt x="106" y="110"/>
                    <a:pt x="117" y="105"/>
                  </a:cubicBezTo>
                  <a:lnTo>
                    <a:pt x="116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3" name="Freeform 21">
              <a:extLst>
                <a:ext uri="{FF2B5EF4-FFF2-40B4-BE49-F238E27FC236}">
                  <a16:creationId xmlns:a16="http://schemas.microsoft.com/office/drawing/2014/main" id="{69926BB4-6EB2-4731-92F7-AC3C5195DA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13588" y="12700000"/>
              <a:ext cx="115887" cy="103187"/>
            </a:xfrm>
            <a:custGeom>
              <a:avLst/>
              <a:gdLst>
                <a:gd name="T0" fmla="*/ 3 w 152"/>
                <a:gd name="T1" fmla="*/ 113 h 134"/>
                <a:gd name="T2" fmla="*/ 17 w 152"/>
                <a:gd name="T3" fmla="*/ 113 h 134"/>
                <a:gd name="T4" fmla="*/ 18 w 152"/>
                <a:gd name="T5" fmla="*/ 23 h 134"/>
                <a:gd name="T6" fmla="*/ 0 w 152"/>
                <a:gd name="T7" fmla="*/ 23 h 134"/>
                <a:gd name="T8" fmla="*/ 0 w 152"/>
                <a:gd name="T9" fmla="*/ 3 h 134"/>
                <a:gd name="T10" fmla="*/ 46 w 152"/>
                <a:gd name="T11" fmla="*/ 3 h 134"/>
                <a:gd name="T12" fmla="*/ 44 w 152"/>
                <a:gd name="T13" fmla="*/ 32 h 134"/>
                <a:gd name="T14" fmla="*/ 44 w 152"/>
                <a:gd name="T15" fmla="*/ 32 h 134"/>
                <a:gd name="T16" fmla="*/ 90 w 152"/>
                <a:gd name="T17" fmla="*/ 0 h 134"/>
                <a:gd name="T18" fmla="*/ 136 w 152"/>
                <a:gd name="T19" fmla="*/ 50 h 134"/>
                <a:gd name="T20" fmla="*/ 135 w 152"/>
                <a:gd name="T21" fmla="*/ 113 h 134"/>
                <a:gd name="T22" fmla="*/ 152 w 152"/>
                <a:gd name="T23" fmla="*/ 113 h 134"/>
                <a:gd name="T24" fmla="*/ 152 w 152"/>
                <a:gd name="T25" fmla="*/ 134 h 134"/>
                <a:gd name="T26" fmla="*/ 92 w 152"/>
                <a:gd name="T27" fmla="*/ 134 h 134"/>
                <a:gd name="T28" fmla="*/ 92 w 152"/>
                <a:gd name="T29" fmla="*/ 113 h 134"/>
                <a:gd name="T30" fmla="*/ 107 w 152"/>
                <a:gd name="T31" fmla="*/ 113 h 134"/>
                <a:gd name="T32" fmla="*/ 108 w 152"/>
                <a:gd name="T33" fmla="*/ 55 h 134"/>
                <a:gd name="T34" fmla="*/ 81 w 152"/>
                <a:gd name="T35" fmla="*/ 23 h 134"/>
                <a:gd name="T36" fmla="*/ 47 w 152"/>
                <a:gd name="T37" fmla="*/ 63 h 134"/>
                <a:gd name="T38" fmla="*/ 46 w 152"/>
                <a:gd name="T39" fmla="*/ 113 h 134"/>
                <a:gd name="T40" fmla="*/ 63 w 152"/>
                <a:gd name="T41" fmla="*/ 113 h 134"/>
                <a:gd name="T42" fmla="*/ 63 w 152"/>
                <a:gd name="T43" fmla="*/ 134 h 134"/>
                <a:gd name="T44" fmla="*/ 3 w 152"/>
                <a:gd name="T45" fmla="*/ 134 h 134"/>
                <a:gd name="T46" fmla="*/ 3 w 152"/>
                <a:gd name="T47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134">
                  <a:moveTo>
                    <a:pt x="3" y="113"/>
                  </a:moveTo>
                  <a:cubicBezTo>
                    <a:pt x="17" y="113"/>
                    <a:pt x="17" y="113"/>
                    <a:pt x="17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5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9" y="15"/>
                    <a:pt x="64" y="0"/>
                    <a:pt x="90" y="0"/>
                  </a:cubicBezTo>
                  <a:cubicBezTo>
                    <a:pt x="121" y="0"/>
                    <a:pt x="136" y="19"/>
                    <a:pt x="136" y="50"/>
                  </a:cubicBezTo>
                  <a:cubicBezTo>
                    <a:pt x="136" y="71"/>
                    <a:pt x="135" y="92"/>
                    <a:pt x="135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2" y="113"/>
                    <a:pt x="92" y="113"/>
                    <a:pt x="92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7" y="94"/>
                    <a:pt x="108" y="74"/>
                    <a:pt x="108" y="55"/>
                  </a:cubicBezTo>
                  <a:cubicBezTo>
                    <a:pt x="108" y="37"/>
                    <a:pt x="99" y="23"/>
                    <a:pt x="81" y="23"/>
                  </a:cubicBezTo>
                  <a:cubicBezTo>
                    <a:pt x="62" y="23"/>
                    <a:pt x="47" y="39"/>
                    <a:pt x="47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4" name="Freeform 22">
              <a:extLst>
                <a:ext uri="{FF2B5EF4-FFF2-40B4-BE49-F238E27FC236}">
                  <a16:creationId xmlns:a16="http://schemas.microsoft.com/office/drawing/2014/main" id="{F42EEE72-3EB4-45EB-B150-D5BD7A7CB7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42175" y="12700000"/>
              <a:ext cx="82550" cy="106362"/>
            </a:xfrm>
            <a:custGeom>
              <a:avLst/>
              <a:gdLst>
                <a:gd name="T0" fmla="*/ 84 w 108"/>
                <a:gd name="T1" fmla="*/ 24 h 137"/>
                <a:gd name="T2" fmla="*/ 67 w 108"/>
                <a:gd name="T3" fmla="*/ 22 h 137"/>
                <a:gd name="T4" fmla="*/ 28 w 108"/>
                <a:gd name="T5" fmla="*/ 66 h 137"/>
                <a:gd name="T6" fmla="*/ 74 w 108"/>
                <a:gd name="T7" fmla="*/ 113 h 137"/>
                <a:gd name="T8" fmla="*/ 107 w 108"/>
                <a:gd name="T9" fmla="*/ 106 h 137"/>
                <a:gd name="T10" fmla="*/ 106 w 108"/>
                <a:gd name="T11" fmla="*/ 130 h 137"/>
                <a:gd name="T12" fmla="*/ 70 w 108"/>
                <a:gd name="T13" fmla="*/ 137 h 137"/>
                <a:gd name="T14" fmla="*/ 0 w 108"/>
                <a:gd name="T15" fmla="*/ 69 h 137"/>
                <a:gd name="T16" fmla="*/ 70 w 108"/>
                <a:gd name="T17" fmla="*/ 0 h 137"/>
                <a:gd name="T18" fmla="*/ 108 w 108"/>
                <a:gd name="T19" fmla="*/ 6 h 137"/>
                <a:gd name="T20" fmla="*/ 108 w 108"/>
                <a:gd name="T21" fmla="*/ 43 h 137"/>
                <a:gd name="T22" fmla="*/ 84 w 108"/>
                <a:gd name="T23" fmla="*/ 43 h 137"/>
                <a:gd name="T24" fmla="*/ 84 w 108"/>
                <a:gd name="T25" fmla="*/ 2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137">
                  <a:moveTo>
                    <a:pt x="84" y="24"/>
                  </a:moveTo>
                  <a:cubicBezTo>
                    <a:pt x="80" y="23"/>
                    <a:pt x="74" y="22"/>
                    <a:pt x="67" y="22"/>
                  </a:cubicBezTo>
                  <a:cubicBezTo>
                    <a:pt x="41" y="22"/>
                    <a:pt x="28" y="41"/>
                    <a:pt x="28" y="66"/>
                  </a:cubicBezTo>
                  <a:cubicBezTo>
                    <a:pt x="28" y="89"/>
                    <a:pt x="39" y="113"/>
                    <a:pt x="74" y="113"/>
                  </a:cubicBezTo>
                  <a:cubicBezTo>
                    <a:pt x="87" y="113"/>
                    <a:pt x="101" y="109"/>
                    <a:pt x="107" y="106"/>
                  </a:cubicBezTo>
                  <a:cubicBezTo>
                    <a:pt x="106" y="130"/>
                    <a:pt x="106" y="130"/>
                    <a:pt x="106" y="130"/>
                  </a:cubicBezTo>
                  <a:cubicBezTo>
                    <a:pt x="101" y="132"/>
                    <a:pt x="87" y="137"/>
                    <a:pt x="70" y="137"/>
                  </a:cubicBezTo>
                  <a:cubicBezTo>
                    <a:pt x="18" y="137"/>
                    <a:pt x="0" y="102"/>
                    <a:pt x="0" y="69"/>
                  </a:cubicBezTo>
                  <a:cubicBezTo>
                    <a:pt x="0" y="29"/>
                    <a:pt x="25" y="0"/>
                    <a:pt x="70" y="0"/>
                  </a:cubicBezTo>
                  <a:cubicBezTo>
                    <a:pt x="90" y="0"/>
                    <a:pt x="102" y="4"/>
                    <a:pt x="108" y="6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84" y="43"/>
                    <a:pt x="84" y="43"/>
                    <a:pt x="84" y="43"/>
                  </a:cubicBezTo>
                  <a:lnTo>
                    <a:pt x="84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5" name="Freeform 23">
              <a:extLst>
                <a:ext uri="{FF2B5EF4-FFF2-40B4-BE49-F238E27FC236}">
                  <a16:creationId xmlns:a16="http://schemas.microsoft.com/office/drawing/2014/main" id="{C72910E6-CFC8-470A-923E-037F6D21F3C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37425" y="12700000"/>
              <a:ext cx="95250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5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4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5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6" name="Freeform 24">
              <a:extLst>
                <a:ext uri="{FF2B5EF4-FFF2-40B4-BE49-F238E27FC236}">
                  <a16:creationId xmlns:a16="http://schemas.microsoft.com/office/drawing/2014/main" id="{5F320474-18F9-40E3-8B2A-A30F005D4D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04113" y="12665075"/>
              <a:ext cx="114300" cy="141287"/>
            </a:xfrm>
            <a:custGeom>
              <a:avLst/>
              <a:gdLst>
                <a:gd name="T0" fmla="*/ 125 w 151"/>
                <a:gd name="T1" fmla="*/ 55 h 183"/>
                <a:gd name="T2" fmla="*/ 125 w 151"/>
                <a:gd name="T3" fmla="*/ 27 h 183"/>
                <a:gd name="T4" fmla="*/ 95 w 151"/>
                <a:gd name="T5" fmla="*/ 22 h 183"/>
                <a:gd name="T6" fmla="*/ 31 w 151"/>
                <a:gd name="T7" fmla="*/ 92 h 183"/>
                <a:gd name="T8" fmla="*/ 92 w 151"/>
                <a:gd name="T9" fmla="*/ 161 h 183"/>
                <a:gd name="T10" fmla="*/ 123 w 151"/>
                <a:gd name="T11" fmla="*/ 158 h 183"/>
                <a:gd name="T12" fmla="*/ 124 w 151"/>
                <a:gd name="T13" fmla="*/ 126 h 183"/>
                <a:gd name="T14" fmla="*/ 149 w 151"/>
                <a:gd name="T15" fmla="*/ 126 h 183"/>
                <a:gd name="T16" fmla="*/ 148 w 151"/>
                <a:gd name="T17" fmla="*/ 174 h 183"/>
                <a:gd name="T18" fmla="*/ 93 w 151"/>
                <a:gd name="T19" fmla="*/ 183 h 183"/>
                <a:gd name="T20" fmla="*/ 0 w 151"/>
                <a:gd name="T21" fmla="*/ 93 h 183"/>
                <a:gd name="T22" fmla="*/ 96 w 151"/>
                <a:gd name="T23" fmla="*/ 0 h 183"/>
                <a:gd name="T24" fmla="*/ 151 w 151"/>
                <a:gd name="T25" fmla="*/ 10 h 183"/>
                <a:gd name="T26" fmla="*/ 151 w 151"/>
                <a:gd name="T27" fmla="*/ 55 h 183"/>
                <a:gd name="T28" fmla="*/ 125 w 151"/>
                <a:gd name="T29" fmla="*/ 5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1" h="183">
                  <a:moveTo>
                    <a:pt x="125" y="55"/>
                  </a:moveTo>
                  <a:cubicBezTo>
                    <a:pt x="125" y="27"/>
                    <a:pt x="125" y="27"/>
                    <a:pt x="125" y="27"/>
                  </a:cubicBezTo>
                  <a:cubicBezTo>
                    <a:pt x="119" y="25"/>
                    <a:pt x="109" y="22"/>
                    <a:pt x="95" y="22"/>
                  </a:cubicBezTo>
                  <a:cubicBezTo>
                    <a:pt x="53" y="22"/>
                    <a:pt x="31" y="48"/>
                    <a:pt x="31" y="92"/>
                  </a:cubicBezTo>
                  <a:cubicBezTo>
                    <a:pt x="31" y="132"/>
                    <a:pt x="56" y="161"/>
                    <a:pt x="92" y="161"/>
                  </a:cubicBezTo>
                  <a:cubicBezTo>
                    <a:pt x="104" y="161"/>
                    <a:pt x="117" y="159"/>
                    <a:pt x="123" y="158"/>
                  </a:cubicBezTo>
                  <a:cubicBezTo>
                    <a:pt x="124" y="126"/>
                    <a:pt x="124" y="126"/>
                    <a:pt x="124" y="126"/>
                  </a:cubicBezTo>
                  <a:cubicBezTo>
                    <a:pt x="149" y="126"/>
                    <a:pt x="149" y="126"/>
                    <a:pt x="149" y="126"/>
                  </a:cubicBezTo>
                  <a:cubicBezTo>
                    <a:pt x="148" y="174"/>
                    <a:pt x="148" y="174"/>
                    <a:pt x="148" y="174"/>
                  </a:cubicBezTo>
                  <a:cubicBezTo>
                    <a:pt x="137" y="178"/>
                    <a:pt x="114" y="183"/>
                    <a:pt x="93" y="183"/>
                  </a:cubicBezTo>
                  <a:cubicBezTo>
                    <a:pt x="30" y="183"/>
                    <a:pt x="0" y="143"/>
                    <a:pt x="0" y="93"/>
                  </a:cubicBezTo>
                  <a:cubicBezTo>
                    <a:pt x="0" y="38"/>
                    <a:pt x="37" y="0"/>
                    <a:pt x="96" y="0"/>
                  </a:cubicBezTo>
                  <a:cubicBezTo>
                    <a:pt x="118" y="0"/>
                    <a:pt x="139" y="5"/>
                    <a:pt x="151" y="10"/>
                  </a:cubicBezTo>
                  <a:cubicBezTo>
                    <a:pt x="151" y="55"/>
                    <a:pt x="151" y="55"/>
                    <a:pt x="151" y="55"/>
                  </a:cubicBezTo>
                  <a:lnTo>
                    <a:pt x="125" y="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7" name="Freeform 25">
              <a:extLst>
                <a:ext uri="{FF2B5EF4-FFF2-40B4-BE49-F238E27FC236}">
                  <a16:creationId xmlns:a16="http://schemas.microsoft.com/office/drawing/2014/main" id="{D74B2E05-1C67-476F-97D0-FE2A22E20C1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335875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29 w 123"/>
                <a:gd name="T13" fmla="*/ 73 h 137"/>
                <a:gd name="T14" fmla="*/ 74 w 123"/>
                <a:gd name="T15" fmla="*/ 115 h 137"/>
                <a:gd name="T16" fmla="*/ 116 w 123"/>
                <a:gd name="T17" fmla="*/ 105 h 137"/>
                <a:gd name="T18" fmla="*/ 115 w 123"/>
                <a:gd name="T19" fmla="*/ 128 h 137"/>
                <a:gd name="T20" fmla="*/ 93 w 123"/>
                <a:gd name="T21" fmla="*/ 54 h 137"/>
                <a:gd name="T22" fmla="*/ 93 w 123"/>
                <a:gd name="T23" fmla="*/ 51 h 137"/>
                <a:gd name="T24" fmla="*/ 62 w 123"/>
                <a:gd name="T25" fmla="*/ 20 h 137"/>
                <a:gd name="T26" fmla="*/ 29 w 123"/>
                <a:gd name="T27" fmla="*/ 54 h 137"/>
                <a:gd name="T28" fmla="*/ 93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8" y="137"/>
                    <a:pt x="69" y="137"/>
                  </a:cubicBezTo>
                  <a:cubicBezTo>
                    <a:pt x="25" y="137"/>
                    <a:pt x="0" y="110"/>
                    <a:pt x="0" y="69"/>
                  </a:cubicBezTo>
                  <a:cubicBezTo>
                    <a:pt x="0" y="30"/>
                    <a:pt x="21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30" y="98"/>
                    <a:pt x="48" y="115"/>
                    <a:pt x="74" y="115"/>
                  </a:cubicBezTo>
                  <a:cubicBezTo>
                    <a:pt x="91" y="115"/>
                    <a:pt x="105" y="110"/>
                    <a:pt x="116" y="105"/>
                  </a:cubicBezTo>
                  <a:lnTo>
                    <a:pt x="115" y="128"/>
                  </a:lnTo>
                  <a:close/>
                  <a:moveTo>
                    <a:pt x="93" y="54"/>
                  </a:moveTo>
                  <a:cubicBezTo>
                    <a:pt x="93" y="51"/>
                    <a:pt x="93" y="51"/>
                    <a:pt x="93" y="51"/>
                  </a:cubicBezTo>
                  <a:cubicBezTo>
                    <a:pt x="93" y="40"/>
                    <a:pt x="86" y="20"/>
                    <a:pt x="62" y="20"/>
                  </a:cubicBezTo>
                  <a:cubicBezTo>
                    <a:pt x="38" y="20"/>
                    <a:pt x="30" y="38"/>
                    <a:pt x="29" y="54"/>
                  </a:cubicBezTo>
                  <a:lnTo>
                    <a:pt x="9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8" name="Freeform 26">
              <a:extLst>
                <a:ext uri="{FF2B5EF4-FFF2-40B4-BE49-F238E27FC236}">
                  <a16:creationId xmlns:a16="http://schemas.microsoft.com/office/drawing/2014/main" id="{14AA67DA-D416-4BED-8DF9-DCEFDC005C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42238" y="12700000"/>
              <a:ext cx="115887" cy="103187"/>
            </a:xfrm>
            <a:custGeom>
              <a:avLst/>
              <a:gdLst>
                <a:gd name="T0" fmla="*/ 3 w 152"/>
                <a:gd name="T1" fmla="*/ 113 h 134"/>
                <a:gd name="T2" fmla="*/ 18 w 152"/>
                <a:gd name="T3" fmla="*/ 113 h 134"/>
                <a:gd name="T4" fmla="*/ 18 w 152"/>
                <a:gd name="T5" fmla="*/ 23 h 134"/>
                <a:gd name="T6" fmla="*/ 0 w 152"/>
                <a:gd name="T7" fmla="*/ 23 h 134"/>
                <a:gd name="T8" fmla="*/ 0 w 152"/>
                <a:gd name="T9" fmla="*/ 3 h 134"/>
                <a:gd name="T10" fmla="*/ 46 w 152"/>
                <a:gd name="T11" fmla="*/ 3 h 134"/>
                <a:gd name="T12" fmla="*/ 44 w 152"/>
                <a:gd name="T13" fmla="*/ 32 h 134"/>
                <a:gd name="T14" fmla="*/ 44 w 152"/>
                <a:gd name="T15" fmla="*/ 32 h 134"/>
                <a:gd name="T16" fmla="*/ 91 w 152"/>
                <a:gd name="T17" fmla="*/ 0 h 134"/>
                <a:gd name="T18" fmla="*/ 136 w 152"/>
                <a:gd name="T19" fmla="*/ 50 h 134"/>
                <a:gd name="T20" fmla="*/ 135 w 152"/>
                <a:gd name="T21" fmla="*/ 113 h 134"/>
                <a:gd name="T22" fmla="*/ 152 w 152"/>
                <a:gd name="T23" fmla="*/ 113 h 134"/>
                <a:gd name="T24" fmla="*/ 152 w 152"/>
                <a:gd name="T25" fmla="*/ 134 h 134"/>
                <a:gd name="T26" fmla="*/ 92 w 152"/>
                <a:gd name="T27" fmla="*/ 134 h 134"/>
                <a:gd name="T28" fmla="*/ 92 w 152"/>
                <a:gd name="T29" fmla="*/ 113 h 134"/>
                <a:gd name="T30" fmla="*/ 107 w 152"/>
                <a:gd name="T31" fmla="*/ 113 h 134"/>
                <a:gd name="T32" fmla="*/ 108 w 152"/>
                <a:gd name="T33" fmla="*/ 55 h 134"/>
                <a:gd name="T34" fmla="*/ 81 w 152"/>
                <a:gd name="T35" fmla="*/ 23 h 134"/>
                <a:gd name="T36" fmla="*/ 47 w 152"/>
                <a:gd name="T37" fmla="*/ 63 h 134"/>
                <a:gd name="T38" fmla="*/ 46 w 152"/>
                <a:gd name="T39" fmla="*/ 113 h 134"/>
                <a:gd name="T40" fmla="*/ 64 w 152"/>
                <a:gd name="T41" fmla="*/ 113 h 134"/>
                <a:gd name="T42" fmla="*/ 64 w 152"/>
                <a:gd name="T43" fmla="*/ 134 h 134"/>
                <a:gd name="T44" fmla="*/ 3 w 152"/>
                <a:gd name="T45" fmla="*/ 134 h 134"/>
                <a:gd name="T46" fmla="*/ 3 w 152"/>
                <a:gd name="T47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134">
                  <a:moveTo>
                    <a:pt x="3" y="113"/>
                  </a:moveTo>
                  <a:cubicBezTo>
                    <a:pt x="18" y="113"/>
                    <a:pt x="18" y="113"/>
                    <a:pt x="18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6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50" y="15"/>
                    <a:pt x="64" y="0"/>
                    <a:pt x="91" y="0"/>
                  </a:cubicBezTo>
                  <a:cubicBezTo>
                    <a:pt x="121" y="0"/>
                    <a:pt x="136" y="19"/>
                    <a:pt x="136" y="50"/>
                  </a:cubicBezTo>
                  <a:cubicBezTo>
                    <a:pt x="136" y="71"/>
                    <a:pt x="135" y="92"/>
                    <a:pt x="135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2" y="113"/>
                    <a:pt x="92" y="113"/>
                    <a:pt x="92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7" y="94"/>
                    <a:pt x="108" y="74"/>
                    <a:pt x="108" y="55"/>
                  </a:cubicBezTo>
                  <a:cubicBezTo>
                    <a:pt x="108" y="37"/>
                    <a:pt x="99" y="23"/>
                    <a:pt x="81" y="23"/>
                  </a:cubicBezTo>
                  <a:cubicBezTo>
                    <a:pt x="62" y="23"/>
                    <a:pt x="47" y="39"/>
                    <a:pt x="47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4" y="113"/>
                    <a:pt x="64" y="113"/>
                    <a:pt x="64" y="113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9" name="Freeform 27">
              <a:extLst>
                <a:ext uri="{FF2B5EF4-FFF2-40B4-BE49-F238E27FC236}">
                  <a16:creationId xmlns:a16="http://schemas.microsoft.com/office/drawing/2014/main" id="{D310FC6A-6656-44BF-A9F7-BD7336D5F5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69238" y="12677775"/>
              <a:ext cx="68262" cy="128587"/>
            </a:xfrm>
            <a:custGeom>
              <a:avLst/>
              <a:gdLst>
                <a:gd name="T0" fmla="*/ 0 w 88"/>
                <a:gd name="T1" fmla="*/ 32 h 166"/>
                <a:gd name="T2" fmla="*/ 20 w 88"/>
                <a:gd name="T3" fmla="*/ 32 h 166"/>
                <a:gd name="T4" fmla="*/ 21 w 88"/>
                <a:gd name="T5" fmla="*/ 2 h 166"/>
                <a:gd name="T6" fmla="*/ 49 w 88"/>
                <a:gd name="T7" fmla="*/ 0 h 166"/>
                <a:gd name="T8" fmla="*/ 48 w 88"/>
                <a:gd name="T9" fmla="*/ 32 h 166"/>
                <a:gd name="T10" fmla="*/ 86 w 88"/>
                <a:gd name="T11" fmla="*/ 32 h 166"/>
                <a:gd name="T12" fmla="*/ 86 w 88"/>
                <a:gd name="T13" fmla="*/ 52 h 166"/>
                <a:gd name="T14" fmla="*/ 48 w 88"/>
                <a:gd name="T15" fmla="*/ 52 h 166"/>
                <a:gd name="T16" fmla="*/ 48 w 88"/>
                <a:gd name="T17" fmla="*/ 114 h 166"/>
                <a:gd name="T18" fmla="*/ 66 w 88"/>
                <a:gd name="T19" fmla="*/ 144 h 166"/>
                <a:gd name="T20" fmla="*/ 88 w 88"/>
                <a:gd name="T21" fmla="*/ 139 h 166"/>
                <a:gd name="T22" fmla="*/ 87 w 88"/>
                <a:gd name="T23" fmla="*/ 159 h 166"/>
                <a:gd name="T24" fmla="*/ 58 w 88"/>
                <a:gd name="T25" fmla="*/ 166 h 166"/>
                <a:gd name="T26" fmla="*/ 20 w 88"/>
                <a:gd name="T27" fmla="*/ 125 h 166"/>
                <a:gd name="T28" fmla="*/ 20 w 88"/>
                <a:gd name="T29" fmla="*/ 52 h 166"/>
                <a:gd name="T30" fmla="*/ 0 w 88"/>
                <a:gd name="T31" fmla="*/ 52 h 166"/>
                <a:gd name="T32" fmla="*/ 0 w 88"/>
                <a:gd name="T33" fmla="*/ 3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66">
                  <a:moveTo>
                    <a:pt x="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73"/>
                    <a:pt x="48" y="94"/>
                    <a:pt x="48" y="114"/>
                  </a:cubicBezTo>
                  <a:cubicBezTo>
                    <a:pt x="48" y="138"/>
                    <a:pt x="53" y="144"/>
                    <a:pt x="66" y="144"/>
                  </a:cubicBezTo>
                  <a:cubicBezTo>
                    <a:pt x="74" y="144"/>
                    <a:pt x="82" y="141"/>
                    <a:pt x="88" y="13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0" y="163"/>
                    <a:pt x="69" y="166"/>
                    <a:pt x="58" y="166"/>
                  </a:cubicBezTo>
                  <a:cubicBezTo>
                    <a:pt x="31" y="166"/>
                    <a:pt x="20" y="155"/>
                    <a:pt x="20" y="125"/>
                  </a:cubicBezTo>
                  <a:cubicBezTo>
                    <a:pt x="20" y="109"/>
                    <a:pt x="20" y="75"/>
                    <a:pt x="20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0" name="Freeform 28">
              <a:extLst>
                <a:ext uri="{FF2B5EF4-FFF2-40B4-BE49-F238E27FC236}">
                  <a16:creationId xmlns:a16="http://schemas.microsoft.com/office/drawing/2014/main" id="{F7B35B92-D47E-4218-8D33-734726C575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2263" y="12700000"/>
              <a:ext cx="76200" cy="103187"/>
            </a:xfrm>
            <a:custGeom>
              <a:avLst/>
              <a:gdLst>
                <a:gd name="T0" fmla="*/ 3 w 100"/>
                <a:gd name="T1" fmla="*/ 113 h 134"/>
                <a:gd name="T2" fmla="*/ 19 w 100"/>
                <a:gd name="T3" fmla="*/ 113 h 134"/>
                <a:gd name="T4" fmla="*/ 20 w 100"/>
                <a:gd name="T5" fmla="*/ 23 h 134"/>
                <a:gd name="T6" fmla="*/ 0 w 100"/>
                <a:gd name="T7" fmla="*/ 23 h 134"/>
                <a:gd name="T8" fmla="*/ 0 w 100"/>
                <a:gd name="T9" fmla="*/ 3 h 134"/>
                <a:gd name="T10" fmla="*/ 46 w 100"/>
                <a:gd name="T11" fmla="*/ 3 h 134"/>
                <a:gd name="T12" fmla="*/ 45 w 100"/>
                <a:gd name="T13" fmla="*/ 39 h 134"/>
                <a:gd name="T14" fmla="*/ 45 w 100"/>
                <a:gd name="T15" fmla="*/ 39 h 134"/>
                <a:gd name="T16" fmla="*/ 84 w 100"/>
                <a:gd name="T17" fmla="*/ 0 h 134"/>
                <a:gd name="T18" fmla="*/ 100 w 100"/>
                <a:gd name="T19" fmla="*/ 2 h 134"/>
                <a:gd name="T20" fmla="*/ 97 w 100"/>
                <a:gd name="T21" fmla="*/ 27 h 134"/>
                <a:gd name="T22" fmla="*/ 84 w 100"/>
                <a:gd name="T23" fmla="*/ 25 h 134"/>
                <a:gd name="T24" fmla="*/ 48 w 100"/>
                <a:gd name="T25" fmla="*/ 72 h 134"/>
                <a:gd name="T26" fmla="*/ 47 w 100"/>
                <a:gd name="T27" fmla="*/ 113 h 134"/>
                <a:gd name="T28" fmla="*/ 67 w 100"/>
                <a:gd name="T29" fmla="*/ 113 h 134"/>
                <a:gd name="T30" fmla="*/ 67 w 100"/>
                <a:gd name="T31" fmla="*/ 134 h 134"/>
                <a:gd name="T32" fmla="*/ 3 w 100"/>
                <a:gd name="T33" fmla="*/ 134 h 134"/>
                <a:gd name="T34" fmla="*/ 3 w 100"/>
                <a:gd name="T35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34">
                  <a:moveTo>
                    <a:pt x="3" y="113"/>
                  </a:moveTo>
                  <a:cubicBezTo>
                    <a:pt x="19" y="113"/>
                    <a:pt x="19" y="113"/>
                    <a:pt x="19" y="11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2"/>
                    <a:pt x="46" y="26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0" y="15"/>
                    <a:pt x="65" y="0"/>
                    <a:pt x="84" y="0"/>
                  </a:cubicBezTo>
                  <a:cubicBezTo>
                    <a:pt x="91" y="0"/>
                    <a:pt x="97" y="1"/>
                    <a:pt x="100" y="2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3" y="26"/>
                    <a:pt x="90" y="25"/>
                    <a:pt x="84" y="25"/>
                  </a:cubicBezTo>
                  <a:cubicBezTo>
                    <a:pt x="59" y="25"/>
                    <a:pt x="48" y="49"/>
                    <a:pt x="48" y="72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1" name="Freeform 29">
              <a:extLst>
                <a:ext uri="{FF2B5EF4-FFF2-40B4-BE49-F238E27FC236}">
                  <a16:creationId xmlns:a16="http://schemas.microsoft.com/office/drawing/2014/main" id="{1DA5437F-475C-4FEB-B87F-29C7FDCA870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4813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4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8" y="115"/>
                    <a:pt x="74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2" name="Freeform 30">
              <a:extLst>
                <a:ext uri="{FF2B5EF4-FFF2-40B4-BE49-F238E27FC236}">
                  <a16:creationId xmlns:a16="http://schemas.microsoft.com/office/drawing/2014/main" id="{E1D1DCDB-9D84-499C-AF3C-F66777E418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53438" y="12634913"/>
              <a:ext cx="90487" cy="138112"/>
            </a:xfrm>
            <a:custGeom>
              <a:avLst/>
              <a:gdLst>
                <a:gd name="T0" fmla="*/ 0 w 118"/>
                <a:gd name="T1" fmla="*/ 133 h 180"/>
                <a:gd name="T2" fmla="*/ 20 w 118"/>
                <a:gd name="T3" fmla="*/ 133 h 180"/>
                <a:gd name="T4" fmla="*/ 20 w 118"/>
                <a:gd name="T5" fmla="*/ 156 h 180"/>
                <a:gd name="T6" fmla="*/ 54 w 118"/>
                <a:gd name="T7" fmla="*/ 163 h 180"/>
                <a:gd name="T8" fmla="*/ 95 w 118"/>
                <a:gd name="T9" fmla="*/ 130 h 180"/>
                <a:gd name="T10" fmla="*/ 0 w 118"/>
                <a:gd name="T11" fmla="*/ 50 h 180"/>
                <a:gd name="T12" fmla="*/ 64 w 118"/>
                <a:gd name="T13" fmla="*/ 0 h 180"/>
                <a:gd name="T14" fmla="*/ 111 w 118"/>
                <a:gd name="T15" fmla="*/ 8 h 180"/>
                <a:gd name="T16" fmla="*/ 111 w 118"/>
                <a:gd name="T17" fmla="*/ 43 h 180"/>
                <a:gd name="T18" fmla="*/ 91 w 118"/>
                <a:gd name="T19" fmla="*/ 43 h 180"/>
                <a:gd name="T20" fmla="*/ 91 w 118"/>
                <a:gd name="T21" fmla="*/ 22 h 180"/>
                <a:gd name="T22" fmla="*/ 62 w 118"/>
                <a:gd name="T23" fmla="*/ 17 h 180"/>
                <a:gd name="T24" fmla="*/ 23 w 118"/>
                <a:gd name="T25" fmla="*/ 47 h 180"/>
                <a:gd name="T26" fmla="*/ 118 w 118"/>
                <a:gd name="T27" fmla="*/ 128 h 180"/>
                <a:gd name="T28" fmla="*/ 52 w 118"/>
                <a:gd name="T29" fmla="*/ 180 h 180"/>
                <a:gd name="T30" fmla="*/ 0 w 118"/>
                <a:gd name="T31" fmla="*/ 171 h 180"/>
                <a:gd name="T32" fmla="*/ 0 w 118"/>
                <a:gd name="T33" fmla="*/ 13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180">
                  <a:moveTo>
                    <a:pt x="0" y="133"/>
                  </a:moveTo>
                  <a:cubicBezTo>
                    <a:pt x="20" y="133"/>
                    <a:pt x="20" y="133"/>
                    <a:pt x="20" y="133"/>
                  </a:cubicBezTo>
                  <a:cubicBezTo>
                    <a:pt x="20" y="156"/>
                    <a:pt x="20" y="156"/>
                    <a:pt x="20" y="156"/>
                  </a:cubicBezTo>
                  <a:cubicBezTo>
                    <a:pt x="28" y="161"/>
                    <a:pt x="43" y="163"/>
                    <a:pt x="54" y="163"/>
                  </a:cubicBezTo>
                  <a:cubicBezTo>
                    <a:pt x="79" y="163"/>
                    <a:pt x="95" y="151"/>
                    <a:pt x="95" y="130"/>
                  </a:cubicBezTo>
                  <a:cubicBezTo>
                    <a:pt x="95" y="84"/>
                    <a:pt x="0" y="112"/>
                    <a:pt x="0" y="50"/>
                  </a:cubicBezTo>
                  <a:cubicBezTo>
                    <a:pt x="0" y="29"/>
                    <a:pt x="12" y="0"/>
                    <a:pt x="64" y="0"/>
                  </a:cubicBezTo>
                  <a:cubicBezTo>
                    <a:pt x="77" y="0"/>
                    <a:pt x="100" y="3"/>
                    <a:pt x="111" y="8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85" y="19"/>
                    <a:pt x="70" y="17"/>
                    <a:pt x="62" y="17"/>
                  </a:cubicBezTo>
                  <a:cubicBezTo>
                    <a:pt x="44" y="17"/>
                    <a:pt x="23" y="24"/>
                    <a:pt x="23" y="47"/>
                  </a:cubicBezTo>
                  <a:cubicBezTo>
                    <a:pt x="23" y="91"/>
                    <a:pt x="118" y="64"/>
                    <a:pt x="118" y="128"/>
                  </a:cubicBezTo>
                  <a:cubicBezTo>
                    <a:pt x="118" y="166"/>
                    <a:pt x="85" y="180"/>
                    <a:pt x="52" y="180"/>
                  </a:cubicBezTo>
                  <a:cubicBezTo>
                    <a:pt x="23" y="180"/>
                    <a:pt x="9" y="173"/>
                    <a:pt x="0" y="171"/>
                  </a:cubicBez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3" name="Freeform 31">
              <a:extLst>
                <a:ext uri="{FF2B5EF4-FFF2-40B4-BE49-F238E27FC236}">
                  <a16:creationId xmlns:a16="http://schemas.microsoft.com/office/drawing/2014/main" id="{42292DF7-0D96-4D74-9E5F-8504524735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58213" y="12647613"/>
              <a:ext cx="65087" cy="125412"/>
            </a:xfrm>
            <a:custGeom>
              <a:avLst/>
              <a:gdLst>
                <a:gd name="T0" fmla="*/ 0 w 85"/>
                <a:gd name="T1" fmla="*/ 33 h 164"/>
                <a:gd name="T2" fmla="*/ 21 w 85"/>
                <a:gd name="T3" fmla="*/ 33 h 164"/>
                <a:gd name="T4" fmla="*/ 22 w 85"/>
                <a:gd name="T5" fmla="*/ 2 h 164"/>
                <a:gd name="T6" fmla="*/ 42 w 85"/>
                <a:gd name="T7" fmla="*/ 0 h 164"/>
                <a:gd name="T8" fmla="*/ 41 w 85"/>
                <a:gd name="T9" fmla="*/ 33 h 164"/>
                <a:gd name="T10" fmla="*/ 81 w 85"/>
                <a:gd name="T11" fmla="*/ 33 h 164"/>
                <a:gd name="T12" fmla="*/ 81 w 85"/>
                <a:gd name="T13" fmla="*/ 48 h 164"/>
                <a:gd name="T14" fmla="*/ 41 w 85"/>
                <a:gd name="T15" fmla="*/ 48 h 164"/>
                <a:gd name="T16" fmla="*/ 40 w 85"/>
                <a:gd name="T17" fmla="*/ 113 h 164"/>
                <a:gd name="T18" fmla="*/ 59 w 85"/>
                <a:gd name="T19" fmla="*/ 147 h 164"/>
                <a:gd name="T20" fmla="*/ 85 w 85"/>
                <a:gd name="T21" fmla="*/ 141 h 164"/>
                <a:gd name="T22" fmla="*/ 84 w 85"/>
                <a:gd name="T23" fmla="*/ 158 h 164"/>
                <a:gd name="T24" fmla="*/ 55 w 85"/>
                <a:gd name="T25" fmla="*/ 164 h 164"/>
                <a:gd name="T26" fmla="*/ 20 w 85"/>
                <a:gd name="T27" fmla="*/ 122 h 164"/>
                <a:gd name="T28" fmla="*/ 21 w 85"/>
                <a:gd name="T29" fmla="*/ 48 h 164"/>
                <a:gd name="T30" fmla="*/ 0 w 85"/>
                <a:gd name="T31" fmla="*/ 48 h 164"/>
                <a:gd name="T32" fmla="*/ 0 w 85"/>
                <a:gd name="T33" fmla="*/ 3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164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0" y="70"/>
                    <a:pt x="40" y="91"/>
                    <a:pt x="40" y="113"/>
                  </a:cubicBezTo>
                  <a:cubicBezTo>
                    <a:pt x="40" y="131"/>
                    <a:pt x="40" y="147"/>
                    <a:pt x="59" y="147"/>
                  </a:cubicBezTo>
                  <a:cubicBezTo>
                    <a:pt x="70" y="147"/>
                    <a:pt x="79" y="144"/>
                    <a:pt x="85" y="141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78" y="161"/>
                    <a:pt x="66" y="164"/>
                    <a:pt x="55" y="164"/>
                  </a:cubicBezTo>
                  <a:cubicBezTo>
                    <a:pt x="20" y="164"/>
                    <a:pt x="20" y="138"/>
                    <a:pt x="20" y="122"/>
                  </a:cubicBezTo>
                  <a:cubicBezTo>
                    <a:pt x="20" y="106"/>
                    <a:pt x="20" y="67"/>
                    <a:pt x="21" y="4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4" name="Freeform 32">
              <a:extLst>
                <a:ext uri="{FF2B5EF4-FFF2-40B4-BE49-F238E27FC236}">
                  <a16:creationId xmlns:a16="http://schemas.microsoft.com/office/drawing/2014/main" id="{E9B4EF16-7D14-44FB-A58B-1BE3A9C84B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31238" y="12671425"/>
              <a:ext cx="93662" cy="101600"/>
            </a:xfrm>
            <a:custGeom>
              <a:avLst/>
              <a:gdLst>
                <a:gd name="T0" fmla="*/ 62 w 123"/>
                <a:gd name="T1" fmla="*/ 0 h 134"/>
                <a:gd name="T2" fmla="*/ 123 w 123"/>
                <a:gd name="T3" fmla="*/ 63 h 134"/>
                <a:gd name="T4" fmla="*/ 62 w 123"/>
                <a:gd name="T5" fmla="*/ 134 h 134"/>
                <a:gd name="T6" fmla="*/ 0 w 123"/>
                <a:gd name="T7" fmla="*/ 70 h 134"/>
                <a:gd name="T8" fmla="*/ 62 w 123"/>
                <a:gd name="T9" fmla="*/ 0 h 134"/>
                <a:gd name="T10" fmla="*/ 62 w 123"/>
                <a:gd name="T11" fmla="*/ 117 h 134"/>
                <a:gd name="T12" fmla="*/ 102 w 123"/>
                <a:gd name="T13" fmla="*/ 67 h 134"/>
                <a:gd name="T14" fmla="*/ 62 w 123"/>
                <a:gd name="T15" fmla="*/ 17 h 134"/>
                <a:gd name="T16" fmla="*/ 21 w 123"/>
                <a:gd name="T17" fmla="*/ 67 h 134"/>
                <a:gd name="T18" fmla="*/ 62 w 123"/>
                <a:gd name="T19" fmla="*/ 1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3" h="134">
                  <a:moveTo>
                    <a:pt x="62" y="0"/>
                  </a:moveTo>
                  <a:cubicBezTo>
                    <a:pt x="100" y="0"/>
                    <a:pt x="123" y="27"/>
                    <a:pt x="123" y="63"/>
                  </a:cubicBezTo>
                  <a:cubicBezTo>
                    <a:pt x="123" y="104"/>
                    <a:pt x="100" y="134"/>
                    <a:pt x="62" y="134"/>
                  </a:cubicBezTo>
                  <a:cubicBezTo>
                    <a:pt x="23" y="134"/>
                    <a:pt x="0" y="107"/>
                    <a:pt x="0" y="70"/>
                  </a:cubicBezTo>
                  <a:cubicBezTo>
                    <a:pt x="0" y="30"/>
                    <a:pt x="23" y="0"/>
                    <a:pt x="62" y="0"/>
                  </a:cubicBezTo>
                  <a:moveTo>
                    <a:pt x="62" y="117"/>
                  </a:moveTo>
                  <a:cubicBezTo>
                    <a:pt x="89" y="117"/>
                    <a:pt x="102" y="94"/>
                    <a:pt x="102" y="67"/>
                  </a:cubicBezTo>
                  <a:cubicBezTo>
                    <a:pt x="102" y="39"/>
                    <a:pt x="89" y="17"/>
                    <a:pt x="62" y="17"/>
                  </a:cubicBezTo>
                  <a:cubicBezTo>
                    <a:pt x="34" y="17"/>
                    <a:pt x="21" y="39"/>
                    <a:pt x="21" y="67"/>
                  </a:cubicBezTo>
                  <a:cubicBezTo>
                    <a:pt x="21" y="94"/>
                    <a:pt x="34" y="117"/>
                    <a:pt x="62" y="11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5" name="Freeform 33">
              <a:extLst>
                <a:ext uri="{FF2B5EF4-FFF2-40B4-BE49-F238E27FC236}">
                  <a16:creationId xmlns:a16="http://schemas.microsoft.com/office/drawing/2014/main" id="{45C39D4B-E347-4F86-AC56-91623105F1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2363" y="12671425"/>
              <a:ext cx="79375" cy="101600"/>
            </a:xfrm>
            <a:custGeom>
              <a:avLst/>
              <a:gdLst>
                <a:gd name="T0" fmla="*/ 103 w 105"/>
                <a:gd name="T1" fmla="*/ 127 h 134"/>
                <a:gd name="T2" fmla="*/ 66 w 105"/>
                <a:gd name="T3" fmla="*/ 134 h 134"/>
                <a:gd name="T4" fmla="*/ 0 w 105"/>
                <a:gd name="T5" fmla="*/ 67 h 134"/>
                <a:gd name="T6" fmla="*/ 63 w 105"/>
                <a:gd name="T7" fmla="*/ 0 h 134"/>
                <a:gd name="T8" fmla="*/ 105 w 105"/>
                <a:gd name="T9" fmla="*/ 6 h 134"/>
                <a:gd name="T10" fmla="*/ 105 w 105"/>
                <a:gd name="T11" fmla="*/ 40 h 134"/>
                <a:gd name="T12" fmla="*/ 86 w 105"/>
                <a:gd name="T13" fmla="*/ 40 h 134"/>
                <a:gd name="T14" fmla="*/ 86 w 105"/>
                <a:gd name="T15" fmla="*/ 20 h 134"/>
                <a:gd name="T16" fmla="*/ 65 w 105"/>
                <a:gd name="T17" fmla="*/ 17 h 134"/>
                <a:gd name="T18" fmla="*/ 21 w 105"/>
                <a:gd name="T19" fmla="*/ 67 h 134"/>
                <a:gd name="T20" fmla="*/ 69 w 105"/>
                <a:gd name="T21" fmla="*/ 117 h 134"/>
                <a:gd name="T22" fmla="*/ 104 w 105"/>
                <a:gd name="T23" fmla="*/ 110 h 134"/>
                <a:gd name="T24" fmla="*/ 103 w 105"/>
                <a:gd name="T25" fmla="*/ 12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4">
                  <a:moveTo>
                    <a:pt x="103" y="127"/>
                  </a:moveTo>
                  <a:cubicBezTo>
                    <a:pt x="93" y="130"/>
                    <a:pt x="80" y="134"/>
                    <a:pt x="66" y="134"/>
                  </a:cubicBezTo>
                  <a:cubicBezTo>
                    <a:pt x="16" y="134"/>
                    <a:pt x="0" y="100"/>
                    <a:pt x="0" y="67"/>
                  </a:cubicBezTo>
                  <a:cubicBezTo>
                    <a:pt x="0" y="18"/>
                    <a:pt x="35" y="0"/>
                    <a:pt x="63" y="0"/>
                  </a:cubicBezTo>
                  <a:cubicBezTo>
                    <a:pt x="78" y="0"/>
                    <a:pt x="92" y="1"/>
                    <a:pt x="105" y="6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1" y="18"/>
                    <a:pt x="71" y="17"/>
                    <a:pt x="65" y="17"/>
                  </a:cubicBezTo>
                  <a:cubicBezTo>
                    <a:pt x="28" y="17"/>
                    <a:pt x="21" y="46"/>
                    <a:pt x="21" y="67"/>
                  </a:cubicBezTo>
                  <a:cubicBezTo>
                    <a:pt x="21" y="74"/>
                    <a:pt x="22" y="117"/>
                    <a:pt x="69" y="117"/>
                  </a:cubicBezTo>
                  <a:cubicBezTo>
                    <a:pt x="82" y="117"/>
                    <a:pt x="92" y="113"/>
                    <a:pt x="104" y="110"/>
                  </a:cubicBezTo>
                  <a:lnTo>
                    <a:pt x="103" y="12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6" name="Freeform 34">
              <a:extLst>
                <a:ext uri="{FF2B5EF4-FFF2-40B4-BE49-F238E27FC236}">
                  <a16:creationId xmlns:a16="http://schemas.microsoft.com/office/drawing/2014/main" id="{45CE69F7-AAA1-4F4C-9ABE-3787832CFE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29675" y="12625388"/>
              <a:ext cx="104775" cy="146050"/>
            </a:xfrm>
            <a:custGeom>
              <a:avLst/>
              <a:gdLst>
                <a:gd name="T0" fmla="*/ 12 w 66"/>
                <a:gd name="T1" fmla="*/ 7 h 92"/>
                <a:gd name="T2" fmla="*/ 0 w 66"/>
                <a:gd name="T3" fmla="*/ 7 h 92"/>
                <a:gd name="T4" fmla="*/ 0 w 66"/>
                <a:gd name="T5" fmla="*/ 0 h 92"/>
                <a:gd name="T6" fmla="*/ 22 w 66"/>
                <a:gd name="T7" fmla="*/ 0 h 92"/>
                <a:gd name="T8" fmla="*/ 21 w 66"/>
                <a:gd name="T9" fmla="*/ 57 h 92"/>
                <a:gd name="T10" fmla="*/ 45 w 66"/>
                <a:gd name="T11" fmla="*/ 38 h 92"/>
                <a:gd name="T12" fmla="*/ 45 w 66"/>
                <a:gd name="T13" fmla="*/ 37 h 92"/>
                <a:gd name="T14" fmla="*/ 36 w 66"/>
                <a:gd name="T15" fmla="*/ 37 h 92"/>
                <a:gd name="T16" fmla="*/ 36 w 66"/>
                <a:gd name="T17" fmla="*/ 30 h 92"/>
                <a:gd name="T18" fmla="*/ 63 w 66"/>
                <a:gd name="T19" fmla="*/ 30 h 92"/>
                <a:gd name="T20" fmla="*/ 63 w 66"/>
                <a:gd name="T21" fmla="*/ 37 h 92"/>
                <a:gd name="T22" fmla="*/ 57 w 66"/>
                <a:gd name="T23" fmla="*/ 37 h 92"/>
                <a:gd name="T24" fmla="*/ 31 w 66"/>
                <a:gd name="T25" fmla="*/ 58 h 92"/>
                <a:gd name="T26" fmla="*/ 59 w 66"/>
                <a:gd name="T27" fmla="*/ 84 h 92"/>
                <a:gd name="T28" fmla="*/ 66 w 66"/>
                <a:gd name="T29" fmla="*/ 84 h 92"/>
                <a:gd name="T30" fmla="*/ 66 w 66"/>
                <a:gd name="T31" fmla="*/ 92 h 92"/>
                <a:gd name="T32" fmla="*/ 39 w 66"/>
                <a:gd name="T33" fmla="*/ 92 h 92"/>
                <a:gd name="T34" fmla="*/ 39 w 66"/>
                <a:gd name="T35" fmla="*/ 84 h 92"/>
                <a:gd name="T36" fmla="*/ 46 w 66"/>
                <a:gd name="T37" fmla="*/ 84 h 92"/>
                <a:gd name="T38" fmla="*/ 46 w 66"/>
                <a:gd name="T39" fmla="*/ 84 h 92"/>
                <a:gd name="T40" fmla="*/ 21 w 66"/>
                <a:gd name="T41" fmla="*/ 60 h 92"/>
                <a:gd name="T42" fmla="*/ 21 w 66"/>
                <a:gd name="T43" fmla="*/ 84 h 92"/>
                <a:gd name="T44" fmla="*/ 29 w 66"/>
                <a:gd name="T45" fmla="*/ 84 h 92"/>
                <a:gd name="T46" fmla="*/ 29 w 66"/>
                <a:gd name="T47" fmla="*/ 92 h 92"/>
                <a:gd name="T48" fmla="*/ 2 w 66"/>
                <a:gd name="T49" fmla="*/ 92 h 92"/>
                <a:gd name="T50" fmla="*/ 2 w 66"/>
                <a:gd name="T51" fmla="*/ 84 h 92"/>
                <a:gd name="T52" fmla="*/ 12 w 66"/>
                <a:gd name="T53" fmla="*/ 84 h 92"/>
                <a:gd name="T54" fmla="*/ 12 w 66"/>
                <a:gd name="T55" fmla="*/ 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6" h="92">
                  <a:moveTo>
                    <a:pt x="12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1" y="57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36" y="37"/>
                  </a:lnTo>
                  <a:lnTo>
                    <a:pt x="36" y="30"/>
                  </a:lnTo>
                  <a:lnTo>
                    <a:pt x="63" y="30"/>
                  </a:lnTo>
                  <a:lnTo>
                    <a:pt x="63" y="37"/>
                  </a:lnTo>
                  <a:lnTo>
                    <a:pt x="57" y="37"/>
                  </a:lnTo>
                  <a:lnTo>
                    <a:pt x="31" y="58"/>
                  </a:lnTo>
                  <a:lnTo>
                    <a:pt x="59" y="84"/>
                  </a:lnTo>
                  <a:lnTo>
                    <a:pt x="66" y="84"/>
                  </a:lnTo>
                  <a:lnTo>
                    <a:pt x="66" y="92"/>
                  </a:lnTo>
                  <a:lnTo>
                    <a:pt x="39" y="92"/>
                  </a:lnTo>
                  <a:lnTo>
                    <a:pt x="39" y="84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21" y="60"/>
                  </a:lnTo>
                  <a:lnTo>
                    <a:pt x="21" y="84"/>
                  </a:lnTo>
                  <a:lnTo>
                    <a:pt x="29" y="84"/>
                  </a:lnTo>
                  <a:lnTo>
                    <a:pt x="29" y="92"/>
                  </a:lnTo>
                  <a:lnTo>
                    <a:pt x="2" y="92"/>
                  </a:lnTo>
                  <a:lnTo>
                    <a:pt x="2" y="84"/>
                  </a:lnTo>
                  <a:lnTo>
                    <a:pt x="12" y="84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7" name="Freeform 35">
              <a:extLst>
                <a:ext uri="{FF2B5EF4-FFF2-40B4-BE49-F238E27FC236}">
                  <a16:creationId xmlns:a16="http://schemas.microsoft.com/office/drawing/2014/main" id="{7FD09C44-A24F-4A47-B7A2-1EF4149917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39213" y="12625388"/>
              <a:ext cx="114300" cy="146050"/>
            </a:xfrm>
            <a:custGeom>
              <a:avLst/>
              <a:gdLst>
                <a:gd name="T0" fmla="*/ 25 w 150"/>
                <a:gd name="T1" fmla="*/ 16 h 191"/>
                <a:gd name="T2" fmla="*/ 0 w 150"/>
                <a:gd name="T3" fmla="*/ 16 h 191"/>
                <a:gd name="T4" fmla="*/ 0 w 150"/>
                <a:gd name="T5" fmla="*/ 0 h 191"/>
                <a:gd name="T6" fmla="*/ 46 w 150"/>
                <a:gd name="T7" fmla="*/ 0 h 191"/>
                <a:gd name="T8" fmla="*/ 45 w 150"/>
                <a:gd name="T9" fmla="*/ 67 h 191"/>
                <a:gd name="T10" fmla="*/ 43 w 150"/>
                <a:gd name="T11" fmla="*/ 91 h 191"/>
                <a:gd name="T12" fmla="*/ 43 w 150"/>
                <a:gd name="T13" fmla="*/ 91 h 191"/>
                <a:gd name="T14" fmla="*/ 89 w 150"/>
                <a:gd name="T15" fmla="*/ 60 h 191"/>
                <a:gd name="T16" fmla="*/ 132 w 150"/>
                <a:gd name="T17" fmla="*/ 108 h 191"/>
                <a:gd name="T18" fmla="*/ 131 w 150"/>
                <a:gd name="T19" fmla="*/ 175 h 191"/>
                <a:gd name="T20" fmla="*/ 150 w 150"/>
                <a:gd name="T21" fmla="*/ 175 h 191"/>
                <a:gd name="T22" fmla="*/ 150 w 150"/>
                <a:gd name="T23" fmla="*/ 191 h 191"/>
                <a:gd name="T24" fmla="*/ 95 w 150"/>
                <a:gd name="T25" fmla="*/ 191 h 191"/>
                <a:gd name="T26" fmla="*/ 95 w 150"/>
                <a:gd name="T27" fmla="*/ 175 h 191"/>
                <a:gd name="T28" fmla="*/ 111 w 150"/>
                <a:gd name="T29" fmla="*/ 175 h 191"/>
                <a:gd name="T30" fmla="*/ 112 w 150"/>
                <a:gd name="T31" fmla="*/ 114 h 191"/>
                <a:gd name="T32" fmla="*/ 83 w 150"/>
                <a:gd name="T33" fmla="*/ 77 h 191"/>
                <a:gd name="T34" fmla="*/ 45 w 150"/>
                <a:gd name="T35" fmla="*/ 122 h 191"/>
                <a:gd name="T36" fmla="*/ 44 w 150"/>
                <a:gd name="T37" fmla="*/ 175 h 191"/>
                <a:gd name="T38" fmla="*/ 63 w 150"/>
                <a:gd name="T39" fmla="*/ 175 h 191"/>
                <a:gd name="T40" fmla="*/ 63 w 150"/>
                <a:gd name="T41" fmla="*/ 191 h 191"/>
                <a:gd name="T42" fmla="*/ 6 w 150"/>
                <a:gd name="T43" fmla="*/ 191 h 191"/>
                <a:gd name="T44" fmla="*/ 6 w 150"/>
                <a:gd name="T45" fmla="*/ 175 h 191"/>
                <a:gd name="T46" fmla="*/ 24 w 150"/>
                <a:gd name="T47" fmla="*/ 175 h 191"/>
                <a:gd name="T48" fmla="*/ 25 w 150"/>
                <a:gd name="T49" fmla="*/ 1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0" h="191">
                  <a:moveTo>
                    <a:pt x="25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73"/>
                    <a:pt x="44" y="86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9" y="72"/>
                    <a:pt x="69" y="60"/>
                    <a:pt x="89" y="60"/>
                  </a:cubicBezTo>
                  <a:cubicBezTo>
                    <a:pt x="124" y="60"/>
                    <a:pt x="132" y="84"/>
                    <a:pt x="132" y="108"/>
                  </a:cubicBezTo>
                  <a:cubicBezTo>
                    <a:pt x="132" y="130"/>
                    <a:pt x="131" y="155"/>
                    <a:pt x="131" y="175"/>
                  </a:cubicBezTo>
                  <a:cubicBezTo>
                    <a:pt x="150" y="175"/>
                    <a:pt x="150" y="175"/>
                    <a:pt x="150" y="175"/>
                  </a:cubicBezTo>
                  <a:cubicBezTo>
                    <a:pt x="150" y="191"/>
                    <a:pt x="150" y="191"/>
                    <a:pt x="150" y="191"/>
                  </a:cubicBezTo>
                  <a:cubicBezTo>
                    <a:pt x="95" y="191"/>
                    <a:pt x="95" y="191"/>
                    <a:pt x="95" y="191"/>
                  </a:cubicBezTo>
                  <a:cubicBezTo>
                    <a:pt x="95" y="175"/>
                    <a:pt x="95" y="175"/>
                    <a:pt x="95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1" y="155"/>
                    <a:pt x="112" y="134"/>
                    <a:pt x="112" y="114"/>
                  </a:cubicBezTo>
                  <a:cubicBezTo>
                    <a:pt x="112" y="101"/>
                    <a:pt x="112" y="77"/>
                    <a:pt x="83" y="77"/>
                  </a:cubicBezTo>
                  <a:cubicBezTo>
                    <a:pt x="65" y="77"/>
                    <a:pt x="45" y="88"/>
                    <a:pt x="45" y="122"/>
                  </a:cubicBezTo>
                  <a:cubicBezTo>
                    <a:pt x="44" y="175"/>
                    <a:pt x="44" y="175"/>
                    <a:pt x="44" y="175"/>
                  </a:cubicBezTo>
                  <a:cubicBezTo>
                    <a:pt x="63" y="175"/>
                    <a:pt x="63" y="175"/>
                    <a:pt x="63" y="175"/>
                  </a:cubicBezTo>
                  <a:cubicBezTo>
                    <a:pt x="63" y="191"/>
                    <a:pt x="63" y="191"/>
                    <a:pt x="63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24" y="175"/>
                    <a:pt x="24" y="175"/>
                    <a:pt x="24" y="175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8" name="Freeform 36">
              <a:extLst>
                <a:ext uri="{FF2B5EF4-FFF2-40B4-BE49-F238E27FC236}">
                  <a16:creationId xmlns:a16="http://schemas.microsoft.com/office/drawing/2014/main" id="{F66500C1-39A2-4722-A541-B489990F7AA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767800" y="12671425"/>
              <a:ext cx="95250" cy="101600"/>
            </a:xfrm>
            <a:custGeom>
              <a:avLst/>
              <a:gdLst>
                <a:gd name="T0" fmla="*/ 62 w 124"/>
                <a:gd name="T1" fmla="*/ 0 h 134"/>
                <a:gd name="T2" fmla="*/ 124 w 124"/>
                <a:gd name="T3" fmla="*/ 63 h 134"/>
                <a:gd name="T4" fmla="*/ 62 w 124"/>
                <a:gd name="T5" fmla="*/ 134 h 134"/>
                <a:gd name="T6" fmla="*/ 0 w 124"/>
                <a:gd name="T7" fmla="*/ 70 h 134"/>
                <a:gd name="T8" fmla="*/ 62 w 124"/>
                <a:gd name="T9" fmla="*/ 0 h 134"/>
                <a:gd name="T10" fmla="*/ 62 w 124"/>
                <a:gd name="T11" fmla="*/ 117 h 134"/>
                <a:gd name="T12" fmla="*/ 103 w 124"/>
                <a:gd name="T13" fmla="*/ 67 h 134"/>
                <a:gd name="T14" fmla="*/ 62 w 124"/>
                <a:gd name="T15" fmla="*/ 17 h 134"/>
                <a:gd name="T16" fmla="*/ 21 w 124"/>
                <a:gd name="T17" fmla="*/ 67 h 134"/>
                <a:gd name="T18" fmla="*/ 62 w 124"/>
                <a:gd name="T19" fmla="*/ 1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34">
                  <a:moveTo>
                    <a:pt x="62" y="0"/>
                  </a:moveTo>
                  <a:cubicBezTo>
                    <a:pt x="101" y="0"/>
                    <a:pt x="124" y="27"/>
                    <a:pt x="124" y="63"/>
                  </a:cubicBezTo>
                  <a:cubicBezTo>
                    <a:pt x="124" y="104"/>
                    <a:pt x="101" y="134"/>
                    <a:pt x="62" y="134"/>
                  </a:cubicBezTo>
                  <a:cubicBezTo>
                    <a:pt x="23" y="134"/>
                    <a:pt x="0" y="107"/>
                    <a:pt x="0" y="70"/>
                  </a:cubicBezTo>
                  <a:cubicBezTo>
                    <a:pt x="0" y="30"/>
                    <a:pt x="23" y="0"/>
                    <a:pt x="62" y="0"/>
                  </a:cubicBezTo>
                  <a:moveTo>
                    <a:pt x="62" y="117"/>
                  </a:moveTo>
                  <a:cubicBezTo>
                    <a:pt x="89" y="117"/>
                    <a:pt x="103" y="94"/>
                    <a:pt x="103" y="67"/>
                  </a:cubicBezTo>
                  <a:cubicBezTo>
                    <a:pt x="103" y="39"/>
                    <a:pt x="89" y="17"/>
                    <a:pt x="62" y="17"/>
                  </a:cubicBezTo>
                  <a:cubicBezTo>
                    <a:pt x="35" y="17"/>
                    <a:pt x="21" y="39"/>
                    <a:pt x="21" y="67"/>
                  </a:cubicBezTo>
                  <a:cubicBezTo>
                    <a:pt x="21" y="94"/>
                    <a:pt x="35" y="117"/>
                    <a:pt x="62" y="11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9" name="Freeform 37">
              <a:extLst>
                <a:ext uri="{FF2B5EF4-FFF2-40B4-BE49-F238E27FC236}">
                  <a16:creationId xmlns:a16="http://schemas.microsoft.com/office/drawing/2014/main" id="{94803D4D-A540-48DC-B94C-499B41FEE7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74163" y="12625388"/>
              <a:ext cx="49212" cy="146050"/>
            </a:xfrm>
            <a:custGeom>
              <a:avLst/>
              <a:gdLst>
                <a:gd name="T0" fmla="*/ 12 w 31"/>
                <a:gd name="T1" fmla="*/ 7 h 92"/>
                <a:gd name="T2" fmla="*/ 0 w 31"/>
                <a:gd name="T3" fmla="*/ 7 h 92"/>
                <a:gd name="T4" fmla="*/ 0 w 31"/>
                <a:gd name="T5" fmla="*/ 0 h 92"/>
                <a:gd name="T6" fmla="*/ 21 w 31"/>
                <a:gd name="T7" fmla="*/ 0 h 92"/>
                <a:gd name="T8" fmla="*/ 21 w 31"/>
                <a:gd name="T9" fmla="*/ 84 h 92"/>
                <a:gd name="T10" fmla="*/ 31 w 31"/>
                <a:gd name="T11" fmla="*/ 84 h 92"/>
                <a:gd name="T12" fmla="*/ 31 w 31"/>
                <a:gd name="T13" fmla="*/ 92 h 92"/>
                <a:gd name="T14" fmla="*/ 3 w 31"/>
                <a:gd name="T15" fmla="*/ 92 h 92"/>
                <a:gd name="T16" fmla="*/ 3 w 31"/>
                <a:gd name="T17" fmla="*/ 84 h 92"/>
                <a:gd name="T18" fmla="*/ 11 w 31"/>
                <a:gd name="T19" fmla="*/ 84 h 92"/>
                <a:gd name="T20" fmla="*/ 12 w 31"/>
                <a:gd name="T21" fmla="*/ 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2">
                  <a:moveTo>
                    <a:pt x="12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1" y="0"/>
                  </a:lnTo>
                  <a:lnTo>
                    <a:pt x="21" y="84"/>
                  </a:lnTo>
                  <a:lnTo>
                    <a:pt x="31" y="84"/>
                  </a:lnTo>
                  <a:lnTo>
                    <a:pt x="31" y="92"/>
                  </a:lnTo>
                  <a:lnTo>
                    <a:pt x="3" y="92"/>
                  </a:lnTo>
                  <a:lnTo>
                    <a:pt x="3" y="84"/>
                  </a:lnTo>
                  <a:lnTo>
                    <a:pt x="11" y="84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0" name="Freeform 38">
              <a:extLst>
                <a:ext uri="{FF2B5EF4-FFF2-40B4-BE49-F238E27FC236}">
                  <a16:creationId xmlns:a16="http://schemas.microsoft.com/office/drawing/2014/main" id="{248C1B69-9F0D-4FB0-ACA1-460FE517C9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34488" y="12671425"/>
              <a:ext cx="174625" cy="100012"/>
            </a:xfrm>
            <a:custGeom>
              <a:avLst/>
              <a:gdLst>
                <a:gd name="T0" fmla="*/ 3 w 228"/>
                <a:gd name="T1" fmla="*/ 115 h 131"/>
                <a:gd name="T2" fmla="*/ 20 w 228"/>
                <a:gd name="T3" fmla="*/ 115 h 131"/>
                <a:gd name="T4" fmla="*/ 21 w 228"/>
                <a:gd name="T5" fmla="*/ 18 h 131"/>
                <a:gd name="T6" fmla="*/ 0 w 228"/>
                <a:gd name="T7" fmla="*/ 18 h 131"/>
                <a:gd name="T8" fmla="*/ 0 w 228"/>
                <a:gd name="T9" fmla="*/ 3 h 131"/>
                <a:gd name="T10" fmla="*/ 41 w 228"/>
                <a:gd name="T11" fmla="*/ 3 h 131"/>
                <a:gd name="T12" fmla="*/ 40 w 228"/>
                <a:gd name="T13" fmla="*/ 18 h 131"/>
                <a:gd name="T14" fmla="*/ 38 w 228"/>
                <a:gd name="T15" fmla="*/ 31 h 131"/>
                <a:gd name="T16" fmla="*/ 39 w 228"/>
                <a:gd name="T17" fmla="*/ 31 h 131"/>
                <a:gd name="T18" fmla="*/ 84 w 228"/>
                <a:gd name="T19" fmla="*/ 0 h 131"/>
                <a:gd name="T20" fmla="*/ 123 w 228"/>
                <a:gd name="T21" fmla="*/ 30 h 131"/>
                <a:gd name="T22" fmla="*/ 123 w 228"/>
                <a:gd name="T23" fmla="*/ 30 h 131"/>
                <a:gd name="T24" fmla="*/ 167 w 228"/>
                <a:gd name="T25" fmla="*/ 0 h 131"/>
                <a:gd name="T26" fmla="*/ 210 w 228"/>
                <a:gd name="T27" fmla="*/ 48 h 131"/>
                <a:gd name="T28" fmla="*/ 209 w 228"/>
                <a:gd name="T29" fmla="*/ 115 h 131"/>
                <a:gd name="T30" fmla="*/ 228 w 228"/>
                <a:gd name="T31" fmla="*/ 115 h 131"/>
                <a:gd name="T32" fmla="*/ 228 w 228"/>
                <a:gd name="T33" fmla="*/ 131 h 131"/>
                <a:gd name="T34" fmla="*/ 173 w 228"/>
                <a:gd name="T35" fmla="*/ 131 h 131"/>
                <a:gd name="T36" fmla="*/ 173 w 228"/>
                <a:gd name="T37" fmla="*/ 115 h 131"/>
                <a:gd name="T38" fmla="*/ 189 w 228"/>
                <a:gd name="T39" fmla="*/ 115 h 131"/>
                <a:gd name="T40" fmla="*/ 190 w 228"/>
                <a:gd name="T41" fmla="*/ 53 h 131"/>
                <a:gd name="T42" fmla="*/ 162 w 228"/>
                <a:gd name="T43" fmla="*/ 17 h 131"/>
                <a:gd name="T44" fmla="*/ 126 w 228"/>
                <a:gd name="T45" fmla="*/ 62 h 131"/>
                <a:gd name="T46" fmla="*/ 125 w 228"/>
                <a:gd name="T47" fmla="*/ 115 h 131"/>
                <a:gd name="T48" fmla="*/ 143 w 228"/>
                <a:gd name="T49" fmla="*/ 115 h 131"/>
                <a:gd name="T50" fmla="*/ 143 w 228"/>
                <a:gd name="T51" fmla="*/ 131 h 131"/>
                <a:gd name="T52" fmla="*/ 88 w 228"/>
                <a:gd name="T53" fmla="*/ 131 h 131"/>
                <a:gd name="T54" fmla="*/ 88 w 228"/>
                <a:gd name="T55" fmla="*/ 115 h 131"/>
                <a:gd name="T56" fmla="*/ 104 w 228"/>
                <a:gd name="T57" fmla="*/ 115 h 131"/>
                <a:gd name="T58" fmla="*/ 105 w 228"/>
                <a:gd name="T59" fmla="*/ 53 h 131"/>
                <a:gd name="T60" fmla="*/ 77 w 228"/>
                <a:gd name="T61" fmla="*/ 17 h 131"/>
                <a:gd name="T62" fmla="*/ 41 w 228"/>
                <a:gd name="T63" fmla="*/ 62 h 131"/>
                <a:gd name="T64" fmla="*/ 40 w 228"/>
                <a:gd name="T65" fmla="*/ 115 h 131"/>
                <a:gd name="T66" fmla="*/ 59 w 228"/>
                <a:gd name="T67" fmla="*/ 115 h 131"/>
                <a:gd name="T68" fmla="*/ 59 w 228"/>
                <a:gd name="T69" fmla="*/ 131 h 131"/>
                <a:gd name="T70" fmla="*/ 3 w 228"/>
                <a:gd name="T71" fmla="*/ 131 h 131"/>
                <a:gd name="T72" fmla="*/ 3 w 228"/>
                <a:gd name="T73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131">
                  <a:moveTo>
                    <a:pt x="3" y="115"/>
                  </a:moveTo>
                  <a:cubicBezTo>
                    <a:pt x="20" y="115"/>
                    <a:pt x="20" y="115"/>
                    <a:pt x="20" y="115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8"/>
                    <a:pt x="41" y="15"/>
                    <a:pt x="40" y="1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44" y="12"/>
                    <a:pt x="65" y="0"/>
                    <a:pt x="84" y="0"/>
                  </a:cubicBezTo>
                  <a:cubicBezTo>
                    <a:pt x="107" y="0"/>
                    <a:pt x="119" y="13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6" y="24"/>
                    <a:pt x="134" y="0"/>
                    <a:pt x="167" y="0"/>
                  </a:cubicBezTo>
                  <a:cubicBezTo>
                    <a:pt x="202" y="0"/>
                    <a:pt x="210" y="24"/>
                    <a:pt x="210" y="48"/>
                  </a:cubicBezTo>
                  <a:cubicBezTo>
                    <a:pt x="210" y="70"/>
                    <a:pt x="209" y="95"/>
                    <a:pt x="209" y="115"/>
                  </a:cubicBezTo>
                  <a:cubicBezTo>
                    <a:pt x="228" y="115"/>
                    <a:pt x="228" y="115"/>
                    <a:pt x="228" y="115"/>
                  </a:cubicBezTo>
                  <a:cubicBezTo>
                    <a:pt x="228" y="131"/>
                    <a:pt x="228" y="131"/>
                    <a:pt x="228" y="131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3" y="115"/>
                    <a:pt x="173" y="115"/>
                    <a:pt x="173" y="115"/>
                  </a:cubicBezTo>
                  <a:cubicBezTo>
                    <a:pt x="189" y="115"/>
                    <a:pt x="189" y="115"/>
                    <a:pt x="189" y="115"/>
                  </a:cubicBezTo>
                  <a:cubicBezTo>
                    <a:pt x="189" y="94"/>
                    <a:pt x="190" y="74"/>
                    <a:pt x="190" y="53"/>
                  </a:cubicBezTo>
                  <a:cubicBezTo>
                    <a:pt x="190" y="35"/>
                    <a:pt x="186" y="17"/>
                    <a:pt x="162" y="17"/>
                  </a:cubicBezTo>
                  <a:cubicBezTo>
                    <a:pt x="146" y="17"/>
                    <a:pt x="126" y="28"/>
                    <a:pt x="126" y="62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43" y="115"/>
                    <a:pt x="143" y="115"/>
                    <a:pt x="143" y="115"/>
                  </a:cubicBezTo>
                  <a:cubicBezTo>
                    <a:pt x="143" y="131"/>
                    <a:pt x="143" y="131"/>
                    <a:pt x="143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4" y="94"/>
                    <a:pt x="105" y="74"/>
                    <a:pt x="105" y="53"/>
                  </a:cubicBezTo>
                  <a:cubicBezTo>
                    <a:pt x="105" y="35"/>
                    <a:pt x="101" y="17"/>
                    <a:pt x="77" y="17"/>
                  </a:cubicBezTo>
                  <a:cubicBezTo>
                    <a:pt x="61" y="17"/>
                    <a:pt x="41" y="28"/>
                    <a:pt x="41" y="62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59" y="131"/>
                    <a:pt x="59" y="131"/>
                    <a:pt x="59" y="131"/>
                  </a:cubicBezTo>
                  <a:cubicBezTo>
                    <a:pt x="3" y="131"/>
                    <a:pt x="3" y="131"/>
                    <a:pt x="3" y="131"/>
                  </a:cubicBezTo>
                  <a:lnTo>
                    <a:pt x="3" y="1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1" name="Freeform 39">
              <a:extLst>
                <a:ext uri="{FF2B5EF4-FFF2-40B4-BE49-F238E27FC236}">
                  <a16:creationId xmlns:a16="http://schemas.microsoft.com/office/drawing/2014/main" id="{785AE0B3-5E90-4D44-9289-B9777E2EC2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48675" y="12803188"/>
              <a:ext cx="131762" cy="136525"/>
            </a:xfrm>
            <a:custGeom>
              <a:avLst/>
              <a:gdLst>
                <a:gd name="T0" fmla="*/ 60 w 172"/>
                <a:gd name="T1" fmla="*/ 16 h 177"/>
                <a:gd name="T2" fmla="*/ 41 w 172"/>
                <a:gd name="T3" fmla="*/ 16 h 177"/>
                <a:gd name="T4" fmla="*/ 41 w 172"/>
                <a:gd name="T5" fmla="*/ 105 h 177"/>
                <a:gd name="T6" fmla="*/ 50 w 172"/>
                <a:gd name="T7" fmla="*/ 147 h 177"/>
                <a:gd name="T8" fmla="*/ 87 w 172"/>
                <a:gd name="T9" fmla="*/ 160 h 177"/>
                <a:gd name="T10" fmla="*/ 126 w 172"/>
                <a:gd name="T11" fmla="*/ 145 h 177"/>
                <a:gd name="T12" fmla="*/ 133 w 172"/>
                <a:gd name="T13" fmla="*/ 97 h 177"/>
                <a:gd name="T14" fmla="*/ 134 w 172"/>
                <a:gd name="T15" fmla="*/ 16 h 177"/>
                <a:gd name="T16" fmla="*/ 112 w 172"/>
                <a:gd name="T17" fmla="*/ 16 h 177"/>
                <a:gd name="T18" fmla="*/ 112 w 172"/>
                <a:gd name="T19" fmla="*/ 0 h 177"/>
                <a:gd name="T20" fmla="*/ 172 w 172"/>
                <a:gd name="T21" fmla="*/ 0 h 177"/>
                <a:gd name="T22" fmla="*/ 172 w 172"/>
                <a:gd name="T23" fmla="*/ 16 h 177"/>
                <a:gd name="T24" fmla="*/ 153 w 172"/>
                <a:gd name="T25" fmla="*/ 16 h 177"/>
                <a:gd name="T26" fmla="*/ 153 w 172"/>
                <a:gd name="T27" fmla="*/ 110 h 177"/>
                <a:gd name="T28" fmla="*/ 139 w 172"/>
                <a:gd name="T29" fmla="*/ 158 h 177"/>
                <a:gd name="T30" fmla="*/ 86 w 172"/>
                <a:gd name="T31" fmla="*/ 177 h 177"/>
                <a:gd name="T32" fmla="*/ 29 w 172"/>
                <a:gd name="T33" fmla="*/ 155 h 177"/>
                <a:gd name="T34" fmla="*/ 20 w 172"/>
                <a:gd name="T35" fmla="*/ 103 h 177"/>
                <a:gd name="T36" fmla="*/ 20 w 172"/>
                <a:gd name="T37" fmla="*/ 16 h 177"/>
                <a:gd name="T38" fmla="*/ 0 w 172"/>
                <a:gd name="T39" fmla="*/ 16 h 177"/>
                <a:gd name="T40" fmla="*/ 0 w 172"/>
                <a:gd name="T41" fmla="*/ 0 h 177"/>
                <a:gd name="T42" fmla="*/ 60 w 172"/>
                <a:gd name="T43" fmla="*/ 0 h 177"/>
                <a:gd name="T44" fmla="*/ 60 w 172"/>
                <a:gd name="T45" fmla="*/ 1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77">
                  <a:moveTo>
                    <a:pt x="60" y="16"/>
                  </a:moveTo>
                  <a:cubicBezTo>
                    <a:pt x="41" y="16"/>
                    <a:pt x="41" y="16"/>
                    <a:pt x="41" y="16"/>
                  </a:cubicBezTo>
                  <a:cubicBezTo>
                    <a:pt x="41" y="40"/>
                    <a:pt x="41" y="64"/>
                    <a:pt x="41" y="105"/>
                  </a:cubicBezTo>
                  <a:cubicBezTo>
                    <a:pt x="41" y="126"/>
                    <a:pt x="42" y="138"/>
                    <a:pt x="50" y="147"/>
                  </a:cubicBezTo>
                  <a:cubicBezTo>
                    <a:pt x="57" y="156"/>
                    <a:pt x="69" y="160"/>
                    <a:pt x="87" y="160"/>
                  </a:cubicBezTo>
                  <a:cubicBezTo>
                    <a:pt x="104" y="160"/>
                    <a:pt x="118" y="156"/>
                    <a:pt x="126" y="145"/>
                  </a:cubicBezTo>
                  <a:cubicBezTo>
                    <a:pt x="133" y="136"/>
                    <a:pt x="133" y="121"/>
                    <a:pt x="133" y="97"/>
                  </a:cubicBezTo>
                  <a:cubicBezTo>
                    <a:pt x="134" y="16"/>
                    <a:pt x="134" y="16"/>
                    <a:pt x="134" y="16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16"/>
                    <a:pt x="172" y="16"/>
                    <a:pt x="172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30"/>
                    <a:pt x="150" y="144"/>
                    <a:pt x="139" y="158"/>
                  </a:cubicBezTo>
                  <a:cubicBezTo>
                    <a:pt x="129" y="170"/>
                    <a:pt x="111" y="177"/>
                    <a:pt x="86" y="177"/>
                  </a:cubicBezTo>
                  <a:cubicBezTo>
                    <a:pt x="56" y="177"/>
                    <a:pt x="39" y="169"/>
                    <a:pt x="29" y="155"/>
                  </a:cubicBezTo>
                  <a:cubicBezTo>
                    <a:pt x="21" y="144"/>
                    <a:pt x="20" y="132"/>
                    <a:pt x="20" y="103"/>
                  </a:cubicBezTo>
                  <a:cubicBezTo>
                    <a:pt x="20" y="75"/>
                    <a:pt x="20" y="42"/>
                    <a:pt x="2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0" y="0"/>
                    <a:pt x="60" y="0"/>
                    <a:pt x="60" y="0"/>
                  </a:cubicBezTo>
                  <a:lnTo>
                    <a:pt x="60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" name="Freeform 40">
              <a:extLst>
                <a:ext uri="{FF2B5EF4-FFF2-40B4-BE49-F238E27FC236}">
                  <a16:creationId xmlns:a16="http://schemas.microsoft.com/office/drawing/2014/main" id="{BC5C0474-FCE4-461A-A211-0B00A2CF98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89963" y="12836525"/>
              <a:ext cx="111125" cy="100012"/>
            </a:xfrm>
            <a:custGeom>
              <a:avLst/>
              <a:gdLst>
                <a:gd name="T0" fmla="*/ 90 w 145"/>
                <a:gd name="T1" fmla="*/ 115 h 131"/>
                <a:gd name="T2" fmla="*/ 106 w 145"/>
                <a:gd name="T3" fmla="*/ 115 h 131"/>
                <a:gd name="T4" fmla="*/ 107 w 145"/>
                <a:gd name="T5" fmla="*/ 54 h 131"/>
                <a:gd name="T6" fmla="*/ 78 w 145"/>
                <a:gd name="T7" fmla="*/ 17 h 131"/>
                <a:gd name="T8" fmla="*/ 40 w 145"/>
                <a:gd name="T9" fmla="*/ 62 h 131"/>
                <a:gd name="T10" fmla="*/ 40 w 145"/>
                <a:gd name="T11" fmla="*/ 115 h 131"/>
                <a:gd name="T12" fmla="*/ 59 w 145"/>
                <a:gd name="T13" fmla="*/ 115 h 131"/>
                <a:gd name="T14" fmla="*/ 59 w 145"/>
                <a:gd name="T15" fmla="*/ 131 h 131"/>
                <a:gd name="T16" fmla="*/ 3 w 145"/>
                <a:gd name="T17" fmla="*/ 131 h 131"/>
                <a:gd name="T18" fmla="*/ 3 w 145"/>
                <a:gd name="T19" fmla="*/ 115 h 131"/>
                <a:gd name="T20" fmla="*/ 19 w 145"/>
                <a:gd name="T21" fmla="*/ 115 h 131"/>
                <a:gd name="T22" fmla="*/ 20 w 145"/>
                <a:gd name="T23" fmla="*/ 18 h 131"/>
                <a:gd name="T24" fmla="*/ 0 w 145"/>
                <a:gd name="T25" fmla="*/ 18 h 131"/>
                <a:gd name="T26" fmla="*/ 0 w 145"/>
                <a:gd name="T27" fmla="*/ 3 h 131"/>
                <a:gd name="T28" fmla="*/ 41 w 145"/>
                <a:gd name="T29" fmla="*/ 3 h 131"/>
                <a:gd name="T30" fmla="*/ 40 w 145"/>
                <a:gd name="T31" fmla="*/ 18 h 131"/>
                <a:gd name="T32" fmla="*/ 38 w 145"/>
                <a:gd name="T33" fmla="*/ 31 h 131"/>
                <a:gd name="T34" fmla="*/ 38 w 145"/>
                <a:gd name="T35" fmla="*/ 31 h 131"/>
                <a:gd name="T36" fmla="*/ 84 w 145"/>
                <a:gd name="T37" fmla="*/ 0 h 131"/>
                <a:gd name="T38" fmla="*/ 128 w 145"/>
                <a:gd name="T39" fmla="*/ 48 h 131"/>
                <a:gd name="T40" fmla="*/ 127 w 145"/>
                <a:gd name="T41" fmla="*/ 115 h 131"/>
                <a:gd name="T42" fmla="*/ 145 w 145"/>
                <a:gd name="T43" fmla="*/ 115 h 131"/>
                <a:gd name="T44" fmla="*/ 145 w 145"/>
                <a:gd name="T45" fmla="*/ 131 h 131"/>
                <a:gd name="T46" fmla="*/ 90 w 145"/>
                <a:gd name="T47" fmla="*/ 131 h 131"/>
                <a:gd name="T48" fmla="*/ 90 w 145"/>
                <a:gd name="T49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5" h="131">
                  <a:moveTo>
                    <a:pt x="90" y="115"/>
                  </a:moveTo>
                  <a:cubicBezTo>
                    <a:pt x="106" y="115"/>
                    <a:pt x="106" y="115"/>
                    <a:pt x="106" y="115"/>
                  </a:cubicBezTo>
                  <a:cubicBezTo>
                    <a:pt x="106" y="95"/>
                    <a:pt x="107" y="74"/>
                    <a:pt x="107" y="54"/>
                  </a:cubicBezTo>
                  <a:cubicBezTo>
                    <a:pt x="107" y="41"/>
                    <a:pt x="107" y="17"/>
                    <a:pt x="78" y="17"/>
                  </a:cubicBezTo>
                  <a:cubicBezTo>
                    <a:pt x="60" y="17"/>
                    <a:pt x="40" y="28"/>
                    <a:pt x="40" y="62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59" y="131"/>
                    <a:pt x="59" y="131"/>
                    <a:pt x="59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15"/>
                    <a:pt x="3" y="115"/>
                    <a:pt x="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8"/>
                    <a:pt x="40" y="15"/>
                    <a:pt x="40" y="1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44" y="12"/>
                    <a:pt x="64" y="0"/>
                    <a:pt x="84" y="0"/>
                  </a:cubicBezTo>
                  <a:cubicBezTo>
                    <a:pt x="119" y="0"/>
                    <a:pt x="128" y="24"/>
                    <a:pt x="128" y="48"/>
                  </a:cubicBezTo>
                  <a:cubicBezTo>
                    <a:pt x="128" y="70"/>
                    <a:pt x="127" y="95"/>
                    <a:pt x="127" y="115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90" y="131"/>
                    <a:pt x="90" y="131"/>
                    <a:pt x="90" y="131"/>
                  </a:cubicBezTo>
                  <a:lnTo>
                    <a:pt x="90" y="1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" name="Freeform 41">
              <a:extLst>
                <a:ext uri="{FF2B5EF4-FFF2-40B4-BE49-F238E27FC236}">
                  <a16:creationId xmlns:a16="http://schemas.microsoft.com/office/drawing/2014/main" id="{0827A0FD-2EC5-40D5-AF3A-98C565622F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10613" y="12788900"/>
              <a:ext cx="49212" cy="147637"/>
            </a:xfrm>
            <a:custGeom>
              <a:avLst/>
              <a:gdLst>
                <a:gd name="T0" fmla="*/ 23 w 63"/>
                <a:gd name="T1" fmla="*/ 80 h 193"/>
                <a:gd name="T2" fmla="*/ 0 w 63"/>
                <a:gd name="T3" fmla="*/ 80 h 193"/>
                <a:gd name="T4" fmla="*/ 0 w 63"/>
                <a:gd name="T5" fmla="*/ 65 h 193"/>
                <a:gd name="T6" fmla="*/ 44 w 63"/>
                <a:gd name="T7" fmla="*/ 65 h 193"/>
                <a:gd name="T8" fmla="*/ 43 w 63"/>
                <a:gd name="T9" fmla="*/ 177 h 193"/>
                <a:gd name="T10" fmla="*/ 63 w 63"/>
                <a:gd name="T11" fmla="*/ 177 h 193"/>
                <a:gd name="T12" fmla="*/ 63 w 63"/>
                <a:gd name="T13" fmla="*/ 193 h 193"/>
                <a:gd name="T14" fmla="*/ 2 w 63"/>
                <a:gd name="T15" fmla="*/ 193 h 193"/>
                <a:gd name="T16" fmla="*/ 2 w 63"/>
                <a:gd name="T17" fmla="*/ 177 h 193"/>
                <a:gd name="T18" fmla="*/ 22 w 63"/>
                <a:gd name="T19" fmla="*/ 177 h 193"/>
                <a:gd name="T20" fmla="*/ 23 w 63"/>
                <a:gd name="T21" fmla="*/ 80 h 193"/>
                <a:gd name="T22" fmla="*/ 31 w 63"/>
                <a:gd name="T23" fmla="*/ 0 h 193"/>
                <a:gd name="T24" fmla="*/ 46 w 63"/>
                <a:gd name="T25" fmla="*/ 16 h 193"/>
                <a:gd name="T26" fmla="*/ 31 w 63"/>
                <a:gd name="T27" fmla="*/ 31 h 193"/>
                <a:gd name="T28" fmla="*/ 16 w 63"/>
                <a:gd name="T29" fmla="*/ 16 h 193"/>
                <a:gd name="T30" fmla="*/ 31 w 63"/>
                <a:gd name="T3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93">
                  <a:moveTo>
                    <a:pt x="23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3" y="193"/>
                    <a:pt x="63" y="193"/>
                    <a:pt x="63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2" y="177"/>
                    <a:pt x="22" y="177"/>
                    <a:pt x="22" y="177"/>
                  </a:cubicBezTo>
                  <a:lnTo>
                    <a:pt x="23" y="80"/>
                  </a:lnTo>
                  <a:close/>
                  <a:moveTo>
                    <a:pt x="31" y="0"/>
                  </a:moveTo>
                  <a:cubicBezTo>
                    <a:pt x="39" y="0"/>
                    <a:pt x="46" y="7"/>
                    <a:pt x="46" y="16"/>
                  </a:cubicBezTo>
                  <a:cubicBezTo>
                    <a:pt x="46" y="24"/>
                    <a:pt x="39" y="31"/>
                    <a:pt x="31" y="31"/>
                  </a:cubicBezTo>
                  <a:cubicBezTo>
                    <a:pt x="23" y="31"/>
                    <a:pt x="16" y="24"/>
                    <a:pt x="16" y="16"/>
                  </a:cubicBezTo>
                  <a:cubicBezTo>
                    <a:pt x="16" y="7"/>
                    <a:pt x="23" y="0"/>
                    <a:pt x="3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" name="Freeform 42">
              <a:extLst>
                <a:ext uri="{FF2B5EF4-FFF2-40B4-BE49-F238E27FC236}">
                  <a16:creationId xmlns:a16="http://schemas.microsoft.com/office/drawing/2014/main" id="{9B934DA9-838F-4E5E-96A7-51337A2494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63000" y="12838113"/>
              <a:ext cx="104775" cy="98425"/>
            </a:xfrm>
            <a:custGeom>
              <a:avLst/>
              <a:gdLst>
                <a:gd name="T0" fmla="*/ 0 w 137"/>
                <a:gd name="T1" fmla="*/ 0 h 128"/>
                <a:gd name="T2" fmla="*/ 52 w 137"/>
                <a:gd name="T3" fmla="*/ 0 h 128"/>
                <a:gd name="T4" fmla="*/ 52 w 137"/>
                <a:gd name="T5" fmla="*/ 15 h 128"/>
                <a:gd name="T6" fmla="*/ 37 w 137"/>
                <a:gd name="T7" fmla="*/ 15 h 128"/>
                <a:gd name="T8" fmla="*/ 66 w 137"/>
                <a:gd name="T9" fmla="*/ 97 h 128"/>
                <a:gd name="T10" fmla="*/ 69 w 137"/>
                <a:gd name="T11" fmla="*/ 108 h 128"/>
                <a:gd name="T12" fmla="*/ 70 w 137"/>
                <a:gd name="T13" fmla="*/ 108 h 128"/>
                <a:gd name="T14" fmla="*/ 72 w 137"/>
                <a:gd name="T15" fmla="*/ 97 h 128"/>
                <a:gd name="T16" fmla="*/ 103 w 137"/>
                <a:gd name="T17" fmla="*/ 15 h 128"/>
                <a:gd name="T18" fmla="*/ 86 w 137"/>
                <a:gd name="T19" fmla="*/ 15 h 128"/>
                <a:gd name="T20" fmla="*/ 86 w 137"/>
                <a:gd name="T21" fmla="*/ 0 h 128"/>
                <a:gd name="T22" fmla="*/ 137 w 137"/>
                <a:gd name="T23" fmla="*/ 0 h 128"/>
                <a:gd name="T24" fmla="*/ 137 w 137"/>
                <a:gd name="T25" fmla="*/ 15 h 128"/>
                <a:gd name="T26" fmla="*/ 123 w 137"/>
                <a:gd name="T27" fmla="*/ 15 h 128"/>
                <a:gd name="T28" fmla="*/ 79 w 137"/>
                <a:gd name="T29" fmla="*/ 128 h 128"/>
                <a:gd name="T30" fmla="*/ 58 w 137"/>
                <a:gd name="T31" fmla="*/ 128 h 128"/>
                <a:gd name="T32" fmla="*/ 14 w 137"/>
                <a:gd name="T33" fmla="*/ 15 h 128"/>
                <a:gd name="T34" fmla="*/ 0 w 137"/>
                <a:gd name="T35" fmla="*/ 15 h 128"/>
                <a:gd name="T36" fmla="*/ 0 w 137"/>
                <a:gd name="T3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28">
                  <a:moveTo>
                    <a:pt x="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8" y="101"/>
                    <a:pt x="68" y="105"/>
                    <a:pt x="69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5"/>
                    <a:pt x="71" y="101"/>
                    <a:pt x="72" y="97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58" y="128"/>
                    <a:pt x="58" y="128"/>
                    <a:pt x="58" y="128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0" y="15"/>
                    <a:pt x="0" y="15"/>
                    <a:pt x="0" y="1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" name="Freeform 43">
              <a:extLst>
                <a:ext uri="{FF2B5EF4-FFF2-40B4-BE49-F238E27FC236}">
                  <a16:creationId xmlns:a16="http://schemas.microsoft.com/office/drawing/2014/main" id="{1E3FC005-734D-476B-95F8-7BB578319C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74125" y="12836525"/>
              <a:ext cx="87312" cy="103187"/>
            </a:xfrm>
            <a:custGeom>
              <a:avLst/>
              <a:gdLst>
                <a:gd name="T0" fmla="*/ 21 w 114"/>
                <a:gd name="T1" fmla="*/ 68 h 134"/>
                <a:gd name="T2" fmla="*/ 70 w 114"/>
                <a:gd name="T3" fmla="*/ 117 h 134"/>
                <a:gd name="T4" fmla="*/ 108 w 114"/>
                <a:gd name="T5" fmla="*/ 107 h 134"/>
                <a:gd name="T6" fmla="*/ 107 w 114"/>
                <a:gd name="T7" fmla="*/ 125 h 134"/>
                <a:gd name="T8" fmla="*/ 65 w 114"/>
                <a:gd name="T9" fmla="*/ 134 h 134"/>
                <a:gd name="T10" fmla="*/ 0 w 114"/>
                <a:gd name="T11" fmla="*/ 67 h 134"/>
                <a:gd name="T12" fmla="*/ 59 w 114"/>
                <a:gd name="T13" fmla="*/ 0 h 134"/>
                <a:gd name="T14" fmla="*/ 114 w 114"/>
                <a:gd name="T15" fmla="*/ 68 h 134"/>
                <a:gd name="T16" fmla="*/ 21 w 114"/>
                <a:gd name="T17" fmla="*/ 68 h 134"/>
                <a:gd name="T18" fmla="*/ 93 w 114"/>
                <a:gd name="T19" fmla="*/ 53 h 134"/>
                <a:gd name="T20" fmla="*/ 59 w 114"/>
                <a:gd name="T21" fmla="*/ 15 h 134"/>
                <a:gd name="T22" fmla="*/ 21 w 114"/>
                <a:gd name="T23" fmla="*/ 53 h 134"/>
                <a:gd name="T24" fmla="*/ 93 w 114"/>
                <a:gd name="T25" fmla="*/ 5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134">
                  <a:moveTo>
                    <a:pt x="21" y="68"/>
                  </a:moveTo>
                  <a:cubicBezTo>
                    <a:pt x="22" y="95"/>
                    <a:pt x="33" y="117"/>
                    <a:pt x="70" y="117"/>
                  </a:cubicBezTo>
                  <a:cubicBezTo>
                    <a:pt x="84" y="117"/>
                    <a:pt x="97" y="113"/>
                    <a:pt x="108" y="107"/>
                  </a:cubicBezTo>
                  <a:cubicBezTo>
                    <a:pt x="107" y="125"/>
                    <a:pt x="107" y="125"/>
                    <a:pt x="107" y="125"/>
                  </a:cubicBezTo>
                  <a:cubicBezTo>
                    <a:pt x="98" y="129"/>
                    <a:pt x="78" y="134"/>
                    <a:pt x="65" y="134"/>
                  </a:cubicBezTo>
                  <a:cubicBezTo>
                    <a:pt x="25" y="134"/>
                    <a:pt x="0" y="111"/>
                    <a:pt x="0" y="67"/>
                  </a:cubicBezTo>
                  <a:cubicBezTo>
                    <a:pt x="0" y="29"/>
                    <a:pt x="20" y="0"/>
                    <a:pt x="59" y="0"/>
                  </a:cubicBezTo>
                  <a:cubicBezTo>
                    <a:pt x="109" y="0"/>
                    <a:pt x="114" y="46"/>
                    <a:pt x="114" y="68"/>
                  </a:cubicBezTo>
                  <a:lnTo>
                    <a:pt x="21" y="68"/>
                  </a:lnTo>
                  <a:close/>
                  <a:moveTo>
                    <a:pt x="93" y="53"/>
                  </a:moveTo>
                  <a:cubicBezTo>
                    <a:pt x="93" y="33"/>
                    <a:pt x="80" y="15"/>
                    <a:pt x="59" y="15"/>
                  </a:cubicBezTo>
                  <a:cubicBezTo>
                    <a:pt x="37" y="15"/>
                    <a:pt x="22" y="32"/>
                    <a:pt x="21" y="53"/>
                  </a:cubicBezTo>
                  <a:lnTo>
                    <a:pt x="9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" name="Freeform 44">
              <a:extLst>
                <a:ext uri="{FF2B5EF4-FFF2-40B4-BE49-F238E27FC236}">
                  <a16:creationId xmlns:a16="http://schemas.microsoft.com/office/drawing/2014/main" id="{1EF86EF2-8595-41AF-9FA9-B3446A949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74138" y="12836525"/>
              <a:ext cx="74612" cy="100012"/>
            </a:xfrm>
            <a:custGeom>
              <a:avLst/>
              <a:gdLst>
                <a:gd name="T0" fmla="*/ 21 w 96"/>
                <a:gd name="T1" fmla="*/ 17 h 130"/>
                <a:gd name="T2" fmla="*/ 0 w 96"/>
                <a:gd name="T3" fmla="*/ 17 h 130"/>
                <a:gd name="T4" fmla="*/ 0 w 96"/>
                <a:gd name="T5" fmla="*/ 2 h 130"/>
                <a:gd name="T6" fmla="*/ 42 w 96"/>
                <a:gd name="T7" fmla="*/ 2 h 130"/>
                <a:gd name="T8" fmla="*/ 42 w 96"/>
                <a:gd name="T9" fmla="*/ 9 h 130"/>
                <a:gd name="T10" fmla="*/ 39 w 96"/>
                <a:gd name="T11" fmla="*/ 42 h 130"/>
                <a:gd name="T12" fmla="*/ 39 w 96"/>
                <a:gd name="T13" fmla="*/ 42 h 130"/>
                <a:gd name="T14" fmla="*/ 40 w 96"/>
                <a:gd name="T15" fmla="*/ 42 h 130"/>
                <a:gd name="T16" fmla="*/ 83 w 96"/>
                <a:gd name="T17" fmla="*/ 0 h 130"/>
                <a:gd name="T18" fmla="*/ 96 w 96"/>
                <a:gd name="T19" fmla="*/ 2 h 130"/>
                <a:gd name="T20" fmla="*/ 94 w 96"/>
                <a:gd name="T21" fmla="*/ 20 h 130"/>
                <a:gd name="T22" fmla="*/ 80 w 96"/>
                <a:gd name="T23" fmla="*/ 18 h 130"/>
                <a:gd name="T24" fmla="*/ 42 w 96"/>
                <a:gd name="T25" fmla="*/ 66 h 130"/>
                <a:gd name="T26" fmla="*/ 41 w 96"/>
                <a:gd name="T27" fmla="*/ 114 h 130"/>
                <a:gd name="T28" fmla="*/ 62 w 96"/>
                <a:gd name="T29" fmla="*/ 114 h 130"/>
                <a:gd name="T30" fmla="*/ 62 w 96"/>
                <a:gd name="T31" fmla="*/ 130 h 130"/>
                <a:gd name="T32" fmla="*/ 2 w 96"/>
                <a:gd name="T33" fmla="*/ 130 h 130"/>
                <a:gd name="T34" fmla="*/ 2 w 96"/>
                <a:gd name="T35" fmla="*/ 114 h 130"/>
                <a:gd name="T36" fmla="*/ 20 w 96"/>
                <a:gd name="T37" fmla="*/ 114 h 130"/>
                <a:gd name="T38" fmla="*/ 21 w 96"/>
                <a:gd name="T39" fmla="*/ 1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" h="130">
                  <a:moveTo>
                    <a:pt x="21" y="17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16"/>
                    <a:pt x="40" y="31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5" y="23"/>
                    <a:pt x="51" y="0"/>
                    <a:pt x="83" y="0"/>
                  </a:cubicBezTo>
                  <a:cubicBezTo>
                    <a:pt x="85" y="0"/>
                    <a:pt x="95" y="0"/>
                    <a:pt x="96" y="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0" y="19"/>
                    <a:pt x="85" y="18"/>
                    <a:pt x="80" y="18"/>
                  </a:cubicBezTo>
                  <a:cubicBezTo>
                    <a:pt x="54" y="18"/>
                    <a:pt x="42" y="44"/>
                    <a:pt x="42" y="66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2" y="130"/>
                    <a:pt x="62" y="130"/>
                    <a:pt x="6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0" y="114"/>
                    <a:pt x="20" y="114"/>
                    <a:pt x="20" y="114"/>
                  </a:cubicBezTo>
                  <a:lnTo>
                    <a:pt x="21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" name="Freeform 45">
              <a:extLst>
                <a:ext uri="{FF2B5EF4-FFF2-40B4-BE49-F238E27FC236}">
                  <a16:creationId xmlns:a16="http://schemas.microsoft.com/office/drawing/2014/main" id="{BA9C885C-3C4C-4529-B06C-C37ABDB178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755100" y="12836525"/>
              <a:ext cx="76200" cy="103187"/>
            </a:xfrm>
            <a:custGeom>
              <a:avLst/>
              <a:gdLst>
                <a:gd name="T0" fmla="*/ 92 w 98"/>
                <a:gd name="T1" fmla="*/ 38 h 134"/>
                <a:gd name="T2" fmla="*/ 73 w 98"/>
                <a:gd name="T3" fmla="*/ 38 h 134"/>
                <a:gd name="T4" fmla="*/ 72 w 98"/>
                <a:gd name="T5" fmla="*/ 20 h 134"/>
                <a:gd name="T6" fmla="*/ 50 w 98"/>
                <a:gd name="T7" fmla="*/ 15 h 134"/>
                <a:gd name="T8" fmla="*/ 20 w 98"/>
                <a:gd name="T9" fmla="*/ 35 h 134"/>
                <a:gd name="T10" fmla="*/ 52 w 98"/>
                <a:gd name="T11" fmla="*/ 56 h 134"/>
                <a:gd name="T12" fmla="*/ 98 w 98"/>
                <a:gd name="T13" fmla="*/ 93 h 134"/>
                <a:gd name="T14" fmla="*/ 45 w 98"/>
                <a:gd name="T15" fmla="*/ 134 h 134"/>
                <a:gd name="T16" fmla="*/ 2 w 98"/>
                <a:gd name="T17" fmla="*/ 126 h 134"/>
                <a:gd name="T18" fmla="*/ 1 w 98"/>
                <a:gd name="T19" fmla="*/ 93 h 134"/>
                <a:gd name="T20" fmla="*/ 19 w 98"/>
                <a:gd name="T21" fmla="*/ 93 h 134"/>
                <a:gd name="T22" fmla="*/ 20 w 98"/>
                <a:gd name="T23" fmla="*/ 112 h 134"/>
                <a:gd name="T24" fmla="*/ 49 w 98"/>
                <a:gd name="T25" fmla="*/ 118 h 134"/>
                <a:gd name="T26" fmla="*/ 78 w 98"/>
                <a:gd name="T27" fmla="*/ 97 h 134"/>
                <a:gd name="T28" fmla="*/ 51 w 98"/>
                <a:gd name="T29" fmla="*/ 77 h 134"/>
                <a:gd name="T30" fmla="*/ 0 w 98"/>
                <a:gd name="T31" fmla="*/ 38 h 134"/>
                <a:gd name="T32" fmla="*/ 50 w 98"/>
                <a:gd name="T33" fmla="*/ 0 h 134"/>
                <a:gd name="T34" fmla="*/ 91 w 98"/>
                <a:gd name="T35" fmla="*/ 8 h 134"/>
                <a:gd name="T36" fmla="*/ 92 w 98"/>
                <a:gd name="T37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34">
                  <a:moveTo>
                    <a:pt x="92" y="38"/>
                  </a:moveTo>
                  <a:cubicBezTo>
                    <a:pt x="73" y="38"/>
                    <a:pt x="73" y="38"/>
                    <a:pt x="73" y="3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68" y="16"/>
                    <a:pt x="56" y="15"/>
                    <a:pt x="50" y="15"/>
                  </a:cubicBezTo>
                  <a:cubicBezTo>
                    <a:pt x="37" y="15"/>
                    <a:pt x="20" y="20"/>
                    <a:pt x="20" y="35"/>
                  </a:cubicBezTo>
                  <a:cubicBezTo>
                    <a:pt x="20" y="49"/>
                    <a:pt x="33" y="53"/>
                    <a:pt x="52" y="56"/>
                  </a:cubicBezTo>
                  <a:cubicBezTo>
                    <a:pt x="84" y="62"/>
                    <a:pt x="98" y="72"/>
                    <a:pt x="98" y="93"/>
                  </a:cubicBezTo>
                  <a:cubicBezTo>
                    <a:pt x="98" y="115"/>
                    <a:pt x="82" y="134"/>
                    <a:pt x="45" y="134"/>
                  </a:cubicBezTo>
                  <a:cubicBezTo>
                    <a:pt x="32" y="134"/>
                    <a:pt x="9" y="130"/>
                    <a:pt x="2" y="126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8" y="116"/>
                    <a:pt x="41" y="118"/>
                    <a:pt x="49" y="118"/>
                  </a:cubicBezTo>
                  <a:cubicBezTo>
                    <a:pt x="62" y="118"/>
                    <a:pt x="78" y="112"/>
                    <a:pt x="78" y="97"/>
                  </a:cubicBezTo>
                  <a:cubicBezTo>
                    <a:pt x="78" y="84"/>
                    <a:pt x="65" y="80"/>
                    <a:pt x="51" y="77"/>
                  </a:cubicBezTo>
                  <a:cubicBezTo>
                    <a:pt x="17" y="69"/>
                    <a:pt x="0" y="63"/>
                    <a:pt x="0" y="38"/>
                  </a:cubicBezTo>
                  <a:cubicBezTo>
                    <a:pt x="0" y="18"/>
                    <a:pt x="14" y="0"/>
                    <a:pt x="50" y="0"/>
                  </a:cubicBezTo>
                  <a:cubicBezTo>
                    <a:pt x="61" y="0"/>
                    <a:pt x="81" y="3"/>
                    <a:pt x="91" y="8"/>
                  </a:cubicBezTo>
                  <a:lnTo>
                    <a:pt x="92" y="3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" name="Freeform 46">
              <a:extLst>
                <a:ext uri="{FF2B5EF4-FFF2-40B4-BE49-F238E27FC236}">
                  <a16:creationId xmlns:a16="http://schemas.microsoft.com/office/drawing/2014/main" id="{CC067326-D7E2-41AA-AA79-62F52AECA86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844000" y="12788900"/>
              <a:ext cx="47625" cy="147637"/>
            </a:xfrm>
            <a:custGeom>
              <a:avLst/>
              <a:gdLst>
                <a:gd name="T0" fmla="*/ 23 w 63"/>
                <a:gd name="T1" fmla="*/ 80 h 193"/>
                <a:gd name="T2" fmla="*/ 0 w 63"/>
                <a:gd name="T3" fmla="*/ 80 h 193"/>
                <a:gd name="T4" fmla="*/ 0 w 63"/>
                <a:gd name="T5" fmla="*/ 65 h 193"/>
                <a:gd name="T6" fmla="*/ 44 w 63"/>
                <a:gd name="T7" fmla="*/ 65 h 193"/>
                <a:gd name="T8" fmla="*/ 43 w 63"/>
                <a:gd name="T9" fmla="*/ 177 h 193"/>
                <a:gd name="T10" fmla="*/ 63 w 63"/>
                <a:gd name="T11" fmla="*/ 177 h 193"/>
                <a:gd name="T12" fmla="*/ 63 w 63"/>
                <a:gd name="T13" fmla="*/ 193 h 193"/>
                <a:gd name="T14" fmla="*/ 2 w 63"/>
                <a:gd name="T15" fmla="*/ 193 h 193"/>
                <a:gd name="T16" fmla="*/ 2 w 63"/>
                <a:gd name="T17" fmla="*/ 177 h 193"/>
                <a:gd name="T18" fmla="*/ 22 w 63"/>
                <a:gd name="T19" fmla="*/ 177 h 193"/>
                <a:gd name="T20" fmla="*/ 23 w 63"/>
                <a:gd name="T21" fmla="*/ 80 h 193"/>
                <a:gd name="T22" fmla="*/ 31 w 63"/>
                <a:gd name="T23" fmla="*/ 0 h 193"/>
                <a:gd name="T24" fmla="*/ 46 w 63"/>
                <a:gd name="T25" fmla="*/ 16 h 193"/>
                <a:gd name="T26" fmla="*/ 31 w 63"/>
                <a:gd name="T27" fmla="*/ 31 h 193"/>
                <a:gd name="T28" fmla="*/ 16 w 63"/>
                <a:gd name="T29" fmla="*/ 16 h 193"/>
                <a:gd name="T30" fmla="*/ 31 w 63"/>
                <a:gd name="T3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93">
                  <a:moveTo>
                    <a:pt x="23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3" y="193"/>
                    <a:pt x="63" y="193"/>
                    <a:pt x="63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2" y="177"/>
                    <a:pt x="22" y="177"/>
                    <a:pt x="22" y="177"/>
                  </a:cubicBezTo>
                  <a:lnTo>
                    <a:pt x="23" y="80"/>
                  </a:lnTo>
                  <a:close/>
                  <a:moveTo>
                    <a:pt x="31" y="0"/>
                  </a:moveTo>
                  <a:cubicBezTo>
                    <a:pt x="39" y="0"/>
                    <a:pt x="46" y="7"/>
                    <a:pt x="46" y="16"/>
                  </a:cubicBezTo>
                  <a:cubicBezTo>
                    <a:pt x="46" y="24"/>
                    <a:pt x="39" y="31"/>
                    <a:pt x="31" y="31"/>
                  </a:cubicBezTo>
                  <a:cubicBezTo>
                    <a:pt x="23" y="31"/>
                    <a:pt x="16" y="24"/>
                    <a:pt x="16" y="16"/>
                  </a:cubicBezTo>
                  <a:cubicBezTo>
                    <a:pt x="16" y="7"/>
                    <a:pt x="23" y="0"/>
                    <a:pt x="3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" name="Freeform 47">
              <a:extLst>
                <a:ext uri="{FF2B5EF4-FFF2-40B4-BE49-F238E27FC236}">
                  <a16:creationId xmlns:a16="http://schemas.microsoft.com/office/drawing/2014/main" id="{D3367A17-F67F-4C48-8DE4-8D9660E72B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02738" y="12812713"/>
              <a:ext cx="65087" cy="127000"/>
            </a:xfrm>
            <a:custGeom>
              <a:avLst/>
              <a:gdLst>
                <a:gd name="T0" fmla="*/ 0 w 84"/>
                <a:gd name="T1" fmla="*/ 33 h 164"/>
                <a:gd name="T2" fmla="*/ 20 w 84"/>
                <a:gd name="T3" fmla="*/ 33 h 164"/>
                <a:gd name="T4" fmla="*/ 21 w 84"/>
                <a:gd name="T5" fmla="*/ 2 h 164"/>
                <a:gd name="T6" fmla="*/ 41 w 84"/>
                <a:gd name="T7" fmla="*/ 0 h 164"/>
                <a:gd name="T8" fmla="*/ 40 w 84"/>
                <a:gd name="T9" fmla="*/ 33 h 164"/>
                <a:gd name="T10" fmla="*/ 81 w 84"/>
                <a:gd name="T11" fmla="*/ 33 h 164"/>
                <a:gd name="T12" fmla="*/ 81 w 84"/>
                <a:gd name="T13" fmla="*/ 48 h 164"/>
                <a:gd name="T14" fmla="*/ 40 w 84"/>
                <a:gd name="T15" fmla="*/ 48 h 164"/>
                <a:gd name="T16" fmla="*/ 39 w 84"/>
                <a:gd name="T17" fmla="*/ 113 h 164"/>
                <a:gd name="T18" fmla="*/ 59 w 84"/>
                <a:gd name="T19" fmla="*/ 147 h 164"/>
                <a:gd name="T20" fmla="*/ 84 w 84"/>
                <a:gd name="T21" fmla="*/ 141 h 164"/>
                <a:gd name="T22" fmla="*/ 83 w 84"/>
                <a:gd name="T23" fmla="*/ 158 h 164"/>
                <a:gd name="T24" fmla="*/ 55 w 84"/>
                <a:gd name="T25" fmla="*/ 164 h 164"/>
                <a:gd name="T26" fmla="*/ 19 w 84"/>
                <a:gd name="T27" fmla="*/ 122 h 164"/>
                <a:gd name="T28" fmla="*/ 20 w 84"/>
                <a:gd name="T29" fmla="*/ 48 h 164"/>
                <a:gd name="T30" fmla="*/ 0 w 84"/>
                <a:gd name="T31" fmla="*/ 48 h 164"/>
                <a:gd name="T32" fmla="*/ 0 w 84"/>
                <a:gd name="T33" fmla="*/ 3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164">
                  <a:moveTo>
                    <a:pt x="0" y="33"/>
                  </a:moveTo>
                  <a:cubicBezTo>
                    <a:pt x="20" y="33"/>
                    <a:pt x="20" y="33"/>
                    <a:pt x="20" y="3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70"/>
                    <a:pt x="39" y="91"/>
                    <a:pt x="39" y="113"/>
                  </a:cubicBezTo>
                  <a:cubicBezTo>
                    <a:pt x="39" y="131"/>
                    <a:pt x="39" y="147"/>
                    <a:pt x="59" y="147"/>
                  </a:cubicBezTo>
                  <a:cubicBezTo>
                    <a:pt x="69" y="147"/>
                    <a:pt x="79" y="144"/>
                    <a:pt x="84" y="141"/>
                  </a:cubicBezTo>
                  <a:cubicBezTo>
                    <a:pt x="83" y="158"/>
                    <a:pt x="83" y="158"/>
                    <a:pt x="83" y="158"/>
                  </a:cubicBezTo>
                  <a:cubicBezTo>
                    <a:pt x="77" y="161"/>
                    <a:pt x="65" y="164"/>
                    <a:pt x="55" y="164"/>
                  </a:cubicBezTo>
                  <a:cubicBezTo>
                    <a:pt x="19" y="164"/>
                    <a:pt x="19" y="138"/>
                    <a:pt x="19" y="122"/>
                  </a:cubicBezTo>
                  <a:cubicBezTo>
                    <a:pt x="19" y="106"/>
                    <a:pt x="20" y="67"/>
                    <a:pt x="20" y="4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" name="Freeform 48">
              <a:extLst>
                <a:ext uri="{FF2B5EF4-FFF2-40B4-BE49-F238E27FC236}">
                  <a16:creationId xmlns:a16="http://schemas.microsoft.com/office/drawing/2014/main" id="{CC0047AF-806C-4EBB-B488-C2E72C081B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67825" y="12838113"/>
              <a:ext cx="106362" cy="147637"/>
            </a:xfrm>
            <a:custGeom>
              <a:avLst/>
              <a:gdLst>
                <a:gd name="T0" fmla="*/ 0 w 137"/>
                <a:gd name="T1" fmla="*/ 0 h 193"/>
                <a:gd name="T2" fmla="*/ 54 w 137"/>
                <a:gd name="T3" fmla="*/ 0 h 193"/>
                <a:gd name="T4" fmla="*/ 54 w 137"/>
                <a:gd name="T5" fmla="*/ 15 h 193"/>
                <a:gd name="T6" fmla="*/ 38 w 137"/>
                <a:gd name="T7" fmla="*/ 15 h 193"/>
                <a:gd name="T8" fmla="*/ 68 w 137"/>
                <a:gd name="T9" fmla="*/ 95 h 193"/>
                <a:gd name="T10" fmla="*/ 72 w 137"/>
                <a:gd name="T11" fmla="*/ 108 h 193"/>
                <a:gd name="T12" fmla="*/ 72 w 137"/>
                <a:gd name="T13" fmla="*/ 108 h 193"/>
                <a:gd name="T14" fmla="*/ 76 w 137"/>
                <a:gd name="T15" fmla="*/ 95 h 193"/>
                <a:gd name="T16" fmla="*/ 104 w 137"/>
                <a:gd name="T17" fmla="*/ 15 h 193"/>
                <a:gd name="T18" fmla="*/ 86 w 137"/>
                <a:gd name="T19" fmla="*/ 15 h 193"/>
                <a:gd name="T20" fmla="*/ 86 w 137"/>
                <a:gd name="T21" fmla="*/ 0 h 193"/>
                <a:gd name="T22" fmla="*/ 137 w 137"/>
                <a:gd name="T23" fmla="*/ 0 h 193"/>
                <a:gd name="T24" fmla="*/ 137 w 137"/>
                <a:gd name="T25" fmla="*/ 15 h 193"/>
                <a:gd name="T26" fmla="*/ 123 w 137"/>
                <a:gd name="T27" fmla="*/ 15 h 193"/>
                <a:gd name="T28" fmla="*/ 84 w 137"/>
                <a:gd name="T29" fmla="*/ 123 h 193"/>
                <a:gd name="T30" fmla="*/ 19 w 137"/>
                <a:gd name="T31" fmla="*/ 193 h 193"/>
                <a:gd name="T32" fmla="*/ 4 w 137"/>
                <a:gd name="T33" fmla="*/ 191 h 193"/>
                <a:gd name="T34" fmla="*/ 4 w 137"/>
                <a:gd name="T35" fmla="*/ 174 h 193"/>
                <a:gd name="T36" fmla="*/ 18 w 137"/>
                <a:gd name="T37" fmla="*/ 176 h 193"/>
                <a:gd name="T38" fmla="*/ 57 w 137"/>
                <a:gd name="T39" fmla="*/ 144 h 193"/>
                <a:gd name="T40" fmla="*/ 62 w 137"/>
                <a:gd name="T41" fmla="*/ 133 h 193"/>
                <a:gd name="T42" fmla="*/ 15 w 137"/>
                <a:gd name="T43" fmla="*/ 15 h 193"/>
                <a:gd name="T44" fmla="*/ 0 w 137"/>
                <a:gd name="T45" fmla="*/ 15 h 193"/>
                <a:gd name="T46" fmla="*/ 0 w 137"/>
                <a:gd name="T4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7" h="193">
                  <a:moveTo>
                    <a:pt x="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70" y="99"/>
                    <a:pt x="71" y="105"/>
                    <a:pt x="72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3" y="105"/>
                    <a:pt x="74" y="99"/>
                    <a:pt x="76" y="95"/>
                  </a:cubicBezTo>
                  <a:cubicBezTo>
                    <a:pt x="104" y="15"/>
                    <a:pt x="104" y="15"/>
                    <a:pt x="104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66" y="173"/>
                    <a:pt x="51" y="193"/>
                    <a:pt x="19" y="193"/>
                  </a:cubicBezTo>
                  <a:cubicBezTo>
                    <a:pt x="13" y="193"/>
                    <a:pt x="7" y="192"/>
                    <a:pt x="4" y="191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7" y="175"/>
                    <a:pt x="13" y="176"/>
                    <a:pt x="18" y="176"/>
                  </a:cubicBezTo>
                  <a:cubicBezTo>
                    <a:pt x="33" y="176"/>
                    <a:pt x="48" y="167"/>
                    <a:pt x="57" y="144"/>
                  </a:cubicBezTo>
                  <a:cubicBezTo>
                    <a:pt x="62" y="133"/>
                    <a:pt x="62" y="133"/>
                    <a:pt x="62" y="133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0" y="15"/>
                    <a:pt x="0" y="15"/>
                    <a:pt x="0" y="1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" name="Freeform 49">
              <a:extLst>
                <a:ext uri="{FF2B5EF4-FFF2-40B4-BE49-F238E27FC236}">
                  <a16:creationId xmlns:a16="http://schemas.microsoft.com/office/drawing/2014/main" id="{ED4FFD9E-0F47-4123-A8C8-950E8FA9D4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18563" y="12112625"/>
              <a:ext cx="52387" cy="52387"/>
            </a:xfrm>
            <a:custGeom>
              <a:avLst/>
              <a:gdLst>
                <a:gd name="T0" fmla="*/ 67 w 68"/>
                <a:gd name="T1" fmla="*/ 15 h 68"/>
                <a:gd name="T2" fmla="*/ 67 w 68"/>
                <a:gd name="T3" fmla="*/ 16 h 68"/>
                <a:gd name="T4" fmla="*/ 60 w 68"/>
                <a:gd name="T5" fmla="*/ 26 h 68"/>
                <a:gd name="T6" fmla="*/ 60 w 68"/>
                <a:gd name="T7" fmla="*/ 25 h 68"/>
                <a:gd name="T8" fmla="*/ 56 w 68"/>
                <a:gd name="T9" fmla="*/ 9 h 68"/>
                <a:gd name="T10" fmla="*/ 41 w 68"/>
                <a:gd name="T11" fmla="*/ 12 h 68"/>
                <a:gd name="T12" fmla="*/ 41 w 68"/>
                <a:gd name="T13" fmla="*/ 35 h 68"/>
                <a:gd name="T14" fmla="*/ 38 w 68"/>
                <a:gd name="T15" fmla="*/ 60 h 68"/>
                <a:gd name="T16" fmla="*/ 13 w 68"/>
                <a:gd name="T17" fmla="*/ 62 h 68"/>
                <a:gd name="T18" fmla="*/ 1 w 68"/>
                <a:gd name="T19" fmla="*/ 52 h 68"/>
                <a:gd name="T20" fmla="*/ 1 w 68"/>
                <a:gd name="T21" fmla="*/ 50 h 68"/>
                <a:gd name="T22" fmla="*/ 10 w 68"/>
                <a:gd name="T23" fmla="*/ 38 h 68"/>
                <a:gd name="T24" fmla="*/ 10 w 68"/>
                <a:gd name="T25" fmla="*/ 40 h 68"/>
                <a:gd name="T26" fmla="*/ 14 w 68"/>
                <a:gd name="T27" fmla="*/ 57 h 68"/>
                <a:gd name="T28" fmla="*/ 30 w 68"/>
                <a:gd name="T29" fmla="*/ 56 h 68"/>
                <a:gd name="T30" fmla="*/ 30 w 68"/>
                <a:gd name="T31" fmla="*/ 33 h 68"/>
                <a:gd name="T32" fmla="*/ 35 w 68"/>
                <a:gd name="T33" fmla="*/ 5 h 68"/>
                <a:gd name="T34" fmla="*/ 58 w 68"/>
                <a:gd name="T35" fmla="*/ 5 h 68"/>
                <a:gd name="T36" fmla="*/ 65 w 68"/>
                <a:gd name="T37" fmla="*/ 12 h 68"/>
                <a:gd name="T38" fmla="*/ 67 w 68"/>
                <a:gd name="T39" fmla="*/ 14 h 68"/>
                <a:gd name="T40" fmla="*/ 67 w 68"/>
                <a:gd name="T41" fmla="*/ 1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68">
                  <a:moveTo>
                    <a:pt x="67" y="15"/>
                  </a:moveTo>
                  <a:cubicBezTo>
                    <a:pt x="68" y="15"/>
                    <a:pt x="68" y="16"/>
                    <a:pt x="67" y="16"/>
                  </a:cubicBezTo>
                  <a:cubicBezTo>
                    <a:pt x="66" y="17"/>
                    <a:pt x="61" y="25"/>
                    <a:pt x="60" y="26"/>
                  </a:cubicBezTo>
                  <a:cubicBezTo>
                    <a:pt x="59" y="27"/>
                    <a:pt x="59" y="25"/>
                    <a:pt x="60" y="25"/>
                  </a:cubicBezTo>
                  <a:cubicBezTo>
                    <a:pt x="60" y="23"/>
                    <a:pt x="62" y="15"/>
                    <a:pt x="56" y="9"/>
                  </a:cubicBezTo>
                  <a:cubicBezTo>
                    <a:pt x="51" y="5"/>
                    <a:pt x="44" y="8"/>
                    <a:pt x="41" y="12"/>
                  </a:cubicBezTo>
                  <a:cubicBezTo>
                    <a:pt x="38" y="17"/>
                    <a:pt x="38" y="21"/>
                    <a:pt x="41" y="35"/>
                  </a:cubicBezTo>
                  <a:cubicBezTo>
                    <a:pt x="45" y="49"/>
                    <a:pt x="44" y="54"/>
                    <a:pt x="38" y="60"/>
                  </a:cubicBezTo>
                  <a:cubicBezTo>
                    <a:pt x="34" y="65"/>
                    <a:pt x="23" y="68"/>
                    <a:pt x="13" y="62"/>
                  </a:cubicBezTo>
                  <a:cubicBezTo>
                    <a:pt x="3" y="55"/>
                    <a:pt x="3" y="53"/>
                    <a:pt x="1" y="52"/>
                  </a:cubicBezTo>
                  <a:cubicBezTo>
                    <a:pt x="0" y="52"/>
                    <a:pt x="0" y="51"/>
                    <a:pt x="1" y="50"/>
                  </a:cubicBezTo>
                  <a:cubicBezTo>
                    <a:pt x="3" y="48"/>
                    <a:pt x="9" y="39"/>
                    <a:pt x="10" y="38"/>
                  </a:cubicBezTo>
                  <a:cubicBezTo>
                    <a:pt x="10" y="37"/>
                    <a:pt x="11" y="38"/>
                    <a:pt x="10" y="40"/>
                  </a:cubicBezTo>
                  <a:cubicBezTo>
                    <a:pt x="9" y="42"/>
                    <a:pt x="5" y="52"/>
                    <a:pt x="14" y="57"/>
                  </a:cubicBezTo>
                  <a:cubicBezTo>
                    <a:pt x="22" y="63"/>
                    <a:pt x="27" y="59"/>
                    <a:pt x="30" y="56"/>
                  </a:cubicBezTo>
                  <a:cubicBezTo>
                    <a:pt x="33" y="52"/>
                    <a:pt x="34" y="49"/>
                    <a:pt x="30" y="33"/>
                  </a:cubicBezTo>
                  <a:cubicBezTo>
                    <a:pt x="26" y="16"/>
                    <a:pt x="29" y="10"/>
                    <a:pt x="35" y="5"/>
                  </a:cubicBezTo>
                  <a:cubicBezTo>
                    <a:pt x="42" y="0"/>
                    <a:pt x="50" y="0"/>
                    <a:pt x="58" y="5"/>
                  </a:cubicBezTo>
                  <a:cubicBezTo>
                    <a:pt x="62" y="8"/>
                    <a:pt x="64" y="11"/>
                    <a:pt x="65" y="12"/>
                  </a:cubicBezTo>
                  <a:cubicBezTo>
                    <a:pt x="66" y="13"/>
                    <a:pt x="66" y="14"/>
                    <a:pt x="67" y="14"/>
                  </a:cubicBezTo>
                  <a:cubicBezTo>
                    <a:pt x="67" y="14"/>
                    <a:pt x="67" y="14"/>
                    <a:pt x="67" y="1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" name="Freeform 50">
              <a:extLst>
                <a:ext uri="{FF2B5EF4-FFF2-40B4-BE49-F238E27FC236}">
                  <a16:creationId xmlns:a16="http://schemas.microsoft.com/office/drawing/2014/main" id="{BCF33442-1361-4B6A-B6CD-F2700A21A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58200" y="12271375"/>
              <a:ext cx="57150" cy="33337"/>
            </a:xfrm>
            <a:custGeom>
              <a:avLst/>
              <a:gdLst>
                <a:gd name="T0" fmla="*/ 6 w 76"/>
                <a:gd name="T1" fmla="*/ 0 h 44"/>
                <a:gd name="T2" fmla="*/ 8 w 76"/>
                <a:gd name="T3" fmla="*/ 0 h 44"/>
                <a:gd name="T4" fmla="*/ 19 w 76"/>
                <a:gd name="T5" fmla="*/ 2 h 44"/>
                <a:gd name="T6" fmla="*/ 16 w 76"/>
                <a:gd name="T7" fmla="*/ 4 h 44"/>
                <a:gd name="T8" fmla="*/ 7 w 76"/>
                <a:gd name="T9" fmla="*/ 14 h 44"/>
                <a:gd name="T10" fmla="*/ 13 w 76"/>
                <a:gd name="T11" fmla="*/ 26 h 44"/>
                <a:gd name="T12" fmla="*/ 35 w 76"/>
                <a:gd name="T13" fmla="*/ 16 h 44"/>
                <a:gd name="T14" fmla="*/ 61 w 76"/>
                <a:gd name="T15" fmla="*/ 7 h 44"/>
                <a:gd name="T16" fmla="*/ 73 w 76"/>
                <a:gd name="T17" fmla="*/ 29 h 44"/>
                <a:gd name="T18" fmla="*/ 67 w 76"/>
                <a:gd name="T19" fmla="*/ 43 h 44"/>
                <a:gd name="T20" fmla="*/ 64 w 76"/>
                <a:gd name="T21" fmla="*/ 44 h 44"/>
                <a:gd name="T22" fmla="*/ 52 w 76"/>
                <a:gd name="T23" fmla="*/ 42 h 44"/>
                <a:gd name="T24" fmla="*/ 52 w 76"/>
                <a:gd name="T25" fmla="*/ 40 h 44"/>
                <a:gd name="T26" fmla="*/ 68 w 76"/>
                <a:gd name="T27" fmla="*/ 29 h 44"/>
                <a:gd name="T28" fmla="*/ 60 w 76"/>
                <a:gd name="T29" fmla="*/ 17 h 44"/>
                <a:gd name="T30" fmla="*/ 38 w 76"/>
                <a:gd name="T31" fmla="*/ 26 h 44"/>
                <a:gd name="T32" fmla="*/ 11 w 76"/>
                <a:gd name="T33" fmla="*/ 34 h 44"/>
                <a:gd name="T34" fmla="*/ 2 w 76"/>
                <a:gd name="T35" fmla="*/ 14 h 44"/>
                <a:gd name="T36" fmla="*/ 6 w 76"/>
                <a:gd name="T37" fmla="*/ 2 h 44"/>
                <a:gd name="T38" fmla="*/ 6 w 76"/>
                <a:gd name="T3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44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10" y="1"/>
                    <a:pt x="16" y="2"/>
                    <a:pt x="19" y="2"/>
                  </a:cubicBezTo>
                  <a:cubicBezTo>
                    <a:pt x="20" y="2"/>
                    <a:pt x="17" y="4"/>
                    <a:pt x="16" y="4"/>
                  </a:cubicBezTo>
                  <a:cubicBezTo>
                    <a:pt x="14" y="4"/>
                    <a:pt x="9" y="5"/>
                    <a:pt x="7" y="14"/>
                  </a:cubicBezTo>
                  <a:cubicBezTo>
                    <a:pt x="5" y="20"/>
                    <a:pt x="9" y="25"/>
                    <a:pt x="13" y="26"/>
                  </a:cubicBezTo>
                  <a:cubicBezTo>
                    <a:pt x="21" y="27"/>
                    <a:pt x="24" y="24"/>
                    <a:pt x="35" y="16"/>
                  </a:cubicBezTo>
                  <a:cubicBezTo>
                    <a:pt x="47" y="7"/>
                    <a:pt x="54" y="5"/>
                    <a:pt x="61" y="7"/>
                  </a:cubicBezTo>
                  <a:cubicBezTo>
                    <a:pt x="68" y="9"/>
                    <a:pt x="76" y="18"/>
                    <a:pt x="73" y="29"/>
                  </a:cubicBezTo>
                  <a:cubicBezTo>
                    <a:pt x="71" y="39"/>
                    <a:pt x="68" y="41"/>
                    <a:pt x="67" y="43"/>
                  </a:cubicBezTo>
                  <a:cubicBezTo>
                    <a:pt x="67" y="44"/>
                    <a:pt x="66" y="44"/>
                    <a:pt x="64" y="44"/>
                  </a:cubicBezTo>
                  <a:cubicBezTo>
                    <a:pt x="62" y="43"/>
                    <a:pt x="53" y="42"/>
                    <a:pt x="52" y="42"/>
                  </a:cubicBezTo>
                  <a:cubicBezTo>
                    <a:pt x="49" y="41"/>
                    <a:pt x="50" y="40"/>
                    <a:pt x="52" y="40"/>
                  </a:cubicBezTo>
                  <a:cubicBezTo>
                    <a:pt x="56" y="40"/>
                    <a:pt x="66" y="38"/>
                    <a:pt x="68" y="29"/>
                  </a:cubicBezTo>
                  <a:cubicBezTo>
                    <a:pt x="69" y="21"/>
                    <a:pt x="65" y="18"/>
                    <a:pt x="60" y="17"/>
                  </a:cubicBezTo>
                  <a:cubicBezTo>
                    <a:pt x="56" y="16"/>
                    <a:pt x="51" y="16"/>
                    <a:pt x="38" y="26"/>
                  </a:cubicBezTo>
                  <a:cubicBezTo>
                    <a:pt x="24" y="38"/>
                    <a:pt x="19" y="38"/>
                    <a:pt x="11" y="34"/>
                  </a:cubicBezTo>
                  <a:cubicBezTo>
                    <a:pt x="3" y="31"/>
                    <a:pt x="0" y="24"/>
                    <a:pt x="2" y="14"/>
                  </a:cubicBezTo>
                  <a:cubicBezTo>
                    <a:pt x="3" y="8"/>
                    <a:pt x="6" y="3"/>
                    <a:pt x="6" y="2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" name="Freeform 51">
              <a:extLst>
                <a:ext uri="{FF2B5EF4-FFF2-40B4-BE49-F238E27FC236}">
                  <a16:creationId xmlns:a16="http://schemas.microsoft.com/office/drawing/2014/main" id="{01927145-F90F-45FB-A117-50A19DD30A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69350" y="12519025"/>
              <a:ext cx="36512" cy="58737"/>
            </a:xfrm>
            <a:custGeom>
              <a:avLst/>
              <a:gdLst>
                <a:gd name="T0" fmla="*/ 19 w 46"/>
                <a:gd name="T1" fmla="*/ 76 h 76"/>
                <a:gd name="T2" fmla="*/ 18 w 46"/>
                <a:gd name="T3" fmla="*/ 74 h 76"/>
                <a:gd name="T4" fmla="*/ 15 w 46"/>
                <a:gd name="T5" fmla="*/ 65 h 76"/>
                <a:gd name="T6" fmla="*/ 16 w 46"/>
                <a:gd name="T7" fmla="*/ 65 h 76"/>
                <a:gd name="T8" fmla="*/ 30 w 46"/>
                <a:gd name="T9" fmla="*/ 70 h 76"/>
                <a:gd name="T10" fmla="*/ 38 w 46"/>
                <a:gd name="T11" fmla="*/ 57 h 76"/>
                <a:gd name="T12" fmla="*/ 18 w 46"/>
                <a:gd name="T13" fmla="*/ 43 h 76"/>
                <a:gd name="T14" fmla="*/ 1 w 46"/>
                <a:gd name="T15" fmla="*/ 26 h 76"/>
                <a:gd name="T16" fmla="*/ 16 w 46"/>
                <a:gd name="T17" fmla="*/ 4 h 76"/>
                <a:gd name="T18" fmla="*/ 30 w 46"/>
                <a:gd name="T19" fmla="*/ 0 h 76"/>
                <a:gd name="T20" fmla="*/ 32 w 46"/>
                <a:gd name="T21" fmla="*/ 3 h 76"/>
                <a:gd name="T22" fmla="*/ 36 w 46"/>
                <a:gd name="T23" fmla="*/ 15 h 76"/>
                <a:gd name="T24" fmla="*/ 34 w 46"/>
                <a:gd name="T25" fmla="*/ 16 h 76"/>
                <a:gd name="T26" fmla="*/ 18 w 46"/>
                <a:gd name="T27" fmla="*/ 8 h 76"/>
                <a:gd name="T28" fmla="*/ 9 w 46"/>
                <a:gd name="T29" fmla="*/ 21 h 76"/>
                <a:gd name="T30" fmla="*/ 28 w 46"/>
                <a:gd name="T31" fmla="*/ 36 h 76"/>
                <a:gd name="T32" fmla="*/ 46 w 46"/>
                <a:gd name="T33" fmla="*/ 57 h 76"/>
                <a:gd name="T34" fmla="*/ 31 w 46"/>
                <a:gd name="T35" fmla="*/ 74 h 76"/>
                <a:gd name="T36" fmla="*/ 23 w 46"/>
                <a:gd name="T37" fmla="*/ 75 h 76"/>
                <a:gd name="T38" fmla="*/ 20 w 46"/>
                <a:gd name="T39" fmla="*/ 75 h 76"/>
                <a:gd name="T40" fmla="*/ 19 w 46"/>
                <a:gd name="T4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76">
                  <a:moveTo>
                    <a:pt x="19" y="76"/>
                  </a:moveTo>
                  <a:cubicBezTo>
                    <a:pt x="18" y="76"/>
                    <a:pt x="18" y="75"/>
                    <a:pt x="18" y="74"/>
                  </a:cubicBezTo>
                  <a:cubicBezTo>
                    <a:pt x="18" y="74"/>
                    <a:pt x="16" y="66"/>
                    <a:pt x="15" y="65"/>
                  </a:cubicBezTo>
                  <a:cubicBezTo>
                    <a:pt x="15" y="65"/>
                    <a:pt x="16" y="65"/>
                    <a:pt x="16" y="65"/>
                  </a:cubicBezTo>
                  <a:cubicBezTo>
                    <a:pt x="18" y="67"/>
                    <a:pt x="23" y="72"/>
                    <a:pt x="30" y="70"/>
                  </a:cubicBezTo>
                  <a:cubicBezTo>
                    <a:pt x="36" y="68"/>
                    <a:pt x="39" y="62"/>
                    <a:pt x="38" y="57"/>
                  </a:cubicBezTo>
                  <a:cubicBezTo>
                    <a:pt x="36" y="52"/>
                    <a:pt x="30" y="49"/>
                    <a:pt x="18" y="43"/>
                  </a:cubicBezTo>
                  <a:cubicBezTo>
                    <a:pt x="6" y="38"/>
                    <a:pt x="2" y="32"/>
                    <a:pt x="1" y="26"/>
                  </a:cubicBezTo>
                  <a:cubicBezTo>
                    <a:pt x="0" y="18"/>
                    <a:pt x="5" y="7"/>
                    <a:pt x="16" y="4"/>
                  </a:cubicBezTo>
                  <a:cubicBezTo>
                    <a:pt x="26" y="1"/>
                    <a:pt x="28" y="1"/>
                    <a:pt x="30" y="0"/>
                  </a:cubicBezTo>
                  <a:cubicBezTo>
                    <a:pt x="31" y="0"/>
                    <a:pt x="31" y="3"/>
                    <a:pt x="32" y="3"/>
                  </a:cubicBezTo>
                  <a:cubicBezTo>
                    <a:pt x="33" y="6"/>
                    <a:pt x="35" y="14"/>
                    <a:pt x="36" y="15"/>
                  </a:cubicBezTo>
                  <a:cubicBezTo>
                    <a:pt x="36" y="16"/>
                    <a:pt x="35" y="17"/>
                    <a:pt x="34" y="16"/>
                  </a:cubicBezTo>
                  <a:cubicBezTo>
                    <a:pt x="33" y="13"/>
                    <a:pt x="27" y="5"/>
                    <a:pt x="18" y="8"/>
                  </a:cubicBezTo>
                  <a:cubicBezTo>
                    <a:pt x="10" y="11"/>
                    <a:pt x="8" y="17"/>
                    <a:pt x="9" y="21"/>
                  </a:cubicBezTo>
                  <a:cubicBezTo>
                    <a:pt x="11" y="25"/>
                    <a:pt x="12" y="29"/>
                    <a:pt x="28" y="36"/>
                  </a:cubicBezTo>
                  <a:cubicBezTo>
                    <a:pt x="43" y="42"/>
                    <a:pt x="46" y="49"/>
                    <a:pt x="46" y="57"/>
                  </a:cubicBezTo>
                  <a:cubicBezTo>
                    <a:pt x="46" y="65"/>
                    <a:pt x="40" y="71"/>
                    <a:pt x="31" y="74"/>
                  </a:cubicBezTo>
                  <a:cubicBezTo>
                    <a:pt x="26" y="75"/>
                    <a:pt x="25" y="75"/>
                    <a:pt x="23" y="75"/>
                  </a:cubicBezTo>
                  <a:cubicBezTo>
                    <a:pt x="22" y="75"/>
                    <a:pt x="21" y="75"/>
                    <a:pt x="20" y="75"/>
                  </a:cubicBezTo>
                  <a:cubicBezTo>
                    <a:pt x="20" y="75"/>
                    <a:pt x="20" y="76"/>
                    <a:pt x="19" y="7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" name="Freeform 52">
              <a:extLst>
                <a:ext uri="{FF2B5EF4-FFF2-40B4-BE49-F238E27FC236}">
                  <a16:creationId xmlns:a16="http://schemas.microsoft.com/office/drawing/2014/main" id="{C274387F-7D69-4802-9EB9-D144EAD6D2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53488" y="12134850"/>
              <a:ext cx="58737" cy="55562"/>
            </a:xfrm>
            <a:custGeom>
              <a:avLst/>
              <a:gdLst>
                <a:gd name="T0" fmla="*/ 29 w 77"/>
                <a:gd name="T1" fmla="*/ 4 h 74"/>
                <a:gd name="T2" fmla="*/ 35 w 77"/>
                <a:gd name="T3" fmla="*/ 0 h 74"/>
                <a:gd name="T4" fmla="*/ 39 w 77"/>
                <a:gd name="T5" fmla="*/ 1 h 74"/>
                <a:gd name="T6" fmla="*/ 56 w 77"/>
                <a:gd name="T7" fmla="*/ 19 h 74"/>
                <a:gd name="T8" fmla="*/ 74 w 77"/>
                <a:gd name="T9" fmla="*/ 36 h 74"/>
                <a:gd name="T10" fmla="*/ 75 w 77"/>
                <a:gd name="T11" fmla="*/ 39 h 74"/>
                <a:gd name="T12" fmla="*/ 69 w 77"/>
                <a:gd name="T13" fmla="*/ 42 h 74"/>
                <a:gd name="T14" fmla="*/ 68 w 77"/>
                <a:gd name="T15" fmla="*/ 41 h 74"/>
                <a:gd name="T16" fmla="*/ 64 w 77"/>
                <a:gd name="T17" fmla="*/ 35 h 74"/>
                <a:gd name="T18" fmla="*/ 56 w 77"/>
                <a:gd name="T19" fmla="*/ 27 h 74"/>
                <a:gd name="T20" fmla="*/ 54 w 77"/>
                <a:gd name="T21" fmla="*/ 26 h 74"/>
                <a:gd name="T22" fmla="*/ 37 w 77"/>
                <a:gd name="T23" fmla="*/ 44 h 74"/>
                <a:gd name="T24" fmla="*/ 16 w 77"/>
                <a:gd name="T25" fmla="*/ 67 h 74"/>
                <a:gd name="T26" fmla="*/ 16 w 77"/>
                <a:gd name="T27" fmla="*/ 71 h 74"/>
                <a:gd name="T28" fmla="*/ 16 w 77"/>
                <a:gd name="T29" fmla="*/ 73 h 74"/>
                <a:gd name="T30" fmla="*/ 8 w 77"/>
                <a:gd name="T31" fmla="*/ 65 h 74"/>
                <a:gd name="T32" fmla="*/ 1 w 77"/>
                <a:gd name="T33" fmla="*/ 58 h 74"/>
                <a:gd name="T34" fmla="*/ 2 w 77"/>
                <a:gd name="T35" fmla="*/ 58 h 74"/>
                <a:gd name="T36" fmla="*/ 8 w 77"/>
                <a:gd name="T37" fmla="*/ 58 h 74"/>
                <a:gd name="T38" fmla="*/ 29 w 77"/>
                <a:gd name="T39" fmla="*/ 38 h 74"/>
                <a:gd name="T40" fmla="*/ 47 w 77"/>
                <a:gd name="T41" fmla="*/ 20 h 74"/>
                <a:gd name="T42" fmla="*/ 47 w 77"/>
                <a:gd name="T43" fmla="*/ 17 h 74"/>
                <a:gd name="T44" fmla="*/ 35 w 77"/>
                <a:gd name="T45" fmla="*/ 6 h 74"/>
                <a:gd name="T46" fmla="*/ 30 w 77"/>
                <a:gd name="T47" fmla="*/ 5 h 74"/>
                <a:gd name="T48" fmla="*/ 29 w 77"/>
                <a:gd name="T49" fmla="*/ 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" h="74">
                  <a:moveTo>
                    <a:pt x="29" y="4"/>
                  </a:moveTo>
                  <a:cubicBezTo>
                    <a:pt x="31" y="3"/>
                    <a:pt x="33" y="2"/>
                    <a:pt x="35" y="0"/>
                  </a:cubicBezTo>
                  <a:cubicBezTo>
                    <a:pt x="36" y="0"/>
                    <a:pt x="38" y="0"/>
                    <a:pt x="39" y="1"/>
                  </a:cubicBezTo>
                  <a:cubicBezTo>
                    <a:pt x="39" y="2"/>
                    <a:pt x="53" y="16"/>
                    <a:pt x="56" y="19"/>
                  </a:cubicBezTo>
                  <a:cubicBezTo>
                    <a:pt x="60" y="23"/>
                    <a:pt x="72" y="34"/>
                    <a:pt x="74" y="36"/>
                  </a:cubicBezTo>
                  <a:cubicBezTo>
                    <a:pt x="75" y="37"/>
                    <a:pt x="77" y="38"/>
                    <a:pt x="75" y="39"/>
                  </a:cubicBezTo>
                  <a:cubicBezTo>
                    <a:pt x="74" y="40"/>
                    <a:pt x="70" y="42"/>
                    <a:pt x="69" y="42"/>
                  </a:cubicBezTo>
                  <a:cubicBezTo>
                    <a:pt x="68" y="43"/>
                    <a:pt x="68" y="43"/>
                    <a:pt x="68" y="41"/>
                  </a:cubicBezTo>
                  <a:cubicBezTo>
                    <a:pt x="68" y="40"/>
                    <a:pt x="68" y="38"/>
                    <a:pt x="64" y="35"/>
                  </a:cubicBezTo>
                  <a:cubicBezTo>
                    <a:pt x="61" y="31"/>
                    <a:pt x="57" y="27"/>
                    <a:pt x="56" y="27"/>
                  </a:cubicBezTo>
                  <a:cubicBezTo>
                    <a:pt x="55" y="26"/>
                    <a:pt x="55" y="26"/>
                    <a:pt x="54" y="26"/>
                  </a:cubicBezTo>
                  <a:cubicBezTo>
                    <a:pt x="53" y="27"/>
                    <a:pt x="40" y="41"/>
                    <a:pt x="37" y="44"/>
                  </a:cubicBezTo>
                  <a:cubicBezTo>
                    <a:pt x="34" y="47"/>
                    <a:pt x="16" y="65"/>
                    <a:pt x="16" y="67"/>
                  </a:cubicBezTo>
                  <a:cubicBezTo>
                    <a:pt x="15" y="70"/>
                    <a:pt x="16" y="71"/>
                    <a:pt x="16" y="71"/>
                  </a:cubicBezTo>
                  <a:cubicBezTo>
                    <a:pt x="17" y="72"/>
                    <a:pt x="17" y="74"/>
                    <a:pt x="16" y="73"/>
                  </a:cubicBezTo>
                  <a:cubicBezTo>
                    <a:pt x="15" y="72"/>
                    <a:pt x="10" y="66"/>
                    <a:pt x="8" y="65"/>
                  </a:cubicBezTo>
                  <a:cubicBezTo>
                    <a:pt x="7" y="63"/>
                    <a:pt x="1" y="59"/>
                    <a:pt x="1" y="58"/>
                  </a:cubicBezTo>
                  <a:cubicBezTo>
                    <a:pt x="0" y="58"/>
                    <a:pt x="0" y="57"/>
                    <a:pt x="2" y="58"/>
                  </a:cubicBezTo>
                  <a:cubicBezTo>
                    <a:pt x="3" y="58"/>
                    <a:pt x="5" y="59"/>
                    <a:pt x="8" y="58"/>
                  </a:cubicBezTo>
                  <a:cubicBezTo>
                    <a:pt x="12" y="56"/>
                    <a:pt x="27" y="40"/>
                    <a:pt x="29" y="38"/>
                  </a:cubicBezTo>
                  <a:cubicBezTo>
                    <a:pt x="31" y="36"/>
                    <a:pt x="46" y="20"/>
                    <a:pt x="47" y="20"/>
                  </a:cubicBezTo>
                  <a:cubicBezTo>
                    <a:pt x="47" y="19"/>
                    <a:pt x="48" y="19"/>
                    <a:pt x="47" y="17"/>
                  </a:cubicBezTo>
                  <a:cubicBezTo>
                    <a:pt x="45" y="16"/>
                    <a:pt x="36" y="8"/>
                    <a:pt x="35" y="6"/>
                  </a:cubicBezTo>
                  <a:cubicBezTo>
                    <a:pt x="33" y="5"/>
                    <a:pt x="32" y="5"/>
                    <a:pt x="30" y="5"/>
                  </a:cubicBezTo>
                  <a:cubicBezTo>
                    <a:pt x="29" y="5"/>
                    <a:pt x="28" y="5"/>
                    <a:pt x="29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" name="Freeform 53">
              <a:extLst>
                <a:ext uri="{FF2B5EF4-FFF2-40B4-BE49-F238E27FC236}">
                  <a16:creationId xmlns:a16="http://schemas.microsoft.com/office/drawing/2014/main" id="{452F0230-8867-431A-9FD6-958E94BD67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2013" y="12180888"/>
              <a:ext cx="60325" cy="52387"/>
            </a:xfrm>
            <a:custGeom>
              <a:avLst/>
              <a:gdLst>
                <a:gd name="T0" fmla="*/ 7 w 78"/>
                <a:gd name="T1" fmla="*/ 55 h 69"/>
                <a:gd name="T2" fmla="*/ 1 w 78"/>
                <a:gd name="T3" fmla="*/ 49 h 69"/>
                <a:gd name="T4" fmla="*/ 1 w 78"/>
                <a:gd name="T5" fmla="*/ 47 h 69"/>
                <a:gd name="T6" fmla="*/ 14 w 78"/>
                <a:gd name="T7" fmla="*/ 25 h 69"/>
                <a:gd name="T8" fmla="*/ 26 w 78"/>
                <a:gd name="T9" fmla="*/ 3 h 69"/>
                <a:gd name="T10" fmla="*/ 29 w 78"/>
                <a:gd name="T11" fmla="*/ 1 h 69"/>
                <a:gd name="T12" fmla="*/ 34 w 78"/>
                <a:gd name="T13" fmla="*/ 6 h 69"/>
                <a:gd name="T14" fmla="*/ 33 w 78"/>
                <a:gd name="T15" fmla="*/ 6 h 69"/>
                <a:gd name="T16" fmla="*/ 28 w 78"/>
                <a:gd name="T17" fmla="*/ 13 h 69"/>
                <a:gd name="T18" fmla="*/ 22 w 78"/>
                <a:gd name="T19" fmla="*/ 22 h 69"/>
                <a:gd name="T20" fmla="*/ 23 w 78"/>
                <a:gd name="T21" fmla="*/ 24 h 69"/>
                <a:gd name="T22" fmla="*/ 44 w 78"/>
                <a:gd name="T23" fmla="*/ 37 h 69"/>
                <a:gd name="T24" fmla="*/ 72 w 78"/>
                <a:gd name="T25" fmla="*/ 51 h 69"/>
                <a:gd name="T26" fmla="*/ 75 w 78"/>
                <a:gd name="T27" fmla="*/ 50 h 69"/>
                <a:gd name="T28" fmla="*/ 77 w 78"/>
                <a:gd name="T29" fmla="*/ 50 h 69"/>
                <a:gd name="T30" fmla="*/ 71 w 78"/>
                <a:gd name="T31" fmla="*/ 59 h 69"/>
                <a:gd name="T32" fmla="*/ 66 w 78"/>
                <a:gd name="T33" fmla="*/ 68 h 69"/>
                <a:gd name="T34" fmla="*/ 66 w 78"/>
                <a:gd name="T35" fmla="*/ 66 h 69"/>
                <a:gd name="T36" fmla="*/ 65 w 78"/>
                <a:gd name="T37" fmla="*/ 62 h 69"/>
                <a:gd name="T38" fmla="*/ 40 w 78"/>
                <a:gd name="T39" fmla="*/ 46 h 69"/>
                <a:gd name="T40" fmla="*/ 18 w 78"/>
                <a:gd name="T41" fmla="*/ 34 h 69"/>
                <a:gd name="T42" fmla="*/ 15 w 78"/>
                <a:gd name="T43" fmla="*/ 34 h 69"/>
                <a:gd name="T44" fmla="*/ 7 w 78"/>
                <a:gd name="T45" fmla="*/ 50 h 69"/>
                <a:gd name="T46" fmla="*/ 7 w 78"/>
                <a:gd name="T47" fmla="*/ 53 h 69"/>
                <a:gd name="T48" fmla="*/ 7 w 78"/>
                <a:gd name="T49" fmla="*/ 5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69">
                  <a:moveTo>
                    <a:pt x="7" y="55"/>
                  </a:moveTo>
                  <a:cubicBezTo>
                    <a:pt x="6" y="53"/>
                    <a:pt x="3" y="51"/>
                    <a:pt x="1" y="49"/>
                  </a:cubicBezTo>
                  <a:cubicBezTo>
                    <a:pt x="0" y="49"/>
                    <a:pt x="0" y="48"/>
                    <a:pt x="1" y="47"/>
                  </a:cubicBezTo>
                  <a:cubicBezTo>
                    <a:pt x="2" y="46"/>
                    <a:pt x="11" y="28"/>
                    <a:pt x="14" y="25"/>
                  </a:cubicBezTo>
                  <a:cubicBezTo>
                    <a:pt x="16" y="20"/>
                    <a:pt x="25" y="5"/>
                    <a:pt x="26" y="3"/>
                  </a:cubicBezTo>
                  <a:cubicBezTo>
                    <a:pt x="28" y="1"/>
                    <a:pt x="28" y="0"/>
                    <a:pt x="29" y="1"/>
                  </a:cubicBezTo>
                  <a:cubicBezTo>
                    <a:pt x="31" y="2"/>
                    <a:pt x="33" y="5"/>
                    <a:pt x="34" y="6"/>
                  </a:cubicBezTo>
                  <a:cubicBezTo>
                    <a:pt x="34" y="7"/>
                    <a:pt x="34" y="6"/>
                    <a:pt x="33" y="6"/>
                  </a:cubicBezTo>
                  <a:cubicBezTo>
                    <a:pt x="32" y="6"/>
                    <a:pt x="30" y="9"/>
                    <a:pt x="28" y="13"/>
                  </a:cubicBezTo>
                  <a:cubicBezTo>
                    <a:pt x="25" y="17"/>
                    <a:pt x="23" y="22"/>
                    <a:pt x="22" y="22"/>
                  </a:cubicBezTo>
                  <a:cubicBezTo>
                    <a:pt x="22" y="24"/>
                    <a:pt x="23" y="24"/>
                    <a:pt x="23" y="24"/>
                  </a:cubicBezTo>
                  <a:cubicBezTo>
                    <a:pt x="24" y="25"/>
                    <a:pt x="41" y="35"/>
                    <a:pt x="44" y="37"/>
                  </a:cubicBezTo>
                  <a:cubicBezTo>
                    <a:pt x="48" y="39"/>
                    <a:pt x="69" y="52"/>
                    <a:pt x="72" y="51"/>
                  </a:cubicBezTo>
                  <a:cubicBezTo>
                    <a:pt x="75" y="51"/>
                    <a:pt x="75" y="51"/>
                    <a:pt x="75" y="50"/>
                  </a:cubicBezTo>
                  <a:cubicBezTo>
                    <a:pt x="76" y="50"/>
                    <a:pt x="78" y="50"/>
                    <a:pt x="77" y="50"/>
                  </a:cubicBezTo>
                  <a:cubicBezTo>
                    <a:pt x="76" y="52"/>
                    <a:pt x="73" y="57"/>
                    <a:pt x="71" y="59"/>
                  </a:cubicBezTo>
                  <a:cubicBezTo>
                    <a:pt x="70" y="61"/>
                    <a:pt x="67" y="67"/>
                    <a:pt x="66" y="68"/>
                  </a:cubicBezTo>
                  <a:cubicBezTo>
                    <a:pt x="66" y="69"/>
                    <a:pt x="66" y="68"/>
                    <a:pt x="66" y="66"/>
                  </a:cubicBezTo>
                  <a:cubicBezTo>
                    <a:pt x="66" y="65"/>
                    <a:pt x="67" y="64"/>
                    <a:pt x="65" y="62"/>
                  </a:cubicBezTo>
                  <a:cubicBezTo>
                    <a:pt x="61" y="59"/>
                    <a:pt x="43" y="48"/>
                    <a:pt x="40" y="46"/>
                  </a:cubicBezTo>
                  <a:cubicBezTo>
                    <a:pt x="37" y="45"/>
                    <a:pt x="19" y="34"/>
                    <a:pt x="18" y="34"/>
                  </a:cubicBezTo>
                  <a:cubicBezTo>
                    <a:pt x="17" y="33"/>
                    <a:pt x="16" y="32"/>
                    <a:pt x="15" y="34"/>
                  </a:cubicBezTo>
                  <a:cubicBezTo>
                    <a:pt x="14" y="35"/>
                    <a:pt x="8" y="46"/>
                    <a:pt x="7" y="50"/>
                  </a:cubicBezTo>
                  <a:cubicBezTo>
                    <a:pt x="7" y="51"/>
                    <a:pt x="7" y="52"/>
                    <a:pt x="7" y="53"/>
                  </a:cubicBezTo>
                  <a:cubicBezTo>
                    <a:pt x="8" y="55"/>
                    <a:pt x="8" y="56"/>
                    <a:pt x="7" y="5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" name="Freeform 54">
              <a:extLst>
                <a:ext uri="{FF2B5EF4-FFF2-40B4-BE49-F238E27FC236}">
                  <a16:creationId xmlns:a16="http://schemas.microsoft.com/office/drawing/2014/main" id="{FE984C05-E8A5-49EB-900F-6E949DD301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48688" y="12107863"/>
              <a:ext cx="53975" cy="60325"/>
            </a:xfrm>
            <a:custGeom>
              <a:avLst/>
              <a:gdLst>
                <a:gd name="T0" fmla="*/ 4 w 71"/>
                <a:gd name="T1" fmla="*/ 41 h 79"/>
                <a:gd name="T2" fmla="*/ 0 w 71"/>
                <a:gd name="T3" fmla="*/ 34 h 79"/>
                <a:gd name="T4" fmla="*/ 1 w 71"/>
                <a:gd name="T5" fmla="*/ 32 h 79"/>
                <a:gd name="T6" fmla="*/ 22 w 71"/>
                <a:gd name="T7" fmla="*/ 16 h 79"/>
                <a:gd name="T8" fmla="*/ 43 w 71"/>
                <a:gd name="T9" fmla="*/ 2 h 79"/>
                <a:gd name="T10" fmla="*/ 47 w 71"/>
                <a:gd name="T11" fmla="*/ 1 h 79"/>
                <a:gd name="T12" fmla="*/ 50 w 71"/>
                <a:gd name="T13" fmla="*/ 8 h 79"/>
                <a:gd name="T14" fmla="*/ 48 w 71"/>
                <a:gd name="T15" fmla="*/ 8 h 79"/>
                <a:gd name="T16" fmla="*/ 42 w 71"/>
                <a:gd name="T17" fmla="*/ 10 h 79"/>
                <a:gd name="T18" fmla="*/ 31 w 71"/>
                <a:gd name="T19" fmla="*/ 17 h 79"/>
                <a:gd name="T20" fmla="*/ 31 w 71"/>
                <a:gd name="T21" fmla="*/ 19 h 79"/>
                <a:gd name="T22" fmla="*/ 45 w 71"/>
                <a:gd name="T23" fmla="*/ 40 h 79"/>
                <a:gd name="T24" fmla="*/ 65 w 71"/>
                <a:gd name="T25" fmla="*/ 66 h 79"/>
                <a:gd name="T26" fmla="*/ 69 w 71"/>
                <a:gd name="T27" fmla="*/ 66 h 79"/>
                <a:gd name="T28" fmla="*/ 69 w 71"/>
                <a:gd name="T29" fmla="*/ 67 h 79"/>
                <a:gd name="T30" fmla="*/ 62 w 71"/>
                <a:gd name="T31" fmla="*/ 72 h 79"/>
                <a:gd name="T32" fmla="*/ 55 w 71"/>
                <a:gd name="T33" fmla="*/ 77 h 79"/>
                <a:gd name="T34" fmla="*/ 54 w 71"/>
                <a:gd name="T35" fmla="*/ 76 h 79"/>
                <a:gd name="T36" fmla="*/ 54 w 71"/>
                <a:gd name="T37" fmla="*/ 72 h 79"/>
                <a:gd name="T38" fmla="*/ 39 w 71"/>
                <a:gd name="T39" fmla="*/ 48 h 79"/>
                <a:gd name="T40" fmla="*/ 22 w 71"/>
                <a:gd name="T41" fmla="*/ 25 h 79"/>
                <a:gd name="T42" fmla="*/ 20 w 71"/>
                <a:gd name="T43" fmla="*/ 25 h 79"/>
                <a:gd name="T44" fmla="*/ 6 w 71"/>
                <a:gd name="T45" fmla="*/ 36 h 79"/>
                <a:gd name="T46" fmla="*/ 4 w 71"/>
                <a:gd name="T47" fmla="*/ 39 h 79"/>
                <a:gd name="T48" fmla="*/ 4 w 71"/>
                <a:gd name="T49" fmla="*/ 4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1" h="79">
                  <a:moveTo>
                    <a:pt x="4" y="41"/>
                  </a:moveTo>
                  <a:cubicBezTo>
                    <a:pt x="3" y="38"/>
                    <a:pt x="1" y="36"/>
                    <a:pt x="0" y="34"/>
                  </a:cubicBezTo>
                  <a:cubicBezTo>
                    <a:pt x="0" y="33"/>
                    <a:pt x="0" y="33"/>
                    <a:pt x="1" y="32"/>
                  </a:cubicBezTo>
                  <a:cubicBezTo>
                    <a:pt x="2" y="31"/>
                    <a:pt x="18" y="19"/>
                    <a:pt x="22" y="16"/>
                  </a:cubicBezTo>
                  <a:cubicBezTo>
                    <a:pt x="26" y="13"/>
                    <a:pt x="41" y="3"/>
                    <a:pt x="43" y="2"/>
                  </a:cubicBezTo>
                  <a:cubicBezTo>
                    <a:pt x="44" y="0"/>
                    <a:pt x="46" y="0"/>
                    <a:pt x="47" y="1"/>
                  </a:cubicBezTo>
                  <a:cubicBezTo>
                    <a:pt x="48" y="3"/>
                    <a:pt x="49" y="7"/>
                    <a:pt x="50" y="8"/>
                  </a:cubicBezTo>
                  <a:cubicBezTo>
                    <a:pt x="50" y="10"/>
                    <a:pt x="50" y="9"/>
                    <a:pt x="48" y="8"/>
                  </a:cubicBezTo>
                  <a:cubicBezTo>
                    <a:pt x="47" y="7"/>
                    <a:pt x="46" y="7"/>
                    <a:pt x="42" y="10"/>
                  </a:cubicBezTo>
                  <a:cubicBezTo>
                    <a:pt x="38" y="13"/>
                    <a:pt x="32" y="17"/>
                    <a:pt x="31" y="17"/>
                  </a:cubicBezTo>
                  <a:cubicBezTo>
                    <a:pt x="30" y="18"/>
                    <a:pt x="30" y="18"/>
                    <a:pt x="31" y="19"/>
                  </a:cubicBezTo>
                  <a:cubicBezTo>
                    <a:pt x="32" y="21"/>
                    <a:pt x="42" y="36"/>
                    <a:pt x="45" y="40"/>
                  </a:cubicBezTo>
                  <a:cubicBezTo>
                    <a:pt x="48" y="44"/>
                    <a:pt x="63" y="65"/>
                    <a:pt x="65" y="66"/>
                  </a:cubicBezTo>
                  <a:cubicBezTo>
                    <a:pt x="67" y="67"/>
                    <a:pt x="68" y="66"/>
                    <a:pt x="69" y="66"/>
                  </a:cubicBezTo>
                  <a:cubicBezTo>
                    <a:pt x="70" y="66"/>
                    <a:pt x="71" y="66"/>
                    <a:pt x="69" y="67"/>
                  </a:cubicBezTo>
                  <a:cubicBezTo>
                    <a:pt x="68" y="67"/>
                    <a:pt x="63" y="71"/>
                    <a:pt x="62" y="72"/>
                  </a:cubicBezTo>
                  <a:cubicBezTo>
                    <a:pt x="60" y="73"/>
                    <a:pt x="56" y="76"/>
                    <a:pt x="55" y="77"/>
                  </a:cubicBezTo>
                  <a:cubicBezTo>
                    <a:pt x="53" y="79"/>
                    <a:pt x="53" y="77"/>
                    <a:pt x="54" y="76"/>
                  </a:cubicBezTo>
                  <a:cubicBezTo>
                    <a:pt x="55" y="75"/>
                    <a:pt x="56" y="74"/>
                    <a:pt x="54" y="72"/>
                  </a:cubicBezTo>
                  <a:cubicBezTo>
                    <a:pt x="52" y="67"/>
                    <a:pt x="42" y="51"/>
                    <a:pt x="39" y="48"/>
                  </a:cubicBezTo>
                  <a:cubicBezTo>
                    <a:pt x="37" y="45"/>
                    <a:pt x="23" y="26"/>
                    <a:pt x="22" y="25"/>
                  </a:cubicBezTo>
                  <a:cubicBezTo>
                    <a:pt x="22" y="24"/>
                    <a:pt x="21" y="24"/>
                    <a:pt x="20" y="25"/>
                  </a:cubicBezTo>
                  <a:cubicBezTo>
                    <a:pt x="19" y="26"/>
                    <a:pt x="8" y="34"/>
                    <a:pt x="6" y="36"/>
                  </a:cubicBezTo>
                  <a:cubicBezTo>
                    <a:pt x="5" y="37"/>
                    <a:pt x="4" y="37"/>
                    <a:pt x="4" y="39"/>
                  </a:cubicBezTo>
                  <a:cubicBezTo>
                    <a:pt x="4" y="40"/>
                    <a:pt x="4" y="42"/>
                    <a:pt x="4" y="4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" name="Freeform 55">
              <a:extLst>
                <a:ext uri="{FF2B5EF4-FFF2-40B4-BE49-F238E27FC236}">
                  <a16:creationId xmlns:a16="http://schemas.microsoft.com/office/drawing/2014/main" id="{4A508855-57B7-40AB-88B3-92D37106410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77300" y="12174538"/>
              <a:ext cx="68262" cy="65087"/>
            </a:xfrm>
            <a:custGeom>
              <a:avLst/>
              <a:gdLst>
                <a:gd name="T0" fmla="*/ 70 w 88"/>
                <a:gd name="T1" fmla="*/ 18 h 85"/>
                <a:gd name="T2" fmla="*/ 67 w 88"/>
                <a:gd name="T3" fmla="*/ 70 h 85"/>
                <a:gd name="T4" fmla="*/ 18 w 88"/>
                <a:gd name="T5" fmla="*/ 68 h 85"/>
                <a:gd name="T6" fmla="*/ 19 w 88"/>
                <a:gd name="T7" fmla="*/ 18 h 85"/>
                <a:gd name="T8" fmla="*/ 70 w 88"/>
                <a:gd name="T9" fmla="*/ 18 h 85"/>
                <a:gd name="T10" fmla="*/ 28 w 88"/>
                <a:gd name="T11" fmla="*/ 26 h 85"/>
                <a:gd name="T12" fmla="*/ 22 w 88"/>
                <a:gd name="T13" fmla="*/ 65 h 85"/>
                <a:gd name="T14" fmla="*/ 61 w 88"/>
                <a:gd name="T15" fmla="*/ 60 h 85"/>
                <a:gd name="T16" fmla="*/ 65 w 88"/>
                <a:gd name="T17" fmla="*/ 19 h 85"/>
                <a:gd name="T18" fmla="*/ 28 w 88"/>
                <a:gd name="T19" fmla="*/ 2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5">
                  <a:moveTo>
                    <a:pt x="70" y="18"/>
                  </a:moveTo>
                  <a:cubicBezTo>
                    <a:pt x="80" y="28"/>
                    <a:pt x="88" y="53"/>
                    <a:pt x="67" y="70"/>
                  </a:cubicBezTo>
                  <a:cubicBezTo>
                    <a:pt x="49" y="85"/>
                    <a:pt x="27" y="78"/>
                    <a:pt x="18" y="68"/>
                  </a:cubicBezTo>
                  <a:cubicBezTo>
                    <a:pt x="9" y="59"/>
                    <a:pt x="0" y="36"/>
                    <a:pt x="19" y="18"/>
                  </a:cubicBezTo>
                  <a:cubicBezTo>
                    <a:pt x="38" y="0"/>
                    <a:pt x="60" y="8"/>
                    <a:pt x="70" y="18"/>
                  </a:cubicBezTo>
                  <a:moveTo>
                    <a:pt x="28" y="26"/>
                  </a:moveTo>
                  <a:cubicBezTo>
                    <a:pt x="13" y="41"/>
                    <a:pt x="15" y="57"/>
                    <a:pt x="22" y="65"/>
                  </a:cubicBezTo>
                  <a:cubicBezTo>
                    <a:pt x="30" y="73"/>
                    <a:pt x="46" y="74"/>
                    <a:pt x="61" y="60"/>
                  </a:cubicBezTo>
                  <a:cubicBezTo>
                    <a:pt x="75" y="46"/>
                    <a:pt x="74" y="27"/>
                    <a:pt x="65" y="19"/>
                  </a:cubicBezTo>
                  <a:cubicBezTo>
                    <a:pt x="58" y="13"/>
                    <a:pt x="43" y="11"/>
                    <a:pt x="28" y="2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" name="Freeform 56">
              <a:extLst>
                <a:ext uri="{FF2B5EF4-FFF2-40B4-BE49-F238E27FC236}">
                  <a16:creationId xmlns:a16="http://schemas.microsoft.com/office/drawing/2014/main" id="{28FABC69-F7C8-41A4-8A0B-60A82BFD8FF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91588" y="12406313"/>
              <a:ext cx="58737" cy="63500"/>
            </a:xfrm>
            <a:custGeom>
              <a:avLst/>
              <a:gdLst>
                <a:gd name="T0" fmla="*/ 73 w 77"/>
                <a:gd name="T1" fmla="*/ 53 h 84"/>
                <a:gd name="T2" fmla="*/ 24 w 77"/>
                <a:gd name="T3" fmla="*/ 74 h 84"/>
                <a:gd name="T4" fmla="*/ 5 w 77"/>
                <a:gd name="T5" fmla="*/ 30 h 84"/>
                <a:gd name="T6" fmla="*/ 50 w 77"/>
                <a:gd name="T7" fmla="*/ 9 h 84"/>
                <a:gd name="T8" fmla="*/ 73 w 77"/>
                <a:gd name="T9" fmla="*/ 53 h 84"/>
                <a:gd name="T10" fmla="*/ 46 w 77"/>
                <a:gd name="T11" fmla="*/ 19 h 84"/>
                <a:gd name="T12" fmla="*/ 10 w 77"/>
                <a:gd name="T13" fmla="*/ 31 h 84"/>
                <a:gd name="T14" fmla="*/ 31 w 77"/>
                <a:gd name="T15" fmla="*/ 62 h 84"/>
                <a:gd name="T16" fmla="*/ 69 w 77"/>
                <a:gd name="T17" fmla="*/ 49 h 84"/>
                <a:gd name="T18" fmla="*/ 46 w 77"/>
                <a:gd name="T19" fmla="*/ 1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84">
                  <a:moveTo>
                    <a:pt x="73" y="53"/>
                  </a:moveTo>
                  <a:cubicBezTo>
                    <a:pt x="68" y="68"/>
                    <a:pt x="48" y="84"/>
                    <a:pt x="24" y="74"/>
                  </a:cubicBezTo>
                  <a:cubicBezTo>
                    <a:pt x="5" y="65"/>
                    <a:pt x="0" y="43"/>
                    <a:pt x="5" y="30"/>
                  </a:cubicBezTo>
                  <a:cubicBezTo>
                    <a:pt x="9" y="17"/>
                    <a:pt x="27" y="0"/>
                    <a:pt x="50" y="9"/>
                  </a:cubicBezTo>
                  <a:cubicBezTo>
                    <a:pt x="72" y="17"/>
                    <a:pt x="77" y="38"/>
                    <a:pt x="73" y="53"/>
                  </a:cubicBezTo>
                  <a:moveTo>
                    <a:pt x="46" y="19"/>
                  </a:moveTo>
                  <a:cubicBezTo>
                    <a:pt x="26" y="12"/>
                    <a:pt x="13" y="21"/>
                    <a:pt x="10" y="31"/>
                  </a:cubicBezTo>
                  <a:cubicBezTo>
                    <a:pt x="7" y="40"/>
                    <a:pt x="10" y="54"/>
                    <a:pt x="31" y="62"/>
                  </a:cubicBezTo>
                  <a:cubicBezTo>
                    <a:pt x="51" y="70"/>
                    <a:pt x="66" y="62"/>
                    <a:pt x="69" y="49"/>
                  </a:cubicBezTo>
                  <a:cubicBezTo>
                    <a:pt x="71" y="44"/>
                    <a:pt x="71" y="28"/>
                    <a:pt x="46" y="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" name="Freeform 57">
              <a:extLst>
                <a:ext uri="{FF2B5EF4-FFF2-40B4-BE49-F238E27FC236}">
                  <a16:creationId xmlns:a16="http://schemas.microsoft.com/office/drawing/2014/main" id="{3DCEBDBB-7C64-4774-BF6F-537337B1EE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10638" y="12234863"/>
              <a:ext cx="55562" cy="53975"/>
            </a:xfrm>
            <a:custGeom>
              <a:avLst/>
              <a:gdLst>
                <a:gd name="T0" fmla="*/ 22 w 74"/>
                <a:gd name="T1" fmla="*/ 70 h 70"/>
                <a:gd name="T2" fmla="*/ 13 w 74"/>
                <a:gd name="T3" fmla="*/ 69 h 70"/>
                <a:gd name="T4" fmla="*/ 10 w 74"/>
                <a:gd name="T5" fmla="*/ 68 h 70"/>
                <a:gd name="T6" fmla="*/ 0 w 74"/>
                <a:gd name="T7" fmla="*/ 41 h 70"/>
                <a:gd name="T8" fmla="*/ 25 w 74"/>
                <a:gd name="T9" fmla="*/ 4 h 70"/>
                <a:gd name="T10" fmla="*/ 63 w 74"/>
                <a:gd name="T11" fmla="*/ 17 h 70"/>
                <a:gd name="T12" fmla="*/ 72 w 74"/>
                <a:gd name="T13" fmla="*/ 41 h 70"/>
                <a:gd name="T14" fmla="*/ 72 w 74"/>
                <a:gd name="T15" fmla="*/ 51 h 70"/>
                <a:gd name="T16" fmla="*/ 73 w 74"/>
                <a:gd name="T17" fmla="*/ 55 h 70"/>
                <a:gd name="T18" fmla="*/ 72 w 74"/>
                <a:gd name="T19" fmla="*/ 56 h 70"/>
                <a:gd name="T20" fmla="*/ 65 w 74"/>
                <a:gd name="T21" fmla="*/ 57 h 70"/>
                <a:gd name="T22" fmla="*/ 60 w 74"/>
                <a:gd name="T23" fmla="*/ 59 h 70"/>
                <a:gd name="T24" fmla="*/ 60 w 74"/>
                <a:gd name="T25" fmla="*/ 57 h 70"/>
                <a:gd name="T26" fmla="*/ 67 w 74"/>
                <a:gd name="T27" fmla="*/ 48 h 70"/>
                <a:gd name="T28" fmla="*/ 60 w 74"/>
                <a:gd name="T29" fmla="*/ 21 h 70"/>
                <a:gd name="T30" fmla="*/ 27 w 74"/>
                <a:gd name="T31" fmla="*/ 16 h 70"/>
                <a:gd name="T32" fmla="*/ 6 w 74"/>
                <a:gd name="T33" fmla="*/ 45 h 70"/>
                <a:gd name="T34" fmla="*/ 21 w 74"/>
                <a:gd name="T35" fmla="*/ 68 h 70"/>
                <a:gd name="T36" fmla="*/ 22 w 74"/>
                <a:gd name="T3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70">
                  <a:moveTo>
                    <a:pt x="22" y="70"/>
                  </a:moveTo>
                  <a:cubicBezTo>
                    <a:pt x="20" y="70"/>
                    <a:pt x="15" y="69"/>
                    <a:pt x="13" y="69"/>
                  </a:cubicBezTo>
                  <a:cubicBezTo>
                    <a:pt x="11" y="69"/>
                    <a:pt x="10" y="69"/>
                    <a:pt x="10" y="68"/>
                  </a:cubicBezTo>
                  <a:cubicBezTo>
                    <a:pt x="9" y="67"/>
                    <a:pt x="0" y="57"/>
                    <a:pt x="0" y="41"/>
                  </a:cubicBezTo>
                  <a:cubicBezTo>
                    <a:pt x="0" y="23"/>
                    <a:pt x="9" y="9"/>
                    <a:pt x="25" y="4"/>
                  </a:cubicBezTo>
                  <a:cubicBezTo>
                    <a:pt x="40" y="0"/>
                    <a:pt x="55" y="6"/>
                    <a:pt x="63" y="17"/>
                  </a:cubicBezTo>
                  <a:cubicBezTo>
                    <a:pt x="70" y="26"/>
                    <a:pt x="71" y="37"/>
                    <a:pt x="72" y="41"/>
                  </a:cubicBezTo>
                  <a:cubicBezTo>
                    <a:pt x="72" y="46"/>
                    <a:pt x="72" y="49"/>
                    <a:pt x="72" y="51"/>
                  </a:cubicBezTo>
                  <a:cubicBezTo>
                    <a:pt x="73" y="53"/>
                    <a:pt x="73" y="54"/>
                    <a:pt x="73" y="55"/>
                  </a:cubicBezTo>
                  <a:cubicBezTo>
                    <a:pt x="74" y="55"/>
                    <a:pt x="73" y="56"/>
                    <a:pt x="72" y="56"/>
                  </a:cubicBezTo>
                  <a:cubicBezTo>
                    <a:pt x="71" y="56"/>
                    <a:pt x="67" y="57"/>
                    <a:pt x="65" y="57"/>
                  </a:cubicBezTo>
                  <a:cubicBezTo>
                    <a:pt x="64" y="58"/>
                    <a:pt x="61" y="59"/>
                    <a:pt x="60" y="59"/>
                  </a:cubicBezTo>
                  <a:cubicBezTo>
                    <a:pt x="58" y="59"/>
                    <a:pt x="58" y="59"/>
                    <a:pt x="60" y="57"/>
                  </a:cubicBezTo>
                  <a:cubicBezTo>
                    <a:pt x="61" y="56"/>
                    <a:pt x="66" y="54"/>
                    <a:pt x="67" y="48"/>
                  </a:cubicBezTo>
                  <a:cubicBezTo>
                    <a:pt x="67" y="42"/>
                    <a:pt x="68" y="30"/>
                    <a:pt x="60" y="21"/>
                  </a:cubicBezTo>
                  <a:cubicBezTo>
                    <a:pt x="53" y="15"/>
                    <a:pt x="42" y="10"/>
                    <a:pt x="27" y="16"/>
                  </a:cubicBezTo>
                  <a:cubicBezTo>
                    <a:pt x="14" y="21"/>
                    <a:pt x="6" y="32"/>
                    <a:pt x="6" y="45"/>
                  </a:cubicBezTo>
                  <a:cubicBezTo>
                    <a:pt x="6" y="58"/>
                    <a:pt x="14" y="66"/>
                    <a:pt x="21" y="68"/>
                  </a:cubicBezTo>
                  <a:cubicBezTo>
                    <a:pt x="24" y="69"/>
                    <a:pt x="25" y="70"/>
                    <a:pt x="22" y="7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" name="Freeform 58">
              <a:extLst>
                <a:ext uri="{FF2B5EF4-FFF2-40B4-BE49-F238E27FC236}">
                  <a16:creationId xmlns:a16="http://schemas.microsoft.com/office/drawing/2014/main" id="{80FED1C8-CC0B-49CA-9FCF-88F919F54B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20163" y="12293600"/>
              <a:ext cx="52387" cy="52387"/>
            </a:xfrm>
            <a:custGeom>
              <a:avLst/>
              <a:gdLst>
                <a:gd name="T0" fmla="*/ 66 w 70"/>
                <a:gd name="T1" fmla="*/ 3 h 69"/>
                <a:gd name="T2" fmla="*/ 68 w 70"/>
                <a:gd name="T3" fmla="*/ 20 h 69"/>
                <a:gd name="T4" fmla="*/ 67 w 70"/>
                <a:gd name="T5" fmla="*/ 21 h 69"/>
                <a:gd name="T6" fmla="*/ 64 w 70"/>
                <a:gd name="T7" fmla="*/ 18 h 69"/>
                <a:gd name="T8" fmla="*/ 35 w 70"/>
                <a:gd name="T9" fmla="*/ 20 h 69"/>
                <a:gd name="T10" fmla="*/ 60 w 70"/>
                <a:gd name="T11" fmla="*/ 40 h 69"/>
                <a:gd name="T12" fmla="*/ 67 w 70"/>
                <a:gd name="T13" fmla="*/ 44 h 69"/>
                <a:gd name="T14" fmla="*/ 67 w 70"/>
                <a:gd name="T15" fmla="*/ 44 h 69"/>
                <a:gd name="T16" fmla="*/ 69 w 70"/>
                <a:gd name="T17" fmla="*/ 45 h 69"/>
                <a:gd name="T18" fmla="*/ 69 w 70"/>
                <a:gd name="T19" fmla="*/ 51 h 69"/>
                <a:gd name="T20" fmla="*/ 69 w 70"/>
                <a:gd name="T21" fmla="*/ 55 h 69"/>
                <a:gd name="T22" fmla="*/ 67 w 70"/>
                <a:gd name="T23" fmla="*/ 55 h 69"/>
                <a:gd name="T24" fmla="*/ 54 w 70"/>
                <a:gd name="T25" fmla="*/ 44 h 69"/>
                <a:gd name="T26" fmla="*/ 37 w 70"/>
                <a:gd name="T27" fmla="*/ 31 h 69"/>
                <a:gd name="T28" fmla="*/ 11 w 70"/>
                <a:gd name="T29" fmla="*/ 56 h 69"/>
                <a:gd name="T30" fmla="*/ 2 w 70"/>
                <a:gd name="T31" fmla="*/ 67 h 69"/>
                <a:gd name="T32" fmla="*/ 1 w 70"/>
                <a:gd name="T33" fmla="*/ 68 h 69"/>
                <a:gd name="T34" fmla="*/ 2 w 70"/>
                <a:gd name="T35" fmla="*/ 58 h 69"/>
                <a:gd name="T36" fmla="*/ 3 w 70"/>
                <a:gd name="T37" fmla="*/ 48 h 69"/>
                <a:gd name="T38" fmla="*/ 4 w 70"/>
                <a:gd name="T39" fmla="*/ 48 h 69"/>
                <a:gd name="T40" fmla="*/ 18 w 70"/>
                <a:gd name="T41" fmla="*/ 36 h 69"/>
                <a:gd name="T42" fmla="*/ 33 w 70"/>
                <a:gd name="T43" fmla="*/ 21 h 69"/>
                <a:gd name="T44" fmla="*/ 11 w 70"/>
                <a:gd name="T45" fmla="*/ 23 h 69"/>
                <a:gd name="T46" fmla="*/ 4 w 70"/>
                <a:gd name="T47" fmla="*/ 26 h 69"/>
                <a:gd name="T48" fmla="*/ 2 w 70"/>
                <a:gd name="T49" fmla="*/ 29 h 69"/>
                <a:gd name="T50" fmla="*/ 1 w 70"/>
                <a:gd name="T51" fmla="*/ 29 h 69"/>
                <a:gd name="T52" fmla="*/ 1 w 70"/>
                <a:gd name="T53" fmla="*/ 19 h 69"/>
                <a:gd name="T54" fmla="*/ 0 w 70"/>
                <a:gd name="T55" fmla="*/ 11 h 69"/>
                <a:gd name="T56" fmla="*/ 1 w 70"/>
                <a:gd name="T57" fmla="*/ 11 h 69"/>
                <a:gd name="T58" fmla="*/ 3 w 70"/>
                <a:gd name="T59" fmla="*/ 13 h 69"/>
                <a:gd name="T60" fmla="*/ 32 w 70"/>
                <a:gd name="T61" fmla="*/ 11 h 69"/>
                <a:gd name="T62" fmla="*/ 61 w 70"/>
                <a:gd name="T63" fmla="*/ 7 h 69"/>
                <a:gd name="T64" fmla="*/ 65 w 70"/>
                <a:gd name="T65" fmla="*/ 3 h 69"/>
                <a:gd name="T66" fmla="*/ 66 w 70"/>
                <a:gd name="T67" fmla="*/ 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66" y="3"/>
                  </a:moveTo>
                  <a:cubicBezTo>
                    <a:pt x="66" y="6"/>
                    <a:pt x="68" y="18"/>
                    <a:pt x="68" y="20"/>
                  </a:cubicBezTo>
                  <a:cubicBezTo>
                    <a:pt x="69" y="23"/>
                    <a:pt x="67" y="22"/>
                    <a:pt x="67" y="21"/>
                  </a:cubicBezTo>
                  <a:cubicBezTo>
                    <a:pt x="67" y="20"/>
                    <a:pt x="66" y="18"/>
                    <a:pt x="64" y="18"/>
                  </a:cubicBezTo>
                  <a:cubicBezTo>
                    <a:pt x="61" y="18"/>
                    <a:pt x="46" y="19"/>
                    <a:pt x="35" y="20"/>
                  </a:cubicBezTo>
                  <a:cubicBezTo>
                    <a:pt x="40" y="26"/>
                    <a:pt x="58" y="39"/>
                    <a:pt x="60" y="40"/>
                  </a:cubicBezTo>
                  <a:cubicBezTo>
                    <a:pt x="63" y="42"/>
                    <a:pt x="66" y="44"/>
                    <a:pt x="67" y="44"/>
                  </a:cubicBezTo>
                  <a:cubicBezTo>
                    <a:pt x="67" y="44"/>
                    <a:pt x="67" y="45"/>
                    <a:pt x="67" y="44"/>
                  </a:cubicBezTo>
                  <a:cubicBezTo>
                    <a:pt x="68" y="43"/>
                    <a:pt x="69" y="39"/>
                    <a:pt x="69" y="45"/>
                  </a:cubicBezTo>
                  <a:cubicBezTo>
                    <a:pt x="69" y="46"/>
                    <a:pt x="69" y="50"/>
                    <a:pt x="69" y="51"/>
                  </a:cubicBezTo>
                  <a:cubicBezTo>
                    <a:pt x="69" y="52"/>
                    <a:pt x="69" y="54"/>
                    <a:pt x="69" y="55"/>
                  </a:cubicBezTo>
                  <a:cubicBezTo>
                    <a:pt x="70" y="58"/>
                    <a:pt x="69" y="57"/>
                    <a:pt x="67" y="55"/>
                  </a:cubicBezTo>
                  <a:cubicBezTo>
                    <a:pt x="64" y="51"/>
                    <a:pt x="57" y="46"/>
                    <a:pt x="54" y="44"/>
                  </a:cubicBezTo>
                  <a:cubicBezTo>
                    <a:pt x="52" y="42"/>
                    <a:pt x="37" y="31"/>
                    <a:pt x="37" y="31"/>
                  </a:cubicBezTo>
                  <a:cubicBezTo>
                    <a:pt x="37" y="31"/>
                    <a:pt x="15" y="52"/>
                    <a:pt x="11" y="56"/>
                  </a:cubicBezTo>
                  <a:cubicBezTo>
                    <a:pt x="10" y="58"/>
                    <a:pt x="4" y="63"/>
                    <a:pt x="2" y="67"/>
                  </a:cubicBezTo>
                  <a:cubicBezTo>
                    <a:pt x="2" y="68"/>
                    <a:pt x="1" y="69"/>
                    <a:pt x="1" y="68"/>
                  </a:cubicBezTo>
                  <a:cubicBezTo>
                    <a:pt x="2" y="67"/>
                    <a:pt x="2" y="61"/>
                    <a:pt x="2" y="58"/>
                  </a:cubicBezTo>
                  <a:cubicBezTo>
                    <a:pt x="3" y="56"/>
                    <a:pt x="3" y="49"/>
                    <a:pt x="3" y="48"/>
                  </a:cubicBezTo>
                  <a:cubicBezTo>
                    <a:pt x="3" y="47"/>
                    <a:pt x="4" y="48"/>
                    <a:pt x="4" y="48"/>
                  </a:cubicBezTo>
                  <a:cubicBezTo>
                    <a:pt x="5" y="48"/>
                    <a:pt x="12" y="43"/>
                    <a:pt x="18" y="36"/>
                  </a:cubicBezTo>
                  <a:cubicBezTo>
                    <a:pt x="23" y="31"/>
                    <a:pt x="32" y="22"/>
                    <a:pt x="33" y="21"/>
                  </a:cubicBezTo>
                  <a:cubicBezTo>
                    <a:pt x="31" y="21"/>
                    <a:pt x="15" y="23"/>
                    <a:pt x="11" y="23"/>
                  </a:cubicBezTo>
                  <a:cubicBezTo>
                    <a:pt x="8" y="24"/>
                    <a:pt x="5" y="25"/>
                    <a:pt x="4" y="26"/>
                  </a:cubicBezTo>
                  <a:cubicBezTo>
                    <a:pt x="3" y="27"/>
                    <a:pt x="2" y="28"/>
                    <a:pt x="2" y="29"/>
                  </a:cubicBezTo>
                  <a:cubicBezTo>
                    <a:pt x="2" y="30"/>
                    <a:pt x="1" y="30"/>
                    <a:pt x="1" y="29"/>
                  </a:cubicBezTo>
                  <a:cubicBezTo>
                    <a:pt x="1" y="28"/>
                    <a:pt x="1" y="21"/>
                    <a:pt x="1" y="19"/>
                  </a:cubicBezTo>
                  <a:cubicBezTo>
                    <a:pt x="1" y="17"/>
                    <a:pt x="0" y="12"/>
                    <a:pt x="0" y="11"/>
                  </a:cubicBezTo>
                  <a:cubicBezTo>
                    <a:pt x="0" y="11"/>
                    <a:pt x="0" y="10"/>
                    <a:pt x="1" y="11"/>
                  </a:cubicBezTo>
                  <a:cubicBezTo>
                    <a:pt x="1" y="12"/>
                    <a:pt x="1" y="12"/>
                    <a:pt x="3" y="13"/>
                  </a:cubicBezTo>
                  <a:cubicBezTo>
                    <a:pt x="5" y="14"/>
                    <a:pt x="8" y="14"/>
                    <a:pt x="32" y="11"/>
                  </a:cubicBezTo>
                  <a:cubicBezTo>
                    <a:pt x="57" y="8"/>
                    <a:pt x="58" y="8"/>
                    <a:pt x="61" y="7"/>
                  </a:cubicBezTo>
                  <a:cubicBezTo>
                    <a:pt x="63" y="6"/>
                    <a:pt x="65" y="5"/>
                    <a:pt x="65" y="3"/>
                  </a:cubicBezTo>
                  <a:cubicBezTo>
                    <a:pt x="65" y="2"/>
                    <a:pt x="66" y="0"/>
                    <a:pt x="66" y="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" name="Freeform 59">
              <a:extLst>
                <a:ext uri="{FF2B5EF4-FFF2-40B4-BE49-F238E27FC236}">
                  <a16:creationId xmlns:a16="http://schemas.microsoft.com/office/drawing/2014/main" id="{7B9E0519-2727-470D-BCC7-70BA972339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09050" y="12349163"/>
              <a:ext cx="61912" cy="63500"/>
            </a:xfrm>
            <a:custGeom>
              <a:avLst/>
              <a:gdLst>
                <a:gd name="T0" fmla="*/ 80 w 81"/>
                <a:gd name="T1" fmla="*/ 13 h 83"/>
                <a:gd name="T2" fmla="*/ 77 w 81"/>
                <a:gd name="T3" fmla="*/ 29 h 83"/>
                <a:gd name="T4" fmla="*/ 76 w 81"/>
                <a:gd name="T5" fmla="*/ 30 h 83"/>
                <a:gd name="T6" fmla="*/ 74 w 81"/>
                <a:gd name="T7" fmla="*/ 27 h 83"/>
                <a:gd name="T8" fmla="*/ 62 w 81"/>
                <a:gd name="T9" fmla="*/ 24 h 83"/>
                <a:gd name="T10" fmla="*/ 48 w 81"/>
                <a:gd name="T11" fmla="*/ 22 h 83"/>
                <a:gd name="T12" fmla="*/ 44 w 81"/>
                <a:gd name="T13" fmla="*/ 40 h 83"/>
                <a:gd name="T14" fmla="*/ 40 w 81"/>
                <a:gd name="T15" fmla="*/ 59 h 83"/>
                <a:gd name="T16" fmla="*/ 56 w 81"/>
                <a:gd name="T17" fmla="*/ 63 h 83"/>
                <a:gd name="T18" fmla="*/ 69 w 81"/>
                <a:gd name="T19" fmla="*/ 64 h 83"/>
                <a:gd name="T20" fmla="*/ 70 w 81"/>
                <a:gd name="T21" fmla="*/ 65 h 83"/>
                <a:gd name="T22" fmla="*/ 66 w 81"/>
                <a:gd name="T23" fmla="*/ 79 h 83"/>
                <a:gd name="T24" fmla="*/ 65 w 81"/>
                <a:gd name="T25" fmla="*/ 80 h 83"/>
                <a:gd name="T26" fmla="*/ 62 w 81"/>
                <a:gd name="T27" fmla="*/ 75 h 83"/>
                <a:gd name="T28" fmla="*/ 35 w 81"/>
                <a:gd name="T29" fmla="*/ 67 h 83"/>
                <a:gd name="T30" fmla="*/ 6 w 81"/>
                <a:gd name="T31" fmla="*/ 60 h 83"/>
                <a:gd name="T32" fmla="*/ 3 w 81"/>
                <a:gd name="T33" fmla="*/ 61 h 83"/>
                <a:gd name="T34" fmla="*/ 1 w 81"/>
                <a:gd name="T35" fmla="*/ 61 h 83"/>
                <a:gd name="T36" fmla="*/ 6 w 81"/>
                <a:gd name="T37" fmla="*/ 46 h 83"/>
                <a:gd name="T38" fmla="*/ 7 w 81"/>
                <a:gd name="T39" fmla="*/ 45 h 83"/>
                <a:gd name="T40" fmla="*/ 10 w 81"/>
                <a:gd name="T41" fmla="*/ 49 h 83"/>
                <a:gd name="T42" fmla="*/ 35 w 81"/>
                <a:gd name="T43" fmla="*/ 57 h 83"/>
                <a:gd name="T44" fmla="*/ 39 w 81"/>
                <a:gd name="T45" fmla="*/ 39 h 83"/>
                <a:gd name="T46" fmla="*/ 43 w 81"/>
                <a:gd name="T47" fmla="*/ 21 h 83"/>
                <a:gd name="T48" fmla="*/ 34 w 81"/>
                <a:gd name="T49" fmla="*/ 20 h 83"/>
                <a:gd name="T50" fmla="*/ 15 w 81"/>
                <a:gd name="T51" fmla="*/ 18 h 83"/>
                <a:gd name="T52" fmla="*/ 12 w 81"/>
                <a:gd name="T53" fmla="*/ 20 h 83"/>
                <a:gd name="T54" fmla="*/ 11 w 81"/>
                <a:gd name="T55" fmla="*/ 20 h 83"/>
                <a:gd name="T56" fmla="*/ 14 w 81"/>
                <a:gd name="T57" fmla="*/ 5 h 83"/>
                <a:gd name="T58" fmla="*/ 15 w 81"/>
                <a:gd name="T59" fmla="*/ 3 h 83"/>
                <a:gd name="T60" fmla="*/ 17 w 81"/>
                <a:gd name="T61" fmla="*/ 6 h 83"/>
                <a:gd name="T62" fmla="*/ 45 w 81"/>
                <a:gd name="T63" fmla="*/ 12 h 83"/>
                <a:gd name="T64" fmla="*/ 76 w 81"/>
                <a:gd name="T65" fmla="*/ 15 h 83"/>
                <a:gd name="T66" fmla="*/ 79 w 81"/>
                <a:gd name="T67" fmla="*/ 12 h 83"/>
                <a:gd name="T68" fmla="*/ 80 w 81"/>
                <a:gd name="T69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1" h="83">
                  <a:moveTo>
                    <a:pt x="80" y="13"/>
                  </a:moveTo>
                  <a:cubicBezTo>
                    <a:pt x="79" y="15"/>
                    <a:pt x="77" y="27"/>
                    <a:pt x="77" y="29"/>
                  </a:cubicBezTo>
                  <a:cubicBezTo>
                    <a:pt x="77" y="32"/>
                    <a:pt x="76" y="32"/>
                    <a:pt x="76" y="30"/>
                  </a:cubicBezTo>
                  <a:cubicBezTo>
                    <a:pt x="76" y="28"/>
                    <a:pt x="75" y="28"/>
                    <a:pt x="74" y="27"/>
                  </a:cubicBezTo>
                  <a:cubicBezTo>
                    <a:pt x="73" y="26"/>
                    <a:pt x="70" y="25"/>
                    <a:pt x="62" y="24"/>
                  </a:cubicBezTo>
                  <a:cubicBezTo>
                    <a:pt x="53" y="23"/>
                    <a:pt x="48" y="22"/>
                    <a:pt x="48" y="22"/>
                  </a:cubicBezTo>
                  <a:cubicBezTo>
                    <a:pt x="48" y="22"/>
                    <a:pt x="45" y="33"/>
                    <a:pt x="44" y="40"/>
                  </a:cubicBezTo>
                  <a:cubicBezTo>
                    <a:pt x="42" y="48"/>
                    <a:pt x="40" y="59"/>
                    <a:pt x="40" y="59"/>
                  </a:cubicBezTo>
                  <a:cubicBezTo>
                    <a:pt x="40" y="59"/>
                    <a:pt x="52" y="62"/>
                    <a:pt x="56" y="63"/>
                  </a:cubicBezTo>
                  <a:cubicBezTo>
                    <a:pt x="61" y="65"/>
                    <a:pt x="67" y="67"/>
                    <a:pt x="69" y="64"/>
                  </a:cubicBezTo>
                  <a:cubicBezTo>
                    <a:pt x="71" y="61"/>
                    <a:pt x="72" y="62"/>
                    <a:pt x="70" y="65"/>
                  </a:cubicBezTo>
                  <a:cubicBezTo>
                    <a:pt x="70" y="65"/>
                    <a:pt x="67" y="77"/>
                    <a:pt x="66" y="79"/>
                  </a:cubicBezTo>
                  <a:cubicBezTo>
                    <a:pt x="66" y="83"/>
                    <a:pt x="65" y="81"/>
                    <a:pt x="65" y="80"/>
                  </a:cubicBezTo>
                  <a:cubicBezTo>
                    <a:pt x="65" y="79"/>
                    <a:pt x="66" y="77"/>
                    <a:pt x="62" y="75"/>
                  </a:cubicBezTo>
                  <a:cubicBezTo>
                    <a:pt x="59" y="74"/>
                    <a:pt x="46" y="70"/>
                    <a:pt x="35" y="67"/>
                  </a:cubicBezTo>
                  <a:cubicBezTo>
                    <a:pt x="24" y="63"/>
                    <a:pt x="11" y="59"/>
                    <a:pt x="6" y="60"/>
                  </a:cubicBezTo>
                  <a:cubicBezTo>
                    <a:pt x="4" y="60"/>
                    <a:pt x="3" y="61"/>
                    <a:pt x="3" y="61"/>
                  </a:cubicBezTo>
                  <a:cubicBezTo>
                    <a:pt x="2" y="63"/>
                    <a:pt x="0" y="63"/>
                    <a:pt x="1" y="61"/>
                  </a:cubicBezTo>
                  <a:cubicBezTo>
                    <a:pt x="3" y="59"/>
                    <a:pt x="5" y="49"/>
                    <a:pt x="6" y="46"/>
                  </a:cubicBezTo>
                  <a:cubicBezTo>
                    <a:pt x="7" y="41"/>
                    <a:pt x="7" y="44"/>
                    <a:pt x="7" y="45"/>
                  </a:cubicBezTo>
                  <a:cubicBezTo>
                    <a:pt x="7" y="46"/>
                    <a:pt x="7" y="48"/>
                    <a:pt x="10" y="49"/>
                  </a:cubicBezTo>
                  <a:cubicBezTo>
                    <a:pt x="15" y="52"/>
                    <a:pt x="35" y="57"/>
                    <a:pt x="35" y="57"/>
                  </a:cubicBezTo>
                  <a:cubicBezTo>
                    <a:pt x="35" y="57"/>
                    <a:pt x="38" y="47"/>
                    <a:pt x="39" y="39"/>
                  </a:cubicBezTo>
                  <a:cubicBezTo>
                    <a:pt x="41" y="30"/>
                    <a:pt x="43" y="21"/>
                    <a:pt x="43" y="21"/>
                  </a:cubicBezTo>
                  <a:cubicBezTo>
                    <a:pt x="43" y="21"/>
                    <a:pt x="38" y="20"/>
                    <a:pt x="34" y="20"/>
                  </a:cubicBezTo>
                  <a:cubicBezTo>
                    <a:pt x="30" y="19"/>
                    <a:pt x="17" y="17"/>
                    <a:pt x="15" y="18"/>
                  </a:cubicBezTo>
                  <a:cubicBezTo>
                    <a:pt x="14" y="18"/>
                    <a:pt x="13" y="19"/>
                    <a:pt x="12" y="20"/>
                  </a:cubicBezTo>
                  <a:cubicBezTo>
                    <a:pt x="12" y="21"/>
                    <a:pt x="10" y="23"/>
                    <a:pt x="11" y="20"/>
                  </a:cubicBezTo>
                  <a:cubicBezTo>
                    <a:pt x="12" y="18"/>
                    <a:pt x="13" y="9"/>
                    <a:pt x="14" y="5"/>
                  </a:cubicBezTo>
                  <a:cubicBezTo>
                    <a:pt x="14" y="0"/>
                    <a:pt x="15" y="2"/>
                    <a:pt x="15" y="3"/>
                  </a:cubicBezTo>
                  <a:cubicBezTo>
                    <a:pt x="15" y="4"/>
                    <a:pt x="16" y="6"/>
                    <a:pt x="17" y="6"/>
                  </a:cubicBezTo>
                  <a:cubicBezTo>
                    <a:pt x="21" y="8"/>
                    <a:pt x="29" y="9"/>
                    <a:pt x="45" y="12"/>
                  </a:cubicBezTo>
                  <a:cubicBezTo>
                    <a:pt x="62" y="14"/>
                    <a:pt x="74" y="16"/>
                    <a:pt x="76" y="15"/>
                  </a:cubicBezTo>
                  <a:cubicBezTo>
                    <a:pt x="78" y="14"/>
                    <a:pt x="78" y="13"/>
                    <a:pt x="79" y="12"/>
                  </a:cubicBezTo>
                  <a:cubicBezTo>
                    <a:pt x="79" y="11"/>
                    <a:pt x="81" y="10"/>
                    <a:pt x="80" y="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" name="Freeform 60">
              <a:extLst>
                <a:ext uri="{FF2B5EF4-FFF2-40B4-BE49-F238E27FC236}">
                  <a16:creationId xmlns:a16="http://schemas.microsoft.com/office/drawing/2014/main" id="{AEC2351F-7C37-434D-B00F-95C892D110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61425" y="12450763"/>
              <a:ext cx="60325" cy="47625"/>
            </a:xfrm>
            <a:custGeom>
              <a:avLst/>
              <a:gdLst>
                <a:gd name="T0" fmla="*/ 77 w 79"/>
                <a:gd name="T1" fmla="*/ 46 h 61"/>
                <a:gd name="T2" fmla="*/ 66 w 79"/>
                <a:gd name="T3" fmla="*/ 59 h 61"/>
                <a:gd name="T4" fmla="*/ 65 w 79"/>
                <a:gd name="T5" fmla="*/ 58 h 61"/>
                <a:gd name="T6" fmla="*/ 64 w 79"/>
                <a:gd name="T7" fmla="*/ 55 h 61"/>
                <a:gd name="T8" fmla="*/ 44 w 79"/>
                <a:gd name="T9" fmla="*/ 37 h 61"/>
                <a:gd name="T10" fmla="*/ 21 w 79"/>
                <a:gd name="T11" fmla="*/ 19 h 61"/>
                <a:gd name="T12" fmla="*/ 15 w 79"/>
                <a:gd name="T13" fmla="*/ 22 h 61"/>
                <a:gd name="T14" fmla="*/ 4 w 79"/>
                <a:gd name="T15" fmla="*/ 35 h 61"/>
                <a:gd name="T16" fmla="*/ 3 w 79"/>
                <a:gd name="T17" fmla="*/ 42 h 61"/>
                <a:gd name="T18" fmla="*/ 2 w 79"/>
                <a:gd name="T19" fmla="*/ 42 h 61"/>
                <a:gd name="T20" fmla="*/ 0 w 79"/>
                <a:gd name="T21" fmla="*/ 33 h 61"/>
                <a:gd name="T22" fmla="*/ 1 w 79"/>
                <a:gd name="T23" fmla="*/ 30 h 61"/>
                <a:gd name="T24" fmla="*/ 19 w 79"/>
                <a:gd name="T25" fmla="*/ 10 h 61"/>
                <a:gd name="T26" fmla="*/ 25 w 79"/>
                <a:gd name="T27" fmla="*/ 2 h 61"/>
                <a:gd name="T28" fmla="*/ 27 w 79"/>
                <a:gd name="T29" fmla="*/ 3 h 61"/>
                <a:gd name="T30" fmla="*/ 26 w 79"/>
                <a:gd name="T31" fmla="*/ 7 h 61"/>
                <a:gd name="T32" fmla="*/ 48 w 79"/>
                <a:gd name="T33" fmla="*/ 27 h 61"/>
                <a:gd name="T34" fmla="*/ 73 w 79"/>
                <a:gd name="T35" fmla="*/ 46 h 61"/>
                <a:gd name="T36" fmla="*/ 76 w 79"/>
                <a:gd name="T37" fmla="*/ 45 h 61"/>
                <a:gd name="T38" fmla="*/ 77 w 79"/>
                <a:gd name="T39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9" h="61">
                  <a:moveTo>
                    <a:pt x="77" y="46"/>
                  </a:moveTo>
                  <a:cubicBezTo>
                    <a:pt x="75" y="47"/>
                    <a:pt x="68" y="56"/>
                    <a:pt x="66" y="59"/>
                  </a:cubicBezTo>
                  <a:cubicBezTo>
                    <a:pt x="64" y="61"/>
                    <a:pt x="64" y="59"/>
                    <a:pt x="65" y="58"/>
                  </a:cubicBezTo>
                  <a:cubicBezTo>
                    <a:pt x="66" y="57"/>
                    <a:pt x="65" y="56"/>
                    <a:pt x="64" y="55"/>
                  </a:cubicBezTo>
                  <a:cubicBezTo>
                    <a:pt x="63" y="52"/>
                    <a:pt x="55" y="46"/>
                    <a:pt x="44" y="37"/>
                  </a:cubicBezTo>
                  <a:cubicBezTo>
                    <a:pt x="34" y="28"/>
                    <a:pt x="24" y="19"/>
                    <a:pt x="21" y="19"/>
                  </a:cubicBezTo>
                  <a:cubicBezTo>
                    <a:pt x="20" y="19"/>
                    <a:pt x="18" y="19"/>
                    <a:pt x="15" y="22"/>
                  </a:cubicBezTo>
                  <a:cubicBezTo>
                    <a:pt x="11" y="26"/>
                    <a:pt x="6" y="33"/>
                    <a:pt x="4" y="35"/>
                  </a:cubicBezTo>
                  <a:cubicBezTo>
                    <a:pt x="3" y="38"/>
                    <a:pt x="3" y="41"/>
                    <a:pt x="3" y="42"/>
                  </a:cubicBezTo>
                  <a:cubicBezTo>
                    <a:pt x="3" y="43"/>
                    <a:pt x="3" y="43"/>
                    <a:pt x="2" y="42"/>
                  </a:cubicBezTo>
                  <a:cubicBezTo>
                    <a:pt x="1" y="40"/>
                    <a:pt x="0" y="34"/>
                    <a:pt x="0" y="33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8"/>
                    <a:pt x="16" y="12"/>
                    <a:pt x="19" y="10"/>
                  </a:cubicBezTo>
                  <a:cubicBezTo>
                    <a:pt x="21" y="8"/>
                    <a:pt x="24" y="4"/>
                    <a:pt x="25" y="2"/>
                  </a:cubicBezTo>
                  <a:cubicBezTo>
                    <a:pt x="26" y="0"/>
                    <a:pt x="27" y="1"/>
                    <a:pt x="27" y="3"/>
                  </a:cubicBezTo>
                  <a:cubicBezTo>
                    <a:pt x="26" y="4"/>
                    <a:pt x="25" y="5"/>
                    <a:pt x="26" y="7"/>
                  </a:cubicBezTo>
                  <a:cubicBezTo>
                    <a:pt x="27" y="11"/>
                    <a:pt x="40" y="21"/>
                    <a:pt x="48" y="27"/>
                  </a:cubicBezTo>
                  <a:cubicBezTo>
                    <a:pt x="63" y="39"/>
                    <a:pt x="70" y="46"/>
                    <a:pt x="73" y="46"/>
                  </a:cubicBezTo>
                  <a:cubicBezTo>
                    <a:pt x="75" y="46"/>
                    <a:pt x="75" y="46"/>
                    <a:pt x="76" y="45"/>
                  </a:cubicBezTo>
                  <a:cubicBezTo>
                    <a:pt x="77" y="44"/>
                    <a:pt x="79" y="45"/>
                    <a:pt x="77" y="4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" name="Freeform 61">
              <a:extLst>
                <a:ext uri="{FF2B5EF4-FFF2-40B4-BE49-F238E27FC236}">
                  <a16:creationId xmlns:a16="http://schemas.microsoft.com/office/drawing/2014/main" id="{1ADC393B-092D-48CC-97AB-B625AB3EED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02688" y="12480925"/>
              <a:ext cx="77787" cy="77787"/>
            </a:xfrm>
            <a:custGeom>
              <a:avLst/>
              <a:gdLst>
                <a:gd name="T0" fmla="*/ 67 w 102"/>
                <a:gd name="T1" fmla="*/ 6 h 101"/>
                <a:gd name="T2" fmla="*/ 83 w 102"/>
                <a:gd name="T3" fmla="*/ 33 h 101"/>
                <a:gd name="T4" fmla="*/ 100 w 102"/>
                <a:gd name="T5" fmla="*/ 62 h 101"/>
                <a:gd name="T6" fmla="*/ 99 w 102"/>
                <a:gd name="T7" fmla="*/ 64 h 101"/>
                <a:gd name="T8" fmla="*/ 66 w 102"/>
                <a:gd name="T9" fmla="*/ 48 h 101"/>
                <a:gd name="T10" fmla="*/ 44 w 102"/>
                <a:gd name="T11" fmla="*/ 37 h 101"/>
                <a:gd name="T12" fmla="*/ 48 w 102"/>
                <a:gd name="T13" fmla="*/ 69 h 101"/>
                <a:gd name="T14" fmla="*/ 52 w 102"/>
                <a:gd name="T15" fmla="*/ 98 h 101"/>
                <a:gd name="T16" fmla="*/ 50 w 102"/>
                <a:gd name="T17" fmla="*/ 99 h 101"/>
                <a:gd name="T18" fmla="*/ 10 w 102"/>
                <a:gd name="T19" fmla="*/ 48 h 101"/>
                <a:gd name="T20" fmla="*/ 4 w 102"/>
                <a:gd name="T21" fmla="*/ 45 h 101"/>
                <a:gd name="T22" fmla="*/ 2 w 102"/>
                <a:gd name="T23" fmla="*/ 46 h 101"/>
                <a:gd name="T24" fmla="*/ 1 w 102"/>
                <a:gd name="T25" fmla="*/ 45 h 101"/>
                <a:gd name="T26" fmla="*/ 17 w 102"/>
                <a:gd name="T27" fmla="*/ 36 h 101"/>
                <a:gd name="T28" fmla="*/ 18 w 102"/>
                <a:gd name="T29" fmla="*/ 37 h 101"/>
                <a:gd name="T30" fmla="*/ 16 w 102"/>
                <a:gd name="T31" fmla="*/ 41 h 101"/>
                <a:gd name="T32" fmla="*/ 43 w 102"/>
                <a:gd name="T33" fmla="*/ 77 h 101"/>
                <a:gd name="T34" fmla="*/ 38 w 102"/>
                <a:gd name="T35" fmla="*/ 44 h 101"/>
                <a:gd name="T36" fmla="*/ 35 w 102"/>
                <a:gd name="T37" fmla="*/ 23 h 101"/>
                <a:gd name="T38" fmla="*/ 36 w 102"/>
                <a:gd name="T39" fmla="*/ 22 h 101"/>
                <a:gd name="T40" fmla="*/ 65 w 102"/>
                <a:gd name="T41" fmla="*/ 37 h 101"/>
                <a:gd name="T42" fmla="*/ 84 w 102"/>
                <a:gd name="T43" fmla="*/ 47 h 101"/>
                <a:gd name="T44" fmla="*/ 64 w 102"/>
                <a:gd name="T45" fmla="*/ 14 h 101"/>
                <a:gd name="T46" fmla="*/ 60 w 102"/>
                <a:gd name="T47" fmla="*/ 10 h 101"/>
                <a:gd name="T48" fmla="*/ 56 w 102"/>
                <a:gd name="T49" fmla="*/ 11 h 101"/>
                <a:gd name="T50" fmla="*/ 56 w 102"/>
                <a:gd name="T51" fmla="*/ 10 h 101"/>
                <a:gd name="T52" fmla="*/ 62 w 102"/>
                <a:gd name="T53" fmla="*/ 6 h 101"/>
                <a:gd name="T54" fmla="*/ 68 w 102"/>
                <a:gd name="T55" fmla="*/ 0 h 101"/>
                <a:gd name="T56" fmla="*/ 69 w 102"/>
                <a:gd name="T57" fmla="*/ 1 h 101"/>
                <a:gd name="T58" fmla="*/ 67 w 102"/>
                <a:gd name="T59" fmla="*/ 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2" h="101">
                  <a:moveTo>
                    <a:pt x="67" y="6"/>
                  </a:moveTo>
                  <a:cubicBezTo>
                    <a:pt x="68" y="8"/>
                    <a:pt x="75" y="20"/>
                    <a:pt x="83" y="33"/>
                  </a:cubicBezTo>
                  <a:cubicBezTo>
                    <a:pt x="91" y="46"/>
                    <a:pt x="99" y="59"/>
                    <a:pt x="100" y="62"/>
                  </a:cubicBezTo>
                  <a:cubicBezTo>
                    <a:pt x="102" y="66"/>
                    <a:pt x="102" y="66"/>
                    <a:pt x="99" y="64"/>
                  </a:cubicBezTo>
                  <a:cubicBezTo>
                    <a:pt x="93" y="62"/>
                    <a:pt x="70" y="50"/>
                    <a:pt x="66" y="48"/>
                  </a:cubicBezTo>
                  <a:cubicBezTo>
                    <a:pt x="63" y="46"/>
                    <a:pt x="44" y="37"/>
                    <a:pt x="44" y="37"/>
                  </a:cubicBezTo>
                  <a:cubicBezTo>
                    <a:pt x="44" y="37"/>
                    <a:pt x="48" y="68"/>
                    <a:pt x="48" y="69"/>
                  </a:cubicBezTo>
                  <a:cubicBezTo>
                    <a:pt x="48" y="71"/>
                    <a:pt x="52" y="96"/>
                    <a:pt x="52" y="98"/>
                  </a:cubicBezTo>
                  <a:cubicBezTo>
                    <a:pt x="52" y="99"/>
                    <a:pt x="52" y="101"/>
                    <a:pt x="50" y="99"/>
                  </a:cubicBezTo>
                  <a:cubicBezTo>
                    <a:pt x="48" y="97"/>
                    <a:pt x="11" y="51"/>
                    <a:pt x="10" y="48"/>
                  </a:cubicBezTo>
                  <a:cubicBezTo>
                    <a:pt x="8" y="46"/>
                    <a:pt x="6" y="46"/>
                    <a:pt x="4" y="45"/>
                  </a:cubicBezTo>
                  <a:cubicBezTo>
                    <a:pt x="3" y="45"/>
                    <a:pt x="2" y="45"/>
                    <a:pt x="2" y="46"/>
                  </a:cubicBezTo>
                  <a:cubicBezTo>
                    <a:pt x="1" y="46"/>
                    <a:pt x="0" y="45"/>
                    <a:pt x="1" y="45"/>
                  </a:cubicBezTo>
                  <a:cubicBezTo>
                    <a:pt x="3" y="44"/>
                    <a:pt x="16" y="37"/>
                    <a:pt x="17" y="36"/>
                  </a:cubicBezTo>
                  <a:cubicBezTo>
                    <a:pt x="18" y="36"/>
                    <a:pt x="19" y="37"/>
                    <a:pt x="18" y="37"/>
                  </a:cubicBezTo>
                  <a:cubicBezTo>
                    <a:pt x="16" y="38"/>
                    <a:pt x="16" y="39"/>
                    <a:pt x="16" y="41"/>
                  </a:cubicBezTo>
                  <a:cubicBezTo>
                    <a:pt x="17" y="44"/>
                    <a:pt x="43" y="77"/>
                    <a:pt x="43" y="77"/>
                  </a:cubicBezTo>
                  <a:cubicBezTo>
                    <a:pt x="43" y="77"/>
                    <a:pt x="39" y="47"/>
                    <a:pt x="38" y="44"/>
                  </a:cubicBezTo>
                  <a:cubicBezTo>
                    <a:pt x="37" y="40"/>
                    <a:pt x="35" y="23"/>
                    <a:pt x="35" y="23"/>
                  </a:cubicBezTo>
                  <a:cubicBezTo>
                    <a:pt x="35" y="23"/>
                    <a:pt x="35" y="22"/>
                    <a:pt x="36" y="22"/>
                  </a:cubicBezTo>
                  <a:cubicBezTo>
                    <a:pt x="37" y="23"/>
                    <a:pt x="62" y="36"/>
                    <a:pt x="65" y="37"/>
                  </a:cubicBezTo>
                  <a:cubicBezTo>
                    <a:pt x="68" y="39"/>
                    <a:pt x="84" y="47"/>
                    <a:pt x="84" y="47"/>
                  </a:cubicBezTo>
                  <a:cubicBezTo>
                    <a:pt x="84" y="47"/>
                    <a:pt x="70" y="23"/>
                    <a:pt x="64" y="14"/>
                  </a:cubicBezTo>
                  <a:cubicBezTo>
                    <a:pt x="62" y="12"/>
                    <a:pt x="61" y="11"/>
                    <a:pt x="60" y="10"/>
                  </a:cubicBezTo>
                  <a:cubicBezTo>
                    <a:pt x="58" y="10"/>
                    <a:pt x="57" y="11"/>
                    <a:pt x="56" y="11"/>
                  </a:cubicBezTo>
                  <a:cubicBezTo>
                    <a:pt x="56" y="12"/>
                    <a:pt x="55" y="11"/>
                    <a:pt x="56" y="10"/>
                  </a:cubicBezTo>
                  <a:cubicBezTo>
                    <a:pt x="59" y="9"/>
                    <a:pt x="61" y="7"/>
                    <a:pt x="62" y="6"/>
                  </a:cubicBezTo>
                  <a:cubicBezTo>
                    <a:pt x="64" y="4"/>
                    <a:pt x="67" y="1"/>
                    <a:pt x="68" y="0"/>
                  </a:cubicBezTo>
                  <a:cubicBezTo>
                    <a:pt x="69" y="0"/>
                    <a:pt x="70" y="0"/>
                    <a:pt x="69" y="1"/>
                  </a:cubicBezTo>
                  <a:cubicBezTo>
                    <a:pt x="68" y="2"/>
                    <a:pt x="66" y="4"/>
                    <a:pt x="67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" name="Freeform 62">
              <a:extLst>
                <a:ext uri="{FF2B5EF4-FFF2-40B4-BE49-F238E27FC236}">
                  <a16:creationId xmlns:a16="http://schemas.microsoft.com/office/drawing/2014/main" id="{4FE61F97-EE53-4803-B6D1-A6C9E29ED7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96325" y="12542838"/>
              <a:ext cx="36512" cy="38100"/>
            </a:xfrm>
            <a:custGeom>
              <a:avLst/>
              <a:gdLst>
                <a:gd name="T0" fmla="*/ 48 w 48"/>
                <a:gd name="T1" fmla="*/ 15 h 49"/>
                <a:gd name="T2" fmla="*/ 48 w 48"/>
                <a:gd name="T3" fmla="*/ 32 h 49"/>
                <a:gd name="T4" fmla="*/ 47 w 48"/>
                <a:gd name="T5" fmla="*/ 31 h 49"/>
                <a:gd name="T6" fmla="*/ 44 w 48"/>
                <a:gd name="T7" fmla="*/ 28 h 49"/>
                <a:gd name="T8" fmla="*/ 28 w 48"/>
                <a:gd name="T9" fmla="*/ 28 h 49"/>
                <a:gd name="T10" fmla="*/ 30 w 48"/>
                <a:gd name="T11" fmla="*/ 46 h 49"/>
                <a:gd name="T12" fmla="*/ 32 w 48"/>
                <a:gd name="T13" fmla="*/ 48 h 49"/>
                <a:gd name="T14" fmla="*/ 34 w 48"/>
                <a:gd name="T15" fmla="*/ 49 h 49"/>
                <a:gd name="T16" fmla="*/ 16 w 48"/>
                <a:gd name="T17" fmla="*/ 49 h 49"/>
                <a:gd name="T18" fmla="*/ 17 w 48"/>
                <a:gd name="T19" fmla="*/ 47 h 49"/>
                <a:gd name="T20" fmla="*/ 20 w 48"/>
                <a:gd name="T21" fmla="*/ 44 h 49"/>
                <a:gd name="T22" fmla="*/ 21 w 48"/>
                <a:gd name="T23" fmla="*/ 28 h 49"/>
                <a:gd name="T24" fmla="*/ 4 w 48"/>
                <a:gd name="T25" fmla="*/ 28 h 49"/>
                <a:gd name="T26" fmla="*/ 2 w 48"/>
                <a:gd name="T27" fmla="*/ 32 h 49"/>
                <a:gd name="T28" fmla="*/ 1 w 48"/>
                <a:gd name="T29" fmla="*/ 32 h 49"/>
                <a:gd name="T30" fmla="*/ 1 w 48"/>
                <a:gd name="T31" fmla="*/ 17 h 49"/>
                <a:gd name="T32" fmla="*/ 2 w 48"/>
                <a:gd name="T33" fmla="*/ 17 h 49"/>
                <a:gd name="T34" fmla="*/ 4 w 48"/>
                <a:gd name="T35" fmla="*/ 20 h 49"/>
                <a:gd name="T36" fmla="*/ 21 w 48"/>
                <a:gd name="T37" fmla="*/ 20 h 49"/>
                <a:gd name="T38" fmla="*/ 20 w 48"/>
                <a:gd name="T39" fmla="*/ 4 h 49"/>
                <a:gd name="T40" fmla="*/ 17 w 48"/>
                <a:gd name="T41" fmla="*/ 1 h 49"/>
                <a:gd name="T42" fmla="*/ 16 w 48"/>
                <a:gd name="T43" fmla="*/ 0 h 49"/>
                <a:gd name="T44" fmla="*/ 33 w 48"/>
                <a:gd name="T45" fmla="*/ 0 h 49"/>
                <a:gd name="T46" fmla="*/ 32 w 48"/>
                <a:gd name="T47" fmla="*/ 1 h 49"/>
                <a:gd name="T48" fmla="*/ 29 w 48"/>
                <a:gd name="T49" fmla="*/ 4 h 49"/>
                <a:gd name="T50" fmla="*/ 28 w 48"/>
                <a:gd name="T51" fmla="*/ 20 h 49"/>
                <a:gd name="T52" fmla="*/ 43 w 48"/>
                <a:gd name="T53" fmla="*/ 20 h 49"/>
                <a:gd name="T54" fmla="*/ 47 w 48"/>
                <a:gd name="T55" fmla="*/ 16 h 49"/>
                <a:gd name="T56" fmla="*/ 48 w 48"/>
                <a:gd name="T57" fmla="*/ 1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8" h="49">
                  <a:moveTo>
                    <a:pt x="48" y="15"/>
                  </a:moveTo>
                  <a:cubicBezTo>
                    <a:pt x="48" y="16"/>
                    <a:pt x="48" y="30"/>
                    <a:pt x="48" y="32"/>
                  </a:cubicBezTo>
                  <a:cubicBezTo>
                    <a:pt x="48" y="33"/>
                    <a:pt x="48" y="33"/>
                    <a:pt x="47" y="31"/>
                  </a:cubicBezTo>
                  <a:cubicBezTo>
                    <a:pt x="47" y="30"/>
                    <a:pt x="46" y="28"/>
                    <a:pt x="44" y="28"/>
                  </a:cubicBezTo>
                  <a:cubicBezTo>
                    <a:pt x="39" y="27"/>
                    <a:pt x="28" y="28"/>
                    <a:pt x="28" y="28"/>
                  </a:cubicBezTo>
                  <a:cubicBezTo>
                    <a:pt x="28" y="28"/>
                    <a:pt x="28" y="44"/>
                    <a:pt x="30" y="46"/>
                  </a:cubicBezTo>
                  <a:cubicBezTo>
                    <a:pt x="31" y="48"/>
                    <a:pt x="32" y="47"/>
                    <a:pt x="32" y="48"/>
                  </a:cubicBezTo>
                  <a:cubicBezTo>
                    <a:pt x="33" y="48"/>
                    <a:pt x="35" y="49"/>
                    <a:pt x="34" y="49"/>
                  </a:cubicBezTo>
                  <a:cubicBezTo>
                    <a:pt x="31" y="48"/>
                    <a:pt x="19" y="48"/>
                    <a:pt x="16" y="49"/>
                  </a:cubicBezTo>
                  <a:cubicBezTo>
                    <a:pt x="14" y="49"/>
                    <a:pt x="15" y="48"/>
                    <a:pt x="17" y="47"/>
                  </a:cubicBezTo>
                  <a:cubicBezTo>
                    <a:pt x="19" y="47"/>
                    <a:pt x="20" y="46"/>
                    <a:pt x="20" y="44"/>
                  </a:cubicBezTo>
                  <a:cubicBezTo>
                    <a:pt x="21" y="42"/>
                    <a:pt x="21" y="28"/>
                    <a:pt x="21" y="28"/>
                  </a:cubicBezTo>
                  <a:cubicBezTo>
                    <a:pt x="21" y="28"/>
                    <a:pt x="6" y="27"/>
                    <a:pt x="4" y="28"/>
                  </a:cubicBezTo>
                  <a:cubicBezTo>
                    <a:pt x="2" y="29"/>
                    <a:pt x="2" y="31"/>
                    <a:pt x="2" y="32"/>
                  </a:cubicBezTo>
                  <a:cubicBezTo>
                    <a:pt x="2" y="33"/>
                    <a:pt x="0" y="34"/>
                    <a:pt x="1" y="32"/>
                  </a:cubicBezTo>
                  <a:cubicBezTo>
                    <a:pt x="1" y="30"/>
                    <a:pt x="1" y="19"/>
                    <a:pt x="1" y="17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2" y="18"/>
                    <a:pt x="2" y="19"/>
                    <a:pt x="4" y="20"/>
                  </a:cubicBezTo>
                  <a:cubicBezTo>
                    <a:pt x="6" y="20"/>
                    <a:pt x="21" y="20"/>
                    <a:pt x="21" y="20"/>
                  </a:cubicBezTo>
                  <a:cubicBezTo>
                    <a:pt x="21" y="20"/>
                    <a:pt x="21" y="6"/>
                    <a:pt x="20" y="4"/>
                  </a:cubicBezTo>
                  <a:cubicBezTo>
                    <a:pt x="20" y="2"/>
                    <a:pt x="19" y="1"/>
                    <a:pt x="17" y="1"/>
                  </a:cubicBezTo>
                  <a:cubicBezTo>
                    <a:pt x="16" y="1"/>
                    <a:pt x="15" y="0"/>
                    <a:pt x="16" y="0"/>
                  </a:cubicBezTo>
                  <a:cubicBezTo>
                    <a:pt x="21" y="0"/>
                    <a:pt x="29" y="0"/>
                    <a:pt x="33" y="0"/>
                  </a:cubicBezTo>
                  <a:cubicBezTo>
                    <a:pt x="35" y="0"/>
                    <a:pt x="33" y="1"/>
                    <a:pt x="32" y="1"/>
                  </a:cubicBezTo>
                  <a:cubicBezTo>
                    <a:pt x="31" y="1"/>
                    <a:pt x="29" y="2"/>
                    <a:pt x="29" y="4"/>
                  </a:cubicBezTo>
                  <a:cubicBezTo>
                    <a:pt x="28" y="7"/>
                    <a:pt x="28" y="20"/>
                    <a:pt x="28" y="20"/>
                  </a:cubicBezTo>
                  <a:cubicBezTo>
                    <a:pt x="28" y="20"/>
                    <a:pt x="41" y="20"/>
                    <a:pt x="43" y="20"/>
                  </a:cubicBezTo>
                  <a:cubicBezTo>
                    <a:pt x="45" y="19"/>
                    <a:pt x="46" y="18"/>
                    <a:pt x="47" y="16"/>
                  </a:cubicBezTo>
                  <a:cubicBezTo>
                    <a:pt x="47" y="15"/>
                    <a:pt x="48" y="14"/>
                    <a:pt x="48" y="1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" name="Freeform 63">
              <a:extLst>
                <a:ext uri="{FF2B5EF4-FFF2-40B4-BE49-F238E27FC236}">
                  <a16:creationId xmlns:a16="http://schemas.microsoft.com/office/drawing/2014/main" id="{C1721C90-9C7F-4B4C-9C1C-03FCCF28ED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93138" y="12517438"/>
              <a:ext cx="63500" cy="63500"/>
            </a:xfrm>
            <a:custGeom>
              <a:avLst/>
              <a:gdLst>
                <a:gd name="T0" fmla="*/ 67 w 83"/>
                <a:gd name="T1" fmla="*/ 82 h 83"/>
                <a:gd name="T2" fmla="*/ 48 w 83"/>
                <a:gd name="T3" fmla="*/ 75 h 83"/>
                <a:gd name="T4" fmla="*/ 49 w 83"/>
                <a:gd name="T5" fmla="*/ 75 h 83"/>
                <a:gd name="T6" fmla="*/ 54 w 83"/>
                <a:gd name="T7" fmla="*/ 74 h 83"/>
                <a:gd name="T8" fmla="*/ 71 w 83"/>
                <a:gd name="T9" fmla="*/ 31 h 83"/>
                <a:gd name="T10" fmla="*/ 59 w 83"/>
                <a:gd name="T11" fmla="*/ 8 h 83"/>
                <a:gd name="T12" fmla="*/ 30 w 83"/>
                <a:gd name="T13" fmla="*/ 26 h 83"/>
                <a:gd name="T14" fmla="*/ 15 w 83"/>
                <a:gd name="T15" fmla="*/ 58 h 83"/>
                <a:gd name="T16" fmla="*/ 17 w 83"/>
                <a:gd name="T17" fmla="*/ 61 h 83"/>
                <a:gd name="T18" fmla="*/ 17 w 83"/>
                <a:gd name="T19" fmla="*/ 63 h 83"/>
                <a:gd name="T20" fmla="*/ 1 w 83"/>
                <a:gd name="T21" fmla="*/ 55 h 83"/>
                <a:gd name="T22" fmla="*/ 3 w 83"/>
                <a:gd name="T23" fmla="*/ 55 h 83"/>
                <a:gd name="T24" fmla="*/ 6 w 83"/>
                <a:gd name="T25" fmla="*/ 54 h 83"/>
                <a:gd name="T26" fmla="*/ 27 w 83"/>
                <a:gd name="T27" fmla="*/ 16 h 83"/>
                <a:gd name="T28" fmla="*/ 46 w 83"/>
                <a:gd name="T29" fmla="*/ 2 h 83"/>
                <a:gd name="T30" fmla="*/ 77 w 83"/>
                <a:gd name="T31" fmla="*/ 15 h 83"/>
                <a:gd name="T32" fmla="*/ 80 w 83"/>
                <a:gd name="T33" fmla="*/ 38 h 83"/>
                <a:gd name="T34" fmla="*/ 65 w 83"/>
                <a:gd name="T35" fmla="*/ 78 h 83"/>
                <a:gd name="T36" fmla="*/ 67 w 83"/>
                <a:gd name="T37" fmla="*/ 81 h 83"/>
                <a:gd name="T38" fmla="*/ 67 w 83"/>
                <a:gd name="T3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83">
                  <a:moveTo>
                    <a:pt x="67" y="82"/>
                  </a:moveTo>
                  <a:cubicBezTo>
                    <a:pt x="64" y="81"/>
                    <a:pt x="53" y="76"/>
                    <a:pt x="48" y="75"/>
                  </a:cubicBezTo>
                  <a:cubicBezTo>
                    <a:pt x="46" y="75"/>
                    <a:pt x="48" y="75"/>
                    <a:pt x="49" y="75"/>
                  </a:cubicBezTo>
                  <a:cubicBezTo>
                    <a:pt x="51" y="75"/>
                    <a:pt x="52" y="75"/>
                    <a:pt x="54" y="74"/>
                  </a:cubicBezTo>
                  <a:cubicBezTo>
                    <a:pt x="57" y="70"/>
                    <a:pt x="69" y="38"/>
                    <a:pt x="71" y="31"/>
                  </a:cubicBezTo>
                  <a:cubicBezTo>
                    <a:pt x="73" y="23"/>
                    <a:pt x="73" y="13"/>
                    <a:pt x="59" y="8"/>
                  </a:cubicBezTo>
                  <a:cubicBezTo>
                    <a:pt x="44" y="3"/>
                    <a:pt x="38" y="11"/>
                    <a:pt x="30" y="26"/>
                  </a:cubicBezTo>
                  <a:cubicBezTo>
                    <a:pt x="25" y="37"/>
                    <a:pt x="15" y="56"/>
                    <a:pt x="15" y="58"/>
                  </a:cubicBezTo>
                  <a:cubicBezTo>
                    <a:pt x="15" y="60"/>
                    <a:pt x="16" y="61"/>
                    <a:pt x="17" y="61"/>
                  </a:cubicBezTo>
                  <a:cubicBezTo>
                    <a:pt x="18" y="62"/>
                    <a:pt x="19" y="64"/>
                    <a:pt x="17" y="63"/>
                  </a:cubicBezTo>
                  <a:cubicBezTo>
                    <a:pt x="14" y="61"/>
                    <a:pt x="3" y="56"/>
                    <a:pt x="1" y="55"/>
                  </a:cubicBezTo>
                  <a:cubicBezTo>
                    <a:pt x="0" y="55"/>
                    <a:pt x="1" y="54"/>
                    <a:pt x="3" y="55"/>
                  </a:cubicBezTo>
                  <a:cubicBezTo>
                    <a:pt x="4" y="55"/>
                    <a:pt x="5" y="55"/>
                    <a:pt x="6" y="54"/>
                  </a:cubicBezTo>
                  <a:cubicBezTo>
                    <a:pt x="9" y="51"/>
                    <a:pt x="25" y="19"/>
                    <a:pt x="27" y="16"/>
                  </a:cubicBezTo>
                  <a:cubicBezTo>
                    <a:pt x="31" y="9"/>
                    <a:pt x="37" y="3"/>
                    <a:pt x="46" y="2"/>
                  </a:cubicBezTo>
                  <a:cubicBezTo>
                    <a:pt x="55" y="0"/>
                    <a:pt x="70" y="5"/>
                    <a:pt x="77" y="15"/>
                  </a:cubicBezTo>
                  <a:cubicBezTo>
                    <a:pt x="83" y="24"/>
                    <a:pt x="81" y="33"/>
                    <a:pt x="80" y="38"/>
                  </a:cubicBezTo>
                  <a:cubicBezTo>
                    <a:pt x="78" y="45"/>
                    <a:pt x="65" y="74"/>
                    <a:pt x="65" y="78"/>
                  </a:cubicBezTo>
                  <a:cubicBezTo>
                    <a:pt x="65" y="80"/>
                    <a:pt x="66" y="80"/>
                    <a:pt x="67" y="81"/>
                  </a:cubicBezTo>
                  <a:cubicBezTo>
                    <a:pt x="68" y="82"/>
                    <a:pt x="68" y="83"/>
                    <a:pt x="67" y="8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" name="Freeform 64">
              <a:extLst>
                <a:ext uri="{FF2B5EF4-FFF2-40B4-BE49-F238E27FC236}">
                  <a16:creationId xmlns:a16="http://schemas.microsoft.com/office/drawing/2014/main" id="{11759317-C3E6-44CD-9480-7EF997389F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31225" y="12476163"/>
              <a:ext cx="79375" cy="74612"/>
            </a:xfrm>
            <a:custGeom>
              <a:avLst/>
              <a:gdLst>
                <a:gd name="T0" fmla="*/ 53 w 102"/>
                <a:gd name="T1" fmla="*/ 96 h 97"/>
                <a:gd name="T2" fmla="*/ 49 w 102"/>
                <a:gd name="T3" fmla="*/ 55 h 97"/>
                <a:gd name="T4" fmla="*/ 45 w 102"/>
                <a:gd name="T5" fmla="*/ 20 h 97"/>
                <a:gd name="T6" fmla="*/ 19 w 102"/>
                <a:gd name="T7" fmla="*/ 48 h 97"/>
                <a:gd name="T8" fmla="*/ 13 w 102"/>
                <a:gd name="T9" fmla="*/ 57 h 97"/>
                <a:gd name="T10" fmla="*/ 14 w 102"/>
                <a:gd name="T11" fmla="*/ 60 h 97"/>
                <a:gd name="T12" fmla="*/ 15 w 102"/>
                <a:gd name="T13" fmla="*/ 62 h 97"/>
                <a:gd name="T14" fmla="*/ 8 w 102"/>
                <a:gd name="T15" fmla="*/ 55 h 97"/>
                <a:gd name="T16" fmla="*/ 2 w 102"/>
                <a:gd name="T17" fmla="*/ 50 h 97"/>
                <a:gd name="T18" fmla="*/ 3 w 102"/>
                <a:gd name="T19" fmla="*/ 50 h 97"/>
                <a:gd name="T20" fmla="*/ 6 w 102"/>
                <a:gd name="T21" fmla="*/ 51 h 97"/>
                <a:gd name="T22" fmla="*/ 32 w 102"/>
                <a:gd name="T23" fmla="*/ 25 h 97"/>
                <a:gd name="T24" fmla="*/ 54 w 102"/>
                <a:gd name="T25" fmla="*/ 1 h 97"/>
                <a:gd name="T26" fmla="*/ 55 w 102"/>
                <a:gd name="T27" fmla="*/ 2 h 97"/>
                <a:gd name="T28" fmla="*/ 58 w 102"/>
                <a:gd name="T29" fmla="*/ 38 h 97"/>
                <a:gd name="T30" fmla="*/ 60 w 102"/>
                <a:gd name="T31" fmla="*/ 65 h 97"/>
                <a:gd name="T32" fmla="*/ 61 w 102"/>
                <a:gd name="T33" fmla="*/ 75 h 97"/>
                <a:gd name="T34" fmla="*/ 76 w 102"/>
                <a:gd name="T35" fmla="*/ 54 h 97"/>
                <a:gd name="T36" fmla="*/ 87 w 102"/>
                <a:gd name="T37" fmla="*/ 36 h 97"/>
                <a:gd name="T38" fmla="*/ 84 w 102"/>
                <a:gd name="T39" fmla="*/ 31 h 97"/>
                <a:gd name="T40" fmla="*/ 85 w 102"/>
                <a:gd name="T41" fmla="*/ 30 h 97"/>
                <a:gd name="T42" fmla="*/ 99 w 102"/>
                <a:gd name="T43" fmla="*/ 40 h 97"/>
                <a:gd name="T44" fmla="*/ 98 w 102"/>
                <a:gd name="T45" fmla="*/ 40 h 97"/>
                <a:gd name="T46" fmla="*/ 93 w 102"/>
                <a:gd name="T47" fmla="*/ 40 h 97"/>
                <a:gd name="T48" fmla="*/ 75 w 102"/>
                <a:gd name="T49" fmla="*/ 66 h 97"/>
                <a:gd name="T50" fmla="*/ 62 w 102"/>
                <a:gd name="T51" fmla="*/ 85 h 97"/>
                <a:gd name="T52" fmla="*/ 55 w 102"/>
                <a:gd name="T53" fmla="*/ 96 h 97"/>
                <a:gd name="T54" fmla="*/ 53 w 102"/>
                <a:gd name="T55" fmla="*/ 9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97">
                  <a:moveTo>
                    <a:pt x="53" y="96"/>
                  </a:moveTo>
                  <a:cubicBezTo>
                    <a:pt x="53" y="96"/>
                    <a:pt x="50" y="66"/>
                    <a:pt x="49" y="55"/>
                  </a:cubicBezTo>
                  <a:cubicBezTo>
                    <a:pt x="48" y="43"/>
                    <a:pt x="45" y="20"/>
                    <a:pt x="45" y="20"/>
                  </a:cubicBezTo>
                  <a:cubicBezTo>
                    <a:pt x="45" y="20"/>
                    <a:pt x="22" y="45"/>
                    <a:pt x="19" y="48"/>
                  </a:cubicBezTo>
                  <a:cubicBezTo>
                    <a:pt x="16" y="52"/>
                    <a:pt x="13" y="55"/>
                    <a:pt x="13" y="57"/>
                  </a:cubicBezTo>
                  <a:cubicBezTo>
                    <a:pt x="13" y="59"/>
                    <a:pt x="14" y="59"/>
                    <a:pt x="14" y="60"/>
                  </a:cubicBezTo>
                  <a:cubicBezTo>
                    <a:pt x="15" y="61"/>
                    <a:pt x="15" y="63"/>
                    <a:pt x="15" y="62"/>
                  </a:cubicBezTo>
                  <a:cubicBezTo>
                    <a:pt x="13" y="61"/>
                    <a:pt x="11" y="58"/>
                    <a:pt x="8" y="55"/>
                  </a:cubicBezTo>
                  <a:cubicBezTo>
                    <a:pt x="6" y="53"/>
                    <a:pt x="3" y="51"/>
                    <a:pt x="2" y="50"/>
                  </a:cubicBezTo>
                  <a:cubicBezTo>
                    <a:pt x="0" y="49"/>
                    <a:pt x="2" y="49"/>
                    <a:pt x="3" y="50"/>
                  </a:cubicBezTo>
                  <a:cubicBezTo>
                    <a:pt x="4" y="51"/>
                    <a:pt x="5" y="51"/>
                    <a:pt x="6" y="51"/>
                  </a:cubicBezTo>
                  <a:cubicBezTo>
                    <a:pt x="9" y="50"/>
                    <a:pt x="26" y="32"/>
                    <a:pt x="32" y="25"/>
                  </a:cubicBezTo>
                  <a:cubicBezTo>
                    <a:pt x="38" y="19"/>
                    <a:pt x="52" y="3"/>
                    <a:pt x="54" y="1"/>
                  </a:cubicBezTo>
                  <a:cubicBezTo>
                    <a:pt x="55" y="0"/>
                    <a:pt x="55" y="0"/>
                    <a:pt x="55" y="2"/>
                  </a:cubicBezTo>
                  <a:cubicBezTo>
                    <a:pt x="55" y="4"/>
                    <a:pt x="57" y="35"/>
                    <a:pt x="58" y="38"/>
                  </a:cubicBezTo>
                  <a:cubicBezTo>
                    <a:pt x="58" y="42"/>
                    <a:pt x="60" y="62"/>
                    <a:pt x="60" y="65"/>
                  </a:cubicBezTo>
                  <a:cubicBezTo>
                    <a:pt x="61" y="67"/>
                    <a:pt x="61" y="75"/>
                    <a:pt x="61" y="75"/>
                  </a:cubicBezTo>
                  <a:cubicBezTo>
                    <a:pt x="61" y="75"/>
                    <a:pt x="72" y="59"/>
                    <a:pt x="76" y="54"/>
                  </a:cubicBezTo>
                  <a:cubicBezTo>
                    <a:pt x="79" y="48"/>
                    <a:pt x="87" y="38"/>
                    <a:pt x="87" y="36"/>
                  </a:cubicBezTo>
                  <a:cubicBezTo>
                    <a:pt x="87" y="33"/>
                    <a:pt x="85" y="32"/>
                    <a:pt x="84" y="31"/>
                  </a:cubicBezTo>
                  <a:cubicBezTo>
                    <a:pt x="84" y="31"/>
                    <a:pt x="83" y="29"/>
                    <a:pt x="85" y="30"/>
                  </a:cubicBezTo>
                  <a:cubicBezTo>
                    <a:pt x="87" y="32"/>
                    <a:pt x="95" y="38"/>
                    <a:pt x="99" y="40"/>
                  </a:cubicBezTo>
                  <a:cubicBezTo>
                    <a:pt x="102" y="41"/>
                    <a:pt x="98" y="41"/>
                    <a:pt x="98" y="40"/>
                  </a:cubicBezTo>
                  <a:cubicBezTo>
                    <a:pt x="97" y="40"/>
                    <a:pt x="95" y="40"/>
                    <a:pt x="93" y="40"/>
                  </a:cubicBezTo>
                  <a:cubicBezTo>
                    <a:pt x="91" y="41"/>
                    <a:pt x="77" y="62"/>
                    <a:pt x="75" y="66"/>
                  </a:cubicBezTo>
                  <a:cubicBezTo>
                    <a:pt x="72" y="70"/>
                    <a:pt x="64" y="82"/>
                    <a:pt x="62" y="85"/>
                  </a:cubicBezTo>
                  <a:cubicBezTo>
                    <a:pt x="60" y="88"/>
                    <a:pt x="55" y="94"/>
                    <a:pt x="55" y="96"/>
                  </a:cubicBezTo>
                  <a:cubicBezTo>
                    <a:pt x="54" y="97"/>
                    <a:pt x="53" y="97"/>
                    <a:pt x="53" y="9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" name="Freeform 65">
              <a:extLst>
                <a:ext uri="{FF2B5EF4-FFF2-40B4-BE49-F238E27FC236}">
                  <a16:creationId xmlns:a16="http://schemas.microsoft.com/office/drawing/2014/main" id="{106C7971-CF56-48F7-97C6-3FF5AC47DA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07413" y="12452350"/>
              <a:ext cx="52387" cy="46037"/>
            </a:xfrm>
            <a:custGeom>
              <a:avLst/>
              <a:gdLst>
                <a:gd name="T0" fmla="*/ 55 w 68"/>
                <a:gd name="T1" fmla="*/ 1 h 61"/>
                <a:gd name="T2" fmla="*/ 60 w 68"/>
                <a:gd name="T3" fmla="*/ 9 h 61"/>
                <a:gd name="T4" fmla="*/ 67 w 68"/>
                <a:gd name="T5" fmla="*/ 17 h 61"/>
                <a:gd name="T6" fmla="*/ 65 w 68"/>
                <a:gd name="T7" fmla="*/ 16 h 61"/>
                <a:gd name="T8" fmla="*/ 59 w 68"/>
                <a:gd name="T9" fmla="*/ 17 h 61"/>
                <a:gd name="T10" fmla="*/ 15 w 68"/>
                <a:gd name="T11" fmla="*/ 54 h 61"/>
                <a:gd name="T12" fmla="*/ 14 w 68"/>
                <a:gd name="T13" fmla="*/ 59 h 61"/>
                <a:gd name="T14" fmla="*/ 13 w 68"/>
                <a:gd name="T15" fmla="*/ 61 h 61"/>
                <a:gd name="T16" fmla="*/ 2 w 68"/>
                <a:gd name="T17" fmla="*/ 46 h 61"/>
                <a:gd name="T18" fmla="*/ 3 w 68"/>
                <a:gd name="T19" fmla="*/ 46 h 61"/>
                <a:gd name="T20" fmla="*/ 6 w 68"/>
                <a:gd name="T21" fmla="*/ 46 h 61"/>
                <a:gd name="T22" fmla="*/ 55 w 68"/>
                <a:gd name="T23" fmla="*/ 6 h 61"/>
                <a:gd name="T24" fmla="*/ 54 w 68"/>
                <a:gd name="T25" fmla="*/ 2 h 61"/>
                <a:gd name="T26" fmla="*/ 55 w 68"/>
                <a:gd name="T27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61">
                  <a:moveTo>
                    <a:pt x="55" y="1"/>
                  </a:moveTo>
                  <a:cubicBezTo>
                    <a:pt x="56" y="3"/>
                    <a:pt x="58" y="6"/>
                    <a:pt x="60" y="9"/>
                  </a:cubicBezTo>
                  <a:cubicBezTo>
                    <a:pt x="63" y="12"/>
                    <a:pt x="65" y="15"/>
                    <a:pt x="67" y="17"/>
                  </a:cubicBezTo>
                  <a:cubicBezTo>
                    <a:pt x="68" y="18"/>
                    <a:pt x="66" y="17"/>
                    <a:pt x="65" y="16"/>
                  </a:cubicBezTo>
                  <a:cubicBezTo>
                    <a:pt x="64" y="15"/>
                    <a:pt x="63" y="15"/>
                    <a:pt x="59" y="17"/>
                  </a:cubicBezTo>
                  <a:cubicBezTo>
                    <a:pt x="55" y="20"/>
                    <a:pt x="16" y="52"/>
                    <a:pt x="15" y="54"/>
                  </a:cubicBezTo>
                  <a:cubicBezTo>
                    <a:pt x="13" y="56"/>
                    <a:pt x="13" y="57"/>
                    <a:pt x="14" y="59"/>
                  </a:cubicBezTo>
                  <a:cubicBezTo>
                    <a:pt x="14" y="60"/>
                    <a:pt x="14" y="61"/>
                    <a:pt x="13" y="61"/>
                  </a:cubicBezTo>
                  <a:cubicBezTo>
                    <a:pt x="12" y="58"/>
                    <a:pt x="4" y="48"/>
                    <a:pt x="2" y="46"/>
                  </a:cubicBezTo>
                  <a:cubicBezTo>
                    <a:pt x="0" y="45"/>
                    <a:pt x="2" y="45"/>
                    <a:pt x="3" y="46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10" y="44"/>
                    <a:pt x="54" y="9"/>
                    <a:pt x="55" y="6"/>
                  </a:cubicBezTo>
                  <a:cubicBezTo>
                    <a:pt x="55" y="4"/>
                    <a:pt x="54" y="3"/>
                    <a:pt x="54" y="2"/>
                  </a:cubicBezTo>
                  <a:cubicBezTo>
                    <a:pt x="54" y="1"/>
                    <a:pt x="54" y="0"/>
                    <a:pt x="5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" name="Freeform 66">
              <a:extLst>
                <a:ext uri="{FF2B5EF4-FFF2-40B4-BE49-F238E27FC236}">
                  <a16:creationId xmlns:a16="http://schemas.microsoft.com/office/drawing/2014/main" id="{06EFD802-D754-4257-9274-C55F163A9F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67725" y="12230100"/>
              <a:ext cx="57150" cy="38100"/>
            </a:xfrm>
            <a:custGeom>
              <a:avLst/>
              <a:gdLst>
                <a:gd name="T0" fmla="*/ 72 w 73"/>
                <a:gd name="T1" fmla="*/ 28 h 48"/>
                <a:gd name="T2" fmla="*/ 65 w 73"/>
                <a:gd name="T3" fmla="*/ 47 h 48"/>
                <a:gd name="T4" fmla="*/ 64 w 73"/>
                <a:gd name="T5" fmla="*/ 45 h 48"/>
                <a:gd name="T6" fmla="*/ 61 w 73"/>
                <a:gd name="T7" fmla="*/ 40 h 48"/>
                <a:gd name="T8" fmla="*/ 6 w 73"/>
                <a:gd name="T9" fmla="*/ 19 h 48"/>
                <a:gd name="T10" fmla="*/ 2 w 73"/>
                <a:gd name="T11" fmla="*/ 21 h 48"/>
                <a:gd name="T12" fmla="*/ 1 w 73"/>
                <a:gd name="T13" fmla="*/ 21 h 48"/>
                <a:gd name="T14" fmla="*/ 9 w 73"/>
                <a:gd name="T15" fmla="*/ 3 h 48"/>
                <a:gd name="T16" fmla="*/ 10 w 73"/>
                <a:gd name="T17" fmla="*/ 4 h 48"/>
                <a:gd name="T18" fmla="*/ 10 w 73"/>
                <a:gd name="T19" fmla="*/ 8 h 48"/>
                <a:gd name="T20" fmla="*/ 68 w 73"/>
                <a:gd name="T21" fmla="*/ 30 h 48"/>
                <a:gd name="T22" fmla="*/ 71 w 73"/>
                <a:gd name="T23" fmla="*/ 28 h 48"/>
                <a:gd name="T24" fmla="*/ 72 w 73"/>
                <a:gd name="T25" fmla="*/ 2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48">
                  <a:moveTo>
                    <a:pt x="72" y="28"/>
                  </a:moveTo>
                  <a:cubicBezTo>
                    <a:pt x="71" y="30"/>
                    <a:pt x="66" y="43"/>
                    <a:pt x="65" y="47"/>
                  </a:cubicBezTo>
                  <a:cubicBezTo>
                    <a:pt x="64" y="48"/>
                    <a:pt x="64" y="47"/>
                    <a:pt x="64" y="45"/>
                  </a:cubicBezTo>
                  <a:cubicBezTo>
                    <a:pt x="64" y="43"/>
                    <a:pt x="65" y="42"/>
                    <a:pt x="61" y="40"/>
                  </a:cubicBezTo>
                  <a:cubicBezTo>
                    <a:pt x="56" y="37"/>
                    <a:pt x="11" y="19"/>
                    <a:pt x="6" y="19"/>
                  </a:cubicBezTo>
                  <a:cubicBezTo>
                    <a:pt x="4" y="19"/>
                    <a:pt x="3" y="20"/>
                    <a:pt x="2" y="21"/>
                  </a:cubicBezTo>
                  <a:cubicBezTo>
                    <a:pt x="2" y="22"/>
                    <a:pt x="0" y="23"/>
                    <a:pt x="1" y="21"/>
                  </a:cubicBezTo>
                  <a:cubicBezTo>
                    <a:pt x="2" y="20"/>
                    <a:pt x="8" y="5"/>
                    <a:pt x="9" y="3"/>
                  </a:cubicBezTo>
                  <a:cubicBezTo>
                    <a:pt x="9" y="0"/>
                    <a:pt x="10" y="3"/>
                    <a:pt x="10" y="4"/>
                  </a:cubicBezTo>
                  <a:cubicBezTo>
                    <a:pt x="9" y="5"/>
                    <a:pt x="9" y="7"/>
                    <a:pt x="10" y="8"/>
                  </a:cubicBezTo>
                  <a:cubicBezTo>
                    <a:pt x="15" y="11"/>
                    <a:pt x="64" y="30"/>
                    <a:pt x="68" y="30"/>
                  </a:cubicBezTo>
                  <a:cubicBezTo>
                    <a:pt x="70" y="29"/>
                    <a:pt x="70" y="28"/>
                    <a:pt x="71" y="28"/>
                  </a:cubicBezTo>
                  <a:cubicBezTo>
                    <a:pt x="72" y="27"/>
                    <a:pt x="73" y="26"/>
                    <a:pt x="72" y="2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" name="Freeform 67">
              <a:extLst>
                <a:ext uri="{FF2B5EF4-FFF2-40B4-BE49-F238E27FC236}">
                  <a16:creationId xmlns:a16="http://schemas.microsoft.com/office/drawing/2014/main" id="{622ABB39-4656-4D5D-BCF3-0EBD1DCE4A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72488" y="12425363"/>
              <a:ext cx="63500" cy="52387"/>
            </a:xfrm>
            <a:custGeom>
              <a:avLst/>
              <a:gdLst>
                <a:gd name="T0" fmla="*/ 49 w 82"/>
                <a:gd name="T1" fmla="*/ 27 h 70"/>
                <a:gd name="T2" fmla="*/ 64 w 82"/>
                <a:gd name="T3" fmla="*/ 7 h 70"/>
                <a:gd name="T4" fmla="*/ 33 w 82"/>
                <a:gd name="T5" fmla="*/ 9 h 70"/>
                <a:gd name="T6" fmla="*/ 9 w 82"/>
                <a:gd name="T7" fmla="*/ 13 h 70"/>
                <a:gd name="T8" fmla="*/ 9 w 82"/>
                <a:gd name="T9" fmla="*/ 17 h 70"/>
                <a:gd name="T10" fmla="*/ 9 w 82"/>
                <a:gd name="T11" fmla="*/ 19 h 70"/>
                <a:gd name="T12" fmla="*/ 5 w 82"/>
                <a:gd name="T13" fmla="*/ 9 h 70"/>
                <a:gd name="T14" fmla="*/ 1 w 82"/>
                <a:gd name="T15" fmla="*/ 1 h 70"/>
                <a:gd name="T16" fmla="*/ 3 w 82"/>
                <a:gd name="T17" fmla="*/ 1 h 70"/>
                <a:gd name="T18" fmla="*/ 6 w 82"/>
                <a:gd name="T19" fmla="*/ 3 h 70"/>
                <a:gd name="T20" fmla="*/ 38 w 82"/>
                <a:gd name="T21" fmla="*/ 3 h 70"/>
                <a:gd name="T22" fmla="*/ 79 w 82"/>
                <a:gd name="T23" fmla="*/ 0 h 70"/>
                <a:gd name="T24" fmla="*/ 80 w 82"/>
                <a:gd name="T25" fmla="*/ 3 h 70"/>
                <a:gd name="T26" fmla="*/ 58 w 82"/>
                <a:gd name="T27" fmla="*/ 33 h 70"/>
                <a:gd name="T28" fmla="*/ 37 w 82"/>
                <a:gd name="T29" fmla="*/ 62 h 70"/>
                <a:gd name="T30" fmla="*/ 37 w 82"/>
                <a:gd name="T31" fmla="*/ 66 h 70"/>
                <a:gd name="T32" fmla="*/ 37 w 82"/>
                <a:gd name="T33" fmla="*/ 69 h 70"/>
                <a:gd name="T34" fmla="*/ 25 w 82"/>
                <a:gd name="T35" fmla="*/ 51 h 70"/>
                <a:gd name="T36" fmla="*/ 27 w 82"/>
                <a:gd name="T37" fmla="*/ 51 h 70"/>
                <a:gd name="T38" fmla="*/ 30 w 82"/>
                <a:gd name="T39" fmla="*/ 50 h 70"/>
                <a:gd name="T40" fmla="*/ 49 w 82"/>
                <a:gd name="T41" fmla="*/ 2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0">
                  <a:moveTo>
                    <a:pt x="49" y="27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38" y="9"/>
                    <a:pt x="33" y="9"/>
                  </a:cubicBezTo>
                  <a:cubicBezTo>
                    <a:pt x="27" y="9"/>
                    <a:pt x="11" y="10"/>
                    <a:pt x="9" y="13"/>
                  </a:cubicBezTo>
                  <a:cubicBezTo>
                    <a:pt x="8" y="14"/>
                    <a:pt x="9" y="16"/>
                    <a:pt x="9" y="17"/>
                  </a:cubicBezTo>
                  <a:cubicBezTo>
                    <a:pt x="10" y="18"/>
                    <a:pt x="9" y="20"/>
                    <a:pt x="9" y="19"/>
                  </a:cubicBezTo>
                  <a:cubicBezTo>
                    <a:pt x="9" y="18"/>
                    <a:pt x="7" y="13"/>
                    <a:pt x="5" y="9"/>
                  </a:cubicBezTo>
                  <a:cubicBezTo>
                    <a:pt x="4" y="6"/>
                    <a:pt x="2" y="2"/>
                    <a:pt x="1" y="1"/>
                  </a:cubicBezTo>
                  <a:cubicBezTo>
                    <a:pt x="0" y="0"/>
                    <a:pt x="2" y="0"/>
                    <a:pt x="3" y="1"/>
                  </a:cubicBezTo>
                  <a:cubicBezTo>
                    <a:pt x="3" y="2"/>
                    <a:pt x="4" y="2"/>
                    <a:pt x="6" y="3"/>
                  </a:cubicBezTo>
                  <a:cubicBezTo>
                    <a:pt x="10" y="4"/>
                    <a:pt x="33" y="3"/>
                    <a:pt x="38" y="3"/>
                  </a:cubicBezTo>
                  <a:cubicBezTo>
                    <a:pt x="43" y="2"/>
                    <a:pt x="77" y="0"/>
                    <a:pt x="79" y="0"/>
                  </a:cubicBezTo>
                  <a:cubicBezTo>
                    <a:pt x="81" y="1"/>
                    <a:pt x="82" y="0"/>
                    <a:pt x="80" y="3"/>
                  </a:cubicBezTo>
                  <a:cubicBezTo>
                    <a:pt x="79" y="4"/>
                    <a:pt x="59" y="31"/>
                    <a:pt x="58" y="33"/>
                  </a:cubicBezTo>
                  <a:cubicBezTo>
                    <a:pt x="56" y="35"/>
                    <a:pt x="37" y="59"/>
                    <a:pt x="37" y="62"/>
                  </a:cubicBezTo>
                  <a:cubicBezTo>
                    <a:pt x="37" y="65"/>
                    <a:pt x="37" y="66"/>
                    <a:pt x="37" y="66"/>
                  </a:cubicBezTo>
                  <a:cubicBezTo>
                    <a:pt x="37" y="67"/>
                    <a:pt x="37" y="70"/>
                    <a:pt x="37" y="69"/>
                  </a:cubicBezTo>
                  <a:cubicBezTo>
                    <a:pt x="35" y="65"/>
                    <a:pt x="28" y="54"/>
                    <a:pt x="25" y="51"/>
                  </a:cubicBezTo>
                  <a:cubicBezTo>
                    <a:pt x="24" y="49"/>
                    <a:pt x="26" y="50"/>
                    <a:pt x="27" y="51"/>
                  </a:cubicBezTo>
                  <a:cubicBezTo>
                    <a:pt x="28" y="51"/>
                    <a:pt x="29" y="51"/>
                    <a:pt x="30" y="50"/>
                  </a:cubicBezTo>
                  <a:cubicBezTo>
                    <a:pt x="34" y="47"/>
                    <a:pt x="47" y="29"/>
                    <a:pt x="49" y="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" name="Freeform 68">
              <a:extLst>
                <a:ext uri="{FF2B5EF4-FFF2-40B4-BE49-F238E27FC236}">
                  <a16:creationId xmlns:a16="http://schemas.microsoft.com/office/drawing/2014/main" id="{364BAE3D-2D4F-4A95-95B8-3749CC7CD8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61375" y="12366625"/>
              <a:ext cx="58737" cy="49212"/>
            </a:xfrm>
            <a:custGeom>
              <a:avLst/>
              <a:gdLst>
                <a:gd name="T0" fmla="*/ 66 w 77"/>
                <a:gd name="T1" fmla="*/ 6 h 65"/>
                <a:gd name="T2" fmla="*/ 72 w 77"/>
                <a:gd name="T3" fmla="*/ 27 h 65"/>
                <a:gd name="T4" fmla="*/ 77 w 77"/>
                <a:gd name="T5" fmla="*/ 43 h 65"/>
                <a:gd name="T6" fmla="*/ 74 w 77"/>
                <a:gd name="T7" fmla="*/ 41 h 65"/>
                <a:gd name="T8" fmla="*/ 73 w 77"/>
                <a:gd name="T9" fmla="*/ 39 h 65"/>
                <a:gd name="T10" fmla="*/ 71 w 77"/>
                <a:gd name="T11" fmla="*/ 39 h 65"/>
                <a:gd name="T12" fmla="*/ 41 w 77"/>
                <a:gd name="T13" fmla="*/ 47 h 65"/>
                <a:gd name="T14" fmla="*/ 13 w 77"/>
                <a:gd name="T15" fmla="*/ 57 h 65"/>
                <a:gd name="T16" fmla="*/ 12 w 77"/>
                <a:gd name="T17" fmla="*/ 61 h 65"/>
                <a:gd name="T18" fmla="*/ 11 w 77"/>
                <a:gd name="T19" fmla="*/ 63 h 65"/>
                <a:gd name="T20" fmla="*/ 9 w 77"/>
                <a:gd name="T21" fmla="*/ 52 h 65"/>
                <a:gd name="T22" fmla="*/ 1 w 77"/>
                <a:gd name="T23" fmla="*/ 25 h 65"/>
                <a:gd name="T24" fmla="*/ 1 w 77"/>
                <a:gd name="T25" fmla="*/ 23 h 65"/>
                <a:gd name="T26" fmla="*/ 9 w 77"/>
                <a:gd name="T27" fmla="*/ 20 h 65"/>
                <a:gd name="T28" fmla="*/ 9 w 77"/>
                <a:gd name="T29" fmla="*/ 22 h 65"/>
                <a:gd name="T30" fmla="*/ 8 w 77"/>
                <a:gd name="T31" fmla="*/ 26 h 65"/>
                <a:gd name="T32" fmla="*/ 13 w 77"/>
                <a:gd name="T33" fmla="*/ 45 h 65"/>
                <a:gd name="T34" fmla="*/ 24 w 77"/>
                <a:gd name="T35" fmla="*/ 41 h 65"/>
                <a:gd name="T36" fmla="*/ 37 w 77"/>
                <a:gd name="T37" fmla="*/ 38 h 65"/>
                <a:gd name="T38" fmla="*/ 31 w 77"/>
                <a:gd name="T39" fmla="*/ 20 h 65"/>
                <a:gd name="T40" fmla="*/ 27 w 77"/>
                <a:gd name="T41" fmla="*/ 19 h 65"/>
                <a:gd name="T42" fmla="*/ 26 w 77"/>
                <a:gd name="T43" fmla="*/ 18 h 65"/>
                <a:gd name="T44" fmla="*/ 41 w 77"/>
                <a:gd name="T45" fmla="*/ 13 h 65"/>
                <a:gd name="T46" fmla="*/ 40 w 77"/>
                <a:gd name="T47" fmla="*/ 15 h 65"/>
                <a:gd name="T48" fmla="*/ 38 w 77"/>
                <a:gd name="T49" fmla="*/ 19 h 65"/>
                <a:gd name="T50" fmla="*/ 40 w 77"/>
                <a:gd name="T51" fmla="*/ 28 h 65"/>
                <a:gd name="T52" fmla="*/ 42 w 77"/>
                <a:gd name="T53" fmla="*/ 36 h 65"/>
                <a:gd name="T54" fmla="*/ 61 w 77"/>
                <a:gd name="T55" fmla="*/ 30 h 65"/>
                <a:gd name="T56" fmla="*/ 65 w 77"/>
                <a:gd name="T57" fmla="*/ 24 h 65"/>
                <a:gd name="T58" fmla="*/ 59 w 77"/>
                <a:gd name="T59" fmla="*/ 6 h 65"/>
                <a:gd name="T60" fmla="*/ 55 w 77"/>
                <a:gd name="T61" fmla="*/ 2 h 65"/>
                <a:gd name="T62" fmla="*/ 54 w 77"/>
                <a:gd name="T63" fmla="*/ 0 h 65"/>
                <a:gd name="T64" fmla="*/ 65 w 77"/>
                <a:gd name="T65" fmla="*/ 4 h 65"/>
                <a:gd name="T66" fmla="*/ 66 w 77"/>
                <a:gd name="T67" fmla="*/ 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7" h="65">
                  <a:moveTo>
                    <a:pt x="66" y="6"/>
                  </a:moveTo>
                  <a:cubicBezTo>
                    <a:pt x="67" y="9"/>
                    <a:pt x="70" y="21"/>
                    <a:pt x="72" y="27"/>
                  </a:cubicBezTo>
                  <a:cubicBezTo>
                    <a:pt x="72" y="29"/>
                    <a:pt x="76" y="41"/>
                    <a:pt x="77" y="43"/>
                  </a:cubicBezTo>
                  <a:cubicBezTo>
                    <a:pt x="77" y="44"/>
                    <a:pt x="75" y="42"/>
                    <a:pt x="74" y="41"/>
                  </a:cubicBezTo>
                  <a:cubicBezTo>
                    <a:pt x="74" y="41"/>
                    <a:pt x="74" y="40"/>
                    <a:pt x="73" y="39"/>
                  </a:cubicBezTo>
                  <a:cubicBezTo>
                    <a:pt x="73" y="39"/>
                    <a:pt x="72" y="39"/>
                    <a:pt x="71" y="39"/>
                  </a:cubicBezTo>
                  <a:cubicBezTo>
                    <a:pt x="68" y="38"/>
                    <a:pt x="50" y="44"/>
                    <a:pt x="41" y="47"/>
                  </a:cubicBezTo>
                  <a:cubicBezTo>
                    <a:pt x="32" y="50"/>
                    <a:pt x="15" y="55"/>
                    <a:pt x="13" y="57"/>
                  </a:cubicBezTo>
                  <a:cubicBezTo>
                    <a:pt x="11" y="59"/>
                    <a:pt x="12" y="60"/>
                    <a:pt x="12" y="61"/>
                  </a:cubicBezTo>
                  <a:cubicBezTo>
                    <a:pt x="12" y="62"/>
                    <a:pt x="11" y="65"/>
                    <a:pt x="11" y="63"/>
                  </a:cubicBezTo>
                  <a:cubicBezTo>
                    <a:pt x="11" y="61"/>
                    <a:pt x="10" y="58"/>
                    <a:pt x="9" y="52"/>
                  </a:cubicBezTo>
                  <a:cubicBezTo>
                    <a:pt x="7" y="47"/>
                    <a:pt x="1" y="26"/>
                    <a:pt x="1" y="25"/>
                  </a:cubicBezTo>
                  <a:cubicBezTo>
                    <a:pt x="1" y="24"/>
                    <a:pt x="0" y="23"/>
                    <a:pt x="1" y="23"/>
                  </a:cubicBezTo>
                  <a:cubicBezTo>
                    <a:pt x="2" y="23"/>
                    <a:pt x="8" y="21"/>
                    <a:pt x="9" y="20"/>
                  </a:cubicBezTo>
                  <a:cubicBezTo>
                    <a:pt x="11" y="19"/>
                    <a:pt x="10" y="21"/>
                    <a:pt x="9" y="22"/>
                  </a:cubicBezTo>
                  <a:cubicBezTo>
                    <a:pt x="8" y="23"/>
                    <a:pt x="8" y="23"/>
                    <a:pt x="8" y="26"/>
                  </a:cubicBezTo>
                  <a:cubicBezTo>
                    <a:pt x="8" y="30"/>
                    <a:pt x="13" y="45"/>
                    <a:pt x="13" y="45"/>
                  </a:cubicBezTo>
                  <a:cubicBezTo>
                    <a:pt x="13" y="45"/>
                    <a:pt x="22" y="42"/>
                    <a:pt x="24" y="41"/>
                  </a:cubicBezTo>
                  <a:cubicBezTo>
                    <a:pt x="27" y="40"/>
                    <a:pt x="37" y="38"/>
                    <a:pt x="37" y="38"/>
                  </a:cubicBezTo>
                  <a:cubicBezTo>
                    <a:pt x="37" y="38"/>
                    <a:pt x="32" y="22"/>
                    <a:pt x="31" y="20"/>
                  </a:cubicBezTo>
                  <a:cubicBezTo>
                    <a:pt x="30" y="18"/>
                    <a:pt x="29" y="19"/>
                    <a:pt x="27" y="19"/>
                  </a:cubicBezTo>
                  <a:cubicBezTo>
                    <a:pt x="26" y="19"/>
                    <a:pt x="24" y="18"/>
                    <a:pt x="26" y="18"/>
                  </a:cubicBezTo>
                  <a:cubicBezTo>
                    <a:pt x="29" y="17"/>
                    <a:pt x="37" y="15"/>
                    <a:pt x="41" y="13"/>
                  </a:cubicBezTo>
                  <a:cubicBezTo>
                    <a:pt x="42" y="13"/>
                    <a:pt x="41" y="15"/>
                    <a:pt x="40" y="15"/>
                  </a:cubicBezTo>
                  <a:cubicBezTo>
                    <a:pt x="39" y="15"/>
                    <a:pt x="38" y="16"/>
                    <a:pt x="38" y="19"/>
                  </a:cubicBezTo>
                  <a:cubicBezTo>
                    <a:pt x="38" y="21"/>
                    <a:pt x="39" y="26"/>
                    <a:pt x="40" y="28"/>
                  </a:cubicBezTo>
                  <a:cubicBezTo>
                    <a:pt x="41" y="30"/>
                    <a:pt x="42" y="36"/>
                    <a:pt x="42" y="36"/>
                  </a:cubicBezTo>
                  <a:cubicBezTo>
                    <a:pt x="42" y="36"/>
                    <a:pt x="58" y="31"/>
                    <a:pt x="61" y="30"/>
                  </a:cubicBezTo>
                  <a:cubicBezTo>
                    <a:pt x="63" y="29"/>
                    <a:pt x="65" y="29"/>
                    <a:pt x="65" y="24"/>
                  </a:cubicBezTo>
                  <a:cubicBezTo>
                    <a:pt x="64" y="19"/>
                    <a:pt x="61" y="9"/>
                    <a:pt x="59" y="6"/>
                  </a:cubicBezTo>
                  <a:cubicBezTo>
                    <a:pt x="57" y="3"/>
                    <a:pt x="56" y="3"/>
                    <a:pt x="55" y="2"/>
                  </a:cubicBezTo>
                  <a:cubicBezTo>
                    <a:pt x="55" y="2"/>
                    <a:pt x="53" y="0"/>
                    <a:pt x="54" y="0"/>
                  </a:cubicBezTo>
                  <a:cubicBezTo>
                    <a:pt x="56" y="1"/>
                    <a:pt x="64" y="4"/>
                    <a:pt x="65" y="4"/>
                  </a:cubicBezTo>
                  <a:cubicBezTo>
                    <a:pt x="65" y="5"/>
                    <a:pt x="66" y="5"/>
                    <a:pt x="66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" name="Freeform 69">
              <a:extLst>
                <a:ext uri="{FF2B5EF4-FFF2-40B4-BE49-F238E27FC236}">
                  <a16:creationId xmlns:a16="http://schemas.microsoft.com/office/drawing/2014/main" id="{4960F07A-7A66-4D03-AF23-9C941A0F65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10588" y="12147550"/>
              <a:ext cx="61912" cy="57150"/>
            </a:xfrm>
            <a:custGeom>
              <a:avLst/>
              <a:gdLst>
                <a:gd name="T0" fmla="*/ 78 w 79"/>
                <a:gd name="T1" fmla="*/ 46 h 74"/>
                <a:gd name="T2" fmla="*/ 59 w 79"/>
                <a:gd name="T3" fmla="*/ 67 h 74"/>
                <a:gd name="T4" fmla="*/ 53 w 79"/>
                <a:gd name="T5" fmla="*/ 73 h 74"/>
                <a:gd name="T6" fmla="*/ 53 w 79"/>
                <a:gd name="T7" fmla="*/ 72 h 74"/>
                <a:gd name="T8" fmla="*/ 53 w 79"/>
                <a:gd name="T9" fmla="*/ 68 h 74"/>
                <a:gd name="T10" fmla="*/ 29 w 79"/>
                <a:gd name="T11" fmla="*/ 45 h 74"/>
                <a:gd name="T12" fmla="*/ 7 w 79"/>
                <a:gd name="T13" fmla="*/ 28 h 74"/>
                <a:gd name="T14" fmla="*/ 3 w 79"/>
                <a:gd name="T15" fmla="*/ 28 h 74"/>
                <a:gd name="T16" fmla="*/ 1 w 79"/>
                <a:gd name="T17" fmla="*/ 28 h 74"/>
                <a:gd name="T18" fmla="*/ 8 w 79"/>
                <a:gd name="T19" fmla="*/ 21 h 74"/>
                <a:gd name="T20" fmla="*/ 27 w 79"/>
                <a:gd name="T21" fmla="*/ 1 h 74"/>
                <a:gd name="T22" fmla="*/ 29 w 79"/>
                <a:gd name="T23" fmla="*/ 0 h 74"/>
                <a:gd name="T24" fmla="*/ 35 w 79"/>
                <a:gd name="T25" fmla="*/ 6 h 74"/>
                <a:gd name="T26" fmla="*/ 34 w 79"/>
                <a:gd name="T27" fmla="*/ 7 h 74"/>
                <a:gd name="T28" fmla="*/ 30 w 79"/>
                <a:gd name="T29" fmla="*/ 8 h 74"/>
                <a:gd name="T30" fmla="*/ 17 w 79"/>
                <a:gd name="T31" fmla="*/ 21 h 74"/>
                <a:gd name="T32" fmla="*/ 35 w 79"/>
                <a:gd name="T33" fmla="*/ 37 h 74"/>
                <a:gd name="T34" fmla="*/ 47 w 79"/>
                <a:gd name="T35" fmla="*/ 23 h 74"/>
                <a:gd name="T36" fmla="*/ 47 w 79"/>
                <a:gd name="T37" fmla="*/ 20 h 74"/>
                <a:gd name="T38" fmla="*/ 47 w 79"/>
                <a:gd name="T39" fmla="*/ 19 h 74"/>
                <a:gd name="T40" fmla="*/ 57 w 79"/>
                <a:gd name="T41" fmla="*/ 28 h 74"/>
                <a:gd name="T42" fmla="*/ 56 w 79"/>
                <a:gd name="T43" fmla="*/ 29 h 74"/>
                <a:gd name="T44" fmla="*/ 52 w 79"/>
                <a:gd name="T45" fmla="*/ 29 h 74"/>
                <a:gd name="T46" fmla="*/ 40 w 79"/>
                <a:gd name="T47" fmla="*/ 41 h 74"/>
                <a:gd name="T48" fmla="*/ 55 w 79"/>
                <a:gd name="T49" fmla="*/ 54 h 74"/>
                <a:gd name="T50" fmla="*/ 63 w 79"/>
                <a:gd name="T51" fmla="*/ 54 h 74"/>
                <a:gd name="T52" fmla="*/ 75 w 79"/>
                <a:gd name="T53" fmla="*/ 40 h 74"/>
                <a:gd name="T54" fmla="*/ 76 w 79"/>
                <a:gd name="T55" fmla="*/ 35 h 74"/>
                <a:gd name="T56" fmla="*/ 76 w 79"/>
                <a:gd name="T57" fmla="*/ 33 h 74"/>
                <a:gd name="T58" fmla="*/ 79 w 79"/>
                <a:gd name="T59" fmla="*/ 43 h 74"/>
                <a:gd name="T60" fmla="*/ 78 w 79"/>
                <a:gd name="T61" fmla="*/ 4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9" h="74">
                  <a:moveTo>
                    <a:pt x="78" y="46"/>
                  </a:moveTo>
                  <a:cubicBezTo>
                    <a:pt x="76" y="48"/>
                    <a:pt x="62" y="63"/>
                    <a:pt x="59" y="67"/>
                  </a:cubicBezTo>
                  <a:cubicBezTo>
                    <a:pt x="57" y="69"/>
                    <a:pt x="54" y="72"/>
                    <a:pt x="53" y="73"/>
                  </a:cubicBezTo>
                  <a:cubicBezTo>
                    <a:pt x="53" y="74"/>
                    <a:pt x="52" y="73"/>
                    <a:pt x="53" y="72"/>
                  </a:cubicBezTo>
                  <a:cubicBezTo>
                    <a:pt x="53" y="71"/>
                    <a:pt x="54" y="70"/>
                    <a:pt x="53" y="68"/>
                  </a:cubicBezTo>
                  <a:cubicBezTo>
                    <a:pt x="52" y="65"/>
                    <a:pt x="36" y="52"/>
                    <a:pt x="29" y="45"/>
                  </a:cubicBezTo>
                  <a:cubicBezTo>
                    <a:pt x="22" y="39"/>
                    <a:pt x="10" y="28"/>
                    <a:pt x="7" y="28"/>
                  </a:cubicBezTo>
                  <a:cubicBezTo>
                    <a:pt x="5" y="27"/>
                    <a:pt x="4" y="28"/>
                    <a:pt x="3" y="28"/>
                  </a:cubicBezTo>
                  <a:cubicBezTo>
                    <a:pt x="2" y="29"/>
                    <a:pt x="0" y="30"/>
                    <a:pt x="1" y="28"/>
                  </a:cubicBezTo>
                  <a:cubicBezTo>
                    <a:pt x="3" y="27"/>
                    <a:pt x="5" y="24"/>
                    <a:pt x="8" y="21"/>
                  </a:cubicBezTo>
                  <a:cubicBezTo>
                    <a:pt x="12" y="17"/>
                    <a:pt x="27" y="2"/>
                    <a:pt x="27" y="1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30" y="1"/>
                    <a:pt x="33" y="5"/>
                    <a:pt x="35" y="6"/>
                  </a:cubicBezTo>
                  <a:cubicBezTo>
                    <a:pt x="37" y="7"/>
                    <a:pt x="35" y="7"/>
                    <a:pt x="34" y="7"/>
                  </a:cubicBezTo>
                  <a:cubicBezTo>
                    <a:pt x="33" y="7"/>
                    <a:pt x="32" y="6"/>
                    <a:pt x="30" y="8"/>
                  </a:cubicBezTo>
                  <a:cubicBezTo>
                    <a:pt x="26" y="10"/>
                    <a:pt x="17" y="21"/>
                    <a:pt x="17" y="21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47" y="25"/>
                    <a:pt x="47" y="23"/>
                  </a:cubicBezTo>
                  <a:cubicBezTo>
                    <a:pt x="47" y="21"/>
                    <a:pt x="47" y="21"/>
                    <a:pt x="47" y="20"/>
                  </a:cubicBezTo>
                  <a:cubicBezTo>
                    <a:pt x="47" y="19"/>
                    <a:pt x="47" y="17"/>
                    <a:pt x="47" y="19"/>
                  </a:cubicBezTo>
                  <a:cubicBezTo>
                    <a:pt x="50" y="22"/>
                    <a:pt x="56" y="27"/>
                    <a:pt x="57" y="28"/>
                  </a:cubicBezTo>
                  <a:cubicBezTo>
                    <a:pt x="59" y="29"/>
                    <a:pt x="57" y="29"/>
                    <a:pt x="56" y="29"/>
                  </a:cubicBezTo>
                  <a:cubicBezTo>
                    <a:pt x="55" y="28"/>
                    <a:pt x="54" y="27"/>
                    <a:pt x="52" y="29"/>
                  </a:cubicBezTo>
                  <a:cubicBezTo>
                    <a:pt x="50" y="30"/>
                    <a:pt x="40" y="41"/>
                    <a:pt x="40" y="41"/>
                  </a:cubicBezTo>
                  <a:cubicBezTo>
                    <a:pt x="40" y="41"/>
                    <a:pt x="52" y="52"/>
                    <a:pt x="55" y="54"/>
                  </a:cubicBezTo>
                  <a:cubicBezTo>
                    <a:pt x="58" y="56"/>
                    <a:pt x="60" y="56"/>
                    <a:pt x="63" y="54"/>
                  </a:cubicBezTo>
                  <a:cubicBezTo>
                    <a:pt x="66" y="51"/>
                    <a:pt x="73" y="44"/>
                    <a:pt x="75" y="40"/>
                  </a:cubicBezTo>
                  <a:cubicBezTo>
                    <a:pt x="76" y="37"/>
                    <a:pt x="75" y="36"/>
                    <a:pt x="76" y="35"/>
                  </a:cubicBezTo>
                  <a:cubicBezTo>
                    <a:pt x="76" y="34"/>
                    <a:pt x="76" y="32"/>
                    <a:pt x="76" y="33"/>
                  </a:cubicBezTo>
                  <a:cubicBezTo>
                    <a:pt x="77" y="34"/>
                    <a:pt x="79" y="42"/>
                    <a:pt x="79" y="43"/>
                  </a:cubicBezTo>
                  <a:cubicBezTo>
                    <a:pt x="79" y="44"/>
                    <a:pt x="79" y="45"/>
                    <a:pt x="78" y="4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" name="Freeform 70">
              <a:extLst>
                <a:ext uri="{FF2B5EF4-FFF2-40B4-BE49-F238E27FC236}">
                  <a16:creationId xmlns:a16="http://schemas.microsoft.com/office/drawing/2014/main" id="{05902138-B81E-4057-9750-C21EDBFAA8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155025" y="12306300"/>
              <a:ext cx="53975" cy="55562"/>
            </a:xfrm>
            <a:custGeom>
              <a:avLst/>
              <a:gdLst>
                <a:gd name="T0" fmla="*/ 69 w 71"/>
                <a:gd name="T1" fmla="*/ 51 h 73"/>
                <a:gd name="T2" fmla="*/ 70 w 71"/>
                <a:gd name="T3" fmla="*/ 63 h 73"/>
                <a:gd name="T4" fmla="*/ 69 w 71"/>
                <a:gd name="T5" fmla="*/ 61 h 73"/>
                <a:gd name="T6" fmla="*/ 67 w 71"/>
                <a:gd name="T7" fmla="*/ 59 h 73"/>
                <a:gd name="T8" fmla="*/ 38 w 71"/>
                <a:gd name="T9" fmla="*/ 60 h 73"/>
                <a:gd name="T10" fmla="*/ 5 w 71"/>
                <a:gd name="T11" fmla="*/ 64 h 73"/>
                <a:gd name="T12" fmla="*/ 4 w 71"/>
                <a:gd name="T13" fmla="*/ 69 h 73"/>
                <a:gd name="T14" fmla="*/ 2 w 71"/>
                <a:gd name="T15" fmla="*/ 70 h 73"/>
                <a:gd name="T16" fmla="*/ 2 w 71"/>
                <a:gd name="T17" fmla="*/ 60 h 73"/>
                <a:gd name="T18" fmla="*/ 1 w 71"/>
                <a:gd name="T19" fmla="*/ 38 h 73"/>
                <a:gd name="T20" fmla="*/ 18 w 71"/>
                <a:gd name="T21" fmla="*/ 23 h 73"/>
                <a:gd name="T22" fmla="*/ 35 w 71"/>
                <a:gd name="T23" fmla="*/ 34 h 73"/>
                <a:gd name="T24" fmla="*/ 39 w 71"/>
                <a:gd name="T25" fmla="*/ 30 h 73"/>
                <a:gd name="T26" fmla="*/ 67 w 71"/>
                <a:gd name="T27" fmla="*/ 9 h 73"/>
                <a:gd name="T28" fmla="*/ 68 w 71"/>
                <a:gd name="T29" fmla="*/ 5 h 73"/>
                <a:gd name="T30" fmla="*/ 69 w 71"/>
                <a:gd name="T31" fmla="*/ 5 h 73"/>
                <a:gd name="T32" fmla="*/ 67 w 71"/>
                <a:gd name="T33" fmla="*/ 20 h 73"/>
                <a:gd name="T34" fmla="*/ 48 w 71"/>
                <a:gd name="T35" fmla="*/ 35 h 73"/>
                <a:gd name="T36" fmla="*/ 38 w 71"/>
                <a:gd name="T37" fmla="*/ 45 h 73"/>
                <a:gd name="T38" fmla="*/ 39 w 71"/>
                <a:gd name="T39" fmla="*/ 51 h 73"/>
                <a:gd name="T40" fmla="*/ 51 w 71"/>
                <a:gd name="T41" fmla="*/ 49 h 73"/>
                <a:gd name="T42" fmla="*/ 66 w 71"/>
                <a:gd name="T43" fmla="*/ 47 h 73"/>
                <a:gd name="T44" fmla="*/ 68 w 71"/>
                <a:gd name="T45" fmla="*/ 44 h 73"/>
                <a:gd name="T46" fmla="*/ 69 w 71"/>
                <a:gd name="T47" fmla="*/ 44 h 73"/>
                <a:gd name="T48" fmla="*/ 69 w 71"/>
                <a:gd name="T49" fmla="*/ 51 h 73"/>
                <a:gd name="T50" fmla="*/ 28 w 71"/>
                <a:gd name="T51" fmla="*/ 34 h 73"/>
                <a:gd name="T52" fmla="*/ 7 w 71"/>
                <a:gd name="T53" fmla="*/ 39 h 73"/>
                <a:gd name="T54" fmla="*/ 5 w 71"/>
                <a:gd name="T55" fmla="*/ 53 h 73"/>
                <a:gd name="T56" fmla="*/ 20 w 71"/>
                <a:gd name="T57" fmla="*/ 52 h 73"/>
                <a:gd name="T58" fmla="*/ 35 w 71"/>
                <a:gd name="T59" fmla="*/ 51 h 73"/>
                <a:gd name="T60" fmla="*/ 28 w 71"/>
                <a:gd name="T61" fmla="*/ 3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1" h="73">
                  <a:moveTo>
                    <a:pt x="69" y="51"/>
                  </a:moveTo>
                  <a:cubicBezTo>
                    <a:pt x="69" y="52"/>
                    <a:pt x="70" y="59"/>
                    <a:pt x="70" y="63"/>
                  </a:cubicBezTo>
                  <a:cubicBezTo>
                    <a:pt x="71" y="64"/>
                    <a:pt x="70" y="62"/>
                    <a:pt x="69" y="61"/>
                  </a:cubicBezTo>
                  <a:cubicBezTo>
                    <a:pt x="69" y="60"/>
                    <a:pt x="69" y="59"/>
                    <a:pt x="67" y="59"/>
                  </a:cubicBezTo>
                  <a:cubicBezTo>
                    <a:pt x="65" y="57"/>
                    <a:pt x="48" y="59"/>
                    <a:pt x="38" y="60"/>
                  </a:cubicBezTo>
                  <a:cubicBezTo>
                    <a:pt x="29" y="61"/>
                    <a:pt x="8" y="62"/>
                    <a:pt x="5" y="64"/>
                  </a:cubicBezTo>
                  <a:cubicBezTo>
                    <a:pt x="4" y="66"/>
                    <a:pt x="4" y="68"/>
                    <a:pt x="4" y="69"/>
                  </a:cubicBezTo>
                  <a:cubicBezTo>
                    <a:pt x="4" y="70"/>
                    <a:pt x="2" y="73"/>
                    <a:pt x="2" y="70"/>
                  </a:cubicBezTo>
                  <a:cubicBezTo>
                    <a:pt x="2" y="69"/>
                    <a:pt x="2" y="63"/>
                    <a:pt x="2" y="60"/>
                  </a:cubicBezTo>
                  <a:cubicBezTo>
                    <a:pt x="2" y="58"/>
                    <a:pt x="0" y="43"/>
                    <a:pt x="1" y="38"/>
                  </a:cubicBezTo>
                  <a:cubicBezTo>
                    <a:pt x="2" y="32"/>
                    <a:pt x="8" y="23"/>
                    <a:pt x="18" y="23"/>
                  </a:cubicBezTo>
                  <a:cubicBezTo>
                    <a:pt x="29" y="22"/>
                    <a:pt x="34" y="31"/>
                    <a:pt x="35" y="34"/>
                  </a:cubicBezTo>
                  <a:cubicBezTo>
                    <a:pt x="36" y="32"/>
                    <a:pt x="36" y="32"/>
                    <a:pt x="39" y="30"/>
                  </a:cubicBezTo>
                  <a:cubicBezTo>
                    <a:pt x="43" y="27"/>
                    <a:pt x="66" y="13"/>
                    <a:pt x="67" y="9"/>
                  </a:cubicBezTo>
                  <a:cubicBezTo>
                    <a:pt x="68" y="7"/>
                    <a:pt x="68" y="5"/>
                    <a:pt x="68" y="5"/>
                  </a:cubicBezTo>
                  <a:cubicBezTo>
                    <a:pt x="68" y="2"/>
                    <a:pt x="68" y="0"/>
                    <a:pt x="69" y="5"/>
                  </a:cubicBezTo>
                  <a:cubicBezTo>
                    <a:pt x="70" y="8"/>
                    <a:pt x="71" y="15"/>
                    <a:pt x="67" y="20"/>
                  </a:cubicBezTo>
                  <a:cubicBezTo>
                    <a:pt x="63" y="25"/>
                    <a:pt x="51" y="33"/>
                    <a:pt x="48" y="35"/>
                  </a:cubicBezTo>
                  <a:cubicBezTo>
                    <a:pt x="45" y="37"/>
                    <a:pt x="38" y="41"/>
                    <a:pt x="38" y="45"/>
                  </a:cubicBezTo>
                  <a:cubicBezTo>
                    <a:pt x="38" y="48"/>
                    <a:pt x="39" y="51"/>
                    <a:pt x="39" y="51"/>
                  </a:cubicBezTo>
                  <a:cubicBezTo>
                    <a:pt x="39" y="51"/>
                    <a:pt x="49" y="50"/>
                    <a:pt x="51" y="49"/>
                  </a:cubicBezTo>
                  <a:cubicBezTo>
                    <a:pt x="54" y="49"/>
                    <a:pt x="65" y="48"/>
                    <a:pt x="66" y="47"/>
                  </a:cubicBezTo>
                  <a:cubicBezTo>
                    <a:pt x="68" y="45"/>
                    <a:pt x="68" y="44"/>
                    <a:pt x="68" y="44"/>
                  </a:cubicBezTo>
                  <a:cubicBezTo>
                    <a:pt x="68" y="43"/>
                    <a:pt x="69" y="39"/>
                    <a:pt x="69" y="44"/>
                  </a:cubicBezTo>
                  <a:cubicBezTo>
                    <a:pt x="69" y="46"/>
                    <a:pt x="69" y="49"/>
                    <a:pt x="69" y="51"/>
                  </a:cubicBezTo>
                  <a:moveTo>
                    <a:pt x="28" y="34"/>
                  </a:moveTo>
                  <a:cubicBezTo>
                    <a:pt x="19" y="29"/>
                    <a:pt x="10" y="34"/>
                    <a:pt x="7" y="39"/>
                  </a:cubicBezTo>
                  <a:cubicBezTo>
                    <a:pt x="4" y="44"/>
                    <a:pt x="5" y="53"/>
                    <a:pt x="5" y="53"/>
                  </a:cubicBezTo>
                  <a:cubicBezTo>
                    <a:pt x="5" y="53"/>
                    <a:pt x="18" y="52"/>
                    <a:pt x="20" y="52"/>
                  </a:cubicBezTo>
                  <a:cubicBezTo>
                    <a:pt x="22" y="52"/>
                    <a:pt x="35" y="51"/>
                    <a:pt x="35" y="51"/>
                  </a:cubicBezTo>
                  <a:cubicBezTo>
                    <a:pt x="35" y="51"/>
                    <a:pt x="36" y="39"/>
                    <a:pt x="28" y="3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" name="Freeform 71">
              <a:extLst>
                <a:ext uri="{FF2B5EF4-FFF2-40B4-BE49-F238E27FC236}">
                  <a16:creationId xmlns:a16="http://schemas.microsoft.com/office/drawing/2014/main" id="{2C88EA6B-ABA4-4B14-85E2-1D9D5E8975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66163" y="12084050"/>
              <a:ext cx="44450" cy="107950"/>
            </a:xfrm>
            <a:custGeom>
              <a:avLst/>
              <a:gdLst>
                <a:gd name="T0" fmla="*/ 46 w 58"/>
                <a:gd name="T1" fmla="*/ 118 h 141"/>
                <a:gd name="T2" fmla="*/ 32 w 58"/>
                <a:gd name="T3" fmla="*/ 81 h 141"/>
                <a:gd name="T4" fmla="*/ 42 w 58"/>
                <a:gd name="T5" fmla="*/ 57 h 141"/>
                <a:gd name="T6" fmla="*/ 45 w 58"/>
                <a:gd name="T7" fmla="*/ 53 h 141"/>
                <a:gd name="T8" fmla="*/ 58 w 58"/>
                <a:gd name="T9" fmla="*/ 22 h 141"/>
                <a:gd name="T10" fmla="*/ 56 w 58"/>
                <a:gd name="T11" fmla="*/ 0 h 141"/>
                <a:gd name="T12" fmla="*/ 22 w 58"/>
                <a:gd name="T13" fmla="*/ 60 h 141"/>
                <a:gd name="T14" fmla="*/ 0 w 58"/>
                <a:gd name="T15" fmla="*/ 95 h 141"/>
                <a:gd name="T16" fmla="*/ 19 w 58"/>
                <a:gd name="T17" fmla="*/ 141 h 141"/>
                <a:gd name="T18" fmla="*/ 14 w 58"/>
                <a:gd name="T19" fmla="*/ 113 h 141"/>
                <a:gd name="T20" fmla="*/ 16 w 58"/>
                <a:gd name="T21" fmla="*/ 95 h 141"/>
                <a:gd name="T22" fmla="*/ 16 w 58"/>
                <a:gd name="T23" fmla="*/ 94 h 141"/>
                <a:gd name="T24" fmla="*/ 17 w 58"/>
                <a:gd name="T25" fmla="*/ 95 h 141"/>
                <a:gd name="T26" fmla="*/ 46 w 58"/>
                <a:gd name="T27" fmla="*/ 11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141">
                  <a:moveTo>
                    <a:pt x="46" y="118"/>
                  </a:moveTo>
                  <a:cubicBezTo>
                    <a:pt x="34" y="104"/>
                    <a:pt x="32" y="89"/>
                    <a:pt x="32" y="81"/>
                  </a:cubicBezTo>
                  <a:cubicBezTo>
                    <a:pt x="32" y="70"/>
                    <a:pt x="37" y="64"/>
                    <a:pt x="42" y="57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51" y="47"/>
                    <a:pt x="58" y="38"/>
                    <a:pt x="58" y="22"/>
                  </a:cubicBezTo>
                  <a:cubicBezTo>
                    <a:pt x="58" y="8"/>
                    <a:pt x="57" y="2"/>
                    <a:pt x="56" y="0"/>
                  </a:cubicBezTo>
                  <a:cubicBezTo>
                    <a:pt x="55" y="7"/>
                    <a:pt x="51" y="35"/>
                    <a:pt x="22" y="60"/>
                  </a:cubicBezTo>
                  <a:cubicBezTo>
                    <a:pt x="14" y="67"/>
                    <a:pt x="0" y="80"/>
                    <a:pt x="0" y="95"/>
                  </a:cubicBezTo>
                  <a:cubicBezTo>
                    <a:pt x="0" y="117"/>
                    <a:pt x="14" y="135"/>
                    <a:pt x="19" y="141"/>
                  </a:cubicBezTo>
                  <a:cubicBezTo>
                    <a:pt x="15" y="131"/>
                    <a:pt x="14" y="121"/>
                    <a:pt x="14" y="113"/>
                  </a:cubicBezTo>
                  <a:cubicBezTo>
                    <a:pt x="14" y="102"/>
                    <a:pt x="16" y="95"/>
                    <a:pt x="16" y="95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27" y="112"/>
                    <a:pt x="42" y="117"/>
                    <a:pt x="46" y="11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" name="Freeform 72">
              <a:extLst>
                <a:ext uri="{FF2B5EF4-FFF2-40B4-BE49-F238E27FC236}">
                  <a16:creationId xmlns:a16="http://schemas.microsoft.com/office/drawing/2014/main" id="{D09A07CF-11F6-4535-97BD-068A2704F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04263" y="12076113"/>
              <a:ext cx="25400" cy="49212"/>
            </a:xfrm>
            <a:custGeom>
              <a:avLst/>
              <a:gdLst>
                <a:gd name="T0" fmla="*/ 0 w 34"/>
                <a:gd name="T1" fmla="*/ 64 h 64"/>
                <a:gd name="T2" fmla="*/ 34 w 34"/>
                <a:gd name="T3" fmla="*/ 31 h 64"/>
                <a:gd name="T4" fmla="*/ 20 w 34"/>
                <a:gd name="T5" fmla="*/ 0 h 64"/>
                <a:gd name="T6" fmla="*/ 23 w 34"/>
                <a:gd name="T7" fmla="*/ 19 h 64"/>
                <a:gd name="T8" fmla="*/ 0 w 34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64">
                  <a:moveTo>
                    <a:pt x="0" y="64"/>
                  </a:moveTo>
                  <a:cubicBezTo>
                    <a:pt x="8" y="61"/>
                    <a:pt x="34" y="50"/>
                    <a:pt x="34" y="31"/>
                  </a:cubicBezTo>
                  <a:cubicBezTo>
                    <a:pt x="34" y="17"/>
                    <a:pt x="23" y="4"/>
                    <a:pt x="20" y="0"/>
                  </a:cubicBezTo>
                  <a:cubicBezTo>
                    <a:pt x="21" y="3"/>
                    <a:pt x="23" y="10"/>
                    <a:pt x="23" y="19"/>
                  </a:cubicBezTo>
                  <a:cubicBezTo>
                    <a:pt x="23" y="41"/>
                    <a:pt x="6" y="59"/>
                    <a:pt x="0" y="6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" name="Freeform 73">
              <a:extLst>
                <a:ext uri="{FF2B5EF4-FFF2-40B4-BE49-F238E27FC236}">
                  <a16:creationId xmlns:a16="http://schemas.microsoft.com/office/drawing/2014/main" id="{2D8B88C2-7A26-4CD1-BCE0-6F94F95047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97913" y="12079288"/>
              <a:ext cx="82550" cy="96837"/>
            </a:xfrm>
            <a:custGeom>
              <a:avLst/>
              <a:gdLst>
                <a:gd name="T0" fmla="*/ 107 w 107"/>
                <a:gd name="T1" fmla="*/ 25 h 126"/>
                <a:gd name="T2" fmla="*/ 73 w 107"/>
                <a:gd name="T3" fmla="*/ 46 h 126"/>
                <a:gd name="T4" fmla="*/ 73 w 107"/>
                <a:gd name="T5" fmla="*/ 45 h 126"/>
                <a:gd name="T6" fmla="*/ 92 w 107"/>
                <a:gd name="T7" fmla="*/ 0 h 126"/>
                <a:gd name="T8" fmla="*/ 44 w 107"/>
                <a:gd name="T9" fmla="*/ 45 h 126"/>
                <a:gd name="T10" fmla="*/ 38 w 107"/>
                <a:gd name="T11" fmla="*/ 48 h 126"/>
                <a:gd name="T12" fmla="*/ 0 w 107"/>
                <a:gd name="T13" fmla="*/ 87 h 126"/>
                <a:gd name="T14" fmla="*/ 11 w 107"/>
                <a:gd name="T15" fmla="*/ 125 h 126"/>
                <a:gd name="T16" fmla="*/ 8 w 107"/>
                <a:gd name="T17" fmla="*/ 108 h 126"/>
                <a:gd name="T18" fmla="*/ 10 w 107"/>
                <a:gd name="T19" fmla="*/ 97 h 126"/>
                <a:gd name="T20" fmla="*/ 11 w 107"/>
                <a:gd name="T21" fmla="*/ 96 h 126"/>
                <a:gd name="T22" fmla="*/ 11 w 107"/>
                <a:gd name="T23" fmla="*/ 97 h 126"/>
                <a:gd name="T24" fmla="*/ 33 w 107"/>
                <a:gd name="T25" fmla="*/ 126 h 126"/>
                <a:gd name="T26" fmla="*/ 32 w 107"/>
                <a:gd name="T27" fmla="*/ 117 h 126"/>
                <a:gd name="T28" fmla="*/ 57 w 107"/>
                <a:gd name="T29" fmla="*/ 70 h 126"/>
                <a:gd name="T30" fmla="*/ 107 w 107"/>
                <a:gd name="T31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26">
                  <a:moveTo>
                    <a:pt x="107" y="25"/>
                  </a:moveTo>
                  <a:cubicBezTo>
                    <a:pt x="100" y="35"/>
                    <a:pt x="74" y="45"/>
                    <a:pt x="73" y="46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87" y="30"/>
                    <a:pt x="91" y="7"/>
                    <a:pt x="92" y="0"/>
                  </a:cubicBezTo>
                  <a:cubicBezTo>
                    <a:pt x="71" y="33"/>
                    <a:pt x="59" y="39"/>
                    <a:pt x="44" y="45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20" y="56"/>
                    <a:pt x="0" y="68"/>
                    <a:pt x="0" y="87"/>
                  </a:cubicBezTo>
                  <a:cubicBezTo>
                    <a:pt x="0" y="112"/>
                    <a:pt x="8" y="122"/>
                    <a:pt x="11" y="125"/>
                  </a:cubicBezTo>
                  <a:cubicBezTo>
                    <a:pt x="9" y="118"/>
                    <a:pt x="8" y="113"/>
                    <a:pt x="8" y="108"/>
                  </a:cubicBezTo>
                  <a:cubicBezTo>
                    <a:pt x="8" y="101"/>
                    <a:pt x="10" y="97"/>
                    <a:pt x="10" y="97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3" y="111"/>
                    <a:pt x="29" y="124"/>
                    <a:pt x="33" y="126"/>
                  </a:cubicBezTo>
                  <a:cubicBezTo>
                    <a:pt x="33" y="125"/>
                    <a:pt x="32" y="122"/>
                    <a:pt x="32" y="117"/>
                  </a:cubicBezTo>
                  <a:cubicBezTo>
                    <a:pt x="32" y="104"/>
                    <a:pt x="35" y="79"/>
                    <a:pt x="57" y="70"/>
                  </a:cubicBezTo>
                  <a:cubicBezTo>
                    <a:pt x="96" y="53"/>
                    <a:pt x="105" y="32"/>
                    <a:pt x="107" y="2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" name="Freeform 74">
              <a:extLst>
                <a:ext uri="{FF2B5EF4-FFF2-40B4-BE49-F238E27FC236}">
                  <a16:creationId xmlns:a16="http://schemas.microsoft.com/office/drawing/2014/main" id="{21EE8DB2-E627-45E3-84BA-97A4767D4A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26488" y="12126913"/>
              <a:ext cx="34925" cy="53975"/>
            </a:xfrm>
            <a:custGeom>
              <a:avLst/>
              <a:gdLst>
                <a:gd name="T0" fmla="*/ 38 w 46"/>
                <a:gd name="T1" fmla="*/ 39 h 71"/>
                <a:gd name="T2" fmla="*/ 46 w 46"/>
                <a:gd name="T3" fmla="*/ 0 h 71"/>
                <a:gd name="T4" fmla="*/ 0 w 46"/>
                <a:gd name="T5" fmla="*/ 67 h 71"/>
                <a:gd name="T6" fmla="*/ 0 w 46"/>
                <a:gd name="T7" fmla="*/ 71 h 71"/>
                <a:gd name="T8" fmla="*/ 23 w 46"/>
                <a:gd name="T9" fmla="*/ 38 h 71"/>
                <a:gd name="T10" fmla="*/ 24 w 46"/>
                <a:gd name="T11" fmla="*/ 37 h 71"/>
                <a:gd name="T12" fmla="*/ 24 w 46"/>
                <a:gd name="T13" fmla="*/ 38 h 71"/>
                <a:gd name="T14" fmla="*/ 24 w 46"/>
                <a:gd name="T15" fmla="*/ 38 h 71"/>
                <a:gd name="T16" fmla="*/ 17 w 46"/>
                <a:gd name="T17" fmla="*/ 68 h 71"/>
                <a:gd name="T18" fmla="*/ 38 w 46"/>
                <a:gd name="T19" fmla="*/ 3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1">
                  <a:moveTo>
                    <a:pt x="38" y="39"/>
                  </a:moveTo>
                  <a:cubicBezTo>
                    <a:pt x="38" y="14"/>
                    <a:pt x="43" y="4"/>
                    <a:pt x="46" y="0"/>
                  </a:cubicBezTo>
                  <a:cubicBezTo>
                    <a:pt x="4" y="19"/>
                    <a:pt x="0" y="54"/>
                    <a:pt x="0" y="67"/>
                  </a:cubicBezTo>
                  <a:cubicBezTo>
                    <a:pt x="0" y="69"/>
                    <a:pt x="0" y="70"/>
                    <a:pt x="0" y="71"/>
                  </a:cubicBezTo>
                  <a:cubicBezTo>
                    <a:pt x="2" y="66"/>
                    <a:pt x="8" y="50"/>
                    <a:pt x="23" y="38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9"/>
                    <a:pt x="23" y="45"/>
                    <a:pt x="17" y="68"/>
                  </a:cubicBezTo>
                  <a:cubicBezTo>
                    <a:pt x="21" y="66"/>
                    <a:pt x="38" y="54"/>
                    <a:pt x="38" y="3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" name="Freeform 75">
              <a:extLst>
                <a:ext uri="{FF2B5EF4-FFF2-40B4-BE49-F238E27FC236}">
                  <a16:creationId xmlns:a16="http://schemas.microsoft.com/office/drawing/2014/main" id="{FD2E0B74-EBBC-47BC-8C27-D6EEE9E155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8713" y="12109450"/>
              <a:ext cx="34925" cy="79375"/>
            </a:xfrm>
            <a:custGeom>
              <a:avLst/>
              <a:gdLst>
                <a:gd name="T0" fmla="*/ 45 w 45"/>
                <a:gd name="T1" fmla="*/ 60 h 104"/>
                <a:gd name="T2" fmla="*/ 42 w 45"/>
                <a:gd name="T3" fmla="*/ 44 h 104"/>
                <a:gd name="T4" fmla="*/ 32 w 45"/>
                <a:gd name="T5" fmla="*/ 60 h 104"/>
                <a:gd name="T6" fmla="*/ 32 w 45"/>
                <a:gd name="T7" fmla="*/ 60 h 104"/>
                <a:gd name="T8" fmla="*/ 32 w 45"/>
                <a:gd name="T9" fmla="*/ 60 h 104"/>
                <a:gd name="T10" fmla="*/ 31 w 45"/>
                <a:gd name="T11" fmla="*/ 59 h 104"/>
                <a:gd name="T12" fmla="*/ 36 w 45"/>
                <a:gd name="T13" fmla="*/ 41 h 104"/>
                <a:gd name="T14" fmla="*/ 34 w 45"/>
                <a:gd name="T15" fmla="*/ 28 h 104"/>
                <a:gd name="T16" fmla="*/ 34 w 45"/>
                <a:gd name="T17" fmla="*/ 22 h 104"/>
                <a:gd name="T18" fmla="*/ 41 w 45"/>
                <a:gd name="T19" fmla="*/ 0 h 104"/>
                <a:gd name="T20" fmla="*/ 19 w 45"/>
                <a:gd name="T21" fmla="*/ 33 h 104"/>
                <a:gd name="T22" fmla="*/ 14 w 45"/>
                <a:gd name="T23" fmla="*/ 57 h 104"/>
                <a:gd name="T24" fmla="*/ 12 w 45"/>
                <a:gd name="T25" fmla="*/ 66 h 104"/>
                <a:gd name="T26" fmla="*/ 0 w 45"/>
                <a:gd name="T27" fmla="*/ 96 h 104"/>
                <a:gd name="T28" fmla="*/ 17 w 45"/>
                <a:gd name="T29" fmla="*/ 76 h 104"/>
                <a:gd name="T30" fmla="*/ 18 w 45"/>
                <a:gd name="T31" fmla="*/ 74 h 104"/>
                <a:gd name="T32" fmla="*/ 18 w 45"/>
                <a:gd name="T33" fmla="*/ 76 h 104"/>
                <a:gd name="T34" fmla="*/ 19 w 45"/>
                <a:gd name="T35" fmla="*/ 83 h 104"/>
                <a:gd name="T36" fmla="*/ 14 w 45"/>
                <a:gd name="T37" fmla="*/ 104 h 104"/>
                <a:gd name="T38" fmla="*/ 45 w 45"/>
                <a:gd name="T39" fmla="*/ 6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104">
                  <a:moveTo>
                    <a:pt x="45" y="60"/>
                  </a:moveTo>
                  <a:cubicBezTo>
                    <a:pt x="45" y="52"/>
                    <a:pt x="43" y="46"/>
                    <a:pt x="42" y="44"/>
                  </a:cubicBezTo>
                  <a:cubicBezTo>
                    <a:pt x="41" y="46"/>
                    <a:pt x="39" y="53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6" y="54"/>
                    <a:pt x="36" y="41"/>
                  </a:cubicBezTo>
                  <a:cubicBezTo>
                    <a:pt x="36" y="37"/>
                    <a:pt x="35" y="33"/>
                    <a:pt x="34" y="28"/>
                  </a:cubicBezTo>
                  <a:cubicBezTo>
                    <a:pt x="34" y="26"/>
                    <a:pt x="34" y="24"/>
                    <a:pt x="34" y="22"/>
                  </a:cubicBezTo>
                  <a:cubicBezTo>
                    <a:pt x="34" y="12"/>
                    <a:pt x="38" y="4"/>
                    <a:pt x="41" y="0"/>
                  </a:cubicBezTo>
                  <a:cubicBezTo>
                    <a:pt x="36" y="3"/>
                    <a:pt x="24" y="14"/>
                    <a:pt x="19" y="33"/>
                  </a:cubicBezTo>
                  <a:cubicBezTo>
                    <a:pt x="15" y="47"/>
                    <a:pt x="14" y="53"/>
                    <a:pt x="14" y="57"/>
                  </a:cubicBezTo>
                  <a:cubicBezTo>
                    <a:pt x="13" y="60"/>
                    <a:pt x="13" y="62"/>
                    <a:pt x="12" y="66"/>
                  </a:cubicBezTo>
                  <a:cubicBezTo>
                    <a:pt x="9" y="74"/>
                    <a:pt x="4" y="89"/>
                    <a:pt x="0" y="96"/>
                  </a:cubicBezTo>
                  <a:cubicBezTo>
                    <a:pt x="3" y="94"/>
                    <a:pt x="11" y="88"/>
                    <a:pt x="17" y="7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9" y="79"/>
                    <a:pt x="19" y="83"/>
                  </a:cubicBezTo>
                  <a:cubicBezTo>
                    <a:pt x="19" y="89"/>
                    <a:pt x="18" y="97"/>
                    <a:pt x="14" y="104"/>
                  </a:cubicBezTo>
                  <a:cubicBezTo>
                    <a:pt x="20" y="100"/>
                    <a:pt x="45" y="79"/>
                    <a:pt x="45" y="6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" name="Freeform 76">
              <a:extLst>
                <a:ext uri="{FF2B5EF4-FFF2-40B4-BE49-F238E27FC236}">
                  <a16:creationId xmlns:a16="http://schemas.microsoft.com/office/drawing/2014/main" id="{BD2F4A91-84E7-431E-A22F-7C4AA1E642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0463" y="12104688"/>
              <a:ext cx="36512" cy="41275"/>
            </a:xfrm>
            <a:custGeom>
              <a:avLst/>
              <a:gdLst>
                <a:gd name="T0" fmla="*/ 48 w 48"/>
                <a:gd name="T1" fmla="*/ 24 h 55"/>
                <a:gd name="T2" fmla="*/ 19 w 48"/>
                <a:gd name="T3" fmla="*/ 19 h 55"/>
                <a:gd name="T4" fmla="*/ 17 w 48"/>
                <a:gd name="T5" fmla="*/ 19 h 55"/>
                <a:gd name="T6" fmla="*/ 18 w 48"/>
                <a:gd name="T7" fmla="*/ 18 h 55"/>
                <a:gd name="T8" fmla="*/ 37 w 48"/>
                <a:gd name="T9" fmla="*/ 2 h 55"/>
                <a:gd name="T10" fmla="*/ 7 w 48"/>
                <a:gd name="T11" fmla="*/ 12 h 55"/>
                <a:gd name="T12" fmla="*/ 0 w 48"/>
                <a:gd name="T13" fmla="*/ 39 h 55"/>
                <a:gd name="T14" fmla="*/ 0 w 48"/>
                <a:gd name="T15" fmla="*/ 44 h 55"/>
                <a:gd name="T16" fmla="*/ 10 w 48"/>
                <a:gd name="T17" fmla="*/ 29 h 55"/>
                <a:gd name="T18" fmla="*/ 11 w 48"/>
                <a:gd name="T19" fmla="*/ 29 h 55"/>
                <a:gd name="T20" fmla="*/ 11 w 48"/>
                <a:gd name="T21" fmla="*/ 30 h 55"/>
                <a:gd name="T22" fmla="*/ 11 w 48"/>
                <a:gd name="T23" fmla="*/ 35 h 55"/>
                <a:gd name="T24" fmla="*/ 9 w 48"/>
                <a:gd name="T25" fmla="*/ 55 h 55"/>
                <a:gd name="T26" fmla="*/ 48 w 48"/>
                <a:gd name="T27" fmla="*/ 2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5">
                  <a:moveTo>
                    <a:pt x="48" y="24"/>
                  </a:moveTo>
                  <a:cubicBezTo>
                    <a:pt x="34" y="14"/>
                    <a:pt x="19" y="19"/>
                    <a:pt x="19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5" y="9"/>
                    <a:pt x="34" y="4"/>
                    <a:pt x="37" y="2"/>
                  </a:cubicBezTo>
                  <a:cubicBezTo>
                    <a:pt x="33" y="1"/>
                    <a:pt x="15" y="0"/>
                    <a:pt x="7" y="12"/>
                  </a:cubicBezTo>
                  <a:cubicBezTo>
                    <a:pt x="1" y="20"/>
                    <a:pt x="0" y="32"/>
                    <a:pt x="0" y="39"/>
                  </a:cubicBezTo>
                  <a:cubicBezTo>
                    <a:pt x="0" y="42"/>
                    <a:pt x="0" y="43"/>
                    <a:pt x="0" y="44"/>
                  </a:cubicBezTo>
                  <a:cubicBezTo>
                    <a:pt x="9" y="29"/>
                    <a:pt x="10" y="29"/>
                    <a:pt x="10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1"/>
                    <a:pt x="11" y="33"/>
                    <a:pt x="11" y="35"/>
                  </a:cubicBezTo>
                  <a:cubicBezTo>
                    <a:pt x="11" y="42"/>
                    <a:pt x="10" y="51"/>
                    <a:pt x="9" y="55"/>
                  </a:cubicBezTo>
                  <a:cubicBezTo>
                    <a:pt x="24" y="26"/>
                    <a:pt x="43" y="24"/>
                    <a:pt x="48" y="2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9" name="Freeform 77">
              <a:extLst>
                <a:ext uri="{FF2B5EF4-FFF2-40B4-BE49-F238E27FC236}">
                  <a16:creationId xmlns:a16="http://schemas.microsoft.com/office/drawing/2014/main" id="{6874A08B-F033-4459-8404-8A88868136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04263" y="12426950"/>
              <a:ext cx="41275" cy="90487"/>
            </a:xfrm>
            <a:custGeom>
              <a:avLst/>
              <a:gdLst>
                <a:gd name="T0" fmla="*/ 23 w 53"/>
                <a:gd name="T1" fmla="*/ 118 h 118"/>
                <a:gd name="T2" fmla="*/ 25 w 53"/>
                <a:gd name="T3" fmla="*/ 48 h 118"/>
                <a:gd name="T4" fmla="*/ 28 w 53"/>
                <a:gd name="T5" fmla="*/ 53 h 118"/>
                <a:gd name="T6" fmla="*/ 31 w 53"/>
                <a:gd name="T7" fmla="*/ 61 h 118"/>
                <a:gd name="T8" fmla="*/ 34 w 53"/>
                <a:gd name="T9" fmla="*/ 67 h 118"/>
                <a:gd name="T10" fmla="*/ 36 w 53"/>
                <a:gd name="T11" fmla="*/ 85 h 118"/>
                <a:gd name="T12" fmla="*/ 39 w 53"/>
                <a:gd name="T13" fmla="*/ 90 h 118"/>
                <a:gd name="T14" fmla="*/ 51 w 53"/>
                <a:gd name="T15" fmla="*/ 69 h 118"/>
                <a:gd name="T16" fmla="*/ 44 w 53"/>
                <a:gd name="T17" fmla="*/ 58 h 118"/>
                <a:gd name="T18" fmla="*/ 38 w 53"/>
                <a:gd name="T19" fmla="*/ 40 h 118"/>
                <a:gd name="T20" fmla="*/ 32 w 53"/>
                <a:gd name="T21" fmla="*/ 36 h 118"/>
                <a:gd name="T22" fmla="*/ 25 w 53"/>
                <a:gd name="T23" fmla="*/ 29 h 118"/>
                <a:gd name="T24" fmla="*/ 26 w 53"/>
                <a:gd name="T25" fmla="*/ 10 h 118"/>
                <a:gd name="T26" fmla="*/ 23 w 53"/>
                <a:gd name="T27" fmla="*/ 10 h 118"/>
                <a:gd name="T28" fmla="*/ 0 w 53"/>
                <a:gd name="T29" fmla="*/ 0 h 118"/>
                <a:gd name="T30" fmla="*/ 4 w 53"/>
                <a:gd name="T31" fmla="*/ 118 h 118"/>
                <a:gd name="T32" fmla="*/ 23 w 53"/>
                <a:gd name="T33" fmla="*/ 118 h 118"/>
                <a:gd name="T34" fmla="*/ 47 w 53"/>
                <a:gd name="T35" fmla="*/ 80 h 118"/>
                <a:gd name="T36" fmla="*/ 41 w 53"/>
                <a:gd name="T37" fmla="*/ 86 h 118"/>
                <a:gd name="T38" fmla="*/ 40 w 53"/>
                <a:gd name="T39" fmla="*/ 76 h 118"/>
                <a:gd name="T40" fmla="*/ 47 w 53"/>
                <a:gd name="T41" fmla="*/ 70 h 118"/>
                <a:gd name="T42" fmla="*/ 47 w 53"/>
                <a:gd name="T43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118">
                  <a:moveTo>
                    <a:pt x="23" y="118"/>
                  </a:moveTo>
                  <a:cubicBezTo>
                    <a:pt x="25" y="48"/>
                    <a:pt x="25" y="48"/>
                    <a:pt x="25" y="48"/>
                  </a:cubicBezTo>
                  <a:cubicBezTo>
                    <a:pt x="26" y="50"/>
                    <a:pt x="27" y="52"/>
                    <a:pt x="28" y="53"/>
                  </a:cubicBezTo>
                  <a:cubicBezTo>
                    <a:pt x="30" y="56"/>
                    <a:pt x="31" y="61"/>
                    <a:pt x="31" y="61"/>
                  </a:cubicBezTo>
                  <a:cubicBezTo>
                    <a:pt x="31" y="61"/>
                    <a:pt x="33" y="64"/>
                    <a:pt x="34" y="67"/>
                  </a:cubicBezTo>
                  <a:cubicBezTo>
                    <a:pt x="34" y="70"/>
                    <a:pt x="36" y="82"/>
                    <a:pt x="36" y="85"/>
                  </a:cubicBezTo>
                  <a:cubicBezTo>
                    <a:pt x="37" y="87"/>
                    <a:pt x="37" y="90"/>
                    <a:pt x="39" y="90"/>
                  </a:cubicBezTo>
                  <a:cubicBezTo>
                    <a:pt x="48" y="90"/>
                    <a:pt x="53" y="74"/>
                    <a:pt x="51" y="69"/>
                  </a:cubicBezTo>
                  <a:cubicBezTo>
                    <a:pt x="49" y="64"/>
                    <a:pt x="44" y="58"/>
                    <a:pt x="44" y="58"/>
                  </a:cubicBezTo>
                  <a:cubicBezTo>
                    <a:pt x="44" y="58"/>
                    <a:pt x="39" y="42"/>
                    <a:pt x="38" y="40"/>
                  </a:cubicBezTo>
                  <a:cubicBezTo>
                    <a:pt x="37" y="38"/>
                    <a:pt x="33" y="37"/>
                    <a:pt x="32" y="36"/>
                  </a:cubicBezTo>
                  <a:cubicBezTo>
                    <a:pt x="32" y="36"/>
                    <a:pt x="29" y="32"/>
                    <a:pt x="25" y="2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10"/>
                    <a:pt x="24" y="10"/>
                    <a:pt x="23" y="10"/>
                  </a:cubicBezTo>
                  <a:cubicBezTo>
                    <a:pt x="9" y="10"/>
                    <a:pt x="1" y="1"/>
                    <a:pt x="0" y="0"/>
                  </a:cubicBezTo>
                  <a:cubicBezTo>
                    <a:pt x="4" y="118"/>
                    <a:pt x="4" y="118"/>
                    <a:pt x="4" y="118"/>
                  </a:cubicBezTo>
                  <a:lnTo>
                    <a:pt x="23" y="118"/>
                  </a:lnTo>
                  <a:close/>
                  <a:moveTo>
                    <a:pt x="47" y="80"/>
                  </a:moveTo>
                  <a:cubicBezTo>
                    <a:pt x="43" y="86"/>
                    <a:pt x="42" y="86"/>
                    <a:pt x="41" y="86"/>
                  </a:cubicBezTo>
                  <a:cubicBezTo>
                    <a:pt x="39" y="86"/>
                    <a:pt x="39" y="80"/>
                    <a:pt x="40" y="76"/>
                  </a:cubicBezTo>
                  <a:cubicBezTo>
                    <a:pt x="41" y="73"/>
                    <a:pt x="44" y="70"/>
                    <a:pt x="47" y="70"/>
                  </a:cubicBezTo>
                  <a:cubicBezTo>
                    <a:pt x="49" y="70"/>
                    <a:pt x="51" y="74"/>
                    <a:pt x="47" y="8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0" name="Freeform 78">
              <a:extLst>
                <a:ext uri="{FF2B5EF4-FFF2-40B4-BE49-F238E27FC236}">
                  <a16:creationId xmlns:a16="http://schemas.microsoft.com/office/drawing/2014/main" id="{5FDA6B3A-36D7-46C1-A247-F6D7C5D48D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24888" y="12199938"/>
              <a:ext cx="273050" cy="250825"/>
            </a:xfrm>
            <a:custGeom>
              <a:avLst/>
              <a:gdLst>
                <a:gd name="T0" fmla="*/ 334 w 356"/>
                <a:gd name="T1" fmla="*/ 124 h 327"/>
                <a:gd name="T2" fmla="*/ 276 w 356"/>
                <a:gd name="T3" fmla="*/ 137 h 327"/>
                <a:gd name="T4" fmla="*/ 278 w 356"/>
                <a:gd name="T5" fmla="*/ 104 h 327"/>
                <a:gd name="T6" fmla="*/ 223 w 356"/>
                <a:gd name="T7" fmla="*/ 178 h 327"/>
                <a:gd name="T8" fmla="*/ 250 w 356"/>
                <a:gd name="T9" fmla="*/ 128 h 327"/>
                <a:gd name="T10" fmla="*/ 194 w 356"/>
                <a:gd name="T11" fmla="*/ 184 h 327"/>
                <a:gd name="T12" fmla="*/ 154 w 356"/>
                <a:gd name="T13" fmla="*/ 173 h 327"/>
                <a:gd name="T14" fmla="*/ 215 w 356"/>
                <a:gd name="T15" fmla="*/ 132 h 327"/>
                <a:gd name="T16" fmla="*/ 163 w 356"/>
                <a:gd name="T17" fmla="*/ 163 h 327"/>
                <a:gd name="T18" fmla="*/ 177 w 356"/>
                <a:gd name="T19" fmla="*/ 128 h 327"/>
                <a:gd name="T20" fmla="*/ 243 w 356"/>
                <a:gd name="T21" fmla="*/ 98 h 327"/>
                <a:gd name="T22" fmla="*/ 181 w 356"/>
                <a:gd name="T23" fmla="*/ 111 h 327"/>
                <a:gd name="T24" fmla="*/ 183 w 356"/>
                <a:gd name="T25" fmla="*/ 87 h 327"/>
                <a:gd name="T26" fmla="*/ 167 w 356"/>
                <a:gd name="T27" fmla="*/ 139 h 327"/>
                <a:gd name="T28" fmla="*/ 161 w 356"/>
                <a:gd name="T29" fmla="*/ 97 h 327"/>
                <a:gd name="T30" fmla="*/ 153 w 356"/>
                <a:gd name="T31" fmla="*/ 158 h 327"/>
                <a:gd name="T32" fmla="*/ 135 w 356"/>
                <a:gd name="T33" fmla="*/ 96 h 327"/>
                <a:gd name="T34" fmla="*/ 114 w 356"/>
                <a:gd name="T35" fmla="*/ 0 h 327"/>
                <a:gd name="T36" fmla="*/ 98 w 356"/>
                <a:gd name="T37" fmla="*/ 98 h 327"/>
                <a:gd name="T38" fmla="*/ 79 w 356"/>
                <a:gd name="T39" fmla="*/ 166 h 327"/>
                <a:gd name="T40" fmla="*/ 89 w 356"/>
                <a:gd name="T41" fmla="*/ 225 h 327"/>
                <a:gd name="T42" fmla="*/ 78 w 356"/>
                <a:gd name="T43" fmla="*/ 263 h 327"/>
                <a:gd name="T44" fmla="*/ 0 w 356"/>
                <a:gd name="T45" fmla="*/ 234 h 327"/>
                <a:gd name="T46" fmla="*/ 70 w 356"/>
                <a:gd name="T47" fmla="*/ 265 h 327"/>
                <a:gd name="T48" fmla="*/ 38 w 356"/>
                <a:gd name="T49" fmla="*/ 319 h 327"/>
                <a:gd name="T50" fmla="*/ 77 w 356"/>
                <a:gd name="T51" fmla="*/ 280 h 327"/>
                <a:gd name="T52" fmla="*/ 99 w 356"/>
                <a:gd name="T53" fmla="*/ 318 h 327"/>
                <a:gd name="T54" fmla="*/ 105 w 356"/>
                <a:gd name="T55" fmla="*/ 291 h 327"/>
                <a:gd name="T56" fmla="*/ 138 w 356"/>
                <a:gd name="T57" fmla="*/ 274 h 327"/>
                <a:gd name="T58" fmla="*/ 104 w 356"/>
                <a:gd name="T59" fmla="*/ 283 h 327"/>
                <a:gd name="T60" fmla="*/ 101 w 356"/>
                <a:gd name="T61" fmla="*/ 279 h 327"/>
                <a:gd name="T62" fmla="*/ 132 w 356"/>
                <a:gd name="T63" fmla="*/ 233 h 327"/>
                <a:gd name="T64" fmla="*/ 112 w 356"/>
                <a:gd name="T65" fmla="*/ 221 h 327"/>
                <a:gd name="T66" fmla="*/ 94 w 356"/>
                <a:gd name="T67" fmla="*/ 279 h 327"/>
                <a:gd name="T68" fmla="*/ 92 w 356"/>
                <a:gd name="T69" fmla="*/ 244 h 327"/>
                <a:gd name="T70" fmla="*/ 145 w 356"/>
                <a:gd name="T71" fmla="*/ 194 h 327"/>
                <a:gd name="T72" fmla="*/ 185 w 356"/>
                <a:gd name="T73" fmla="*/ 220 h 327"/>
                <a:gd name="T74" fmla="*/ 183 w 356"/>
                <a:gd name="T75" fmla="*/ 193 h 327"/>
                <a:gd name="T76" fmla="*/ 214 w 356"/>
                <a:gd name="T77" fmla="*/ 183 h 327"/>
                <a:gd name="T78" fmla="*/ 306 w 356"/>
                <a:gd name="T79" fmla="*/ 188 h 327"/>
                <a:gd name="T80" fmla="*/ 226 w 356"/>
                <a:gd name="T81" fmla="*/ 181 h 327"/>
                <a:gd name="T82" fmla="*/ 309 w 356"/>
                <a:gd name="T83" fmla="*/ 130 h 327"/>
                <a:gd name="T84" fmla="*/ 309 w 356"/>
                <a:gd name="T85" fmla="*/ 130 h 327"/>
                <a:gd name="T86" fmla="*/ 282 w 356"/>
                <a:gd name="T87" fmla="*/ 104 h 327"/>
                <a:gd name="T88" fmla="*/ 231 w 356"/>
                <a:gd name="T89" fmla="*/ 150 h 327"/>
                <a:gd name="T90" fmla="*/ 184 w 356"/>
                <a:gd name="T91" fmla="*/ 141 h 327"/>
                <a:gd name="T92" fmla="*/ 214 w 356"/>
                <a:gd name="T93" fmla="*/ 104 h 327"/>
                <a:gd name="T94" fmla="*/ 178 w 356"/>
                <a:gd name="T95" fmla="*/ 109 h 327"/>
                <a:gd name="T96" fmla="*/ 155 w 356"/>
                <a:gd name="T97" fmla="*/ 119 h 327"/>
                <a:gd name="T98" fmla="*/ 64 w 356"/>
                <a:gd name="T99" fmla="*/ 258 h 327"/>
                <a:gd name="T100" fmla="*/ 33 w 356"/>
                <a:gd name="T101" fmla="*/ 318 h 327"/>
                <a:gd name="T102" fmla="*/ 135 w 356"/>
                <a:gd name="T103" fmla="*/ 278 h 327"/>
                <a:gd name="T104" fmla="*/ 112 w 356"/>
                <a:gd name="T105" fmla="*/ 248 h 327"/>
                <a:gd name="T106" fmla="*/ 89 w 356"/>
                <a:gd name="T107" fmla="*/ 217 h 327"/>
                <a:gd name="T108" fmla="*/ 178 w 356"/>
                <a:gd name="T109" fmla="*/ 195 h 327"/>
                <a:gd name="T110" fmla="*/ 237 w 356"/>
                <a:gd name="T111" fmla="*/ 19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6" h="327">
                  <a:moveTo>
                    <a:pt x="283" y="148"/>
                  </a:moveTo>
                  <a:cubicBezTo>
                    <a:pt x="286" y="149"/>
                    <a:pt x="299" y="153"/>
                    <a:pt x="306" y="153"/>
                  </a:cubicBezTo>
                  <a:cubicBezTo>
                    <a:pt x="324" y="152"/>
                    <a:pt x="337" y="138"/>
                    <a:pt x="341" y="135"/>
                  </a:cubicBezTo>
                  <a:cubicBezTo>
                    <a:pt x="345" y="132"/>
                    <a:pt x="356" y="126"/>
                    <a:pt x="356" y="126"/>
                  </a:cubicBezTo>
                  <a:cubicBezTo>
                    <a:pt x="356" y="126"/>
                    <a:pt x="346" y="126"/>
                    <a:pt x="334" y="124"/>
                  </a:cubicBezTo>
                  <a:cubicBezTo>
                    <a:pt x="322" y="124"/>
                    <a:pt x="310" y="125"/>
                    <a:pt x="301" y="128"/>
                  </a:cubicBezTo>
                  <a:cubicBezTo>
                    <a:pt x="291" y="132"/>
                    <a:pt x="286" y="137"/>
                    <a:pt x="284" y="139"/>
                  </a:cubicBezTo>
                  <a:cubicBezTo>
                    <a:pt x="282" y="140"/>
                    <a:pt x="281" y="142"/>
                    <a:pt x="277" y="143"/>
                  </a:cubicBezTo>
                  <a:cubicBezTo>
                    <a:pt x="274" y="144"/>
                    <a:pt x="271" y="145"/>
                    <a:pt x="271" y="145"/>
                  </a:cubicBezTo>
                  <a:cubicBezTo>
                    <a:pt x="273" y="140"/>
                    <a:pt x="274" y="138"/>
                    <a:pt x="276" y="137"/>
                  </a:cubicBezTo>
                  <a:cubicBezTo>
                    <a:pt x="277" y="136"/>
                    <a:pt x="285" y="130"/>
                    <a:pt x="293" y="122"/>
                  </a:cubicBezTo>
                  <a:cubicBezTo>
                    <a:pt x="301" y="113"/>
                    <a:pt x="313" y="92"/>
                    <a:pt x="314" y="89"/>
                  </a:cubicBezTo>
                  <a:cubicBezTo>
                    <a:pt x="315" y="85"/>
                    <a:pt x="323" y="69"/>
                    <a:pt x="323" y="69"/>
                  </a:cubicBezTo>
                  <a:cubicBezTo>
                    <a:pt x="323" y="69"/>
                    <a:pt x="314" y="75"/>
                    <a:pt x="304" y="80"/>
                  </a:cubicBezTo>
                  <a:cubicBezTo>
                    <a:pt x="294" y="86"/>
                    <a:pt x="283" y="95"/>
                    <a:pt x="278" y="104"/>
                  </a:cubicBezTo>
                  <a:cubicBezTo>
                    <a:pt x="273" y="112"/>
                    <a:pt x="271" y="122"/>
                    <a:pt x="271" y="131"/>
                  </a:cubicBezTo>
                  <a:cubicBezTo>
                    <a:pt x="271" y="139"/>
                    <a:pt x="268" y="146"/>
                    <a:pt x="261" y="154"/>
                  </a:cubicBezTo>
                  <a:cubicBezTo>
                    <a:pt x="255" y="161"/>
                    <a:pt x="244" y="170"/>
                    <a:pt x="242" y="172"/>
                  </a:cubicBezTo>
                  <a:cubicBezTo>
                    <a:pt x="241" y="172"/>
                    <a:pt x="236" y="176"/>
                    <a:pt x="231" y="177"/>
                  </a:cubicBezTo>
                  <a:cubicBezTo>
                    <a:pt x="228" y="178"/>
                    <a:pt x="223" y="178"/>
                    <a:pt x="223" y="178"/>
                  </a:cubicBezTo>
                  <a:cubicBezTo>
                    <a:pt x="223" y="178"/>
                    <a:pt x="227" y="173"/>
                    <a:pt x="229" y="172"/>
                  </a:cubicBezTo>
                  <a:cubicBezTo>
                    <a:pt x="232" y="171"/>
                    <a:pt x="237" y="170"/>
                    <a:pt x="246" y="162"/>
                  </a:cubicBezTo>
                  <a:cubicBezTo>
                    <a:pt x="255" y="154"/>
                    <a:pt x="261" y="133"/>
                    <a:pt x="262" y="130"/>
                  </a:cubicBezTo>
                  <a:cubicBezTo>
                    <a:pt x="262" y="126"/>
                    <a:pt x="265" y="116"/>
                    <a:pt x="265" y="116"/>
                  </a:cubicBezTo>
                  <a:cubicBezTo>
                    <a:pt x="265" y="116"/>
                    <a:pt x="259" y="123"/>
                    <a:pt x="250" y="128"/>
                  </a:cubicBezTo>
                  <a:cubicBezTo>
                    <a:pt x="242" y="133"/>
                    <a:pt x="232" y="142"/>
                    <a:pt x="226" y="152"/>
                  </a:cubicBezTo>
                  <a:cubicBezTo>
                    <a:pt x="220" y="162"/>
                    <a:pt x="223" y="170"/>
                    <a:pt x="223" y="172"/>
                  </a:cubicBezTo>
                  <a:cubicBezTo>
                    <a:pt x="223" y="173"/>
                    <a:pt x="223" y="174"/>
                    <a:pt x="220" y="176"/>
                  </a:cubicBezTo>
                  <a:cubicBezTo>
                    <a:pt x="218" y="179"/>
                    <a:pt x="214" y="179"/>
                    <a:pt x="212" y="180"/>
                  </a:cubicBezTo>
                  <a:cubicBezTo>
                    <a:pt x="210" y="180"/>
                    <a:pt x="202" y="184"/>
                    <a:pt x="194" y="184"/>
                  </a:cubicBezTo>
                  <a:cubicBezTo>
                    <a:pt x="185" y="184"/>
                    <a:pt x="174" y="180"/>
                    <a:pt x="172" y="179"/>
                  </a:cubicBezTo>
                  <a:cubicBezTo>
                    <a:pt x="169" y="179"/>
                    <a:pt x="165" y="182"/>
                    <a:pt x="164" y="182"/>
                  </a:cubicBezTo>
                  <a:cubicBezTo>
                    <a:pt x="162" y="182"/>
                    <a:pt x="161" y="181"/>
                    <a:pt x="159" y="181"/>
                  </a:cubicBezTo>
                  <a:cubicBezTo>
                    <a:pt x="157" y="181"/>
                    <a:pt x="152" y="181"/>
                    <a:pt x="152" y="181"/>
                  </a:cubicBezTo>
                  <a:cubicBezTo>
                    <a:pt x="154" y="179"/>
                    <a:pt x="154" y="174"/>
                    <a:pt x="154" y="173"/>
                  </a:cubicBezTo>
                  <a:cubicBezTo>
                    <a:pt x="154" y="172"/>
                    <a:pt x="155" y="170"/>
                    <a:pt x="156" y="170"/>
                  </a:cubicBezTo>
                  <a:cubicBezTo>
                    <a:pt x="158" y="169"/>
                    <a:pt x="163" y="166"/>
                    <a:pt x="165" y="165"/>
                  </a:cubicBezTo>
                  <a:cubicBezTo>
                    <a:pt x="167" y="164"/>
                    <a:pt x="168" y="164"/>
                    <a:pt x="170" y="164"/>
                  </a:cubicBezTo>
                  <a:cubicBezTo>
                    <a:pt x="172" y="164"/>
                    <a:pt x="182" y="164"/>
                    <a:pt x="190" y="158"/>
                  </a:cubicBezTo>
                  <a:cubicBezTo>
                    <a:pt x="205" y="150"/>
                    <a:pt x="213" y="136"/>
                    <a:pt x="215" y="132"/>
                  </a:cubicBezTo>
                  <a:cubicBezTo>
                    <a:pt x="218" y="129"/>
                    <a:pt x="229" y="120"/>
                    <a:pt x="229" y="120"/>
                  </a:cubicBezTo>
                  <a:cubicBezTo>
                    <a:pt x="229" y="120"/>
                    <a:pt x="220" y="123"/>
                    <a:pt x="210" y="126"/>
                  </a:cubicBezTo>
                  <a:cubicBezTo>
                    <a:pt x="199" y="129"/>
                    <a:pt x="184" y="136"/>
                    <a:pt x="179" y="141"/>
                  </a:cubicBezTo>
                  <a:cubicBezTo>
                    <a:pt x="173" y="146"/>
                    <a:pt x="170" y="150"/>
                    <a:pt x="168" y="154"/>
                  </a:cubicBezTo>
                  <a:cubicBezTo>
                    <a:pt x="166" y="157"/>
                    <a:pt x="165" y="161"/>
                    <a:pt x="163" y="163"/>
                  </a:cubicBezTo>
                  <a:cubicBezTo>
                    <a:pt x="161" y="164"/>
                    <a:pt x="156" y="167"/>
                    <a:pt x="156" y="166"/>
                  </a:cubicBezTo>
                  <a:cubicBezTo>
                    <a:pt x="156" y="165"/>
                    <a:pt x="158" y="161"/>
                    <a:pt x="159" y="159"/>
                  </a:cubicBezTo>
                  <a:cubicBezTo>
                    <a:pt x="161" y="157"/>
                    <a:pt x="165" y="151"/>
                    <a:pt x="167" y="147"/>
                  </a:cubicBezTo>
                  <a:cubicBezTo>
                    <a:pt x="170" y="143"/>
                    <a:pt x="171" y="139"/>
                    <a:pt x="172" y="137"/>
                  </a:cubicBezTo>
                  <a:cubicBezTo>
                    <a:pt x="173" y="135"/>
                    <a:pt x="174" y="130"/>
                    <a:pt x="177" y="128"/>
                  </a:cubicBezTo>
                  <a:cubicBezTo>
                    <a:pt x="184" y="119"/>
                    <a:pt x="190" y="119"/>
                    <a:pt x="194" y="118"/>
                  </a:cubicBezTo>
                  <a:cubicBezTo>
                    <a:pt x="198" y="118"/>
                    <a:pt x="203" y="119"/>
                    <a:pt x="216" y="117"/>
                  </a:cubicBezTo>
                  <a:cubicBezTo>
                    <a:pt x="230" y="116"/>
                    <a:pt x="240" y="108"/>
                    <a:pt x="243" y="107"/>
                  </a:cubicBezTo>
                  <a:cubicBezTo>
                    <a:pt x="246" y="105"/>
                    <a:pt x="259" y="96"/>
                    <a:pt x="259" y="96"/>
                  </a:cubicBezTo>
                  <a:cubicBezTo>
                    <a:pt x="259" y="96"/>
                    <a:pt x="247" y="98"/>
                    <a:pt x="243" y="98"/>
                  </a:cubicBezTo>
                  <a:cubicBezTo>
                    <a:pt x="239" y="99"/>
                    <a:pt x="223" y="99"/>
                    <a:pt x="215" y="101"/>
                  </a:cubicBezTo>
                  <a:cubicBezTo>
                    <a:pt x="206" y="103"/>
                    <a:pt x="198" y="109"/>
                    <a:pt x="191" y="114"/>
                  </a:cubicBezTo>
                  <a:cubicBezTo>
                    <a:pt x="183" y="118"/>
                    <a:pt x="176" y="125"/>
                    <a:pt x="176" y="125"/>
                  </a:cubicBezTo>
                  <a:cubicBezTo>
                    <a:pt x="176" y="125"/>
                    <a:pt x="176" y="121"/>
                    <a:pt x="176" y="118"/>
                  </a:cubicBezTo>
                  <a:cubicBezTo>
                    <a:pt x="177" y="116"/>
                    <a:pt x="177" y="113"/>
                    <a:pt x="181" y="111"/>
                  </a:cubicBezTo>
                  <a:cubicBezTo>
                    <a:pt x="184" y="109"/>
                    <a:pt x="195" y="103"/>
                    <a:pt x="201" y="96"/>
                  </a:cubicBezTo>
                  <a:cubicBezTo>
                    <a:pt x="208" y="90"/>
                    <a:pt x="216" y="76"/>
                    <a:pt x="218" y="73"/>
                  </a:cubicBezTo>
                  <a:cubicBezTo>
                    <a:pt x="219" y="69"/>
                    <a:pt x="225" y="56"/>
                    <a:pt x="225" y="56"/>
                  </a:cubicBezTo>
                  <a:cubicBezTo>
                    <a:pt x="225" y="56"/>
                    <a:pt x="222" y="60"/>
                    <a:pt x="211" y="65"/>
                  </a:cubicBezTo>
                  <a:cubicBezTo>
                    <a:pt x="199" y="71"/>
                    <a:pt x="189" y="79"/>
                    <a:pt x="183" y="87"/>
                  </a:cubicBezTo>
                  <a:cubicBezTo>
                    <a:pt x="177" y="95"/>
                    <a:pt x="176" y="102"/>
                    <a:pt x="176" y="105"/>
                  </a:cubicBezTo>
                  <a:cubicBezTo>
                    <a:pt x="176" y="108"/>
                    <a:pt x="175" y="112"/>
                    <a:pt x="174" y="114"/>
                  </a:cubicBezTo>
                  <a:cubicBezTo>
                    <a:pt x="174" y="115"/>
                    <a:pt x="173" y="116"/>
                    <a:pt x="172" y="123"/>
                  </a:cubicBezTo>
                  <a:cubicBezTo>
                    <a:pt x="172" y="129"/>
                    <a:pt x="171" y="130"/>
                    <a:pt x="170" y="133"/>
                  </a:cubicBezTo>
                  <a:cubicBezTo>
                    <a:pt x="169" y="136"/>
                    <a:pt x="169" y="137"/>
                    <a:pt x="167" y="139"/>
                  </a:cubicBezTo>
                  <a:cubicBezTo>
                    <a:pt x="166" y="142"/>
                    <a:pt x="166" y="141"/>
                    <a:pt x="165" y="144"/>
                  </a:cubicBezTo>
                  <a:cubicBezTo>
                    <a:pt x="164" y="147"/>
                    <a:pt x="157" y="156"/>
                    <a:pt x="157" y="156"/>
                  </a:cubicBezTo>
                  <a:cubicBezTo>
                    <a:pt x="157" y="156"/>
                    <a:pt x="154" y="153"/>
                    <a:pt x="158" y="145"/>
                  </a:cubicBezTo>
                  <a:cubicBezTo>
                    <a:pt x="163" y="134"/>
                    <a:pt x="165" y="125"/>
                    <a:pt x="165" y="119"/>
                  </a:cubicBezTo>
                  <a:cubicBezTo>
                    <a:pt x="165" y="113"/>
                    <a:pt x="163" y="101"/>
                    <a:pt x="161" y="97"/>
                  </a:cubicBezTo>
                  <a:cubicBezTo>
                    <a:pt x="160" y="93"/>
                    <a:pt x="154" y="77"/>
                    <a:pt x="154" y="77"/>
                  </a:cubicBezTo>
                  <a:cubicBezTo>
                    <a:pt x="154" y="77"/>
                    <a:pt x="154" y="84"/>
                    <a:pt x="151" y="91"/>
                  </a:cubicBezTo>
                  <a:cubicBezTo>
                    <a:pt x="149" y="99"/>
                    <a:pt x="143" y="113"/>
                    <a:pt x="143" y="123"/>
                  </a:cubicBezTo>
                  <a:cubicBezTo>
                    <a:pt x="143" y="133"/>
                    <a:pt x="148" y="145"/>
                    <a:pt x="151" y="148"/>
                  </a:cubicBezTo>
                  <a:cubicBezTo>
                    <a:pt x="153" y="152"/>
                    <a:pt x="154" y="154"/>
                    <a:pt x="153" y="158"/>
                  </a:cubicBezTo>
                  <a:cubicBezTo>
                    <a:pt x="153" y="162"/>
                    <a:pt x="152" y="164"/>
                    <a:pt x="149" y="167"/>
                  </a:cubicBezTo>
                  <a:cubicBezTo>
                    <a:pt x="148" y="169"/>
                    <a:pt x="148" y="170"/>
                    <a:pt x="147" y="175"/>
                  </a:cubicBezTo>
                  <a:cubicBezTo>
                    <a:pt x="144" y="186"/>
                    <a:pt x="139" y="189"/>
                    <a:pt x="134" y="193"/>
                  </a:cubicBezTo>
                  <a:cubicBezTo>
                    <a:pt x="134" y="193"/>
                    <a:pt x="133" y="194"/>
                    <a:pt x="132" y="195"/>
                  </a:cubicBezTo>
                  <a:cubicBezTo>
                    <a:pt x="135" y="96"/>
                    <a:pt x="135" y="96"/>
                    <a:pt x="135" y="96"/>
                  </a:cubicBezTo>
                  <a:cubicBezTo>
                    <a:pt x="136" y="81"/>
                    <a:pt x="138" y="51"/>
                    <a:pt x="151" y="31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63" y="15"/>
                    <a:pt x="176" y="9"/>
                    <a:pt x="188" y="8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8" y="0"/>
                    <a:pt x="126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1" y="0"/>
                    <a:pt x="46" y="0"/>
                    <a:pt x="46" y="0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57" y="9"/>
                    <a:pt x="71" y="15"/>
                    <a:pt x="79" y="27"/>
                  </a:cubicBezTo>
                  <a:cubicBezTo>
                    <a:pt x="90" y="42"/>
                    <a:pt x="97" y="51"/>
                    <a:pt x="98" y="98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94" y="215"/>
                    <a:pt x="92" y="225"/>
                    <a:pt x="92" y="225"/>
                  </a:cubicBezTo>
                  <a:cubicBezTo>
                    <a:pt x="91" y="222"/>
                    <a:pt x="91" y="219"/>
                    <a:pt x="92" y="217"/>
                  </a:cubicBezTo>
                  <a:cubicBezTo>
                    <a:pt x="93" y="215"/>
                    <a:pt x="96" y="205"/>
                    <a:pt x="95" y="196"/>
                  </a:cubicBezTo>
                  <a:cubicBezTo>
                    <a:pt x="93" y="186"/>
                    <a:pt x="82" y="170"/>
                    <a:pt x="79" y="166"/>
                  </a:cubicBezTo>
                  <a:cubicBezTo>
                    <a:pt x="75" y="162"/>
                    <a:pt x="69" y="152"/>
                    <a:pt x="69" y="152"/>
                  </a:cubicBezTo>
                  <a:cubicBezTo>
                    <a:pt x="69" y="152"/>
                    <a:pt x="69" y="161"/>
                    <a:pt x="69" y="168"/>
                  </a:cubicBezTo>
                  <a:cubicBezTo>
                    <a:pt x="68" y="175"/>
                    <a:pt x="66" y="186"/>
                    <a:pt x="70" y="198"/>
                  </a:cubicBezTo>
                  <a:cubicBezTo>
                    <a:pt x="74" y="211"/>
                    <a:pt x="83" y="217"/>
                    <a:pt x="85" y="218"/>
                  </a:cubicBezTo>
                  <a:cubicBezTo>
                    <a:pt x="87" y="219"/>
                    <a:pt x="88" y="221"/>
                    <a:pt x="89" y="225"/>
                  </a:cubicBezTo>
                  <a:cubicBezTo>
                    <a:pt x="90" y="229"/>
                    <a:pt x="89" y="230"/>
                    <a:pt x="89" y="233"/>
                  </a:cubicBezTo>
                  <a:cubicBezTo>
                    <a:pt x="88" y="235"/>
                    <a:pt x="89" y="237"/>
                    <a:pt x="88" y="241"/>
                  </a:cubicBezTo>
                  <a:cubicBezTo>
                    <a:pt x="87" y="243"/>
                    <a:pt x="85" y="245"/>
                    <a:pt x="85" y="247"/>
                  </a:cubicBezTo>
                  <a:cubicBezTo>
                    <a:pt x="84" y="252"/>
                    <a:pt x="82" y="256"/>
                    <a:pt x="82" y="258"/>
                  </a:cubicBezTo>
                  <a:cubicBezTo>
                    <a:pt x="81" y="260"/>
                    <a:pt x="80" y="260"/>
                    <a:pt x="78" y="263"/>
                  </a:cubicBezTo>
                  <a:cubicBezTo>
                    <a:pt x="77" y="266"/>
                    <a:pt x="77" y="268"/>
                    <a:pt x="77" y="268"/>
                  </a:cubicBezTo>
                  <a:cubicBezTo>
                    <a:pt x="77" y="268"/>
                    <a:pt x="69" y="260"/>
                    <a:pt x="68" y="258"/>
                  </a:cubicBezTo>
                  <a:cubicBezTo>
                    <a:pt x="61" y="242"/>
                    <a:pt x="50" y="239"/>
                    <a:pt x="43" y="237"/>
                  </a:cubicBezTo>
                  <a:cubicBezTo>
                    <a:pt x="36" y="235"/>
                    <a:pt x="25" y="236"/>
                    <a:pt x="20" y="236"/>
                  </a:cubicBezTo>
                  <a:cubicBezTo>
                    <a:pt x="14" y="237"/>
                    <a:pt x="1" y="234"/>
                    <a:pt x="0" y="234"/>
                  </a:cubicBezTo>
                  <a:cubicBezTo>
                    <a:pt x="1" y="234"/>
                    <a:pt x="7" y="236"/>
                    <a:pt x="14" y="244"/>
                  </a:cubicBezTo>
                  <a:cubicBezTo>
                    <a:pt x="23" y="253"/>
                    <a:pt x="32" y="259"/>
                    <a:pt x="39" y="262"/>
                  </a:cubicBezTo>
                  <a:cubicBezTo>
                    <a:pt x="47" y="265"/>
                    <a:pt x="56" y="262"/>
                    <a:pt x="58" y="262"/>
                  </a:cubicBezTo>
                  <a:cubicBezTo>
                    <a:pt x="61" y="261"/>
                    <a:pt x="63" y="260"/>
                    <a:pt x="65" y="261"/>
                  </a:cubicBezTo>
                  <a:cubicBezTo>
                    <a:pt x="68" y="262"/>
                    <a:pt x="70" y="265"/>
                    <a:pt x="70" y="265"/>
                  </a:cubicBezTo>
                  <a:cubicBezTo>
                    <a:pt x="70" y="265"/>
                    <a:pt x="66" y="268"/>
                    <a:pt x="63" y="269"/>
                  </a:cubicBezTo>
                  <a:cubicBezTo>
                    <a:pt x="52" y="274"/>
                    <a:pt x="44" y="278"/>
                    <a:pt x="37" y="289"/>
                  </a:cubicBezTo>
                  <a:cubicBezTo>
                    <a:pt x="35" y="294"/>
                    <a:pt x="31" y="310"/>
                    <a:pt x="30" y="314"/>
                  </a:cubicBezTo>
                  <a:cubicBezTo>
                    <a:pt x="30" y="317"/>
                    <a:pt x="27" y="327"/>
                    <a:pt x="27" y="327"/>
                  </a:cubicBezTo>
                  <a:cubicBezTo>
                    <a:pt x="27" y="327"/>
                    <a:pt x="33" y="322"/>
                    <a:pt x="38" y="319"/>
                  </a:cubicBezTo>
                  <a:cubicBezTo>
                    <a:pt x="43" y="315"/>
                    <a:pt x="50" y="311"/>
                    <a:pt x="58" y="301"/>
                  </a:cubicBezTo>
                  <a:cubicBezTo>
                    <a:pt x="66" y="291"/>
                    <a:pt x="67" y="275"/>
                    <a:pt x="68" y="272"/>
                  </a:cubicBezTo>
                  <a:cubicBezTo>
                    <a:pt x="68" y="268"/>
                    <a:pt x="71" y="268"/>
                    <a:pt x="71" y="268"/>
                  </a:cubicBezTo>
                  <a:cubicBezTo>
                    <a:pt x="72" y="268"/>
                    <a:pt x="75" y="270"/>
                    <a:pt x="75" y="272"/>
                  </a:cubicBezTo>
                  <a:cubicBezTo>
                    <a:pt x="75" y="275"/>
                    <a:pt x="77" y="278"/>
                    <a:pt x="77" y="280"/>
                  </a:cubicBezTo>
                  <a:cubicBezTo>
                    <a:pt x="79" y="281"/>
                    <a:pt x="81" y="283"/>
                    <a:pt x="83" y="286"/>
                  </a:cubicBezTo>
                  <a:cubicBezTo>
                    <a:pt x="85" y="289"/>
                    <a:pt x="87" y="296"/>
                    <a:pt x="88" y="299"/>
                  </a:cubicBezTo>
                  <a:cubicBezTo>
                    <a:pt x="90" y="302"/>
                    <a:pt x="91" y="302"/>
                    <a:pt x="93" y="306"/>
                  </a:cubicBezTo>
                  <a:cubicBezTo>
                    <a:pt x="95" y="310"/>
                    <a:pt x="95" y="312"/>
                    <a:pt x="96" y="315"/>
                  </a:cubicBezTo>
                  <a:cubicBezTo>
                    <a:pt x="98" y="318"/>
                    <a:pt x="99" y="318"/>
                    <a:pt x="99" y="318"/>
                  </a:cubicBezTo>
                  <a:cubicBezTo>
                    <a:pt x="98" y="298"/>
                    <a:pt x="98" y="298"/>
                    <a:pt x="98" y="298"/>
                  </a:cubicBezTo>
                  <a:cubicBezTo>
                    <a:pt x="98" y="298"/>
                    <a:pt x="97" y="298"/>
                    <a:pt x="97" y="297"/>
                  </a:cubicBezTo>
                  <a:cubicBezTo>
                    <a:pt x="96" y="296"/>
                    <a:pt x="95" y="294"/>
                    <a:pt x="95" y="294"/>
                  </a:cubicBezTo>
                  <a:cubicBezTo>
                    <a:pt x="95" y="294"/>
                    <a:pt x="98" y="292"/>
                    <a:pt x="100" y="291"/>
                  </a:cubicBezTo>
                  <a:cubicBezTo>
                    <a:pt x="102" y="290"/>
                    <a:pt x="104" y="290"/>
                    <a:pt x="105" y="291"/>
                  </a:cubicBezTo>
                  <a:cubicBezTo>
                    <a:pt x="107" y="292"/>
                    <a:pt x="117" y="300"/>
                    <a:pt x="128" y="300"/>
                  </a:cubicBezTo>
                  <a:cubicBezTo>
                    <a:pt x="139" y="300"/>
                    <a:pt x="162" y="288"/>
                    <a:pt x="166" y="286"/>
                  </a:cubicBezTo>
                  <a:cubicBezTo>
                    <a:pt x="170" y="284"/>
                    <a:pt x="181" y="281"/>
                    <a:pt x="181" y="281"/>
                  </a:cubicBezTo>
                  <a:cubicBezTo>
                    <a:pt x="181" y="281"/>
                    <a:pt x="170" y="280"/>
                    <a:pt x="164" y="278"/>
                  </a:cubicBezTo>
                  <a:cubicBezTo>
                    <a:pt x="159" y="277"/>
                    <a:pt x="142" y="274"/>
                    <a:pt x="138" y="274"/>
                  </a:cubicBezTo>
                  <a:cubicBezTo>
                    <a:pt x="134" y="274"/>
                    <a:pt x="131" y="275"/>
                    <a:pt x="131" y="275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1" y="269"/>
                    <a:pt x="126" y="273"/>
                    <a:pt x="125" y="274"/>
                  </a:cubicBezTo>
                  <a:cubicBezTo>
                    <a:pt x="123" y="275"/>
                    <a:pt x="119" y="278"/>
                    <a:pt x="113" y="280"/>
                  </a:cubicBezTo>
                  <a:cubicBezTo>
                    <a:pt x="108" y="282"/>
                    <a:pt x="104" y="283"/>
                    <a:pt x="104" y="283"/>
                  </a:cubicBezTo>
                  <a:cubicBezTo>
                    <a:pt x="104" y="283"/>
                    <a:pt x="103" y="282"/>
                    <a:pt x="103" y="285"/>
                  </a:cubicBezTo>
                  <a:cubicBezTo>
                    <a:pt x="102" y="287"/>
                    <a:pt x="102" y="287"/>
                    <a:pt x="99" y="288"/>
                  </a:cubicBezTo>
                  <a:cubicBezTo>
                    <a:pt x="96" y="288"/>
                    <a:pt x="93" y="290"/>
                    <a:pt x="93" y="290"/>
                  </a:cubicBezTo>
                  <a:cubicBezTo>
                    <a:pt x="93" y="290"/>
                    <a:pt x="96" y="283"/>
                    <a:pt x="96" y="282"/>
                  </a:cubicBezTo>
                  <a:cubicBezTo>
                    <a:pt x="96" y="281"/>
                    <a:pt x="97" y="280"/>
                    <a:pt x="101" y="279"/>
                  </a:cubicBezTo>
                  <a:cubicBezTo>
                    <a:pt x="104" y="278"/>
                    <a:pt x="116" y="276"/>
                    <a:pt x="126" y="266"/>
                  </a:cubicBezTo>
                  <a:cubicBezTo>
                    <a:pt x="138" y="256"/>
                    <a:pt x="143" y="244"/>
                    <a:pt x="145" y="239"/>
                  </a:cubicBezTo>
                  <a:cubicBezTo>
                    <a:pt x="148" y="232"/>
                    <a:pt x="158" y="223"/>
                    <a:pt x="158" y="223"/>
                  </a:cubicBezTo>
                  <a:cubicBezTo>
                    <a:pt x="158" y="223"/>
                    <a:pt x="149" y="227"/>
                    <a:pt x="134" y="232"/>
                  </a:cubicBezTo>
                  <a:cubicBezTo>
                    <a:pt x="133" y="232"/>
                    <a:pt x="132" y="233"/>
                    <a:pt x="132" y="233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2" y="211"/>
                    <a:pt x="132" y="211"/>
                    <a:pt x="132" y="211"/>
                  </a:cubicBezTo>
                  <a:cubicBezTo>
                    <a:pt x="132" y="211"/>
                    <a:pt x="131" y="211"/>
                    <a:pt x="131" y="211"/>
                  </a:cubicBezTo>
                  <a:cubicBezTo>
                    <a:pt x="129" y="212"/>
                    <a:pt x="122" y="214"/>
                    <a:pt x="119" y="216"/>
                  </a:cubicBezTo>
                  <a:cubicBezTo>
                    <a:pt x="117" y="217"/>
                    <a:pt x="114" y="220"/>
                    <a:pt x="112" y="221"/>
                  </a:cubicBezTo>
                  <a:cubicBezTo>
                    <a:pt x="111" y="221"/>
                    <a:pt x="106" y="223"/>
                    <a:pt x="102" y="227"/>
                  </a:cubicBezTo>
                  <a:cubicBezTo>
                    <a:pt x="102" y="230"/>
                    <a:pt x="102" y="230"/>
                    <a:pt x="102" y="230"/>
                  </a:cubicBezTo>
                  <a:cubicBezTo>
                    <a:pt x="103" y="252"/>
                    <a:pt x="103" y="252"/>
                    <a:pt x="103" y="252"/>
                  </a:cubicBezTo>
                  <a:cubicBezTo>
                    <a:pt x="97" y="260"/>
                    <a:pt x="97" y="266"/>
                    <a:pt x="96" y="271"/>
                  </a:cubicBezTo>
                  <a:cubicBezTo>
                    <a:pt x="95" y="275"/>
                    <a:pt x="95" y="277"/>
                    <a:pt x="94" y="279"/>
                  </a:cubicBezTo>
                  <a:cubicBezTo>
                    <a:pt x="94" y="281"/>
                    <a:pt x="91" y="286"/>
                    <a:pt x="91" y="286"/>
                  </a:cubicBezTo>
                  <a:cubicBezTo>
                    <a:pt x="91" y="286"/>
                    <a:pt x="88" y="280"/>
                    <a:pt x="85" y="277"/>
                  </a:cubicBezTo>
                  <a:cubicBezTo>
                    <a:pt x="82" y="274"/>
                    <a:pt x="83" y="271"/>
                    <a:pt x="84" y="268"/>
                  </a:cubicBezTo>
                  <a:cubicBezTo>
                    <a:pt x="84" y="266"/>
                    <a:pt x="85" y="263"/>
                    <a:pt x="87" y="259"/>
                  </a:cubicBezTo>
                  <a:cubicBezTo>
                    <a:pt x="89" y="255"/>
                    <a:pt x="91" y="247"/>
                    <a:pt x="92" y="244"/>
                  </a:cubicBezTo>
                  <a:cubicBezTo>
                    <a:pt x="93" y="242"/>
                    <a:pt x="93" y="247"/>
                    <a:pt x="96" y="232"/>
                  </a:cubicBezTo>
                  <a:cubicBezTo>
                    <a:pt x="98" y="217"/>
                    <a:pt x="110" y="214"/>
                    <a:pt x="112" y="213"/>
                  </a:cubicBezTo>
                  <a:cubicBezTo>
                    <a:pt x="114" y="212"/>
                    <a:pt x="117" y="209"/>
                    <a:pt x="119" y="208"/>
                  </a:cubicBezTo>
                  <a:cubicBezTo>
                    <a:pt x="122" y="206"/>
                    <a:pt x="129" y="204"/>
                    <a:pt x="131" y="203"/>
                  </a:cubicBezTo>
                  <a:cubicBezTo>
                    <a:pt x="133" y="202"/>
                    <a:pt x="141" y="199"/>
                    <a:pt x="145" y="194"/>
                  </a:cubicBezTo>
                  <a:cubicBezTo>
                    <a:pt x="148" y="190"/>
                    <a:pt x="150" y="188"/>
                    <a:pt x="153" y="187"/>
                  </a:cubicBezTo>
                  <a:cubicBezTo>
                    <a:pt x="155" y="186"/>
                    <a:pt x="159" y="186"/>
                    <a:pt x="165" y="185"/>
                  </a:cubicBezTo>
                  <a:cubicBezTo>
                    <a:pt x="171" y="185"/>
                    <a:pt x="172" y="189"/>
                    <a:pt x="173" y="191"/>
                  </a:cubicBezTo>
                  <a:cubicBezTo>
                    <a:pt x="174" y="193"/>
                    <a:pt x="174" y="194"/>
                    <a:pt x="174" y="196"/>
                  </a:cubicBezTo>
                  <a:cubicBezTo>
                    <a:pt x="175" y="199"/>
                    <a:pt x="173" y="210"/>
                    <a:pt x="185" y="220"/>
                  </a:cubicBezTo>
                  <a:cubicBezTo>
                    <a:pt x="197" y="231"/>
                    <a:pt x="212" y="232"/>
                    <a:pt x="217" y="233"/>
                  </a:cubicBezTo>
                  <a:cubicBezTo>
                    <a:pt x="223" y="234"/>
                    <a:pt x="236" y="240"/>
                    <a:pt x="236" y="240"/>
                  </a:cubicBezTo>
                  <a:cubicBezTo>
                    <a:pt x="236" y="240"/>
                    <a:pt x="234" y="239"/>
                    <a:pt x="225" y="225"/>
                  </a:cubicBezTo>
                  <a:cubicBezTo>
                    <a:pt x="216" y="211"/>
                    <a:pt x="207" y="202"/>
                    <a:pt x="201" y="199"/>
                  </a:cubicBezTo>
                  <a:cubicBezTo>
                    <a:pt x="196" y="196"/>
                    <a:pt x="186" y="194"/>
                    <a:pt x="183" y="193"/>
                  </a:cubicBezTo>
                  <a:cubicBezTo>
                    <a:pt x="181" y="193"/>
                    <a:pt x="179" y="192"/>
                    <a:pt x="177" y="191"/>
                  </a:cubicBezTo>
                  <a:cubicBezTo>
                    <a:pt x="176" y="189"/>
                    <a:pt x="173" y="185"/>
                    <a:pt x="173" y="185"/>
                  </a:cubicBezTo>
                  <a:cubicBezTo>
                    <a:pt x="173" y="185"/>
                    <a:pt x="174" y="185"/>
                    <a:pt x="175" y="185"/>
                  </a:cubicBezTo>
                  <a:cubicBezTo>
                    <a:pt x="176" y="185"/>
                    <a:pt x="181" y="188"/>
                    <a:pt x="193" y="188"/>
                  </a:cubicBezTo>
                  <a:cubicBezTo>
                    <a:pt x="205" y="188"/>
                    <a:pt x="212" y="184"/>
                    <a:pt x="214" y="183"/>
                  </a:cubicBezTo>
                  <a:cubicBezTo>
                    <a:pt x="216" y="182"/>
                    <a:pt x="219" y="182"/>
                    <a:pt x="221" y="184"/>
                  </a:cubicBezTo>
                  <a:cubicBezTo>
                    <a:pt x="223" y="185"/>
                    <a:pt x="226" y="187"/>
                    <a:pt x="232" y="191"/>
                  </a:cubicBezTo>
                  <a:cubicBezTo>
                    <a:pt x="238" y="195"/>
                    <a:pt x="248" y="200"/>
                    <a:pt x="259" y="200"/>
                  </a:cubicBezTo>
                  <a:cubicBezTo>
                    <a:pt x="269" y="200"/>
                    <a:pt x="288" y="195"/>
                    <a:pt x="292" y="193"/>
                  </a:cubicBezTo>
                  <a:cubicBezTo>
                    <a:pt x="297" y="190"/>
                    <a:pt x="306" y="188"/>
                    <a:pt x="306" y="188"/>
                  </a:cubicBezTo>
                  <a:cubicBezTo>
                    <a:pt x="306" y="188"/>
                    <a:pt x="298" y="187"/>
                    <a:pt x="292" y="186"/>
                  </a:cubicBezTo>
                  <a:cubicBezTo>
                    <a:pt x="287" y="185"/>
                    <a:pt x="271" y="178"/>
                    <a:pt x="260" y="178"/>
                  </a:cubicBezTo>
                  <a:cubicBezTo>
                    <a:pt x="248" y="178"/>
                    <a:pt x="240" y="184"/>
                    <a:pt x="239" y="185"/>
                  </a:cubicBezTo>
                  <a:cubicBezTo>
                    <a:pt x="238" y="185"/>
                    <a:pt x="236" y="188"/>
                    <a:pt x="231" y="186"/>
                  </a:cubicBezTo>
                  <a:cubicBezTo>
                    <a:pt x="226" y="185"/>
                    <a:pt x="226" y="181"/>
                    <a:pt x="226" y="181"/>
                  </a:cubicBezTo>
                  <a:cubicBezTo>
                    <a:pt x="239" y="179"/>
                    <a:pt x="241" y="177"/>
                    <a:pt x="246" y="174"/>
                  </a:cubicBezTo>
                  <a:cubicBezTo>
                    <a:pt x="251" y="170"/>
                    <a:pt x="256" y="164"/>
                    <a:pt x="259" y="160"/>
                  </a:cubicBezTo>
                  <a:cubicBezTo>
                    <a:pt x="262" y="158"/>
                    <a:pt x="264" y="156"/>
                    <a:pt x="269" y="151"/>
                  </a:cubicBezTo>
                  <a:cubicBezTo>
                    <a:pt x="275" y="145"/>
                    <a:pt x="283" y="148"/>
                    <a:pt x="283" y="148"/>
                  </a:cubicBezTo>
                  <a:moveTo>
                    <a:pt x="309" y="130"/>
                  </a:moveTo>
                  <a:cubicBezTo>
                    <a:pt x="322" y="126"/>
                    <a:pt x="347" y="128"/>
                    <a:pt x="344" y="128"/>
                  </a:cubicBezTo>
                  <a:cubicBezTo>
                    <a:pt x="341" y="129"/>
                    <a:pt x="323" y="137"/>
                    <a:pt x="311" y="140"/>
                  </a:cubicBezTo>
                  <a:cubicBezTo>
                    <a:pt x="298" y="144"/>
                    <a:pt x="283" y="144"/>
                    <a:pt x="283" y="144"/>
                  </a:cubicBezTo>
                  <a:cubicBezTo>
                    <a:pt x="283" y="144"/>
                    <a:pt x="283" y="144"/>
                    <a:pt x="283" y="144"/>
                  </a:cubicBezTo>
                  <a:cubicBezTo>
                    <a:pt x="283" y="144"/>
                    <a:pt x="295" y="133"/>
                    <a:pt x="309" y="130"/>
                  </a:cubicBezTo>
                  <a:moveTo>
                    <a:pt x="282" y="104"/>
                  </a:moveTo>
                  <a:cubicBezTo>
                    <a:pt x="291" y="89"/>
                    <a:pt x="312" y="80"/>
                    <a:pt x="312" y="80"/>
                  </a:cubicBezTo>
                  <a:cubicBezTo>
                    <a:pt x="312" y="80"/>
                    <a:pt x="297" y="101"/>
                    <a:pt x="292" y="107"/>
                  </a:cubicBezTo>
                  <a:cubicBezTo>
                    <a:pt x="287" y="114"/>
                    <a:pt x="274" y="132"/>
                    <a:pt x="274" y="132"/>
                  </a:cubicBezTo>
                  <a:cubicBezTo>
                    <a:pt x="274" y="132"/>
                    <a:pt x="273" y="119"/>
                    <a:pt x="282" y="104"/>
                  </a:cubicBezTo>
                  <a:moveTo>
                    <a:pt x="231" y="150"/>
                  </a:moveTo>
                  <a:cubicBezTo>
                    <a:pt x="240" y="135"/>
                    <a:pt x="257" y="127"/>
                    <a:pt x="257" y="127"/>
                  </a:cubicBezTo>
                  <a:cubicBezTo>
                    <a:pt x="257" y="127"/>
                    <a:pt x="247" y="145"/>
                    <a:pt x="241" y="153"/>
                  </a:cubicBezTo>
                  <a:cubicBezTo>
                    <a:pt x="235" y="161"/>
                    <a:pt x="226" y="171"/>
                    <a:pt x="226" y="171"/>
                  </a:cubicBezTo>
                  <a:cubicBezTo>
                    <a:pt x="226" y="171"/>
                    <a:pt x="223" y="164"/>
                    <a:pt x="231" y="150"/>
                  </a:cubicBezTo>
                  <a:moveTo>
                    <a:pt x="184" y="141"/>
                  </a:moveTo>
                  <a:cubicBezTo>
                    <a:pt x="192" y="135"/>
                    <a:pt x="216" y="127"/>
                    <a:pt x="216" y="127"/>
                  </a:cubicBezTo>
                  <a:cubicBezTo>
                    <a:pt x="216" y="127"/>
                    <a:pt x="198" y="143"/>
                    <a:pt x="189" y="150"/>
                  </a:cubicBezTo>
                  <a:cubicBezTo>
                    <a:pt x="179" y="156"/>
                    <a:pt x="168" y="161"/>
                    <a:pt x="168" y="161"/>
                  </a:cubicBezTo>
                  <a:cubicBezTo>
                    <a:pt x="168" y="161"/>
                    <a:pt x="172" y="149"/>
                    <a:pt x="184" y="141"/>
                  </a:cubicBezTo>
                  <a:moveTo>
                    <a:pt x="214" y="104"/>
                  </a:moveTo>
                  <a:cubicBezTo>
                    <a:pt x="222" y="102"/>
                    <a:pt x="246" y="101"/>
                    <a:pt x="246" y="101"/>
                  </a:cubicBezTo>
                  <a:cubicBezTo>
                    <a:pt x="246" y="101"/>
                    <a:pt x="225" y="108"/>
                    <a:pt x="217" y="111"/>
                  </a:cubicBezTo>
                  <a:cubicBezTo>
                    <a:pt x="208" y="114"/>
                    <a:pt x="193" y="116"/>
                    <a:pt x="193" y="116"/>
                  </a:cubicBezTo>
                  <a:cubicBezTo>
                    <a:pt x="193" y="116"/>
                    <a:pt x="202" y="108"/>
                    <a:pt x="214" y="104"/>
                  </a:cubicBezTo>
                  <a:moveTo>
                    <a:pt x="186" y="88"/>
                  </a:moveTo>
                  <a:cubicBezTo>
                    <a:pt x="193" y="78"/>
                    <a:pt x="217" y="65"/>
                    <a:pt x="217" y="65"/>
                  </a:cubicBezTo>
                  <a:cubicBezTo>
                    <a:pt x="217" y="65"/>
                    <a:pt x="203" y="79"/>
                    <a:pt x="194" y="90"/>
                  </a:cubicBezTo>
                  <a:cubicBezTo>
                    <a:pt x="184" y="101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9" y="99"/>
                    <a:pt x="186" y="88"/>
                  </a:cubicBezTo>
                  <a:moveTo>
                    <a:pt x="153" y="146"/>
                  </a:moveTo>
                  <a:cubicBezTo>
                    <a:pt x="153" y="146"/>
                    <a:pt x="146" y="137"/>
                    <a:pt x="146" y="122"/>
                  </a:cubicBezTo>
                  <a:cubicBezTo>
                    <a:pt x="146" y="107"/>
                    <a:pt x="155" y="91"/>
                    <a:pt x="155" y="91"/>
                  </a:cubicBezTo>
                  <a:cubicBezTo>
                    <a:pt x="155" y="91"/>
                    <a:pt x="154" y="109"/>
                    <a:pt x="155" y="119"/>
                  </a:cubicBezTo>
                  <a:cubicBezTo>
                    <a:pt x="156" y="128"/>
                    <a:pt x="153" y="146"/>
                    <a:pt x="153" y="146"/>
                  </a:cubicBezTo>
                  <a:moveTo>
                    <a:pt x="37" y="250"/>
                  </a:moveTo>
                  <a:cubicBezTo>
                    <a:pt x="28" y="247"/>
                    <a:pt x="16" y="239"/>
                    <a:pt x="16" y="239"/>
                  </a:cubicBezTo>
                  <a:cubicBezTo>
                    <a:pt x="16" y="239"/>
                    <a:pt x="39" y="236"/>
                    <a:pt x="47" y="240"/>
                  </a:cubicBezTo>
                  <a:cubicBezTo>
                    <a:pt x="62" y="248"/>
                    <a:pt x="64" y="258"/>
                    <a:pt x="64" y="258"/>
                  </a:cubicBezTo>
                  <a:cubicBezTo>
                    <a:pt x="64" y="258"/>
                    <a:pt x="46" y="253"/>
                    <a:pt x="37" y="250"/>
                  </a:cubicBezTo>
                  <a:moveTo>
                    <a:pt x="33" y="318"/>
                  </a:moveTo>
                  <a:cubicBezTo>
                    <a:pt x="33" y="318"/>
                    <a:pt x="36" y="295"/>
                    <a:pt x="43" y="287"/>
                  </a:cubicBezTo>
                  <a:cubicBezTo>
                    <a:pt x="52" y="276"/>
                    <a:pt x="62" y="274"/>
                    <a:pt x="62" y="274"/>
                  </a:cubicBezTo>
                  <a:lnTo>
                    <a:pt x="33" y="318"/>
                  </a:lnTo>
                  <a:close/>
                  <a:moveTo>
                    <a:pt x="135" y="278"/>
                  </a:moveTo>
                  <a:cubicBezTo>
                    <a:pt x="143" y="277"/>
                    <a:pt x="166" y="282"/>
                    <a:pt x="166" y="282"/>
                  </a:cubicBezTo>
                  <a:cubicBezTo>
                    <a:pt x="166" y="282"/>
                    <a:pt x="142" y="288"/>
                    <a:pt x="130" y="288"/>
                  </a:cubicBezTo>
                  <a:cubicBezTo>
                    <a:pt x="118" y="289"/>
                    <a:pt x="107" y="288"/>
                    <a:pt x="107" y="288"/>
                  </a:cubicBezTo>
                  <a:cubicBezTo>
                    <a:pt x="107" y="288"/>
                    <a:pt x="113" y="280"/>
                    <a:pt x="135" y="278"/>
                  </a:cubicBezTo>
                  <a:moveTo>
                    <a:pt x="112" y="248"/>
                  </a:moveTo>
                  <a:cubicBezTo>
                    <a:pt x="120" y="240"/>
                    <a:pt x="146" y="231"/>
                    <a:pt x="146" y="231"/>
                  </a:cubicBezTo>
                  <a:cubicBezTo>
                    <a:pt x="146" y="231"/>
                    <a:pt x="126" y="249"/>
                    <a:pt x="117" y="256"/>
                  </a:cubicBezTo>
                  <a:cubicBezTo>
                    <a:pt x="109" y="264"/>
                    <a:pt x="98" y="276"/>
                    <a:pt x="98" y="276"/>
                  </a:cubicBezTo>
                  <a:cubicBezTo>
                    <a:pt x="98" y="276"/>
                    <a:pt x="97" y="262"/>
                    <a:pt x="112" y="248"/>
                  </a:cubicBezTo>
                  <a:moveTo>
                    <a:pt x="89" y="217"/>
                  </a:moveTo>
                  <a:cubicBezTo>
                    <a:pt x="89" y="217"/>
                    <a:pt x="83" y="206"/>
                    <a:pt x="79" y="194"/>
                  </a:cubicBezTo>
                  <a:cubicBezTo>
                    <a:pt x="77" y="185"/>
                    <a:pt x="73" y="163"/>
                    <a:pt x="73" y="163"/>
                  </a:cubicBezTo>
                  <a:cubicBezTo>
                    <a:pt x="73" y="163"/>
                    <a:pt x="88" y="184"/>
                    <a:pt x="90" y="191"/>
                  </a:cubicBezTo>
                  <a:cubicBezTo>
                    <a:pt x="94" y="203"/>
                    <a:pt x="89" y="217"/>
                    <a:pt x="89" y="217"/>
                  </a:cubicBezTo>
                  <a:moveTo>
                    <a:pt x="178" y="194"/>
                  </a:moveTo>
                  <a:cubicBezTo>
                    <a:pt x="178" y="194"/>
                    <a:pt x="193" y="198"/>
                    <a:pt x="201" y="203"/>
                  </a:cubicBezTo>
                  <a:cubicBezTo>
                    <a:pt x="215" y="213"/>
                    <a:pt x="224" y="232"/>
                    <a:pt x="224" y="232"/>
                  </a:cubicBezTo>
                  <a:cubicBezTo>
                    <a:pt x="224" y="232"/>
                    <a:pt x="209" y="224"/>
                    <a:pt x="198" y="215"/>
                  </a:cubicBezTo>
                  <a:cubicBezTo>
                    <a:pt x="188" y="207"/>
                    <a:pt x="178" y="195"/>
                    <a:pt x="178" y="195"/>
                  </a:cubicBezTo>
                  <a:lnTo>
                    <a:pt x="178" y="194"/>
                  </a:lnTo>
                  <a:close/>
                  <a:moveTo>
                    <a:pt x="258" y="182"/>
                  </a:moveTo>
                  <a:cubicBezTo>
                    <a:pt x="272" y="182"/>
                    <a:pt x="291" y="189"/>
                    <a:pt x="291" y="189"/>
                  </a:cubicBezTo>
                  <a:cubicBezTo>
                    <a:pt x="291" y="189"/>
                    <a:pt x="266" y="192"/>
                    <a:pt x="258" y="192"/>
                  </a:cubicBezTo>
                  <a:cubicBezTo>
                    <a:pt x="250" y="192"/>
                    <a:pt x="237" y="190"/>
                    <a:pt x="237" y="190"/>
                  </a:cubicBezTo>
                  <a:cubicBezTo>
                    <a:pt x="237" y="190"/>
                    <a:pt x="248" y="182"/>
                    <a:pt x="258" y="18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1" name="Freeform 79">
              <a:extLst>
                <a:ext uri="{FF2B5EF4-FFF2-40B4-BE49-F238E27FC236}">
                  <a16:creationId xmlns:a16="http://schemas.microsoft.com/office/drawing/2014/main" id="{9690F4FB-4405-437B-B55F-973A991EAD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8400" y="12261850"/>
              <a:ext cx="9525" cy="14287"/>
            </a:xfrm>
            <a:custGeom>
              <a:avLst/>
              <a:gdLst>
                <a:gd name="T0" fmla="*/ 5 w 13"/>
                <a:gd name="T1" fmla="*/ 1 h 18"/>
                <a:gd name="T2" fmla="*/ 0 w 13"/>
                <a:gd name="T3" fmla="*/ 10 h 18"/>
                <a:gd name="T4" fmla="*/ 7 w 13"/>
                <a:gd name="T5" fmla="*/ 16 h 18"/>
                <a:gd name="T6" fmla="*/ 13 w 13"/>
                <a:gd name="T7" fmla="*/ 7 h 18"/>
                <a:gd name="T8" fmla="*/ 5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3" y="14"/>
                    <a:pt x="13" y="7"/>
                  </a:cubicBezTo>
                  <a:cubicBezTo>
                    <a:pt x="13" y="0"/>
                    <a:pt x="5" y="1"/>
                    <a:pt x="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2" name="Freeform 80">
              <a:extLst>
                <a:ext uri="{FF2B5EF4-FFF2-40B4-BE49-F238E27FC236}">
                  <a16:creationId xmlns:a16="http://schemas.microsoft.com/office/drawing/2014/main" id="{574E1DA0-639A-41FF-8ABF-FE17833D5E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56663" y="12282488"/>
              <a:ext cx="9525" cy="14287"/>
            </a:xfrm>
            <a:custGeom>
              <a:avLst/>
              <a:gdLst>
                <a:gd name="T0" fmla="*/ 5 w 13"/>
                <a:gd name="T1" fmla="*/ 1 h 18"/>
                <a:gd name="T2" fmla="*/ 0 w 13"/>
                <a:gd name="T3" fmla="*/ 10 h 18"/>
                <a:gd name="T4" fmla="*/ 7 w 13"/>
                <a:gd name="T5" fmla="*/ 16 h 18"/>
                <a:gd name="T6" fmla="*/ 13 w 13"/>
                <a:gd name="T7" fmla="*/ 7 h 18"/>
                <a:gd name="T8" fmla="*/ 5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3" y="14"/>
                    <a:pt x="13" y="7"/>
                  </a:cubicBezTo>
                  <a:cubicBezTo>
                    <a:pt x="13" y="0"/>
                    <a:pt x="5" y="1"/>
                    <a:pt x="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3" name="Freeform 81">
              <a:extLst>
                <a:ext uri="{FF2B5EF4-FFF2-40B4-BE49-F238E27FC236}">
                  <a16:creationId xmlns:a16="http://schemas.microsoft.com/office/drawing/2014/main" id="{3D5E7D1B-6E75-4AD1-B747-2C68669787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2363" y="12347575"/>
              <a:ext cx="7937" cy="14287"/>
            </a:xfrm>
            <a:custGeom>
              <a:avLst/>
              <a:gdLst>
                <a:gd name="T0" fmla="*/ 4 w 12"/>
                <a:gd name="T1" fmla="*/ 2 h 18"/>
                <a:gd name="T2" fmla="*/ 0 w 12"/>
                <a:gd name="T3" fmla="*/ 11 h 18"/>
                <a:gd name="T4" fmla="*/ 6 w 12"/>
                <a:gd name="T5" fmla="*/ 16 h 18"/>
                <a:gd name="T6" fmla="*/ 12 w 12"/>
                <a:gd name="T7" fmla="*/ 8 h 18"/>
                <a:gd name="T8" fmla="*/ 4 w 12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4" y="2"/>
                  </a:moveTo>
                  <a:cubicBezTo>
                    <a:pt x="4" y="2"/>
                    <a:pt x="0" y="4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  <a:cubicBezTo>
                    <a:pt x="6" y="16"/>
                    <a:pt x="12" y="15"/>
                    <a:pt x="12" y="8"/>
                  </a:cubicBezTo>
                  <a:cubicBezTo>
                    <a:pt x="12" y="0"/>
                    <a:pt x="4" y="2"/>
                    <a:pt x="4" y="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4" name="Freeform 82">
              <a:extLst>
                <a:ext uri="{FF2B5EF4-FFF2-40B4-BE49-F238E27FC236}">
                  <a16:creationId xmlns:a16="http://schemas.microsoft.com/office/drawing/2014/main" id="{DC96A51C-6762-4210-85E9-C24B8D8864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24913" y="12320588"/>
              <a:ext cx="12700" cy="12700"/>
            </a:xfrm>
            <a:custGeom>
              <a:avLst/>
              <a:gdLst>
                <a:gd name="T0" fmla="*/ 2 w 17"/>
                <a:gd name="T1" fmla="*/ 7 h 15"/>
                <a:gd name="T2" fmla="*/ 6 w 17"/>
                <a:gd name="T3" fmla="*/ 14 h 15"/>
                <a:gd name="T4" fmla="*/ 15 w 17"/>
                <a:gd name="T5" fmla="*/ 8 h 15"/>
                <a:gd name="T6" fmla="*/ 10 w 17"/>
                <a:gd name="T7" fmla="*/ 0 h 15"/>
                <a:gd name="T8" fmla="*/ 2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2" y="7"/>
                  </a:moveTo>
                  <a:cubicBezTo>
                    <a:pt x="0" y="14"/>
                    <a:pt x="6" y="14"/>
                    <a:pt x="6" y="14"/>
                  </a:cubicBezTo>
                  <a:cubicBezTo>
                    <a:pt x="6" y="14"/>
                    <a:pt x="12" y="15"/>
                    <a:pt x="15" y="8"/>
                  </a:cubicBezTo>
                  <a:cubicBezTo>
                    <a:pt x="17" y="1"/>
                    <a:pt x="10" y="0"/>
                    <a:pt x="10" y="0"/>
                  </a:cubicBezTo>
                  <a:cubicBezTo>
                    <a:pt x="10" y="0"/>
                    <a:pt x="4" y="0"/>
                    <a:pt x="2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5" name="Freeform 83">
              <a:extLst>
                <a:ext uri="{FF2B5EF4-FFF2-40B4-BE49-F238E27FC236}">
                  <a16:creationId xmlns:a16="http://schemas.microsoft.com/office/drawing/2014/main" id="{6A69E46E-EB82-4ED8-AFB9-E823C9DD51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8400" y="12347575"/>
              <a:ext cx="7937" cy="14287"/>
            </a:xfrm>
            <a:custGeom>
              <a:avLst/>
              <a:gdLst>
                <a:gd name="T0" fmla="*/ 5 w 12"/>
                <a:gd name="T1" fmla="*/ 1 h 18"/>
                <a:gd name="T2" fmla="*/ 0 w 12"/>
                <a:gd name="T3" fmla="*/ 11 h 18"/>
                <a:gd name="T4" fmla="*/ 6 w 12"/>
                <a:gd name="T5" fmla="*/ 16 h 18"/>
                <a:gd name="T6" fmla="*/ 12 w 12"/>
                <a:gd name="T7" fmla="*/ 8 h 18"/>
                <a:gd name="T8" fmla="*/ 5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5" y="1"/>
                  </a:moveTo>
                  <a:cubicBezTo>
                    <a:pt x="5" y="1"/>
                    <a:pt x="0" y="3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  <a:cubicBezTo>
                    <a:pt x="6" y="16"/>
                    <a:pt x="12" y="15"/>
                    <a:pt x="12" y="8"/>
                  </a:cubicBezTo>
                  <a:cubicBezTo>
                    <a:pt x="12" y="0"/>
                    <a:pt x="5" y="1"/>
                    <a:pt x="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6" name="Freeform 84">
              <a:extLst>
                <a:ext uri="{FF2B5EF4-FFF2-40B4-BE49-F238E27FC236}">
                  <a16:creationId xmlns:a16="http://schemas.microsoft.com/office/drawing/2014/main" id="{3BC2CBB3-E7CD-41FB-BCC6-69DE960748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32838" y="12395200"/>
              <a:ext cx="9525" cy="12700"/>
            </a:xfrm>
            <a:custGeom>
              <a:avLst/>
              <a:gdLst>
                <a:gd name="T0" fmla="*/ 5 w 12"/>
                <a:gd name="T1" fmla="*/ 1 h 18"/>
                <a:gd name="T2" fmla="*/ 0 w 12"/>
                <a:gd name="T3" fmla="*/ 10 h 18"/>
                <a:gd name="T4" fmla="*/ 7 w 12"/>
                <a:gd name="T5" fmla="*/ 16 h 18"/>
                <a:gd name="T6" fmla="*/ 12 w 12"/>
                <a:gd name="T7" fmla="*/ 7 h 18"/>
                <a:gd name="T8" fmla="*/ 5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2" y="14"/>
                    <a:pt x="12" y="7"/>
                  </a:cubicBezTo>
                  <a:cubicBezTo>
                    <a:pt x="12" y="0"/>
                    <a:pt x="5" y="1"/>
                    <a:pt x="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7" name="Freeform 85">
              <a:extLst>
                <a:ext uri="{FF2B5EF4-FFF2-40B4-BE49-F238E27FC236}">
                  <a16:creationId xmlns:a16="http://schemas.microsoft.com/office/drawing/2014/main" id="{6BE02DBF-4B22-40F9-ABE8-60C755F8BF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45525" y="12403138"/>
              <a:ext cx="9525" cy="14287"/>
            </a:xfrm>
            <a:custGeom>
              <a:avLst/>
              <a:gdLst>
                <a:gd name="T0" fmla="*/ 6 w 12"/>
                <a:gd name="T1" fmla="*/ 16 h 18"/>
                <a:gd name="T2" fmla="*/ 12 w 12"/>
                <a:gd name="T3" fmla="*/ 7 h 18"/>
                <a:gd name="T4" fmla="*/ 4 w 12"/>
                <a:gd name="T5" fmla="*/ 1 h 18"/>
                <a:gd name="T6" fmla="*/ 0 w 12"/>
                <a:gd name="T7" fmla="*/ 11 h 18"/>
                <a:gd name="T8" fmla="*/ 6 w 12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6" y="16"/>
                  </a:moveTo>
                  <a:cubicBezTo>
                    <a:pt x="6" y="16"/>
                    <a:pt x="12" y="15"/>
                    <a:pt x="12" y="7"/>
                  </a:cubicBezTo>
                  <a:cubicBezTo>
                    <a:pt x="12" y="0"/>
                    <a:pt x="4" y="1"/>
                    <a:pt x="4" y="1"/>
                  </a:cubicBezTo>
                  <a:cubicBezTo>
                    <a:pt x="4" y="1"/>
                    <a:pt x="0" y="3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8" name="Freeform 86">
              <a:extLst>
                <a:ext uri="{FF2B5EF4-FFF2-40B4-BE49-F238E27FC236}">
                  <a16:creationId xmlns:a16="http://schemas.microsoft.com/office/drawing/2014/main" id="{F764C6F8-BCE7-4846-A611-2656131ED8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77275" y="12072938"/>
              <a:ext cx="20637" cy="44450"/>
            </a:xfrm>
            <a:custGeom>
              <a:avLst/>
              <a:gdLst>
                <a:gd name="T0" fmla="*/ 0 w 27"/>
                <a:gd name="T1" fmla="*/ 0 h 58"/>
                <a:gd name="T2" fmla="*/ 10 w 27"/>
                <a:gd name="T3" fmla="*/ 29 h 58"/>
                <a:gd name="T4" fmla="*/ 9 w 27"/>
                <a:gd name="T5" fmla="*/ 39 h 58"/>
                <a:gd name="T6" fmla="*/ 6 w 27"/>
                <a:gd name="T7" fmla="*/ 58 h 58"/>
                <a:gd name="T8" fmla="*/ 19 w 27"/>
                <a:gd name="T9" fmla="*/ 32 h 58"/>
                <a:gd name="T10" fmla="*/ 19 w 27"/>
                <a:gd name="T11" fmla="*/ 31 h 58"/>
                <a:gd name="T12" fmla="*/ 19 w 27"/>
                <a:gd name="T13" fmla="*/ 32 h 58"/>
                <a:gd name="T14" fmla="*/ 23 w 27"/>
                <a:gd name="T15" fmla="*/ 44 h 58"/>
                <a:gd name="T16" fmla="*/ 27 w 27"/>
                <a:gd name="T17" fmla="*/ 28 h 58"/>
                <a:gd name="T18" fmla="*/ 0 w 27"/>
                <a:gd name="T1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8">
                  <a:moveTo>
                    <a:pt x="0" y="0"/>
                  </a:moveTo>
                  <a:cubicBezTo>
                    <a:pt x="2" y="3"/>
                    <a:pt x="10" y="15"/>
                    <a:pt x="10" y="29"/>
                  </a:cubicBezTo>
                  <a:cubicBezTo>
                    <a:pt x="10" y="33"/>
                    <a:pt x="9" y="39"/>
                    <a:pt x="9" y="39"/>
                  </a:cubicBezTo>
                  <a:cubicBezTo>
                    <a:pt x="9" y="39"/>
                    <a:pt x="9" y="46"/>
                    <a:pt x="6" y="58"/>
                  </a:cubicBezTo>
                  <a:cubicBezTo>
                    <a:pt x="10" y="51"/>
                    <a:pt x="17" y="41"/>
                    <a:pt x="19" y="32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3" y="38"/>
                    <a:pt x="23" y="44"/>
                  </a:cubicBezTo>
                  <a:cubicBezTo>
                    <a:pt x="24" y="42"/>
                    <a:pt x="27" y="35"/>
                    <a:pt x="27" y="28"/>
                  </a:cubicBezTo>
                  <a:cubicBezTo>
                    <a:pt x="27" y="15"/>
                    <a:pt x="15" y="1"/>
                    <a:pt x="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9" name="Freeform 87">
              <a:extLst>
                <a:ext uri="{FF2B5EF4-FFF2-40B4-BE49-F238E27FC236}">
                  <a16:creationId xmlns:a16="http://schemas.microsoft.com/office/drawing/2014/main" id="{5933D2E8-D6CA-459C-B8D3-C404BE03CA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43938" y="12096750"/>
              <a:ext cx="34925" cy="85725"/>
            </a:xfrm>
            <a:custGeom>
              <a:avLst/>
              <a:gdLst>
                <a:gd name="T0" fmla="*/ 45 w 45"/>
                <a:gd name="T1" fmla="*/ 14 h 110"/>
                <a:gd name="T2" fmla="*/ 45 w 45"/>
                <a:gd name="T3" fmla="*/ 14 h 110"/>
                <a:gd name="T4" fmla="*/ 44 w 45"/>
                <a:gd name="T5" fmla="*/ 0 h 110"/>
                <a:gd name="T6" fmla="*/ 17 w 45"/>
                <a:gd name="T7" fmla="*/ 33 h 110"/>
                <a:gd name="T8" fmla="*/ 0 w 45"/>
                <a:gd name="T9" fmla="*/ 64 h 110"/>
                <a:gd name="T10" fmla="*/ 26 w 45"/>
                <a:gd name="T11" fmla="*/ 110 h 110"/>
                <a:gd name="T12" fmla="*/ 19 w 45"/>
                <a:gd name="T13" fmla="*/ 72 h 110"/>
                <a:gd name="T14" fmla="*/ 28 w 45"/>
                <a:gd name="T15" fmla="*/ 55 h 110"/>
                <a:gd name="T16" fmla="*/ 29 w 45"/>
                <a:gd name="T17" fmla="*/ 54 h 110"/>
                <a:gd name="T18" fmla="*/ 40 w 45"/>
                <a:gd name="T19" fmla="*/ 41 h 110"/>
                <a:gd name="T20" fmla="*/ 40 w 45"/>
                <a:gd name="T21" fmla="*/ 41 h 110"/>
                <a:gd name="T22" fmla="*/ 44 w 45"/>
                <a:gd name="T23" fmla="*/ 32 h 110"/>
                <a:gd name="T24" fmla="*/ 45 w 45"/>
                <a:gd name="T25" fmla="*/ 28 h 110"/>
                <a:gd name="T26" fmla="*/ 45 w 45"/>
                <a:gd name="T27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110">
                  <a:moveTo>
                    <a:pt x="45" y="14"/>
                  </a:moveTo>
                  <a:cubicBezTo>
                    <a:pt x="45" y="14"/>
                    <a:pt x="45" y="14"/>
                    <a:pt x="45" y="14"/>
                  </a:cubicBezTo>
                  <a:cubicBezTo>
                    <a:pt x="45" y="10"/>
                    <a:pt x="45" y="5"/>
                    <a:pt x="44" y="0"/>
                  </a:cubicBezTo>
                  <a:cubicBezTo>
                    <a:pt x="42" y="4"/>
                    <a:pt x="37" y="14"/>
                    <a:pt x="17" y="33"/>
                  </a:cubicBezTo>
                  <a:cubicBezTo>
                    <a:pt x="6" y="43"/>
                    <a:pt x="0" y="52"/>
                    <a:pt x="0" y="64"/>
                  </a:cubicBezTo>
                  <a:cubicBezTo>
                    <a:pt x="0" y="87"/>
                    <a:pt x="21" y="106"/>
                    <a:pt x="26" y="110"/>
                  </a:cubicBezTo>
                  <a:cubicBezTo>
                    <a:pt x="24" y="106"/>
                    <a:pt x="19" y="90"/>
                    <a:pt x="19" y="72"/>
                  </a:cubicBezTo>
                  <a:cubicBezTo>
                    <a:pt x="19" y="64"/>
                    <a:pt x="24" y="59"/>
                    <a:pt x="28" y="55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2" y="50"/>
                    <a:pt x="37" y="46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3" y="37"/>
                    <a:pt x="44" y="32"/>
                  </a:cubicBezTo>
                  <a:cubicBezTo>
                    <a:pt x="45" y="31"/>
                    <a:pt x="45" y="30"/>
                    <a:pt x="45" y="28"/>
                  </a:cubicBezTo>
                  <a:cubicBezTo>
                    <a:pt x="45" y="26"/>
                    <a:pt x="45" y="19"/>
                    <a:pt x="45" y="1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0" name="Freeform 88">
              <a:extLst>
                <a:ext uri="{FF2B5EF4-FFF2-40B4-BE49-F238E27FC236}">
                  <a16:creationId xmlns:a16="http://schemas.microsoft.com/office/drawing/2014/main" id="{E6404B6A-8D0E-4050-A3FA-81F9EDE9DA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40750" y="12268200"/>
              <a:ext cx="55562" cy="46037"/>
            </a:xfrm>
            <a:custGeom>
              <a:avLst/>
              <a:gdLst>
                <a:gd name="T0" fmla="*/ 70 w 74"/>
                <a:gd name="T1" fmla="*/ 4 h 59"/>
                <a:gd name="T2" fmla="*/ 64 w 74"/>
                <a:gd name="T3" fmla="*/ 10 h 59"/>
                <a:gd name="T4" fmla="*/ 66 w 74"/>
                <a:gd name="T5" fmla="*/ 14 h 59"/>
                <a:gd name="T6" fmla="*/ 64 w 74"/>
                <a:gd name="T7" fmla="*/ 13 h 59"/>
                <a:gd name="T8" fmla="*/ 56 w 74"/>
                <a:gd name="T9" fmla="*/ 21 h 59"/>
                <a:gd name="T10" fmla="*/ 64 w 74"/>
                <a:gd name="T11" fmla="*/ 29 h 59"/>
                <a:gd name="T12" fmla="*/ 66 w 74"/>
                <a:gd name="T13" fmla="*/ 28 h 59"/>
                <a:gd name="T14" fmla="*/ 53 w 74"/>
                <a:gd name="T15" fmla="*/ 38 h 59"/>
                <a:gd name="T16" fmla="*/ 37 w 74"/>
                <a:gd name="T17" fmla="*/ 23 h 59"/>
                <a:gd name="T18" fmla="*/ 44 w 74"/>
                <a:gd name="T19" fmla="*/ 28 h 59"/>
                <a:gd name="T20" fmla="*/ 52 w 74"/>
                <a:gd name="T21" fmla="*/ 21 h 59"/>
                <a:gd name="T22" fmla="*/ 44 w 74"/>
                <a:gd name="T23" fmla="*/ 13 h 59"/>
                <a:gd name="T24" fmla="*/ 42 w 74"/>
                <a:gd name="T25" fmla="*/ 13 h 59"/>
                <a:gd name="T26" fmla="*/ 45 w 74"/>
                <a:gd name="T27" fmla="*/ 8 h 59"/>
                <a:gd name="T28" fmla="*/ 37 w 74"/>
                <a:gd name="T29" fmla="*/ 0 h 59"/>
                <a:gd name="T30" fmla="*/ 29 w 74"/>
                <a:gd name="T31" fmla="*/ 8 h 59"/>
                <a:gd name="T32" fmla="*/ 32 w 74"/>
                <a:gd name="T33" fmla="*/ 14 h 59"/>
                <a:gd name="T34" fmla="*/ 30 w 74"/>
                <a:gd name="T35" fmla="*/ 13 h 59"/>
                <a:gd name="T36" fmla="*/ 22 w 74"/>
                <a:gd name="T37" fmla="*/ 21 h 59"/>
                <a:gd name="T38" fmla="*/ 30 w 74"/>
                <a:gd name="T39" fmla="*/ 28 h 59"/>
                <a:gd name="T40" fmla="*/ 37 w 74"/>
                <a:gd name="T41" fmla="*/ 23 h 59"/>
                <a:gd name="T42" fmla="*/ 21 w 74"/>
                <a:gd name="T43" fmla="*/ 38 h 59"/>
                <a:gd name="T44" fmla="*/ 8 w 74"/>
                <a:gd name="T45" fmla="*/ 28 h 59"/>
                <a:gd name="T46" fmla="*/ 10 w 74"/>
                <a:gd name="T47" fmla="*/ 29 h 59"/>
                <a:gd name="T48" fmla="*/ 18 w 74"/>
                <a:gd name="T49" fmla="*/ 21 h 59"/>
                <a:gd name="T50" fmla="*/ 10 w 74"/>
                <a:gd name="T51" fmla="*/ 13 h 59"/>
                <a:gd name="T52" fmla="*/ 8 w 74"/>
                <a:gd name="T53" fmla="*/ 14 h 59"/>
                <a:gd name="T54" fmla="*/ 9 w 74"/>
                <a:gd name="T55" fmla="*/ 10 h 59"/>
                <a:gd name="T56" fmla="*/ 3 w 74"/>
                <a:gd name="T57" fmla="*/ 4 h 59"/>
                <a:gd name="T58" fmla="*/ 0 w 74"/>
                <a:gd name="T59" fmla="*/ 5 h 59"/>
                <a:gd name="T60" fmla="*/ 3 w 74"/>
                <a:gd name="T61" fmla="*/ 25 h 59"/>
                <a:gd name="T62" fmla="*/ 9 w 74"/>
                <a:gd name="T63" fmla="*/ 59 h 59"/>
                <a:gd name="T64" fmla="*/ 65 w 74"/>
                <a:gd name="T65" fmla="*/ 59 h 59"/>
                <a:gd name="T66" fmla="*/ 65 w 74"/>
                <a:gd name="T67" fmla="*/ 58 h 59"/>
                <a:gd name="T68" fmla="*/ 70 w 74"/>
                <a:gd name="T69" fmla="*/ 25 h 59"/>
                <a:gd name="T70" fmla="*/ 74 w 74"/>
                <a:gd name="T71" fmla="*/ 5 h 59"/>
                <a:gd name="T72" fmla="*/ 70 w 74"/>
                <a:gd name="T73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59">
                  <a:moveTo>
                    <a:pt x="70" y="4"/>
                  </a:moveTo>
                  <a:cubicBezTo>
                    <a:pt x="67" y="4"/>
                    <a:pt x="64" y="7"/>
                    <a:pt x="64" y="10"/>
                  </a:cubicBezTo>
                  <a:cubicBezTo>
                    <a:pt x="64" y="11"/>
                    <a:pt x="65" y="13"/>
                    <a:pt x="66" y="14"/>
                  </a:cubicBezTo>
                  <a:cubicBezTo>
                    <a:pt x="65" y="14"/>
                    <a:pt x="64" y="13"/>
                    <a:pt x="64" y="13"/>
                  </a:cubicBezTo>
                  <a:cubicBezTo>
                    <a:pt x="60" y="13"/>
                    <a:pt x="56" y="17"/>
                    <a:pt x="56" y="21"/>
                  </a:cubicBezTo>
                  <a:cubicBezTo>
                    <a:pt x="56" y="25"/>
                    <a:pt x="60" y="29"/>
                    <a:pt x="64" y="29"/>
                  </a:cubicBezTo>
                  <a:cubicBezTo>
                    <a:pt x="64" y="29"/>
                    <a:pt x="65" y="29"/>
                    <a:pt x="66" y="28"/>
                  </a:cubicBezTo>
                  <a:cubicBezTo>
                    <a:pt x="64" y="34"/>
                    <a:pt x="59" y="38"/>
                    <a:pt x="53" y="38"/>
                  </a:cubicBezTo>
                  <a:cubicBezTo>
                    <a:pt x="42" y="38"/>
                    <a:pt x="37" y="26"/>
                    <a:pt x="37" y="23"/>
                  </a:cubicBezTo>
                  <a:cubicBezTo>
                    <a:pt x="38" y="26"/>
                    <a:pt x="41" y="28"/>
                    <a:pt x="44" y="28"/>
                  </a:cubicBezTo>
                  <a:cubicBezTo>
                    <a:pt x="48" y="28"/>
                    <a:pt x="52" y="25"/>
                    <a:pt x="52" y="21"/>
                  </a:cubicBezTo>
                  <a:cubicBezTo>
                    <a:pt x="52" y="16"/>
                    <a:pt x="48" y="13"/>
                    <a:pt x="44" y="13"/>
                  </a:cubicBezTo>
                  <a:cubicBezTo>
                    <a:pt x="43" y="13"/>
                    <a:pt x="43" y="13"/>
                    <a:pt x="42" y="13"/>
                  </a:cubicBezTo>
                  <a:cubicBezTo>
                    <a:pt x="44" y="12"/>
                    <a:pt x="45" y="10"/>
                    <a:pt x="45" y="8"/>
                  </a:cubicBezTo>
                  <a:cubicBezTo>
                    <a:pt x="45" y="4"/>
                    <a:pt x="41" y="0"/>
                    <a:pt x="37" y="0"/>
                  </a:cubicBezTo>
                  <a:cubicBezTo>
                    <a:pt x="33" y="0"/>
                    <a:pt x="29" y="4"/>
                    <a:pt x="29" y="8"/>
                  </a:cubicBezTo>
                  <a:cubicBezTo>
                    <a:pt x="29" y="10"/>
                    <a:pt x="30" y="12"/>
                    <a:pt x="32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3"/>
                    <a:pt x="22" y="16"/>
                    <a:pt x="22" y="21"/>
                  </a:cubicBezTo>
                  <a:cubicBezTo>
                    <a:pt x="22" y="25"/>
                    <a:pt x="25" y="28"/>
                    <a:pt x="30" y="28"/>
                  </a:cubicBezTo>
                  <a:cubicBezTo>
                    <a:pt x="33" y="28"/>
                    <a:pt x="36" y="26"/>
                    <a:pt x="37" y="23"/>
                  </a:cubicBezTo>
                  <a:cubicBezTo>
                    <a:pt x="36" y="26"/>
                    <a:pt x="30" y="38"/>
                    <a:pt x="21" y="38"/>
                  </a:cubicBezTo>
                  <a:cubicBezTo>
                    <a:pt x="14" y="38"/>
                    <a:pt x="9" y="34"/>
                    <a:pt x="8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4" y="29"/>
                    <a:pt x="18" y="25"/>
                    <a:pt x="18" y="21"/>
                  </a:cubicBezTo>
                  <a:cubicBezTo>
                    <a:pt x="18" y="17"/>
                    <a:pt x="14" y="13"/>
                    <a:pt x="10" y="13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9" y="13"/>
                    <a:pt x="9" y="11"/>
                    <a:pt x="9" y="10"/>
                  </a:cubicBezTo>
                  <a:cubicBezTo>
                    <a:pt x="9" y="7"/>
                    <a:pt x="7" y="4"/>
                    <a:pt x="3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11"/>
                    <a:pt x="3" y="23"/>
                    <a:pt x="3" y="25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8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2" y="17"/>
                    <a:pt x="73" y="9"/>
                    <a:pt x="74" y="5"/>
                  </a:cubicBezTo>
                  <a:cubicBezTo>
                    <a:pt x="74" y="5"/>
                    <a:pt x="73" y="4"/>
                    <a:pt x="70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1" name="Freeform 89">
              <a:extLst>
                <a:ext uri="{FF2B5EF4-FFF2-40B4-BE49-F238E27FC236}">
                  <a16:creationId xmlns:a16="http://schemas.microsoft.com/office/drawing/2014/main" id="{3C730B8E-A40D-4DE2-AFE9-C09FD7F8B7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21713" y="12268200"/>
              <a:ext cx="57150" cy="46037"/>
            </a:xfrm>
            <a:custGeom>
              <a:avLst/>
              <a:gdLst>
                <a:gd name="T0" fmla="*/ 70 w 74"/>
                <a:gd name="T1" fmla="*/ 4 h 59"/>
                <a:gd name="T2" fmla="*/ 64 w 74"/>
                <a:gd name="T3" fmla="*/ 10 h 59"/>
                <a:gd name="T4" fmla="*/ 66 w 74"/>
                <a:gd name="T5" fmla="*/ 14 h 59"/>
                <a:gd name="T6" fmla="*/ 64 w 74"/>
                <a:gd name="T7" fmla="*/ 13 h 59"/>
                <a:gd name="T8" fmla="*/ 56 w 74"/>
                <a:gd name="T9" fmla="*/ 21 h 59"/>
                <a:gd name="T10" fmla="*/ 64 w 74"/>
                <a:gd name="T11" fmla="*/ 29 h 59"/>
                <a:gd name="T12" fmla="*/ 66 w 74"/>
                <a:gd name="T13" fmla="*/ 28 h 59"/>
                <a:gd name="T14" fmla="*/ 53 w 74"/>
                <a:gd name="T15" fmla="*/ 38 h 59"/>
                <a:gd name="T16" fmla="*/ 37 w 74"/>
                <a:gd name="T17" fmla="*/ 23 h 59"/>
                <a:gd name="T18" fmla="*/ 44 w 74"/>
                <a:gd name="T19" fmla="*/ 28 h 59"/>
                <a:gd name="T20" fmla="*/ 52 w 74"/>
                <a:gd name="T21" fmla="*/ 21 h 59"/>
                <a:gd name="T22" fmla="*/ 44 w 74"/>
                <a:gd name="T23" fmla="*/ 13 h 59"/>
                <a:gd name="T24" fmla="*/ 42 w 74"/>
                <a:gd name="T25" fmla="*/ 13 h 59"/>
                <a:gd name="T26" fmla="*/ 45 w 74"/>
                <a:gd name="T27" fmla="*/ 8 h 59"/>
                <a:gd name="T28" fmla="*/ 37 w 74"/>
                <a:gd name="T29" fmla="*/ 0 h 59"/>
                <a:gd name="T30" fmla="*/ 29 w 74"/>
                <a:gd name="T31" fmla="*/ 8 h 59"/>
                <a:gd name="T32" fmla="*/ 32 w 74"/>
                <a:gd name="T33" fmla="*/ 14 h 59"/>
                <a:gd name="T34" fmla="*/ 30 w 74"/>
                <a:gd name="T35" fmla="*/ 13 h 59"/>
                <a:gd name="T36" fmla="*/ 22 w 74"/>
                <a:gd name="T37" fmla="*/ 21 h 59"/>
                <a:gd name="T38" fmla="*/ 30 w 74"/>
                <a:gd name="T39" fmla="*/ 28 h 59"/>
                <a:gd name="T40" fmla="*/ 37 w 74"/>
                <a:gd name="T41" fmla="*/ 23 h 59"/>
                <a:gd name="T42" fmla="*/ 21 w 74"/>
                <a:gd name="T43" fmla="*/ 38 h 59"/>
                <a:gd name="T44" fmla="*/ 8 w 74"/>
                <a:gd name="T45" fmla="*/ 28 h 59"/>
                <a:gd name="T46" fmla="*/ 10 w 74"/>
                <a:gd name="T47" fmla="*/ 29 h 59"/>
                <a:gd name="T48" fmla="*/ 17 w 74"/>
                <a:gd name="T49" fmla="*/ 21 h 59"/>
                <a:gd name="T50" fmla="*/ 10 w 74"/>
                <a:gd name="T51" fmla="*/ 13 h 59"/>
                <a:gd name="T52" fmla="*/ 8 w 74"/>
                <a:gd name="T53" fmla="*/ 14 h 59"/>
                <a:gd name="T54" fmla="*/ 10 w 74"/>
                <a:gd name="T55" fmla="*/ 10 h 59"/>
                <a:gd name="T56" fmla="*/ 3 w 74"/>
                <a:gd name="T57" fmla="*/ 4 h 59"/>
                <a:gd name="T58" fmla="*/ 0 w 74"/>
                <a:gd name="T59" fmla="*/ 5 h 59"/>
                <a:gd name="T60" fmla="*/ 3 w 74"/>
                <a:gd name="T61" fmla="*/ 25 h 59"/>
                <a:gd name="T62" fmla="*/ 9 w 74"/>
                <a:gd name="T63" fmla="*/ 59 h 59"/>
                <a:gd name="T64" fmla="*/ 65 w 74"/>
                <a:gd name="T65" fmla="*/ 59 h 59"/>
                <a:gd name="T66" fmla="*/ 65 w 74"/>
                <a:gd name="T67" fmla="*/ 58 h 59"/>
                <a:gd name="T68" fmla="*/ 70 w 74"/>
                <a:gd name="T69" fmla="*/ 25 h 59"/>
                <a:gd name="T70" fmla="*/ 74 w 74"/>
                <a:gd name="T71" fmla="*/ 5 h 59"/>
                <a:gd name="T72" fmla="*/ 70 w 74"/>
                <a:gd name="T73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59">
                  <a:moveTo>
                    <a:pt x="70" y="4"/>
                  </a:moveTo>
                  <a:cubicBezTo>
                    <a:pt x="67" y="4"/>
                    <a:pt x="64" y="7"/>
                    <a:pt x="64" y="10"/>
                  </a:cubicBezTo>
                  <a:cubicBezTo>
                    <a:pt x="64" y="11"/>
                    <a:pt x="65" y="13"/>
                    <a:pt x="66" y="14"/>
                  </a:cubicBezTo>
                  <a:cubicBezTo>
                    <a:pt x="65" y="14"/>
                    <a:pt x="64" y="13"/>
                    <a:pt x="64" y="13"/>
                  </a:cubicBezTo>
                  <a:cubicBezTo>
                    <a:pt x="59" y="13"/>
                    <a:pt x="56" y="17"/>
                    <a:pt x="56" y="21"/>
                  </a:cubicBezTo>
                  <a:cubicBezTo>
                    <a:pt x="56" y="25"/>
                    <a:pt x="59" y="29"/>
                    <a:pt x="64" y="29"/>
                  </a:cubicBezTo>
                  <a:cubicBezTo>
                    <a:pt x="64" y="29"/>
                    <a:pt x="65" y="29"/>
                    <a:pt x="66" y="28"/>
                  </a:cubicBezTo>
                  <a:cubicBezTo>
                    <a:pt x="64" y="34"/>
                    <a:pt x="59" y="38"/>
                    <a:pt x="53" y="38"/>
                  </a:cubicBezTo>
                  <a:cubicBezTo>
                    <a:pt x="42" y="38"/>
                    <a:pt x="37" y="26"/>
                    <a:pt x="37" y="23"/>
                  </a:cubicBezTo>
                  <a:cubicBezTo>
                    <a:pt x="38" y="26"/>
                    <a:pt x="41" y="28"/>
                    <a:pt x="44" y="28"/>
                  </a:cubicBezTo>
                  <a:cubicBezTo>
                    <a:pt x="48" y="28"/>
                    <a:pt x="52" y="25"/>
                    <a:pt x="52" y="21"/>
                  </a:cubicBezTo>
                  <a:cubicBezTo>
                    <a:pt x="52" y="16"/>
                    <a:pt x="48" y="13"/>
                    <a:pt x="44" y="13"/>
                  </a:cubicBezTo>
                  <a:cubicBezTo>
                    <a:pt x="43" y="13"/>
                    <a:pt x="43" y="13"/>
                    <a:pt x="42" y="13"/>
                  </a:cubicBezTo>
                  <a:cubicBezTo>
                    <a:pt x="44" y="12"/>
                    <a:pt x="45" y="10"/>
                    <a:pt x="45" y="8"/>
                  </a:cubicBezTo>
                  <a:cubicBezTo>
                    <a:pt x="45" y="4"/>
                    <a:pt x="41" y="0"/>
                    <a:pt x="37" y="0"/>
                  </a:cubicBezTo>
                  <a:cubicBezTo>
                    <a:pt x="33" y="0"/>
                    <a:pt x="29" y="4"/>
                    <a:pt x="29" y="8"/>
                  </a:cubicBezTo>
                  <a:cubicBezTo>
                    <a:pt x="29" y="10"/>
                    <a:pt x="31" y="12"/>
                    <a:pt x="32" y="14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5" y="13"/>
                    <a:pt x="22" y="16"/>
                    <a:pt x="22" y="21"/>
                  </a:cubicBezTo>
                  <a:cubicBezTo>
                    <a:pt x="22" y="25"/>
                    <a:pt x="25" y="28"/>
                    <a:pt x="30" y="28"/>
                  </a:cubicBezTo>
                  <a:cubicBezTo>
                    <a:pt x="33" y="28"/>
                    <a:pt x="36" y="26"/>
                    <a:pt x="37" y="23"/>
                  </a:cubicBezTo>
                  <a:cubicBezTo>
                    <a:pt x="36" y="26"/>
                    <a:pt x="30" y="38"/>
                    <a:pt x="21" y="38"/>
                  </a:cubicBezTo>
                  <a:cubicBezTo>
                    <a:pt x="14" y="38"/>
                    <a:pt x="9" y="34"/>
                    <a:pt x="8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4" y="29"/>
                    <a:pt x="17" y="25"/>
                    <a:pt x="17" y="21"/>
                  </a:cubicBezTo>
                  <a:cubicBezTo>
                    <a:pt x="17" y="17"/>
                    <a:pt x="14" y="13"/>
                    <a:pt x="10" y="13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9" y="13"/>
                    <a:pt x="10" y="11"/>
                    <a:pt x="10" y="10"/>
                  </a:cubicBezTo>
                  <a:cubicBezTo>
                    <a:pt x="10" y="7"/>
                    <a:pt x="7" y="4"/>
                    <a:pt x="3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11"/>
                    <a:pt x="3" y="23"/>
                    <a:pt x="3" y="25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8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1" y="17"/>
                    <a:pt x="73" y="9"/>
                    <a:pt x="74" y="5"/>
                  </a:cubicBezTo>
                  <a:cubicBezTo>
                    <a:pt x="74" y="5"/>
                    <a:pt x="73" y="4"/>
                    <a:pt x="70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2" name="Freeform 90">
              <a:extLst>
                <a:ext uri="{FF2B5EF4-FFF2-40B4-BE49-F238E27FC236}">
                  <a16:creationId xmlns:a16="http://schemas.microsoft.com/office/drawing/2014/main" id="{2A64D9AF-B2B4-455E-B4DC-AF806F9E78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78850" y="12320588"/>
              <a:ext cx="61912" cy="49212"/>
            </a:xfrm>
            <a:custGeom>
              <a:avLst/>
              <a:gdLst>
                <a:gd name="T0" fmla="*/ 78 w 82"/>
                <a:gd name="T1" fmla="*/ 4 h 65"/>
                <a:gd name="T2" fmla="*/ 71 w 82"/>
                <a:gd name="T3" fmla="*/ 11 h 65"/>
                <a:gd name="T4" fmla="*/ 73 w 82"/>
                <a:gd name="T5" fmla="*/ 15 h 65"/>
                <a:gd name="T6" fmla="*/ 71 w 82"/>
                <a:gd name="T7" fmla="*/ 15 h 65"/>
                <a:gd name="T8" fmla="*/ 62 w 82"/>
                <a:gd name="T9" fmla="*/ 23 h 65"/>
                <a:gd name="T10" fmla="*/ 71 w 82"/>
                <a:gd name="T11" fmla="*/ 32 h 65"/>
                <a:gd name="T12" fmla="*/ 73 w 82"/>
                <a:gd name="T13" fmla="*/ 31 h 65"/>
                <a:gd name="T14" fmla="*/ 59 w 82"/>
                <a:gd name="T15" fmla="*/ 42 h 65"/>
                <a:gd name="T16" fmla="*/ 41 w 82"/>
                <a:gd name="T17" fmla="*/ 25 h 65"/>
                <a:gd name="T18" fmla="*/ 49 w 82"/>
                <a:gd name="T19" fmla="*/ 31 h 65"/>
                <a:gd name="T20" fmla="*/ 58 w 82"/>
                <a:gd name="T21" fmla="*/ 23 h 65"/>
                <a:gd name="T22" fmla="*/ 49 w 82"/>
                <a:gd name="T23" fmla="*/ 14 h 65"/>
                <a:gd name="T24" fmla="*/ 47 w 82"/>
                <a:gd name="T25" fmla="*/ 15 h 65"/>
                <a:gd name="T26" fmla="*/ 50 w 82"/>
                <a:gd name="T27" fmla="*/ 9 h 65"/>
                <a:gd name="T28" fmla="*/ 41 w 82"/>
                <a:gd name="T29" fmla="*/ 0 h 65"/>
                <a:gd name="T30" fmla="*/ 33 w 82"/>
                <a:gd name="T31" fmla="*/ 9 h 65"/>
                <a:gd name="T32" fmla="*/ 36 w 82"/>
                <a:gd name="T33" fmla="*/ 15 h 65"/>
                <a:gd name="T34" fmla="*/ 33 w 82"/>
                <a:gd name="T35" fmla="*/ 14 h 65"/>
                <a:gd name="T36" fmla="*/ 25 w 82"/>
                <a:gd name="T37" fmla="*/ 23 h 65"/>
                <a:gd name="T38" fmla="*/ 33 w 82"/>
                <a:gd name="T39" fmla="*/ 31 h 65"/>
                <a:gd name="T40" fmla="*/ 41 w 82"/>
                <a:gd name="T41" fmla="*/ 25 h 65"/>
                <a:gd name="T42" fmla="*/ 23 w 82"/>
                <a:gd name="T43" fmla="*/ 42 h 65"/>
                <a:gd name="T44" fmla="*/ 9 w 82"/>
                <a:gd name="T45" fmla="*/ 31 h 65"/>
                <a:gd name="T46" fmla="*/ 11 w 82"/>
                <a:gd name="T47" fmla="*/ 32 h 65"/>
                <a:gd name="T48" fmla="*/ 20 w 82"/>
                <a:gd name="T49" fmla="*/ 23 h 65"/>
                <a:gd name="T50" fmla="*/ 11 w 82"/>
                <a:gd name="T51" fmla="*/ 15 h 65"/>
                <a:gd name="T52" fmla="*/ 9 w 82"/>
                <a:gd name="T53" fmla="*/ 15 h 65"/>
                <a:gd name="T54" fmla="*/ 11 w 82"/>
                <a:gd name="T55" fmla="*/ 11 h 65"/>
                <a:gd name="T56" fmla="*/ 4 w 82"/>
                <a:gd name="T57" fmla="*/ 4 h 65"/>
                <a:gd name="T58" fmla="*/ 0 w 82"/>
                <a:gd name="T59" fmla="*/ 5 h 65"/>
                <a:gd name="T60" fmla="*/ 4 w 82"/>
                <a:gd name="T61" fmla="*/ 28 h 65"/>
                <a:gd name="T62" fmla="*/ 10 w 82"/>
                <a:gd name="T63" fmla="*/ 65 h 65"/>
                <a:gd name="T64" fmla="*/ 72 w 82"/>
                <a:gd name="T65" fmla="*/ 65 h 65"/>
                <a:gd name="T66" fmla="*/ 73 w 82"/>
                <a:gd name="T67" fmla="*/ 64 h 65"/>
                <a:gd name="T68" fmla="*/ 78 w 82"/>
                <a:gd name="T69" fmla="*/ 28 h 65"/>
                <a:gd name="T70" fmla="*/ 82 w 82"/>
                <a:gd name="T71" fmla="*/ 5 h 65"/>
                <a:gd name="T72" fmla="*/ 78 w 82"/>
                <a:gd name="T73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65">
                  <a:moveTo>
                    <a:pt x="78" y="4"/>
                  </a:moveTo>
                  <a:cubicBezTo>
                    <a:pt x="74" y="4"/>
                    <a:pt x="71" y="7"/>
                    <a:pt x="71" y="11"/>
                  </a:cubicBezTo>
                  <a:cubicBezTo>
                    <a:pt x="71" y="13"/>
                    <a:pt x="72" y="14"/>
                    <a:pt x="73" y="15"/>
                  </a:cubicBezTo>
                  <a:cubicBezTo>
                    <a:pt x="72" y="15"/>
                    <a:pt x="72" y="15"/>
                    <a:pt x="71" y="15"/>
                  </a:cubicBezTo>
                  <a:cubicBezTo>
                    <a:pt x="66" y="15"/>
                    <a:pt x="62" y="19"/>
                    <a:pt x="62" y="23"/>
                  </a:cubicBezTo>
                  <a:cubicBezTo>
                    <a:pt x="62" y="28"/>
                    <a:pt x="66" y="32"/>
                    <a:pt x="71" y="32"/>
                  </a:cubicBezTo>
                  <a:cubicBezTo>
                    <a:pt x="72" y="32"/>
                    <a:pt x="72" y="32"/>
                    <a:pt x="73" y="31"/>
                  </a:cubicBezTo>
                  <a:cubicBezTo>
                    <a:pt x="71" y="38"/>
                    <a:pt x="65" y="42"/>
                    <a:pt x="59" y="42"/>
                  </a:cubicBezTo>
                  <a:cubicBezTo>
                    <a:pt x="47" y="42"/>
                    <a:pt x="42" y="28"/>
                    <a:pt x="41" y="25"/>
                  </a:cubicBezTo>
                  <a:cubicBezTo>
                    <a:pt x="42" y="29"/>
                    <a:pt x="45" y="31"/>
                    <a:pt x="49" y="31"/>
                  </a:cubicBezTo>
                  <a:cubicBezTo>
                    <a:pt x="54" y="31"/>
                    <a:pt x="58" y="27"/>
                    <a:pt x="58" y="23"/>
                  </a:cubicBezTo>
                  <a:cubicBezTo>
                    <a:pt x="58" y="18"/>
                    <a:pt x="54" y="14"/>
                    <a:pt x="49" y="14"/>
                  </a:cubicBezTo>
                  <a:cubicBezTo>
                    <a:pt x="48" y="14"/>
                    <a:pt x="48" y="15"/>
                    <a:pt x="47" y="15"/>
                  </a:cubicBezTo>
                  <a:cubicBezTo>
                    <a:pt x="49" y="13"/>
                    <a:pt x="50" y="11"/>
                    <a:pt x="50" y="9"/>
                  </a:cubicBezTo>
                  <a:cubicBezTo>
                    <a:pt x="50" y="4"/>
                    <a:pt x="46" y="0"/>
                    <a:pt x="41" y="0"/>
                  </a:cubicBezTo>
                  <a:cubicBezTo>
                    <a:pt x="37" y="0"/>
                    <a:pt x="33" y="4"/>
                    <a:pt x="33" y="9"/>
                  </a:cubicBezTo>
                  <a:cubicBezTo>
                    <a:pt x="33" y="11"/>
                    <a:pt x="34" y="13"/>
                    <a:pt x="36" y="15"/>
                  </a:cubicBezTo>
                  <a:cubicBezTo>
                    <a:pt x="35" y="15"/>
                    <a:pt x="34" y="14"/>
                    <a:pt x="33" y="14"/>
                  </a:cubicBezTo>
                  <a:cubicBezTo>
                    <a:pt x="29" y="14"/>
                    <a:pt x="25" y="18"/>
                    <a:pt x="25" y="23"/>
                  </a:cubicBezTo>
                  <a:cubicBezTo>
                    <a:pt x="25" y="27"/>
                    <a:pt x="29" y="31"/>
                    <a:pt x="33" y="31"/>
                  </a:cubicBezTo>
                  <a:cubicBezTo>
                    <a:pt x="37" y="31"/>
                    <a:pt x="40" y="29"/>
                    <a:pt x="41" y="25"/>
                  </a:cubicBezTo>
                  <a:cubicBezTo>
                    <a:pt x="41" y="29"/>
                    <a:pt x="34" y="42"/>
                    <a:pt x="23" y="42"/>
                  </a:cubicBezTo>
                  <a:cubicBezTo>
                    <a:pt x="16" y="42"/>
                    <a:pt x="11" y="37"/>
                    <a:pt x="9" y="31"/>
                  </a:cubicBezTo>
                  <a:cubicBezTo>
                    <a:pt x="10" y="32"/>
                    <a:pt x="11" y="32"/>
                    <a:pt x="11" y="32"/>
                  </a:cubicBezTo>
                  <a:cubicBezTo>
                    <a:pt x="16" y="32"/>
                    <a:pt x="20" y="28"/>
                    <a:pt x="20" y="23"/>
                  </a:cubicBezTo>
                  <a:cubicBezTo>
                    <a:pt x="20" y="19"/>
                    <a:pt x="16" y="15"/>
                    <a:pt x="11" y="15"/>
                  </a:cubicBezTo>
                  <a:cubicBezTo>
                    <a:pt x="11" y="15"/>
                    <a:pt x="10" y="15"/>
                    <a:pt x="9" y="15"/>
                  </a:cubicBezTo>
                  <a:cubicBezTo>
                    <a:pt x="10" y="14"/>
                    <a:pt x="11" y="13"/>
                    <a:pt x="11" y="11"/>
                  </a:cubicBezTo>
                  <a:cubicBezTo>
                    <a:pt x="11" y="7"/>
                    <a:pt x="8" y="4"/>
                    <a:pt x="4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2" y="12"/>
                    <a:pt x="4" y="26"/>
                    <a:pt x="4" y="28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2" y="65"/>
                    <a:pt x="72" y="65"/>
                    <a:pt x="73" y="64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9" y="19"/>
                    <a:pt x="81" y="9"/>
                    <a:pt x="82" y="5"/>
                  </a:cubicBezTo>
                  <a:cubicBezTo>
                    <a:pt x="82" y="5"/>
                    <a:pt x="81" y="4"/>
                    <a:pt x="78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3" name="Line 91">
              <a:extLst>
                <a:ext uri="{FF2B5EF4-FFF2-40B4-BE49-F238E27FC236}">
                  <a16:creationId xmlns:a16="http://schemas.microsoft.com/office/drawing/2014/main" id="{D0F29089-FBBE-4C1F-A92C-1CE9AD5C74E5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>
              <a:off x="20978813" y="12082463"/>
              <a:ext cx="0" cy="862012"/>
            </a:xfrm>
            <a:prstGeom prst="line">
              <a:avLst/>
            </a:pr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4" name="Freeform 92">
              <a:extLst>
                <a:ext uri="{FF2B5EF4-FFF2-40B4-BE49-F238E27FC236}">
                  <a16:creationId xmlns:a16="http://schemas.microsoft.com/office/drawing/2014/main" id="{E5207169-15BE-4CB2-B51D-1840F19999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24488" y="12857163"/>
              <a:ext cx="58737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5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5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8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1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5" name="Freeform 93">
              <a:extLst>
                <a:ext uri="{FF2B5EF4-FFF2-40B4-BE49-F238E27FC236}">
                  <a16:creationId xmlns:a16="http://schemas.microsoft.com/office/drawing/2014/main" id="{E3F89220-1C8F-4755-BCEA-9A55598779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91163" y="12877800"/>
              <a:ext cx="68262" cy="60325"/>
            </a:xfrm>
            <a:custGeom>
              <a:avLst/>
              <a:gdLst>
                <a:gd name="T0" fmla="*/ 0 w 88"/>
                <a:gd name="T1" fmla="*/ 0 h 77"/>
                <a:gd name="T2" fmla="*/ 27 w 88"/>
                <a:gd name="T3" fmla="*/ 0 h 77"/>
                <a:gd name="T4" fmla="*/ 26 w 88"/>
                <a:gd name="T5" fmla="*/ 45 h 77"/>
                <a:gd name="T6" fmla="*/ 41 w 88"/>
                <a:gd name="T7" fmla="*/ 64 h 77"/>
                <a:gd name="T8" fmla="*/ 61 w 88"/>
                <a:gd name="T9" fmla="*/ 41 h 77"/>
                <a:gd name="T10" fmla="*/ 61 w 88"/>
                <a:gd name="T11" fmla="*/ 12 h 77"/>
                <a:gd name="T12" fmla="*/ 51 w 88"/>
                <a:gd name="T13" fmla="*/ 12 h 77"/>
                <a:gd name="T14" fmla="*/ 51 w 88"/>
                <a:gd name="T15" fmla="*/ 0 h 77"/>
                <a:gd name="T16" fmla="*/ 78 w 88"/>
                <a:gd name="T17" fmla="*/ 0 h 77"/>
                <a:gd name="T18" fmla="*/ 77 w 88"/>
                <a:gd name="T19" fmla="*/ 64 h 77"/>
                <a:gd name="T20" fmla="*/ 88 w 88"/>
                <a:gd name="T21" fmla="*/ 64 h 77"/>
                <a:gd name="T22" fmla="*/ 88 w 88"/>
                <a:gd name="T23" fmla="*/ 76 h 77"/>
                <a:gd name="T24" fmla="*/ 61 w 88"/>
                <a:gd name="T25" fmla="*/ 76 h 77"/>
                <a:gd name="T26" fmla="*/ 63 w 88"/>
                <a:gd name="T27" fmla="*/ 59 h 77"/>
                <a:gd name="T28" fmla="*/ 62 w 88"/>
                <a:gd name="T29" fmla="*/ 59 h 77"/>
                <a:gd name="T30" fmla="*/ 36 w 88"/>
                <a:gd name="T31" fmla="*/ 77 h 77"/>
                <a:gd name="T32" fmla="*/ 10 w 88"/>
                <a:gd name="T33" fmla="*/ 48 h 77"/>
                <a:gd name="T34" fmla="*/ 10 w 88"/>
                <a:gd name="T35" fmla="*/ 12 h 77"/>
                <a:gd name="T36" fmla="*/ 0 w 88"/>
                <a:gd name="T37" fmla="*/ 12 h 77"/>
                <a:gd name="T38" fmla="*/ 0 w 88"/>
                <a:gd name="T3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77">
                  <a:moveTo>
                    <a:pt x="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15"/>
                    <a:pt x="26" y="30"/>
                    <a:pt x="26" y="45"/>
                  </a:cubicBezTo>
                  <a:cubicBezTo>
                    <a:pt x="26" y="56"/>
                    <a:pt x="31" y="64"/>
                    <a:pt x="41" y="64"/>
                  </a:cubicBezTo>
                  <a:cubicBezTo>
                    <a:pt x="52" y="64"/>
                    <a:pt x="61" y="55"/>
                    <a:pt x="61" y="41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1"/>
                    <a:pt x="62" y="65"/>
                    <a:pt x="63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59" y="70"/>
                    <a:pt x="48" y="77"/>
                    <a:pt x="36" y="77"/>
                  </a:cubicBezTo>
                  <a:cubicBezTo>
                    <a:pt x="19" y="77"/>
                    <a:pt x="10" y="66"/>
                    <a:pt x="10" y="48"/>
                  </a:cubicBezTo>
                  <a:cubicBezTo>
                    <a:pt x="10" y="36"/>
                    <a:pt x="10" y="24"/>
                    <a:pt x="10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6" name="Freeform 94">
              <a:extLst>
                <a:ext uri="{FF2B5EF4-FFF2-40B4-BE49-F238E27FC236}">
                  <a16:creationId xmlns:a16="http://schemas.microsoft.com/office/drawing/2014/main" id="{B935E8B2-3989-483C-B996-2F6C15167C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267363" y="12876213"/>
              <a:ext cx="49212" cy="61912"/>
            </a:xfrm>
            <a:custGeom>
              <a:avLst/>
              <a:gdLst>
                <a:gd name="T0" fmla="*/ 45 w 63"/>
                <a:gd name="T1" fmla="*/ 24 h 79"/>
                <a:gd name="T2" fmla="*/ 45 w 63"/>
                <a:gd name="T3" fmla="*/ 15 h 79"/>
                <a:gd name="T4" fmla="*/ 32 w 63"/>
                <a:gd name="T5" fmla="*/ 12 h 79"/>
                <a:gd name="T6" fmla="*/ 17 w 63"/>
                <a:gd name="T7" fmla="*/ 21 h 79"/>
                <a:gd name="T8" fmla="*/ 26 w 63"/>
                <a:gd name="T9" fmla="*/ 30 h 79"/>
                <a:gd name="T10" fmla="*/ 45 w 63"/>
                <a:gd name="T11" fmla="*/ 33 h 79"/>
                <a:gd name="T12" fmla="*/ 63 w 63"/>
                <a:gd name="T13" fmla="*/ 54 h 79"/>
                <a:gd name="T14" fmla="*/ 29 w 63"/>
                <a:gd name="T15" fmla="*/ 79 h 79"/>
                <a:gd name="T16" fmla="*/ 1 w 63"/>
                <a:gd name="T17" fmla="*/ 75 h 79"/>
                <a:gd name="T18" fmla="*/ 1 w 63"/>
                <a:gd name="T19" fmla="*/ 54 h 79"/>
                <a:gd name="T20" fmla="*/ 16 w 63"/>
                <a:gd name="T21" fmla="*/ 54 h 79"/>
                <a:gd name="T22" fmla="*/ 16 w 63"/>
                <a:gd name="T23" fmla="*/ 64 h 79"/>
                <a:gd name="T24" fmla="*/ 32 w 63"/>
                <a:gd name="T25" fmla="*/ 68 h 79"/>
                <a:gd name="T26" fmla="*/ 48 w 63"/>
                <a:gd name="T27" fmla="*/ 57 h 79"/>
                <a:gd name="T28" fmla="*/ 37 w 63"/>
                <a:gd name="T29" fmla="*/ 47 h 79"/>
                <a:gd name="T30" fmla="*/ 25 w 63"/>
                <a:gd name="T31" fmla="*/ 45 h 79"/>
                <a:gd name="T32" fmla="*/ 0 w 63"/>
                <a:gd name="T33" fmla="*/ 24 h 79"/>
                <a:gd name="T34" fmla="*/ 33 w 63"/>
                <a:gd name="T35" fmla="*/ 0 h 79"/>
                <a:gd name="T36" fmla="*/ 59 w 63"/>
                <a:gd name="T37" fmla="*/ 5 h 79"/>
                <a:gd name="T38" fmla="*/ 59 w 63"/>
                <a:gd name="T39" fmla="*/ 24 h 79"/>
                <a:gd name="T40" fmla="*/ 45 w 63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9">
                  <a:moveTo>
                    <a:pt x="45" y="24"/>
                  </a:moveTo>
                  <a:cubicBezTo>
                    <a:pt x="45" y="15"/>
                    <a:pt x="45" y="15"/>
                    <a:pt x="45" y="15"/>
                  </a:cubicBezTo>
                  <a:cubicBezTo>
                    <a:pt x="42" y="13"/>
                    <a:pt x="39" y="12"/>
                    <a:pt x="32" y="12"/>
                  </a:cubicBezTo>
                  <a:cubicBezTo>
                    <a:pt x="24" y="12"/>
                    <a:pt x="17" y="14"/>
                    <a:pt x="17" y="21"/>
                  </a:cubicBezTo>
                  <a:cubicBezTo>
                    <a:pt x="17" y="27"/>
                    <a:pt x="22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4" y="35"/>
                    <a:pt x="63" y="39"/>
                    <a:pt x="63" y="54"/>
                  </a:cubicBezTo>
                  <a:cubicBezTo>
                    <a:pt x="63" y="74"/>
                    <a:pt x="46" y="79"/>
                    <a:pt x="29" y="79"/>
                  </a:cubicBezTo>
                  <a:cubicBezTo>
                    <a:pt x="16" y="79"/>
                    <a:pt x="6" y="77"/>
                    <a:pt x="1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2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3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59" y="24"/>
                    <a:pt x="59" y="24"/>
                    <a:pt x="59" y="24"/>
                  </a:cubicBezTo>
                  <a:lnTo>
                    <a:pt x="45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7" name="Freeform 95">
              <a:extLst>
                <a:ext uri="{FF2B5EF4-FFF2-40B4-BE49-F238E27FC236}">
                  <a16:creationId xmlns:a16="http://schemas.microsoft.com/office/drawing/2014/main" id="{2859EC3D-D735-4358-BE57-663D9A1207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24513" y="12865100"/>
              <a:ext cx="38100" cy="73025"/>
            </a:xfrm>
            <a:custGeom>
              <a:avLst/>
              <a:gdLst>
                <a:gd name="T0" fmla="*/ 0 w 51"/>
                <a:gd name="T1" fmla="*/ 18 h 95"/>
                <a:gd name="T2" fmla="*/ 12 w 51"/>
                <a:gd name="T3" fmla="*/ 18 h 95"/>
                <a:gd name="T4" fmla="*/ 12 w 51"/>
                <a:gd name="T5" fmla="*/ 1 h 95"/>
                <a:gd name="T6" fmla="*/ 29 w 51"/>
                <a:gd name="T7" fmla="*/ 0 h 95"/>
                <a:gd name="T8" fmla="*/ 28 w 51"/>
                <a:gd name="T9" fmla="*/ 18 h 95"/>
                <a:gd name="T10" fmla="*/ 50 w 51"/>
                <a:gd name="T11" fmla="*/ 18 h 95"/>
                <a:gd name="T12" fmla="*/ 50 w 51"/>
                <a:gd name="T13" fmla="*/ 30 h 95"/>
                <a:gd name="T14" fmla="*/ 28 w 51"/>
                <a:gd name="T15" fmla="*/ 30 h 95"/>
                <a:gd name="T16" fmla="*/ 28 w 51"/>
                <a:gd name="T17" fmla="*/ 65 h 95"/>
                <a:gd name="T18" fmla="*/ 38 w 51"/>
                <a:gd name="T19" fmla="*/ 83 h 95"/>
                <a:gd name="T20" fmla="*/ 51 w 51"/>
                <a:gd name="T21" fmla="*/ 80 h 95"/>
                <a:gd name="T22" fmla="*/ 51 w 51"/>
                <a:gd name="T23" fmla="*/ 92 h 95"/>
                <a:gd name="T24" fmla="*/ 34 w 51"/>
                <a:gd name="T25" fmla="*/ 95 h 95"/>
                <a:gd name="T26" fmla="*/ 11 w 51"/>
                <a:gd name="T27" fmla="*/ 72 h 95"/>
                <a:gd name="T28" fmla="*/ 12 w 51"/>
                <a:gd name="T29" fmla="*/ 30 h 95"/>
                <a:gd name="T30" fmla="*/ 0 w 51"/>
                <a:gd name="T31" fmla="*/ 30 h 95"/>
                <a:gd name="T32" fmla="*/ 0 w 51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8" y="83"/>
                  </a:cubicBezTo>
                  <a:cubicBezTo>
                    <a:pt x="43" y="83"/>
                    <a:pt x="47" y="81"/>
                    <a:pt x="51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6" y="94"/>
                    <a:pt x="40" y="95"/>
                    <a:pt x="34" y="95"/>
                  </a:cubicBezTo>
                  <a:cubicBezTo>
                    <a:pt x="18" y="95"/>
                    <a:pt x="11" y="89"/>
                    <a:pt x="11" y="72"/>
                  </a:cubicBezTo>
                  <a:cubicBezTo>
                    <a:pt x="11" y="62"/>
                    <a:pt x="11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8" name="Freeform 96">
              <a:extLst>
                <a:ext uri="{FF2B5EF4-FFF2-40B4-BE49-F238E27FC236}">
                  <a16:creationId xmlns:a16="http://schemas.microsoft.com/office/drawing/2014/main" id="{C4532AAE-45B3-48A3-88F3-B848D1D857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368963" y="12876213"/>
              <a:ext cx="55562" cy="61912"/>
            </a:xfrm>
            <a:custGeom>
              <a:avLst/>
              <a:gdLst>
                <a:gd name="T0" fmla="*/ 3 w 73"/>
                <a:gd name="T1" fmla="*/ 7 h 79"/>
                <a:gd name="T2" fmla="*/ 34 w 73"/>
                <a:gd name="T3" fmla="*/ 0 h 79"/>
                <a:gd name="T4" fmla="*/ 63 w 73"/>
                <a:gd name="T5" fmla="*/ 29 h 79"/>
                <a:gd name="T6" fmla="*/ 63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9 w 73"/>
                <a:gd name="T13" fmla="*/ 78 h 79"/>
                <a:gd name="T14" fmla="*/ 50 w 73"/>
                <a:gd name="T15" fmla="*/ 62 h 79"/>
                <a:gd name="T16" fmla="*/ 50 w 73"/>
                <a:gd name="T17" fmla="*/ 62 h 79"/>
                <a:gd name="T18" fmla="*/ 25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9 w 73"/>
                <a:gd name="T25" fmla="*/ 34 h 79"/>
                <a:gd name="T26" fmla="*/ 49 w 73"/>
                <a:gd name="T27" fmla="*/ 28 h 79"/>
                <a:gd name="T28" fmla="*/ 32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9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7 w 73"/>
                <a:gd name="T45" fmla="*/ 56 h 79"/>
                <a:gd name="T46" fmla="*/ 29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8" y="5"/>
                    <a:pt x="17" y="0"/>
                    <a:pt x="34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3" y="54"/>
                    <a:pt x="6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3"/>
                    <a:pt x="49" y="67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7" y="71"/>
                    <a:pt x="41" y="79"/>
                    <a:pt x="25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1" y="35"/>
                    <a:pt x="33" y="3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19"/>
                    <a:pt x="45" y="12"/>
                    <a:pt x="32" y="12"/>
                  </a:cubicBezTo>
                  <a:cubicBezTo>
                    <a:pt x="26" y="12"/>
                    <a:pt x="21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9" y="67"/>
                  </a:moveTo>
                  <a:cubicBezTo>
                    <a:pt x="42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7" y="45"/>
                    <a:pt x="17" y="56"/>
                  </a:cubicBezTo>
                  <a:cubicBezTo>
                    <a:pt x="17" y="62"/>
                    <a:pt x="21" y="67"/>
                    <a:pt x="29" y="6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9" name="Freeform 97">
              <a:extLst>
                <a:ext uri="{FF2B5EF4-FFF2-40B4-BE49-F238E27FC236}">
                  <a16:creationId xmlns:a16="http://schemas.microsoft.com/office/drawing/2014/main" id="{D9EDCE44-0CBE-4DF3-B23F-9F8D81EE24A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432463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8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0" name="Freeform 98">
              <a:extLst>
                <a:ext uri="{FF2B5EF4-FFF2-40B4-BE49-F238E27FC236}">
                  <a16:creationId xmlns:a16="http://schemas.microsoft.com/office/drawing/2014/main" id="{ECDCEBB7-3AD2-400C-9375-42A53205E3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468975" y="12876213"/>
              <a:ext cx="66675" cy="60325"/>
            </a:xfrm>
            <a:custGeom>
              <a:avLst/>
              <a:gdLst>
                <a:gd name="T0" fmla="*/ 1 w 89"/>
                <a:gd name="T1" fmla="*/ 66 h 78"/>
                <a:gd name="T2" fmla="*/ 10 w 89"/>
                <a:gd name="T3" fmla="*/ 66 h 78"/>
                <a:gd name="T4" fmla="*/ 10 w 89"/>
                <a:gd name="T5" fmla="*/ 14 h 78"/>
                <a:gd name="T6" fmla="*/ 0 w 89"/>
                <a:gd name="T7" fmla="*/ 14 h 78"/>
                <a:gd name="T8" fmla="*/ 0 w 89"/>
                <a:gd name="T9" fmla="*/ 2 h 78"/>
                <a:gd name="T10" fmla="*/ 27 w 89"/>
                <a:gd name="T11" fmla="*/ 2 h 78"/>
                <a:gd name="T12" fmla="*/ 25 w 89"/>
                <a:gd name="T13" fmla="*/ 19 h 78"/>
                <a:gd name="T14" fmla="*/ 26 w 89"/>
                <a:gd name="T15" fmla="*/ 19 h 78"/>
                <a:gd name="T16" fmla="*/ 53 w 89"/>
                <a:gd name="T17" fmla="*/ 0 h 78"/>
                <a:gd name="T18" fmla="*/ 79 w 89"/>
                <a:gd name="T19" fmla="*/ 29 h 78"/>
                <a:gd name="T20" fmla="*/ 79 w 89"/>
                <a:gd name="T21" fmla="*/ 66 h 78"/>
                <a:gd name="T22" fmla="*/ 89 w 89"/>
                <a:gd name="T23" fmla="*/ 66 h 78"/>
                <a:gd name="T24" fmla="*/ 89 w 89"/>
                <a:gd name="T25" fmla="*/ 78 h 78"/>
                <a:gd name="T26" fmla="*/ 53 w 89"/>
                <a:gd name="T27" fmla="*/ 78 h 78"/>
                <a:gd name="T28" fmla="*/ 53 w 89"/>
                <a:gd name="T29" fmla="*/ 66 h 78"/>
                <a:gd name="T30" fmla="*/ 62 w 89"/>
                <a:gd name="T31" fmla="*/ 66 h 78"/>
                <a:gd name="T32" fmla="*/ 63 w 89"/>
                <a:gd name="T33" fmla="*/ 32 h 78"/>
                <a:gd name="T34" fmla="*/ 47 w 89"/>
                <a:gd name="T35" fmla="*/ 14 h 78"/>
                <a:gd name="T36" fmla="*/ 27 w 89"/>
                <a:gd name="T37" fmla="*/ 37 h 78"/>
                <a:gd name="T38" fmla="*/ 27 w 89"/>
                <a:gd name="T39" fmla="*/ 66 h 78"/>
                <a:gd name="T40" fmla="*/ 37 w 89"/>
                <a:gd name="T41" fmla="*/ 66 h 78"/>
                <a:gd name="T42" fmla="*/ 37 w 89"/>
                <a:gd name="T43" fmla="*/ 78 h 78"/>
                <a:gd name="T44" fmla="*/ 1 w 89"/>
                <a:gd name="T45" fmla="*/ 78 h 78"/>
                <a:gd name="T46" fmla="*/ 1 w 89"/>
                <a:gd name="T47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" h="78">
                  <a:moveTo>
                    <a:pt x="1" y="66"/>
                  </a:moveTo>
                  <a:cubicBezTo>
                    <a:pt x="10" y="66"/>
                    <a:pt x="10" y="66"/>
                    <a:pt x="10" y="66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2"/>
                    <a:pt x="25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9"/>
                    <a:pt x="37" y="0"/>
                    <a:pt x="53" y="0"/>
                  </a:cubicBezTo>
                  <a:cubicBezTo>
                    <a:pt x="71" y="0"/>
                    <a:pt x="79" y="11"/>
                    <a:pt x="79" y="29"/>
                  </a:cubicBezTo>
                  <a:cubicBezTo>
                    <a:pt x="79" y="42"/>
                    <a:pt x="79" y="54"/>
                    <a:pt x="79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55"/>
                    <a:pt x="63" y="43"/>
                    <a:pt x="63" y="32"/>
                  </a:cubicBezTo>
                  <a:cubicBezTo>
                    <a:pt x="63" y="22"/>
                    <a:pt x="58" y="14"/>
                    <a:pt x="47" y="14"/>
                  </a:cubicBezTo>
                  <a:cubicBezTo>
                    <a:pt x="36" y="14"/>
                    <a:pt x="27" y="23"/>
                    <a:pt x="27" y="3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1" y="78"/>
                    <a:pt x="1" y="78"/>
                    <a:pt x="1" y="78"/>
                  </a:cubicBezTo>
                  <a:lnTo>
                    <a:pt x="1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1" name="Freeform 99">
              <a:extLst>
                <a:ext uri="{FF2B5EF4-FFF2-40B4-BE49-F238E27FC236}">
                  <a16:creationId xmlns:a16="http://schemas.microsoft.com/office/drawing/2014/main" id="{D2EAF09F-257C-4EF6-B632-82E103327D7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45175" y="12876213"/>
              <a:ext cx="55562" cy="61912"/>
            </a:xfrm>
            <a:custGeom>
              <a:avLst/>
              <a:gdLst>
                <a:gd name="T0" fmla="*/ 3 w 73"/>
                <a:gd name="T1" fmla="*/ 7 h 79"/>
                <a:gd name="T2" fmla="*/ 33 w 73"/>
                <a:gd name="T3" fmla="*/ 0 h 79"/>
                <a:gd name="T4" fmla="*/ 63 w 73"/>
                <a:gd name="T5" fmla="*/ 29 h 79"/>
                <a:gd name="T6" fmla="*/ 62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8 w 73"/>
                <a:gd name="T13" fmla="*/ 78 h 79"/>
                <a:gd name="T14" fmla="*/ 50 w 73"/>
                <a:gd name="T15" fmla="*/ 62 h 79"/>
                <a:gd name="T16" fmla="*/ 49 w 73"/>
                <a:gd name="T17" fmla="*/ 62 h 79"/>
                <a:gd name="T18" fmla="*/ 24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8 w 73"/>
                <a:gd name="T25" fmla="*/ 34 h 79"/>
                <a:gd name="T26" fmla="*/ 48 w 73"/>
                <a:gd name="T27" fmla="*/ 28 h 79"/>
                <a:gd name="T28" fmla="*/ 31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8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6 w 73"/>
                <a:gd name="T45" fmla="*/ 56 h 79"/>
                <a:gd name="T46" fmla="*/ 28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7" y="5"/>
                    <a:pt x="17" y="0"/>
                    <a:pt x="33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2" y="54"/>
                    <a:pt x="62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3"/>
                    <a:pt x="49" y="67"/>
                    <a:pt x="50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71"/>
                    <a:pt x="40" y="79"/>
                    <a:pt x="24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0" y="35"/>
                    <a:pt x="33" y="35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8" y="19"/>
                    <a:pt x="45" y="12"/>
                    <a:pt x="31" y="12"/>
                  </a:cubicBezTo>
                  <a:cubicBezTo>
                    <a:pt x="26" y="12"/>
                    <a:pt x="20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8" y="67"/>
                  </a:moveTo>
                  <a:cubicBezTo>
                    <a:pt x="41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6" y="45"/>
                    <a:pt x="16" y="56"/>
                  </a:cubicBezTo>
                  <a:cubicBezTo>
                    <a:pt x="16" y="62"/>
                    <a:pt x="20" y="67"/>
                    <a:pt x="28" y="6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2" name="Freeform 100">
              <a:extLst>
                <a:ext uri="{FF2B5EF4-FFF2-40B4-BE49-F238E27FC236}">
                  <a16:creationId xmlns:a16="http://schemas.microsoft.com/office/drawing/2014/main" id="{24A52513-D40F-4009-BBB3-9EAC5A28D66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603913" y="12850813"/>
              <a:ext cx="63500" cy="87312"/>
            </a:xfrm>
            <a:custGeom>
              <a:avLst/>
              <a:gdLst>
                <a:gd name="T0" fmla="*/ 0 w 84"/>
                <a:gd name="T1" fmla="*/ 0 h 113"/>
                <a:gd name="T2" fmla="*/ 29 w 84"/>
                <a:gd name="T3" fmla="*/ 0 h 113"/>
                <a:gd name="T4" fmla="*/ 28 w 84"/>
                <a:gd name="T5" fmla="*/ 36 h 113"/>
                <a:gd name="T6" fmla="*/ 27 w 84"/>
                <a:gd name="T7" fmla="*/ 52 h 113"/>
                <a:gd name="T8" fmla="*/ 27 w 84"/>
                <a:gd name="T9" fmla="*/ 52 h 113"/>
                <a:gd name="T10" fmla="*/ 53 w 84"/>
                <a:gd name="T11" fmla="*/ 34 h 113"/>
                <a:gd name="T12" fmla="*/ 84 w 84"/>
                <a:gd name="T13" fmla="*/ 69 h 113"/>
                <a:gd name="T14" fmla="*/ 41 w 84"/>
                <a:gd name="T15" fmla="*/ 113 h 113"/>
                <a:gd name="T16" fmla="*/ 12 w 84"/>
                <a:gd name="T17" fmla="*/ 108 h 113"/>
                <a:gd name="T18" fmla="*/ 12 w 84"/>
                <a:gd name="T19" fmla="*/ 12 h 113"/>
                <a:gd name="T20" fmla="*/ 0 w 84"/>
                <a:gd name="T21" fmla="*/ 12 h 113"/>
                <a:gd name="T22" fmla="*/ 0 w 84"/>
                <a:gd name="T23" fmla="*/ 0 h 113"/>
                <a:gd name="T24" fmla="*/ 48 w 84"/>
                <a:gd name="T25" fmla="*/ 48 h 113"/>
                <a:gd name="T26" fmla="*/ 28 w 84"/>
                <a:gd name="T27" fmla="*/ 70 h 113"/>
                <a:gd name="T28" fmla="*/ 28 w 84"/>
                <a:gd name="T29" fmla="*/ 97 h 113"/>
                <a:gd name="T30" fmla="*/ 43 w 84"/>
                <a:gd name="T31" fmla="*/ 100 h 113"/>
                <a:gd name="T32" fmla="*/ 67 w 84"/>
                <a:gd name="T33" fmla="*/ 70 h 113"/>
                <a:gd name="T34" fmla="*/ 48 w 84"/>
                <a:gd name="T35" fmla="*/ 4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" h="113">
                  <a:moveTo>
                    <a:pt x="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0" y="44"/>
                    <a:pt x="38" y="34"/>
                    <a:pt x="53" y="34"/>
                  </a:cubicBezTo>
                  <a:cubicBezTo>
                    <a:pt x="73" y="34"/>
                    <a:pt x="84" y="48"/>
                    <a:pt x="84" y="69"/>
                  </a:cubicBezTo>
                  <a:cubicBezTo>
                    <a:pt x="84" y="91"/>
                    <a:pt x="74" y="113"/>
                    <a:pt x="41" y="113"/>
                  </a:cubicBezTo>
                  <a:cubicBezTo>
                    <a:pt x="28" y="113"/>
                    <a:pt x="19" y="111"/>
                    <a:pt x="12" y="108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  <a:moveTo>
                    <a:pt x="48" y="48"/>
                  </a:moveTo>
                  <a:cubicBezTo>
                    <a:pt x="35" y="48"/>
                    <a:pt x="29" y="57"/>
                    <a:pt x="28" y="70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1" y="98"/>
                    <a:pt x="35" y="100"/>
                    <a:pt x="43" y="100"/>
                  </a:cubicBezTo>
                  <a:cubicBezTo>
                    <a:pt x="60" y="100"/>
                    <a:pt x="67" y="85"/>
                    <a:pt x="67" y="70"/>
                  </a:cubicBezTo>
                  <a:cubicBezTo>
                    <a:pt x="67" y="56"/>
                    <a:pt x="61" y="48"/>
                    <a:pt x="48" y="4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3" name="Freeform 101">
              <a:extLst>
                <a:ext uri="{FF2B5EF4-FFF2-40B4-BE49-F238E27FC236}">
                  <a16:creationId xmlns:a16="http://schemas.microsoft.com/office/drawing/2014/main" id="{AEA057F4-BF49-432D-9F4E-264FB42FEBD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675350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4" name="Freeform 102">
              <a:extLst>
                <a:ext uri="{FF2B5EF4-FFF2-40B4-BE49-F238E27FC236}">
                  <a16:creationId xmlns:a16="http://schemas.microsoft.com/office/drawing/2014/main" id="{5A6F2528-3F8C-4213-BD3E-8D0CF23B7D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710275" y="12850813"/>
              <a:ext cx="28575" cy="85725"/>
            </a:xfrm>
            <a:custGeom>
              <a:avLst/>
              <a:gdLst>
                <a:gd name="T0" fmla="*/ 1 w 18"/>
                <a:gd name="T1" fmla="*/ 48 h 54"/>
                <a:gd name="T2" fmla="*/ 5 w 18"/>
                <a:gd name="T3" fmla="*/ 48 h 54"/>
                <a:gd name="T4" fmla="*/ 6 w 18"/>
                <a:gd name="T5" fmla="*/ 6 h 54"/>
                <a:gd name="T6" fmla="*/ 0 w 18"/>
                <a:gd name="T7" fmla="*/ 6 h 54"/>
                <a:gd name="T8" fmla="*/ 0 w 18"/>
                <a:gd name="T9" fmla="*/ 0 h 54"/>
                <a:gd name="T10" fmla="*/ 13 w 18"/>
                <a:gd name="T11" fmla="*/ 0 h 54"/>
                <a:gd name="T12" fmla="*/ 13 w 18"/>
                <a:gd name="T13" fmla="*/ 48 h 54"/>
                <a:gd name="T14" fmla="*/ 18 w 18"/>
                <a:gd name="T15" fmla="*/ 48 h 54"/>
                <a:gd name="T16" fmla="*/ 18 w 18"/>
                <a:gd name="T17" fmla="*/ 54 h 54"/>
                <a:gd name="T18" fmla="*/ 1 w 18"/>
                <a:gd name="T19" fmla="*/ 54 h 54"/>
                <a:gd name="T20" fmla="*/ 1 w 18"/>
                <a:gd name="T2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4">
                  <a:moveTo>
                    <a:pt x="1" y="48"/>
                  </a:moveTo>
                  <a:lnTo>
                    <a:pt x="5" y="48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3" y="48"/>
                  </a:lnTo>
                  <a:lnTo>
                    <a:pt x="18" y="48"/>
                  </a:lnTo>
                  <a:lnTo>
                    <a:pt x="18" y="54"/>
                  </a:lnTo>
                  <a:lnTo>
                    <a:pt x="1" y="54"/>
                  </a:lnTo>
                  <a:lnTo>
                    <a:pt x="1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5" name="Freeform 103">
              <a:extLst>
                <a:ext uri="{FF2B5EF4-FFF2-40B4-BE49-F238E27FC236}">
                  <a16:creationId xmlns:a16="http://schemas.microsoft.com/office/drawing/2014/main" id="{1CFF489C-F907-4F0F-B19C-5410613D79E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745200" y="12849225"/>
              <a:ext cx="30162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6" name="Freeform 104">
              <a:extLst>
                <a:ext uri="{FF2B5EF4-FFF2-40B4-BE49-F238E27FC236}">
                  <a16:creationId xmlns:a16="http://schemas.microsoft.com/office/drawing/2014/main" id="{A696A740-7DD2-49B1-89DC-1EE31C194A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780125" y="12865100"/>
              <a:ext cx="39687" cy="73025"/>
            </a:xfrm>
            <a:custGeom>
              <a:avLst/>
              <a:gdLst>
                <a:gd name="T0" fmla="*/ 0 w 51"/>
                <a:gd name="T1" fmla="*/ 18 h 95"/>
                <a:gd name="T2" fmla="*/ 12 w 51"/>
                <a:gd name="T3" fmla="*/ 18 h 95"/>
                <a:gd name="T4" fmla="*/ 12 w 51"/>
                <a:gd name="T5" fmla="*/ 1 h 95"/>
                <a:gd name="T6" fmla="*/ 28 w 51"/>
                <a:gd name="T7" fmla="*/ 0 h 95"/>
                <a:gd name="T8" fmla="*/ 28 w 51"/>
                <a:gd name="T9" fmla="*/ 18 h 95"/>
                <a:gd name="T10" fmla="*/ 50 w 51"/>
                <a:gd name="T11" fmla="*/ 18 h 95"/>
                <a:gd name="T12" fmla="*/ 50 w 51"/>
                <a:gd name="T13" fmla="*/ 30 h 95"/>
                <a:gd name="T14" fmla="*/ 28 w 51"/>
                <a:gd name="T15" fmla="*/ 30 h 95"/>
                <a:gd name="T16" fmla="*/ 28 w 51"/>
                <a:gd name="T17" fmla="*/ 65 h 95"/>
                <a:gd name="T18" fmla="*/ 38 w 51"/>
                <a:gd name="T19" fmla="*/ 83 h 95"/>
                <a:gd name="T20" fmla="*/ 51 w 51"/>
                <a:gd name="T21" fmla="*/ 80 h 95"/>
                <a:gd name="T22" fmla="*/ 51 w 51"/>
                <a:gd name="T23" fmla="*/ 92 h 95"/>
                <a:gd name="T24" fmla="*/ 34 w 51"/>
                <a:gd name="T25" fmla="*/ 95 h 95"/>
                <a:gd name="T26" fmla="*/ 11 w 51"/>
                <a:gd name="T27" fmla="*/ 72 h 95"/>
                <a:gd name="T28" fmla="*/ 12 w 51"/>
                <a:gd name="T29" fmla="*/ 30 h 95"/>
                <a:gd name="T30" fmla="*/ 0 w 51"/>
                <a:gd name="T31" fmla="*/ 30 h 95"/>
                <a:gd name="T32" fmla="*/ 0 w 51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8" y="83"/>
                  </a:cubicBezTo>
                  <a:cubicBezTo>
                    <a:pt x="43" y="83"/>
                    <a:pt x="47" y="81"/>
                    <a:pt x="51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6" y="94"/>
                    <a:pt x="40" y="95"/>
                    <a:pt x="34" y="95"/>
                  </a:cubicBezTo>
                  <a:cubicBezTo>
                    <a:pt x="17" y="95"/>
                    <a:pt x="11" y="89"/>
                    <a:pt x="11" y="72"/>
                  </a:cubicBezTo>
                  <a:cubicBezTo>
                    <a:pt x="11" y="62"/>
                    <a:pt x="11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7" name="Freeform 105">
              <a:extLst>
                <a:ext uri="{FF2B5EF4-FFF2-40B4-BE49-F238E27FC236}">
                  <a16:creationId xmlns:a16="http://schemas.microsoft.com/office/drawing/2014/main" id="{D03AA473-C82E-4454-BDDA-879497EF07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818225" y="12877800"/>
              <a:ext cx="65087" cy="87312"/>
            </a:xfrm>
            <a:custGeom>
              <a:avLst/>
              <a:gdLst>
                <a:gd name="T0" fmla="*/ 0 w 84"/>
                <a:gd name="T1" fmla="*/ 0 h 114"/>
                <a:gd name="T2" fmla="*/ 35 w 84"/>
                <a:gd name="T3" fmla="*/ 0 h 114"/>
                <a:gd name="T4" fmla="*/ 35 w 84"/>
                <a:gd name="T5" fmla="*/ 12 h 114"/>
                <a:gd name="T6" fmla="*/ 27 w 84"/>
                <a:gd name="T7" fmla="*/ 12 h 114"/>
                <a:gd name="T8" fmla="*/ 41 w 84"/>
                <a:gd name="T9" fmla="*/ 51 h 114"/>
                <a:gd name="T10" fmla="*/ 45 w 84"/>
                <a:gd name="T11" fmla="*/ 62 h 114"/>
                <a:gd name="T12" fmla="*/ 45 w 84"/>
                <a:gd name="T13" fmla="*/ 62 h 114"/>
                <a:gd name="T14" fmla="*/ 48 w 84"/>
                <a:gd name="T15" fmla="*/ 51 h 114"/>
                <a:gd name="T16" fmla="*/ 62 w 84"/>
                <a:gd name="T17" fmla="*/ 12 h 114"/>
                <a:gd name="T18" fmla="*/ 52 w 84"/>
                <a:gd name="T19" fmla="*/ 12 h 114"/>
                <a:gd name="T20" fmla="*/ 52 w 84"/>
                <a:gd name="T21" fmla="*/ 0 h 114"/>
                <a:gd name="T22" fmla="*/ 84 w 84"/>
                <a:gd name="T23" fmla="*/ 0 h 114"/>
                <a:gd name="T24" fmla="*/ 84 w 84"/>
                <a:gd name="T25" fmla="*/ 12 h 114"/>
                <a:gd name="T26" fmla="*/ 77 w 84"/>
                <a:gd name="T27" fmla="*/ 12 h 114"/>
                <a:gd name="T28" fmla="*/ 53 w 84"/>
                <a:gd name="T29" fmla="*/ 75 h 114"/>
                <a:gd name="T30" fmla="*/ 41 w 84"/>
                <a:gd name="T31" fmla="*/ 102 h 114"/>
                <a:gd name="T32" fmla="*/ 15 w 84"/>
                <a:gd name="T33" fmla="*/ 114 h 114"/>
                <a:gd name="T34" fmla="*/ 5 w 84"/>
                <a:gd name="T35" fmla="*/ 112 h 114"/>
                <a:gd name="T36" fmla="*/ 5 w 84"/>
                <a:gd name="T37" fmla="*/ 100 h 114"/>
                <a:gd name="T38" fmla="*/ 15 w 84"/>
                <a:gd name="T39" fmla="*/ 101 h 114"/>
                <a:gd name="T40" fmla="*/ 36 w 84"/>
                <a:gd name="T41" fmla="*/ 81 h 114"/>
                <a:gd name="T42" fmla="*/ 37 w 84"/>
                <a:gd name="T43" fmla="*/ 80 h 114"/>
                <a:gd name="T44" fmla="*/ 8 w 84"/>
                <a:gd name="T45" fmla="*/ 12 h 114"/>
                <a:gd name="T46" fmla="*/ 0 w 84"/>
                <a:gd name="T47" fmla="*/ 12 h 114"/>
                <a:gd name="T48" fmla="*/ 0 w 84"/>
                <a:gd name="T4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14">
                  <a:moveTo>
                    <a:pt x="0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3" y="55"/>
                    <a:pt x="44" y="59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6" y="59"/>
                    <a:pt x="47" y="55"/>
                    <a:pt x="48" y="5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1" y="82"/>
                    <a:pt x="46" y="96"/>
                    <a:pt x="41" y="102"/>
                  </a:cubicBezTo>
                  <a:cubicBezTo>
                    <a:pt x="34" y="111"/>
                    <a:pt x="25" y="114"/>
                    <a:pt x="15" y="114"/>
                  </a:cubicBezTo>
                  <a:cubicBezTo>
                    <a:pt x="11" y="114"/>
                    <a:pt x="7" y="113"/>
                    <a:pt x="5" y="112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7" y="101"/>
                    <a:pt x="12" y="101"/>
                    <a:pt x="15" y="101"/>
                  </a:cubicBezTo>
                  <a:cubicBezTo>
                    <a:pt x="23" y="101"/>
                    <a:pt x="30" y="98"/>
                    <a:pt x="36" y="81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8" name="Freeform 106">
              <a:extLst>
                <a:ext uri="{FF2B5EF4-FFF2-40B4-BE49-F238E27FC236}">
                  <a16:creationId xmlns:a16="http://schemas.microsoft.com/office/drawing/2014/main" id="{B51A2D36-C7A5-4099-B75E-DC1669844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24588" y="12857163"/>
              <a:ext cx="57150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6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6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8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2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9" name="Freeform 107">
              <a:extLst>
                <a:ext uri="{FF2B5EF4-FFF2-40B4-BE49-F238E27FC236}">
                  <a16:creationId xmlns:a16="http://schemas.microsoft.com/office/drawing/2014/main" id="{F9604B7C-228D-4562-8859-B3393267F9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91263" y="12876213"/>
              <a:ext cx="47625" cy="61912"/>
            </a:xfrm>
            <a:custGeom>
              <a:avLst/>
              <a:gdLst>
                <a:gd name="T0" fmla="*/ 49 w 63"/>
                <a:gd name="T1" fmla="*/ 14 h 79"/>
                <a:gd name="T2" fmla="*/ 40 w 63"/>
                <a:gd name="T3" fmla="*/ 13 h 79"/>
                <a:gd name="T4" fmla="*/ 17 w 63"/>
                <a:gd name="T5" fmla="*/ 39 h 79"/>
                <a:gd name="T6" fmla="*/ 44 w 63"/>
                <a:gd name="T7" fmla="*/ 66 h 79"/>
                <a:gd name="T8" fmla="*/ 63 w 63"/>
                <a:gd name="T9" fmla="*/ 61 h 79"/>
                <a:gd name="T10" fmla="*/ 62 w 63"/>
                <a:gd name="T11" fmla="*/ 76 h 79"/>
                <a:gd name="T12" fmla="*/ 41 w 63"/>
                <a:gd name="T13" fmla="*/ 79 h 79"/>
                <a:gd name="T14" fmla="*/ 0 w 63"/>
                <a:gd name="T15" fmla="*/ 40 h 79"/>
                <a:gd name="T16" fmla="*/ 41 w 63"/>
                <a:gd name="T17" fmla="*/ 0 h 79"/>
                <a:gd name="T18" fmla="*/ 63 w 63"/>
                <a:gd name="T19" fmla="*/ 4 h 79"/>
                <a:gd name="T20" fmla="*/ 63 w 63"/>
                <a:gd name="T21" fmla="*/ 26 h 79"/>
                <a:gd name="T22" fmla="*/ 49 w 63"/>
                <a:gd name="T23" fmla="*/ 26 h 79"/>
                <a:gd name="T24" fmla="*/ 49 w 63"/>
                <a:gd name="T25" fmla="*/ 1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79">
                  <a:moveTo>
                    <a:pt x="49" y="14"/>
                  </a:moveTo>
                  <a:cubicBezTo>
                    <a:pt x="47" y="14"/>
                    <a:pt x="43" y="13"/>
                    <a:pt x="40" y="13"/>
                  </a:cubicBezTo>
                  <a:cubicBezTo>
                    <a:pt x="25" y="13"/>
                    <a:pt x="17" y="24"/>
                    <a:pt x="17" y="39"/>
                  </a:cubicBezTo>
                  <a:cubicBezTo>
                    <a:pt x="17" y="52"/>
                    <a:pt x="23" y="66"/>
                    <a:pt x="44" y="66"/>
                  </a:cubicBezTo>
                  <a:cubicBezTo>
                    <a:pt x="51" y="66"/>
                    <a:pt x="59" y="64"/>
                    <a:pt x="63" y="61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59" y="77"/>
                    <a:pt x="51" y="79"/>
                    <a:pt x="41" y="79"/>
                  </a:cubicBezTo>
                  <a:cubicBezTo>
                    <a:pt x="11" y="79"/>
                    <a:pt x="0" y="59"/>
                    <a:pt x="0" y="40"/>
                  </a:cubicBezTo>
                  <a:cubicBezTo>
                    <a:pt x="0" y="17"/>
                    <a:pt x="15" y="0"/>
                    <a:pt x="41" y="0"/>
                  </a:cubicBezTo>
                  <a:cubicBezTo>
                    <a:pt x="53" y="0"/>
                    <a:pt x="60" y="3"/>
                    <a:pt x="63" y="4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49" y="26"/>
                    <a:pt x="49" y="26"/>
                    <a:pt x="49" y="26"/>
                  </a:cubicBezTo>
                  <a:lnTo>
                    <a:pt x="49" y="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0" name="Freeform 108">
              <a:extLst>
                <a:ext uri="{FF2B5EF4-FFF2-40B4-BE49-F238E27FC236}">
                  <a16:creationId xmlns:a16="http://schemas.microsoft.com/office/drawing/2014/main" id="{579C66EE-ECA2-4963-A647-5A8BD3EAB9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46825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7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19 w 38"/>
                <a:gd name="T23" fmla="*/ 0 h 114"/>
                <a:gd name="T24" fmla="*/ 31 w 38"/>
                <a:gd name="T25" fmla="*/ 11 h 114"/>
                <a:gd name="T26" fmla="*/ 19 w 38"/>
                <a:gd name="T27" fmla="*/ 22 h 114"/>
                <a:gd name="T28" fmla="*/ 8 w 38"/>
                <a:gd name="T29" fmla="*/ 11 h 114"/>
                <a:gd name="T30" fmla="*/ 19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19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19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19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1" name="Freeform 109">
              <a:extLst>
                <a:ext uri="{FF2B5EF4-FFF2-40B4-BE49-F238E27FC236}">
                  <a16:creationId xmlns:a16="http://schemas.microsoft.com/office/drawing/2014/main" id="{D03B8897-BE61-4769-A366-769196F1A49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81750" y="12876213"/>
              <a:ext cx="55562" cy="61912"/>
            </a:xfrm>
            <a:custGeom>
              <a:avLst/>
              <a:gdLst>
                <a:gd name="T0" fmla="*/ 68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8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8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8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2" name="Freeform 110">
              <a:extLst>
                <a:ext uri="{FF2B5EF4-FFF2-40B4-BE49-F238E27FC236}">
                  <a16:creationId xmlns:a16="http://schemas.microsoft.com/office/drawing/2014/main" id="{CD032198-BC26-4060-8CA3-EE8391B06F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43663" y="12876213"/>
              <a:ext cx="68262" cy="60325"/>
            </a:xfrm>
            <a:custGeom>
              <a:avLst/>
              <a:gdLst>
                <a:gd name="T0" fmla="*/ 2 w 89"/>
                <a:gd name="T1" fmla="*/ 66 h 78"/>
                <a:gd name="T2" fmla="*/ 10 w 89"/>
                <a:gd name="T3" fmla="*/ 66 h 78"/>
                <a:gd name="T4" fmla="*/ 11 w 89"/>
                <a:gd name="T5" fmla="*/ 14 h 78"/>
                <a:gd name="T6" fmla="*/ 0 w 89"/>
                <a:gd name="T7" fmla="*/ 14 h 78"/>
                <a:gd name="T8" fmla="*/ 0 w 89"/>
                <a:gd name="T9" fmla="*/ 2 h 78"/>
                <a:gd name="T10" fmla="*/ 27 w 89"/>
                <a:gd name="T11" fmla="*/ 2 h 78"/>
                <a:gd name="T12" fmla="*/ 26 w 89"/>
                <a:gd name="T13" fmla="*/ 19 h 78"/>
                <a:gd name="T14" fmla="*/ 26 w 89"/>
                <a:gd name="T15" fmla="*/ 19 h 78"/>
                <a:gd name="T16" fmla="*/ 53 w 89"/>
                <a:gd name="T17" fmla="*/ 0 h 78"/>
                <a:gd name="T18" fmla="*/ 79 w 89"/>
                <a:gd name="T19" fmla="*/ 29 h 78"/>
                <a:gd name="T20" fmla="*/ 79 w 89"/>
                <a:gd name="T21" fmla="*/ 66 h 78"/>
                <a:gd name="T22" fmla="*/ 89 w 89"/>
                <a:gd name="T23" fmla="*/ 66 h 78"/>
                <a:gd name="T24" fmla="*/ 89 w 89"/>
                <a:gd name="T25" fmla="*/ 78 h 78"/>
                <a:gd name="T26" fmla="*/ 54 w 89"/>
                <a:gd name="T27" fmla="*/ 78 h 78"/>
                <a:gd name="T28" fmla="*/ 54 w 89"/>
                <a:gd name="T29" fmla="*/ 66 h 78"/>
                <a:gd name="T30" fmla="*/ 62 w 89"/>
                <a:gd name="T31" fmla="*/ 66 h 78"/>
                <a:gd name="T32" fmla="*/ 63 w 89"/>
                <a:gd name="T33" fmla="*/ 32 h 78"/>
                <a:gd name="T34" fmla="*/ 47 w 89"/>
                <a:gd name="T35" fmla="*/ 14 h 78"/>
                <a:gd name="T36" fmla="*/ 27 w 89"/>
                <a:gd name="T37" fmla="*/ 37 h 78"/>
                <a:gd name="T38" fmla="*/ 27 w 89"/>
                <a:gd name="T39" fmla="*/ 66 h 78"/>
                <a:gd name="T40" fmla="*/ 37 w 89"/>
                <a:gd name="T41" fmla="*/ 66 h 78"/>
                <a:gd name="T42" fmla="*/ 37 w 89"/>
                <a:gd name="T43" fmla="*/ 78 h 78"/>
                <a:gd name="T44" fmla="*/ 2 w 89"/>
                <a:gd name="T45" fmla="*/ 78 h 78"/>
                <a:gd name="T46" fmla="*/ 2 w 89"/>
                <a:gd name="T47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" h="78">
                  <a:moveTo>
                    <a:pt x="2" y="66"/>
                  </a:moveTo>
                  <a:cubicBezTo>
                    <a:pt x="10" y="66"/>
                    <a:pt x="10" y="66"/>
                    <a:pt x="10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7" y="12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9"/>
                    <a:pt x="37" y="0"/>
                    <a:pt x="53" y="0"/>
                  </a:cubicBezTo>
                  <a:cubicBezTo>
                    <a:pt x="71" y="0"/>
                    <a:pt x="79" y="11"/>
                    <a:pt x="79" y="29"/>
                  </a:cubicBezTo>
                  <a:cubicBezTo>
                    <a:pt x="79" y="42"/>
                    <a:pt x="79" y="54"/>
                    <a:pt x="79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55"/>
                    <a:pt x="63" y="43"/>
                    <a:pt x="63" y="32"/>
                  </a:cubicBezTo>
                  <a:cubicBezTo>
                    <a:pt x="63" y="22"/>
                    <a:pt x="58" y="14"/>
                    <a:pt x="47" y="14"/>
                  </a:cubicBezTo>
                  <a:cubicBezTo>
                    <a:pt x="36" y="14"/>
                    <a:pt x="28" y="23"/>
                    <a:pt x="27" y="3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3" name="Freeform 111">
              <a:extLst>
                <a:ext uri="{FF2B5EF4-FFF2-40B4-BE49-F238E27FC236}">
                  <a16:creationId xmlns:a16="http://schemas.microsoft.com/office/drawing/2014/main" id="{36B943BC-DC02-43BF-AA49-807432391A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19863" y="12876213"/>
              <a:ext cx="47625" cy="61912"/>
            </a:xfrm>
            <a:custGeom>
              <a:avLst/>
              <a:gdLst>
                <a:gd name="T0" fmla="*/ 49 w 62"/>
                <a:gd name="T1" fmla="*/ 14 h 79"/>
                <a:gd name="T2" fmla="*/ 39 w 62"/>
                <a:gd name="T3" fmla="*/ 13 h 79"/>
                <a:gd name="T4" fmla="*/ 16 w 62"/>
                <a:gd name="T5" fmla="*/ 39 h 79"/>
                <a:gd name="T6" fmla="*/ 43 w 62"/>
                <a:gd name="T7" fmla="*/ 66 h 79"/>
                <a:gd name="T8" fmla="*/ 62 w 62"/>
                <a:gd name="T9" fmla="*/ 61 h 79"/>
                <a:gd name="T10" fmla="*/ 61 w 62"/>
                <a:gd name="T11" fmla="*/ 76 h 79"/>
                <a:gd name="T12" fmla="*/ 40 w 62"/>
                <a:gd name="T13" fmla="*/ 79 h 79"/>
                <a:gd name="T14" fmla="*/ 0 w 62"/>
                <a:gd name="T15" fmla="*/ 40 h 79"/>
                <a:gd name="T16" fmla="*/ 41 w 62"/>
                <a:gd name="T17" fmla="*/ 0 h 79"/>
                <a:gd name="T18" fmla="*/ 62 w 62"/>
                <a:gd name="T19" fmla="*/ 4 h 79"/>
                <a:gd name="T20" fmla="*/ 62 w 62"/>
                <a:gd name="T21" fmla="*/ 26 h 79"/>
                <a:gd name="T22" fmla="*/ 49 w 62"/>
                <a:gd name="T23" fmla="*/ 26 h 79"/>
                <a:gd name="T24" fmla="*/ 49 w 62"/>
                <a:gd name="T25" fmla="*/ 1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79">
                  <a:moveTo>
                    <a:pt x="49" y="14"/>
                  </a:moveTo>
                  <a:cubicBezTo>
                    <a:pt x="46" y="14"/>
                    <a:pt x="43" y="13"/>
                    <a:pt x="39" y="13"/>
                  </a:cubicBezTo>
                  <a:cubicBezTo>
                    <a:pt x="24" y="13"/>
                    <a:pt x="16" y="24"/>
                    <a:pt x="16" y="39"/>
                  </a:cubicBezTo>
                  <a:cubicBezTo>
                    <a:pt x="16" y="52"/>
                    <a:pt x="22" y="66"/>
                    <a:pt x="43" y="66"/>
                  </a:cubicBezTo>
                  <a:cubicBezTo>
                    <a:pt x="50" y="66"/>
                    <a:pt x="58" y="64"/>
                    <a:pt x="62" y="61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58" y="77"/>
                    <a:pt x="50" y="79"/>
                    <a:pt x="40" y="79"/>
                  </a:cubicBezTo>
                  <a:cubicBezTo>
                    <a:pt x="10" y="79"/>
                    <a:pt x="0" y="59"/>
                    <a:pt x="0" y="40"/>
                  </a:cubicBezTo>
                  <a:cubicBezTo>
                    <a:pt x="0" y="17"/>
                    <a:pt x="14" y="0"/>
                    <a:pt x="41" y="0"/>
                  </a:cubicBezTo>
                  <a:cubicBezTo>
                    <a:pt x="52" y="0"/>
                    <a:pt x="59" y="3"/>
                    <a:pt x="62" y="4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49" y="26"/>
                    <a:pt x="49" y="26"/>
                    <a:pt x="49" y="26"/>
                  </a:cubicBezTo>
                  <a:lnTo>
                    <a:pt x="49" y="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4" name="Freeform 112">
              <a:extLst>
                <a:ext uri="{FF2B5EF4-FFF2-40B4-BE49-F238E27FC236}">
                  <a16:creationId xmlns:a16="http://schemas.microsoft.com/office/drawing/2014/main" id="{26122749-144C-4246-B439-DFC18A351D1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75425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0 w 72"/>
                <a:gd name="T3" fmla="*/ 79 h 79"/>
                <a:gd name="T4" fmla="*/ 0 w 72"/>
                <a:gd name="T5" fmla="*/ 40 h 79"/>
                <a:gd name="T6" fmla="*/ 37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7 w 72"/>
                <a:gd name="T13" fmla="*/ 42 h 79"/>
                <a:gd name="T14" fmla="*/ 43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4 w 72"/>
                <a:gd name="T21" fmla="*/ 31 h 79"/>
                <a:gd name="T22" fmla="*/ 54 w 72"/>
                <a:gd name="T23" fmla="*/ 30 h 79"/>
                <a:gd name="T24" fmla="*/ 36 w 72"/>
                <a:gd name="T25" fmla="*/ 12 h 79"/>
                <a:gd name="T26" fmla="*/ 17 w 72"/>
                <a:gd name="T27" fmla="*/ 31 h 79"/>
                <a:gd name="T28" fmla="*/ 54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1" y="76"/>
                    <a:pt x="51" y="79"/>
                    <a:pt x="40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2" y="0"/>
                    <a:pt x="37" y="0"/>
                  </a:cubicBezTo>
                  <a:cubicBezTo>
                    <a:pt x="60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57"/>
                    <a:pt x="28" y="67"/>
                    <a:pt x="43" y="67"/>
                  </a:cubicBezTo>
                  <a:cubicBezTo>
                    <a:pt x="53" y="67"/>
                    <a:pt x="61" y="64"/>
                    <a:pt x="68" y="61"/>
                  </a:cubicBezTo>
                  <a:lnTo>
                    <a:pt x="67" y="74"/>
                  </a:lnTo>
                  <a:close/>
                  <a:moveTo>
                    <a:pt x="54" y="31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54" y="24"/>
                    <a:pt x="50" y="12"/>
                    <a:pt x="36" y="12"/>
                  </a:cubicBezTo>
                  <a:cubicBezTo>
                    <a:pt x="22" y="12"/>
                    <a:pt x="18" y="22"/>
                    <a:pt x="17" y="31"/>
                  </a:cubicBezTo>
                  <a:lnTo>
                    <a:pt x="54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5" name="Freeform 113">
              <a:extLst>
                <a:ext uri="{FF2B5EF4-FFF2-40B4-BE49-F238E27FC236}">
                  <a16:creationId xmlns:a16="http://schemas.microsoft.com/office/drawing/2014/main" id="{55A7C83D-7A85-4379-9E32-768793AD4C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69088" y="12849225"/>
              <a:ext cx="46037" cy="87312"/>
            </a:xfrm>
            <a:custGeom>
              <a:avLst/>
              <a:gdLst>
                <a:gd name="T0" fmla="*/ 2 w 59"/>
                <a:gd name="T1" fmla="*/ 102 h 114"/>
                <a:gd name="T2" fmla="*/ 12 w 59"/>
                <a:gd name="T3" fmla="*/ 102 h 114"/>
                <a:gd name="T4" fmla="*/ 12 w 59"/>
                <a:gd name="T5" fmla="*/ 50 h 114"/>
                <a:gd name="T6" fmla="*/ 0 w 59"/>
                <a:gd name="T7" fmla="*/ 50 h 114"/>
                <a:gd name="T8" fmla="*/ 0 w 59"/>
                <a:gd name="T9" fmla="*/ 38 h 114"/>
                <a:gd name="T10" fmla="*/ 12 w 59"/>
                <a:gd name="T11" fmla="*/ 38 h 114"/>
                <a:gd name="T12" fmla="*/ 12 w 59"/>
                <a:gd name="T13" fmla="*/ 28 h 114"/>
                <a:gd name="T14" fmla="*/ 44 w 59"/>
                <a:gd name="T15" fmla="*/ 0 h 114"/>
                <a:gd name="T16" fmla="*/ 59 w 59"/>
                <a:gd name="T17" fmla="*/ 2 h 114"/>
                <a:gd name="T18" fmla="*/ 59 w 59"/>
                <a:gd name="T19" fmla="*/ 14 h 114"/>
                <a:gd name="T20" fmla="*/ 46 w 59"/>
                <a:gd name="T21" fmla="*/ 13 h 114"/>
                <a:gd name="T22" fmla="*/ 29 w 59"/>
                <a:gd name="T23" fmla="*/ 29 h 114"/>
                <a:gd name="T24" fmla="*/ 28 w 59"/>
                <a:gd name="T25" fmla="*/ 38 h 114"/>
                <a:gd name="T26" fmla="*/ 46 w 59"/>
                <a:gd name="T27" fmla="*/ 38 h 114"/>
                <a:gd name="T28" fmla="*/ 46 w 59"/>
                <a:gd name="T29" fmla="*/ 50 h 114"/>
                <a:gd name="T30" fmla="*/ 28 w 59"/>
                <a:gd name="T31" fmla="*/ 50 h 114"/>
                <a:gd name="T32" fmla="*/ 28 w 59"/>
                <a:gd name="T33" fmla="*/ 102 h 114"/>
                <a:gd name="T34" fmla="*/ 40 w 59"/>
                <a:gd name="T35" fmla="*/ 102 h 114"/>
                <a:gd name="T36" fmla="*/ 40 w 59"/>
                <a:gd name="T37" fmla="*/ 114 h 114"/>
                <a:gd name="T38" fmla="*/ 2 w 59"/>
                <a:gd name="T39" fmla="*/ 114 h 114"/>
                <a:gd name="T40" fmla="*/ 2 w 59"/>
                <a:gd name="T41" fmla="*/ 10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14">
                  <a:moveTo>
                    <a:pt x="2" y="102"/>
                  </a:moveTo>
                  <a:cubicBezTo>
                    <a:pt x="12" y="102"/>
                    <a:pt x="12" y="102"/>
                    <a:pt x="12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8"/>
                    <a:pt x="26" y="0"/>
                    <a:pt x="44" y="0"/>
                  </a:cubicBezTo>
                  <a:cubicBezTo>
                    <a:pt x="51" y="0"/>
                    <a:pt x="56" y="1"/>
                    <a:pt x="59" y="2"/>
                  </a:cubicBezTo>
                  <a:cubicBezTo>
                    <a:pt x="59" y="14"/>
                    <a:pt x="59" y="14"/>
                    <a:pt x="59" y="14"/>
                  </a:cubicBezTo>
                  <a:cubicBezTo>
                    <a:pt x="57" y="14"/>
                    <a:pt x="53" y="13"/>
                    <a:pt x="46" y="13"/>
                  </a:cubicBezTo>
                  <a:cubicBezTo>
                    <a:pt x="34" y="13"/>
                    <a:pt x="29" y="20"/>
                    <a:pt x="29" y="29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2" y="114"/>
                    <a:pt x="2" y="114"/>
                    <a:pt x="2" y="114"/>
                  </a:cubicBezTo>
                  <a:lnTo>
                    <a:pt x="2" y="1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6" name="Freeform 114">
              <a:extLst>
                <a:ext uri="{FF2B5EF4-FFF2-40B4-BE49-F238E27FC236}">
                  <a16:creationId xmlns:a16="http://schemas.microsoft.com/office/drawing/2014/main" id="{CA189C14-2022-47C9-8B11-4498404B1D1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08775" y="12876213"/>
              <a:ext cx="60325" cy="61912"/>
            </a:xfrm>
            <a:custGeom>
              <a:avLst/>
              <a:gdLst>
                <a:gd name="T0" fmla="*/ 40 w 78"/>
                <a:gd name="T1" fmla="*/ 0 h 79"/>
                <a:gd name="T2" fmla="*/ 78 w 78"/>
                <a:gd name="T3" fmla="*/ 40 h 79"/>
                <a:gd name="T4" fmla="*/ 38 w 78"/>
                <a:gd name="T5" fmla="*/ 79 h 79"/>
                <a:gd name="T6" fmla="*/ 0 w 78"/>
                <a:gd name="T7" fmla="*/ 41 h 79"/>
                <a:gd name="T8" fmla="*/ 40 w 78"/>
                <a:gd name="T9" fmla="*/ 0 h 79"/>
                <a:gd name="T10" fmla="*/ 39 w 78"/>
                <a:gd name="T11" fmla="*/ 66 h 79"/>
                <a:gd name="T12" fmla="*/ 60 w 78"/>
                <a:gd name="T13" fmla="*/ 39 h 79"/>
                <a:gd name="T14" fmla="*/ 40 w 78"/>
                <a:gd name="T15" fmla="*/ 14 h 79"/>
                <a:gd name="T16" fmla="*/ 17 w 78"/>
                <a:gd name="T17" fmla="*/ 41 h 79"/>
                <a:gd name="T18" fmla="*/ 39 w 78"/>
                <a:gd name="T1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9">
                  <a:moveTo>
                    <a:pt x="40" y="0"/>
                  </a:moveTo>
                  <a:cubicBezTo>
                    <a:pt x="68" y="0"/>
                    <a:pt x="78" y="22"/>
                    <a:pt x="78" y="40"/>
                  </a:cubicBezTo>
                  <a:cubicBezTo>
                    <a:pt x="78" y="62"/>
                    <a:pt x="64" y="79"/>
                    <a:pt x="38" y="79"/>
                  </a:cubicBezTo>
                  <a:cubicBezTo>
                    <a:pt x="11" y="79"/>
                    <a:pt x="0" y="61"/>
                    <a:pt x="0" y="41"/>
                  </a:cubicBezTo>
                  <a:cubicBezTo>
                    <a:pt x="0" y="17"/>
                    <a:pt x="17" y="0"/>
                    <a:pt x="40" y="0"/>
                  </a:cubicBezTo>
                  <a:moveTo>
                    <a:pt x="39" y="66"/>
                  </a:moveTo>
                  <a:cubicBezTo>
                    <a:pt x="54" y="66"/>
                    <a:pt x="60" y="53"/>
                    <a:pt x="60" y="39"/>
                  </a:cubicBezTo>
                  <a:cubicBezTo>
                    <a:pt x="60" y="21"/>
                    <a:pt x="51" y="14"/>
                    <a:pt x="40" y="14"/>
                  </a:cubicBezTo>
                  <a:cubicBezTo>
                    <a:pt x="24" y="14"/>
                    <a:pt x="17" y="27"/>
                    <a:pt x="17" y="41"/>
                  </a:cubicBezTo>
                  <a:cubicBezTo>
                    <a:pt x="17" y="54"/>
                    <a:pt x="24" y="66"/>
                    <a:pt x="39" y="6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7" name="Freeform 115">
              <a:extLst>
                <a:ext uri="{FF2B5EF4-FFF2-40B4-BE49-F238E27FC236}">
                  <a16:creationId xmlns:a16="http://schemas.microsoft.com/office/drawing/2014/main" id="{4C495B51-B169-4C89-9317-F3D8264A85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75450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1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6 w 58"/>
                <a:gd name="T15" fmla="*/ 23 h 78"/>
                <a:gd name="T16" fmla="*/ 48 w 58"/>
                <a:gd name="T17" fmla="*/ 0 h 78"/>
                <a:gd name="T18" fmla="*/ 58 w 58"/>
                <a:gd name="T19" fmla="*/ 2 h 78"/>
                <a:gd name="T20" fmla="*/ 56 w 58"/>
                <a:gd name="T21" fmla="*/ 16 h 78"/>
                <a:gd name="T22" fmla="*/ 48 w 58"/>
                <a:gd name="T23" fmla="*/ 15 h 78"/>
                <a:gd name="T24" fmla="*/ 28 w 58"/>
                <a:gd name="T25" fmla="*/ 42 h 78"/>
                <a:gd name="T26" fmla="*/ 27 w 58"/>
                <a:gd name="T27" fmla="*/ 66 h 78"/>
                <a:gd name="T28" fmla="*/ 38 w 58"/>
                <a:gd name="T29" fmla="*/ 66 h 78"/>
                <a:gd name="T30" fmla="*/ 38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9" y="9"/>
                    <a:pt x="37" y="0"/>
                    <a:pt x="48" y="0"/>
                  </a:cubicBezTo>
                  <a:cubicBezTo>
                    <a:pt x="52" y="0"/>
                    <a:pt x="56" y="1"/>
                    <a:pt x="58" y="2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4" y="15"/>
                    <a:pt x="52" y="15"/>
                    <a:pt x="48" y="15"/>
                  </a:cubicBezTo>
                  <a:cubicBezTo>
                    <a:pt x="34" y="15"/>
                    <a:pt x="28" y="29"/>
                    <a:pt x="28" y="42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8" name="Freeform 116">
              <a:extLst>
                <a:ext uri="{FF2B5EF4-FFF2-40B4-BE49-F238E27FC236}">
                  <a16:creationId xmlns:a16="http://schemas.microsoft.com/office/drawing/2014/main" id="{EA17FEFF-150A-447B-9147-2A9AA6309F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556413" y="12858750"/>
              <a:ext cx="61912" cy="77787"/>
            </a:xfrm>
            <a:custGeom>
              <a:avLst/>
              <a:gdLst>
                <a:gd name="T0" fmla="*/ 0 w 80"/>
                <a:gd name="T1" fmla="*/ 90 h 102"/>
                <a:gd name="T2" fmla="*/ 11 w 80"/>
                <a:gd name="T3" fmla="*/ 90 h 102"/>
                <a:gd name="T4" fmla="*/ 11 w 80"/>
                <a:gd name="T5" fmla="*/ 12 h 102"/>
                <a:gd name="T6" fmla="*/ 0 w 80"/>
                <a:gd name="T7" fmla="*/ 12 h 102"/>
                <a:gd name="T8" fmla="*/ 0 w 80"/>
                <a:gd name="T9" fmla="*/ 0 h 102"/>
                <a:gd name="T10" fmla="*/ 41 w 80"/>
                <a:gd name="T11" fmla="*/ 0 h 102"/>
                <a:gd name="T12" fmla="*/ 65 w 80"/>
                <a:gd name="T13" fmla="*/ 5 h 102"/>
                <a:gd name="T14" fmla="*/ 74 w 80"/>
                <a:gd name="T15" fmla="*/ 25 h 102"/>
                <a:gd name="T16" fmla="*/ 54 w 80"/>
                <a:gd name="T17" fmla="*/ 48 h 102"/>
                <a:gd name="T18" fmla="*/ 54 w 80"/>
                <a:gd name="T19" fmla="*/ 48 h 102"/>
                <a:gd name="T20" fmla="*/ 80 w 80"/>
                <a:gd name="T21" fmla="*/ 73 h 102"/>
                <a:gd name="T22" fmla="*/ 43 w 80"/>
                <a:gd name="T23" fmla="*/ 102 h 102"/>
                <a:gd name="T24" fmla="*/ 0 w 80"/>
                <a:gd name="T25" fmla="*/ 102 h 102"/>
                <a:gd name="T26" fmla="*/ 0 w 80"/>
                <a:gd name="T27" fmla="*/ 90 h 102"/>
                <a:gd name="T28" fmla="*/ 41 w 80"/>
                <a:gd name="T29" fmla="*/ 90 h 102"/>
                <a:gd name="T30" fmla="*/ 62 w 80"/>
                <a:gd name="T31" fmla="*/ 73 h 102"/>
                <a:gd name="T32" fmla="*/ 42 w 80"/>
                <a:gd name="T33" fmla="*/ 56 h 102"/>
                <a:gd name="T34" fmla="*/ 27 w 80"/>
                <a:gd name="T35" fmla="*/ 56 h 102"/>
                <a:gd name="T36" fmla="*/ 27 w 80"/>
                <a:gd name="T37" fmla="*/ 90 h 102"/>
                <a:gd name="T38" fmla="*/ 41 w 80"/>
                <a:gd name="T39" fmla="*/ 90 h 102"/>
                <a:gd name="T40" fmla="*/ 39 w 80"/>
                <a:gd name="T41" fmla="*/ 43 h 102"/>
                <a:gd name="T42" fmla="*/ 57 w 80"/>
                <a:gd name="T43" fmla="*/ 27 h 102"/>
                <a:gd name="T44" fmla="*/ 50 w 80"/>
                <a:gd name="T45" fmla="*/ 14 h 102"/>
                <a:gd name="T46" fmla="*/ 38 w 80"/>
                <a:gd name="T47" fmla="*/ 12 h 102"/>
                <a:gd name="T48" fmla="*/ 28 w 80"/>
                <a:gd name="T49" fmla="*/ 12 h 102"/>
                <a:gd name="T50" fmla="*/ 27 w 80"/>
                <a:gd name="T51" fmla="*/ 43 h 102"/>
                <a:gd name="T52" fmla="*/ 39 w 80"/>
                <a:gd name="T53" fmla="*/ 4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0" h="102">
                  <a:moveTo>
                    <a:pt x="0" y="90"/>
                  </a:moveTo>
                  <a:cubicBezTo>
                    <a:pt x="11" y="90"/>
                    <a:pt x="11" y="90"/>
                    <a:pt x="11" y="9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2" y="0"/>
                    <a:pt x="59" y="1"/>
                    <a:pt x="65" y="5"/>
                  </a:cubicBezTo>
                  <a:cubicBezTo>
                    <a:pt x="70" y="9"/>
                    <a:pt x="74" y="16"/>
                    <a:pt x="74" y="25"/>
                  </a:cubicBezTo>
                  <a:cubicBezTo>
                    <a:pt x="74" y="37"/>
                    <a:pt x="67" y="47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68" y="48"/>
                    <a:pt x="80" y="58"/>
                    <a:pt x="80" y="73"/>
                  </a:cubicBezTo>
                  <a:cubicBezTo>
                    <a:pt x="80" y="91"/>
                    <a:pt x="68" y="102"/>
                    <a:pt x="43" y="102"/>
                  </a:cubicBezTo>
                  <a:cubicBezTo>
                    <a:pt x="0" y="102"/>
                    <a:pt x="0" y="102"/>
                    <a:pt x="0" y="102"/>
                  </a:cubicBezTo>
                  <a:lnTo>
                    <a:pt x="0" y="90"/>
                  </a:lnTo>
                  <a:close/>
                  <a:moveTo>
                    <a:pt x="41" y="90"/>
                  </a:moveTo>
                  <a:cubicBezTo>
                    <a:pt x="53" y="90"/>
                    <a:pt x="62" y="85"/>
                    <a:pt x="62" y="73"/>
                  </a:cubicBezTo>
                  <a:cubicBezTo>
                    <a:pt x="62" y="61"/>
                    <a:pt x="52" y="56"/>
                    <a:pt x="42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90"/>
                    <a:pt x="27" y="90"/>
                    <a:pt x="27" y="90"/>
                  </a:cubicBezTo>
                  <a:lnTo>
                    <a:pt x="41" y="90"/>
                  </a:lnTo>
                  <a:close/>
                  <a:moveTo>
                    <a:pt x="39" y="43"/>
                  </a:moveTo>
                  <a:cubicBezTo>
                    <a:pt x="50" y="43"/>
                    <a:pt x="57" y="37"/>
                    <a:pt x="57" y="27"/>
                  </a:cubicBezTo>
                  <a:cubicBezTo>
                    <a:pt x="57" y="20"/>
                    <a:pt x="54" y="16"/>
                    <a:pt x="50" y="14"/>
                  </a:cubicBezTo>
                  <a:cubicBezTo>
                    <a:pt x="47" y="12"/>
                    <a:pt x="44" y="12"/>
                    <a:pt x="3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43"/>
                    <a:pt x="27" y="43"/>
                    <a:pt x="27" y="43"/>
                  </a:cubicBezTo>
                  <a:lnTo>
                    <a:pt x="39" y="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" name="Freeform 117">
              <a:extLst>
                <a:ext uri="{FF2B5EF4-FFF2-40B4-BE49-F238E27FC236}">
                  <a16:creationId xmlns:a16="http://schemas.microsoft.com/office/drawing/2014/main" id="{9488D21E-C2E2-4591-A8AD-6184F6BA73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26263" y="12849225"/>
              <a:ext cx="30162" cy="87312"/>
            </a:xfrm>
            <a:custGeom>
              <a:avLst/>
              <a:gdLst>
                <a:gd name="T0" fmla="*/ 2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2 w 38"/>
                <a:gd name="T19" fmla="*/ 114 h 114"/>
                <a:gd name="T20" fmla="*/ 2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2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lnTo>
                    <a:pt x="2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" name="Freeform 118">
              <a:extLst>
                <a:ext uri="{FF2B5EF4-FFF2-40B4-BE49-F238E27FC236}">
                  <a16:creationId xmlns:a16="http://schemas.microsoft.com/office/drawing/2014/main" id="{0C4418AA-D1F4-4125-83E9-F9C6D01577C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62775" y="12876213"/>
              <a:ext cx="58737" cy="61912"/>
            </a:xfrm>
            <a:custGeom>
              <a:avLst/>
              <a:gdLst>
                <a:gd name="T0" fmla="*/ 40 w 77"/>
                <a:gd name="T1" fmla="*/ 0 h 79"/>
                <a:gd name="T2" fmla="*/ 77 w 77"/>
                <a:gd name="T3" fmla="*/ 40 h 79"/>
                <a:gd name="T4" fmla="*/ 38 w 77"/>
                <a:gd name="T5" fmla="*/ 79 h 79"/>
                <a:gd name="T6" fmla="*/ 0 w 77"/>
                <a:gd name="T7" fmla="*/ 41 h 79"/>
                <a:gd name="T8" fmla="*/ 40 w 77"/>
                <a:gd name="T9" fmla="*/ 0 h 79"/>
                <a:gd name="T10" fmla="*/ 38 w 77"/>
                <a:gd name="T11" fmla="*/ 66 h 79"/>
                <a:gd name="T12" fmla="*/ 60 w 77"/>
                <a:gd name="T13" fmla="*/ 39 h 79"/>
                <a:gd name="T14" fmla="*/ 39 w 77"/>
                <a:gd name="T15" fmla="*/ 14 h 79"/>
                <a:gd name="T16" fmla="*/ 17 w 77"/>
                <a:gd name="T17" fmla="*/ 41 h 79"/>
                <a:gd name="T18" fmla="*/ 38 w 77"/>
                <a:gd name="T1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79">
                  <a:moveTo>
                    <a:pt x="40" y="0"/>
                  </a:moveTo>
                  <a:cubicBezTo>
                    <a:pt x="68" y="0"/>
                    <a:pt x="77" y="22"/>
                    <a:pt x="77" y="40"/>
                  </a:cubicBezTo>
                  <a:cubicBezTo>
                    <a:pt x="77" y="62"/>
                    <a:pt x="64" y="79"/>
                    <a:pt x="38" y="79"/>
                  </a:cubicBezTo>
                  <a:cubicBezTo>
                    <a:pt x="10" y="79"/>
                    <a:pt x="0" y="61"/>
                    <a:pt x="0" y="41"/>
                  </a:cubicBezTo>
                  <a:cubicBezTo>
                    <a:pt x="0" y="17"/>
                    <a:pt x="16" y="0"/>
                    <a:pt x="40" y="0"/>
                  </a:cubicBezTo>
                  <a:moveTo>
                    <a:pt x="38" y="66"/>
                  </a:moveTo>
                  <a:cubicBezTo>
                    <a:pt x="53" y="66"/>
                    <a:pt x="60" y="53"/>
                    <a:pt x="60" y="39"/>
                  </a:cubicBezTo>
                  <a:cubicBezTo>
                    <a:pt x="60" y="21"/>
                    <a:pt x="51" y="14"/>
                    <a:pt x="39" y="14"/>
                  </a:cubicBezTo>
                  <a:cubicBezTo>
                    <a:pt x="23" y="14"/>
                    <a:pt x="17" y="27"/>
                    <a:pt x="17" y="41"/>
                  </a:cubicBezTo>
                  <a:cubicBezTo>
                    <a:pt x="17" y="54"/>
                    <a:pt x="23" y="66"/>
                    <a:pt x="38" y="6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" name="Freeform 119">
              <a:extLst>
                <a:ext uri="{FF2B5EF4-FFF2-40B4-BE49-F238E27FC236}">
                  <a16:creationId xmlns:a16="http://schemas.microsoft.com/office/drawing/2014/main" id="{32ED0ED7-82EB-46C5-AC62-5D0BE80999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731038" y="12876213"/>
              <a:ext cx="47625" cy="61912"/>
            </a:xfrm>
            <a:custGeom>
              <a:avLst/>
              <a:gdLst>
                <a:gd name="T0" fmla="*/ 45 w 63"/>
                <a:gd name="T1" fmla="*/ 24 h 79"/>
                <a:gd name="T2" fmla="*/ 44 w 63"/>
                <a:gd name="T3" fmla="*/ 15 h 79"/>
                <a:gd name="T4" fmla="*/ 32 w 63"/>
                <a:gd name="T5" fmla="*/ 12 h 79"/>
                <a:gd name="T6" fmla="*/ 16 w 63"/>
                <a:gd name="T7" fmla="*/ 21 h 79"/>
                <a:gd name="T8" fmla="*/ 26 w 63"/>
                <a:gd name="T9" fmla="*/ 30 h 79"/>
                <a:gd name="T10" fmla="*/ 45 w 63"/>
                <a:gd name="T11" fmla="*/ 33 h 79"/>
                <a:gd name="T12" fmla="*/ 63 w 63"/>
                <a:gd name="T13" fmla="*/ 54 h 79"/>
                <a:gd name="T14" fmla="*/ 29 w 63"/>
                <a:gd name="T15" fmla="*/ 79 h 79"/>
                <a:gd name="T16" fmla="*/ 1 w 63"/>
                <a:gd name="T17" fmla="*/ 75 h 79"/>
                <a:gd name="T18" fmla="*/ 1 w 63"/>
                <a:gd name="T19" fmla="*/ 54 h 79"/>
                <a:gd name="T20" fmla="*/ 16 w 63"/>
                <a:gd name="T21" fmla="*/ 54 h 79"/>
                <a:gd name="T22" fmla="*/ 16 w 63"/>
                <a:gd name="T23" fmla="*/ 64 h 79"/>
                <a:gd name="T24" fmla="*/ 32 w 63"/>
                <a:gd name="T25" fmla="*/ 68 h 79"/>
                <a:gd name="T26" fmla="*/ 48 w 63"/>
                <a:gd name="T27" fmla="*/ 57 h 79"/>
                <a:gd name="T28" fmla="*/ 37 w 63"/>
                <a:gd name="T29" fmla="*/ 47 h 79"/>
                <a:gd name="T30" fmla="*/ 25 w 63"/>
                <a:gd name="T31" fmla="*/ 45 h 79"/>
                <a:gd name="T32" fmla="*/ 0 w 63"/>
                <a:gd name="T33" fmla="*/ 24 h 79"/>
                <a:gd name="T34" fmla="*/ 32 w 63"/>
                <a:gd name="T35" fmla="*/ 0 h 79"/>
                <a:gd name="T36" fmla="*/ 59 w 63"/>
                <a:gd name="T37" fmla="*/ 5 h 79"/>
                <a:gd name="T38" fmla="*/ 59 w 63"/>
                <a:gd name="T39" fmla="*/ 24 h 79"/>
                <a:gd name="T40" fmla="*/ 45 w 63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9">
                  <a:moveTo>
                    <a:pt x="45" y="24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2" y="13"/>
                    <a:pt x="38" y="12"/>
                    <a:pt x="32" y="12"/>
                  </a:cubicBezTo>
                  <a:cubicBezTo>
                    <a:pt x="24" y="12"/>
                    <a:pt x="16" y="14"/>
                    <a:pt x="16" y="21"/>
                  </a:cubicBezTo>
                  <a:cubicBezTo>
                    <a:pt x="16" y="27"/>
                    <a:pt x="21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3" y="35"/>
                    <a:pt x="63" y="39"/>
                    <a:pt x="63" y="54"/>
                  </a:cubicBezTo>
                  <a:cubicBezTo>
                    <a:pt x="63" y="74"/>
                    <a:pt x="46" y="79"/>
                    <a:pt x="29" y="79"/>
                  </a:cubicBezTo>
                  <a:cubicBezTo>
                    <a:pt x="16" y="79"/>
                    <a:pt x="6" y="77"/>
                    <a:pt x="1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2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2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59" y="24"/>
                    <a:pt x="59" y="24"/>
                    <a:pt x="59" y="24"/>
                  </a:cubicBezTo>
                  <a:lnTo>
                    <a:pt x="45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" name="Freeform 120">
              <a:extLst>
                <a:ext uri="{FF2B5EF4-FFF2-40B4-BE49-F238E27FC236}">
                  <a16:creationId xmlns:a16="http://schemas.microsoft.com/office/drawing/2014/main" id="{A48CC8E2-5637-43CF-8460-CC1F4F720BF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86600" y="12876213"/>
              <a:ext cx="63500" cy="87312"/>
            </a:xfrm>
            <a:custGeom>
              <a:avLst/>
              <a:gdLst>
                <a:gd name="T0" fmla="*/ 0 w 83"/>
                <a:gd name="T1" fmla="*/ 2 h 114"/>
                <a:gd name="T2" fmla="*/ 27 w 83"/>
                <a:gd name="T3" fmla="*/ 2 h 114"/>
                <a:gd name="T4" fmla="*/ 25 w 83"/>
                <a:gd name="T5" fmla="*/ 17 h 114"/>
                <a:gd name="T6" fmla="*/ 25 w 83"/>
                <a:gd name="T7" fmla="*/ 17 h 114"/>
                <a:gd name="T8" fmla="*/ 51 w 83"/>
                <a:gd name="T9" fmla="*/ 0 h 114"/>
                <a:gd name="T10" fmla="*/ 83 w 83"/>
                <a:gd name="T11" fmla="*/ 36 h 114"/>
                <a:gd name="T12" fmla="*/ 42 w 83"/>
                <a:gd name="T13" fmla="*/ 79 h 114"/>
                <a:gd name="T14" fmla="*/ 27 w 83"/>
                <a:gd name="T15" fmla="*/ 77 h 114"/>
                <a:gd name="T16" fmla="*/ 26 w 83"/>
                <a:gd name="T17" fmla="*/ 102 h 114"/>
                <a:gd name="T18" fmla="*/ 38 w 83"/>
                <a:gd name="T19" fmla="*/ 102 h 114"/>
                <a:gd name="T20" fmla="*/ 38 w 83"/>
                <a:gd name="T21" fmla="*/ 114 h 114"/>
                <a:gd name="T22" fmla="*/ 2 w 83"/>
                <a:gd name="T23" fmla="*/ 114 h 114"/>
                <a:gd name="T24" fmla="*/ 2 w 83"/>
                <a:gd name="T25" fmla="*/ 102 h 114"/>
                <a:gd name="T26" fmla="*/ 10 w 83"/>
                <a:gd name="T27" fmla="*/ 102 h 114"/>
                <a:gd name="T28" fmla="*/ 11 w 83"/>
                <a:gd name="T29" fmla="*/ 14 h 114"/>
                <a:gd name="T30" fmla="*/ 0 w 83"/>
                <a:gd name="T31" fmla="*/ 14 h 114"/>
                <a:gd name="T32" fmla="*/ 0 w 83"/>
                <a:gd name="T33" fmla="*/ 2 h 114"/>
                <a:gd name="T34" fmla="*/ 27 w 83"/>
                <a:gd name="T35" fmla="*/ 63 h 114"/>
                <a:gd name="T36" fmla="*/ 42 w 83"/>
                <a:gd name="T37" fmla="*/ 67 h 114"/>
                <a:gd name="T38" fmla="*/ 66 w 83"/>
                <a:gd name="T39" fmla="*/ 39 h 114"/>
                <a:gd name="T40" fmla="*/ 47 w 83"/>
                <a:gd name="T41" fmla="*/ 14 h 114"/>
                <a:gd name="T42" fmla="*/ 27 w 83"/>
                <a:gd name="T43" fmla="*/ 42 h 114"/>
                <a:gd name="T44" fmla="*/ 27 w 83"/>
                <a:gd name="T45" fmla="*/ 6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14">
                  <a:moveTo>
                    <a:pt x="0" y="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3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9" y="7"/>
                    <a:pt x="38" y="0"/>
                    <a:pt x="51" y="0"/>
                  </a:cubicBezTo>
                  <a:cubicBezTo>
                    <a:pt x="69" y="0"/>
                    <a:pt x="83" y="14"/>
                    <a:pt x="83" y="36"/>
                  </a:cubicBezTo>
                  <a:cubicBezTo>
                    <a:pt x="83" y="61"/>
                    <a:pt x="68" y="79"/>
                    <a:pt x="42" y="79"/>
                  </a:cubicBezTo>
                  <a:cubicBezTo>
                    <a:pt x="36" y="79"/>
                    <a:pt x="31" y="79"/>
                    <a:pt x="27" y="7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2"/>
                  </a:lnTo>
                  <a:close/>
                  <a:moveTo>
                    <a:pt x="27" y="63"/>
                  </a:moveTo>
                  <a:cubicBezTo>
                    <a:pt x="31" y="65"/>
                    <a:pt x="36" y="67"/>
                    <a:pt x="42" y="67"/>
                  </a:cubicBezTo>
                  <a:cubicBezTo>
                    <a:pt x="57" y="67"/>
                    <a:pt x="66" y="54"/>
                    <a:pt x="66" y="39"/>
                  </a:cubicBezTo>
                  <a:cubicBezTo>
                    <a:pt x="66" y="25"/>
                    <a:pt x="59" y="14"/>
                    <a:pt x="47" y="14"/>
                  </a:cubicBezTo>
                  <a:cubicBezTo>
                    <a:pt x="34" y="14"/>
                    <a:pt x="27" y="25"/>
                    <a:pt x="27" y="42"/>
                  </a:cubicBezTo>
                  <a:lnTo>
                    <a:pt x="27" y="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" name="Freeform 121">
              <a:extLst>
                <a:ext uri="{FF2B5EF4-FFF2-40B4-BE49-F238E27FC236}">
                  <a16:creationId xmlns:a16="http://schemas.microsoft.com/office/drawing/2014/main" id="{6EAB6985-69F2-42E9-8A11-511781808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58038" y="12850813"/>
              <a:ext cx="68262" cy="85725"/>
            </a:xfrm>
            <a:custGeom>
              <a:avLst/>
              <a:gdLst>
                <a:gd name="T0" fmla="*/ 2 w 89"/>
                <a:gd name="T1" fmla="*/ 100 h 112"/>
                <a:gd name="T2" fmla="*/ 10 w 89"/>
                <a:gd name="T3" fmla="*/ 100 h 112"/>
                <a:gd name="T4" fmla="*/ 11 w 89"/>
                <a:gd name="T5" fmla="*/ 12 h 112"/>
                <a:gd name="T6" fmla="*/ 0 w 89"/>
                <a:gd name="T7" fmla="*/ 12 h 112"/>
                <a:gd name="T8" fmla="*/ 0 w 89"/>
                <a:gd name="T9" fmla="*/ 0 h 112"/>
                <a:gd name="T10" fmla="*/ 28 w 89"/>
                <a:gd name="T11" fmla="*/ 0 h 112"/>
                <a:gd name="T12" fmla="*/ 28 w 89"/>
                <a:gd name="T13" fmla="*/ 36 h 112"/>
                <a:gd name="T14" fmla="*/ 26 w 89"/>
                <a:gd name="T15" fmla="*/ 53 h 112"/>
                <a:gd name="T16" fmla="*/ 26 w 89"/>
                <a:gd name="T17" fmla="*/ 53 h 112"/>
                <a:gd name="T18" fmla="*/ 53 w 89"/>
                <a:gd name="T19" fmla="*/ 34 h 112"/>
                <a:gd name="T20" fmla="*/ 79 w 89"/>
                <a:gd name="T21" fmla="*/ 63 h 112"/>
                <a:gd name="T22" fmla="*/ 79 w 89"/>
                <a:gd name="T23" fmla="*/ 100 h 112"/>
                <a:gd name="T24" fmla="*/ 89 w 89"/>
                <a:gd name="T25" fmla="*/ 100 h 112"/>
                <a:gd name="T26" fmla="*/ 89 w 89"/>
                <a:gd name="T27" fmla="*/ 112 h 112"/>
                <a:gd name="T28" fmla="*/ 54 w 89"/>
                <a:gd name="T29" fmla="*/ 112 h 112"/>
                <a:gd name="T30" fmla="*/ 54 w 89"/>
                <a:gd name="T31" fmla="*/ 100 h 112"/>
                <a:gd name="T32" fmla="*/ 62 w 89"/>
                <a:gd name="T33" fmla="*/ 100 h 112"/>
                <a:gd name="T34" fmla="*/ 63 w 89"/>
                <a:gd name="T35" fmla="*/ 66 h 112"/>
                <a:gd name="T36" fmla="*/ 48 w 89"/>
                <a:gd name="T37" fmla="*/ 48 h 112"/>
                <a:gd name="T38" fmla="*/ 27 w 89"/>
                <a:gd name="T39" fmla="*/ 71 h 112"/>
                <a:gd name="T40" fmla="*/ 27 w 89"/>
                <a:gd name="T41" fmla="*/ 100 h 112"/>
                <a:gd name="T42" fmla="*/ 37 w 89"/>
                <a:gd name="T43" fmla="*/ 100 h 112"/>
                <a:gd name="T44" fmla="*/ 37 w 89"/>
                <a:gd name="T45" fmla="*/ 112 h 112"/>
                <a:gd name="T46" fmla="*/ 2 w 89"/>
                <a:gd name="T47" fmla="*/ 112 h 112"/>
                <a:gd name="T48" fmla="*/ 2 w 89"/>
                <a:gd name="T49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112">
                  <a:moveTo>
                    <a:pt x="2" y="100"/>
                  </a:moveTo>
                  <a:cubicBezTo>
                    <a:pt x="10" y="100"/>
                    <a:pt x="10" y="100"/>
                    <a:pt x="10" y="10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43"/>
                    <a:pt x="38" y="34"/>
                    <a:pt x="53" y="34"/>
                  </a:cubicBezTo>
                  <a:cubicBezTo>
                    <a:pt x="71" y="34"/>
                    <a:pt x="79" y="45"/>
                    <a:pt x="79" y="63"/>
                  </a:cubicBezTo>
                  <a:cubicBezTo>
                    <a:pt x="79" y="76"/>
                    <a:pt x="79" y="88"/>
                    <a:pt x="79" y="100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89"/>
                    <a:pt x="63" y="77"/>
                    <a:pt x="63" y="66"/>
                  </a:cubicBezTo>
                  <a:cubicBezTo>
                    <a:pt x="63" y="56"/>
                    <a:pt x="58" y="48"/>
                    <a:pt x="48" y="48"/>
                  </a:cubicBezTo>
                  <a:cubicBezTo>
                    <a:pt x="36" y="48"/>
                    <a:pt x="28" y="57"/>
                    <a:pt x="27" y="71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2" y="112"/>
                    <a:pt x="2" y="112"/>
                    <a:pt x="2" y="112"/>
                  </a:cubicBezTo>
                  <a:lnTo>
                    <a:pt x="2" y="1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" name="Freeform 122">
              <a:extLst>
                <a:ext uri="{FF2B5EF4-FFF2-40B4-BE49-F238E27FC236}">
                  <a16:creationId xmlns:a16="http://schemas.microsoft.com/office/drawing/2014/main" id="{50DF4CC4-0FE8-4B03-81CC-DC35C13DA1F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932650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0 w 72"/>
                <a:gd name="T3" fmla="*/ 79 h 79"/>
                <a:gd name="T4" fmla="*/ 0 w 72"/>
                <a:gd name="T5" fmla="*/ 40 h 79"/>
                <a:gd name="T6" fmla="*/ 37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7 w 72"/>
                <a:gd name="T13" fmla="*/ 42 h 79"/>
                <a:gd name="T14" fmla="*/ 43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4 w 72"/>
                <a:gd name="T21" fmla="*/ 31 h 79"/>
                <a:gd name="T22" fmla="*/ 54 w 72"/>
                <a:gd name="T23" fmla="*/ 30 h 79"/>
                <a:gd name="T24" fmla="*/ 36 w 72"/>
                <a:gd name="T25" fmla="*/ 12 h 79"/>
                <a:gd name="T26" fmla="*/ 17 w 72"/>
                <a:gd name="T27" fmla="*/ 31 h 79"/>
                <a:gd name="T28" fmla="*/ 54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1" y="79"/>
                    <a:pt x="40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2" y="0"/>
                    <a:pt x="37" y="0"/>
                  </a:cubicBezTo>
                  <a:cubicBezTo>
                    <a:pt x="60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57"/>
                    <a:pt x="28" y="67"/>
                    <a:pt x="43" y="67"/>
                  </a:cubicBezTo>
                  <a:cubicBezTo>
                    <a:pt x="53" y="67"/>
                    <a:pt x="61" y="64"/>
                    <a:pt x="68" y="61"/>
                  </a:cubicBezTo>
                  <a:lnTo>
                    <a:pt x="67" y="74"/>
                  </a:lnTo>
                  <a:close/>
                  <a:moveTo>
                    <a:pt x="54" y="31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54" y="24"/>
                    <a:pt x="50" y="12"/>
                    <a:pt x="36" y="12"/>
                  </a:cubicBezTo>
                  <a:cubicBezTo>
                    <a:pt x="22" y="12"/>
                    <a:pt x="18" y="22"/>
                    <a:pt x="17" y="31"/>
                  </a:cubicBezTo>
                  <a:lnTo>
                    <a:pt x="54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" name="Freeform 123">
              <a:extLst>
                <a:ext uri="{FF2B5EF4-FFF2-40B4-BE49-F238E27FC236}">
                  <a16:creationId xmlns:a16="http://schemas.microsoft.com/office/drawing/2014/main" id="{48532B04-F06D-441D-B186-4994836475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94563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2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7 w 58"/>
                <a:gd name="T15" fmla="*/ 23 h 78"/>
                <a:gd name="T16" fmla="*/ 49 w 58"/>
                <a:gd name="T17" fmla="*/ 0 h 78"/>
                <a:gd name="T18" fmla="*/ 58 w 58"/>
                <a:gd name="T19" fmla="*/ 2 h 78"/>
                <a:gd name="T20" fmla="*/ 57 w 58"/>
                <a:gd name="T21" fmla="*/ 16 h 78"/>
                <a:gd name="T22" fmla="*/ 49 w 58"/>
                <a:gd name="T23" fmla="*/ 15 h 78"/>
                <a:gd name="T24" fmla="*/ 28 w 58"/>
                <a:gd name="T25" fmla="*/ 42 h 78"/>
                <a:gd name="T26" fmla="*/ 28 w 58"/>
                <a:gd name="T27" fmla="*/ 66 h 78"/>
                <a:gd name="T28" fmla="*/ 39 w 58"/>
                <a:gd name="T29" fmla="*/ 66 h 78"/>
                <a:gd name="T30" fmla="*/ 39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30" y="9"/>
                    <a:pt x="38" y="0"/>
                    <a:pt x="49" y="0"/>
                  </a:cubicBezTo>
                  <a:cubicBezTo>
                    <a:pt x="53" y="0"/>
                    <a:pt x="57" y="1"/>
                    <a:pt x="58" y="2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4" y="15"/>
                    <a:pt x="52" y="15"/>
                    <a:pt x="49" y="15"/>
                  </a:cubicBezTo>
                  <a:cubicBezTo>
                    <a:pt x="35" y="15"/>
                    <a:pt x="28" y="29"/>
                    <a:pt x="28" y="42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" name="Freeform 124">
              <a:extLst>
                <a:ext uri="{FF2B5EF4-FFF2-40B4-BE49-F238E27FC236}">
                  <a16:creationId xmlns:a16="http://schemas.microsoft.com/office/drawing/2014/main" id="{655958AD-05DA-4E8B-B024-C387E792B3D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42188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7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" name="Freeform 125">
              <a:extLst>
                <a:ext uri="{FF2B5EF4-FFF2-40B4-BE49-F238E27FC236}">
                  <a16:creationId xmlns:a16="http://schemas.microsoft.com/office/drawing/2014/main" id="{DCAAE1C5-9ABA-4D6A-BC19-AC749AFAE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140613" y="12857163"/>
              <a:ext cx="57150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5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5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7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1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" name="Freeform 126">
              <a:extLst>
                <a:ext uri="{FF2B5EF4-FFF2-40B4-BE49-F238E27FC236}">
                  <a16:creationId xmlns:a16="http://schemas.microsoft.com/office/drawing/2014/main" id="{F025B956-B586-4678-8BB8-F8A5C9191F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05700" y="12865100"/>
              <a:ext cx="39687" cy="73025"/>
            </a:xfrm>
            <a:custGeom>
              <a:avLst/>
              <a:gdLst>
                <a:gd name="T0" fmla="*/ 0 w 52"/>
                <a:gd name="T1" fmla="*/ 18 h 95"/>
                <a:gd name="T2" fmla="*/ 12 w 52"/>
                <a:gd name="T3" fmla="*/ 18 h 95"/>
                <a:gd name="T4" fmla="*/ 12 w 52"/>
                <a:gd name="T5" fmla="*/ 1 h 95"/>
                <a:gd name="T6" fmla="*/ 29 w 52"/>
                <a:gd name="T7" fmla="*/ 0 h 95"/>
                <a:gd name="T8" fmla="*/ 28 w 52"/>
                <a:gd name="T9" fmla="*/ 18 h 95"/>
                <a:gd name="T10" fmla="*/ 50 w 52"/>
                <a:gd name="T11" fmla="*/ 18 h 95"/>
                <a:gd name="T12" fmla="*/ 50 w 52"/>
                <a:gd name="T13" fmla="*/ 30 h 95"/>
                <a:gd name="T14" fmla="*/ 28 w 52"/>
                <a:gd name="T15" fmla="*/ 30 h 95"/>
                <a:gd name="T16" fmla="*/ 28 w 52"/>
                <a:gd name="T17" fmla="*/ 65 h 95"/>
                <a:gd name="T18" fmla="*/ 39 w 52"/>
                <a:gd name="T19" fmla="*/ 83 h 95"/>
                <a:gd name="T20" fmla="*/ 52 w 52"/>
                <a:gd name="T21" fmla="*/ 80 h 95"/>
                <a:gd name="T22" fmla="*/ 51 w 52"/>
                <a:gd name="T23" fmla="*/ 92 h 95"/>
                <a:gd name="T24" fmla="*/ 34 w 52"/>
                <a:gd name="T25" fmla="*/ 95 h 95"/>
                <a:gd name="T26" fmla="*/ 12 w 52"/>
                <a:gd name="T27" fmla="*/ 72 h 95"/>
                <a:gd name="T28" fmla="*/ 12 w 52"/>
                <a:gd name="T29" fmla="*/ 30 h 95"/>
                <a:gd name="T30" fmla="*/ 0 w 52"/>
                <a:gd name="T31" fmla="*/ 30 h 95"/>
                <a:gd name="T32" fmla="*/ 0 w 52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9" y="83"/>
                  </a:cubicBezTo>
                  <a:cubicBezTo>
                    <a:pt x="43" y="83"/>
                    <a:pt x="48" y="81"/>
                    <a:pt x="52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7" y="94"/>
                    <a:pt x="41" y="95"/>
                    <a:pt x="34" y="95"/>
                  </a:cubicBezTo>
                  <a:cubicBezTo>
                    <a:pt x="18" y="95"/>
                    <a:pt x="12" y="89"/>
                    <a:pt x="12" y="72"/>
                  </a:cubicBezTo>
                  <a:cubicBezTo>
                    <a:pt x="12" y="62"/>
                    <a:pt x="12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" name="Freeform 127">
              <a:extLst>
                <a:ext uri="{FF2B5EF4-FFF2-40B4-BE49-F238E27FC236}">
                  <a16:creationId xmlns:a16="http://schemas.microsoft.com/office/drawing/2014/main" id="{CEE2F8A1-43F5-4F11-9435-624FEE29B9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248563" y="12876213"/>
              <a:ext cx="53975" cy="61912"/>
            </a:xfrm>
            <a:custGeom>
              <a:avLst/>
              <a:gdLst>
                <a:gd name="T0" fmla="*/ 67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7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" name="Freeform 128">
              <a:extLst>
                <a:ext uri="{FF2B5EF4-FFF2-40B4-BE49-F238E27FC236}">
                  <a16:creationId xmlns:a16="http://schemas.microsoft.com/office/drawing/2014/main" id="{07852001-0282-412D-B9A2-D86CB1AE29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4125" y="12877800"/>
              <a:ext cx="100012" cy="58737"/>
            </a:xfrm>
            <a:custGeom>
              <a:avLst/>
              <a:gdLst>
                <a:gd name="T0" fmla="*/ 67 w 129"/>
                <a:gd name="T1" fmla="*/ 46 h 76"/>
                <a:gd name="T2" fmla="*/ 65 w 129"/>
                <a:gd name="T3" fmla="*/ 38 h 76"/>
                <a:gd name="T4" fmla="*/ 65 w 129"/>
                <a:gd name="T5" fmla="*/ 38 h 76"/>
                <a:gd name="T6" fmla="*/ 62 w 129"/>
                <a:gd name="T7" fmla="*/ 46 h 76"/>
                <a:gd name="T8" fmla="*/ 50 w 129"/>
                <a:gd name="T9" fmla="*/ 76 h 76"/>
                <a:gd name="T10" fmla="*/ 33 w 129"/>
                <a:gd name="T11" fmla="*/ 76 h 76"/>
                <a:gd name="T12" fmla="*/ 8 w 129"/>
                <a:gd name="T13" fmla="*/ 12 h 76"/>
                <a:gd name="T14" fmla="*/ 0 w 129"/>
                <a:gd name="T15" fmla="*/ 12 h 76"/>
                <a:gd name="T16" fmla="*/ 0 w 129"/>
                <a:gd name="T17" fmla="*/ 0 h 76"/>
                <a:gd name="T18" fmla="*/ 34 w 129"/>
                <a:gd name="T19" fmla="*/ 0 h 76"/>
                <a:gd name="T20" fmla="*/ 34 w 129"/>
                <a:gd name="T21" fmla="*/ 12 h 76"/>
                <a:gd name="T22" fmla="*/ 25 w 129"/>
                <a:gd name="T23" fmla="*/ 12 h 76"/>
                <a:gd name="T24" fmla="*/ 39 w 129"/>
                <a:gd name="T25" fmla="*/ 50 h 76"/>
                <a:gd name="T26" fmla="*/ 42 w 129"/>
                <a:gd name="T27" fmla="*/ 61 h 76"/>
                <a:gd name="T28" fmla="*/ 43 w 129"/>
                <a:gd name="T29" fmla="*/ 61 h 76"/>
                <a:gd name="T30" fmla="*/ 46 w 129"/>
                <a:gd name="T31" fmla="*/ 50 h 76"/>
                <a:gd name="T32" fmla="*/ 58 w 129"/>
                <a:gd name="T33" fmla="*/ 22 h 76"/>
                <a:gd name="T34" fmla="*/ 55 w 129"/>
                <a:gd name="T35" fmla="*/ 12 h 76"/>
                <a:gd name="T36" fmla="*/ 46 w 129"/>
                <a:gd name="T37" fmla="*/ 12 h 76"/>
                <a:gd name="T38" fmla="*/ 46 w 129"/>
                <a:gd name="T39" fmla="*/ 0 h 76"/>
                <a:gd name="T40" fmla="*/ 80 w 129"/>
                <a:gd name="T41" fmla="*/ 0 h 76"/>
                <a:gd name="T42" fmla="*/ 80 w 129"/>
                <a:gd name="T43" fmla="*/ 12 h 76"/>
                <a:gd name="T44" fmla="*/ 71 w 129"/>
                <a:gd name="T45" fmla="*/ 12 h 76"/>
                <a:gd name="T46" fmla="*/ 85 w 129"/>
                <a:gd name="T47" fmla="*/ 51 h 76"/>
                <a:gd name="T48" fmla="*/ 88 w 129"/>
                <a:gd name="T49" fmla="*/ 61 h 76"/>
                <a:gd name="T50" fmla="*/ 88 w 129"/>
                <a:gd name="T51" fmla="*/ 61 h 76"/>
                <a:gd name="T52" fmla="*/ 91 w 129"/>
                <a:gd name="T53" fmla="*/ 51 h 76"/>
                <a:gd name="T54" fmla="*/ 105 w 129"/>
                <a:gd name="T55" fmla="*/ 12 h 76"/>
                <a:gd name="T56" fmla="*/ 95 w 129"/>
                <a:gd name="T57" fmla="*/ 12 h 76"/>
                <a:gd name="T58" fmla="*/ 95 w 129"/>
                <a:gd name="T59" fmla="*/ 0 h 76"/>
                <a:gd name="T60" fmla="*/ 129 w 129"/>
                <a:gd name="T61" fmla="*/ 0 h 76"/>
                <a:gd name="T62" fmla="*/ 129 w 129"/>
                <a:gd name="T63" fmla="*/ 12 h 76"/>
                <a:gd name="T64" fmla="*/ 121 w 129"/>
                <a:gd name="T65" fmla="*/ 12 h 76"/>
                <a:gd name="T66" fmla="*/ 95 w 129"/>
                <a:gd name="T67" fmla="*/ 76 h 76"/>
                <a:gd name="T68" fmla="*/ 78 w 129"/>
                <a:gd name="T69" fmla="*/ 76 h 76"/>
                <a:gd name="T70" fmla="*/ 67 w 129"/>
                <a:gd name="T71" fmla="*/ 4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" h="76">
                  <a:moveTo>
                    <a:pt x="67" y="46"/>
                  </a:moveTo>
                  <a:cubicBezTo>
                    <a:pt x="66" y="43"/>
                    <a:pt x="66" y="41"/>
                    <a:pt x="65" y="38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4" y="41"/>
                    <a:pt x="63" y="43"/>
                    <a:pt x="62" y="4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0" y="54"/>
                    <a:pt x="41" y="58"/>
                    <a:pt x="42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4" y="58"/>
                    <a:pt x="45" y="54"/>
                    <a:pt x="46" y="50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6" y="54"/>
                    <a:pt x="87" y="58"/>
                    <a:pt x="88" y="61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58"/>
                    <a:pt x="90" y="54"/>
                    <a:pt x="91" y="51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12"/>
                    <a:pt x="129" y="12"/>
                    <a:pt x="129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78" y="76"/>
                    <a:pt x="78" y="76"/>
                    <a:pt x="78" y="76"/>
                  </a:cubicBezTo>
                  <a:lnTo>
                    <a:pt x="67" y="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" name="Freeform 129">
              <a:extLst>
                <a:ext uri="{FF2B5EF4-FFF2-40B4-BE49-F238E27FC236}">
                  <a16:creationId xmlns:a16="http://schemas.microsoft.com/office/drawing/2014/main" id="{C8A81B8C-CC01-43FF-B3B3-FF0242CEA38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407313" y="12876213"/>
              <a:ext cx="57150" cy="61912"/>
            </a:xfrm>
            <a:custGeom>
              <a:avLst/>
              <a:gdLst>
                <a:gd name="T0" fmla="*/ 3 w 73"/>
                <a:gd name="T1" fmla="*/ 7 h 79"/>
                <a:gd name="T2" fmla="*/ 34 w 73"/>
                <a:gd name="T3" fmla="*/ 0 h 79"/>
                <a:gd name="T4" fmla="*/ 63 w 73"/>
                <a:gd name="T5" fmla="*/ 29 h 79"/>
                <a:gd name="T6" fmla="*/ 63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9 w 73"/>
                <a:gd name="T13" fmla="*/ 78 h 79"/>
                <a:gd name="T14" fmla="*/ 50 w 73"/>
                <a:gd name="T15" fmla="*/ 62 h 79"/>
                <a:gd name="T16" fmla="*/ 50 w 73"/>
                <a:gd name="T17" fmla="*/ 62 h 79"/>
                <a:gd name="T18" fmla="*/ 24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9 w 73"/>
                <a:gd name="T25" fmla="*/ 34 h 79"/>
                <a:gd name="T26" fmla="*/ 49 w 73"/>
                <a:gd name="T27" fmla="*/ 28 h 79"/>
                <a:gd name="T28" fmla="*/ 32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9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7 w 73"/>
                <a:gd name="T45" fmla="*/ 56 h 79"/>
                <a:gd name="T46" fmla="*/ 29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7" y="5"/>
                    <a:pt x="17" y="0"/>
                    <a:pt x="34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3" y="54"/>
                    <a:pt x="6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3"/>
                    <a:pt x="49" y="67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7" y="71"/>
                    <a:pt x="40" y="79"/>
                    <a:pt x="24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0" y="35"/>
                    <a:pt x="33" y="3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19"/>
                    <a:pt x="45" y="12"/>
                    <a:pt x="32" y="12"/>
                  </a:cubicBezTo>
                  <a:cubicBezTo>
                    <a:pt x="26" y="12"/>
                    <a:pt x="20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9" y="67"/>
                  </a:moveTo>
                  <a:cubicBezTo>
                    <a:pt x="41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7" y="45"/>
                    <a:pt x="17" y="56"/>
                  </a:cubicBezTo>
                  <a:cubicBezTo>
                    <a:pt x="17" y="62"/>
                    <a:pt x="21" y="67"/>
                    <a:pt x="29" y="6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" name="Freeform 130">
              <a:extLst>
                <a:ext uri="{FF2B5EF4-FFF2-40B4-BE49-F238E27FC236}">
                  <a16:creationId xmlns:a16="http://schemas.microsoft.com/office/drawing/2014/main" id="{3F9CFB10-9B03-481C-BA21-D8EB025D34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70813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1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6 w 58"/>
                <a:gd name="T15" fmla="*/ 23 h 78"/>
                <a:gd name="T16" fmla="*/ 49 w 58"/>
                <a:gd name="T17" fmla="*/ 0 h 78"/>
                <a:gd name="T18" fmla="*/ 58 w 58"/>
                <a:gd name="T19" fmla="*/ 2 h 78"/>
                <a:gd name="T20" fmla="*/ 56 w 58"/>
                <a:gd name="T21" fmla="*/ 16 h 78"/>
                <a:gd name="T22" fmla="*/ 49 w 58"/>
                <a:gd name="T23" fmla="*/ 15 h 78"/>
                <a:gd name="T24" fmla="*/ 28 w 58"/>
                <a:gd name="T25" fmla="*/ 42 h 78"/>
                <a:gd name="T26" fmla="*/ 28 w 58"/>
                <a:gd name="T27" fmla="*/ 66 h 78"/>
                <a:gd name="T28" fmla="*/ 39 w 58"/>
                <a:gd name="T29" fmla="*/ 66 h 78"/>
                <a:gd name="T30" fmla="*/ 39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9" y="9"/>
                    <a:pt x="38" y="0"/>
                    <a:pt x="49" y="0"/>
                  </a:cubicBezTo>
                  <a:cubicBezTo>
                    <a:pt x="53" y="0"/>
                    <a:pt x="56" y="1"/>
                    <a:pt x="58" y="2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4" y="15"/>
                    <a:pt x="52" y="15"/>
                    <a:pt x="49" y="15"/>
                  </a:cubicBezTo>
                  <a:cubicBezTo>
                    <a:pt x="34" y="15"/>
                    <a:pt x="28" y="29"/>
                    <a:pt x="28" y="42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" name="Freeform 131">
              <a:extLst>
                <a:ext uri="{FF2B5EF4-FFF2-40B4-BE49-F238E27FC236}">
                  <a16:creationId xmlns:a16="http://schemas.microsoft.com/office/drawing/2014/main" id="{D635DFBB-B3FF-4C86-97BE-0624EBAB311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520025" y="12850813"/>
              <a:ext cx="61912" cy="87312"/>
            </a:xfrm>
            <a:custGeom>
              <a:avLst/>
              <a:gdLst>
                <a:gd name="T0" fmla="*/ 82 w 82"/>
                <a:gd name="T1" fmla="*/ 112 h 113"/>
                <a:gd name="T2" fmla="*/ 56 w 82"/>
                <a:gd name="T3" fmla="*/ 112 h 113"/>
                <a:gd name="T4" fmla="*/ 57 w 82"/>
                <a:gd name="T5" fmla="*/ 96 h 113"/>
                <a:gd name="T6" fmla="*/ 57 w 82"/>
                <a:gd name="T7" fmla="*/ 96 h 113"/>
                <a:gd name="T8" fmla="*/ 32 w 82"/>
                <a:gd name="T9" fmla="*/ 113 h 113"/>
                <a:gd name="T10" fmla="*/ 0 w 82"/>
                <a:gd name="T11" fmla="*/ 77 h 113"/>
                <a:gd name="T12" fmla="*/ 41 w 82"/>
                <a:gd name="T13" fmla="*/ 34 h 113"/>
                <a:gd name="T14" fmla="*/ 56 w 82"/>
                <a:gd name="T15" fmla="*/ 36 h 113"/>
                <a:gd name="T16" fmla="*/ 56 w 82"/>
                <a:gd name="T17" fmla="*/ 12 h 113"/>
                <a:gd name="T18" fmla="*/ 42 w 82"/>
                <a:gd name="T19" fmla="*/ 12 h 113"/>
                <a:gd name="T20" fmla="*/ 42 w 82"/>
                <a:gd name="T21" fmla="*/ 0 h 113"/>
                <a:gd name="T22" fmla="*/ 72 w 82"/>
                <a:gd name="T23" fmla="*/ 0 h 113"/>
                <a:gd name="T24" fmla="*/ 72 w 82"/>
                <a:gd name="T25" fmla="*/ 100 h 113"/>
                <a:gd name="T26" fmla="*/ 82 w 82"/>
                <a:gd name="T27" fmla="*/ 100 h 113"/>
                <a:gd name="T28" fmla="*/ 82 w 82"/>
                <a:gd name="T29" fmla="*/ 112 h 113"/>
                <a:gd name="T30" fmla="*/ 55 w 82"/>
                <a:gd name="T31" fmla="*/ 50 h 113"/>
                <a:gd name="T32" fmla="*/ 41 w 82"/>
                <a:gd name="T33" fmla="*/ 47 h 113"/>
                <a:gd name="T34" fmla="*/ 17 w 82"/>
                <a:gd name="T35" fmla="*/ 75 h 113"/>
                <a:gd name="T36" fmla="*/ 36 w 82"/>
                <a:gd name="T37" fmla="*/ 100 h 113"/>
                <a:gd name="T38" fmla="*/ 55 w 82"/>
                <a:gd name="T39" fmla="*/ 71 h 113"/>
                <a:gd name="T40" fmla="*/ 55 w 82"/>
                <a:gd name="T41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113">
                  <a:moveTo>
                    <a:pt x="82" y="112"/>
                  </a:moveTo>
                  <a:cubicBezTo>
                    <a:pt x="56" y="112"/>
                    <a:pt x="56" y="112"/>
                    <a:pt x="56" y="112"/>
                  </a:cubicBezTo>
                  <a:cubicBezTo>
                    <a:pt x="56" y="106"/>
                    <a:pt x="57" y="101"/>
                    <a:pt x="57" y="96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3" y="106"/>
                    <a:pt x="45" y="113"/>
                    <a:pt x="32" y="113"/>
                  </a:cubicBezTo>
                  <a:cubicBezTo>
                    <a:pt x="13" y="113"/>
                    <a:pt x="0" y="100"/>
                    <a:pt x="0" y="77"/>
                  </a:cubicBezTo>
                  <a:cubicBezTo>
                    <a:pt x="0" y="52"/>
                    <a:pt x="15" y="34"/>
                    <a:pt x="41" y="34"/>
                  </a:cubicBezTo>
                  <a:cubicBezTo>
                    <a:pt x="46" y="34"/>
                    <a:pt x="51" y="35"/>
                    <a:pt x="56" y="36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82" y="100"/>
                    <a:pt x="82" y="100"/>
                    <a:pt x="82" y="100"/>
                  </a:cubicBezTo>
                  <a:lnTo>
                    <a:pt x="82" y="112"/>
                  </a:lnTo>
                  <a:close/>
                  <a:moveTo>
                    <a:pt x="55" y="50"/>
                  </a:moveTo>
                  <a:cubicBezTo>
                    <a:pt x="52" y="48"/>
                    <a:pt x="47" y="47"/>
                    <a:pt x="41" y="47"/>
                  </a:cubicBezTo>
                  <a:cubicBezTo>
                    <a:pt x="26" y="47"/>
                    <a:pt x="17" y="60"/>
                    <a:pt x="17" y="75"/>
                  </a:cubicBezTo>
                  <a:cubicBezTo>
                    <a:pt x="17" y="89"/>
                    <a:pt x="23" y="100"/>
                    <a:pt x="36" y="100"/>
                  </a:cubicBezTo>
                  <a:cubicBezTo>
                    <a:pt x="49" y="100"/>
                    <a:pt x="55" y="89"/>
                    <a:pt x="55" y="71"/>
                  </a:cubicBezTo>
                  <a:lnTo>
                    <a:pt x="55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" name="Freeform 132">
              <a:extLst>
                <a:ext uri="{FF2B5EF4-FFF2-40B4-BE49-F238E27FC236}">
                  <a16:creationId xmlns:a16="http://schemas.microsoft.com/office/drawing/2014/main" id="{0A06473A-7B77-4C7A-A704-2CDECB1335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91463" y="12876213"/>
              <a:ext cx="49212" cy="61912"/>
            </a:xfrm>
            <a:custGeom>
              <a:avLst/>
              <a:gdLst>
                <a:gd name="T0" fmla="*/ 45 w 64"/>
                <a:gd name="T1" fmla="*/ 24 h 79"/>
                <a:gd name="T2" fmla="*/ 45 w 64"/>
                <a:gd name="T3" fmla="*/ 15 h 79"/>
                <a:gd name="T4" fmla="*/ 32 w 64"/>
                <a:gd name="T5" fmla="*/ 12 h 79"/>
                <a:gd name="T6" fmla="*/ 17 w 64"/>
                <a:gd name="T7" fmla="*/ 21 h 79"/>
                <a:gd name="T8" fmla="*/ 26 w 64"/>
                <a:gd name="T9" fmla="*/ 30 h 79"/>
                <a:gd name="T10" fmla="*/ 45 w 64"/>
                <a:gd name="T11" fmla="*/ 33 h 79"/>
                <a:gd name="T12" fmla="*/ 64 w 64"/>
                <a:gd name="T13" fmla="*/ 54 h 79"/>
                <a:gd name="T14" fmla="*/ 29 w 64"/>
                <a:gd name="T15" fmla="*/ 79 h 79"/>
                <a:gd name="T16" fmla="*/ 2 w 64"/>
                <a:gd name="T17" fmla="*/ 75 h 79"/>
                <a:gd name="T18" fmla="*/ 1 w 64"/>
                <a:gd name="T19" fmla="*/ 54 h 79"/>
                <a:gd name="T20" fmla="*/ 16 w 64"/>
                <a:gd name="T21" fmla="*/ 54 h 79"/>
                <a:gd name="T22" fmla="*/ 16 w 64"/>
                <a:gd name="T23" fmla="*/ 64 h 79"/>
                <a:gd name="T24" fmla="*/ 33 w 64"/>
                <a:gd name="T25" fmla="*/ 68 h 79"/>
                <a:gd name="T26" fmla="*/ 48 w 64"/>
                <a:gd name="T27" fmla="*/ 57 h 79"/>
                <a:gd name="T28" fmla="*/ 37 w 64"/>
                <a:gd name="T29" fmla="*/ 47 h 79"/>
                <a:gd name="T30" fmla="*/ 25 w 64"/>
                <a:gd name="T31" fmla="*/ 45 h 79"/>
                <a:gd name="T32" fmla="*/ 0 w 64"/>
                <a:gd name="T33" fmla="*/ 24 h 79"/>
                <a:gd name="T34" fmla="*/ 33 w 64"/>
                <a:gd name="T35" fmla="*/ 0 h 79"/>
                <a:gd name="T36" fmla="*/ 59 w 64"/>
                <a:gd name="T37" fmla="*/ 5 h 79"/>
                <a:gd name="T38" fmla="*/ 60 w 64"/>
                <a:gd name="T39" fmla="*/ 24 h 79"/>
                <a:gd name="T40" fmla="*/ 45 w 64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" h="79">
                  <a:moveTo>
                    <a:pt x="45" y="24"/>
                  </a:moveTo>
                  <a:cubicBezTo>
                    <a:pt x="45" y="15"/>
                    <a:pt x="45" y="15"/>
                    <a:pt x="45" y="15"/>
                  </a:cubicBezTo>
                  <a:cubicBezTo>
                    <a:pt x="42" y="13"/>
                    <a:pt x="39" y="12"/>
                    <a:pt x="32" y="12"/>
                  </a:cubicBezTo>
                  <a:cubicBezTo>
                    <a:pt x="25" y="12"/>
                    <a:pt x="17" y="14"/>
                    <a:pt x="17" y="21"/>
                  </a:cubicBezTo>
                  <a:cubicBezTo>
                    <a:pt x="17" y="27"/>
                    <a:pt x="22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4" y="35"/>
                    <a:pt x="64" y="39"/>
                    <a:pt x="64" y="54"/>
                  </a:cubicBezTo>
                  <a:cubicBezTo>
                    <a:pt x="64" y="74"/>
                    <a:pt x="46" y="79"/>
                    <a:pt x="29" y="79"/>
                  </a:cubicBezTo>
                  <a:cubicBezTo>
                    <a:pt x="16" y="79"/>
                    <a:pt x="6" y="77"/>
                    <a:pt x="2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3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3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60" y="24"/>
                    <a:pt x="60" y="24"/>
                    <a:pt x="60" y="24"/>
                  </a:cubicBezTo>
                  <a:lnTo>
                    <a:pt x="45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5" name="Freeform 133">
              <a:extLst>
                <a:ext uri="{FF2B5EF4-FFF2-40B4-BE49-F238E27FC236}">
                  <a16:creationId xmlns:a16="http://schemas.microsoft.com/office/drawing/2014/main" id="{1973BB27-30FC-4266-A767-F9DB8094D0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8613" y="12850813"/>
              <a:ext cx="68262" cy="85725"/>
            </a:xfrm>
            <a:custGeom>
              <a:avLst/>
              <a:gdLst>
                <a:gd name="T0" fmla="*/ 2 w 89"/>
                <a:gd name="T1" fmla="*/ 100 h 112"/>
                <a:gd name="T2" fmla="*/ 10 w 89"/>
                <a:gd name="T3" fmla="*/ 100 h 112"/>
                <a:gd name="T4" fmla="*/ 11 w 89"/>
                <a:gd name="T5" fmla="*/ 12 h 112"/>
                <a:gd name="T6" fmla="*/ 0 w 89"/>
                <a:gd name="T7" fmla="*/ 12 h 112"/>
                <a:gd name="T8" fmla="*/ 0 w 89"/>
                <a:gd name="T9" fmla="*/ 0 h 112"/>
                <a:gd name="T10" fmla="*/ 28 w 89"/>
                <a:gd name="T11" fmla="*/ 0 h 112"/>
                <a:gd name="T12" fmla="*/ 28 w 89"/>
                <a:gd name="T13" fmla="*/ 36 h 112"/>
                <a:gd name="T14" fmla="*/ 26 w 89"/>
                <a:gd name="T15" fmla="*/ 53 h 112"/>
                <a:gd name="T16" fmla="*/ 26 w 89"/>
                <a:gd name="T17" fmla="*/ 53 h 112"/>
                <a:gd name="T18" fmla="*/ 53 w 89"/>
                <a:gd name="T19" fmla="*/ 34 h 112"/>
                <a:gd name="T20" fmla="*/ 80 w 89"/>
                <a:gd name="T21" fmla="*/ 63 h 112"/>
                <a:gd name="T22" fmla="*/ 79 w 89"/>
                <a:gd name="T23" fmla="*/ 100 h 112"/>
                <a:gd name="T24" fmla="*/ 89 w 89"/>
                <a:gd name="T25" fmla="*/ 100 h 112"/>
                <a:gd name="T26" fmla="*/ 89 w 89"/>
                <a:gd name="T27" fmla="*/ 112 h 112"/>
                <a:gd name="T28" fmla="*/ 54 w 89"/>
                <a:gd name="T29" fmla="*/ 112 h 112"/>
                <a:gd name="T30" fmla="*/ 54 w 89"/>
                <a:gd name="T31" fmla="*/ 100 h 112"/>
                <a:gd name="T32" fmla="*/ 62 w 89"/>
                <a:gd name="T33" fmla="*/ 100 h 112"/>
                <a:gd name="T34" fmla="*/ 63 w 89"/>
                <a:gd name="T35" fmla="*/ 66 h 112"/>
                <a:gd name="T36" fmla="*/ 48 w 89"/>
                <a:gd name="T37" fmla="*/ 48 h 112"/>
                <a:gd name="T38" fmla="*/ 28 w 89"/>
                <a:gd name="T39" fmla="*/ 71 h 112"/>
                <a:gd name="T40" fmla="*/ 27 w 89"/>
                <a:gd name="T41" fmla="*/ 100 h 112"/>
                <a:gd name="T42" fmla="*/ 37 w 89"/>
                <a:gd name="T43" fmla="*/ 100 h 112"/>
                <a:gd name="T44" fmla="*/ 37 w 89"/>
                <a:gd name="T45" fmla="*/ 112 h 112"/>
                <a:gd name="T46" fmla="*/ 2 w 89"/>
                <a:gd name="T47" fmla="*/ 112 h 112"/>
                <a:gd name="T48" fmla="*/ 2 w 89"/>
                <a:gd name="T49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112">
                  <a:moveTo>
                    <a:pt x="2" y="100"/>
                  </a:moveTo>
                  <a:cubicBezTo>
                    <a:pt x="10" y="100"/>
                    <a:pt x="10" y="100"/>
                    <a:pt x="10" y="10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43"/>
                    <a:pt x="38" y="34"/>
                    <a:pt x="53" y="34"/>
                  </a:cubicBezTo>
                  <a:cubicBezTo>
                    <a:pt x="71" y="34"/>
                    <a:pt x="80" y="45"/>
                    <a:pt x="80" y="63"/>
                  </a:cubicBezTo>
                  <a:cubicBezTo>
                    <a:pt x="80" y="76"/>
                    <a:pt x="79" y="88"/>
                    <a:pt x="79" y="100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89"/>
                    <a:pt x="63" y="77"/>
                    <a:pt x="63" y="66"/>
                  </a:cubicBezTo>
                  <a:cubicBezTo>
                    <a:pt x="63" y="56"/>
                    <a:pt x="58" y="48"/>
                    <a:pt x="48" y="48"/>
                  </a:cubicBezTo>
                  <a:cubicBezTo>
                    <a:pt x="36" y="48"/>
                    <a:pt x="28" y="57"/>
                    <a:pt x="28" y="71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2" y="112"/>
                    <a:pt x="2" y="112"/>
                    <a:pt x="2" y="112"/>
                  </a:cubicBezTo>
                  <a:lnTo>
                    <a:pt x="2" y="1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6" name="Freeform 134">
              <a:extLst>
                <a:ext uri="{FF2B5EF4-FFF2-40B4-BE49-F238E27FC236}">
                  <a16:creationId xmlns:a16="http://schemas.microsoft.com/office/drawing/2014/main" id="{E765D0CF-F308-4219-8E50-0886C5EF7B1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3225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8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7" name="Freeform 135">
              <a:extLst>
                <a:ext uri="{FF2B5EF4-FFF2-40B4-BE49-F238E27FC236}">
                  <a16:creationId xmlns:a16="http://schemas.microsoft.com/office/drawing/2014/main" id="{85934485-B9CF-4B53-B524-FF3FBF8B85C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56563" y="12876213"/>
              <a:ext cx="63500" cy="87312"/>
            </a:xfrm>
            <a:custGeom>
              <a:avLst/>
              <a:gdLst>
                <a:gd name="T0" fmla="*/ 0 w 83"/>
                <a:gd name="T1" fmla="*/ 2 h 114"/>
                <a:gd name="T2" fmla="*/ 27 w 83"/>
                <a:gd name="T3" fmla="*/ 2 h 114"/>
                <a:gd name="T4" fmla="*/ 25 w 83"/>
                <a:gd name="T5" fmla="*/ 17 h 114"/>
                <a:gd name="T6" fmla="*/ 25 w 83"/>
                <a:gd name="T7" fmla="*/ 17 h 114"/>
                <a:gd name="T8" fmla="*/ 51 w 83"/>
                <a:gd name="T9" fmla="*/ 0 h 114"/>
                <a:gd name="T10" fmla="*/ 83 w 83"/>
                <a:gd name="T11" fmla="*/ 36 h 114"/>
                <a:gd name="T12" fmla="*/ 42 w 83"/>
                <a:gd name="T13" fmla="*/ 79 h 114"/>
                <a:gd name="T14" fmla="*/ 27 w 83"/>
                <a:gd name="T15" fmla="*/ 77 h 114"/>
                <a:gd name="T16" fmla="*/ 26 w 83"/>
                <a:gd name="T17" fmla="*/ 102 h 114"/>
                <a:gd name="T18" fmla="*/ 38 w 83"/>
                <a:gd name="T19" fmla="*/ 102 h 114"/>
                <a:gd name="T20" fmla="*/ 38 w 83"/>
                <a:gd name="T21" fmla="*/ 114 h 114"/>
                <a:gd name="T22" fmla="*/ 2 w 83"/>
                <a:gd name="T23" fmla="*/ 114 h 114"/>
                <a:gd name="T24" fmla="*/ 2 w 83"/>
                <a:gd name="T25" fmla="*/ 102 h 114"/>
                <a:gd name="T26" fmla="*/ 10 w 83"/>
                <a:gd name="T27" fmla="*/ 102 h 114"/>
                <a:gd name="T28" fmla="*/ 11 w 83"/>
                <a:gd name="T29" fmla="*/ 14 h 114"/>
                <a:gd name="T30" fmla="*/ 0 w 83"/>
                <a:gd name="T31" fmla="*/ 14 h 114"/>
                <a:gd name="T32" fmla="*/ 0 w 83"/>
                <a:gd name="T33" fmla="*/ 2 h 114"/>
                <a:gd name="T34" fmla="*/ 27 w 83"/>
                <a:gd name="T35" fmla="*/ 63 h 114"/>
                <a:gd name="T36" fmla="*/ 42 w 83"/>
                <a:gd name="T37" fmla="*/ 67 h 114"/>
                <a:gd name="T38" fmla="*/ 65 w 83"/>
                <a:gd name="T39" fmla="*/ 39 h 114"/>
                <a:gd name="T40" fmla="*/ 47 w 83"/>
                <a:gd name="T41" fmla="*/ 14 h 114"/>
                <a:gd name="T42" fmla="*/ 27 w 83"/>
                <a:gd name="T43" fmla="*/ 42 h 114"/>
                <a:gd name="T44" fmla="*/ 27 w 83"/>
                <a:gd name="T45" fmla="*/ 6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14">
                  <a:moveTo>
                    <a:pt x="0" y="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3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9" y="7"/>
                    <a:pt x="38" y="0"/>
                    <a:pt x="51" y="0"/>
                  </a:cubicBezTo>
                  <a:cubicBezTo>
                    <a:pt x="69" y="0"/>
                    <a:pt x="83" y="14"/>
                    <a:pt x="83" y="36"/>
                  </a:cubicBezTo>
                  <a:cubicBezTo>
                    <a:pt x="83" y="61"/>
                    <a:pt x="68" y="79"/>
                    <a:pt x="42" y="79"/>
                  </a:cubicBezTo>
                  <a:cubicBezTo>
                    <a:pt x="36" y="79"/>
                    <a:pt x="31" y="79"/>
                    <a:pt x="27" y="7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2"/>
                  </a:lnTo>
                  <a:close/>
                  <a:moveTo>
                    <a:pt x="27" y="63"/>
                  </a:moveTo>
                  <a:cubicBezTo>
                    <a:pt x="30" y="65"/>
                    <a:pt x="36" y="67"/>
                    <a:pt x="42" y="67"/>
                  </a:cubicBezTo>
                  <a:cubicBezTo>
                    <a:pt x="57" y="67"/>
                    <a:pt x="65" y="54"/>
                    <a:pt x="65" y="39"/>
                  </a:cubicBezTo>
                  <a:cubicBezTo>
                    <a:pt x="65" y="25"/>
                    <a:pt x="59" y="14"/>
                    <a:pt x="47" y="14"/>
                  </a:cubicBezTo>
                  <a:cubicBezTo>
                    <a:pt x="34" y="14"/>
                    <a:pt x="27" y="25"/>
                    <a:pt x="27" y="42"/>
                  </a:cubicBezTo>
                  <a:lnTo>
                    <a:pt x="27" y="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grpSp>
        <p:nvGrpSpPr>
          <p:cNvPr id="148" name="Grupp 147">
            <a:extLst>
              <a:ext uri="{FF2B5EF4-FFF2-40B4-BE49-F238E27FC236}">
                <a16:creationId xmlns:a16="http://schemas.microsoft.com/office/drawing/2014/main" id="{3D38BE7D-E972-46F6-94B1-AA256B2A25CF}"/>
              </a:ext>
            </a:extLst>
          </p:cNvPr>
          <p:cNvGrpSpPr/>
          <p:nvPr userDrawn="1"/>
        </p:nvGrpSpPr>
        <p:grpSpPr>
          <a:xfrm>
            <a:off x="2216151" y="11869738"/>
            <a:ext cx="4795838" cy="1100138"/>
            <a:chOff x="2216151" y="11869738"/>
            <a:chExt cx="4795838" cy="1100138"/>
          </a:xfrm>
          <a:solidFill>
            <a:srgbClr val="F9F2E8"/>
          </a:solidFill>
        </p:grpSpPr>
        <p:grpSp>
          <p:nvGrpSpPr>
            <p:cNvPr id="149" name="Group 205">
              <a:extLst>
                <a:ext uri="{FF2B5EF4-FFF2-40B4-BE49-F238E27FC236}">
                  <a16:creationId xmlns:a16="http://schemas.microsoft.com/office/drawing/2014/main" id="{754824A1-8968-4C9B-8B2D-66DFBB651C61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2216151" y="11869738"/>
              <a:ext cx="4795838" cy="1100138"/>
              <a:chOff x="1396" y="7477"/>
              <a:chExt cx="3021" cy="693"/>
            </a:xfrm>
            <a:grpFill/>
          </p:grpSpPr>
          <p:sp>
            <p:nvSpPr>
              <p:cNvPr id="451" name="Rectangle 5">
                <a:extLst>
                  <a:ext uri="{FF2B5EF4-FFF2-40B4-BE49-F238E27FC236}">
                    <a16:creationId xmlns:a16="http://schemas.microsoft.com/office/drawing/2014/main" id="{AD8FD606-A85A-453D-BD90-66184CE87F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664" y="7477"/>
                <a:ext cx="5" cy="69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2" name="Rectangle 6">
                <a:extLst>
                  <a:ext uri="{FF2B5EF4-FFF2-40B4-BE49-F238E27FC236}">
                    <a16:creationId xmlns:a16="http://schemas.microsoft.com/office/drawing/2014/main" id="{B4CAA0B6-F9DA-4344-8BEB-E35F1496AA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4394" y="7791"/>
                <a:ext cx="23" cy="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3" name="Freeform 7">
                <a:extLst>
                  <a:ext uri="{FF2B5EF4-FFF2-40B4-BE49-F238E27FC236}">
                    <a16:creationId xmlns:a16="http://schemas.microsoft.com/office/drawing/2014/main" id="{AB96EC35-218E-430F-B796-AC01973782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91" y="7547"/>
                <a:ext cx="101" cy="117"/>
              </a:xfrm>
              <a:custGeom>
                <a:avLst/>
                <a:gdLst>
                  <a:gd name="T0" fmla="*/ 58 w 136"/>
                  <a:gd name="T1" fmla="*/ 153 h 157"/>
                  <a:gd name="T2" fmla="*/ 39 w 136"/>
                  <a:gd name="T3" fmla="*/ 133 h 157"/>
                  <a:gd name="T4" fmla="*/ 39 w 136"/>
                  <a:gd name="T5" fmla="*/ 78 h 157"/>
                  <a:gd name="T6" fmla="*/ 39 w 136"/>
                  <a:gd name="T7" fmla="*/ 78 h 157"/>
                  <a:gd name="T8" fmla="*/ 81 w 136"/>
                  <a:gd name="T9" fmla="*/ 134 h 157"/>
                  <a:gd name="T10" fmla="*/ 89 w 136"/>
                  <a:gd name="T11" fmla="*/ 147 h 157"/>
                  <a:gd name="T12" fmla="*/ 76 w 136"/>
                  <a:gd name="T13" fmla="*/ 153 h 157"/>
                  <a:gd name="T14" fmla="*/ 76 w 136"/>
                  <a:gd name="T15" fmla="*/ 157 h 157"/>
                  <a:gd name="T16" fmla="*/ 136 w 136"/>
                  <a:gd name="T17" fmla="*/ 157 h 157"/>
                  <a:gd name="T18" fmla="*/ 136 w 136"/>
                  <a:gd name="T19" fmla="*/ 153 h 157"/>
                  <a:gd name="T20" fmla="*/ 100 w 136"/>
                  <a:gd name="T21" fmla="*/ 128 h 157"/>
                  <a:gd name="T22" fmla="*/ 54 w 136"/>
                  <a:gd name="T23" fmla="*/ 69 h 157"/>
                  <a:gd name="T24" fmla="*/ 95 w 136"/>
                  <a:gd name="T25" fmla="*/ 21 h 157"/>
                  <a:gd name="T26" fmla="*/ 127 w 136"/>
                  <a:gd name="T27" fmla="*/ 4 h 157"/>
                  <a:gd name="T28" fmla="*/ 127 w 136"/>
                  <a:gd name="T29" fmla="*/ 0 h 157"/>
                  <a:gd name="T30" fmla="*/ 75 w 136"/>
                  <a:gd name="T31" fmla="*/ 0 h 157"/>
                  <a:gd name="T32" fmla="*/ 75 w 136"/>
                  <a:gd name="T33" fmla="*/ 4 h 157"/>
                  <a:gd name="T34" fmla="*/ 88 w 136"/>
                  <a:gd name="T35" fmla="*/ 10 h 157"/>
                  <a:gd name="T36" fmla="*/ 83 w 136"/>
                  <a:gd name="T37" fmla="*/ 19 h 157"/>
                  <a:gd name="T38" fmla="*/ 39 w 136"/>
                  <a:gd name="T39" fmla="*/ 71 h 157"/>
                  <a:gd name="T40" fmla="*/ 39 w 136"/>
                  <a:gd name="T41" fmla="*/ 24 h 157"/>
                  <a:gd name="T42" fmla="*/ 58 w 136"/>
                  <a:gd name="T43" fmla="*/ 4 h 157"/>
                  <a:gd name="T44" fmla="*/ 58 w 136"/>
                  <a:gd name="T45" fmla="*/ 0 h 157"/>
                  <a:gd name="T46" fmla="*/ 0 w 136"/>
                  <a:gd name="T47" fmla="*/ 0 h 157"/>
                  <a:gd name="T48" fmla="*/ 0 w 136"/>
                  <a:gd name="T49" fmla="*/ 4 h 157"/>
                  <a:gd name="T50" fmla="*/ 19 w 136"/>
                  <a:gd name="T51" fmla="*/ 24 h 157"/>
                  <a:gd name="T52" fmla="*/ 19 w 136"/>
                  <a:gd name="T53" fmla="*/ 133 h 157"/>
                  <a:gd name="T54" fmla="*/ 0 w 136"/>
                  <a:gd name="T55" fmla="*/ 153 h 157"/>
                  <a:gd name="T56" fmla="*/ 0 w 136"/>
                  <a:gd name="T57" fmla="*/ 157 h 157"/>
                  <a:gd name="T58" fmla="*/ 58 w 136"/>
                  <a:gd name="T59" fmla="*/ 157 h 157"/>
                  <a:gd name="T60" fmla="*/ 58 w 136"/>
                  <a:gd name="T61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7">
                    <a:moveTo>
                      <a:pt x="58" y="153"/>
                    </a:moveTo>
                    <a:cubicBezTo>
                      <a:pt x="46" y="153"/>
                      <a:pt x="39" y="151"/>
                      <a:pt x="39" y="13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0"/>
                      <a:pt x="89" y="144"/>
                      <a:pt x="89" y="147"/>
                    </a:cubicBezTo>
                    <a:cubicBezTo>
                      <a:pt x="89" y="151"/>
                      <a:pt x="85" y="153"/>
                      <a:pt x="76" y="153"/>
                    </a:cubicBezTo>
                    <a:cubicBezTo>
                      <a:pt x="76" y="157"/>
                      <a:pt x="76" y="157"/>
                      <a:pt x="76" y="157"/>
                    </a:cubicBezTo>
                    <a:cubicBezTo>
                      <a:pt x="136" y="157"/>
                      <a:pt x="136" y="157"/>
                      <a:pt x="136" y="157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1"/>
                      <a:pt x="100" y="12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7"/>
                      <a:pt x="115" y="4"/>
                      <a:pt x="127" y="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84" y="4"/>
                      <a:pt x="88" y="6"/>
                      <a:pt x="88" y="10"/>
                    </a:cubicBezTo>
                    <a:cubicBezTo>
                      <a:pt x="88" y="12"/>
                      <a:pt x="85" y="16"/>
                      <a:pt x="83" y="19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8" y="157"/>
                      <a:pt x="58" y="157"/>
                      <a:pt x="58" y="157"/>
                    </a:cubicBezTo>
                    <a:lnTo>
                      <a:pt x="58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4" name="Freeform 8">
                <a:extLst>
                  <a:ext uri="{FF2B5EF4-FFF2-40B4-BE49-F238E27FC236}">
                    <a16:creationId xmlns:a16="http://schemas.microsoft.com/office/drawing/2014/main" id="{0A2E59FB-646A-4106-BC4A-8585758689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9" y="7547"/>
                <a:ext cx="105" cy="119"/>
              </a:xfrm>
              <a:custGeom>
                <a:avLst/>
                <a:gdLst>
                  <a:gd name="T0" fmla="*/ 19 w 142"/>
                  <a:gd name="T1" fmla="*/ 24 h 160"/>
                  <a:gd name="T2" fmla="*/ 19 w 142"/>
                  <a:gd name="T3" fmla="*/ 103 h 160"/>
                  <a:gd name="T4" fmla="*/ 72 w 142"/>
                  <a:gd name="T5" fmla="*/ 160 h 160"/>
                  <a:gd name="T6" fmla="*/ 122 w 142"/>
                  <a:gd name="T7" fmla="*/ 103 h 160"/>
                  <a:gd name="T8" fmla="*/ 122 w 142"/>
                  <a:gd name="T9" fmla="*/ 24 h 160"/>
                  <a:gd name="T10" fmla="*/ 142 w 142"/>
                  <a:gd name="T11" fmla="*/ 4 h 160"/>
                  <a:gd name="T12" fmla="*/ 142 w 142"/>
                  <a:gd name="T13" fmla="*/ 0 h 160"/>
                  <a:gd name="T14" fmla="*/ 90 w 142"/>
                  <a:gd name="T15" fmla="*/ 0 h 160"/>
                  <a:gd name="T16" fmla="*/ 90 w 142"/>
                  <a:gd name="T17" fmla="*/ 4 h 160"/>
                  <a:gd name="T18" fmla="*/ 110 w 142"/>
                  <a:gd name="T19" fmla="*/ 24 h 160"/>
                  <a:gd name="T20" fmla="*/ 110 w 142"/>
                  <a:gd name="T21" fmla="*/ 103 h 160"/>
                  <a:gd name="T22" fmla="*/ 73 w 142"/>
                  <a:gd name="T23" fmla="*/ 150 h 160"/>
                  <a:gd name="T24" fmla="*/ 39 w 142"/>
                  <a:gd name="T25" fmla="*/ 103 h 160"/>
                  <a:gd name="T26" fmla="*/ 39 w 142"/>
                  <a:gd name="T27" fmla="*/ 24 h 160"/>
                  <a:gd name="T28" fmla="*/ 58 w 142"/>
                  <a:gd name="T29" fmla="*/ 4 h 160"/>
                  <a:gd name="T30" fmla="*/ 58 w 142"/>
                  <a:gd name="T31" fmla="*/ 0 h 160"/>
                  <a:gd name="T32" fmla="*/ 0 w 142"/>
                  <a:gd name="T33" fmla="*/ 0 h 160"/>
                  <a:gd name="T34" fmla="*/ 0 w 142"/>
                  <a:gd name="T35" fmla="*/ 4 h 160"/>
                  <a:gd name="T36" fmla="*/ 19 w 142"/>
                  <a:gd name="T37" fmla="*/ 2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60">
                    <a:moveTo>
                      <a:pt x="19" y="24"/>
                    </a:moveTo>
                    <a:cubicBezTo>
                      <a:pt x="19" y="103"/>
                      <a:pt x="19" y="103"/>
                      <a:pt x="19" y="103"/>
                    </a:cubicBezTo>
                    <a:cubicBezTo>
                      <a:pt x="19" y="136"/>
                      <a:pt x="26" y="160"/>
                      <a:pt x="72" y="160"/>
                    </a:cubicBezTo>
                    <a:cubicBezTo>
                      <a:pt x="118" y="160"/>
                      <a:pt x="122" y="135"/>
                      <a:pt x="122" y="10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4"/>
                      <a:pt x="142" y="4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10" y="6"/>
                      <a:pt x="110" y="24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0" y="131"/>
                      <a:pt x="105" y="150"/>
                      <a:pt x="73" y="150"/>
                    </a:cubicBezTo>
                    <a:cubicBezTo>
                      <a:pt x="44" y="150"/>
                      <a:pt x="39" y="127"/>
                      <a:pt x="39" y="10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5" name="Freeform 9">
                <a:extLst>
                  <a:ext uri="{FF2B5EF4-FFF2-40B4-BE49-F238E27FC236}">
                    <a16:creationId xmlns:a16="http://schemas.microsoft.com/office/drawing/2014/main" id="{145198AF-24A1-4849-A01E-719C691B50B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6" y="7547"/>
                <a:ext cx="105" cy="117"/>
              </a:xfrm>
              <a:custGeom>
                <a:avLst/>
                <a:gdLst>
                  <a:gd name="T0" fmla="*/ 51 w 141"/>
                  <a:gd name="T1" fmla="*/ 153 h 157"/>
                  <a:gd name="T2" fmla="*/ 32 w 141"/>
                  <a:gd name="T3" fmla="*/ 133 h 157"/>
                  <a:gd name="T4" fmla="*/ 32 w 141"/>
                  <a:gd name="T5" fmla="*/ 21 h 157"/>
                  <a:gd name="T6" fmla="*/ 32 w 141"/>
                  <a:gd name="T7" fmla="*/ 21 h 157"/>
                  <a:gd name="T8" fmla="*/ 105 w 141"/>
                  <a:gd name="T9" fmla="*/ 157 h 157"/>
                  <a:gd name="T10" fmla="*/ 121 w 141"/>
                  <a:gd name="T11" fmla="*/ 157 h 157"/>
                  <a:gd name="T12" fmla="*/ 121 w 141"/>
                  <a:gd name="T13" fmla="*/ 24 h 157"/>
                  <a:gd name="T14" fmla="*/ 141 w 141"/>
                  <a:gd name="T15" fmla="*/ 4 h 157"/>
                  <a:gd name="T16" fmla="*/ 141 w 141"/>
                  <a:gd name="T17" fmla="*/ 0 h 157"/>
                  <a:gd name="T18" fmla="*/ 90 w 141"/>
                  <a:gd name="T19" fmla="*/ 0 h 157"/>
                  <a:gd name="T20" fmla="*/ 90 w 141"/>
                  <a:gd name="T21" fmla="*/ 4 h 157"/>
                  <a:gd name="T22" fmla="*/ 109 w 141"/>
                  <a:gd name="T23" fmla="*/ 24 h 157"/>
                  <a:gd name="T24" fmla="*/ 109 w 141"/>
                  <a:gd name="T25" fmla="*/ 127 h 157"/>
                  <a:gd name="T26" fmla="*/ 108 w 141"/>
                  <a:gd name="T27" fmla="*/ 127 h 157"/>
                  <a:gd name="T28" fmla="*/ 40 w 141"/>
                  <a:gd name="T29" fmla="*/ 0 h 157"/>
                  <a:gd name="T30" fmla="*/ 0 w 141"/>
                  <a:gd name="T31" fmla="*/ 0 h 157"/>
                  <a:gd name="T32" fmla="*/ 0 w 141"/>
                  <a:gd name="T33" fmla="*/ 4 h 157"/>
                  <a:gd name="T34" fmla="*/ 19 w 141"/>
                  <a:gd name="T35" fmla="*/ 24 h 157"/>
                  <a:gd name="T36" fmla="*/ 19 w 141"/>
                  <a:gd name="T37" fmla="*/ 133 h 157"/>
                  <a:gd name="T38" fmla="*/ 0 w 141"/>
                  <a:gd name="T39" fmla="*/ 153 h 157"/>
                  <a:gd name="T40" fmla="*/ 0 w 141"/>
                  <a:gd name="T41" fmla="*/ 157 h 157"/>
                  <a:gd name="T42" fmla="*/ 51 w 141"/>
                  <a:gd name="T43" fmla="*/ 157 h 157"/>
                  <a:gd name="T44" fmla="*/ 51 w 141"/>
                  <a:gd name="T45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7">
                    <a:moveTo>
                      <a:pt x="51" y="153"/>
                    </a:moveTo>
                    <a:cubicBezTo>
                      <a:pt x="39" y="153"/>
                      <a:pt x="32" y="151"/>
                      <a:pt x="32" y="133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105" y="157"/>
                      <a:pt x="105" y="157"/>
                      <a:pt x="105" y="157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1" y="6"/>
                      <a:pt x="128" y="4"/>
                      <a:pt x="141" y="4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8" y="127"/>
                      <a:pt x="108" y="127"/>
                      <a:pt x="108" y="1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1" y="157"/>
                      <a:pt x="51" y="157"/>
                      <a:pt x="51" y="157"/>
                    </a:cubicBezTo>
                    <a:lnTo>
                      <a:pt x="51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6" name="Freeform 10">
                <a:extLst>
                  <a:ext uri="{FF2B5EF4-FFF2-40B4-BE49-F238E27FC236}">
                    <a16:creationId xmlns:a16="http://schemas.microsoft.com/office/drawing/2014/main" id="{B1F73029-2F95-45DE-8695-DDCF6DD9222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40" y="7544"/>
                <a:ext cx="97" cy="122"/>
              </a:xfrm>
              <a:custGeom>
                <a:avLst/>
                <a:gdLst>
                  <a:gd name="T0" fmla="*/ 69 w 129"/>
                  <a:gd name="T1" fmla="*/ 163 h 163"/>
                  <a:gd name="T2" fmla="*/ 111 w 129"/>
                  <a:gd name="T3" fmla="*/ 156 h 163"/>
                  <a:gd name="T4" fmla="*/ 111 w 129"/>
                  <a:gd name="T5" fmla="*/ 97 h 163"/>
                  <a:gd name="T6" fmla="*/ 129 w 129"/>
                  <a:gd name="T7" fmla="*/ 78 h 163"/>
                  <a:gd name="T8" fmla="*/ 129 w 129"/>
                  <a:gd name="T9" fmla="*/ 73 h 163"/>
                  <a:gd name="T10" fmla="*/ 72 w 129"/>
                  <a:gd name="T11" fmla="*/ 73 h 163"/>
                  <a:gd name="T12" fmla="*/ 72 w 129"/>
                  <a:gd name="T13" fmla="*/ 78 h 163"/>
                  <a:gd name="T14" fmla="*/ 91 w 129"/>
                  <a:gd name="T15" fmla="*/ 97 h 163"/>
                  <a:gd name="T16" fmla="*/ 91 w 129"/>
                  <a:gd name="T17" fmla="*/ 150 h 163"/>
                  <a:gd name="T18" fmla="*/ 73 w 129"/>
                  <a:gd name="T19" fmla="*/ 152 h 163"/>
                  <a:gd name="T20" fmla="*/ 22 w 129"/>
                  <a:gd name="T21" fmla="*/ 74 h 163"/>
                  <a:gd name="T22" fmla="*/ 62 w 129"/>
                  <a:gd name="T23" fmla="*/ 10 h 163"/>
                  <a:gd name="T24" fmla="*/ 104 w 129"/>
                  <a:gd name="T25" fmla="*/ 44 h 163"/>
                  <a:gd name="T26" fmla="*/ 110 w 129"/>
                  <a:gd name="T27" fmla="*/ 44 h 163"/>
                  <a:gd name="T28" fmla="*/ 108 w 129"/>
                  <a:gd name="T29" fmla="*/ 7 h 163"/>
                  <a:gd name="T30" fmla="*/ 65 w 129"/>
                  <a:gd name="T31" fmla="*/ 0 h 163"/>
                  <a:gd name="T32" fmla="*/ 0 w 129"/>
                  <a:gd name="T33" fmla="*/ 77 h 163"/>
                  <a:gd name="T34" fmla="*/ 69 w 129"/>
                  <a:gd name="T3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163">
                    <a:moveTo>
                      <a:pt x="69" y="163"/>
                    </a:moveTo>
                    <a:cubicBezTo>
                      <a:pt x="88" y="163"/>
                      <a:pt x="101" y="159"/>
                      <a:pt x="111" y="156"/>
                    </a:cubicBezTo>
                    <a:cubicBezTo>
                      <a:pt x="111" y="97"/>
                      <a:pt x="111" y="97"/>
                      <a:pt x="111" y="97"/>
                    </a:cubicBezTo>
                    <a:cubicBezTo>
                      <a:pt x="111" y="79"/>
                      <a:pt x="118" y="78"/>
                      <a:pt x="129" y="78"/>
                    </a:cubicBezTo>
                    <a:cubicBezTo>
                      <a:pt x="129" y="73"/>
                      <a:pt x="129" y="73"/>
                      <a:pt x="129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83" y="78"/>
                      <a:pt x="91" y="79"/>
                      <a:pt x="91" y="97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87" y="151"/>
                      <a:pt x="83" y="152"/>
                      <a:pt x="73" y="152"/>
                    </a:cubicBezTo>
                    <a:cubicBezTo>
                      <a:pt x="27" y="152"/>
                      <a:pt x="22" y="104"/>
                      <a:pt x="22" y="74"/>
                    </a:cubicBezTo>
                    <a:cubicBezTo>
                      <a:pt x="22" y="46"/>
                      <a:pt x="24" y="10"/>
                      <a:pt x="62" y="10"/>
                    </a:cubicBezTo>
                    <a:cubicBezTo>
                      <a:pt x="93" y="10"/>
                      <a:pt x="102" y="30"/>
                      <a:pt x="104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97" y="4"/>
                      <a:pt x="83" y="0"/>
                      <a:pt x="65" y="0"/>
                    </a:cubicBezTo>
                    <a:cubicBezTo>
                      <a:pt x="14" y="0"/>
                      <a:pt x="0" y="27"/>
                      <a:pt x="0" y="77"/>
                    </a:cubicBezTo>
                    <a:cubicBezTo>
                      <a:pt x="0" y="132"/>
                      <a:pt x="23" y="163"/>
                      <a:pt x="69" y="1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7" name="Freeform 11">
                <a:extLst>
                  <a:ext uri="{FF2B5EF4-FFF2-40B4-BE49-F238E27FC236}">
                    <a16:creationId xmlns:a16="http://schemas.microsoft.com/office/drawing/2014/main" id="{EA32122E-AD56-4F04-9264-B0E9549EFCA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2" y="7547"/>
                <a:ext cx="75" cy="117"/>
              </a:xfrm>
              <a:custGeom>
                <a:avLst/>
                <a:gdLst>
                  <a:gd name="T0" fmla="*/ 100 w 100"/>
                  <a:gd name="T1" fmla="*/ 123 h 157"/>
                  <a:gd name="T2" fmla="*/ 95 w 100"/>
                  <a:gd name="T3" fmla="*/ 123 h 157"/>
                  <a:gd name="T4" fmla="*/ 68 w 100"/>
                  <a:gd name="T5" fmla="*/ 148 h 157"/>
                  <a:gd name="T6" fmla="*/ 54 w 100"/>
                  <a:gd name="T7" fmla="*/ 148 h 157"/>
                  <a:gd name="T8" fmla="*/ 39 w 100"/>
                  <a:gd name="T9" fmla="*/ 133 h 157"/>
                  <a:gd name="T10" fmla="*/ 39 w 100"/>
                  <a:gd name="T11" fmla="*/ 24 h 157"/>
                  <a:gd name="T12" fmla="*/ 58 w 100"/>
                  <a:gd name="T13" fmla="*/ 4 h 157"/>
                  <a:gd name="T14" fmla="*/ 58 w 100"/>
                  <a:gd name="T15" fmla="*/ 0 h 157"/>
                  <a:gd name="T16" fmla="*/ 0 w 100"/>
                  <a:gd name="T17" fmla="*/ 0 h 157"/>
                  <a:gd name="T18" fmla="*/ 0 w 100"/>
                  <a:gd name="T19" fmla="*/ 4 h 157"/>
                  <a:gd name="T20" fmla="*/ 19 w 100"/>
                  <a:gd name="T21" fmla="*/ 24 h 157"/>
                  <a:gd name="T22" fmla="*/ 19 w 100"/>
                  <a:gd name="T23" fmla="*/ 133 h 157"/>
                  <a:gd name="T24" fmla="*/ 0 w 100"/>
                  <a:gd name="T25" fmla="*/ 153 h 157"/>
                  <a:gd name="T26" fmla="*/ 0 w 100"/>
                  <a:gd name="T27" fmla="*/ 157 h 157"/>
                  <a:gd name="T28" fmla="*/ 99 w 100"/>
                  <a:gd name="T29" fmla="*/ 157 h 157"/>
                  <a:gd name="T30" fmla="*/ 100 w 100"/>
                  <a:gd name="T31" fmla="*/ 1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157">
                    <a:moveTo>
                      <a:pt x="100" y="123"/>
                    </a:moveTo>
                    <a:cubicBezTo>
                      <a:pt x="95" y="123"/>
                      <a:pt x="95" y="123"/>
                      <a:pt x="95" y="123"/>
                    </a:cubicBezTo>
                    <a:cubicBezTo>
                      <a:pt x="91" y="141"/>
                      <a:pt x="87" y="148"/>
                      <a:pt x="68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40" y="148"/>
                      <a:pt x="39" y="147"/>
                      <a:pt x="39" y="13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99" y="157"/>
                      <a:pt x="99" y="157"/>
                      <a:pt x="99" y="157"/>
                    </a:cubicBezTo>
                    <a:lnTo>
                      <a:pt x="100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8" name="Oval 12">
                <a:extLst>
                  <a:ext uri="{FF2B5EF4-FFF2-40B4-BE49-F238E27FC236}">
                    <a16:creationId xmlns:a16="http://schemas.microsoft.com/office/drawing/2014/main" id="{ED242815-3408-454C-9B39-904D229894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3943" y="7647"/>
                <a:ext cx="18" cy="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9" name="Freeform 13">
                <a:extLst>
                  <a:ext uri="{FF2B5EF4-FFF2-40B4-BE49-F238E27FC236}">
                    <a16:creationId xmlns:a16="http://schemas.microsoft.com/office/drawing/2014/main" id="{A168C534-5BF5-4457-B7E6-07F9F52CF05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86" y="7728"/>
                <a:ext cx="115" cy="119"/>
              </a:xfrm>
              <a:custGeom>
                <a:avLst/>
                <a:gdLst>
                  <a:gd name="T0" fmla="*/ 25 w 154"/>
                  <a:gd name="T1" fmla="*/ 26 h 160"/>
                  <a:gd name="T2" fmla="*/ 71 w 154"/>
                  <a:gd name="T3" fmla="*/ 160 h 160"/>
                  <a:gd name="T4" fmla="*/ 84 w 154"/>
                  <a:gd name="T5" fmla="*/ 160 h 160"/>
                  <a:gd name="T6" fmla="*/ 129 w 154"/>
                  <a:gd name="T7" fmla="*/ 30 h 160"/>
                  <a:gd name="T8" fmla="*/ 154 w 154"/>
                  <a:gd name="T9" fmla="*/ 5 h 160"/>
                  <a:gd name="T10" fmla="*/ 154 w 154"/>
                  <a:gd name="T11" fmla="*/ 0 h 160"/>
                  <a:gd name="T12" fmla="*/ 105 w 154"/>
                  <a:gd name="T13" fmla="*/ 0 h 160"/>
                  <a:gd name="T14" fmla="*/ 105 w 154"/>
                  <a:gd name="T15" fmla="*/ 5 h 160"/>
                  <a:gd name="T16" fmla="*/ 121 w 154"/>
                  <a:gd name="T17" fmla="*/ 13 h 160"/>
                  <a:gd name="T18" fmla="*/ 118 w 154"/>
                  <a:gd name="T19" fmla="*/ 22 h 160"/>
                  <a:gd name="T20" fmla="*/ 81 w 154"/>
                  <a:gd name="T21" fmla="*/ 131 h 160"/>
                  <a:gd name="T22" fmla="*/ 46 w 154"/>
                  <a:gd name="T23" fmla="*/ 27 h 160"/>
                  <a:gd name="T24" fmla="*/ 43 w 154"/>
                  <a:gd name="T25" fmla="*/ 14 h 160"/>
                  <a:gd name="T26" fmla="*/ 58 w 154"/>
                  <a:gd name="T27" fmla="*/ 5 h 160"/>
                  <a:gd name="T28" fmla="*/ 58 w 154"/>
                  <a:gd name="T29" fmla="*/ 0 h 160"/>
                  <a:gd name="T30" fmla="*/ 0 w 154"/>
                  <a:gd name="T31" fmla="*/ 0 h 160"/>
                  <a:gd name="T32" fmla="*/ 0 w 154"/>
                  <a:gd name="T33" fmla="*/ 5 h 160"/>
                  <a:gd name="T34" fmla="*/ 25 w 154"/>
                  <a:gd name="T3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0">
                    <a:moveTo>
                      <a:pt x="25" y="26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84" y="160"/>
                      <a:pt x="84" y="160"/>
                      <a:pt x="84" y="16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4" y="15"/>
                      <a:pt x="140" y="5"/>
                      <a:pt x="154" y="5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14" y="5"/>
                      <a:pt x="121" y="6"/>
                      <a:pt x="121" y="13"/>
                    </a:cubicBezTo>
                    <a:cubicBezTo>
                      <a:pt x="121" y="15"/>
                      <a:pt x="120" y="19"/>
                      <a:pt x="118" y="22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1"/>
                      <a:pt x="43" y="18"/>
                      <a:pt x="43" y="14"/>
                    </a:cubicBezTo>
                    <a:cubicBezTo>
                      <a:pt x="43" y="8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10"/>
                      <a:pt x="25" y="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0" name="Freeform 14">
                <a:extLst>
                  <a:ext uri="{FF2B5EF4-FFF2-40B4-BE49-F238E27FC236}">
                    <a16:creationId xmlns:a16="http://schemas.microsoft.com/office/drawing/2014/main" id="{05F3F209-9E04-4B40-A0E2-292FED8F147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08" y="7728"/>
                <a:ext cx="78" cy="118"/>
              </a:xfrm>
              <a:custGeom>
                <a:avLst/>
                <a:gdLst>
                  <a:gd name="T0" fmla="*/ 0 w 105"/>
                  <a:gd name="T1" fmla="*/ 153 h 158"/>
                  <a:gd name="T2" fmla="*/ 0 w 105"/>
                  <a:gd name="T3" fmla="*/ 158 h 158"/>
                  <a:gd name="T4" fmla="*/ 104 w 105"/>
                  <a:gd name="T5" fmla="*/ 158 h 158"/>
                  <a:gd name="T6" fmla="*/ 105 w 105"/>
                  <a:gd name="T7" fmla="*/ 126 h 158"/>
                  <a:gd name="T8" fmla="*/ 100 w 105"/>
                  <a:gd name="T9" fmla="*/ 126 h 158"/>
                  <a:gd name="T10" fmla="*/ 73 w 105"/>
                  <a:gd name="T11" fmla="*/ 148 h 158"/>
                  <a:gd name="T12" fmla="*/ 51 w 105"/>
                  <a:gd name="T13" fmla="*/ 148 h 158"/>
                  <a:gd name="T14" fmla="*/ 39 w 105"/>
                  <a:gd name="T15" fmla="*/ 129 h 158"/>
                  <a:gd name="T16" fmla="*/ 39 w 105"/>
                  <a:gd name="T17" fmla="*/ 80 h 158"/>
                  <a:gd name="T18" fmla="*/ 68 w 105"/>
                  <a:gd name="T19" fmla="*/ 80 h 158"/>
                  <a:gd name="T20" fmla="*/ 88 w 105"/>
                  <a:gd name="T21" fmla="*/ 100 h 158"/>
                  <a:gd name="T22" fmla="*/ 93 w 105"/>
                  <a:gd name="T23" fmla="*/ 100 h 158"/>
                  <a:gd name="T24" fmla="*/ 93 w 105"/>
                  <a:gd name="T25" fmla="*/ 51 h 158"/>
                  <a:gd name="T26" fmla="*/ 88 w 105"/>
                  <a:gd name="T27" fmla="*/ 51 h 158"/>
                  <a:gd name="T28" fmla="*/ 68 w 105"/>
                  <a:gd name="T29" fmla="*/ 71 h 158"/>
                  <a:gd name="T30" fmla="*/ 39 w 105"/>
                  <a:gd name="T31" fmla="*/ 71 h 158"/>
                  <a:gd name="T32" fmla="*/ 39 w 105"/>
                  <a:gd name="T33" fmla="*/ 29 h 158"/>
                  <a:gd name="T34" fmla="*/ 51 w 105"/>
                  <a:gd name="T35" fmla="*/ 9 h 158"/>
                  <a:gd name="T36" fmla="*/ 71 w 105"/>
                  <a:gd name="T37" fmla="*/ 9 h 158"/>
                  <a:gd name="T38" fmla="*/ 97 w 105"/>
                  <a:gd name="T39" fmla="*/ 29 h 158"/>
                  <a:gd name="T40" fmla="*/ 102 w 105"/>
                  <a:gd name="T41" fmla="*/ 29 h 158"/>
                  <a:gd name="T42" fmla="*/ 101 w 105"/>
                  <a:gd name="T43" fmla="*/ 0 h 158"/>
                  <a:gd name="T44" fmla="*/ 0 w 105"/>
                  <a:gd name="T45" fmla="*/ 0 h 158"/>
                  <a:gd name="T46" fmla="*/ 0 w 105"/>
                  <a:gd name="T47" fmla="*/ 5 h 158"/>
                  <a:gd name="T48" fmla="*/ 20 w 105"/>
                  <a:gd name="T49" fmla="*/ 24 h 158"/>
                  <a:gd name="T50" fmla="*/ 20 w 105"/>
                  <a:gd name="T51" fmla="*/ 134 h 158"/>
                  <a:gd name="T52" fmla="*/ 0 w 105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6"/>
                      <a:pt x="105" y="126"/>
                      <a:pt x="105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1" name="Freeform 15">
                <a:extLst>
                  <a:ext uri="{FF2B5EF4-FFF2-40B4-BE49-F238E27FC236}">
                    <a16:creationId xmlns:a16="http://schemas.microsoft.com/office/drawing/2014/main" id="{8021EAA2-B84F-485B-B0E2-131BB161ED0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98" y="7728"/>
                <a:ext cx="84" cy="118"/>
              </a:xfrm>
              <a:custGeom>
                <a:avLst/>
                <a:gdLst>
                  <a:gd name="T0" fmla="*/ 79 w 114"/>
                  <a:gd name="T1" fmla="*/ 9 h 158"/>
                  <a:gd name="T2" fmla="*/ 108 w 114"/>
                  <a:gd name="T3" fmla="*/ 32 h 158"/>
                  <a:gd name="T4" fmla="*/ 114 w 114"/>
                  <a:gd name="T5" fmla="*/ 32 h 158"/>
                  <a:gd name="T6" fmla="*/ 112 w 114"/>
                  <a:gd name="T7" fmla="*/ 0 h 158"/>
                  <a:gd name="T8" fmla="*/ 2 w 114"/>
                  <a:gd name="T9" fmla="*/ 0 h 158"/>
                  <a:gd name="T10" fmla="*/ 0 w 114"/>
                  <a:gd name="T11" fmla="*/ 32 h 158"/>
                  <a:gd name="T12" fmla="*/ 5 w 114"/>
                  <a:gd name="T13" fmla="*/ 32 h 158"/>
                  <a:gd name="T14" fmla="*/ 34 w 114"/>
                  <a:gd name="T15" fmla="*/ 9 h 158"/>
                  <a:gd name="T16" fmla="*/ 47 w 114"/>
                  <a:gd name="T17" fmla="*/ 9 h 158"/>
                  <a:gd name="T18" fmla="*/ 47 w 114"/>
                  <a:gd name="T19" fmla="*/ 134 h 158"/>
                  <a:gd name="T20" fmla="*/ 26 w 114"/>
                  <a:gd name="T21" fmla="*/ 153 h 158"/>
                  <a:gd name="T22" fmla="*/ 26 w 114"/>
                  <a:gd name="T23" fmla="*/ 158 h 158"/>
                  <a:gd name="T24" fmla="*/ 88 w 114"/>
                  <a:gd name="T25" fmla="*/ 158 h 158"/>
                  <a:gd name="T26" fmla="*/ 88 w 114"/>
                  <a:gd name="T27" fmla="*/ 153 h 158"/>
                  <a:gd name="T28" fmla="*/ 67 w 114"/>
                  <a:gd name="T29" fmla="*/ 134 h 158"/>
                  <a:gd name="T30" fmla="*/ 67 w 114"/>
                  <a:gd name="T31" fmla="*/ 9 h 158"/>
                  <a:gd name="T32" fmla="*/ 79 w 114"/>
                  <a:gd name="T33" fmla="*/ 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58">
                    <a:moveTo>
                      <a:pt x="79" y="9"/>
                    </a:moveTo>
                    <a:cubicBezTo>
                      <a:pt x="100" y="9"/>
                      <a:pt x="107" y="17"/>
                      <a:pt x="108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9"/>
                      <a:pt x="11" y="9"/>
                      <a:pt x="34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134"/>
                      <a:pt x="47" y="134"/>
                      <a:pt x="47" y="134"/>
                    </a:cubicBezTo>
                    <a:cubicBezTo>
                      <a:pt x="47" y="151"/>
                      <a:pt x="39" y="153"/>
                      <a:pt x="26" y="153"/>
                    </a:cubicBezTo>
                    <a:cubicBezTo>
                      <a:pt x="26" y="158"/>
                      <a:pt x="26" y="158"/>
                      <a:pt x="26" y="158"/>
                    </a:cubicBezTo>
                    <a:cubicBezTo>
                      <a:pt x="88" y="158"/>
                      <a:pt x="88" y="158"/>
                      <a:pt x="88" y="158"/>
                    </a:cubicBezTo>
                    <a:cubicBezTo>
                      <a:pt x="88" y="153"/>
                      <a:pt x="88" y="153"/>
                      <a:pt x="88" y="153"/>
                    </a:cubicBezTo>
                    <a:cubicBezTo>
                      <a:pt x="75" y="153"/>
                      <a:pt x="67" y="151"/>
                      <a:pt x="67" y="134"/>
                    </a:cubicBezTo>
                    <a:cubicBezTo>
                      <a:pt x="67" y="9"/>
                      <a:pt x="67" y="9"/>
                      <a:pt x="67" y="9"/>
                    </a:cubicBezTo>
                    <a:lnTo>
                      <a:pt x="79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2" name="Freeform 16">
                <a:extLst>
                  <a:ext uri="{FF2B5EF4-FFF2-40B4-BE49-F238E27FC236}">
                    <a16:creationId xmlns:a16="http://schemas.microsoft.com/office/drawing/2014/main" id="{E4B1F17A-7032-4094-A79E-ADC422A95C7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92" y="7728"/>
                <a:ext cx="79" cy="118"/>
              </a:xfrm>
              <a:custGeom>
                <a:avLst/>
                <a:gdLst>
                  <a:gd name="T0" fmla="*/ 0 w 106"/>
                  <a:gd name="T1" fmla="*/ 153 h 158"/>
                  <a:gd name="T2" fmla="*/ 0 w 106"/>
                  <a:gd name="T3" fmla="*/ 158 h 158"/>
                  <a:gd name="T4" fmla="*/ 104 w 106"/>
                  <a:gd name="T5" fmla="*/ 158 h 158"/>
                  <a:gd name="T6" fmla="*/ 106 w 106"/>
                  <a:gd name="T7" fmla="*/ 126 h 158"/>
                  <a:gd name="T8" fmla="*/ 100 w 106"/>
                  <a:gd name="T9" fmla="*/ 126 h 158"/>
                  <a:gd name="T10" fmla="*/ 73 w 106"/>
                  <a:gd name="T11" fmla="*/ 148 h 158"/>
                  <a:gd name="T12" fmla="*/ 51 w 106"/>
                  <a:gd name="T13" fmla="*/ 148 h 158"/>
                  <a:gd name="T14" fmla="*/ 39 w 106"/>
                  <a:gd name="T15" fmla="*/ 129 h 158"/>
                  <a:gd name="T16" fmla="*/ 39 w 106"/>
                  <a:gd name="T17" fmla="*/ 80 h 158"/>
                  <a:gd name="T18" fmla="*/ 68 w 106"/>
                  <a:gd name="T19" fmla="*/ 80 h 158"/>
                  <a:gd name="T20" fmla="*/ 88 w 106"/>
                  <a:gd name="T21" fmla="*/ 100 h 158"/>
                  <a:gd name="T22" fmla="*/ 93 w 106"/>
                  <a:gd name="T23" fmla="*/ 100 h 158"/>
                  <a:gd name="T24" fmla="*/ 93 w 106"/>
                  <a:gd name="T25" fmla="*/ 51 h 158"/>
                  <a:gd name="T26" fmla="*/ 88 w 106"/>
                  <a:gd name="T27" fmla="*/ 51 h 158"/>
                  <a:gd name="T28" fmla="*/ 68 w 106"/>
                  <a:gd name="T29" fmla="*/ 71 h 158"/>
                  <a:gd name="T30" fmla="*/ 39 w 106"/>
                  <a:gd name="T31" fmla="*/ 71 h 158"/>
                  <a:gd name="T32" fmla="*/ 39 w 106"/>
                  <a:gd name="T33" fmla="*/ 29 h 158"/>
                  <a:gd name="T34" fmla="*/ 51 w 106"/>
                  <a:gd name="T35" fmla="*/ 9 h 158"/>
                  <a:gd name="T36" fmla="*/ 71 w 106"/>
                  <a:gd name="T37" fmla="*/ 9 h 158"/>
                  <a:gd name="T38" fmla="*/ 97 w 106"/>
                  <a:gd name="T39" fmla="*/ 29 h 158"/>
                  <a:gd name="T40" fmla="*/ 102 w 106"/>
                  <a:gd name="T41" fmla="*/ 29 h 158"/>
                  <a:gd name="T42" fmla="*/ 101 w 106"/>
                  <a:gd name="T43" fmla="*/ 0 h 158"/>
                  <a:gd name="T44" fmla="*/ 0 w 106"/>
                  <a:gd name="T45" fmla="*/ 0 h 158"/>
                  <a:gd name="T46" fmla="*/ 0 w 106"/>
                  <a:gd name="T47" fmla="*/ 5 h 158"/>
                  <a:gd name="T48" fmla="*/ 20 w 106"/>
                  <a:gd name="T49" fmla="*/ 24 h 158"/>
                  <a:gd name="T50" fmla="*/ 20 w 106"/>
                  <a:gd name="T51" fmla="*/ 134 h 158"/>
                  <a:gd name="T52" fmla="*/ 0 w 106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6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3" name="Freeform 17">
                <a:extLst>
                  <a:ext uri="{FF2B5EF4-FFF2-40B4-BE49-F238E27FC236}">
                    <a16:creationId xmlns:a16="http://schemas.microsoft.com/office/drawing/2014/main" id="{43688454-4130-4D7A-9D26-B202A24D284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88" y="7728"/>
                <a:ext cx="105" cy="118"/>
              </a:xfrm>
              <a:custGeom>
                <a:avLst/>
                <a:gdLst>
                  <a:gd name="T0" fmla="*/ 33 w 141"/>
                  <a:gd name="T1" fmla="*/ 22 h 158"/>
                  <a:gd name="T2" fmla="*/ 105 w 141"/>
                  <a:gd name="T3" fmla="*/ 158 h 158"/>
                  <a:gd name="T4" fmla="*/ 122 w 141"/>
                  <a:gd name="T5" fmla="*/ 158 h 158"/>
                  <a:gd name="T6" fmla="*/ 122 w 141"/>
                  <a:gd name="T7" fmla="*/ 24 h 158"/>
                  <a:gd name="T8" fmla="*/ 141 w 141"/>
                  <a:gd name="T9" fmla="*/ 5 h 158"/>
                  <a:gd name="T10" fmla="*/ 141 w 141"/>
                  <a:gd name="T11" fmla="*/ 0 h 158"/>
                  <a:gd name="T12" fmla="*/ 90 w 141"/>
                  <a:gd name="T13" fmla="*/ 0 h 158"/>
                  <a:gd name="T14" fmla="*/ 90 w 141"/>
                  <a:gd name="T15" fmla="*/ 5 h 158"/>
                  <a:gd name="T16" fmla="*/ 109 w 141"/>
                  <a:gd name="T17" fmla="*/ 24 h 158"/>
                  <a:gd name="T18" fmla="*/ 109 w 141"/>
                  <a:gd name="T19" fmla="*/ 127 h 158"/>
                  <a:gd name="T20" fmla="*/ 109 w 141"/>
                  <a:gd name="T21" fmla="*/ 127 h 158"/>
                  <a:gd name="T22" fmla="*/ 41 w 141"/>
                  <a:gd name="T23" fmla="*/ 0 h 158"/>
                  <a:gd name="T24" fmla="*/ 0 w 141"/>
                  <a:gd name="T25" fmla="*/ 0 h 158"/>
                  <a:gd name="T26" fmla="*/ 0 w 141"/>
                  <a:gd name="T27" fmla="*/ 5 h 158"/>
                  <a:gd name="T28" fmla="*/ 20 w 141"/>
                  <a:gd name="T29" fmla="*/ 24 h 158"/>
                  <a:gd name="T30" fmla="*/ 20 w 141"/>
                  <a:gd name="T31" fmla="*/ 134 h 158"/>
                  <a:gd name="T32" fmla="*/ 0 w 141"/>
                  <a:gd name="T33" fmla="*/ 153 h 158"/>
                  <a:gd name="T34" fmla="*/ 0 w 141"/>
                  <a:gd name="T35" fmla="*/ 158 h 158"/>
                  <a:gd name="T36" fmla="*/ 52 w 141"/>
                  <a:gd name="T37" fmla="*/ 158 h 158"/>
                  <a:gd name="T38" fmla="*/ 52 w 141"/>
                  <a:gd name="T39" fmla="*/ 153 h 158"/>
                  <a:gd name="T40" fmla="*/ 32 w 141"/>
                  <a:gd name="T41" fmla="*/ 134 h 158"/>
                  <a:gd name="T42" fmla="*/ 32 w 141"/>
                  <a:gd name="T43" fmla="*/ 22 h 158"/>
                  <a:gd name="T44" fmla="*/ 33 w 141"/>
                  <a:gd name="T45" fmla="*/ 2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33" y="22"/>
                    </a:move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102" y="5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39" y="153"/>
                      <a:pt x="32" y="151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lnTo>
                      <a:pt x="3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4" name="Freeform 18">
                <a:extLst>
                  <a:ext uri="{FF2B5EF4-FFF2-40B4-BE49-F238E27FC236}">
                    <a16:creationId xmlns:a16="http://schemas.microsoft.com/office/drawing/2014/main" id="{958E05AF-B99C-4CD5-8359-54BA8C027BF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09" y="7726"/>
                <a:ext cx="70" cy="121"/>
              </a:xfrm>
              <a:custGeom>
                <a:avLst/>
                <a:gdLst>
                  <a:gd name="T0" fmla="*/ 2 w 94"/>
                  <a:gd name="T1" fmla="*/ 40 h 162"/>
                  <a:gd name="T2" fmla="*/ 16 w 94"/>
                  <a:gd name="T3" fmla="*/ 71 h 162"/>
                  <a:gd name="T4" fmla="*/ 73 w 94"/>
                  <a:gd name="T5" fmla="*/ 122 h 162"/>
                  <a:gd name="T6" fmla="*/ 41 w 94"/>
                  <a:gd name="T7" fmla="*/ 151 h 162"/>
                  <a:gd name="T8" fmla="*/ 5 w 94"/>
                  <a:gd name="T9" fmla="*/ 124 h 162"/>
                  <a:gd name="T10" fmla="*/ 0 w 94"/>
                  <a:gd name="T11" fmla="*/ 124 h 162"/>
                  <a:gd name="T12" fmla="*/ 1 w 94"/>
                  <a:gd name="T13" fmla="*/ 158 h 162"/>
                  <a:gd name="T14" fmla="*/ 39 w 94"/>
                  <a:gd name="T15" fmla="*/ 162 h 162"/>
                  <a:gd name="T16" fmla="*/ 94 w 94"/>
                  <a:gd name="T17" fmla="*/ 118 h 162"/>
                  <a:gd name="T18" fmla="*/ 65 w 94"/>
                  <a:gd name="T19" fmla="*/ 75 h 162"/>
                  <a:gd name="T20" fmla="*/ 19 w 94"/>
                  <a:gd name="T21" fmla="*/ 35 h 162"/>
                  <a:gd name="T22" fmla="*/ 47 w 94"/>
                  <a:gd name="T23" fmla="*/ 9 h 162"/>
                  <a:gd name="T24" fmla="*/ 82 w 94"/>
                  <a:gd name="T25" fmla="*/ 36 h 162"/>
                  <a:gd name="T26" fmla="*/ 87 w 94"/>
                  <a:gd name="T27" fmla="*/ 36 h 162"/>
                  <a:gd name="T28" fmla="*/ 86 w 94"/>
                  <a:gd name="T29" fmla="*/ 4 h 162"/>
                  <a:gd name="T30" fmla="*/ 51 w 94"/>
                  <a:gd name="T31" fmla="*/ 0 h 162"/>
                  <a:gd name="T32" fmla="*/ 2 w 94"/>
                  <a:gd name="T33" fmla="*/ 4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2" y="40"/>
                    </a:move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3" y="96"/>
                      <a:pt x="73" y="122"/>
                    </a:cubicBezTo>
                    <a:cubicBezTo>
                      <a:pt x="73" y="138"/>
                      <a:pt x="61" y="151"/>
                      <a:pt x="41" y="151"/>
                    </a:cubicBezTo>
                    <a:cubicBezTo>
                      <a:pt x="18" y="151"/>
                      <a:pt x="7" y="137"/>
                      <a:pt x="5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7" y="159"/>
                      <a:pt x="24" y="162"/>
                      <a:pt x="39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2" y="86"/>
                      <a:pt x="65" y="75"/>
                    </a:cubicBezTo>
                    <a:cubicBezTo>
                      <a:pt x="46" y="63"/>
                      <a:pt x="19" y="56"/>
                      <a:pt x="19" y="35"/>
                    </a:cubicBezTo>
                    <a:cubicBezTo>
                      <a:pt x="19" y="19"/>
                      <a:pt x="32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1" y="0"/>
                    </a:cubicBezTo>
                    <a:cubicBezTo>
                      <a:pt x="24" y="0"/>
                      <a:pt x="2" y="11"/>
                      <a:pt x="2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5" name="Freeform 19">
                <a:extLst>
                  <a:ext uri="{FF2B5EF4-FFF2-40B4-BE49-F238E27FC236}">
                    <a16:creationId xmlns:a16="http://schemas.microsoft.com/office/drawing/2014/main" id="{5679A87F-6AFF-4F92-B5A8-D0CCE4B843A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97" y="7726"/>
                <a:ext cx="209" cy="120"/>
              </a:xfrm>
              <a:custGeom>
                <a:avLst/>
                <a:gdLst>
                  <a:gd name="T0" fmla="*/ 224 w 282"/>
                  <a:gd name="T1" fmla="*/ 155 h 160"/>
                  <a:gd name="T2" fmla="*/ 224 w 282"/>
                  <a:gd name="T3" fmla="*/ 160 h 160"/>
                  <a:gd name="T4" fmla="*/ 282 w 282"/>
                  <a:gd name="T5" fmla="*/ 160 h 160"/>
                  <a:gd name="T6" fmla="*/ 282 w 282"/>
                  <a:gd name="T7" fmla="*/ 155 h 160"/>
                  <a:gd name="T8" fmla="*/ 256 w 282"/>
                  <a:gd name="T9" fmla="*/ 131 h 160"/>
                  <a:gd name="T10" fmla="*/ 210 w 282"/>
                  <a:gd name="T11" fmla="*/ 0 h 160"/>
                  <a:gd name="T12" fmla="*/ 198 w 282"/>
                  <a:gd name="T13" fmla="*/ 0 h 160"/>
                  <a:gd name="T14" fmla="*/ 152 w 282"/>
                  <a:gd name="T15" fmla="*/ 129 h 160"/>
                  <a:gd name="T16" fmla="*/ 131 w 282"/>
                  <a:gd name="T17" fmla="*/ 155 h 160"/>
                  <a:gd name="T18" fmla="*/ 100 w 282"/>
                  <a:gd name="T19" fmla="*/ 131 h 160"/>
                  <a:gd name="T20" fmla="*/ 54 w 282"/>
                  <a:gd name="T21" fmla="*/ 71 h 160"/>
                  <a:gd name="T22" fmla="*/ 95 w 282"/>
                  <a:gd name="T23" fmla="*/ 23 h 160"/>
                  <a:gd name="T24" fmla="*/ 127 w 282"/>
                  <a:gd name="T25" fmla="*/ 7 h 160"/>
                  <a:gd name="T26" fmla="*/ 127 w 282"/>
                  <a:gd name="T27" fmla="*/ 2 h 160"/>
                  <a:gd name="T28" fmla="*/ 75 w 282"/>
                  <a:gd name="T29" fmla="*/ 2 h 160"/>
                  <a:gd name="T30" fmla="*/ 75 w 282"/>
                  <a:gd name="T31" fmla="*/ 7 h 160"/>
                  <a:gd name="T32" fmla="*/ 88 w 282"/>
                  <a:gd name="T33" fmla="*/ 12 h 160"/>
                  <a:gd name="T34" fmla="*/ 83 w 282"/>
                  <a:gd name="T35" fmla="*/ 21 h 160"/>
                  <a:gd name="T36" fmla="*/ 39 w 282"/>
                  <a:gd name="T37" fmla="*/ 73 h 160"/>
                  <a:gd name="T38" fmla="*/ 39 w 282"/>
                  <a:gd name="T39" fmla="*/ 26 h 160"/>
                  <a:gd name="T40" fmla="*/ 58 w 282"/>
                  <a:gd name="T41" fmla="*/ 7 h 160"/>
                  <a:gd name="T42" fmla="*/ 58 w 282"/>
                  <a:gd name="T43" fmla="*/ 2 h 160"/>
                  <a:gd name="T44" fmla="*/ 0 w 282"/>
                  <a:gd name="T45" fmla="*/ 2 h 160"/>
                  <a:gd name="T46" fmla="*/ 0 w 282"/>
                  <a:gd name="T47" fmla="*/ 7 h 160"/>
                  <a:gd name="T48" fmla="*/ 19 w 282"/>
                  <a:gd name="T49" fmla="*/ 26 h 160"/>
                  <a:gd name="T50" fmla="*/ 19 w 282"/>
                  <a:gd name="T51" fmla="*/ 136 h 160"/>
                  <a:gd name="T52" fmla="*/ 0 w 282"/>
                  <a:gd name="T53" fmla="*/ 155 h 160"/>
                  <a:gd name="T54" fmla="*/ 0 w 282"/>
                  <a:gd name="T55" fmla="*/ 160 h 160"/>
                  <a:gd name="T56" fmla="*/ 58 w 282"/>
                  <a:gd name="T57" fmla="*/ 160 h 160"/>
                  <a:gd name="T58" fmla="*/ 58 w 282"/>
                  <a:gd name="T59" fmla="*/ 155 h 160"/>
                  <a:gd name="T60" fmla="*/ 39 w 282"/>
                  <a:gd name="T61" fmla="*/ 136 h 160"/>
                  <a:gd name="T62" fmla="*/ 39 w 282"/>
                  <a:gd name="T63" fmla="*/ 80 h 160"/>
                  <a:gd name="T64" fmla="*/ 39 w 282"/>
                  <a:gd name="T65" fmla="*/ 80 h 160"/>
                  <a:gd name="T66" fmla="*/ 81 w 282"/>
                  <a:gd name="T67" fmla="*/ 136 h 160"/>
                  <a:gd name="T68" fmla="*/ 89 w 282"/>
                  <a:gd name="T69" fmla="*/ 149 h 160"/>
                  <a:gd name="T70" fmla="*/ 76 w 282"/>
                  <a:gd name="T71" fmla="*/ 155 h 160"/>
                  <a:gd name="T72" fmla="*/ 76 w 282"/>
                  <a:gd name="T73" fmla="*/ 160 h 160"/>
                  <a:gd name="T74" fmla="*/ 125 w 282"/>
                  <a:gd name="T75" fmla="*/ 160 h 160"/>
                  <a:gd name="T76" fmla="*/ 136 w 282"/>
                  <a:gd name="T77" fmla="*/ 160 h 160"/>
                  <a:gd name="T78" fmla="*/ 175 w 282"/>
                  <a:gd name="T79" fmla="*/ 160 h 160"/>
                  <a:gd name="T80" fmla="*/ 175 w 282"/>
                  <a:gd name="T81" fmla="*/ 155 h 160"/>
                  <a:gd name="T82" fmla="*/ 160 w 282"/>
                  <a:gd name="T83" fmla="*/ 147 h 160"/>
                  <a:gd name="T84" fmla="*/ 162 w 282"/>
                  <a:gd name="T85" fmla="*/ 136 h 160"/>
                  <a:gd name="T86" fmla="*/ 172 w 282"/>
                  <a:gd name="T87" fmla="*/ 107 h 160"/>
                  <a:gd name="T88" fmla="*/ 227 w 282"/>
                  <a:gd name="T89" fmla="*/ 107 h 160"/>
                  <a:gd name="T90" fmla="*/ 238 w 282"/>
                  <a:gd name="T91" fmla="*/ 137 h 160"/>
                  <a:gd name="T92" fmla="*/ 240 w 282"/>
                  <a:gd name="T93" fmla="*/ 147 h 160"/>
                  <a:gd name="T94" fmla="*/ 224 w 282"/>
                  <a:gd name="T95" fmla="*/ 155 h 160"/>
                  <a:gd name="T96" fmla="*/ 175 w 282"/>
                  <a:gd name="T97" fmla="*/ 98 h 160"/>
                  <a:gd name="T98" fmla="*/ 200 w 282"/>
                  <a:gd name="T99" fmla="*/ 26 h 160"/>
                  <a:gd name="T100" fmla="*/ 224 w 282"/>
                  <a:gd name="T101" fmla="*/ 98 h 160"/>
                  <a:gd name="T102" fmla="*/ 175 w 282"/>
                  <a:gd name="T103" fmla="*/ 9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160">
                    <a:moveTo>
                      <a:pt x="224" y="155"/>
                    </a:move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82" y="160"/>
                      <a:pt x="282" y="160"/>
                      <a:pt x="282" y="160"/>
                    </a:cubicBezTo>
                    <a:cubicBezTo>
                      <a:pt x="282" y="155"/>
                      <a:pt x="282" y="155"/>
                      <a:pt x="282" y="155"/>
                    </a:cubicBezTo>
                    <a:cubicBezTo>
                      <a:pt x="267" y="155"/>
                      <a:pt x="262" y="145"/>
                      <a:pt x="256" y="13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52" y="129"/>
                      <a:pt x="152" y="129"/>
                      <a:pt x="152" y="129"/>
                    </a:cubicBezTo>
                    <a:cubicBezTo>
                      <a:pt x="146" y="145"/>
                      <a:pt x="144" y="153"/>
                      <a:pt x="131" y="155"/>
                    </a:cubicBezTo>
                    <a:cubicBezTo>
                      <a:pt x="119" y="152"/>
                      <a:pt x="109" y="142"/>
                      <a:pt x="100" y="13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106" y="10"/>
                      <a:pt x="115" y="7"/>
                      <a:pt x="127" y="7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84" y="7"/>
                      <a:pt x="88" y="9"/>
                      <a:pt x="88" y="12"/>
                    </a:cubicBezTo>
                    <a:cubicBezTo>
                      <a:pt x="88" y="14"/>
                      <a:pt x="85" y="18"/>
                      <a:pt x="83" y="21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8"/>
                      <a:pt x="46" y="7"/>
                      <a:pt x="58" y="7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7"/>
                      <a:pt x="19" y="8"/>
                      <a:pt x="19" y="2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53"/>
                      <a:pt x="12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8" y="160"/>
                      <a:pt x="58" y="160"/>
                      <a:pt x="58" y="160"/>
                    </a:cubicBezTo>
                    <a:cubicBezTo>
                      <a:pt x="58" y="155"/>
                      <a:pt x="58" y="155"/>
                      <a:pt x="58" y="155"/>
                    </a:cubicBezTo>
                    <a:cubicBezTo>
                      <a:pt x="46" y="155"/>
                      <a:pt x="39" y="153"/>
                      <a:pt x="39" y="136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81" y="136"/>
                      <a:pt x="81" y="136"/>
                      <a:pt x="81" y="136"/>
                    </a:cubicBezTo>
                    <a:cubicBezTo>
                      <a:pt x="86" y="142"/>
                      <a:pt x="89" y="147"/>
                      <a:pt x="89" y="149"/>
                    </a:cubicBezTo>
                    <a:cubicBezTo>
                      <a:pt x="89" y="153"/>
                      <a:pt x="85" y="155"/>
                      <a:pt x="76" y="155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75" y="160"/>
                      <a:pt x="175" y="160"/>
                      <a:pt x="175" y="160"/>
                    </a:cubicBezTo>
                    <a:cubicBezTo>
                      <a:pt x="175" y="155"/>
                      <a:pt x="175" y="155"/>
                      <a:pt x="175" y="155"/>
                    </a:cubicBezTo>
                    <a:cubicBezTo>
                      <a:pt x="167" y="155"/>
                      <a:pt x="160" y="154"/>
                      <a:pt x="160" y="147"/>
                    </a:cubicBezTo>
                    <a:cubicBezTo>
                      <a:pt x="160" y="144"/>
                      <a:pt x="161" y="140"/>
                      <a:pt x="162" y="136"/>
                    </a:cubicBezTo>
                    <a:cubicBezTo>
                      <a:pt x="172" y="107"/>
                      <a:pt x="172" y="107"/>
                      <a:pt x="172" y="107"/>
                    </a:cubicBezTo>
                    <a:cubicBezTo>
                      <a:pt x="227" y="107"/>
                      <a:pt x="227" y="107"/>
                      <a:pt x="227" y="107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39" y="140"/>
                      <a:pt x="240" y="144"/>
                      <a:pt x="240" y="147"/>
                    </a:cubicBezTo>
                    <a:cubicBezTo>
                      <a:pt x="240" y="153"/>
                      <a:pt x="231" y="155"/>
                      <a:pt x="224" y="155"/>
                    </a:cubicBezTo>
                    <a:moveTo>
                      <a:pt x="175" y="98"/>
                    </a:moveTo>
                    <a:cubicBezTo>
                      <a:pt x="200" y="26"/>
                      <a:pt x="200" y="26"/>
                      <a:pt x="200" y="26"/>
                    </a:cubicBezTo>
                    <a:cubicBezTo>
                      <a:pt x="224" y="98"/>
                      <a:pt x="224" y="98"/>
                      <a:pt x="224" y="98"/>
                    </a:cubicBezTo>
                    <a:lnTo>
                      <a:pt x="175" y="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6" name="Freeform 20">
                <a:extLst>
                  <a:ext uri="{FF2B5EF4-FFF2-40B4-BE49-F238E27FC236}">
                    <a16:creationId xmlns:a16="http://schemas.microsoft.com/office/drawing/2014/main" id="{A0F3D4AE-979C-4AF9-A2C1-48C91258AD7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209" y="7728"/>
                <a:ext cx="82" cy="118"/>
              </a:xfrm>
              <a:custGeom>
                <a:avLst/>
                <a:gdLst>
                  <a:gd name="T0" fmla="*/ 58 w 110"/>
                  <a:gd name="T1" fmla="*/ 153 h 158"/>
                  <a:gd name="T2" fmla="*/ 39 w 110"/>
                  <a:gd name="T3" fmla="*/ 134 h 158"/>
                  <a:gd name="T4" fmla="*/ 39 w 110"/>
                  <a:gd name="T5" fmla="*/ 82 h 158"/>
                  <a:gd name="T6" fmla="*/ 51 w 110"/>
                  <a:gd name="T7" fmla="*/ 82 h 158"/>
                  <a:gd name="T8" fmla="*/ 110 w 110"/>
                  <a:gd name="T9" fmla="*/ 41 h 158"/>
                  <a:gd name="T10" fmla="*/ 58 w 110"/>
                  <a:gd name="T11" fmla="*/ 0 h 158"/>
                  <a:gd name="T12" fmla="*/ 0 w 110"/>
                  <a:gd name="T13" fmla="*/ 0 h 158"/>
                  <a:gd name="T14" fmla="*/ 0 w 110"/>
                  <a:gd name="T15" fmla="*/ 5 h 158"/>
                  <a:gd name="T16" fmla="*/ 19 w 110"/>
                  <a:gd name="T17" fmla="*/ 24 h 158"/>
                  <a:gd name="T18" fmla="*/ 19 w 110"/>
                  <a:gd name="T19" fmla="*/ 134 h 158"/>
                  <a:gd name="T20" fmla="*/ 0 w 110"/>
                  <a:gd name="T21" fmla="*/ 153 h 158"/>
                  <a:gd name="T22" fmla="*/ 0 w 110"/>
                  <a:gd name="T23" fmla="*/ 158 h 158"/>
                  <a:gd name="T24" fmla="*/ 58 w 110"/>
                  <a:gd name="T25" fmla="*/ 158 h 158"/>
                  <a:gd name="T26" fmla="*/ 58 w 110"/>
                  <a:gd name="T27" fmla="*/ 153 h 158"/>
                  <a:gd name="T28" fmla="*/ 39 w 110"/>
                  <a:gd name="T29" fmla="*/ 29 h 158"/>
                  <a:gd name="T30" fmla="*/ 58 w 110"/>
                  <a:gd name="T31" fmla="*/ 9 h 158"/>
                  <a:gd name="T32" fmla="*/ 90 w 110"/>
                  <a:gd name="T33" fmla="*/ 41 h 158"/>
                  <a:gd name="T34" fmla="*/ 51 w 110"/>
                  <a:gd name="T35" fmla="*/ 72 h 158"/>
                  <a:gd name="T36" fmla="*/ 39 w 110"/>
                  <a:gd name="T37" fmla="*/ 72 h 158"/>
                  <a:gd name="T38" fmla="*/ 39 w 110"/>
                  <a:gd name="T39" fmla="*/ 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158">
                    <a:moveTo>
                      <a:pt x="58" y="153"/>
                    </a:moveTo>
                    <a:cubicBezTo>
                      <a:pt x="46" y="153"/>
                      <a:pt x="39" y="151"/>
                      <a:pt x="39" y="134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75" y="82"/>
                      <a:pt x="110" y="82"/>
                      <a:pt x="110" y="41"/>
                    </a:cubicBezTo>
                    <a:cubicBezTo>
                      <a:pt x="110" y="5"/>
                      <a:pt x="87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6"/>
                      <a:pt x="19" y="24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lnTo>
                      <a:pt x="58" y="153"/>
                    </a:lnTo>
                    <a:close/>
                    <a:moveTo>
                      <a:pt x="39" y="29"/>
                    </a:moveTo>
                    <a:cubicBezTo>
                      <a:pt x="39" y="10"/>
                      <a:pt x="40" y="9"/>
                      <a:pt x="58" y="9"/>
                    </a:cubicBezTo>
                    <a:cubicBezTo>
                      <a:pt x="78" y="9"/>
                      <a:pt x="90" y="18"/>
                      <a:pt x="90" y="41"/>
                    </a:cubicBezTo>
                    <a:cubicBezTo>
                      <a:pt x="90" y="68"/>
                      <a:pt x="74" y="72"/>
                      <a:pt x="51" y="72"/>
                    </a:cubicBezTo>
                    <a:cubicBezTo>
                      <a:pt x="39" y="72"/>
                      <a:pt x="39" y="72"/>
                      <a:pt x="39" y="72"/>
                    </a:cubicBezTo>
                    <a:lnTo>
                      <a:pt x="39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7" name="Freeform 21">
                <a:extLst>
                  <a:ext uri="{FF2B5EF4-FFF2-40B4-BE49-F238E27FC236}">
                    <a16:creationId xmlns:a16="http://schemas.microsoft.com/office/drawing/2014/main" id="{212FB7A6-22C9-4652-BBCC-93396B84AA6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0" y="7726"/>
                <a:ext cx="70" cy="121"/>
              </a:xfrm>
              <a:custGeom>
                <a:avLst/>
                <a:gdLst>
                  <a:gd name="T0" fmla="*/ 41 w 94"/>
                  <a:gd name="T1" fmla="*/ 151 h 162"/>
                  <a:gd name="T2" fmla="*/ 6 w 94"/>
                  <a:gd name="T3" fmla="*/ 124 h 162"/>
                  <a:gd name="T4" fmla="*/ 0 w 94"/>
                  <a:gd name="T5" fmla="*/ 124 h 162"/>
                  <a:gd name="T6" fmla="*/ 2 w 94"/>
                  <a:gd name="T7" fmla="*/ 158 h 162"/>
                  <a:gd name="T8" fmla="*/ 40 w 94"/>
                  <a:gd name="T9" fmla="*/ 162 h 162"/>
                  <a:gd name="T10" fmla="*/ 94 w 94"/>
                  <a:gd name="T11" fmla="*/ 118 h 162"/>
                  <a:gd name="T12" fmla="*/ 65 w 94"/>
                  <a:gd name="T13" fmla="*/ 75 h 162"/>
                  <a:gd name="T14" fmla="*/ 20 w 94"/>
                  <a:gd name="T15" fmla="*/ 35 h 162"/>
                  <a:gd name="T16" fmla="*/ 47 w 94"/>
                  <a:gd name="T17" fmla="*/ 9 h 162"/>
                  <a:gd name="T18" fmla="*/ 82 w 94"/>
                  <a:gd name="T19" fmla="*/ 36 h 162"/>
                  <a:gd name="T20" fmla="*/ 87 w 94"/>
                  <a:gd name="T21" fmla="*/ 36 h 162"/>
                  <a:gd name="T22" fmla="*/ 86 w 94"/>
                  <a:gd name="T23" fmla="*/ 4 h 162"/>
                  <a:gd name="T24" fmla="*/ 52 w 94"/>
                  <a:gd name="T25" fmla="*/ 0 h 162"/>
                  <a:gd name="T26" fmla="*/ 2 w 94"/>
                  <a:gd name="T27" fmla="*/ 40 h 162"/>
                  <a:gd name="T28" fmla="*/ 16 w 94"/>
                  <a:gd name="T29" fmla="*/ 71 h 162"/>
                  <a:gd name="T30" fmla="*/ 74 w 94"/>
                  <a:gd name="T31" fmla="*/ 122 h 162"/>
                  <a:gd name="T32" fmla="*/ 41 w 94"/>
                  <a:gd name="T33" fmla="*/ 15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41" y="151"/>
                    </a:moveTo>
                    <a:cubicBezTo>
                      <a:pt x="18" y="151"/>
                      <a:pt x="7" y="137"/>
                      <a:pt x="6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7" y="159"/>
                      <a:pt x="25" y="162"/>
                      <a:pt x="40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3" y="86"/>
                      <a:pt x="65" y="75"/>
                    </a:cubicBezTo>
                    <a:cubicBezTo>
                      <a:pt x="46" y="63"/>
                      <a:pt x="20" y="56"/>
                      <a:pt x="20" y="35"/>
                    </a:cubicBezTo>
                    <a:cubicBezTo>
                      <a:pt x="20" y="19"/>
                      <a:pt x="33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2" y="0"/>
                    </a:cubicBezTo>
                    <a:cubicBezTo>
                      <a:pt x="24" y="0"/>
                      <a:pt x="2" y="11"/>
                      <a:pt x="2" y="40"/>
                    </a:cubicBez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4" y="96"/>
                      <a:pt x="74" y="122"/>
                    </a:cubicBezTo>
                    <a:cubicBezTo>
                      <a:pt x="74" y="138"/>
                      <a:pt x="61" y="151"/>
                      <a:pt x="41" y="1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8" name="Freeform 22">
                <a:extLst>
                  <a:ext uri="{FF2B5EF4-FFF2-40B4-BE49-F238E27FC236}">
                    <a16:creationId xmlns:a16="http://schemas.microsoft.com/office/drawing/2014/main" id="{879BF99A-B1C8-4A6D-905F-FFFF37DD496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87" y="7907"/>
                <a:ext cx="116" cy="119"/>
              </a:xfrm>
              <a:custGeom>
                <a:avLst/>
                <a:gdLst>
                  <a:gd name="T0" fmla="*/ 35 w 156"/>
                  <a:gd name="T1" fmla="*/ 147 h 160"/>
                  <a:gd name="T2" fmla="*/ 37 w 156"/>
                  <a:gd name="T3" fmla="*/ 136 h 160"/>
                  <a:gd name="T4" fmla="*/ 47 w 156"/>
                  <a:gd name="T5" fmla="*/ 108 h 160"/>
                  <a:gd name="T6" fmla="*/ 102 w 156"/>
                  <a:gd name="T7" fmla="*/ 108 h 160"/>
                  <a:gd name="T8" fmla="*/ 113 w 156"/>
                  <a:gd name="T9" fmla="*/ 138 h 160"/>
                  <a:gd name="T10" fmla="*/ 115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3 w 156"/>
                  <a:gd name="T25" fmla="*/ 0 h 160"/>
                  <a:gd name="T26" fmla="*/ 27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5 w 156"/>
                  <a:gd name="T37" fmla="*/ 147 h 160"/>
                  <a:gd name="T38" fmla="*/ 75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5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5" y="147"/>
                    </a:moveTo>
                    <a:cubicBezTo>
                      <a:pt x="35" y="144"/>
                      <a:pt x="36" y="140"/>
                      <a:pt x="37" y="136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3" y="140"/>
                      <a:pt x="115" y="144"/>
                      <a:pt x="115" y="148"/>
                    </a:cubicBezTo>
                    <a:cubicBezTo>
                      <a:pt x="115" y="154"/>
                      <a:pt x="106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2" y="155"/>
                      <a:pt x="35" y="154"/>
                      <a:pt x="35" y="147"/>
                    </a:cubicBezTo>
                    <a:moveTo>
                      <a:pt x="75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5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9" name="Freeform 23">
                <a:extLst>
                  <a:ext uri="{FF2B5EF4-FFF2-40B4-BE49-F238E27FC236}">
                    <a16:creationId xmlns:a16="http://schemas.microsoft.com/office/drawing/2014/main" id="{5B8E817B-8A59-4912-8525-4BBB7100D6D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12" y="7908"/>
                <a:ext cx="101" cy="118"/>
              </a:xfrm>
              <a:custGeom>
                <a:avLst/>
                <a:gdLst>
                  <a:gd name="T0" fmla="*/ 39 w 136"/>
                  <a:gd name="T1" fmla="*/ 134 h 158"/>
                  <a:gd name="T2" fmla="*/ 39 w 136"/>
                  <a:gd name="T3" fmla="*/ 79 h 158"/>
                  <a:gd name="T4" fmla="*/ 39 w 136"/>
                  <a:gd name="T5" fmla="*/ 79 h 158"/>
                  <a:gd name="T6" fmla="*/ 81 w 136"/>
                  <a:gd name="T7" fmla="*/ 134 h 158"/>
                  <a:gd name="T8" fmla="*/ 89 w 136"/>
                  <a:gd name="T9" fmla="*/ 148 h 158"/>
                  <a:gd name="T10" fmla="*/ 76 w 136"/>
                  <a:gd name="T11" fmla="*/ 153 h 158"/>
                  <a:gd name="T12" fmla="*/ 76 w 136"/>
                  <a:gd name="T13" fmla="*/ 158 h 158"/>
                  <a:gd name="T14" fmla="*/ 136 w 136"/>
                  <a:gd name="T15" fmla="*/ 158 h 158"/>
                  <a:gd name="T16" fmla="*/ 136 w 136"/>
                  <a:gd name="T17" fmla="*/ 153 h 158"/>
                  <a:gd name="T18" fmla="*/ 100 w 136"/>
                  <a:gd name="T19" fmla="*/ 129 h 158"/>
                  <a:gd name="T20" fmla="*/ 54 w 136"/>
                  <a:gd name="T21" fmla="*/ 69 h 158"/>
                  <a:gd name="T22" fmla="*/ 95 w 136"/>
                  <a:gd name="T23" fmla="*/ 21 h 158"/>
                  <a:gd name="T24" fmla="*/ 127 w 136"/>
                  <a:gd name="T25" fmla="*/ 5 h 158"/>
                  <a:gd name="T26" fmla="*/ 127 w 136"/>
                  <a:gd name="T27" fmla="*/ 0 h 158"/>
                  <a:gd name="T28" fmla="*/ 76 w 136"/>
                  <a:gd name="T29" fmla="*/ 0 h 158"/>
                  <a:gd name="T30" fmla="*/ 76 w 136"/>
                  <a:gd name="T31" fmla="*/ 5 h 158"/>
                  <a:gd name="T32" fmla="*/ 88 w 136"/>
                  <a:gd name="T33" fmla="*/ 10 h 158"/>
                  <a:gd name="T34" fmla="*/ 83 w 136"/>
                  <a:gd name="T35" fmla="*/ 19 h 158"/>
                  <a:gd name="T36" fmla="*/ 39 w 136"/>
                  <a:gd name="T37" fmla="*/ 72 h 158"/>
                  <a:gd name="T38" fmla="*/ 39 w 136"/>
                  <a:gd name="T39" fmla="*/ 25 h 158"/>
                  <a:gd name="T40" fmla="*/ 58 w 136"/>
                  <a:gd name="T41" fmla="*/ 5 h 158"/>
                  <a:gd name="T42" fmla="*/ 58 w 136"/>
                  <a:gd name="T43" fmla="*/ 0 h 158"/>
                  <a:gd name="T44" fmla="*/ 0 w 136"/>
                  <a:gd name="T45" fmla="*/ 0 h 158"/>
                  <a:gd name="T46" fmla="*/ 0 w 136"/>
                  <a:gd name="T47" fmla="*/ 5 h 158"/>
                  <a:gd name="T48" fmla="*/ 19 w 136"/>
                  <a:gd name="T49" fmla="*/ 25 h 158"/>
                  <a:gd name="T50" fmla="*/ 19 w 136"/>
                  <a:gd name="T51" fmla="*/ 134 h 158"/>
                  <a:gd name="T52" fmla="*/ 0 w 136"/>
                  <a:gd name="T53" fmla="*/ 153 h 158"/>
                  <a:gd name="T54" fmla="*/ 0 w 136"/>
                  <a:gd name="T55" fmla="*/ 158 h 158"/>
                  <a:gd name="T56" fmla="*/ 58 w 136"/>
                  <a:gd name="T57" fmla="*/ 158 h 158"/>
                  <a:gd name="T58" fmla="*/ 58 w 136"/>
                  <a:gd name="T59" fmla="*/ 153 h 158"/>
                  <a:gd name="T60" fmla="*/ 39 w 136"/>
                  <a:gd name="T61" fmla="*/ 13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8">
                    <a:moveTo>
                      <a:pt x="39" y="134"/>
                    </a:moveTo>
                    <a:cubicBezTo>
                      <a:pt x="39" y="79"/>
                      <a:pt x="39" y="79"/>
                      <a:pt x="39" y="79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1"/>
                      <a:pt x="89" y="145"/>
                      <a:pt x="89" y="148"/>
                    </a:cubicBezTo>
                    <a:cubicBezTo>
                      <a:pt x="89" y="152"/>
                      <a:pt x="85" y="153"/>
                      <a:pt x="76" y="153"/>
                    </a:cubicBezTo>
                    <a:cubicBezTo>
                      <a:pt x="76" y="158"/>
                      <a:pt x="76" y="158"/>
                      <a:pt x="76" y="158"/>
                    </a:cubicBezTo>
                    <a:cubicBezTo>
                      <a:pt x="136" y="158"/>
                      <a:pt x="136" y="158"/>
                      <a:pt x="136" y="158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2"/>
                      <a:pt x="100" y="12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8"/>
                      <a:pt x="115" y="5"/>
                      <a:pt x="127" y="5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84" y="5"/>
                      <a:pt x="88" y="7"/>
                      <a:pt x="88" y="10"/>
                    </a:cubicBezTo>
                    <a:cubicBezTo>
                      <a:pt x="88" y="13"/>
                      <a:pt x="86" y="16"/>
                      <a:pt x="83" y="19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0" name="Freeform 24">
                <a:extLst>
                  <a:ext uri="{FF2B5EF4-FFF2-40B4-BE49-F238E27FC236}">
                    <a16:creationId xmlns:a16="http://schemas.microsoft.com/office/drawing/2014/main" id="{B3E207E3-FADF-4279-8687-ECD10CFBF61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16" y="7907"/>
                <a:ext cx="116" cy="119"/>
              </a:xfrm>
              <a:custGeom>
                <a:avLst/>
                <a:gdLst>
                  <a:gd name="T0" fmla="*/ 34 w 156"/>
                  <a:gd name="T1" fmla="*/ 147 h 160"/>
                  <a:gd name="T2" fmla="*/ 37 w 156"/>
                  <a:gd name="T3" fmla="*/ 136 h 160"/>
                  <a:gd name="T4" fmla="*/ 46 w 156"/>
                  <a:gd name="T5" fmla="*/ 108 h 160"/>
                  <a:gd name="T6" fmla="*/ 102 w 156"/>
                  <a:gd name="T7" fmla="*/ 108 h 160"/>
                  <a:gd name="T8" fmla="*/ 112 w 156"/>
                  <a:gd name="T9" fmla="*/ 138 h 160"/>
                  <a:gd name="T10" fmla="*/ 114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2 w 156"/>
                  <a:gd name="T25" fmla="*/ 0 h 160"/>
                  <a:gd name="T26" fmla="*/ 26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4 w 156"/>
                  <a:gd name="T37" fmla="*/ 147 h 160"/>
                  <a:gd name="T38" fmla="*/ 74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4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4" y="147"/>
                    </a:moveTo>
                    <a:cubicBezTo>
                      <a:pt x="34" y="144"/>
                      <a:pt x="36" y="140"/>
                      <a:pt x="37" y="136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40"/>
                      <a:pt x="114" y="144"/>
                      <a:pt x="114" y="148"/>
                    </a:cubicBezTo>
                    <a:cubicBezTo>
                      <a:pt x="114" y="154"/>
                      <a:pt x="105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1" y="155"/>
                      <a:pt x="34" y="154"/>
                      <a:pt x="34" y="147"/>
                    </a:cubicBezTo>
                    <a:moveTo>
                      <a:pt x="74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4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1" name="Freeform 25">
                <a:extLst>
                  <a:ext uri="{FF2B5EF4-FFF2-40B4-BE49-F238E27FC236}">
                    <a16:creationId xmlns:a16="http://schemas.microsoft.com/office/drawing/2014/main" id="{043AA64B-7687-4F27-9BBF-583B8BC157E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41" y="7908"/>
                <a:ext cx="96" cy="118"/>
              </a:xfrm>
              <a:custGeom>
                <a:avLst/>
                <a:gdLst>
                  <a:gd name="T0" fmla="*/ 128 w 128"/>
                  <a:gd name="T1" fmla="*/ 80 h 158"/>
                  <a:gd name="T2" fmla="*/ 52 w 128"/>
                  <a:gd name="T3" fmla="*/ 0 h 158"/>
                  <a:gd name="T4" fmla="*/ 0 w 128"/>
                  <a:gd name="T5" fmla="*/ 0 h 158"/>
                  <a:gd name="T6" fmla="*/ 0 w 128"/>
                  <a:gd name="T7" fmla="*/ 5 h 158"/>
                  <a:gd name="T8" fmla="*/ 20 w 128"/>
                  <a:gd name="T9" fmla="*/ 25 h 158"/>
                  <a:gd name="T10" fmla="*/ 20 w 128"/>
                  <a:gd name="T11" fmla="*/ 134 h 158"/>
                  <a:gd name="T12" fmla="*/ 0 w 128"/>
                  <a:gd name="T13" fmla="*/ 153 h 158"/>
                  <a:gd name="T14" fmla="*/ 0 w 128"/>
                  <a:gd name="T15" fmla="*/ 158 h 158"/>
                  <a:gd name="T16" fmla="*/ 52 w 128"/>
                  <a:gd name="T17" fmla="*/ 158 h 158"/>
                  <a:gd name="T18" fmla="*/ 128 w 128"/>
                  <a:gd name="T19" fmla="*/ 80 h 158"/>
                  <a:gd name="T20" fmla="*/ 39 w 128"/>
                  <a:gd name="T21" fmla="*/ 129 h 158"/>
                  <a:gd name="T22" fmla="*/ 39 w 128"/>
                  <a:gd name="T23" fmla="*/ 30 h 158"/>
                  <a:gd name="T24" fmla="*/ 52 w 128"/>
                  <a:gd name="T25" fmla="*/ 10 h 158"/>
                  <a:gd name="T26" fmla="*/ 106 w 128"/>
                  <a:gd name="T27" fmla="*/ 80 h 158"/>
                  <a:gd name="T28" fmla="*/ 52 w 128"/>
                  <a:gd name="T29" fmla="*/ 149 h 158"/>
                  <a:gd name="T30" fmla="*/ 39 w 128"/>
                  <a:gd name="T31" fmla="*/ 1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158">
                    <a:moveTo>
                      <a:pt x="128" y="80"/>
                    </a:moveTo>
                    <a:cubicBezTo>
                      <a:pt x="128" y="9"/>
                      <a:pt x="89" y="0"/>
                      <a:pt x="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87" y="158"/>
                      <a:pt x="128" y="150"/>
                      <a:pt x="128" y="80"/>
                    </a:cubicBezTo>
                    <a:moveTo>
                      <a:pt x="39" y="1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1"/>
                      <a:pt x="41" y="10"/>
                      <a:pt x="52" y="10"/>
                    </a:cubicBezTo>
                    <a:cubicBezTo>
                      <a:pt x="94" y="10"/>
                      <a:pt x="106" y="36"/>
                      <a:pt x="106" y="80"/>
                    </a:cubicBezTo>
                    <a:cubicBezTo>
                      <a:pt x="106" y="127"/>
                      <a:pt x="90" y="149"/>
                      <a:pt x="52" y="149"/>
                    </a:cubicBezTo>
                    <a:cubicBezTo>
                      <a:pt x="41" y="149"/>
                      <a:pt x="39" y="146"/>
                      <a:pt x="39" y="1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2" name="Freeform 26">
                <a:extLst>
                  <a:ext uri="{FF2B5EF4-FFF2-40B4-BE49-F238E27FC236}">
                    <a16:creationId xmlns:a16="http://schemas.microsoft.com/office/drawing/2014/main" id="{3AE2FD40-1B7A-4A5C-84CD-6A12D2A85B1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7" y="7908"/>
                <a:ext cx="78" cy="118"/>
              </a:xfrm>
              <a:custGeom>
                <a:avLst/>
                <a:gdLst>
                  <a:gd name="T0" fmla="*/ 72 w 105"/>
                  <a:gd name="T1" fmla="*/ 149 h 158"/>
                  <a:gd name="T2" fmla="*/ 51 w 105"/>
                  <a:gd name="T3" fmla="*/ 149 h 158"/>
                  <a:gd name="T4" fmla="*/ 38 w 105"/>
                  <a:gd name="T5" fmla="*/ 129 h 158"/>
                  <a:gd name="T6" fmla="*/ 38 w 105"/>
                  <a:gd name="T7" fmla="*/ 80 h 158"/>
                  <a:gd name="T8" fmla="*/ 67 w 105"/>
                  <a:gd name="T9" fmla="*/ 80 h 158"/>
                  <a:gd name="T10" fmla="*/ 87 w 105"/>
                  <a:gd name="T11" fmla="*/ 100 h 158"/>
                  <a:gd name="T12" fmla="*/ 92 w 105"/>
                  <a:gd name="T13" fmla="*/ 100 h 158"/>
                  <a:gd name="T14" fmla="*/ 92 w 105"/>
                  <a:gd name="T15" fmla="*/ 51 h 158"/>
                  <a:gd name="T16" fmla="*/ 87 w 105"/>
                  <a:gd name="T17" fmla="*/ 51 h 158"/>
                  <a:gd name="T18" fmla="*/ 67 w 105"/>
                  <a:gd name="T19" fmla="*/ 71 h 158"/>
                  <a:gd name="T20" fmla="*/ 38 w 105"/>
                  <a:gd name="T21" fmla="*/ 71 h 158"/>
                  <a:gd name="T22" fmla="*/ 38 w 105"/>
                  <a:gd name="T23" fmla="*/ 30 h 158"/>
                  <a:gd name="T24" fmla="*/ 51 w 105"/>
                  <a:gd name="T25" fmla="*/ 10 h 158"/>
                  <a:gd name="T26" fmla="*/ 70 w 105"/>
                  <a:gd name="T27" fmla="*/ 10 h 158"/>
                  <a:gd name="T28" fmla="*/ 96 w 105"/>
                  <a:gd name="T29" fmla="*/ 29 h 158"/>
                  <a:gd name="T30" fmla="*/ 101 w 105"/>
                  <a:gd name="T31" fmla="*/ 29 h 158"/>
                  <a:gd name="T32" fmla="*/ 100 w 105"/>
                  <a:gd name="T33" fmla="*/ 0 h 158"/>
                  <a:gd name="T34" fmla="*/ 0 w 105"/>
                  <a:gd name="T35" fmla="*/ 0 h 158"/>
                  <a:gd name="T36" fmla="*/ 0 w 105"/>
                  <a:gd name="T37" fmla="*/ 5 h 158"/>
                  <a:gd name="T38" fmla="*/ 19 w 105"/>
                  <a:gd name="T39" fmla="*/ 25 h 158"/>
                  <a:gd name="T40" fmla="*/ 19 w 105"/>
                  <a:gd name="T41" fmla="*/ 134 h 158"/>
                  <a:gd name="T42" fmla="*/ 0 w 105"/>
                  <a:gd name="T43" fmla="*/ 153 h 158"/>
                  <a:gd name="T44" fmla="*/ 0 w 105"/>
                  <a:gd name="T45" fmla="*/ 158 h 158"/>
                  <a:gd name="T46" fmla="*/ 103 w 105"/>
                  <a:gd name="T47" fmla="*/ 158 h 158"/>
                  <a:gd name="T48" fmla="*/ 105 w 105"/>
                  <a:gd name="T49" fmla="*/ 127 h 158"/>
                  <a:gd name="T50" fmla="*/ 99 w 105"/>
                  <a:gd name="T51" fmla="*/ 127 h 158"/>
                  <a:gd name="T52" fmla="*/ 72 w 105"/>
                  <a:gd name="T53" fmla="*/ 14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72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8" y="147"/>
                      <a:pt x="38" y="129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82" y="80"/>
                      <a:pt x="87" y="87"/>
                      <a:pt x="87" y="100"/>
                    </a:cubicBezTo>
                    <a:cubicBezTo>
                      <a:pt x="92" y="100"/>
                      <a:pt x="92" y="100"/>
                      <a:pt x="92" y="100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67"/>
                      <a:pt x="82" y="71"/>
                      <a:pt x="67" y="71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12"/>
                      <a:pt x="39" y="10"/>
                      <a:pt x="5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6" y="10"/>
                      <a:pt x="93" y="15"/>
                      <a:pt x="96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1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3" y="158"/>
                      <a:pt x="103" y="158"/>
                      <a:pt x="103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6" y="143"/>
                      <a:pt x="89" y="149"/>
                      <a:pt x="72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3" name="Freeform 27">
                <a:extLst>
                  <a:ext uri="{FF2B5EF4-FFF2-40B4-BE49-F238E27FC236}">
                    <a16:creationId xmlns:a16="http://schemas.microsoft.com/office/drawing/2014/main" id="{1C52DE3A-0024-4279-A8FC-10A5F18BF5E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60" y="7908"/>
                <a:ext cx="133" cy="118"/>
              </a:xfrm>
              <a:custGeom>
                <a:avLst/>
                <a:gdLst>
                  <a:gd name="T0" fmla="*/ 141 w 178"/>
                  <a:gd name="T1" fmla="*/ 14 h 158"/>
                  <a:gd name="T2" fmla="*/ 141 w 178"/>
                  <a:gd name="T3" fmla="*/ 134 h 158"/>
                  <a:gd name="T4" fmla="*/ 121 w 178"/>
                  <a:gd name="T5" fmla="*/ 153 h 158"/>
                  <a:gd name="T6" fmla="*/ 121 w 178"/>
                  <a:gd name="T7" fmla="*/ 158 h 158"/>
                  <a:gd name="T8" fmla="*/ 178 w 178"/>
                  <a:gd name="T9" fmla="*/ 158 h 158"/>
                  <a:gd name="T10" fmla="*/ 178 w 178"/>
                  <a:gd name="T11" fmla="*/ 153 h 158"/>
                  <a:gd name="T12" fmla="*/ 159 w 178"/>
                  <a:gd name="T13" fmla="*/ 134 h 158"/>
                  <a:gd name="T14" fmla="*/ 159 w 178"/>
                  <a:gd name="T15" fmla="*/ 25 h 158"/>
                  <a:gd name="T16" fmla="*/ 178 w 178"/>
                  <a:gd name="T17" fmla="*/ 5 h 158"/>
                  <a:gd name="T18" fmla="*/ 178 w 178"/>
                  <a:gd name="T19" fmla="*/ 0 h 158"/>
                  <a:gd name="T20" fmla="*/ 133 w 178"/>
                  <a:gd name="T21" fmla="*/ 0 h 158"/>
                  <a:gd name="T22" fmla="*/ 90 w 178"/>
                  <a:gd name="T23" fmla="*/ 135 h 158"/>
                  <a:gd name="T24" fmla="*/ 89 w 178"/>
                  <a:gd name="T25" fmla="*/ 135 h 158"/>
                  <a:gd name="T26" fmla="*/ 46 w 178"/>
                  <a:gd name="T27" fmla="*/ 0 h 158"/>
                  <a:gd name="T28" fmla="*/ 0 w 178"/>
                  <a:gd name="T29" fmla="*/ 0 h 158"/>
                  <a:gd name="T30" fmla="*/ 0 w 178"/>
                  <a:gd name="T31" fmla="*/ 5 h 158"/>
                  <a:gd name="T32" fmla="*/ 19 w 178"/>
                  <a:gd name="T33" fmla="*/ 25 h 158"/>
                  <a:gd name="T34" fmla="*/ 19 w 178"/>
                  <a:gd name="T35" fmla="*/ 134 h 158"/>
                  <a:gd name="T36" fmla="*/ 0 w 178"/>
                  <a:gd name="T37" fmla="*/ 153 h 158"/>
                  <a:gd name="T38" fmla="*/ 0 w 178"/>
                  <a:gd name="T39" fmla="*/ 158 h 158"/>
                  <a:gd name="T40" fmla="*/ 51 w 178"/>
                  <a:gd name="T41" fmla="*/ 158 h 158"/>
                  <a:gd name="T42" fmla="*/ 51 w 178"/>
                  <a:gd name="T43" fmla="*/ 153 h 158"/>
                  <a:gd name="T44" fmla="*/ 32 w 178"/>
                  <a:gd name="T45" fmla="*/ 134 h 158"/>
                  <a:gd name="T46" fmla="*/ 32 w 178"/>
                  <a:gd name="T47" fmla="*/ 14 h 158"/>
                  <a:gd name="T48" fmla="*/ 32 w 178"/>
                  <a:gd name="T49" fmla="*/ 14 h 158"/>
                  <a:gd name="T50" fmla="*/ 78 w 178"/>
                  <a:gd name="T51" fmla="*/ 158 h 158"/>
                  <a:gd name="T52" fmla="*/ 94 w 178"/>
                  <a:gd name="T53" fmla="*/ 158 h 158"/>
                  <a:gd name="T54" fmla="*/ 140 w 178"/>
                  <a:gd name="T55" fmla="*/ 14 h 158"/>
                  <a:gd name="T56" fmla="*/ 141 w 178"/>
                  <a:gd name="T57" fmla="*/ 1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58">
                    <a:moveTo>
                      <a:pt x="141" y="14"/>
                    </a:moveTo>
                    <a:cubicBezTo>
                      <a:pt x="141" y="134"/>
                      <a:pt x="141" y="134"/>
                      <a:pt x="141" y="134"/>
                    </a:cubicBezTo>
                    <a:cubicBezTo>
                      <a:pt x="141" y="152"/>
                      <a:pt x="133" y="153"/>
                      <a:pt x="121" y="153"/>
                    </a:cubicBezTo>
                    <a:cubicBezTo>
                      <a:pt x="121" y="158"/>
                      <a:pt x="121" y="158"/>
                      <a:pt x="121" y="158"/>
                    </a:cubicBezTo>
                    <a:cubicBezTo>
                      <a:pt x="178" y="158"/>
                      <a:pt x="178" y="158"/>
                      <a:pt x="178" y="158"/>
                    </a:cubicBezTo>
                    <a:cubicBezTo>
                      <a:pt x="178" y="153"/>
                      <a:pt x="178" y="153"/>
                      <a:pt x="178" y="153"/>
                    </a:cubicBezTo>
                    <a:cubicBezTo>
                      <a:pt x="166" y="153"/>
                      <a:pt x="159" y="152"/>
                      <a:pt x="159" y="134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7"/>
                      <a:pt x="166" y="5"/>
                      <a:pt x="178" y="5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94" y="158"/>
                      <a:pt x="94" y="158"/>
                      <a:pt x="94" y="158"/>
                    </a:cubicBezTo>
                    <a:cubicBezTo>
                      <a:pt x="140" y="14"/>
                      <a:pt x="140" y="14"/>
                      <a:pt x="140" y="14"/>
                    </a:cubicBezTo>
                    <a:lnTo>
                      <a:pt x="14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4" name="Freeform 28">
                <a:extLst>
                  <a:ext uri="{FF2B5EF4-FFF2-40B4-BE49-F238E27FC236}">
                    <a16:creationId xmlns:a16="http://schemas.microsoft.com/office/drawing/2014/main" id="{3AB65473-45EC-4459-B908-C2A30E412DE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16" y="7908"/>
                <a:ext cx="44" cy="118"/>
              </a:xfrm>
              <a:custGeom>
                <a:avLst/>
                <a:gdLst>
                  <a:gd name="T0" fmla="*/ 0 w 58"/>
                  <a:gd name="T1" fmla="*/ 5 h 158"/>
                  <a:gd name="T2" fmla="*/ 19 w 58"/>
                  <a:gd name="T3" fmla="*/ 25 h 158"/>
                  <a:gd name="T4" fmla="*/ 19 w 58"/>
                  <a:gd name="T5" fmla="*/ 134 h 158"/>
                  <a:gd name="T6" fmla="*/ 0 w 58"/>
                  <a:gd name="T7" fmla="*/ 153 h 158"/>
                  <a:gd name="T8" fmla="*/ 0 w 58"/>
                  <a:gd name="T9" fmla="*/ 158 h 158"/>
                  <a:gd name="T10" fmla="*/ 58 w 58"/>
                  <a:gd name="T11" fmla="*/ 158 h 158"/>
                  <a:gd name="T12" fmla="*/ 58 w 58"/>
                  <a:gd name="T13" fmla="*/ 153 h 158"/>
                  <a:gd name="T14" fmla="*/ 39 w 58"/>
                  <a:gd name="T15" fmla="*/ 134 h 158"/>
                  <a:gd name="T16" fmla="*/ 39 w 58"/>
                  <a:gd name="T17" fmla="*/ 25 h 158"/>
                  <a:gd name="T18" fmla="*/ 58 w 58"/>
                  <a:gd name="T19" fmla="*/ 5 h 158"/>
                  <a:gd name="T20" fmla="*/ 58 w 58"/>
                  <a:gd name="T21" fmla="*/ 0 h 158"/>
                  <a:gd name="T22" fmla="*/ 0 w 58"/>
                  <a:gd name="T23" fmla="*/ 0 h 158"/>
                  <a:gd name="T24" fmla="*/ 0 w 58"/>
                  <a:gd name="T2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58">
                    <a:moveTo>
                      <a:pt x="0" y="5"/>
                    </a:move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5" name="Freeform 29">
                <a:extLst>
                  <a:ext uri="{FF2B5EF4-FFF2-40B4-BE49-F238E27FC236}">
                    <a16:creationId xmlns:a16="http://schemas.microsoft.com/office/drawing/2014/main" id="{CDBB420F-A08C-4E07-A23E-66602AB1E53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83" y="7908"/>
                <a:ext cx="78" cy="118"/>
              </a:xfrm>
              <a:custGeom>
                <a:avLst/>
                <a:gdLst>
                  <a:gd name="T0" fmla="*/ 100 w 105"/>
                  <a:gd name="T1" fmla="*/ 127 h 158"/>
                  <a:gd name="T2" fmla="*/ 73 w 105"/>
                  <a:gd name="T3" fmla="*/ 149 h 158"/>
                  <a:gd name="T4" fmla="*/ 51 w 105"/>
                  <a:gd name="T5" fmla="*/ 149 h 158"/>
                  <a:gd name="T6" fmla="*/ 39 w 105"/>
                  <a:gd name="T7" fmla="*/ 129 h 158"/>
                  <a:gd name="T8" fmla="*/ 39 w 105"/>
                  <a:gd name="T9" fmla="*/ 80 h 158"/>
                  <a:gd name="T10" fmla="*/ 68 w 105"/>
                  <a:gd name="T11" fmla="*/ 80 h 158"/>
                  <a:gd name="T12" fmla="*/ 88 w 105"/>
                  <a:gd name="T13" fmla="*/ 100 h 158"/>
                  <a:gd name="T14" fmla="*/ 93 w 105"/>
                  <a:gd name="T15" fmla="*/ 100 h 158"/>
                  <a:gd name="T16" fmla="*/ 93 w 105"/>
                  <a:gd name="T17" fmla="*/ 51 h 158"/>
                  <a:gd name="T18" fmla="*/ 88 w 105"/>
                  <a:gd name="T19" fmla="*/ 51 h 158"/>
                  <a:gd name="T20" fmla="*/ 68 w 105"/>
                  <a:gd name="T21" fmla="*/ 71 h 158"/>
                  <a:gd name="T22" fmla="*/ 39 w 105"/>
                  <a:gd name="T23" fmla="*/ 71 h 158"/>
                  <a:gd name="T24" fmla="*/ 39 w 105"/>
                  <a:gd name="T25" fmla="*/ 30 h 158"/>
                  <a:gd name="T26" fmla="*/ 51 w 105"/>
                  <a:gd name="T27" fmla="*/ 10 h 158"/>
                  <a:gd name="T28" fmla="*/ 71 w 105"/>
                  <a:gd name="T29" fmla="*/ 10 h 158"/>
                  <a:gd name="T30" fmla="*/ 97 w 105"/>
                  <a:gd name="T31" fmla="*/ 29 h 158"/>
                  <a:gd name="T32" fmla="*/ 102 w 105"/>
                  <a:gd name="T33" fmla="*/ 29 h 158"/>
                  <a:gd name="T34" fmla="*/ 101 w 105"/>
                  <a:gd name="T35" fmla="*/ 0 h 158"/>
                  <a:gd name="T36" fmla="*/ 0 w 105"/>
                  <a:gd name="T37" fmla="*/ 0 h 158"/>
                  <a:gd name="T38" fmla="*/ 0 w 105"/>
                  <a:gd name="T39" fmla="*/ 5 h 158"/>
                  <a:gd name="T40" fmla="*/ 20 w 105"/>
                  <a:gd name="T41" fmla="*/ 25 h 158"/>
                  <a:gd name="T42" fmla="*/ 20 w 105"/>
                  <a:gd name="T43" fmla="*/ 134 h 158"/>
                  <a:gd name="T44" fmla="*/ 0 w 105"/>
                  <a:gd name="T45" fmla="*/ 153 h 158"/>
                  <a:gd name="T46" fmla="*/ 0 w 105"/>
                  <a:gd name="T47" fmla="*/ 158 h 158"/>
                  <a:gd name="T48" fmla="*/ 104 w 105"/>
                  <a:gd name="T49" fmla="*/ 158 h 158"/>
                  <a:gd name="T50" fmla="*/ 105 w 105"/>
                  <a:gd name="T51" fmla="*/ 127 h 158"/>
                  <a:gd name="T52" fmla="*/ 100 w 105"/>
                  <a:gd name="T53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100" y="127"/>
                    </a:moveTo>
                    <a:cubicBezTo>
                      <a:pt x="97" y="143"/>
                      <a:pt x="90" y="149"/>
                      <a:pt x="73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7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2"/>
                      <a:pt x="40" y="10"/>
                      <a:pt x="5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87" y="10"/>
                      <a:pt x="94" y="15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lnTo>
                      <a:pt x="100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6" name="Freeform 30">
                <a:extLst>
                  <a:ext uri="{FF2B5EF4-FFF2-40B4-BE49-F238E27FC236}">
                    <a16:creationId xmlns:a16="http://schemas.microsoft.com/office/drawing/2014/main" id="{91DBB007-FFA8-40FD-A9A0-18B75FC6E38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85" y="7908"/>
                <a:ext cx="105" cy="118"/>
              </a:xfrm>
              <a:custGeom>
                <a:avLst/>
                <a:gdLst>
                  <a:gd name="T0" fmla="*/ 90 w 141"/>
                  <a:gd name="T1" fmla="*/ 5 h 158"/>
                  <a:gd name="T2" fmla="*/ 109 w 141"/>
                  <a:gd name="T3" fmla="*/ 25 h 158"/>
                  <a:gd name="T4" fmla="*/ 109 w 141"/>
                  <a:gd name="T5" fmla="*/ 128 h 158"/>
                  <a:gd name="T6" fmla="*/ 109 w 141"/>
                  <a:gd name="T7" fmla="*/ 128 h 158"/>
                  <a:gd name="T8" fmla="*/ 40 w 141"/>
                  <a:gd name="T9" fmla="*/ 0 h 158"/>
                  <a:gd name="T10" fmla="*/ 0 w 141"/>
                  <a:gd name="T11" fmla="*/ 0 h 158"/>
                  <a:gd name="T12" fmla="*/ 0 w 141"/>
                  <a:gd name="T13" fmla="*/ 5 h 158"/>
                  <a:gd name="T14" fmla="*/ 19 w 141"/>
                  <a:gd name="T15" fmla="*/ 25 h 158"/>
                  <a:gd name="T16" fmla="*/ 19 w 141"/>
                  <a:gd name="T17" fmla="*/ 134 h 158"/>
                  <a:gd name="T18" fmla="*/ 0 w 141"/>
                  <a:gd name="T19" fmla="*/ 153 h 158"/>
                  <a:gd name="T20" fmla="*/ 0 w 141"/>
                  <a:gd name="T21" fmla="*/ 158 h 158"/>
                  <a:gd name="T22" fmla="*/ 51 w 141"/>
                  <a:gd name="T23" fmla="*/ 158 h 158"/>
                  <a:gd name="T24" fmla="*/ 51 w 141"/>
                  <a:gd name="T25" fmla="*/ 153 h 158"/>
                  <a:gd name="T26" fmla="*/ 32 w 141"/>
                  <a:gd name="T27" fmla="*/ 134 h 158"/>
                  <a:gd name="T28" fmla="*/ 32 w 141"/>
                  <a:gd name="T29" fmla="*/ 22 h 158"/>
                  <a:gd name="T30" fmla="*/ 33 w 141"/>
                  <a:gd name="T31" fmla="*/ 22 h 158"/>
                  <a:gd name="T32" fmla="*/ 105 w 141"/>
                  <a:gd name="T33" fmla="*/ 158 h 158"/>
                  <a:gd name="T34" fmla="*/ 122 w 141"/>
                  <a:gd name="T35" fmla="*/ 158 h 158"/>
                  <a:gd name="T36" fmla="*/ 122 w 141"/>
                  <a:gd name="T37" fmla="*/ 25 h 158"/>
                  <a:gd name="T38" fmla="*/ 141 w 141"/>
                  <a:gd name="T39" fmla="*/ 5 h 158"/>
                  <a:gd name="T40" fmla="*/ 141 w 141"/>
                  <a:gd name="T41" fmla="*/ 0 h 158"/>
                  <a:gd name="T42" fmla="*/ 90 w 141"/>
                  <a:gd name="T43" fmla="*/ 0 h 158"/>
                  <a:gd name="T44" fmla="*/ 90 w 141"/>
                  <a:gd name="T4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90" y="5"/>
                    </a:moveTo>
                    <a:cubicBezTo>
                      <a:pt x="102" y="5"/>
                      <a:pt x="109" y="7"/>
                      <a:pt x="109" y="25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2" y="7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9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7" name="Freeform 31">
                <a:extLst>
                  <a:ext uri="{FF2B5EF4-FFF2-40B4-BE49-F238E27FC236}">
                    <a16:creationId xmlns:a16="http://schemas.microsoft.com/office/drawing/2014/main" id="{D903B6CE-002D-43F9-85F3-B6CB16E807F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859" y="7508"/>
                <a:ext cx="457" cy="550"/>
              </a:xfrm>
              <a:custGeom>
                <a:avLst/>
                <a:gdLst>
                  <a:gd name="T0" fmla="*/ 597 w 614"/>
                  <a:gd name="T1" fmla="*/ 482 h 737"/>
                  <a:gd name="T2" fmla="*/ 611 w 614"/>
                  <a:gd name="T3" fmla="*/ 353 h 737"/>
                  <a:gd name="T4" fmla="*/ 588 w 614"/>
                  <a:gd name="T5" fmla="*/ 227 h 737"/>
                  <a:gd name="T6" fmla="*/ 510 w 614"/>
                  <a:gd name="T7" fmla="*/ 95 h 737"/>
                  <a:gd name="T8" fmla="*/ 379 w 614"/>
                  <a:gd name="T9" fmla="*/ 12 h 737"/>
                  <a:gd name="T10" fmla="*/ 248 w 614"/>
                  <a:gd name="T11" fmla="*/ 8 h 737"/>
                  <a:gd name="T12" fmla="*/ 131 w 614"/>
                  <a:gd name="T13" fmla="*/ 69 h 737"/>
                  <a:gd name="T14" fmla="*/ 39 w 614"/>
                  <a:gd name="T15" fmla="*/ 192 h 737"/>
                  <a:gd name="T16" fmla="*/ 2 w 614"/>
                  <a:gd name="T17" fmla="*/ 329 h 737"/>
                  <a:gd name="T18" fmla="*/ 9 w 614"/>
                  <a:gd name="T19" fmla="*/ 447 h 737"/>
                  <a:gd name="T20" fmla="*/ 52 w 614"/>
                  <a:gd name="T21" fmla="*/ 570 h 737"/>
                  <a:gd name="T22" fmla="*/ 155 w 614"/>
                  <a:gd name="T23" fmla="*/ 686 h 737"/>
                  <a:gd name="T24" fmla="*/ 300 w 614"/>
                  <a:gd name="T25" fmla="*/ 735 h 737"/>
                  <a:gd name="T26" fmla="*/ 428 w 614"/>
                  <a:gd name="T27" fmla="*/ 705 h 737"/>
                  <a:gd name="T28" fmla="*/ 549 w 614"/>
                  <a:gd name="T29" fmla="*/ 585 h 737"/>
                  <a:gd name="T30" fmla="*/ 568 w 614"/>
                  <a:gd name="T31" fmla="*/ 533 h 737"/>
                  <a:gd name="T32" fmla="*/ 596 w 614"/>
                  <a:gd name="T33" fmla="*/ 465 h 737"/>
                  <a:gd name="T34" fmla="*/ 605 w 614"/>
                  <a:gd name="T35" fmla="*/ 415 h 737"/>
                  <a:gd name="T36" fmla="*/ 607 w 614"/>
                  <a:gd name="T37" fmla="*/ 336 h 737"/>
                  <a:gd name="T38" fmla="*/ 584 w 614"/>
                  <a:gd name="T39" fmla="*/ 248 h 737"/>
                  <a:gd name="T40" fmla="*/ 565 w 614"/>
                  <a:gd name="T41" fmla="*/ 201 h 737"/>
                  <a:gd name="T42" fmla="*/ 531 w 614"/>
                  <a:gd name="T43" fmla="*/ 135 h 737"/>
                  <a:gd name="T44" fmla="*/ 500 w 614"/>
                  <a:gd name="T45" fmla="*/ 95 h 737"/>
                  <a:gd name="T46" fmla="*/ 471 w 614"/>
                  <a:gd name="T47" fmla="*/ 63 h 737"/>
                  <a:gd name="T48" fmla="*/ 433 w 614"/>
                  <a:gd name="T49" fmla="*/ 38 h 737"/>
                  <a:gd name="T50" fmla="*/ 348 w 614"/>
                  <a:gd name="T51" fmla="*/ 11 h 737"/>
                  <a:gd name="T52" fmla="*/ 281 w 614"/>
                  <a:gd name="T53" fmla="*/ 6 h 737"/>
                  <a:gd name="T54" fmla="*/ 219 w 614"/>
                  <a:gd name="T55" fmla="*/ 30 h 737"/>
                  <a:gd name="T56" fmla="*/ 175 w 614"/>
                  <a:gd name="T57" fmla="*/ 52 h 737"/>
                  <a:gd name="T58" fmla="*/ 135 w 614"/>
                  <a:gd name="T59" fmla="*/ 81 h 737"/>
                  <a:gd name="T60" fmla="*/ 98 w 614"/>
                  <a:gd name="T61" fmla="*/ 117 h 737"/>
                  <a:gd name="T62" fmla="*/ 55 w 614"/>
                  <a:gd name="T63" fmla="*/ 167 h 737"/>
                  <a:gd name="T64" fmla="*/ 41 w 614"/>
                  <a:gd name="T65" fmla="*/ 215 h 737"/>
                  <a:gd name="T66" fmla="*/ 21 w 614"/>
                  <a:gd name="T67" fmla="*/ 295 h 737"/>
                  <a:gd name="T68" fmla="*/ 15 w 614"/>
                  <a:gd name="T69" fmla="*/ 373 h 737"/>
                  <a:gd name="T70" fmla="*/ 13 w 614"/>
                  <a:gd name="T71" fmla="*/ 437 h 737"/>
                  <a:gd name="T72" fmla="*/ 33 w 614"/>
                  <a:gd name="T73" fmla="*/ 500 h 737"/>
                  <a:gd name="T74" fmla="*/ 52 w 614"/>
                  <a:gd name="T75" fmla="*/ 548 h 737"/>
                  <a:gd name="T76" fmla="*/ 76 w 614"/>
                  <a:gd name="T77" fmla="*/ 592 h 737"/>
                  <a:gd name="T78" fmla="*/ 127 w 614"/>
                  <a:gd name="T79" fmla="*/ 648 h 737"/>
                  <a:gd name="T80" fmla="*/ 152 w 614"/>
                  <a:gd name="T81" fmla="*/ 680 h 737"/>
                  <a:gd name="T82" fmla="*/ 202 w 614"/>
                  <a:gd name="T83" fmla="*/ 708 h 737"/>
                  <a:gd name="T84" fmla="*/ 254 w 614"/>
                  <a:gd name="T85" fmla="*/ 723 h 737"/>
                  <a:gd name="T86" fmla="*/ 331 w 614"/>
                  <a:gd name="T87" fmla="*/ 721 h 737"/>
                  <a:gd name="T88" fmla="*/ 394 w 614"/>
                  <a:gd name="T89" fmla="*/ 716 h 737"/>
                  <a:gd name="T90" fmla="*/ 445 w 614"/>
                  <a:gd name="T91" fmla="*/ 691 h 737"/>
                  <a:gd name="T92" fmla="*/ 487 w 614"/>
                  <a:gd name="T93" fmla="*/ 659 h 737"/>
                  <a:gd name="T94" fmla="*/ 519 w 614"/>
                  <a:gd name="T95" fmla="*/ 626 h 737"/>
                  <a:gd name="T96" fmla="*/ 535 w 614"/>
                  <a:gd name="T97" fmla="*/ 581 h 737"/>
                  <a:gd name="T98" fmla="*/ 429 w 614"/>
                  <a:gd name="T99" fmla="*/ 685 h 737"/>
                  <a:gd name="T100" fmla="*/ 300 w 614"/>
                  <a:gd name="T101" fmla="*/ 720 h 737"/>
                  <a:gd name="T102" fmla="*/ 182 w 614"/>
                  <a:gd name="T103" fmla="*/ 686 h 737"/>
                  <a:gd name="T104" fmla="*/ 76 w 614"/>
                  <a:gd name="T105" fmla="*/ 580 h 737"/>
                  <a:gd name="T106" fmla="*/ 29 w 614"/>
                  <a:gd name="T107" fmla="*/ 461 h 737"/>
                  <a:gd name="T108" fmla="*/ 19 w 614"/>
                  <a:gd name="T109" fmla="*/ 341 h 737"/>
                  <a:gd name="T110" fmla="*/ 55 w 614"/>
                  <a:gd name="T111" fmla="*/ 198 h 737"/>
                  <a:gd name="T112" fmla="*/ 144 w 614"/>
                  <a:gd name="T113" fmla="*/ 79 h 737"/>
                  <a:gd name="T114" fmla="*/ 255 w 614"/>
                  <a:gd name="T115" fmla="*/ 23 h 737"/>
                  <a:gd name="T116" fmla="*/ 375 w 614"/>
                  <a:gd name="T117" fmla="*/ 27 h 737"/>
                  <a:gd name="T118" fmla="*/ 499 w 614"/>
                  <a:gd name="T119" fmla="*/ 106 h 737"/>
                  <a:gd name="T120" fmla="*/ 574 w 614"/>
                  <a:gd name="T121" fmla="*/ 235 h 737"/>
                  <a:gd name="T122" fmla="*/ 595 w 614"/>
                  <a:gd name="T123" fmla="*/ 359 h 737"/>
                  <a:gd name="T124" fmla="*/ 580 w 614"/>
                  <a:gd name="T125" fmla="*/ 482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4" h="737">
                    <a:moveTo>
                      <a:pt x="542" y="602"/>
                    </a:move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6" y="598"/>
                      <a:pt x="549" y="595"/>
                      <a:pt x="551" y="591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4" y="587"/>
                      <a:pt x="555" y="583"/>
                      <a:pt x="556" y="579"/>
                    </a:cubicBezTo>
                    <a:cubicBezTo>
                      <a:pt x="556" y="579"/>
                      <a:pt x="556" y="579"/>
                      <a:pt x="556" y="579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62" y="573"/>
                      <a:pt x="566" y="567"/>
                      <a:pt x="568" y="556"/>
                    </a:cubicBezTo>
                    <a:cubicBezTo>
                      <a:pt x="568" y="556"/>
                      <a:pt x="568" y="556"/>
                      <a:pt x="568" y="556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74" y="550"/>
                      <a:pt x="578" y="544"/>
                      <a:pt x="579" y="533"/>
                    </a:cubicBezTo>
                    <a:cubicBezTo>
                      <a:pt x="579" y="533"/>
                      <a:pt x="579" y="533"/>
                      <a:pt x="579" y="533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2" y="529"/>
                      <a:pt x="584" y="526"/>
                      <a:pt x="586" y="521"/>
                    </a:cubicBezTo>
                    <a:cubicBezTo>
                      <a:pt x="586" y="521"/>
                      <a:pt x="586" y="521"/>
                      <a:pt x="586" y="521"/>
                    </a:cubicBezTo>
                    <a:cubicBezTo>
                      <a:pt x="587" y="518"/>
                      <a:pt x="588" y="513"/>
                      <a:pt x="589" y="508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93" y="502"/>
                      <a:pt x="596" y="495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600" y="477"/>
                      <a:pt x="602" y="471"/>
                      <a:pt x="602" y="462"/>
                    </a:cubicBezTo>
                    <a:cubicBezTo>
                      <a:pt x="602" y="461"/>
                      <a:pt x="602" y="460"/>
                      <a:pt x="602" y="459"/>
                    </a:cubicBezTo>
                    <a:cubicBezTo>
                      <a:pt x="602" y="459"/>
                      <a:pt x="602" y="459"/>
                      <a:pt x="602" y="459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5" y="454"/>
                      <a:pt x="606" y="450"/>
                      <a:pt x="607" y="446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3"/>
                      <a:pt x="607" y="441"/>
                      <a:pt x="607" y="440"/>
                    </a:cubicBezTo>
                    <a:cubicBezTo>
                      <a:pt x="607" y="437"/>
                      <a:pt x="607" y="435"/>
                      <a:pt x="607" y="433"/>
                    </a:cubicBezTo>
                    <a:cubicBezTo>
                      <a:pt x="607" y="432"/>
                      <a:pt x="607" y="432"/>
                      <a:pt x="607" y="432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9" y="427"/>
                      <a:pt x="611" y="422"/>
                      <a:pt x="611" y="416"/>
                    </a:cubicBezTo>
                    <a:cubicBezTo>
                      <a:pt x="611" y="414"/>
                      <a:pt x="610" y="411"/>
                      <a:pt x="610" y="407"/>
                    </a:cubicBezTo>
                    <a:cubicBezTo>
                      <a:pt x="610" y="407"/>
                      <a:pt x="610" y="407"/>
                      <a:pt x="610" y="407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2" y="402"/>
                      <a:pt x="613" y="398"/>
                      <a:pt x="613" y="393"/>
                    </a:cubicBezTo>
                    <a:cubicBezTo>
                      <a:pt x="613" y="389"/>
                      <a:pt x="612" y="386"/>
                      <a:pt x="611" y="382"/>
                    </a:cubicBezTo>
                    <a:cubicBezTo>
                      <a:pt x="611" y="382"/>
                      <a:pt x="611" y="382"/>
                      <a:pt x="611" y="382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3" y="377"/>
                      <a:pt x="614" y="373"/>
                      <a:pt x="614" y="368"/>
                    </a:cubicBezTo>
                    <a:cubicBezTo>
                      <a:pt x="614" y="368"/>
                      <a:pt x="614" y="368"/>
                      <a:pt x="614" y="368"/>
                    </a:cubicBezTo>
                    <a:cubicBezTo>
                      <a:pt x="614" y="367"/>
                      <a:pt x="614" y="367"/>
                      <a:pt x="614" y="367"/>
                    </a:cubicBezTo>
                    <a:cubicBezTo>
                      <a:pt x="613" y="364"/>
                      <a:pt x="613" y="360"/>
                      <a:pt x="611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2" y="350"/>
                      <a:pt x="613" y="348"/>
                      <a:pt x="613" y="344"/>
                    </a:cubicBezTo>
                    <a:cubicBezTo>
                      <a:pt x="613" y="340"/>
                      <a:pt x="612" y="335"/>
                      <a:pt x="610" y="330"/>
                    </a:cubicBezTo>
                    <a:cubicBezTo>
                      <a:pt x="610" y="329"/>
                      <a:pt x="610" y="329"/>
                      <a:pt x="610" y="329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5"/>
                      <a:pt x="611" y="323"/>
                      <a:pt x="611" y="320"/>
                    </a:cubicBezTo>
                    <a:cubicBezTo>
                      <a:pt x="611" y="316"/>
                      <a:pt x="610" y="310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0"/>
                      <a:pt x="607" y="298"/>
                      <a:pt x="607" y="296"/>
                    </a:cubicBezTo>
                    <a:cubicBezTo>
                      <a:pt x="607" y="294"/>
                      <a:pt x="607" y="293"/>
                      <a:pt x="607" y="291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6"/>
                      <a:pt x="604" y="282"/>
                      <a:pt x="602" y="278"/>
                    </a:cubicBezTo>
                    <a:cubicBezTo>
                      <a:pt x="602" y="278"/>
                      <a:pt x="602" y="278"/>
                      <a:pt x="602" y="278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5"/>
                      <a:pt x="602" y="273"/>
                      <a:pt x="602" y="272"/>
                    </a:cubicBezTo>
                    <a:cubicBezTo>
                      <a:pt x="602" y="267"/>
                      <a:pt x="601" y="260"/>
                      <a:pt x="596" y="253"/>
                    </a:cubicBezTo>
                    <a:cubicBezTo>
                      <a:pt x="596" y="253"/>
                      <a:pt x="596" y="253"/>
                      <a:pt x="596" y="253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0"/>
                      <a:pt x="596" y="249"/>
                      <a:pt x="596" y="248"/>
                    </a:cubicBezTo>
                    <a:cubicBezTo>
                      <a:pt x="596" y="243"/>
                      <a:pt x="594" y="236"/>
                      <a:pt x="589" y="229"/>
                    </a:cubicBezTo>
                    <a:cubicBezTo>
                      <a:pt x="589" y="229"/>
                      <a:pt x="589" y="229"/>
                      <a:pt x="589" y="229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6"/>
                      <a:pt x="588" y="226"/>
                      <a:pt x="588" y="226"/>
                    </a:cubicBezTo>
                    <a:cubicBezTo>
                      <a:pt x="588" y="223"/>
                      <a:pt x="587" y="219"/>
                      <a:pt x="586" y="215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4" y="211"/>
                      <a:pt x="582" y="207"/>
                      <a:pt x="579" y="204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8" y="196"/>
                      <a:pt x="576" y="189"/>
                      <a:pt x="569" y="180"/>
                    </a:cubicBezTo>
                    <a:cubicBezTo>
                      <a:pt x="569" y="180"/>
                      <a:pt x="569" y="180"/>
                      <a:pt x="569" y="180"/>
                    </a:cubicBezTo>
                    <a:cubicBezTo>
                      <a:pt x="568" y="179"/>
                      <a:pt x="568" y="179"/>
                      <a:pt x="568" y="179"/>
                    </a:cubicBezTo>
                    <a:cubicBezTo>
                      <a:pt x="568" y="178"/>
                      <a:pt x="568" y="178"/>
                      <a:pt x="568" y="178"/>
                    </a:cubicBezTo>
                    <a:cubicBezTo>
                      <a:pt x="567" y="172"/>
                      <a:pt x="564" y="165"/>
                      <a:pt x="557" y="158"/>
                    </a:cubicBezTo>
                    <a:cubicBezTo>
                      <a:pt x="556" y="158"/>
                      <a:pt x="556" y="158"/>
                      <a:pt x="556" y="158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5" y="156"/>
                      <a:pt x="555" y="156"/>
                      <a:pt x="555" y="156"/>
                    </a:cubicBezTo>
                    <a:cubicBezTo>
                      <a:pt x="555" y="153"/>
                      <a:pt x="554" y="149"/>
                      <a:pt x="551" y="145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48" y="141"/>
                      <a:pt x="546" y="138"/>
                      <a:pt x="542" y="135"/>
                    </a:cubicBezTo>
                    <a:cubicBezTo>
                      <a:pt x="542" y="135"/>
                      <a:pt x="542" y="135"/>
                      <a:pt x="542" y="135"/>
                    </a:cubicBezTo>
                    <a:cubicBezTo>
                      <a:pt x="541" y="134"/>
                      <a:pt x="541" y="134"/>
                      <a:pt x="541" y="134"/>
                    </a:cubicBezTo>
                    <a:cubicBezTo>
                      <a:pt x="541" y="133"/>
                      <a:pt x="541" y="133"/>
                      <a:pt x="541" y="133"/>
                    </a:cubicBezTo>
                    <a:cubicBezTo>
                      <a:pt x="540" y="127"/>
                      <a:pt x="536" y="121"/>
                      <a:pt x="527" y="115"/>
                    </a:cubicBezTo>
                    <a:cubicBezTo>
                      <a:pt x="527" y="114"/>
                      <a:pt x="527" y="114"/>
                      <a:pt x="527" y="114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4" y="107"/>
                      <a:pt x="519" y="101"/>
                      <a:pt x="510" y="95"/>
                    </a:cubicBezTo>
                    <a:cubicBezTo>
                      <a:pt x="510" y="95"/>
                      <a:pt x="510" y="95"/>
                      <a:pt x="510" y="95"/>
                    </a:cubicBezTo>
                    <a:cubicBezTo>
                      <a:pt x="509" y="94"/>
                      <a:pt x="509" y="94"/>
                      <a:pt x="509" y="94"/>
                    </a:cubicBezTo>
                    <a:cubicBezTo>
                      <a:pt x="509" y="93"/>
                      <a:pt x="509" y="93"/>
                      <a:pt x="509" y="93"/>
                    </a:cubicBezTo>
                    <a:cubicBezTo>
                      <a:pt x="507" y="90"/>
                      <a:pt x="505" y="87"/>
                      <a:pt x="502" y="84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499" y="81"/>
                      <a:pt x="495" y="78"/>
                      <a:pt x="491" y="76"/>
                    </a:cubicBezTo>
                    <a:cubicBezTo>
                      <a:pt x="491" y="76"/>
                      <a:pt x="491" y="76"/>
                      <a:pt x="491" y="76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87" y="69"/>
                      <a:pt x="482" y="63"/>
                      <a:pt x="471" y="59"/>
                    </a:cubicBezTo>
                    <a:cubicBezTo>
                      <a:pt x="471" y="59"/>
                      <a:pt x="471" y="59"/>
                      <a:pt x="471" y="59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67" y="53"/>
                      <a:pt x="461" y="48"/>
                      <a:pt x="450" y="45"/>
                    </a:cubicBezTo>
                    <a:cubicBezTo>
                      <a:pt x="450" y="44"/>
                      <a:pt x="450" y="44"/>
                      <a:pt x="450" y="44"/>
                    </a:cubicBezTo>
                    <a:cubicBezTo>
                      <a:pt x="449" y="44"/>
                      <a:pt x="449" y="44"/>
                      <a:pt x="449" y="44"/>
                    </a:cubicBezTo>
                    <a:cubicBezTo>
                      <a:pt x="449" y="43"/>
                      <a:pt x="449" y="43"/>
                      <a:pt x="449" y="43"/>
                    </a:cubicBezTo>
                    <a:cubicBezTo>
                      <a:pt x="446" y="41"/>
                      <a:pt x="444" y="38"/>
                      <a:pt x="440" y="36"/>
                    </a:cubicBezTo>
                    <a:cubicBezTo>
                      <a:pt x="440" y="36"/>
                      <a:pt x="440" y="36"/>
                      <a:pt x="440" y="36"/>
                    </a:cubicBezTo>
                    <a:cubicBezTo>
                      <a:pt x="436" y="34"/>
                      <a:pt x="432" y="32"/>
                      <a:pt x="427" y="31"/>
                    </a:cubicBezTo>
                    <a:cubicBezTo>
                      <a:pt x="427" y="31"/>
                      <a:pt x="427" y="31"/>
                      <a:pt x="427" y="31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1" y="26"/>
                      <a:pt x="414" y="21"/>
                      <a:pt x="403" y="20"/>
                    </a:cubicBezTo>
                    <a:cubicBezTo>
                      <a:pt x="403" y="20"/>
                      <a:pt x="403" y="20"/>
                      <a:pt x="403" y="20"/>
                    </a:cubicBezTo>
                    <a:cubicBezTo>
                      <a:pt x="402" y="20"/>
                      <a:pt x="402" y="20"/>
                      <a:pt x="402" y="20"/>
                    </a:cubicBezTo>
                    <a:cubicBezTo>
                      <a:pt x="401" y="19"/>
                      <a:pt x="401" y="19"/>
                      <a:pt x="401" y="19"/>
                    </a:cubicBezTo>
                    <a:cubicBezTo>
                      <a:pt x="397" y="15"/>
                      <a:pt x="390" y="12"/>
                      <a:pt x="379" y="12"/>
                    </a:cubicBezTo>
                    <a:cubicBezTo>
                      <a:pt x="379" y="12"/>
                      <a:pt x="379" y="12"/>
                      <a:pt x="379" y="12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4" y="9"/>
                      <a:pt x="371" y="7"/>
                      <a:pt x="366" y="6"/>
                    </a:cubicBezTo>
                    <a:cubicBezTo>
                      <a:pt x="366" y="6"/>
                      <a:pt x="366" y="6"/>
                      <a:pt x="366" y="6"/>
                    </a:cubicBezTo>
                    <a:cubicBezTo>
                      <a:pt x="363" y="6"/>
                      <a:pt x="360" y="5"/>
                      <a:pt x="357" y="5"/>
                    </a:cubicBezTo>
                    <a:cubicBezTo>
                      <a:pt x="355" y="5"/>
                      <a:pt x="354" y="5"/>
                      <a:pt x="352" y="5"/>
                    </a:cubicBezTo>
                    <a:cubicBezTo>
                      <a:pt x="352" y="5"/>
                      <a:pt x="352" y="5"/>
                      <a:pt x="352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0" y="5"/>
                      <a:pt x="350" y="5"/>
                      <a:pt x="350" y="5"/>
                    </a:cubicBezTo>
                    <a:cubicBezTo>
                      <a:pt x="347" y="3"/>
                      <a:pt x="342" y="1"/>
                      <a:pt x="335" y="1"/>
                    </a:cubicBezTo>
                    <a:cubicBezTo>
                      <a:pt x="333" y="1"/>
                      <a:pt x="330" y="2"/>
                      <a:pt x="327" y="2"/>
                    </a:cubicBezTo>
                    <a:cubicBezTo>
                      <a:pt x="327" y="2"/>
                      <a:pt x="327" y="2"/>
                      <a:pt x="327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1" y="1"/>
                      <a:pt x="318" y="0"/>
                      <a:pt x="313" y="0"/>
                    </a:cubicBezTo>
                    <a:cubicBezTo>
                      <a:pt x="309" y="0"/>
                      <a:pt x="305" y="0"/>
                      <a:pt x="301" y="2"/>
                    </a:cubicBezTo>
                    <a:cubicBezTo>
                      <a:pt x="301" y="2"/>
                      <a:pt x="301" y="2"/>
                      <a:pt x="301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6" y="1"/>
                      <a:pt x="293" y="0"/>
                      <a:pt x="290" y="0"/>
                    </a:cubicBezTo>
                    <a:cubicBezTo>
                      <a:pt x="289" y="0"/>
                      <a:pt x="288" y="0"/>
                      <a:pt x="287" y="0"/>
                    </a:cubicBezTo>
                    <a:cubicBezTo>
                      <a:pt x="287" y="0"/>
                      <a:pt x="287" y="0"/>
                      <a:pt x="287" y="0"/>
                    </a:cubicBezTo>
                    <a:cubicBezTo>
                      <a:pt x="283" y="1"/>
                      <a:pt x="279" y="1"/>
                      <a:pt x="274" y="4"/>
                    </a:cubicBezTo>
                    <a:cubicBezTo>
                      <a:pt x="274" y="4"/>
                      <a:pt x="274" y="4"/>
                      <a:pt x="274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0" y="3"/>
                      <a:pt x="268" y="3"/>
                      <a:pt x="266" y="3"/>
                    </a:cubicBezTo>
                    <a:cubicBezTo>
                      <a:pt x="261" y="3"/>
                      <a:pt x="255" y="4"/>
                      <a:pt x="248" y="8"/>
                    </a:cubicBezTo>
                    <a:cubicBezTo>
                      <a:pt x="248" y="8"/>
                      <a:pt x="248" y="8"/>
                      <a:pt x="248" y="8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5" y="8"/>
                      <a:pt x="244" y="8"/>
                      <a:pt x="243" y="8"/>
                    </a:cubicBezTo>
                    <a:cubicBezTo>
                      <a:pt x="238" y="8"/>
                      <a:pt x="231" y="10"/>
                      <a:pt x="223" y="15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2" y="16"/>
                      <a:pt x="222" y="16"/>
                      <a:pt x="222" y="16"/>
                    </a:cubicBezTo>
                    <a:cubicBezTo>
                      <a:pt x="221" y="16"/>
                      <a:pt x="221" y="16"/>
                      <a:pt x="221" y="16"/>
                    </a:cubicBezTo>
                    <a:cubicBezTo>
                      <a:pt x="221" y="16"/>
                      <a:pt x="221" y="16"/>
                      <a:pt x="220" y="16"/>
                    </a:cubicBezTo>
                    <a:cubicBezTo>
                      <a:pt x="217" y="16"/>
                      <a:pt x="213" y="17"/>
                      <a:pt x="210" y="18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5" y="20"/>
                      <a:pt x="202" y="22"/>
                      <a:pt x="198" y="25"/>
                    </a:cubicBezTo>
                    <a:cubicBezTo>
                      <a:pt x="198" y="25"/>
                      <a:pt x="198" y="25"/>
                      <a:pt x="198" y="25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0" y="27"/>
                      <a:pt x="183" y="29"/>
                      <a:pt x="175" y="37"/>
                    </a:cubicBezTo>
                    <a:cubicBezTo>
                      <a:pt x="175" y="37"/>
                      <a:pt x="175" y="37"/>
                      <a:pt x="175" y="37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67" y="39"/>
                      <a:pt x="160" y="43"/>
                      <a:pt x="153" y="51"/>
                    </a:cubicBezTo>
                    <a:cubicBezTo>
                      <a:pt x="153" y="51"/>
                      <a:pt x="153" y="51"/>
                      <a:pt x="153" y="51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48" y="53"/>
                      <a:pt x="145" y="55"/>
                      <a:pt x="141" y="58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37" y="61"/>
                      <a:pt x="135" y="64"/>
                      <a:pt x="132" y="68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30" y="69"/>
                      <a:pt x="130" y="69"/>
                      <a:pt x="130" y="69"/>
                    </a:cubicBezTo>
                    <a:cubicBezTo>
                      <a:pt x="125" y="71"/>
                      <a:pt x="119" y="75"/>
                      <a:pt x="113" y="85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06" y="89"/>
                      <a:pt x="100" y="94"/>
                      <a:pt x="96" y="104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1" y="107"/>
                      <a:pt x="88" y="109"/>
                      <a:pt x="85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2" y="117"/>
                      <a:pt x="80" y="120"/>
                      <a:pt x="79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8" y="126"/>
                      <a:pt x="78" y="126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2" y="130"/>
                      <a:pt x="67" y="135"/>
                      <a:pt x="64" y="146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58" y="151"/>
                      <a:pt x="54" y="157"/>
                      <a:pt x="51" y="168"/>
                    </a:cubicBezTo>
                    <a:cubicBezTo>
                      <a:pt x="51" y="168"/>
                      <a:pt x="51" y="168"/>
                      <a:pt x="51" y="168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48" y="172"/>
                      <a:pt x="45" y="175"/>
                      <a:pt x="43" y="179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1" y="184"/>
                      <a:pt x="40" y="187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4" y="198"/>
                      <a:pt x="30" y="205"/>
                      <a:pt x="29" y="216"/>
                    </a:cubicBezTo>
                    <a:cubicBezTo>
                      <a:pt x="29" y="216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29" y="218"/>
                      <a:pt x="29" y="218"/>
                      <a:pt x="29" y="218"/>
                    </a:cubicBezTo>
                    <a:cubicBezTo>
                      <a:pt x="24" y="222"/>
                      <a:pt x="21" y="229"/>
                      <a:pt x="21" y="240"/>
                    </a:cubicBezTo>
                    <a:cubicBezTo>
                      <a:pt x="21" y="240"/>
                      <a:pt x="21" y="240"/>
                      <a:pt x="21" y="240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0" y="242"/>
                      <a:pt x="20" y="242"/>
                      <a:pt x="20" y="242"/>
                    </a:cubicBezTo>
                    <a:cubicBezTo>
                      <a:pt x="18" y="244"/>
                      <a:pt x="17" y="248"/>
                      <a:pt x="15" y="252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4" y="256"/>
                      <a:pt x="14" y="259"/>
                      <a:pt x="14" y="263"/>
                    </a:cubicBezTo>
                    <a:cubicBezTo>
                      <a:pt x="14" y="264"/>
                      <a:pt x="14" y="265"/>
                      <a:pt x="14" y="265"/>
                    </a:cubicBezTo>
                    <a:cubicBezTo>
                      <a:pt x="14" y="266"/>
                      <a:pt x="14" y="266"/>
                      <a:pt x="14" y="266"/>
                    </a:cubicBezTo>
                    <a:cubicBezTo>
                      <a:pt x="14" y="267"/>
                      <a:pt x="14" y="267"/>
                      <a:pt x="14" y="267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1" y="272"/>
                      <a:pt x="8" y="277"/>
                      <a:pt x="8" y="285"/>
                    </a:cubicBezTo>
                    <a:cubicBezTo>
                      <a:pt x="8" y="287"/>
                      <a:pt x="9" y="289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6" y="296"/>
                      <a:pt x="4" y="301"/>
                      <a:pt x="4" y="308"/>
                    </a:cubicBezTo>
                    <a:cubicBezTo>
                      <a:pt x="4" y="310"/>
                      <a:pt x="5" y="313"/>
                      <a:pt x="5" y="316"/>
                    </a:cubicBezTo>
                    <a:cubicBezTo>
                      <a:pt x="5" y="316"/>
                      <a:pt x="5" y="316"/>
                      <a:pt x="5" y="316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3" y="321"/>
                      <a:pt x="2" y="325"/>
                      <a:pt x="2" y="329"/>
                    </a:cubicBezTo>
                    <a:cubicBezTo>
                      <a:pt x="2" y="329"/>
                      <a:pt x="2" y="329"/>
                      <a:pt x="2" y="329"/>
                    </a:cubicBezTo>
                    <a:cubicBezTo>
                      <a:pt x="1" y="330"/>
                      <a:pt x="1" y="331"/>
                      <a:pt x="1" y="332"/>
                    </a:cubicBezTo>
                    <a:cubicBezTo>
                      <a:pt x="1" y="335"/>
                      <a:pt x="2" y="339"/>
                      <a:pt x="3" y="342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3" y="344"/>
                      <a:pt x="3" y="344"/>
                      <a:pt x="3" y="344"/>
                    </a:cubicBezTo>
                    <a:cubicBezTo>
                      <a:pt x="2" y="344"/>
                      <a:pt x="2" y="344"/>
                      <a:pt x="2" y="344"/>
                    </a:cubicBezTo>
                    <a:cubicBezTo>
                      <a:pt x="1" y="348"/>
                      <a:pt x="0" y="351"/>
                      <a:pt x="0" y="356"/>
                    </a:cubicBezTo>
                    <a:cubicBezTo>
                      <a:pt x="0" y="359"/>
                      <a:pt x="1" y="363"/>
                      <a:pt x="2" y="368"/>
                    </a:cubicBezTo>
                    <a:cubicBezTo>
                      <a:pt x="2" y="368"/>
                      <a:pt x="2" y="368"/>
                      <a:pt x="2" y="368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1" y="373"/>
                      <a:pt x="0" y="376"/>
                      <a:pt x="0" y="380"/>
                    </a:cubicBezTo>
                    <a:cubicBezTo>
                      <a:pt x="0" y="384"/>
                      <a:pt x="1" y="388"/>
                      <a:pt x="3" y="393"/>
                    </a:cubicBezTo>
                    <a:cubicBezTo>
                      <a:pt x="3" y="394"/>
                      <a:pt x="3" y="394"/>
                      <a:pt x="3" y="394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2" y="398"/>
                      <a:pt x="1" y="401"/>
                      <a:pt x="1" y="404"/>
                    </a:cubicBezTo>
                    <a:cubicBezTo>
                      <a:pt x="1" y="405"/>
                      <a:pt x="1" y="406"/>
                      <a:pt x="2" y="407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12"/>
                      <a:pt x="3" y="416"/>
                      <a:pt x="5" y="420"/>
                    </a:cubicBezTo>
                    <a:cubicBezTo>
                      <a:pt x="5" y="420"/>
                      <a:pt x="5" y="420"/>
                      <a:pt x="5" y="420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4"/>
                      <a:pt x="4" y="426"/>
                      <a:pt x="4" y="428"/>
                    </a:cubicBezTo>
                    <a:cubicBezTo>
                      <a:pt x="4" y="433"/>
                      <a:pt x="5" y="439"/>
                      <a:pt x="9" y="445"/>
                    </a:cubicBezTo>
                    <a:cubicBezTo>
                      <a:pt x="9" y="445"/>
                      <a:pt x="9" y="445"/>
                      <a:pt x="9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9"/>
                      <a:pt x="8" y="450"/>
                      <a:pt x="8" y="452"/>
                    </a:cubicBezTo>
                    <a:cubicBezTo>
                      <a:pt x="8" y="457"/>
                      <a:pt x="10" y="463"/>
                      <a:pt x="14" y="470"/>
                    </a:cubicBezTo>
                    <a:cubicBezTo>
                      <a:pt x="14" y="470"/>
                      <a:pt x="14" y="470"/>
                      <a:pt x="14" y="470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3"/>
                      <a:pt x="14" y="475"/>
                      <a:pt x="14" y="476"/>
                    </a:cubicBezTo>
                    <a:cubicBezTo>
                      <a:pt x="14" y="478"/>
                      <a:pt x="14" y="481"/>
                      <a:pt x="15" y="484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7" y="489"/>
                      <a:pt x="18" y="492"/>
                      <a:pt x="21" y="496"/>
                    </a:cubicBezTo>
                    <a:cubicBezTo>
                      <a:pt x="21" y="496"/>
                      <a:pt x="21" y="496"/>
                      <a:pt x="21" y="496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1" y="499"/>
                      <a:pt x="21" y="499"/>
                      <a:pt x="21" y="500"/>
                    </a:cubicBezTo>
                    <a:cubicBezTo>
                      <a:pt x="21" y="505"/>
                      <a:pt x="23" y="512"/>
                      <a:pt x="29" y="520"/>
                    </a:cubicBezTo>
                    <a:cubicBezTo>
                      <a:pt x="29" y="520"/>
                      <a:pt x="29" y="520"/>
                      <a:pt x="29" y="520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3"/>
                      <a:pt x="30" y="523"/>
                    </a:cubicBezTo>
                    <a:cubicBezTo>
                      <a:pt x="30" y="529"/>
                      <a:pt x="32" y="536"/>
                      <a:pt x="39" y="544"/>
                    </a:cubicBezTo>
                    <a:cubicBezTo>
                      <a:pt x="39" y="544"/>
                      <a:pt x="39" y="544"/>
                      <a:pt x="39" y="544"/>
                    </a:cubicBezTo>
                    <a:cubicBezTo>
                      <a:pt x="40" y="545"/>
                      <a:pt x="40" y="545"/>
                      <a:pt x="40" y="545"/>
                    </a:cubicBezTo>
                    <a:cubicBezTo>
                      <a:pt x="40" y="546"/>
                      <a:pt x="40" y="546"/>
                      <a:pt x="40" y="546"/>
                    </a:cubicBezTo>
                    <a:cubicBezTo>
                      <a:pt x="40" y="549"/>
                      <a:pt x="41" y="553"/>
                      <a:pt x="43" y="557"/>
                    </a:cubicBezTo>
                    <a:cubicBezTo>
                      <a:pt x="43" y="557"/>
                      <a:pt x="43" y="557"/>
                      <a:pt x="43" y="557"/>
                    </a:cubicBezTo>
                    <a:cubicBezTo>
                      <a:pt x="45" y="560"/>
                      <a:pt x="47" y="564"/>
                      <a:pt x="51" y="568"/>
                    </a:cubicBezTo>
                    <a:cubicBezTo>
                      <a:pt x="51" y="568"/>
                      <a:pt x="51" y="568"/>
                      <a:pt x="51" y="568"/>
                    </a:cubicBezTo>
                    <a:cubicBezTo>
                      <a:pt x="52" y="569"/>
                      <a:pt x="52" y="569"/>
                      <a:pt x="52" y="569"/>
                    </a:cubicBezTo>
                    <a:cubicBezTo>
                      <a:pt x="52" y="570"/>
                      <a:pt x="52" y="570"/>
                      <a:pt x="52" y="570"/>
                    </a:cubicBezTo>
                    <a:cubicBezTo>
                      <a:pt x="53" y="576"/>
                      <a:pt x="56" y="583"/>
                      <a:pt x="64" y="590"/>
                    </a:cubicBezTo>
                    <a:cubicBezTo>
                      <a:pt x="64" y="590"/>
                      <a:pt x="64" y="590"/>
                      <a:pt x="64" y="590"/>
                    </a:cubicBezTo>
                    <a:cubicBezTo>
                      <a:pt x="65" y="591"/>
                      <a:pt x="65" y="591"/>
                      <a:pt x="65" y="591"/>
                    </a:cubicBezTo>
                    <a:cubicBezTo>
                      <a:pt x="65" y="592"/>
                      <a:pt x="65" y="592"/>
                      <a:pt x="65" y="592"/>
                    </a:cubicBezTo>
                    <a:cubicBezTo>
                      <a:pt x="66" y="598"/>
                      <a:pt x="70" y="604"/>
                      <a:pt x="78" y="611"/>
                    </a:cubicBezTo>
                    <a:cubicBezTo>
                      <a:pt x="78" y="611"/>
                      <a:pt x="78" y="611"/>
                      <a:pt x="78" y="611"/>
                    </a:cubicBezTo>
                    <a:cubicBezTo>
                      <a:pt x="79" y="613"/>
                      <a:pt x="79" y="613"/>
                      <a:pt x="79" y="613"/>
                    </a:cubicBezTo>
                    <a:cubicBezTo>
                      <a:pt x="80" y="613"/>
                      <a:pt x="80" y="613"/>
                      <a:pt x="80" y="613"/>
                    </a:cubicBezTo>
                    <a:cubicBezTo>
                      <a:pt x="80" y="616"/>
                      <a:pt x="82" y="620"/>
                      <a:pt x="85" y="623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8" y="627"/>
                      <a:pt x="91" y="630"/>
                      <a:pt x="95" y="632"/>
                    </a:cubicBezTo>
                    <a:cubicBezTo>
                      <a:pt x="95" y="632"/>
                      <a:pt x="95" y="632"/>
                      <a:pt x="95" y="632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8" y="640"/>
                      <a:pt x="103" y="646"/>
                      <a:pt x="113" y="651"/>
                    </a:cubicBezTo>
                    <a:cubicBezTo>
                      <a:pt x="113" y="651"/>
                      <a:pt x="113" y="651"/>
                      <a:pt x="113" y="651"/>
                    </a:cubicBezTo>
                    <a:cubicBezTo>
                      <a:pt x="114" y="652"/>
                      <a:pt x="114" y="652"/>
                      <a:pt x="114" y="652"/>
                    </a:cubicBezTo>
                    <a:cubicBezTo>
                      <a:pt x="114" y="653"/>
                      <a:pt x="114" y="653"/>
                      <a:pt x="114" y="653"/>
                    </a:cubicBezTo>
                    <a:cubicBezTo>
                      <a:pt x="117" y="658"/>
                      <a:pt x="122" y="664"/>
                      <a:pt x="132" y="668"/>
                    </a:cubicBezTo>
                    <a:cubicBezTo>
                      <a:pt x="132" y="668"/>
                      <a:pt x="132" y="668"/>
                      <a:pt x="132" y="668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5" y="673"/>
                      <a:pt x="137" y="676"/>
                      <a:pt x="141" y="679"/>
                    </a:cubicBezTo>
                    <a:cubicBezTo>
                      <a:pt x="141" y="679"/>
                      <a:pt x="141" y="679"/>
                      <a:pt x="141" y="679"/>
                    </a:cubicBezTo>
                    <a:cubicBezTo>
                      <a:pt x="144" y="681"/>
                      <a:pt x="148" y="683"/>
                      <a:pt x="153" y="685"/>
                    </a:cubicBezTo>
                    <a:cubicBezTo>
                      <a:pt x="153" y="685"/>
                      <a:pt x="153" y="685"/>
                      <a:pt x="153" y="685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8" y="691"/>
                      <a:pt x="164" y="696"/>
                      <a:pt x="175" y="699"/>
                    </a:cubicBezTo>
                    <a:cubicBezTo>
                      <a:pt x="175" y="699"/>
                      <a:pt x="175" y="699"/>
                      <a:pt x="175" y="699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80" y="705"/>
                      <a:pt x="187" y="709"/>
                      <a:pt x="198" y="711"/>
                    </a:cubicBezTo>
                    <a:cubicBezTo>
                      <a:pt x="198" y="711"/>
                      <a:pt x="198" y="711"/>
                      <a:pt x="198" y="711"/>
                    </a:cubicBezTo>
                    <a:cubicBezTo>
                      <a:pt x="199" y="711"/>
                      <a:pt x="199" y="711"/>
                      <a:pt x="199" y="711"/>
                    </a:cubicBezTo>
                    <a:cubicBezTo>
                      <a:pt x="200" y="712"/>
                      <a:pt x="200" y="712"/>
                      <a:pt x="200" y="712"/>
                    </a:cubicBezTo>
                    <a:cubicBezTo>
                      <a:pt x="202" y="714"/>
                      <a:pt x="205" y="716"/>
                      <a:pt x="210" y="718"/>
                    </a:cubicBezTo>
                    <a:cubicBezTo>
                      <a:pt x="210" y="718"/>
                      <a:pt x="210" y="718"/>
                      <a:pt x="210" y="718"/>
                    </a:cubicBezTo>
                    <a:cubicBezTo>
                      <a:pt x="213" y="720"/>
                      <a:pt x="217" y="720"/>
                      <a:pt x="223" y="721"/>
                    </a:cubicBezTo>
                    <a:cubicBezTo>
                      <a:pt x="223" y="721"/>
                      <a:pt x="223" y="721"/>
                      <a:pt x="223" y="721"/>
                    </a:cubicBezTo>
                    <a:cubicBezTo>
                      <a:pt x="225" y="721"/>
                      <a:pt x="225" y="721"/>
                      <a:pt x="225" y="721"/>
                    </a:cubicBezTo>
                    <a:cubicBezTo>
                      <a:pt x="225" y="722"/>
                      <a:pt x="225" y="722"/>
                      <a:pt x="225" y="722"/>
                    </a:cubicBezTo>
                    <a:cubicBezTo>
                      <a:pt x="229" y="725"/>
                      <a:pt x="236" y="728"/>
                      <a:pt x="246" y="728"/>
                    </a:cubicBezTo>
                    <a:cubicBezTo>
                      <a:pt x="247" y="728"/>
                      <a:pt x="247" y="728"/>
                      <a:pt x="248" y="728"/>
                    </a:cubicBezTo>
                    <a:cubicBezTo>
                      <a:pt x="248" y="728"/>
                      <a:pt x="248" y="728"/>
                      <a:pt x="248" y="728"/>
                    </a:cubicBezTo>
                    <a:cubicBezTo>
                      <a:pt x="250" y="728"/>
                      <a:pt x="250" y="728"/>
                      <a:pt x="250" y="728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254" y="731"/>
                      <a:pt x="259" y="733"/>
                      <a:pt x="267" y="733"/>
                    </a:cubicBezTo>
                    <a:cubicBezTo>
                      <a:pt x="269" y="733"/>
                      <a:pt x="271" y="733"/>
                      <a:pt x="273" y="733"/>
                    </a:cubicBezTo>
                    <a:cubicBezTo>
                      <a:pt x="273" y="733"/>
                      <a:pt x="273" y="733"/>
                      <a:pt x="273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8" y="735"/>
                      <a:pt x="282" y="736"/>
                      <a:pt x="287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9" y="736"/>
                      <a:pt x="289" y="736"/>
                      <a:pt x="290" y="736"/>
                    </a:cubicBezTo>
                    <a:cubicBezTo>
                      <a:pt x="293" y="736"/>
                      <a:pt x="296" y="736"/>
                      <a:pt x="300" y="735"/>
                    </a:cubicBezTo>
                    <a:cubicBezTo>
                      <a:pt x="300" y="735"/>
                      <a:pt x="300" y="735"/>
                      <a:pt x="300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5" y="736"/>
                      <a:pt x="308" y="737"/>
                      <a:pt x="312" y="737"/>
                    </a:cubicBezTo>
                    <a:cubicBezTo>
                      <a:pt x="316" y="737"/>
                      <a:pt x="321" y="736"/>
                      <a:pt x="326" y="734"/>
                    </a:cubicBezTo>
                    <a:cubicBezTo>
                      <a:pt x="326" y="734"/>
                      <a:pt x="326" y="734"/>
                      <a:pt x="326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30" y="735"/>
                      <a:pt x="333" y="735"/>
                      <a:pt x="336" y="735"/>
                    </a:cubicBezTo>
                    <a:cubicBezTo>
                      <a:pt x="340" y="735"/>
                      <a:pt x="346" y="734"/>
                      <a:pt x="352" y="731"/>
                    </a:cubicBezTo>
                    <a:cubicBezTo>
                      <a:pt x="352" y="731"/>
                      <a:pt x="352" y="731"/>
                      <a:pt x="352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5" y="731"/>
                      <a:pt x="357" y="731"/>
                      <a:pt x="358" y="731"/>
                    </a:cubicBezTo>
                    <a:cubicBezTo>
                      <a:pt x="361" y="731"/>
                      <a:pt x="363" y="731"/>
                      <a:pt x="366" y="730"/>
                    </a:cubicBezTo>
                    <a:cubicBezTo>
                      <a:pt x="366" y="730"/>
                      <a:pt x="366" y="730"/>
                      <a:pt x="366" y="730"/>
                    </a:cubicBezTo>
                    <a:cubicBezTo>
                      <a:pt x="370" y="729"/>
                      <a:pt x="374" y="727"/>
                      <a:pt x="378" y="725"/>
                    </a:cubicBezTo>
                    <a:cubicBezTo>
                      <a:pt x="379" y="725"/>
                      <a:pt x="379" y="725"/>
                      <a:pt x="379" y="725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1" y="724"/>
                      <a:pt x="382" y="724"/>
                      <a:pt x="382" y="724"/>
                    </a:cubicBezTo>
                    <a:cubicBezTo>
                      <a:pt x="388" y="724"/>
                      <a:pt x="395" y="722"/>
                      <a:pt x="403" y="716"/>
                    </a:cubicBezTo>
                    <a:cubicBezTo>
                      <a:pt x="403" y="716"/>
                      <a:pt x="403" y="716"/>
                      <a:pt x="403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11" y="716"/>
                      <a:pt x="418" y="713"/>
                      <a:pt x="426" y="706"/>
                    </a:cubicBezTo>
                    <a:cubicBezTo>
                      <a:pt x="427" y="705"/>
                      <a:pt x="427" y="705"/>
                      <a:pt x="427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32" y="704"/>
                      <a:pt x="435" y="703"/>
                      <a:pt x="440" y="701"/>
                    </a:cubicBezTo>
                    <a:cubicBezTo>
                      <a:pt x="440" y="701"/>
                      <a:pt x="440" y="701"/>
                      <a:pt x="440" y="701"/>
                    </a:cubicBezTo>
                    <a:cubicBezTo>
                      <a:pt x="443" y="699"/>
                      <a:pt x="446" y="696"/>
                      <a:pt x="450" y="692"/>
                    </a:cubicBezTo>
                    <a:cubicBezTo>
                      <a:pt x="450" y="692"/>
                      <a:pt x="450" y="692"/>
                      <a:pt x="450" y="692"/>
                    </a:cubicBezTo>
                    <a:cubicBezTo>
                      <a:pt x="451" y="691"/>
                      <a:pt x="451" y="691"/>
                      <a:pt x="451" y="691"/>
                    </a:cubicBezTo>
                    <a:cubicBezTo>
                      <a:pt x="452" y="691"/>
                      <a:pt x="452" y="691"/>
                      <a:pt x="452" y="691"/>
                    </a:cubicBezTo>
                    <a:cubicBezTo>
                      <a:pt x="458" y="690"/>
                      <a:pt x="464" y="686"/>
                      <a:pt x="471" y="677"/>
                    </a:cubicBezTo>
                    <a:cubicBezTo>
                      <a:pt x="471" y="677"/>
                      <a:pt x="471" y="677"/>
                      <a:pt x="471" y="677"/>
                    </a:cubicBezTo>
                    <a:cubicBezTo>
                      <a:pt x="472" y="676"/>
                      <a:pt x="472" y="676"/>
                      <a:pt x="472" y="676"/>
                    </a:cubicBezTo>
                    <a:cubicBezTo>
                      <a:pt x="473" y="676"/>
                      <a:pt x="473" y="676"/>
                      <a:pt x="473" y="676"/>
                    </a:cubicBezTo>
                    <a:cubicBezTo>
                      <a:pt x="479" y="674"/>
                      <a:pt x="485" y="670"/>
                      <a:pt x="491" y="661"/>
                    </a:cubicBezTo>
                    <a:cubicBezTo>
                      <a:pt x="491" y="661"/>
                      <a:pt x="491" y="661"/>
                      <a:pt x="491" y="661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6" y="658"/>
                      <a:pt x="499" y="656"/>
                      <a:pt x="502" y="653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5" y="649"/>
                      <a:pt x="508" y="646"/>
                      <a:pt x="510" y="642"/>
                    </a:cubicBezTo>
                    <a:cubicBezTo>
                      <a:pt x="510" y="642"/>
                      <a:pt x="510" y="642"/>
                      <a:pt x="510" y="642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7" y="637"/>
                      <a:pt x="522" y="632"/>
                      <a:pt x="527" y="622"/>
                    </a:cubicBezTo>
                    <a:cubicBezTo>
                      <a:pt x="527" y="622"/>
                      <a:pt x="527" y="622"/>
                      <a:pt x="527" y="622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33" y="618"/>
                      <a:pt x="538" y="612"/>
                      <a:pt x="542" y="602"/>
                    </a:cubicBezTo>
                    <a:close/>
                    <a:moveTo>
                      <a:pt x="551" y="581"/>
                    </a:moveTo>
                    <a:cubicBezTo>
                      <a:pt x="550" y="583"/>
                      <a:pt x="549" y="584"/>
                      <a:pt x="549" y="585"/>
                    </a:cubicBezTo>
                    <a:cubicBezTo>
                      <a:pt x="548" y="585"/>
                      <a:pt x="548" y="585"/>
                      <a:pt x="548" y="585"/>
                    </a:cubicBezTo>
                    <a:cubicBezTo>
                      <a:pt x="548" y="585"/>
                      <a:pt x="547" y="584"/>
                      <a:pt x="546" y="583"/>
                    </a:cubicBezTo>
                    <a:cubicBezTo>
                      <a:pt x="545" y="582"/>
                      <a:pt x="545" y="581"/>
                      <a:pt x="545" y="578"/>
                    </a:cubicBezTo>
                    <a:cubicBezTo>
                      <a:pt x="545" y="578"/>
                      <a:pt x="545" y="578"/>
                      <a:pt x="545" y="577"/>
                    </a:cubicBezTo>
                    <a:cubicBezTo>
                      <a:pt x="545" y="575"/>
                      <a:pt x="545" y="572"/>
                      <a:pt x="546" y="571"/>
                    </a:cubicBezTo>
                    <a:cubicBezTo>
                      <a:pt x="547" y="569"/>
                      <a:pt x="548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50" y="567"/>
                      <a:pt x="551" y="568"/>
                    </a:cubicBezTo>
                    <a:cubicBezTo>
                      <a:pt x="552" y="569"/>
                      <a:pt x="552" y="571"/>
                      <a:pt x="553" y="573"/>
                    </a:cubicBezTo>
                    <a:cubicBezTo>
                      <a:pt x="553" y="573"/>
                      <a:pt x="553" y="574"/>
                      <a:pt x="553" y="574"/>
                    </a:cubicBezTo>
                    <a:cubicBezTo>
                      <a:pt x="553" y="576"/>
                      <a:pt x="552" y="579"/>
                      <a:pt x="551" y="581"/>
                    </a:cubicBezTo>
                    <a:moveTo>
                      <a:pt x="564" y="558"/>
                    </a:moveTo>
                    <a:cubicBezTo>
                      <a:pt x="563" y="560"/>
                      <a:pt x="562" y="561"/>
                      <a:pt x="562" y="562"/>
                    </a:cubicBezTo>
                    <a:cubicBezTo>
                      <a:pt x="562" y="562"/>
                      <a:pt x="562" y="562"/>
                      <a:pt x="562" y="562"/>
                    </a:cubicBezTo>
                    <a:cubicBezTo>
                      <a:pt x="561" y="562"/>
                      <a:pt x="561" y="562"/>
                      <a:pt x="561" y="562"/>
                    </a:cubicBezTo>
                    <a:cubicBezTo>
                      <a:pt x="561" y="562"/>
                      <a:pt x="560" y="561"/>
                      <a:pt x="559" y="560"/>
                    </a:cubicBezTo>
                    <a:cubicBezTo>
                      <a:pt x="558" y="559"/>
                      <a:pt x="557" y="558"/>
                      <a:pt x="557" y="556"/>
                    </a:cubicBezTo>
                    <a:cubicBezTo>
                      <a:pt x="557" y="555"/>
                      <a:pt x="557" y="555"/>
                      <a:pt x="557" y="554"/>
                    </a:cubicBezTo>
                    <a:cubicBezTo>
                      <a:pt x="557" y="552"/>
                      <a:pt x="558" y="549"/>
                      <a:pt x="558" y="548"/>
                    </a:cubicBezTo>
                    <a:cubicBezTo>
                      <a:pt x="559" y="546"/>
                      <a:pt x="560" y="544"/>
                      <a:pt x="560" y="544"/>
                    </a:cubicBezTo>
                    <a:cubicBezTo>
                      <a:pt x="560" y="544"/>
                      <a:pt x="561" y="544"/>
                      <a:pt x="561" y="544"/>
                    </a:cubicBezTo>
                    <a:cubicBezTo>
                      <a:pt x="562" y="544"/>
                      <a:pt x="564" y="546"/>
                      <a:pt x="565" y="550"/>
                    </a:cubicBezTo>
                    <a:cubicBezTo>
                      <a:pt x="565" y="551"/>
                      <a:pt x="565" y="551"/>
                      <a:pt x="565" y="552"/>
                    </a:cubicBezTo>
                    <a:cubicBezTo>
                      <a:pt x="565" y="554"/>
                      <a:pt x="564" y="557"/>
                      <a:pt x="564" y="558"/>
                    </a:cubicBezTo>
                    <a:moveTo>
                      <a:pt x="575" y="535"/>
                    </a:moveTo>
                    <a:cubicBezTo>
                      <a:pt x="574" y="537"/>
                      <a:pt x="573" y="538"/>
                      <a:pt x="573" y="538"/>
                    </a:cubicBezTo>
                    <a:cubicBezTo>
                      <a:pt x="573" y="538"/>
                      <a:pt x="573" y="538"/>
                      <a:pt x="572" y="538"/>
                    </a:cubicBezTo>
                    <a:cubicBezTo>
                      <a:pt x="572" y="538"/>
                      <a:pt x="569" y="536"/>
                      <a:pt x="568" y="533"/>
                    </a:cubicBezTo>
                    <a:cubicBezTo>
                      <a:pt x="568" y="531"/>
                      <a:pt x="568" y="530"/>
                      <a:pt x="568" y="529"/>
                    </a:cubicBezTo>
                    <a:cubicBezTo>
                      <a:pt x="568" y="527"/>
                      <a:pt x="568" y="525"/>
                      <a:pt x="569" y="524"/>
                    </a:cubicBezTo>
                    <a:cubicBezTo>
                      <a:pt x="569" y="522"/>
                      <a:pt x="570" y="521"/>
                      <a:pt x="571" y="520"/>
                    </a:cubicBezTo>
                    <a:cubicBezTo>
                      <a:pt x="571" y="520"/>
                      <a:pt x="571" y="520"/>
                      <a:pt x="571" y="520"/>
                    </a:cubicBezTo>
                    <a:cubicBezTo>
                      <a:pt x="572" y="520"/>
                      <a:pt x="575" y="522"/>
                      <a:pt x="575" y="526"/>
                    </a:cubicBezTo>
                    <a:cubicBezTo>
                      <a:pt x="576" y="527"/>
                      <a:pt x="576" y="528"/>
                      <a:pt x="576" y="529"/>
                    </a:cubicBezTo>
                    <a:cubicBezTo>
                      <a:pt x="576" y="531"/>
                      <a:pt x="575" y="533"/>
                      <a:pt x="575" y="535"/>
                    </a:cubicBezTo>
                    <a:moveTo>
                      <a:pt x="582" y="515"/>
                    </a:move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1" y="515"/>
                      <a:pt x="578" y="514"/>
                      <a:pt x="577" y="510"/>
                    </a:cubicBezTo>
                    <a:cubicBezTo>
                      <a:pt x="577" y="509"/>
                      <a:pt x="577" y="507"/>
                      <a:pt x="577" y="505"/>
                    </a:cubicBezTo>
                    <a:cubicBezTo>
                      <a:pt x="577" y="502"/>
                      <a:pt x="578" y="498"/>
                      <a:pt x="579" y="498"/>
                    </a:cubicBezTo>
                    <a:cubicBezTo>
                      <a:pt x="579" y="498"/>
                      <a:pt x="579" y="497"/>
                      <a:pt x="579" y="497"/>
                    </a:cubicBezTo>
                    <a:cubicBezTo>
                      <a:pt x="580" y="497"/>
                      <a:pt x="583" y="499"/>
                      <a:pt x="584" y="503"/>
                    </a:cubicBezTo>
                    <a:cubicBezTo>
                      <a:pt x="584" y="504"/>
                      <a:pt x="584" y="506"/>
                      <a:pt x="584" y="507"/>
                    </a:cubicBezTo>
                    <a:cubicBezTo>
                      <a:pt x="584" y="511"/>
                      <a:pt x="583" y="515"/>
                      <a:pt x="582" y="515"/>
                    </a:cubicBezTo>
                    <a:moveTo>
                      <a:pt x="590" y="490"/>
                    </a:moveTo>
                    <a:cubicBezTo>
                      <a:pt x="590" y="490"/>
                      <a:pt x="590" y="490"/>
                      <a:pt x="590" y="490"/>
                    </a:cubicBezTo>
                    <a:cubicBezTo>
                      <a:pt x="589" y="490"/>
                      <a:pt x="586" y="489"/>
                      <a:pt x="585" y="485"/>
                    </a:cubicBezTo>
                    <a:cubicBezTo>
                      <a:pt x="584" y="484"/>
                      <a:pt x="584" y="482"/>
                      <a:pt x="584" y="480"/>
                    </a:cubicBezTo>
                    <a:cubicBezTo>
                      <a:pt x="584" y="477"/>
                      <a:pt x="585" y="474"/>
                      <a:pt x="586" y="473"/>
                    </a:cubicBezTo>
                    <a:cubicBezTo>
                      <a:pt x="586" y="473"/>
                      <a:pt x="586" y="473"/>
                      <a:pt x="587" y="473"/>
                    </a:cubicBezTo>
                    <a:cubicBezTo>
                      <a:pt x="587" y="473"/>
                      <a:pt x="587" y="473"/>
                      <a:pt x="587" y="473"/>
                    </a:cubicBezTo>
                    <a:cubicBezTo>
                      <a:pt x="588" y="473"/>
                      <a:pt x="590" y="474"/>
                      <a:pt x="591" y="478"/>
                    </a:cubicBezTo>
                    <a:cubicBezTo>
                      <a:pt x="592" y="480"/>
                      <a:pt x="592" y="482"/>
                      <a:pt x="592" y="483"/>
                    </a:cubicBezTo>
                    <a:cubicBezTo>
                      <a:pt x="592" y="487"/>
                      <a:pt x="591" y="490"/>
                      <a:pt x="590" y="490"/>
                    </a:cubicBezTo>
                    <a:moveTo>
                      <a:pt x="597" y="465"/>
                    </a:moveTo>
                    <a:cubicBezTo>
                      <a:pt x="597" y="465"/>
                      <a:pt x="597" y="465"/>
                      <a:pt x="596" y="465"/>
                    </a:cubicBezTo>
                    <a:cubicBezTo>
                      <a:pt x="595" y="465"/>
                      <a:pt x="593" y="464"/>
                      <a:pt x="591" y="460"/>
                    </a:cubicBezTo>
                    <a:cubicBezTo>
                      <a:pt x="591" y="458"/>
                      <a:pt x="590" y="456"/>
                      <a:pt x="590" y="453"/>
                    </a:cubicBezTo>
                    <a:cubicBezTo>
                      <a:pt x="590" y="451"/>
                      <a:pt x="591" y="448"/>
                      <a:pt x="591" y="448"/>
                    </a:cubicBezTo>
                    <a:cubicBezTo>
                      <a:pt x="592" y="448"/>
                      <a:pt x="592" y="448"/>
                      <a:pt x="592" y="448"/>
                    </a:cubicBezTo>
                    <a:cubicBezTo>
                      <a:pt x="593" y="448"/>
                      <a:pt x="596" y="449"/>
                      <a:pt x="597" y="452"/>
                    </a:cubicBezTo>
                    <a:cubicBezTo>
                      <a:pt x="598" y="454"/>
                      <a:pt x="598" y="457"/>
                      <a:pt x="598" y="459"/>
                    </a:cubicBezTo>
                    <a:cubicBezTo>
                      <a:pt x="598" y="462"/>
                      <a:pt x="598" y="464"/>
                      <a:pt x="597" y="465"/>
                    </a:cubicBezTo>
                    <a:moveTo>
                      <a:pt x="602" y="441"/>
                    </a:moveTo>
                    <a:cubicBezTo>
                      <a:pt x="602" y="441"/>
                      <a:pt x="602" y="441"/>
                      <a:pt x="601" y="441"/>
                    </a:cubicBezTo>
                    <a:cubicBezTo>
                      <a:pt x="600" y="441"/>
                      <a:pt x="597" y="439"/>
                      <a:pt x="596" y="436"/>
                    </a:cubicBezTo>
                    <a:cubicBezTo>
                      <a:pt x="595" y="434"/>
                      <a:pt x="594" y="431"/>
                      <a:pt x="594" y="429"/>
                    </a:cubicBezTo>
                    <a:cubicBezTo>
                      <a:pt x="594" y="426"/>
                      <a:pt x="595" y="425"/>
                      <a:pt x="595" y="424"/>
                    </a:cubicBezTo>
                    <a:cubicBezTo>
                      <a:pt x="595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7" y="424"/>
                      <a:pt x="600" y="425"/>
                      <a:pt x="601" y="428"/>
                    </a:cubicBezTo>
                    <a:cubicBezTo>
                      <a:pt x="602" y="430"/>
                      <a:pt x="603" y="434"/>
                      <a:pt x="603" y="436"/>
                    </a:cubicBezTo>
                    <a:cubicBezTo>
                      <a:pt x="603" y="438"/>
                      <a:pt x="602" y="440"/>
                      <a:pt x="602" y="441"/>
                    </a:cubicBezTo>
                    <a:moveTo>
                      <a:pt x="605" y="415"/>
                    </a:moveTo>
                    <a:cubicBezTo>
                      <a:pt x="605" y="415"/>
                      <a:pt x="605" y="415"/>
                      <a:pt x="604" y="415"/>
                    </a:cubicBezTo>
                    <a:cubicBezTo>
                      <a:pt x="603" y="415"/>
                      <a:pt x="601" y="414"/>
                      <a:pt x="599" y="411"/>
                    </a:cubicBezTo>
                    <a:cubicBezTo>
                      <a:pt x="598" y="408"/>
                      <a:pt x="597" y="405"/>
                      <a:pt x="597" y="402"/>
                    </a:cubicBezTo>
                    <a:cubicBezTo>
                      <a:pt x="597" y="400"/>
                      <a:pt x="598" y="399"/>
                      <a:pt x="598" y="398"/>
                    </a:cubicBezTo>
                    <a:cubicBezTo>
                      <a:pt x="598" y="398"/>
                      <a:pt x="598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600" y="398"/>
                      <a:pt x="602" y="399"/>
                      <a:pt x="604" y="402"/>
                    </a:cubicBezTo>
                    <a:cubicBezTo>
                      <a:pt x="606" y="405"/>
                      <a:pt x="606" y="408"/>
                      <a:pt x="606" y="411"/>
                    </a:cubicBezTo>
                    <a:cubicBezTo>
                      <a:pt x="606" y="412"/>
                      <a:pt x="606" y="414"/>
                      <a:pt x="605" y="415"/>
                    </a:cubicBezTo>
                    <a:moveTo>
                      <a:pt x="607" y="388"/>
                    </a:moveTo>
                    <a:cubicBezTo>
                      <a:pt x="607" y="389"/>
                      <a:pt x="607" y="389"/>
                      <a:pt x="606" y="389"/>
                    </a:cubicBezTo>
                    <a:cubicBezTo>
                      <a:pt x="605" y="389"/>
                      <a:pt x="603" y="388"/>
                      <a:pt x="601" y="385"/>
                    </a:cubicBezTo>
                    <a:cubicBezTo>
                      <a:pt x="599" y="382"/>
                      <a:pt x="598" y="378"/>
                      <a:pt x="598" y="376"/>
                    </a:cubicBezTo>
                    <a:cubicBezTo>
                      <a:pt x="598" y="374"/>
                      <a:pt x="599" y="373"/>
                      <a:pt x="599" y="373"/>
                    </a:cubicBezTo>
                    <a:cubicBezTo>
                      <a:pt x="599" y="373"/>
                      <a:pt x="599" y="372"/>
                      <a:pt x="600" y="372"/>
                    </a:cubicBezTo>
                    <a:cubicBezTo>
                      <a:pt x="600" y="372"/>
                      <a:pt x="600" y="372"/>
                      <a:pt x="600" y="372"/>
                    </a:cubicBezTo>
                    <a:cubicBezTo>
                      <a:pt x="601" y="372"/>
                      <a:pt x="603" y="373"/>
                      <a:pt x="605" y="376"/>
                    </a:cubicBezTo>
                    <a:cubicBezTo>
                      <a:pt x="607" y="379"/>
                      <a:pt x="608" y="383"/>
                      <a:pt x="608" y="386"/>
                    </a:cubicBezTo>
                    <a:cubicBezTo>
                      <a:pt x="608" y="387"/>
                      <a:pt x="608" y="388"/>
                      <a:pt x="607" y="388"/>
                    </a:cubicBezTo>
                    <a:moveTo>
                      <a:pt x="608" y="364"/>
                    </a:moveTo>
                    <a:cubicBezTo>
                      <a:pt x="608" y="364"/>
                      <a:pt x="607" y="364"/>
                      <a:pt x="607" y="364"/>
                    </a:cubicBezTo>
                    <a:cubicBezTo>
                      <a:pt x="605" y="364"/>
                      <a:pt x="603" y="363"/>
                      <a:pt x="601" y="361"/>
                    </a:cubicBezTo>
                    <a:cubicBezTo>
                      <a:pt x="599" y="358"/>
                      <a:pt x="598" y="354"/>
                      <a:pt x="598" y="351"/>
                    </a:cubicBezTo>
                    <a:cubicBezTo>
                      <a:pt x="598" y="350"/>
                      <a:pt x="598" y="349"/>
                      <a:pt x="599" y="348"/>
                    </a:cubicBezTo>
                    <a:cubicBezTo>
                      <a:pt x="599" y="348"/>
                      <a:pt x="599" y="348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1" y="348"/>
                      <a:pt x="603" y="349"/>
                      <a:pt x="605" y="352"/>
                    </a:cubicBezTo>
                    <a:cubicBezTo>
                      <a:pt x="607" y="354"/>
                      <a:pt x="608" y="359"/>
                      <a:pt x="608" y="362"/>
                    </a:cubicBezTo>
                    <a:cubicBezTo>
                      <a:pt x="608" y="363"/>
                      <a:pt x="608" y="363"/>
                      <a:pt x="608" y="364"/>
                    </a:cubicBezTo>
                    <a:moveTo>
                      <a:pt x="607" y="336"/>
                    </a:moveTo>
                    <a:cubicBezTo>
                      <a:pt x="607" y="337"/>
                      <a:pt x="607" y="337"/>
                      <a:pt x="607" y="337"/>
                    </a:cubicBezTo>
                    <a:cubicBezTo>
                      <a:pt x="607" y="338"/>
                      <a:pt x="606" y="338"/>
                      <a:pt x="605" y="338"/>
                    </a:cubicBezTo>
                    <a:cubicBezTo>
                      <a:pt x="604" y="338"/>
                      <a:pt x="602" y="337"/>
                      <a:pt x="600" y="335"/>
                    </a:cubicBezTo>
                    <a:cubicBezTo>
                      <a:pt x="598" y="332"/>
                      <a:pt x="596" y="327"/>
                      <a:pt x="596" y="324"/>
                    </a:cubicBezTo>
                    <a:cubicBezTo>
                      <a:pt x="596" y="324"/>
                      <a:pt x="596" y="323"/>
                      <a:pt x="596" y="323"/>
                    </a:cubicBezTo>
                    <a:cubicBezTo>
                      <a:pt x="597" y="323"/>
                      <a:pt x="597" y="322"/>
                      <a:pt x="598" y="322"/>
                    </a:cubicBezTo>
                    <a:cubicBezTo>
                      <a:pt x="599" y="322"/>
                      <a:pt x="601" y="323"/>
                      <a:pt x="603" y="325"/>
                    </a:cubicBezTo>
                    <a:cubicBezTo>
                      <a:pt x="606" y="328"/>
                      <a:pt x="607" y="333"/>
                      <a:pt x="607" y="336"/>
                    </a:cubicBezTo>
                    <a:moveTo>
                      <a:pt x="604" y="310"/>
                    </a:moveTo>
                    <a:cubicBezTo>
                      <a:pt x="604" y="311"/>
                      <a:pt x="604" y="311"/>
                      <a:pt x="604" y="311"/>
                    </a:cubicBezTo>
                    <a:cubicBezTo>
                      <a:pt x="604" y="312"/>
                      <a:pt x="604" y="312"/>
                      <a:pt x="603" y="312"/>
                    </a:cubicBezTo>
                    <a:cubicBezTo>
                      <a:pt x="601" y="312"/>
                      <a:pt x="599" y="311"/>
                      <a:pt x="597" y="309"/>
                    </a:cubicBezTo>
                    <a:cubicBezTo>
                      <a:pt x="594" y="306"/>
                      <a:pt x="593" y="301"/>
                      <a:pt x="593" y="299"/>
                    </a:cubicBezTo>
                    <a:cubicBezTo>
                      <a:pt x="593" y="298"/>
                      <a:pt x="593" y="298"/>
                      <a:pt x="593" y="297"/>
                    </a:cubicBezTo>
                    <a:cubicBezTo>
                      <a:pt x="593" y="297"/>
                      <a:pt x="593" y="297"/>
                      <a:pt x="595" y="297"/>
                    </a:cubicBezTo>
                    <a:cubicBezTo>
                      <a:pt x="595" y="297"/>
                      <a:pt x="595" y="297"/>
                      <a:pt x="595" y="297"/>
                    </a:cubicBezTo>
                    <a:cubicBezTo>
                      <a:pt x="596" y="297"/>
                      <a:pt x="598" y="298"/>
                      <a:pt x="600" y="300"/>
                    </a:cubicBezTo>
                    <a:cubicBezTo>
                      <a:pt x="603" y="303"/>
                      <a:pt x="604" y="308"/>
                      <a:pt x="604" y="310"/>
                    </a:cubicBezTo>
                    <a:moveTo>
                      <a:pt x="600" y="286"/>
                    </a:moveTo>
                    <a:cubicBezTo>
                      <a:pt x="600" y="286"/>
                      <a:pt x="600" y="287"/>
                      <a:pt x="600" y="287"/>
                    </a:cubicBezTo>
                    <a:cubicBezTo>
                      <a:pt x="600" y="287"/>
                      <a:pt x="600" y="288"/>
                      <a:pt x="599" y="288"/>
                    </a:cubicBezTo>
                    <a:cubicBezTo>
                      <a:pt x="597" y="288"/>
                      <a:pt x="595" y="287"/>
                      <a:pt x="593" y="285"/>
                    </a:cubicBezTo>
                    <a:cubicBezTo>
                      <a:pt x="590" y="282"/>
                      <a:pt x="588" y="277"/>
                      <a:pt x="588" y="274"/>
                    </a:cubicBezTo>
                    <a:cubicBezTo>
                      <a:pt x="588" y="274"/>
                      <a:pt x="588" y="274"/>
                      <a:pt x="588" y="274"/>
                    </a:cubicBezTo>
                    <a:cubicBezTo>
                      <a:pt x="588" y="273"/>
                      <a:pt x="589" y="273"/>
                      <a:pt x="590" y="273"/>
                    </a:cubicBezTo>
                    <a:cubicBezTo>
                      <a:pt x="590" y="273"/>
                      <a:pt x="590" y="273"/>
                      <a:pt x="590" y="273"/>
                    </a:cubicBezTo>
                    <a:cubicBezTo>
                      <a:pt x="591" y="273"/>
                      <a:pt x="593" y="274"/>
                      <a:pt x="595" y="275"/>
                    </a:cubicBezTo>
                    <a:cubicBezTo>
                      <a:pt x="599" y="278"/>
                      <a:pt x="600" y="284"/>
                      <a:pt x="600" y="286"/>
                    </a:cubicBezTo>
                    <a:moveTo>
                      <a:pt x="589" y="250"/>
                    </a:moveTo>
                    <a:cubicBezTo>
                      <a:pt x="592" y="253"/>
                      <a:pt x="595" y="259"/>
                      <a:pt x="595" y="261"/>
                    </a:cubicBezTo>
                    <a:cubicBezTo>
                      <a:pt x="595" y="261"/>
                      <a:pt x="595" y="261"/>
                      <a:pt x="595" y="261"/>
                    </a:cubicBezTo>
                    <a:cubicBezTo>
                      <a:pt x="595" y="262"/>
                      <a:pt x="594" y="262"/>
                      <a:pt x="593" y="262"/>
                    </a:cubicBezTo>
                    <a:cubicBezTo>
                      <a:pt x="591" y="262"/>
                      <a:pt x="589" y="261"/>
                      <a:pt x="587" y="260"/>
                    </a:cubicBezTo>
                    <a:cubicBezTo>
                      <a:pt x="584" y="257"/>
                      <a:pt x="582" y="251"/>
                      <a:pt x="582" y="249"/>
                    </a:cubicBezTo>
                    <a:cubicBezTo>
                      <a:pt x="582" y="249"/>
                      <a:pt x="582" y="249"/>
                      <a:pt x="582" y="249"/>
                    </a:cubicBezTo>
                    <a:cubicBezTo>
                      <a:pt x="582" y="249"/>
                      <a:pt x="582" y="248"/>
                      <a:pt x="582" y="248"/>
                    </a:cubicBezTo>
                    <a:cubicBezTo>
                      <a:pt x="583" y="248"/>
                      <a:pt x="583" y="248"/>
                      <a:pt x="584" y="248"/>
                    </a:cubicBezTo>
                    <a:cubicBezTo>
                      <a:pt x="585" y="248"/>
                      <a:pt x="587" y="249"/>
                      <a:pt x="589" y="250"/>
                    </a:cubicBezTo>
                    <a:moveTo>
                      <a:pt x="580" y="225"/>
                    </a:moveTo>
                    <a:cubicBezTo>
                      <a:pt x="580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3" y="227"/>
                      <a:pt x="585" y="229"/>
                      <a:pt x="586" y="231"/>
                    </a:cubicBezTo>
                    <a:cubicBezTo>
                      <a:pt x="587" y="233"/>
                      <a:pt x="587" y="235"/>
                      <a:pt x="587" y="236"/>
                    </a:cubicBezTo>
                    <a:cubicBezTo>
                      <a:pt x="587" y="236"/>
                      <a:pt x="587" y="236"/>
                      <a:pt x="587" y="236"/>
                    </a:cubicBezTo>
                    <a:cubicBezTo>
                      <a:pt x="587" y="236"/>
                      <a:pt x="587" y="236"/>
                      <a:pt x="587" y="237"/>
                    </a:cubicBezTo>
                    <a:cubicBezTo>
                      <a:pt x="586" y="237"/>
                      <a:pt x="586" y="237"/>
                      <a:pt x="585" y="237"/>
                    </a:cubicBezTo>
                    <a:cubicBezTo>
                      <a:pt x="584" y="237"/>
                      <a:pt x="582" y="236"/>
                      <a:pt x="580" y="235"/>
                    </a:cubicBezTo>
                    <a:cubicBezTo>
                      <a:pt x="578" y="234"/>
                      <a:pt x="577" y="231"/>
                      <a:pt x="575" y="229"/>
                    </a:cubicBezTo>
                    <a:cubicBezTo>
                      <a:pt x="574" y="227"/>
                      <a:pt x="574" y="225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5" y="224"/>
                      <a:pt x="575" y="223"/>
                      <a:pt x="576" y="223"/>
                    </a:cubicBezTo>
                    <a:cubicBezTo>
                      <a:pt x="576" y="223"/>
                      <a:pt x="576" y="223"/>
                      <a:pt x="576" y="223"/>
                    </a:cubicBezTo>
                    <a:cubicBezTo>
                      <a:pt x="577" y="223"/>
                      <a:pt x="579" y="224"/>
                      <a:pt x="580" y="225"/>
                    </a:cubicBezTo>
                    <a:moveTo>
                      <a:pt x="572" y="202"/>
                    </a:moveTo>
                    <a:cubicBezTo>
                      <a:pt x="574" y="204"/>
                      <a:pt x="576" y="206"/>
                      <a:pt x="577" y="208"/>
                    </a:cubicBezTo>
                    <a:cubicBezTo>
                      <a:pt x="578" y="210"/>
                      <a:pt x="579" y="212"/>
                      <a:pt x="579" y="213"/>
                    </a:cubicBezTo>
                    <a:cubicBezTo>
                      <a:pt x="579" y="213"/>
                      <a:pt x="579" y="213"/>
                      <a:pt x="579" y="213"/>
                    </a:cubicBezTo>
                    <a:cubicBezTo>
                      <a:pt x="579" y="213"/>
                      <a:pt x="579" y="213"/>
                      <a:pt x="578" y="213"/>
                    </a:cubicBezTo>
                    <a:cubicBezTo>
                      <a:pt x="578" y="214"/>
                      <a:pt x="577" y="214"/>
                      <a:pt x="577" y="214"/>
                    </a:cubicBezTo>
                    <a:cubicBezTo>
                      <a:pt x="575" y="214"/>
                      <a:pt x="573" y="213"/>
                      <a:pt x="572" y="212"/>
                    </a:cubicBezTo>
                    <a:cubicBezTo>
                      <a:pt x="570" y="211"/>
                      <a:pt x="568" y="209"/>
                      <a:pt x="567" y="207"/>
                    </a:cubicBezTo>
                    <a:cubicBezTo>
                      <a:pt x="565" y="205"/>
                      <a:pt x="565" y="203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1"/>
                    </a:cubicBezTo>
                    <a:cubicBezTo>
                      <a:pt x="566" y="201"/>
                      <a:pt x="566" y="201"/>
                      <a:pt x="567" y="201"/>
                    </a:cubicBezTo>
                    <a:cubicBezTo>
                      <a:pt x="569" y="201"/>
                      <a:pt x="570" y="201"/>
                      <a:pt x="572" y="202"/>
                    </a:cubicBezTo>
                    <a:moveTo>
                      <a:pt x="567" y="184"/>
                    </a:moveTo>
                    <a:cubicBezTo>
                      <a:pt x="568" y="186"/>
                      <a:pt x="569" y="188"/>
                      <a:pt x="569" y="189"/>
                    </a:cubicBezTo>
                    <a:cubicBezTo>
                      <a:pt x="569" y="189"/>
                      <a:pt x="568" y="189"/>
                      <a:pt x="568" y="189"/>
                    </a:cubicBezTo>
                    <a:cubicBezTo>
                      <a:pt x="568" y="190"/>
                      <a:pt x="567" y="190"/>
                      <a:pt x="566" y="190"/>
                    </a:cubicBezTo>
                    <a:cubicBezTo>
                      <a:pt x="564" y="190"/>
                      <a:pt x="563" y="189"/>
                      <a:pt x="561" y="189"/>
                    </a:cubicBezTo>
                    <a:cubicBezTo>
                      <a:pt x="559" y="187"/>
                      <a:pt x="557" y="185"/>
                      <a:pt x="556" y="183"/>
                    </a:cubicBezTo>
                    <a:cubicBezTo>
                      <a:pt x="554" y="181"/>
                      <a:pt x="554" y="179"/>
                      <a:pt x="554" y="179"/>
                    </a:cubicBezTo>
                    <a:cubicBezTo>
                      <a:pt x="554" y="179"/>
                      <a:pt x="554" y="178"/>
                      <a:pt x="554" y="178"/>
                    </a:cubicBezTo>
                    <a:cubicBezTo>
                      <a:pt x="555" y="178"/>
                      <a:pt x="555" y="178"/>
                      <a:pt x="557" y="178"/>
                    </a:cubicBezTo>
                    <a:cubicBezTo>
                      <a:pt x="558" y="178"/>
                      <a:pt x="559" y="178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3" y="180"/>
                      <a:pt x="565" y="182"/>
                      <a:pt x="567" y="184"/>
                    </a:cubicBezTo>
                    <a:moveTo>
                      <a:pt x="548" y="156"/>
                    </a:moveTo>
                    <a:cubicBezTo>
                      <a:pt x="550" y="157"/>
                      <a:pt x="553" y="159"/>
                      <a:pt x="554" y="161"/>
                    </a:cubicBezTo>
                    <a:cubicBezTo>
                      <a:pt x="556" y="163"/>
                      <a:pt x="556" y="164"/>
                      <a:pt x="557" y="165"/>
                    </a:cubicBezTo>
                    <a:cubicBezTo>
                      <a:pt x="557" y="165"/>
                      <a:pt x="557" y="165"/>
                      <a:pt x="557" y="165"/>
                    </a:cubicBezTo>
                    <a:cubicBezTo>
                      <a:pt x="557" y="165"/>
                      <a:pt x="556" y="166"/>
                      <a:pt x="556" y="166"/>
                    </a:cubicBezTo>
                    <a:cubicBezTo>
                      <a:pt x="555" y="166"/>
                      <a:pt x="554" y="167"/>
                      <a:pt x="553" y="167"/>
                    </a:cubicBezTo>
                    <a:cubicBezTo>
                      <a:pt x="552" y="167"/>
                      <a:pt x="551" y="166"/>
                      <a:pt x="549" y="166"/>
                    </a:cubicBezTo>
                    <a:cubicBezTo>
                      <a:pt x="547" y="165"/>
                      <a:pt x="545" y="163"/>
                      <a:pt x="543" y="161"/>
                    </a:cubicBezTo>
                    <a:cubicBezTo>
                      <a:pt x="542" y="159"/>
                      <a:pt x="541" y="157"/>
                      <a:pt x="541" y="156"/>
                    </a:cubicBezTo>
                    <a:cubicBezTo>
                      <a:pt x="541" y="156"/>
                      <a:pt x="541" y="156"/>
                      <a:pt x="541" y="156"/>
                    </a:cubicBezTo>
                    <a:cubicBezTo>
                      <a:pt x="541" y="156"/>
                      <a:pt x="541" y="156"/>
                      <a:pt x="542" y="156"/>
                    </a:cubicBezTo>
                    <a:cubicBezTo>
                      <a:pt x="542" y="155"/>
                      <a:pt x="543" y="155"/>
                      <a:pt x="544" y="155"/>
                    </a:cubicBezTo>
                    <a:cubicBezTo>
                      <a:pt x="545" y="155"/>
                      <a:pt x="547" y="155"/>
                      <a:pt x="548" y="156"/>
                    </a:cubicBezTo>
                    <a:moveTo>
                      <a:pt x="531" y="135"/>
                    </a:moveTo>
                    <a:cubicBezTo>
                      <a:pt x="531" y="135"/>
                      <a:pt x="531" y="135"/>
                      <a:pt x="531" y="135"/>
                    </a:cubicBezTo>
                    <a:cubicBezTo>
                      <a:pt x="532" y="135"/>
                      <a:pt x="534" y="135"/>
                      <a:pt x="535" y="135"/>
                    </a:cubicBezTo>
                    <a:cubicBezTo>
                      <a:pt x="535" y="135"/>
                      <a:pt x="535" y="135"/>
                      <a:pt x="535" y="135"/>
                    </a:cubicBezTo>
                    <a:cubicBezTo>
                      <a:pt x="537" y="136"/>
                      <a:pt x="539" y="138"/>
                      <a:pt x="541" y="140"/>
                    </a:cubicBezTo>
                    <a:cubicBezTo>
                      <a:pt x="543" y="141"/>
                      <a:pt x="544" y="143"/>
                      <a:pt x="544" y="144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4" y="144"/>
                      <a:pt x="544" y="145"/>
                      <a:pt x="543" y="145"/>
                    </a:cubicBezTo>
                    <a:cubicBezTo>
                      <a:pt x="542" y="145"/>
                      <a:pt x="541" y="146"/>
                      <a:pt x="540" y="146"/>
                    </a:cubicBezTo>
                    <a:cubicBezTo>
                      <a:pt x="539" y="146"/>
                      <a:pt x="538" y="145"/>
                      <a:pt x="536" y="145"/>
                    </a:cubicBezTo>
                    <a:cubicBezTo>
                      <a:pt x="534" y="144"/>
                      <a:pt x="532" y="142"/>
                      <a:pt x="530" y="141"/>
                    </a:cubicBezTo>
                    <a:cubicBezTo>
                      <a:pt x="529" y="139"/>
                      <a:pt x="528" y="137"/>
                      <a:pt x="528" y="136"/>
                    </a:cubicBezTo>
                    <a:cubicBezTo>
                      <a:pt x="528" y="136"/>
                      <a:pt x="528" y="136"/>
                      <a:pt x="528" y="136"/>
                    </a:cubicBezTo>
                    <a:cubicBezTo>
                      <a:pt x="528" y="136"/>
                      <a:pt x="528" y="136"/>
                      <a:pt x="528" y="135"/>
                    </a:cubicBezTo>
                    <a:cubicBezTo>
                      <a:pt x="529" y="135"/>
                      <a:pt x="530" y="135"/>
                      <a:pt x="531" y="135"/>
                    </a:cubicBezTo>
                    <a:close/>
                    <a:moveTo>
                      <a:pt x="513" y="115"/>
                    </a:moveTo>
                    <a:cubicBezTo>
                      <a:pt x="514" y="114"/>
                      <a:pt x="515" y="114"/>
                      <a:pt x="516" y="114"/>
                    </a:cubicBezTo>
                    <a:cubicBezTo>
                      <a:pt x="517" y="114"/>
                      <a:pt x="518" y="114"/>
                      <a:pt x="519" y="115"/>
                    </a:cubicBezTo>
                    <a:cubicBezTo>
                      <a:pt x="521" y="115"/>
                      <a:pt x="524" y="117"/>
                      <a:pt x="526" y="118"/>
                    </a:cubicBezTo>
                    <a:cubicBezTo>
                      <a:pt x="527" y="120"/>
                      <a:pt x="529" y="122"/>
                      <a:pt x="529" y="123"/>
                    </a:cubicBezTo>
                    <a:cubicBezTo>
                      <a:pt x="529" y="123"/>
                      <a:pt x="529" y="123"/>
                      <a:pt x="529" y="123"/>
                    </a:cubicBezTo>
                    <a:cubicBezTo>
                      <a:pt x="529" y="123"/>
                      <a:pt x="528" y="123"/>
                      <a:pt x="528" y="124"/>
                    </a:cubicBezTo>
                    <a:cubicBezTo>
                      <a:pt x="527" y="124"/>
                      <a:pt x="526" y="124"/>
                      <a:pt x="524" y="124"/>
                    </a:cubicBezTo>
                    <a:cubicBezTo>
                      <a:pt x="523" y="124"/>
                      <a:pt x="522" y="124"/>
                      <a:pt x="521" y="124"/>
                    </a:cubicBezTo>
                    <a:cubicBezTo>
                      <a:pt x="519" y="123"/>
                      <a:pt x="517" y="122"/>
                      <a:pt x="515" y="120"/>
                    </a:cubicBezTo>
                    <a:cubicBezTo>
                      <a:pt x="513" y="119"/>
                      <a:pt x="512" y="117"/>
                      <a:pt x="512" y="116"/>
                    </a:cubicBezTo>
                    <a:cubicBezTo>
                      <a:pt x="512" y="116"/>
                      <a:pt x="512" y="116"/>
                      <a:pt x="512" y="116"/>
                    </a:cubicBezTo>
                    <a:cubicBezTo>
                      <a:pt x="512" y="116"/>
                      <a:pt x="512" y="115"/>
                      <a:pt x="513" y="115"/>
                    </a:cubicBezTo>
                    <a:moveTo>
                      <a:pt x="496" y="96"/>
                    </a:moveTo>
                    <a:cubicBezTo>
                      <a:pt x="497" y="95"/>
                      <a:pt x="498" y="95"/>
                      <a:pt x="500" y="95"/>
                    </a:cubicBezTo>
                    <a:cubicBezTo>
                      <a:pt x="500" y="95"/>
                      <a:pt x="500" y="95"/>
                      <a:pt x="500" y="95"/>
                    </a:cubicBezTo>
                    <a:cubicBezTo>
                      <a:pt x="500" y="95"/>
                      <a:pt x="501" y="95"/>
                      <a:pt x="502" y="95"/>
                    </a:cubicBezTo>
                    <a:cubicBezTo>
                      <a:pt x="504" y="95"/>
                      <a:pt x="507" y="97"/>
                      <a:pt x="509" y="98"/>
                    </a:cubicBezTo>
                    <a:cubicBezTo>
                      <a:pt x="511" y="100"/>
                      <a:pt x="512" y="102"/>
                      <a:pt x="512" y="102"/>
                    </a:cubicBezTo>
                    <a:cubicBezTo>
                      <a:pt x="512" y="102"/>
                      <a:pt x="512" y="102"/>
                      <a:pt x="512" y="102"/>
                    </a:cubicBezTo>
                    <a:cubicBezTo>
                      <a:pt x="512" y="103"/>
                      <a:pt x="512" y="103"/>
                      <a:pt x="511" y="104"/>
                    </a:cubicBezTo>
                    <a:cubicBezTo>
                      <a:pt x="510" y="104"/>
                      <a:pt x="509" y="105"/>
                      <a:pt x="507" y="104"/>
                    </a:cubicBezTo>
                    <a:cubicBezTo>
                      <a:pt x="506" y="104"/>
                      <a:pt x="506" y="104"/>
                      <a:pt x="505" y="104"/>
                    </a:cubicBezTo>
                    <a:cubicBezTo>
                      <a:pt x="502" y="104"/>
                      <a:pt x="500" y="102"/>
                      <a:pt x="498" y="101"/>
                    </a:cubicBezTo>
                    <a:cubicBezTo>
                      <a:pt x="496" y="99"/>
                      <a:pt x="495" y="98"/>
                      <a:pt x="495" y="97"/>
                    </a:cubicBezTo>
                    <a:cubicBezTo>
                      <a:pt x="495" y="97"/>
                      <a:pt x="495" y="97"/>
                      <a:pt x="495" y="97"/>
                    </a:cubicBezTo>
                    <a:cubicBezTo>
                      <a:pt x="495" y="97"/>
                      <a:pt x="495" y="96"/>
                      <a:pt x="496" y="96"/>
                    </a:cubicBezTo>
                    <a:moveTo>
                      <a:pt x="477" y="80"/>
                    </a:moveTo>
                    <a:cubicBezTo>
                      <a:pt x="477" y="80"/>
                      <a:pt x="478" y="79"/>
                      <a:pt x="478" y="79"/>
                    </a:cubicBezTo>
                    <a:cubicBezTo>
                      <a:pt x="479" y="78"/>
                      <a:pt x="481" y="78"/>
                      <a:pt x="483" y="78"/>
                    </a:cubicBezTo>
                    <a:cubicBezTo>
                      <a:pt x="483" y="78"/>
                      <a:pt x="483" y="78"/>
                      <a:pt x="483" y="78"/>
                    </a:cubicBezTo>
                    <a:cubicBezTo>
                      <a:pt x="483" y="78"/>
                      <a:pt x="484" y="78"/>
                      <a:pt x="484" y="78"/>
                    </a:cubicBezTo>
                    <a:cubicBezTo>
                      <a:pt x="484" y="78"/>
                      <a:pt x="484" y="78"/>
                      <a:pt x="484" y="78"/>
                    </a:cubicBezTo>
                    <a:cubicBezTo>
                      <a:pt x="487" y="78"/>
                      <a:pt x="489" y="79"/>
                      <a:pt x="491" y="81"/>
                    </a:cubicBezTo>
                    <a:cubicBezTo>
                      <a:pt x="493" y="82"/>
                      <a:pt x="494" y="84"/>
                      <a:pt x="495" y="84"/>
                    </a:cubicBezTo>
                    <a:cubicBezTo>
                      <a:pt x="495" y="84"/>
                      <a:pt x="495" y="84"/>
                      <a:pt x="495" y="85"/>
                    </a:cubicBezTo>
                    <a:cubicBezTo>
                      <a:pt x="495" y="85"/>
                      <a:pt x="494" y="85"/>
                      <a:pt x="493" y="86"/>
                    </a:cubicBezTo>
                    <a:cubicBezTo>
                      <a:pt x="493" y="87"/>
                      <a:pt x="491" y="87"/>
                      <a:pt x="489" y="87"/>
                    </a:cubicBezTo>
                    <a:cubicBezTo>
                      <a:pt x="489" y="87"/>
                      <a:pt x="488" y="87"/>
                      <a:pt x="488" y="87"/>
                    </a:cubicBezTo>
                    <a:cubicBezTo>
                      <a:pt x="485" y="86"/>
                      <a:pt x="483" y="85"/>
                      <a:pt x="481" y="84"/>
                    </a:cubicBezTo>
                    <a:cubicBezTo>
                      <a:pt x="479" y="83"/>
                      <a:pt x="478" y="81"/>
                      <a:pt x="477" y="80"/>
                    </a:cubicBezTo>
                    <a:close/>
                    <a:moveTo>
                      <a:pt x="459" y="62"/>
                    </a:moveTo>
                    <a:cubicBezTo>
                      <a:pt x="460" y="62"/>
                      <a:pt x="461" y="61"/>
                      <a:pt x="463" y="61"/>
                    </a:cubicBezTo>
                    <a:cubicBezTo>
                      <a:pt x="463" y="61"/>
                      <a:pt x="464" y="61"/>
                      <a:pt x="464" y="61"/>
                    </a:cubicBezTo>
                    <a:cubicBezTo>
                      <a:pt x="466" y="61"/>
                      <a:pt x="469" y="62"/>
                      <a:pt x="471" y="63"/>
                    </a:cubicBezTo>
                    <a:cubicBezTo>
                      <a:pt x="473" y="65"/>
                      <a:pt x="475" y="66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8"/>
                      <a:pt x="474" y="69"/>
                    </a:cubicBezTo>
                    <a:cubicBezTo>
                      <a:pt x="473" y="69"/>
                      <a:pt x="471" y="70"/>
                      <a:pt x="469" y="70"/>
                    </a:cubicBezTo>
                    <a:cubicBezTo>
                      <a:pt x="469" y="70"/>
                      <a:pt x="468" y="70"/>
                      <a:pt x="468" y="70"/>
                    </a:cubicBezTo>
                    <a:cubicBezTo>
                      <a:pt x="466" y="70"/>
                      <a:pt x="463" y="69"/>
                      <a:pt x="461" y="68"/>
                    </a:cubicBezTo>
                    <a:cubicBezTo>
                      <a:pt x="459" y="67"/>
                      <a:pt x="458" y="65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8" y="63"/>
                      <a:pt x="459" y="62"/>
                    </a:cubicBezTo>
                    <a:moveTo>
                      <a:pt x="437" y="48"/>
                    </a:moveTo>
                    <a:cubicBezTo>
                      <a:pt x="438" y="47"/>
                      <a:pt x="440" y="47"/>
                      <a:pt x="442" y="47"/>
                    </a:cubicBezTo>
                    <a:cubicBezTo>
                      <a:pt x="443" y="47"/>
                      <a:pt x="443" y="47"/>
                      <a:pt x="443" y="47"/>
                    </a:cubicBezTo>
                    <a:cubicBezTo>
                      <a:pt x="445" y="47"/>
                      <a:pt x="448" y="47"/>
                      <a:pt x="450" y="48"/>
                    </a:cubicBezTo>
                    <a:cubicBezTo>
                      <a:pt x="452" y="49"/>
                      <a:pt x="454" y="50"/>
                      <a:pt x="454" y="51"/>
                    </a:cubicBezTo>
                    <a:cubicBezTo>
                      <a:pt x="454" y="51"/>
                      <a:pt x="454" y="51"/>
                      <a:pt x="454" y="51"/>
                    </a:cubicBezTo>
                    <a:cubicBezTo>
                      <a:pt x="454" y="52"/>
                      <a:pt x="454" y="53"/>
                      <a:pt x="452" y="53"/>
                    </a:cubicBezTo>
                    <a:cubicBezTo>
                      <a:pt x="451" y="54"/>
                      <a:pt x="450" y="55"/>
                      <a:pt x="448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44" y="55"/>
                      <a:pt x="442" y="54"/>
                      <a:pt x="440" y="53"/>
                    </a:cubicBezTo>
                    <a:cubicBezTo>
                      <a:pt x="438" y="52"/>
                      <a:pt x="436" y="51"/>
                      <a:pt x="436" y="50"/>
                    </a:cubicBezTo>
                    <a:cubicBezTo>
                      <a:pt x="436" y="50"/>
                      <a:pt x="436" y="50"/>
                      <a:pt x="436" y="50"/>
                    </a:cubicBezTo>
                    <a:cubicBezTo>
                      <a:pt x="436" y="50"/>
                      <a:pt x="436" y="49"/>
                      <a:pt x="437" y="48"/>
                    </a:cubicBezTo>
                    <a:moveTo>
                      <a:pt x="421" y="35"/>
                    </a:moveTo>
                    <a:cubicBezTo>
                      <a:pt x="421" y="35"/>
                      <a:pt x="421" y="35"/>
                      <a:pt x="421" y="35"/>
                    </a:cubicBezTo>
                    <a:cubicBezTo>
                      <a:pt x="421" y="34"/>
                      <a:pt x="422" y="34"/>
                      <a:pt x="423" y="34"/>
                    </a:cubicBezTo>
                    <a:cubicBezTo>
                      <a:pt x="425" y="34"/>
                      <a:pt x="427" y="35"/>
                      <a:pt x="429" y="36"/>
                    </a:cubicBezTo>
                    <a:cubicBezTo>
                      <a:pt x="431" y="37"/>
                      <a:pt x="432" y="38"/>
                      <a:pt x="433" y="38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33" y="39"/>
                      <a:pt x="432" y="40"/>
                      <a:pt x="431" y="41"/>
                    </a:cubicBezTo>
                    <a:cubicBezTo>
                      <a:pt x="430" y="41"/>
                      <a:pt x="429" y="42"/>
                      <a:pt x="427" y="42"/>
                    </a:cubicBezTo>
                    <a:cubicBezTo>
                      <a:pt x="426" y="42"/>
                      <a:pt x="426" y="42"/>
                      <a:pt x="425" y="42"/>
                    </a:cubicBezTo>
                    <a:cubicBezTo>
                      <a:pt x="423" y="42"/>
                      <a:pt x="420" y="42"/>
                      <a:pt x="419" y="41"/>
                    </a:cubicBezTo>
                    <a:cubicBezTo>
                      <a:pt x="417" y="40"/>
                      <a:pt x="415" y="39"/>
                      <a:pt x="415" y="39"/>
                    </a:cubicBezTo>
                    <a:cubicBezTo>
                      <a:pt x="415" y="39"/>
                      <a:pt x="415" y="39"/>
                      <a:pt x="415" y="39"/>
                    </a:cubicBezTo>
                    <a:cubicBezTo>
                      <a:pt x="415" y="38"/>
                      <a:pt x="416" y="35"/>
                      <a:pt x="421" y="35"/>
                    </a:cubicBezTo>
                    <a:moveTo>
                      <a:pt x="397" y="24"/>
                    </a:moveTo>
                    <a:cubicBezTo>
                      <a:pt x="398" y="24"/>
                      <a:pt x="399" y="24"/>
                      <a:pt x="400" y="24"/>
                    </a:cubicBezTo>
                    <a:cubicBezTo>
                      <a:pt x="402" y="24"/>
                      <a:pt x="404" y="24"/>
                      <a:pt x="406" y="25"/>
                    </a:cubicBezTo>
                    <a:cubicBezTo>
                      <a:pt x="407" y="25"/>
                      <a:pt x="409" y="26"/>
                      <a:pt x="409" y="26"/>
                    </a:cubicBezTo>
                    <a:cubicBezTo>
                      <a:pt x="409" y="26"/>
                      <a:pt x="409" y="27"/>
                      <a:pt x="409" y="27"/>
                    </a:cubicBezTo>
                    <a:cubicBezTo>
                      <a:pt x="409" y="28"/>
                      <a:pt x="407" y="30"/>
                      <a:pt x="403" y="31"/>
                    </a:cubicBezTo>
                    <a:cubicBezTo>
                      <a:pt x="402" y="31"/>
                      <a:pt x="401" y="32"/>
                      <a:pt x="400" y="31"/>
                    </a:cubicBezTo>
                    <a:cubicBezTo>
                      <a:pt x="396" y="31"/>
                      <a:pt x="392" y="30"/>
                      <a:pt x="391" y="29"/>
                    </a:cubicBezTo>
                    <a:cubicBezTo>
                      <a:pt x="391" y="29"/>
                      <a:pt x="391" y="29"/>
                      <a:pt x="391" y="28"/>
                    </a:cubicBezTo>
                    <a:cubicBezTo>
                      <a:pt x="391" y="27"/>
                      <a:pt x="393" y="25"/>
                      <a:pt x="397" y="24"/>
                    </a:cubicBezTo>
                    <a:moveTo>
                      <a:pt x="372" y="16"/>
                    </a:moveTo>
                    <a:cubicBezTo>
                      <a:pt x="373" y="15"/>
                      <a:pt x="376" y="15"/>
                      <a:pt x="377" y="15"/>
                    </a:cubicBezTo>
                    <a:cubicBezTo>
                      <a:pt x="381" y="15"/>
                      <a:pt x="384" y="16"/>
                      <a:pt x="384" y="17"/>
                    </a:cubicBezTo>
                    <a:cubicBezTo>
                      <a:pt x="384" y="17"/>
                      <a:pt x="384" y="17"/>
                      <a:pt x="384" y="18"/>
                    </a:cubicBezTo>
                    <a:cubicBezTo>
                      <a:pt x="384" y="19"/>
                      <a:pt x="383" y="21"/>
                      <a:pt x="379" y="22"/>
                    </a:cubicBezTo>
                    <a:cubicBezTo>
                      <a:pt x="377" y="23"/>
                      <a:pt x="376" y="23"/>
                      <a:pt x="374" y="23"/>
                    </a:cubicBezTo>
                    <a:cubicBezTo>
                      <a:pt x="371" y="23"/>
                      <a:pt x="368" y="22"/>
                      <a:pt x="367" y="21"/>
                    </a:cubicBezTo>
                    <a:cubicBezTo>
                      <a:pt x="367" y="21"/>
                      <a:pt x="367" y="21"/>
                      <a:pt x="367" y="21"/>
                    </a:cubicBezTo>
                    <a:cubicBezTo>
                      <a:pt x="367" y="20"/>
                      <a:pt x="368" y="17"/>
                      <a:pt x="372" y="16"/>
                    </a:cubicBezTo>
                    <a:moveTo>
                      <a:pt x="348" y="11"/>
                    </a:moveTo>
                    <a:cubicBezTo>
                      <a:pt x="348" y="11"/>
                      <a:pt x="348" y="11"/>
                      <a:pt x="348" y="11"/>
                    </a:cubicBezTo>
                    <a:cubicBezTo>
                      <a:pt x="350" y="10"/>
                      <a:pt x="352" y="9"/>
                      <a:pt x="355" y="9"/>
                    </a:cubicBezTo>
                    <a:cubicBezTo>
                      <a:pt x="357" y="9"/>
                      <a:pt x="360" y="10"/>
                      <a:pt x="360" y="11"/>
                    </a:cubicBezTo>
                    <a:cubicBezTo>
                      <a:pt x="360" y="11"/>
                      <a:pt x="360" y="11"/>
                      <a:pt x="360" y="11"/>
                    </a:cubicBezTo>
                    <a:cubicBezTo>
                      <a:pt x="360" y="12"/>
                      <a:pt x="359" y="15"/>
                      <a:pt x="356" y="16"/>
                    </a:cubicBezTo>
                    <a:cubicBezTo>
                      <a:pt x="353" y="17"/>
                      <a:pt x="351" y="18"/>
                      <a:pt x="348" y="18"/>
                    </a:cubicBezTo>
                    <a:cubicBezTo>
                      <a:pt x="346" y="18"/>
                      <a:pt x="344" y="17"/>
                      <a:pt x="343" y="17"/>
                    </a:cubicBezTo>
                    <a:cubicBezTo>
                      <a:pt x="343" y="17"/>
                      <a:pt x="343" y="16"/>
                      <a:pt x="343" y="16"/>
                    </a:cubicBezTo>
                    <a:cubicBezTo>
                      <a:pt x="343" y="15"/>
                      <a:pt x="344" y="12"/>
                      <a:pt x="348" y="11"/>
                    </a:cubicBezTo>
                    <a:moveTo>
                      <a:pt x="322" y="8"/>
                    </a:moveTo>
                    <a:cubicBezTo>
                      <a:pt x="324" y="6"/>
                      <a:pt x="328" y="6"/>
                      <a:pt x="330" y="6"/>
                    </a:cubicBezTo>
                    <a:cubicBezTo>
                      <a:pt x="332" y="6"/>
                      <a:pt x="334" y="6"/>
                      <a:pt x="334" y="6"/>
                    </a:cubicBezTo>
                    <a:cubicBezTo>
                      <a:pt x="334" y="7"/>
                      <a:pt x="334" y="7"/>
                      <a:pt x="334" y="7"/>
                    </a:cubicBezTo>
                    <a:cubicBezTo>
                      <a:pt x="334" y="8"/>
                      <a:pt x="333" y="11"/>
                      <a:pt x="330" y="13"/>
                    </a:cubicBezTo>
                    <a:cubicBezTo>
                      <a:pt x="328" y="14"/>
                      <a:pt x="324" y="15"/>
                      <a:pt x="322" y="15"/>
                    </a:cubicBezTo>
                    <a:cubicBezTo>
                      <a:pt x="320" y="15"/>
                      <a:pt x="319" y="14"/>
                      <a:pt x="318" y="14"/>
                    </a:cubicBezTo>
                    <a:cubicBezTo>
                      <a:pt x="318" y="14"/>
                      <a:pt x="318" y="14"/>
                      <a:pt x="318" y="13"/>
                    </a:cubicBezTo>
                    <a:cubicBezTo>
                      <a:pt x="318" y="12"/>
                      <a:pt x="319" y="10"/>
                      <a:pt x="322" y="8"/>
                    </a:cubicBezTo>
                    <a:moveTo>
                      <a:pt x="295" y="8"/>
                    </a:moveTo>
                    <a:cubicBezTo>
                      <a:pt x="298" y="5"/>
                      <a:pt x="303" y="4"/>
                      <a:pt x="306" y="4"/>
                    </a:cubicBezTo>
                    <a:cubicBezTo>
                      <a:pt x="307" y="4"/>
                      <a:pt x="307" y="5"/>
                      <a:pt x="308" y="5"/>
                    </a:cubicBezTo>
                    <a:cubicBezTo>
                      <a:pt x="308" y="5"/>
                      <a:pt x="308" y="5"/>
                      <a:pt x="308" y="6"/>
                    </a:cubicBezTo>
                    <a:cubicBezTo>
                      <a:pt x="308" y="7"/>
                      <a:pt x="307" y="10"/>
                      <a:pt x="304" y="11"/>
                    </a:cubicBezTo>
                    <a:cubicBezTo>
                      <a:pt x="302" y="14"/>
                      <a:pt x="297" y="15"/>
                      <a:pt x="295" y="15"/>
                    </a:cubicBezTo>
                    <a:cubicBezTo>
                      <a:pt x="294" y="15"/>
                      <a:pt x="293" y="14"/>
                      <a:pt x="292" y="14"/>
                    </a:cubicBezTo>
                    <a:cubicBezTo>
                      <a:pt x="292" y="14"/>
                      <a:pt x="292" y="14"/>
                      <a:pt x="292" y="13"/>
                    </a:cubicBezTo>
                    <a:cubicBezTo>
                      <a:pt x="292" y="12"/>
                      <a:pt x="293" y="10"/>
                      <a:pt x="295" y="8"/>
                    </a:cubicBezTo>
                    <a:close/>
                    <a:moveTo>
                      <a:pt x="271" y="10"/>
                    </a:moveTo>
                    <a:cubicBezTo>
                      <a:pt x="271" y="10"/>
                      <a:pt x="271" y="10"/>
                      <a:pt x="271" y="10"/>
                    </a:cubicBezTo>
                    <a:cubicBezTo>
                      <a:pt x="274" y="7"/>
                      <a:pt x="279" y="6"/>
                      <a:pt x="281" y="6"/>
                    </a:cubicBezTo>
                    <a:cubicBezTo>
                      <a:pt x="282" y="6"/>
                      <a:pt x="283" y="6"/>
                      <a:pt x="283" y="6"/>
                    </a:cubicBezTo>
                    <a:cubicBezTo>
                      <a:pt x="283" y="6"/>
                      <a:pt x="283" y="6"/>
                      <a:pt x="283" y="7"/>
                    </a:cubicBezTo>
                    <a:cubicBezTo>
                      <a:pt x="283" y="9"/>
                      <a:pt x="282" y="11"/>
                      <a:pt x="280" y="13"/>
                    </a:cubicBezTo>
                    <a:cubicBezTo>
                      <a:pt x="277" y="16"/>
                      <a:pt x="272" y="17"/>
                      <a:pt x="270" y="17"/>
                    </a:cubicBezTo>
                    <a:cubicBezTo>
                      <a:pt x="269" y="17"/>
                      <a:pt x="269" y="17"/>
                      <a:pt x="269" y="17"/>
                    </a:cubicBezTo>
                    <a:cubicBezTo>
                      <a:pt x="268" y="17"/>
                      <a:pt x="268" y="16"/>
                      <a:pt x="268" y="15"/>
                    </a:cubicBezTo>
                    <a:cubicBezTo>
                      <a:pt x="268" y="14"/>
                      <a:pt x="269" y="12"/>
                      <a:pt x="271" y="10"/>
                    </a:cubicBezTo>
                    <a:moveTo>
                      <a:pt x="245" y="15"/>
                    </a:moveTo>
                    <a:cubicBezTo>
                      <a:pt x="248" y="12"/>
                      <a:pt x="254" y="10"/>
                      <a:pt x="256" y="10"/>
                    </a:cubicBezTo>
                    <a:cubicBezTo>
                      <a:pt x="256" y="10"/>
                      <a:pt x="257" y="10"/>
                      <a:pt x="257" y="10"/>
                    </a:cubicBezTo>
                    <a:cubicBezTo>
                      <a:pt x="257" y="10"/>
                      <a:pt x="257" y="10"/>
                      <a:pt x="257" y="10"/>
                    </a:cubicBezTo>
                    <a:cubicBezTo>
                      <a:pt x="257" y="11"/>
                      <a:pt x="257" y="11"/>
                      <a:pt x="257" y="12"/>
                    </a:cubicBezTo>
                    <a:cubicBezTo>
                      <a:pt x="257" y="13"/>
                      <a:pt x="257" y="15"/>
                      <a:pt x="255" y="17"/>
                    </a:cubicBezTo>
                    <a:cubicBezTo>
                      <a:pt x="252" y="20"/>
                      <a:pt x="246" y="22"/>
                      <a:pt x="244" y="22"/>
                    </a:cubicBezTo>
                    <a:cubicBezTo>
                      <a:pt x="244" y="22"/>
                      <a:pt x="244" y="22"/>
                      <a:pt x="244" y="22"/>
                    </a:cubicBezTo>
                    <a:cubicBezTo>
                      <a:pt x="243" y="22"/>
                      <a:pt x="243" y="22"/>
                      <a:pt x="243" y="22"/>
                    </a:cubicBezTo>
                    <a:cubicBezTo>
                      <a:pt x="243" y="21"/>
                      <a:pt x="243" y="21"/>
                      <a:pt x="243" y="20"/>
                    </a:cubicBezTo>
                    <a:cubicBezTo>
                      <a:pt x="243" y="19"/>
                      <a:pt x="244" y="17"/>
                      <a:pt x="245" y="15"/>
                    </a:cubicBezTo>
                    <a:moveTo>
                      <a:pt x="220" y="23"/>
                    </a:moveTo>
                    <a:cubicBezTo>
                      <a:pt x="222" y="21"/>
                      <a:pt x="224" y="19"/>
                      <a:pt x="226" y="18"/>
                    </a:cubicBezTo>
                    <a:cubicBezTo>
                      <a:pt x="228" y="17"/>
                      <a:pt x="230" y="16"/>
                      <a:pt x="231" y="16"/>
                    </a:cubicBezTo>
                    <a:cubicBezTo>
                      <a:pt x="231" y="16"/>
                      <a:pt x="231" y="16"/>
                      <a:pt x="231" y="16"/>
                    </a:cubicBezTo>
                    <a:cubicBezTo>
                      <a:pt x="231" y="16"/>
                      <a:pt x="231" y="17"/>
                      <a:pt x="232" y="17"/>
                    </a:cubicBezTo>
                    <a:cubicBezTo>
                      <a:pt x="232" y="17"/>
                      <a:pt x="232" y="18"/>
                      <a:pt x="232" y="19"/>
                    </a:cubicBezTo>
                    <a:cubicBezTo>
                      <a:pt x="232" y="20"/>
                      <a:pt x="231" y="22"/>
                      <a:pt x="230" y="24"/>
                    </a:cubicBezTo>
                    <a:cubicBezTo>
                      <a:pt x="229" y="26"/>
                      <a:pt x="226" y="27"/>
                      <a:pt x="224" y="28"/>
                    </a:cubicBezTo>
                    <a:cubicBezTo>
                      <a:pt x="222" y="29"/>
                      <a:pt x="220" y="30"/>
                      <a:pt x="220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29"/>
                    </a:cubicBezTo>
                    <a:cubicBezTo>
                      <a:pt x="219" y="29"/>
                      <a:pt x="218" y="28"/>
                      <a:pt x="218" y="28"/>
                    </a:cubicBezTo>
                    <a:cubicBezTo>
                      <a:pt x="218" y="26"/>
                      <a:pt x="219" y="25"/>
                      <a:pt x="220" y="23"/>
                    </a:cubicBezTo>
                    <a:moveTo>
                      <a:pt x="197" y="32"/>
                    </a:moveTo>
                    <a:cubicBezTo>
                      <a:pt x="199" y="30"/>
                      <a:pt x="201" y="28"/>
                      <a:pt x="203" y="27"/>
                    </a:cubicBezTo>
                    <a:cubicBezTo>
                      <a:pt x="205" y="26"/>
                      <a:pt x="207" y="25"/>
                      <a:pt x="207" y="25"/>
                    </a:cubicBezTo>
                    <a:cubicBezTo>
                      <a:pt x="207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6"/>
                    </a:cubicBezTo>
                    <a:cubicBezTo>
                      <a:pt x="209" y="26"/>
                      <a:pt x="209" y="27"/>
                      <a:pt x="209" y="28"/>
                    </a:cubicBezTo>
                    <a:cubicBezTo>
                      <a:pt x="209" y="29"/>
                      <a:pt x="208" y="31"/>
                      <a:pt x="207" y="32"/>
                    </a:cubicBezTo>
                    <a:cubicBezTo>
                      <a:pt x="206" y="34"/>
                      <a:pt x="204" y="36"/>
                      <a:pt x="202" y="38"/>
                    </a:cubicBezTo>
                    <a:cubicBezTo>
                      <a:pt x="200" y="39"/>
                      <a:pt x="198" y="40"/>
                      <a:pt x="197" y="40"/>
                    </a:cubicBezTo>
                    <a:cubicBezTo>
                      <a:pt x="197" y="40"/>
                      <a:pt x="197" y="40"/>
                      <a:pt x="197" y="40"/>
                    </a:cubicBezTo>
                    <a:cubicBezTo>
                      <a:pt x="197" y="40"/>
                      <a:pt x="197" y="39"/>
                      <a:pt x="197" y="39"/>
                    </a:cubicBezTo>
                    <a:cubicBezTo>
                      <a:pt x="196" y="39"/>
                      <a:pt x="196" y="38"/>
                      <a:pt x="196" y="37"/>
                    </a:cubicBezTo>
                    <a:cubicBezTo>
                      <a:pt x="196" y="36"/>
                      <a:pt x="197" y="34"/>
                      <a:pt x="197" y="32"/>
                    </a:cubicBezTo>
                    <a:moveTo>
                      <a:pt x="174" y="45"/>
                    </a:moveTo>
                    <a:cubicBezTo>
                      <a:pt x="174" y="45"/>
                      <a:pt x="174" y="45"/>
                      <a:pt x="174" y="45"/>
                    </a:cubicBezTo>
                    <a:cubicBezTo>
                      <a:pt x="175" y="42"/>
                      <a:pt x="177" y="40"/>
                      <a:pt x="179" y="39"/>
                    </a:cubicBezTo>
                    <a:cubicBezTo>
                      <a:pt x="181" y="37"/>
                      <a:pt x="183" y="36"/>
                      <a:pt x="184" y="36"/>
                    </a:cubicBezTo>
                    <a:cubicBezTo>
                      <a:pt x="184" y="36"/>
                      <a:pt x="184" y="37"/>
                      <a:pt x="185" y="37"/>
                    </a:cubicBezTo>
                    <a:cubicBezTo>
                      <a:pt x="185" y="38"/>
                      <a:pt x="185" y="39"/>
                      <a:pt x="185" y="40"/>
                    </a:cubicBezTo>
                    <a:cubicBezTo>
                      <a:pt x="185" y="41"/>
                      <a:pt x="185" y="42"/>
                      <a:pt x="184" y="44"/>
                    </a:cubicBezTo>
                    <a:cubicBezTo>
                      <a:pt x="183" y="46"/>
                      <a:pt x="181" y="48"/>
                      <a:pt x="179" y="50"/>
                    </a:cubicBezTo>
                    <a:cubicBezTo>
                      <a:pt x="178" y="51"/>
                      <a:pt x="176" y="52"/>
                      <a:pt x="175" y="52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5" y="52"/>
                      <a:pt x="174" y="52"/>
                      <a:pt x="174" y="51"/>
                    </a:cubicBezTo>
                    <a:cubicBezTo>
                      <a:pt x="174" y="51"/>
                      <a:pt x="173" y="50"/>
                      <a:pt x="173" y="49"/>
                    </a:cubicBezTo>
                    <a:cubicBezTo>
                      <a:pt x="173" y="48"/>
                      <a:pt x="174" y="46"/>
                      <a:pt x="174" y="45"/>
                    </a:cubicBezTo>
                    <a:moveTo>
                      <a:pt x="153" y="59"/>
                    </a:moveTo>
                    <a:cubicBezTo>
                      <a:pt x="153" y="57"/>
                      <a:pt x="155" y="55"/>
                      <a:pt x="157" y="53"/>
                    </a:cubicBezTo>
                    <a:cubicBezTo>
                      <a:pt x="159" y="51"/>
                      <a:pt x="161" y="50"/>
                      <a:pt x="161" y="50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1" y="50"/>
                      <a:pt x="162" y="50"/>
                      <a:pt x="162" y="51"/>
                    </a:cubicBezTo>
                    <a:cubicBezTo>
                      <a:pt x="163" y="51"/>
                      <a:pt x="163" y="53"/>
                      <a:pt x="163" y="54"/>
                    </a:cubicBezTo>
                    <a:cubicBezTo>
                      <a:pt x="163" y="55"/>
                      <a:pt x="163" y="56"/>
                      <a:pt x="162" y="57"/>
                    </a:cubicBezTo>
                    <a:cubicBezTo>
                      <a:pt x="161" y="60"/>
                      <a:pt x="160" y="62"/>
                      <a:pt x="158" y="63"/>
                    </a:cubicBezTo>
                    <a:cubicBezTo>
                      <a:pt x="156" y="65"/>
                      <a:pt x="154" y="66"/>
                      <a:pt x="154" y="66"/>
                    </a:cubicBezTo>
                    <a:cubicBezTo>
                      <a:pt x="154" y="66"/>
                      <a:pt x="154" y="66"/>
                      <a:pt x="154" y="66"/>
                    </a:cubicBezTo>
                    <a:cubicBezTo>
                      <a:pt x="153" y="66"/>
                      <a:pt x="153" y="66"/>
                      <a:pt x="153" y="65"/>
                    </a:cubicBezTo>
                    <a:cubicBezTo>
                      <a:pt x="152" y="65"/>
                      <a:pt x="152" y="64"/>
                      <a:pt x="152" y="62"/>
                    </a:cubicBezTo>
                    <a:cubicBezTo>
                      <a:pt x="152" y="61"/>
                      <a:pt x="152" y="60"/>
                      <a:pt x="153" y="59"/>
                    </a:cubicBezTo>
                    <a:moveTo>
                      <a:pt x="133" y="75"/>
                    </a:move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2"/>
                      <a:pt x="135" y="70"/>
                      <a:pt x="137" y="68"/>
                    </a:cubicBezTo>
                    <a:cubicBezTo>
                      <a:pt x="139" y="66"/>
                      <a:pt x="140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2" y="65"/>
                      <a:pt x="142" y="66"/>
                    </a:cubicBezTo>
                    <a:cubicBezTo>
                      <a:pt x="143" y="66"/>
                      <a:pt x="143" y="68"/>
                      <a:pt x="143" y="69"/>
                    </a:cubicBezTo>
                    <a:cubicBezTo>
                      <a:pt x="143" y="70"/>
                      <a:pt x="143" y="71"/>
                      <a:pt x="143" y="72"/>
                    </a:cubicBezTo>
                    <a:cubicBezTo>
                      <a:pt x="142" y="74"/>
                      <a:pt x="141" y="77"/>
                      <a:pt x="139" y="78"/>
                    </a:cubicBezTo>
                    <a:cubicBezTo>
                      <a:pt x="138" y="80"/>
                      <a:pt x="136" y="81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1"/>
                      <a:pt x="134" y="81"/>
                      <a:pt x="134" y="81"/>
                    </a:cubicBezTo>
                    <a:cubicBezTo>
                      <a:pt x="133" y="80"/>
                      <a:pt x="133" y="79"/>
                      <a:pt x="133" y="77"/>
                    </a:cubicBezTo>
                    <a:cubicBezTo>
                      <a:pt x="133" y="76"/>
                      <a:pt x="133" y="75"/>
                      <a:pt x="133" y="75"/>
                    </a:cubicBezTo>
                    <a:moveTo>
                      <a:pt x="114" y="92"/>
                    </a:moveTo>
                    <a:cubicBezTo>
                      <a:pt x="114" y="92"/>
                      <a:pt x="114" y="92"/>
                      <a:pt x="114" y="92"/>
                    </a:cubicBezTo>
                    <a:cubicBezTo>
                      <a:pt x="115" y="90"/>
                      <a:pt x="116" y="87"/>
                      <a:pt x="117" y="85"/>
                    </a:cubicBezTo>
                    <a:cubicBezTo>
                      <a:pt x="119" y="84"/>
                      <a:pt x="121" y="82"/>
                      <a:pt x="121" y="82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2" y="82"/>
                      <a:pt x="122" y="82"/>
                      <a:pt x="123" y="83"/>
                    </a:cubicBezTo>
                    <a:cubicBezTo>
                      <a:pt x="123" y="84"/>
                      <a:pt x="124" y="85"/>
                      <a:pt x="124" y="87"/>
                    </a:cubicBezTo>
                    <a:cubicBezTo>
                      <a:pt x="124" y="88"/>
                      <a:pt x="124" y="88"/>
                      <a:pt x="123" y="89"/>
                    </a:cubicBezTo>
                    <a:cubicBezTo>
                      <a:pt x="123" y="91"/>
                      <a:pt x="122" y="94"/>
                      <a:pt x="120" y="96"/>
                    </a:cubicBezTo>
                    <a:cubicBezTo>
                      <a:pt x="119" y="98"/>
                      <a:pt x="117" y="99"/>
                      <a:pt x="117" y="99"/>
                    </a:cubicBezTo>
                    <a:cubicBezTo>
                      <a:pt x="117" y="99"/>
                      <a:pt x="116" y="99"/>
                      <a:pt x="116" y="99"/>
                    </a:cubicBezTo>
                    <a:cubicBezTo>
                      <a:pt x="116" y="99"/>
                      <a:pt x="116" y="99"/>
                      <a:pt x="115" y="98"/>
                    </a:cubicBezTo>
                    <a:cubicBezTo>
                      <a:pt x="114" y="97"/>
                      <a:pt x="114" y="96"/>
                      <a:pt x="114" y="94"/>
                    </a:cubicBezTo>
                    <a:cubicBezTo>
                      <a:pt x="114" y="94"/>
                      <a:pt x="114" y="93"/>
                      <a:pt x="114" y="92"/>
                    </a:cubicBezTo>
                    <a:moveTo>
                      <a:pt x="97" y="112"/>
                    </a:moveTo>
                    <a:cubicBezTo>
                      <a:pt x="97" y="112"/>
                      <a:pt x="97" y="112"/>
                      <a:pt x="97" y="112"/>
                    </a:cubicBezTo>
                    <a:cubicBezTo>
                      <a:pt x="97" y="109"/>
                      <a:pt x="98" y="107"/>
                      <a:pt x="99" y="105"/>
                    </a:cubicBezTo>
                    <a:cubicBezTo>
                      <a:pt x="101" y="103"/>
                      <a:pt x="102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4" y="101"/>
                      <a:pt x="105" y="102"/>
                    </a:cubicBezTo>
                    <a:cubicBezTo>
                      <a:pt x="105" y="103"/>
                      <a:pt x="106" y="105"/>
                      <a:pt x="106" y="107"/>
                    </a:cubicBezTo>
                    <a:cubicBezTo>
                      <a:pt x="106" y="107"/>
                      <a:pt x="106" y="107"/>
                      <a:pt x="106" y="108"/>
                    </a:cubicBezTo>
                    <a:cubicBezTo>
                      <a:pt x="105" y="110"/>
                      <a:pt x="104" y="113"/>
                      <a:pt x="103" y="115"/>
                    </a:cubicBezTo>
                    <a:cubicBezTo>
                      <a:pt x="102" y="117"/>
                      <a:pt x="100" y="118"/>
                      <a:pt x="100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9" y="118"/>
                      <a:pt x="98" y="118"/>
                      <a:pt x="98" y="117"/>
                    </a:cubicBezTo>
                    <a:cubicBezTo>
                      <a:pt x="97" y="116"/>
                      <a:pt x="97" y="115"/>
                      <a:pt x="97" y="113"/>
                    </a:cubicBezTo>
                    <a:cubicBezTo>
                      <a:pt x="97" y="112"/>
                      <a:pt x="97" y="112"/>
                      <a:pt x="97" y="112"/>
                    </a:cubicBezTo>
                    <a:moveTo>
                      <a:pt x="82" y="131"/>
                    </a:moveTo>
                    <a:cubicBezTo>
                      <a:pt x="82" y="129"/>
                      <a:pt x="83" y="126"/>
                      <a:pt x="84" y="124"/>
                    </a:cubicBezTo>
                    <a:cubicBezTo>
                      <a:pt x="85" y="122"/>
                      <a:pt x="86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8" y="120"/>
                      <a:pt x="89" y="121"/>
                    </a:cubicBezTo>
                    <a:cubicBezTo>
                      <a:pt x="90" y="122"/>
                      <a:pt x="90" y="124"/>
                      <a:pt x="90" y="126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90" y="129"/>
                      <a:pt x="89" y="132"/>
                      <a:pt x="88" y="134"/>
                    </a:cubicBezTo>
                    <a:cubicBezTo>
                      <a:pt x="87" y="136"/>
                      <a:pt x="86" y="137"/>
                      <a:pt x="85" y="138"/>
                    </a:cubicBezTo>
                    <a:cubicBezTo>
                      <a:pt x="85" y="138"/>
                      <a:pt x="85" y="138"/>
                      <a:pt x="85" y="138"/>
                    </a:cubicBezTo>
                    <a:cubicBezTo>
                      <a:pt x="84" y="138"/>
                      <a:pt x="84" y="137"/>
                      <a:pt x="83" y="136"/>
                    </a:cubicBezTo>
                    <a:cubicBezTo>
                      <a:pt x="82" y="135"/>
                      <a:pt x="82" y="133"/>
                      <a:pt x="82" y="131"/>
                    </a:cubicBezTo>
                    <a:close/>
                    <a:moveTo>
                      <a:pt x="69" y="145"/>
                    </a:moveTo>
                    <a:cubicBezTo>
                      <a:pt x="70" y="143"/>
                      <a:pt x="71" y="142"/>
                      <a:pt x="72" y="141"/>
                    </a:cubicBezTo>
                    <a:cubicBezTo>
                      <a:pt x="72" y="141"/>
                      <a:pt x="72" y="141"/>
                      <a:pt x="72" y="141"/>
                    </a:cubicBezTo>
                    <a:cubicBezTo>
                      <a:pt x="72" y="141"/>
                      <a:pt x="73" y="142"/>
                      <a:pt x="74" y="143"/>
                    </a:cubicBezTo>
                    <a:cubicBezTo>
                      <a:pt x="75" y="144"/>
                      <a:pt x="75" y="145"/>
                      <a:pt x="75" y="148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75" y="151"/>
                      <a:pt x="75" y="153"/>
                      <a:pt x="74" y="155"/>
                    </a:cubicBezTo>
                    <a:cubicBezTo>
                      <a:pt x="73" y="157"/>
                      <a:pt x="71" y="159"/>
                      <a:pt x="71" y="159"/>
                    </a:cubicBezTo>
                    <a:cubicBezTo>
                      <a:pt x="71" y="159"/>
                      <a:pt x="71" y="159"/>
                      <a:pt x="71" y="159"/>
                    </a:cubicBezTo>
                    <a:cubicBezTo>
                      <a:pt x="70" y="159"/>
                      <a:pt x="69" y="159"/>
                      <a:pt x="69" y="158"/>
                    </a:cubicBezTo>
                    <a:cubicBezTo>
                      <a:pt x="68" y="157"/>
                      <a:pt x="67" y="155"/>
                      <a:pt x="67" y="153"/>
                    </a:cubicBezTo>
                    <a:cubicBezTo>
                      <a:pt x="67" y="153"/>
                      <a:pt x="67" y="152"/>
                      <a:pt x="67" y="152"/>
                    </a:cubicBezTo>
                    <a:cubicBezTo>
                      <a:pt x="67" y="150"/>
                      <a:pt x="68" y="147"/>
                      <a:pt x="69" y="145"/>
                    </a:cubicBezTo>
                    <a:moveTo>
                      <a:pt x="55" y="167"/>
                    </a:moveTo>
                    <a:cubicBezTo>
                      <a:pt x="56" y="165"/>
                      <a:pt x="57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9" y="164"/>
                      <a:pt x="59" y="164"/>
                      <a:pt x="60" y="165"/>
                    </a:cubicBezTo>
                    <a:cubicBezTo>
                      <a:pt x="61" y="166"/>
                      <a:pt x="62" y="168"/>
                      <a:pt x="62" y="170"/>
                    </a:cubicBezTo>
                    <a:cubicBezTo>
                      <a:pt x="62" y="170"/>
                      <a:pt x="62" y="171"/>
                      <a:pt x="62" y="172"/>
                    </a:cubicBezTo>
                    <a:cubicBezTo>
                      <a:pt x="62" y="174"/>
                      <a:pt x="61" y="176"/>
                      <a:pt x="61" y="178"/>
                    </a:cubicBezTo>
                    <a:cubicBezTo>
                      <a:pt x="60" y="180"/>
                      <a:pt x="59" y="181"/>
                      <a:pt x="58" y="181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8" y="182"/>
                      <a:pt x="57" y="181"/>
                      <a:pt x="56" y="180"/>
                    </a:cubicBezTo>
                    <a:cubicBezTo>
                      <a:pt x="55" y="179"/>
                      <a:pt x="55" y="178"/>
                      <a:pt x="54" y="176"/>
                    </a:cubicBezTo>
                    <a:cubicBezTo>
                      <a:pt x="54" y="175"/>
                      <a:pt x="54" y="174"/>
                      <a:pt x="54" y="174"/>
                    </a:cubicBezTo>
                    <a:cubicBezTo>
                      <a:pt x="54" y="171"/>
                      <a:pt x="55" y="169"/>
                      <a:pt x="55" y="167"/>
                    </a:cubicBezTo>
                    <a:moveTo>
                      <a:pt x="44" y="189"/>
                    </a:moveTo>
                    <a:cubicBezTo>
                      <a:pt x="45" y="187"/>
                      <a:pt x="46" y="186"/>
                      <a:pt x="46" y="186"/>
                    </a:cubicBezTo>
                    <a:cubicBezTo>
                      <a:pt x="47" y="186"/>
                      <a:pt x="47" y="185"/>
                      <a:pt x="47" y="185"/>
                    </a:cubicBezTo>
                    <a:cubicBezTo>
                      <a:pt x="47" y="185"/>
                      <a:pt x="48" y="186"/>
                      <a:pt x="49" y="187"/>
                    </a:cubicBezTo>
                    <a:cubicBezTo>
                      <a:pt x="50" y="188"/>
                      <a:pt x="51" y="189"/>
                      <a:pt x="51" y="191"/>
                    </a:cubicBezTo>
                    <a:cubicBezTo>
                      <a:pt x="51" y="192"/>
                      <a:pt x="51" y="193"/>
                      <a:pt x="51" y="194"/>
                    </a:cubicBezTo>
                    <a:cubicBezTo>
                      <a:pt x="51" y="196"/>
                      <a:pt x="51" y="198"/>
                      <a:pt x="50" y="200"/>
                    </a:cubicBezTo>
                    <a:cubicBezTo>
                      <a:pt x="49" y="202"/>
                      <a:pt x="48" y="203"/>
                      <a:pt x="48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47" y="204"/>
                      <a:pt x="44" y="202"/>
                      <a:pt x="44" y="198"/>
                    </a:cubicBezTo>
                    <a:cubicBezTo>
                      <a:pt x="43" y="197"/>
                      <a:pt x="43" y="196"/>
                      <a:pt x="43" y="195"/>
                    </a:cubicBezTo>
                    <a:cubicBezTo>
                      <a:pt x="43" y="193"/>
                      <a:pt x="44" y="191"/>
                      <a:pt x="44" y="189"/>
                    </a:cubicBezTo>
                    <a:moveTo>
                      <a:pt x="34" y="213"/>
                    </a:moveTo>
                    <a:cubicBezTo>
                      <a:pt x="35" y="211"/>
                      <a:pt x="35" y="210"/>
                      <a:pt x="36" y="210"/>
                    </a:cubicBezTo>
                    <a:cubicBezTo>
                      <a:pt x="36" y="209"/>
                      <a:pt x="36" y="209"/>
                      <a:pt x="36" y="209"/>
                    </a:cubicBezTo>
                    <a:cubicBezTo>
                      <a:pt x="37" y="209"/>
                      <a:pt x="40" y="211"/>
                      <a:pt x="41" y="215"/>
                    </a:cubicBezTo>
                    <a:cubicBezTo>
                      <a:pt x="41" y="216"/>
                      <a:pt x="41" y="218"/>
                      <a:pt x="41" y="219"/>
                    </a:cubicBezTo>
                    <a:cubicBezTo>
                      <a:pt x="41" y="223"/>
                      <a:pt x="40" y="227"/>
                      <a:pt x="39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7" y="227"/>
                      <a:pt x="35" y="226"/>
                      <a:pt x="34" y="222"/>
                    </a:cubicBezTo>
                    <a:cubicBezTo>
                      <a:pt x="33" y="221"/>
                      <a:pt x="33" y="219"/>
                      <a:pt x="33" y="218"/>
                    </a:cubicBezTo>
                    <a:cubicBezTo>
                      <a:pt x="33" y="216"/>
                      <a:pt x="34" y="214"/>
                      <a:pt x="34" y="213"/>
                    </a:cubicBezTo>
                    <a:moveTo>
                      <a:pt x="27" y="234"/>
                    </a:moveTo>
                    <a:cubicBezTo>
                      <a:pt x="27" y="234"/>
                      <a:pt x="27" y="234"/>
                      <a:pt x="27" y="234"/>
                    </a:cubicBezTo>
                    <a:cubicBezTo>
                      <a:pt x="28" y="234"/>
                      <a:pt x="31" y="236"/>
                      <a:pt x="32" y="239"/>
                    </a:cubicBezTo>
                    <a:cubicBezTo>
                      <a:pt x="32" y="241"/>
                      <a:pt x="33" y="243"/>
                      <a:pt x="33" y="244"/>
                    </a:cubicBezTo>
                    <a:cubicBezTo>
                      <a:pt x="33" y="248"/>
                      <a:pt x="31" y="251"/>
                      <a:pt x="31" y="252"/>
                    </a:cubicBezTo>
                    <a:cubicBezTo>
                      <a:pt x="31" y="252"/>
                      <a:pt x="31" y="252"/>
                      <a:pt x="30" y="252"/>
                    </a:cubicBezTo>
                    <a:cubicBezTo>
                      <a:pt x="29" y="252"/>
                      <a:pt x="27" y="250"/>
                      <a:pt x="26" y="247"/>
                    </a:cubicBezTo>
                    <a:cubicBezTo>
                      <a:pt x="25" y="245"/>
                      <a:pt x="25" y="243"/>
                      <a:pt x="25" y="242"/>
                    </a:cubicBezTo>
                    <a:cubicBezTo>
                      <a:pt x="25" y="238"/>
                      <a:pt x="26" y="235"/>
                      <a:pt x="27" y="234"/>
                    </a:cubicBezTo>
                    <a:moveTo>
                      <a:pt x="20" y="258"/>
                    </a:moveTo>
                    <a:cubicBezTo>
                      <a:pt x="20" y="258"/>
                      <a:pt x="20" y="258"/>
                      <a:pt x="20" y="258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1" y="258"/>
                      <a:pt x="24" y="259"/>
                      <a:pt x="25" y="263"/>
                    </a:cubicBezTo>
                    <a:cubicBezTo>
                      <a:pt x="26" y="265"/>
                      <a:pt x="26" y="267"/>
                      <a:pt x="26" y="269"/>
                    </a:cubicBezTo>
                    <a:cubicBezTo>
                      <a:pt x="26" y="272"/>
                      <a:pt x="25" y="275"/>
                      <a:pt x="25" y="275"/>
                    </a:cubicBezTo>
                    <a:cubicBezTo>
                      <a:pt x="25" y="275"/>
                      <a:pt x="25" y="275"/>
                      <a:pt x="24" y="275"/>
                    </a:cubicBezTo>
                    <a:cubicBezTo>
                      <a:pt x="23" y="275"/>
                      <a:pt x="21" y="274"/>
                      <a:pt x="19" y="270"/>
                    </a:cubicBezTo>
                    <a:cubicBezTo>
                      <a:pt x="19" y="268"/>
                      <a:pt x="18" y="266"/>
                      <a:pt x="18" y="264"/>
                    </a:cubicBezTo>
                    <a:cubicBezTo>
                      <a:pt x="18" y="261"/>
                      <a:pt x="19" y="259"/>
                      <a:pt x="20" y="258"/>
                    </a:cubicBezTo>
                    <a:moveTo>
                      <a:pt x="14" y="284"/>
                    </a:moveTo>
                    <a:cubicBezTo>
                      <a:pt x="14" y="283"/>
                      <a:pt x="14" y="283"/>
                      <a:pt x="15" y="283"/>
                    </a:cubicBezTo>
                    <a:cubicBezTo>
                      <a:pt x="16" y="283"/>
                      <a:pt x="18" y="285"/>
                      <a:pt x="20" y="288"/>
                    </a:cubicBezTo>
                    <a:cubicBezTo>
                      <a:pt x="21" y="290"/>
                      <a:pt x="21" y="293"/>
                      <a:pt x="21" y="295"/>
                    </a:cubicBezTo>
                    <a:cubicBezTo>
                      <a:pt x="21" y="297"/>
                      <a:pt x="20" y="300"/>
                      <a:pt x="20" y="300"/>
                    </a:cubicBezTo>
                    <a:cubicBezTo>
                      <a:pt x="20" y="301"/>
                      <a:pt x="20" y="301"/>
                      <a:pt x="19" y="301"/>
                    </a:cubicBezTo>
                    <a:cubicBezTo>
                      <a:pt x="18" y="301"/>
                      <a:pt x="16" y="299"/>
                      <a:pt x="14" y="296"/>
                    </a:cubicBezTo>
                    <a:cubicBezTo>
                      <a:pt x="13" y="294"/>
                      <a:pt x="13" y="291"/>
                      <a:pt x="13" y="289"/>
                    </a:cubicBezTo>
                    <a:cubicBezTo>
                      <a:pt x="13" y="286"/>
                      <a:pt x="13" y="284"/>
                      <a:pt x="14" y="284"/>
                    </a:cubicBezTo>
                    <a:moveTo>
                      <a:pt x="10" y="310"/>
                    </a:moveTo>
                    <a:cubicBezTo>
                      <a:pt x="10" y="310"/>
                      <a:pt x="10" y="310"/>
                      <a:pt x="10" y="310"/>
                    </a:cubicBezTo>
                    <a:cubicBezTo>
                      <a:pt x="10" y="309"/>
                      <a:pt x="10" y="309"/>
                      <a:pt x="10" y="309"/>
                    </a:cubicBezTo>
                    <a:cubicBezTo>
                      <a:pt x="12" y="309"/>
                      <a:pt x="14" y="310"/>
                      <a:pt x="16" y="314"/>
                    </a:cubicBezTo>
                    <a:cubicBezTo>
                      <a:pt x="17" y="316"/>
                      <a:pt x="18" y="319"/>
                      <a:pt x="17" y="322"/>
                    </a:cubicBezTo>
                    <a:cubicBezTo>
                      <a:pt x="17" y="324"/>
                      <a:pt x="17" y="325"/>
                      <a:pt x="17" y="326"/>
                    </a:cubicBezTo>
                    <a:cubicBezTo>
                      <a:pt x="17" y="326"/>
                      <a:pt x="16" y="326"/>
                      <a:pt x="16" y="326"/>
                    </a:cubicBezTo>
                    <a:cubicBezTo>
                      <a:pt x="15" y="326"/>
                      <a:pt x="12" y="325"/>
                      <a:pt x="11" y="322"/>
                    </a:cubicBezTo>
                    <a:cubicBezTo>
                      <a:pt x="9" y="319"/>
                      <a:pt x="9" y="316"/>
                      <a:pt x="9" y="313"/>
                    </a:cubicBezTo>
                    <a:cubicBezTo>
                      <a:pt x="9" y="312"/>
                      <a:pt x="9" y="310"/>
                      <a:pt x="10" y="310"/>
                    </a:cubicBezTo>
                    <a:moveTo>
                      <a:pt x="7" y="334"/>
                    </a:moveTo>
                    <a:cubicBezTo>
                      <a:pt x="7" y="334"/>
                      <a:pt x="7" y="334"/>
                      <a:pt x="7" y="334"/>
                    </a:cubicBezTo>
                    <a:cubicBezTo>
                      <a:pt x="7" y="334"/>
                      <a:pt x="7" y="334"/>
                      <a:pt x="8" y="334"/>
                    </a:cubicBezTo>
                    <a:cubicBezTo>
                      <a:pt x="9" y="334"/>
                      <a:pt x="12" y="335"/>
                      <a:pt x="13" y="338"/>
                    </a:cubicBezTo>
                    <a:cubicBezTo>
                      <a:pt x="15" y="340"/>
                      <a:pt x="16" y="344"/>
                      <a:pt x="16" y="347"/>
                    </a:cubicBezTo>
                    <a:cubicBezTo>
                      <a:pt x="16" y="348"/>
                      <a:pt x="15" y="350"/>
                      <a:pt x="15" y="350"/>
                    </a:cubicBezTo>
                    <a:cubicBezTo>
                      <a:pt x="15" y="350"/>
                      <a:pt x="15" y="350"/>
                      <a:pt x="14" y="350"/>
                    </a:cubicBezTo>
                    <a:cubicBezTo>
                      <a:pt x="13" y="350"/>
                      <a:pt x="10" y="349"/>
                      <a:pt x="9" y="346"/>
                    </a:cubicBezTo>
                    <a:cubicBezTo>
                      <a:pt x="7" y="344"/>
                      <a:pt x="6" y="340"/>
                      <a:pt x="6" y="337"/>
                    </a:cubicBezTo>
                    <a:cubicBezTo>
                      <a:pt x="6" y="336"/>
                      <a:pt x="7" y="334"/>
                      <a:pt x="7" y="334"/>
                    </a:cubicBezTo>
                    <a:moveTo>
                      <a:pt x="6" y="360"/>
                    </a:moveTo>
                    <a:cubicBezTo>
                      <a:pt x="6" y="360"/>
                      <a:pt x="6" y="360"/>
                      <a:pt x="7" y="360"/>
                    </a:cubicBezTo>
                    <a:cubicBezTo>
                      <a:pt x="8" y="360"/>
                      <a:pt x="11" y="361"/>
                      <a:pt x="12" y="364"/>
                    </a:cubicBezTo>
                    <a:cubicBezTo>
                      <a:pt x="14" y="367"/>
                      <a:pt x="15" y="371"/>
                      <a:pt x="15" y="373"/>
                    </a:cubicBezTo>
                    <a:cubicBezTo>
                      <a:pt x="15" y="375"/>
                      <a:pt x="15" y="375"/>
                      <a:pt x="15" y="376"/>
                    </a:cubicBezTo>
                    <a:cubicBezTo>
                      <a:pt x="15" y="376"/>
                      <a:pt x="14" y="376"/>
                      <a:pt x="14" y="376"/>
                    </a:cubicBezTo>
                    <a:cubicBezTo>
                      <a:pt x="12" y="376"/>
                      <a:pt x="10" y="375"/>
                      <a:pt x="8" y="373"/>
                    </a:cubicBezTo>
                    <a:cubicBezTo>
                      <a:pt x="6" y="370"/>
                      <a:pt x="5" y="366"/>
                      <a:pt x="5" y="363"/>
                    </a:cubicBezTo>
                    <a:cubicBezTo>
                      <a:pt x="5" y="362"/>
                      <a:pt x="6" y="361"/>
                      <a:pt x="6" y="360"/>
                    </a:cubicBezTo>
                    <a:moveTo>
                      <a:pt x="6" y="387"/>
                    </a:moveTo>
                    <a:cubicBezTo>
                      <a:pt x="6" y="386"/>
                      <a:pt x="6" y="386"/>
                      <a:pt x="7" y="386"/>
                    </a:cubicBezTo>
                    <a:cubicBezTo>
                      <a:pt x="9" y="386"/>
                      <a:pt x="11" y="387"/>
                      <a:pt x="13" y="389"/>
                    </a:cubicBezTo>
                    <a:cubicBezTo>
                      <a:pt x="15" y="392"/>
                      <a:pt x="16" y="397"/>
                      <a:pt x="16" y="400"/>
                    </a:cubicBezTo>
                    <a:cubicBezTo>
                      <a:pt x="16" y="400"/>
                      <a:pt x="16" y="401"/>
                      <a:pt x="16" y="401"/>
                    </a:cubicBezTo>
                    <a:cubicBezTo>
                      <a:pt x="16" y="402"/>
                      <a:pt x="15" y="402"/>
                      <a:pt x="15" y="402"/>
                    </a:cubicBezTo>
                    <a:cubicBezTo>
                      <a:pt x="13" y="402"/>
                      <a:pt x="11" y="401"/>
                      <a:pt x="9" y="399"/>
                    </a:cubicBezTo>
                    <a:cubicBezTo>
                      <a:pt x="7" y="396"/>
                      <a:pt x="6" y="391"/>
                      <a:pt x="6" y="388"/>
                    </a:cubicBezTo>
                    <a:cubicBezTo>
                      <a:pt x="6" y="387"/>
                      <a:pt x="6" y="387"/>
                      <a:pt x="6" y="387"/>
                    </a:cubicBezTo>
                    <a:moveTo>
                      <a:pt x="8" y="412"/>
                    </a:moveTo>
                    <a:cubicBezTo>
                      <a:pt x="8" y="412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9" y="411"/>
                    </a:cubicBezTo>
                    <a:cubicBezTo>
                      <a:pt x="11" y="411"/>
                      <a:pt x="13" y="412"/>
                      <a:pt x="15" y="414"/>
                    </a:cubicBezTo>
                    <a:cubicBezTo>
                      <a:pt x="17" y="417"/>
                      <a:pt x="19" y="422"/>
                      <a:pt x="19" y="424"/>
                    </a:cubicBezTo>
                    <a:cubicBezTo>
                      <a:pt x="19" y="425"/>
                      <a:pt x="18" y="425"/>
                      <a:pt x="18" y="426"/>
                    </a:cubicBezTo>
                    <a:cubicBezTo>
                      <a:pt x="18" y="426"/>
                      <a:pt x="18" y="426"/>
                      <a:pt x="17" y="426"/>
                    </a:cubicBezTo>
                    <a:cubicBezTo>
                      <a:pt x="16" y="426"/>
                      <a:pt x="14" y="425"/>
                      <a:pt x="12" y="423"/>
                    </a:cubicBezTo>
                    <a:cubicBezTo>
                      <a:pt x="9" y="420"/>
                      <a:pt x="8" y="415"/>
                      <a:pt x="8" y="412"/>
                    </a:cubicBezTo>
                    <a:moveTo>
                      <a:pt x="16" y="449"/>
                    </a:moveTo>
                    <a:cubicBezTo>
                      <a:pt x="13" y="446"/>
                      <a:pt x="11" y="441"/>
                      <a:pt x="11" y="438"/>
                    </a:cubicBezTo>
                    <a:cubicBezTo>
                      <a:pt x="11" y="438"/>
                      <a:pt x="11" y="437"/>
                      <a:pt x="11" y="437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1" y="437"/>
                      <a:pt x="12" y="437"/>
                      <a:pt x="13" y="437"/>
                    </a:cubicBezTo>
                    <a:cubicBezTo>
                      <a:pt x="14" y="437"/>
                      <a:pt x="16" y="437"/>
                      <a:pt x="18" y="439"/>
                    </a:cubicBezTo>
                    <a:cubicBezTo>
                      <a:pt x="21" y="442"/>
                      <a:pt x="23" y="448"/>
                      <a:pt x="23" y="450"/>
                    </a:cubicBezTo>
                    <a:cubicBezTo>
                      <a:pt x="23" y="450"/>
                      <a:pt x="23" y="451"/>
                      <a:pt x="23" y="451"/>
                    </a:cubicBezTo>
                    <a:cubicBezTo>
                      <a:pt x="23" y="451"/>
                      <a:pt x="22" y="451"/>
                      <a:pt x="21" y="451"/>
                    </a:cubicBezTo>
                    <a:cubicBezTo>
                      <a:pt x="20" y="451"/>
                      <a:pt x="18" y="451"/>
                      <a:pt x="16" y="449"/>
                    </a:cubicBezTo>
                    <a:moveTo>
                      <a:pt x="21" y="474"/>
                    </a:moveTo>
                    <a:cubicBezTo>
                      <a:pt x="18" y="471"/>
                      <a:pt x="16" y="466"/>
                      <a:pt x="16" y="464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7" y="462"/>
                      <a:pt x="17" y="462"/>
                      <a:pt x="18" y="462"/>
                    </a:cubicBezTo>
                    <a:cubicBezTo>
                      <a:pt x="19" y="462"/>
                      <a:pt x="21" y="463"/>
                      <a:pt x="23" y="465"/>
                    </a:cubicBezTo>
                    <a:cubicBezTo>
                      <a:pt x="27" y="468"/>
                      <a:pt x="28" y="473"/>
                      <a:pt x="28" y="475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7"/>
                      <a:pt x="27" y="477"/>
                      <a:pt x="27" y="477"/>
                    </a:cubicBezTo>
                    <a:cubicBezTo>
                      <a:pt x="25" y="477"/>
                      <a:pt x="23" y="476"/>
                      <a:pt x="21" y="474"/>
                    </a:cubicBezTo>
                    <a:moveTo>
                      <a:pt x="28" y="498"/>
                    </a:moveTo>
                    <a:cubicBezTo>
                      <a:pt x="24" y="495"/>
                      <a:pt x="22" y="490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3" y="486"/>
                    </a:cubicBezTo>
                    <a:cubicBezTo>
                      <a:pt x="23" y="486"/>
                      <a:pt x="23" y="486"/>
                      <a:pt x="24" y="486"/>
                    </a:cubicBezTo>
                    <a:cubicBezTo>
                      <a:pt x="26" y="486"/>
                      <a:pt x="27" y="487"/>
                      <a:pt x="29" y="488"/>
                    </a:cubicBezTo>
                    <a:cubicBezTo>
                      <a:pt x="31" y="490"/>
                      <a:pt x="33" y="492"/>
                      <a:pt x="34" y="494"/>
                    </a:cubicBezTo>
                    <a:cubicBezTo>
                      <a:pt x="35" y="496"/>
                      <a:pt x="35" y="498"/>
                      <a:pt x="35" y="499"/>
                    </a:cubicBezTo>
                    <a:cubicBezTo>
                      <a:pt x="35" y="499"/>
                      <a:pt x="35" y="499"/>
                      <a:pt x="35" y="499"/>
                    </a:cubicBezTo>
                    <a:cubicBezTo>
                      <a:pt x="35" y="499"/>
                      <a:pt x="35" y="499"/>
                      <a:pt x="35" y="500"/>
                    </a:cubicBezTo>
                    <a:cubicBezTo>
                      <a:pt x="34" y="500"/>
                      <a:pt x="34" y="500"/>
                      <a:pt x="33" y="500"/>
                    </a:cubicBezTo>
                    <a:cubicBezTo>
                      <a:pt x="32" y="500"/>
                      <a:pt x="30" y="499"/>
                      <a:pt x="28" y="498"/>
                    </a:cubicBezTo>
                    <a:moveTo>
                      <a:pt x="37" y="523"/>
                    </a:moveTo>
                    <a:cubicBezTo>
                      <a:pt x="35" y="521"/>
                      <a:pt x="33" y="519"/>
                      <a:pt x="32" y="517"/>
                    </a:cubicBezTo>
                    <a:cubicBezTo>
                      <a:pt x="31" y="515"/>
                      <a:pt x="30" y="513"/>
                      <a:pt x="30" y="512"/>
                    </a:cubicBezTo>
                    <a:cubicBezTo>
                      <a:pt x="30" y="512"/>
                      <a:pt x="30" y="512"/>
                      <a:pt x="30" y="512"/>
                    </a:cubicBezTo>
                    <a:cubicBezTo>
                      <a:pt x="30" y="512"/>
                      <a:pt x="30" y="512"/>
                      <a:pt x="31" y="511"/>
                    </a:cubicBezTo>
                    <a:cubicBezTo>
                      <a:pt x="31" y="511"/>
                      <a:pt x="32" y="511"/>
                      <a:pt x="33" y="511"/>
                    </a:cubicBezTo>
                    <a:cubicBezTo>
                      <a:pt x="34" y="511"/>
                      <a:pt x="36" y="512"/>
                      <a:pt x="37" y="513"/>
                    </a:cubicBezTo>
                    <a:cubicBezTo>
                      <a:pt x="39" y="514"/>
                      <a:pt x="41" y="516"/>
                      <a:pt x="42" y="518"/>
                    </a:cubicBezTo>
                    <a:cubicBezTo>
                      <a:pt x="43" y="520"/>
                      <a:pt x="44" y="522"/>
                      <a:pt x="44" y="523"/>
                    </a:cubicBezTo>
                    <a:cubicBezTo>
                      <a:pt x="44" y="523"/>
                      <a:pt x="44" y="523"/>
                      <a:pt x="44" y="523"/>
                    </a:cubicBezTo>
                    <a:cubicBezTo>
                      <a:pt x="44" y="523"/>
                      <a:pt x="44" y="524"/>
                      <a:pt x="44" y="524"/>
                    </a:cubicBezTo>
                    <a:cubicBezTo>
                      <a:pt x="43" y="524"/>
                      <a:pt x="42" y="524"/>
                      <a:pt x="42" y="524"/>
                    </a:cubicBezTo>
                    <a:cubicBezTo>
                      <a:pt x="40" y="524"/>
                      <a:pt x="39" y="524"/>
                      <a:pt x="37" y="523"/>
                    </a:cubicBezTo>
                    <a:moveTo>
                      <a:pt x="47" y="546"/>
                    </a:moveTo>
                    <a:cubicBezTo>
                      <a:pt x="45" y="545"/>
                      <a:pt x="43" y="543"/>
                      <a:pt x="42" y="541"/>
                    </a:cubicBezTo>
                    <a:cubicBezTo>
                      <a:pt x="40" y="539"/>
                      <a:pt x="40" y="537"/>
                      <a:pt x="40" y="537"/>
                    </a:cubicBezTo>
                    <a:cubicBezTo>
                      <a:pt x="40" y="537"/>
                      <a:pt x="40" y="537"/>
                      <a:pt x="40" y="537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1" y="535"/>
                      <a:pt x="42" y="535"/>
                      <a:pt x="42" y="535"/>
                    </a:cubicBezTo>
                    <a:cubicBezTo>
                      <a:pt x="42" y="535"/>
                      <a:pt x="42" y="535"/>
                      <a:pt x="42" y="535"/>
                    </a:cubicBezTo>
                    <a:cubicBezTo>
                      <a:pt x="44" y="535"/>
                      <a:pt x="45" y="536"/>
                      <a:pt x="47" y="537"/>
                    </a:cubicBezTo>
                    <a:cubicBezTo>
                      <a:pt x="49" y="538"/>
                      <a:pt x="51" y="540"/>
                      <a:pt x="52" y="542"/>
                    </a:cubicBezTo>
                    <a:cubicBezTo>
                      <a:pt x="54" y="544"/>
                      <a:pt x="54" y="546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3" y="548"/>
                      <a:pt x="53" y="548"/>
                      <a:pt x="52" y="548"/>
                    </a:cubicBezTo>
                    <a:cubicBezTo>
                      <a:pt x="50" y="548"/>
                      <a:pt x="49" y="547"/>
                      <a:pt x="47" y="546"/>
                    </a:cubicBezTo>
                    <a:close/>
                    <a:moveTo>
                      <a:pt x="58" y="568"/>
                    </a:moveTo>
                    <a:cubicBezTo>
                      <a:pt x="56" y="567"/>
                      <a:pt x="54" y="565"/>
                      <a:pt x="53" y="563"/>
                    </a:cubicBezTo>
                    <a:cubicBezTo>
                      <a:pt x="51" y="561"/>
                      <a:pt x="50" y="559"/>
                      <a:pt x="50" y="559"/>
                    </a:cubicBezTo>
                    <a:cubicBezTo>
                      <a:pt x="50" y="559"/>
                      <a:pt x="50" y="559"/>
                      <a:pt x="50" y="559"/>
                    </a:cubicBezTo>
                    <a:cubicBezTo>
                      <a:pt x="50" y="559"/>
                      <a:pt x="50" y="558"/>
                      <a:pt x="51" y="558"/>
                    </a:cubicBezTo>
                    <a:cubicBezTo>
                      <a:pt x="51" y="558"/>
                      <a:pt x="52" y="557"/>
                      <a:pt x="53" y="557"/>
                    </a:cubicBezTo>
                    <a:cubicBezTo>
                      <a:pt x="55" y="557"/>
                      <a:pt x="56" y="558"/>
                      <a:pt x="58" y="559"/>
                    </a:cubicBezTo>
                    <a:cubicBezTo>
                      <a:pt x="60" y="560"/>
                      <a:pt x="62" y="562"/>
                      <a:pt x="63" y="564"/>
                    </a:cubicBezTo>
                    <a:cubicBezTo>
                      <a:pt x="65" y="565"/>
                      <a:pt x="65" y="567"/>
                      <a:pt x="66" y="568"/>
                    </a:cubicBezTo>
                    <a:cubicBezTo>
                      <a:pt x="66" y="568"/>
                      <a:pt x="66" y="568"/>
                      <a:pt x="66" y="568"/>
                    </a:cubicBezTo>
                    <a:cubicBezTo>
                      <a:pt x="66" y="568"/>
                      <a:pt x="65" y="569"/>
                      <a:pt x="65" y="569"/>
                    </a:cubicBezTo>
                    <a:cubicBezTo>
                      <a:pt x="64" y="569"/>
                      <a:pt x="64" y="570"/>
                      <a:pt x="62" y="570"/>
                    </a:cubicBezTo>
                    <a:cubicBezTo>
                      <a:pt x="61" y="569"/>
                      <a:pt x="60" y="569"/>
                      <a:pt x="58" y="568"/>
                    </a:cubicBezTo>
                    <a:moveTo>
                      <a:pt x="72" y="591"/>
                    </a:moveTo>
                    <a:cubicBezTo>
                      <a:pt x="72" y="591"/>
                      <a:pt x="72" y="591"/>
                      <a:pt x="72" y="591"/>
                    </a:cubicBezTo>
                    <a:cubicBezTo>
                      <a:pt x="70" y="590"/>
                      <a:pt x="67" y="588"/>
                      <a:pt x="66" y="586"/>
                    </a:cubicBezTo>
                    <a:cubicBezTo>
                      <a:pt x="64" y="584"/>
                      <a:pt x="63" y="583"/>
                      <a:pt x="63" y="582"/>
                    </a:cubicBezTo>
                    <a:cubicBezTo>
                      <a:pt x="63" y="582"/>
                      <a:pt x="63" y="582"/>
                      <a:pt x="63" y="582"/>
                    </a:cubicBezTo>
                    <a:cubicBezTo>
                      <a:pt x="63" y="582"/>
                      <a:pt x="63" y="581"/>
                      <a:pt x="64" y="581"/>
                    </a:cubicBezTo>
                    <a:cubicBezTo>
                      <a:pt x="64" y="580"/>
                      <a:pt x="65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8" y="580"/>
                      <a:pt x="69" y="580"/>
                      <a:pt x="70" y="581"/>
                    </a:cubicBezTo>
                    <a:cubicBezTo>
                      <a:pt x="73" y="582"/>
                      <a:pt x="75" y="584"/>
                      <a:pt x="76" y="586"/>
                    </a:cubicBezTo>
                    <a:cubicBezTo>
                      <a:pt x="78" y="587"/>
                      <a:pt x="79" y="589"/>
                      <a:pt x="79" y="590"/>
                    </a:cubicBezTo>
                    <a:cubicBezTo>
                      <a:pt x="79" y="590"/>
                      <a:pt x="79" y="590"/>
                      <a:pt x="79" y="590"/>
                    </a:cubicBezTo>
                    <a:cubicBezTo>
                      <a:pt x="79" y="590"/>
                      <a:pt x="79" y="591"/>
                      <a:pt x="78" y="591"/>
                    </a:cubicBezTo>
                    <a:cubicBezTo>
                      <a:pt x="78" y="591"/>
                      <a:pt x="77" y="592"/>
                      <a:pt x="76" y="592"/>
                    </a:cubicBezTo>
                    <a:cubicBezTo>
                      <a:pt x="74" y="592"/>
                      <a:pt x="73" y="591"/>
                      <a:pt x="72" y="591"/>
                    </a:cubicBezTo>
                    <a:moveTo>
                      <a:pt x="90" y="613"/>
                    </a:moveTo>
                    <a:cubicBezTo>
                      <a:pt x="89" y="613"/>
                      <a:pt x="88" y="613"/>
                      <a:pt x="87" y="612"/>
                    </a:cubicBezTo>
                    <a:cubicBezTo>
                      <a:pt x="84" y="611"/>
                      <a:pt x="82" y="610"/>
                      <a:pt x="80" y="608"/>
                    </a:cubicBezTo>
                    <a:cubicBezTo>
                      <a:pt x="79" y="606"/>
                      <a:pt x="78" y="604"/>
                      <a:pt x="78" y="604"/>
                    </a:cubicBezTo>
                    <a:cubicBezTo>
                      <a:pt x="78" y="604"/>
                      <a:pt x="78" y="604"/>
                      <a:pt x="78" y="604"/>
                    </a:cubicBezTo>
                    <a:cubicBezTo>
                      <a:pt x="78" y="603"/>
                      <a:pt x="78" y="603"/>
                      <a:pt x="78" y="603"/>
                    </a:cubicBezTo>
                    <a:cubicBezTo>
                      <a:pt x="79" y="602"/>
                      <a:pt x="80" y="602"/>
                      <a:pt x="82" y="602"/>
                    </a:cubicBezTo>
                    <a:cubicBezTo>
                      <a:pt x="82" y="602"/>
                      <a:pt x="82" y="602"/>
                      <a:pt x="82" y="602"/>
                    </a:cubicBezTo>
                    <a:cubicBezTo>
                      <a:pt x="83" y="602"/>
                      <a:pt x="84" y="602"/>
                      <a:pt x="85" y="603"/>
                    </a:cubicBezTo>
                    <a:cubicBezTo>
                      <a:pt x="87" y="603"/>
                      <a:pt x="89" y="605"/>
                      <a:pt x="91" y="607"/>
                    </a:cubicBezTo>
                    <a:cubicBezTo>
                      <a:pt x="93" y="608"/>
                      <a:pt x="94" y="610"/>
                      <a:pt x="94" y="611"/>
                    </a:cubicBezTo>
                    <a:cubicBezTo>
                      <a:pt x="94" y="611"/>
                      <a:pt x="94" y="611"/>
                      <a:pt x="94" y="611"/>
                    </a:cubicBezTo>
                    <a:cubicBezTo>
                      <a:pt x="94" y="611"/>
                      <a:pt x="94" y="612"/>
                      <a:pt x="93" y="612"/>
                    </a:cubicBezTo>
                    <a:cubicBezTo>
                      <a:pt x="92" y="612"/>
                      <a:pt x="91" y="613"/>
                      <a:pt x="90" y="613"/>
                    </a:cubicBezTo>
                    <a:moveTo>
                      <a:pt x="108" y="631"/>
                    </a:moveTo>
                    <a:cubicBezTo>
                      <a:pt x="108" y="631"/>
                      <a:pt x="106" y="632"/>
                      <a:pt x="105" y="632"/>
                    </a:cubicBezTo>
                    <a:cubicBezTo>
                      <a:pt x="104" y="632"/>
                      <a:pt x="103" y="631"/>
                      <a:pt x="102" y="631"/>
                    </a:cubicBezTo>
                    <a:cubicBezTo>
                      <a:pt x="100" y="631"/>
                      <a:pt x="98" y="629"/>
                      <a:pt x="96" y="628"/>
                    </a:cubicBezTo>
                    <a:cubicBezTo>
                      <a:pt x="94" y="626"/>
                      <a:pt x="93" y="624"/>
                      <a:pt x="93" y="624"/>
                    </a:cubicBezTo>
                    <a:cubicBezTo>
                      <a:pt x="93" y="624"/>
                      <a:pt x="93" y="623"/>
                      <a:pt x="93" y="623"/>
                    </a:cubicBezTo>
                    <a:cubicBezTo>
                      <a:pt x="93" y="623"/>
                      <a:pt x="93" y="623"/>
                      <a:pt x="93" y="622"/>
                    </a:cubicBezTo>
                    <a:cubicBezTo>
                      <a:pt x="94" y="622"/>
                      <a:pt x="95" y="621"/>
                      <a:pt x="97" y="621"/>
                    </a:cubicBezTo>
                    <a:cubicBezTo>
                      <a:pt x="98" y="621"/>
                      <a:pt x="99" y="622"/>
                      <a:pt x="100" y="622"/>
                    </a:cubicBezTo>
                    <a:cubicBezTo>
                      <a:pt x="102" y="622"/>
                      <a:pt x="104" y="624"/>
                      <a:pt x="106" y="625"/>
                    </a:cubicBezTo>
                    <a:cubicBezTo>
                      <a:pt x="108" y="627"/>
                      <a:pt x="109" y="629"/>
                      <a:pt x="109" y="629"/>
                    </a:cubicBezTo>
                    <a:cubicBezTo>
                      <a:pt x="109" y="629"/>
                      <a:pt x="109" y="629"/>
                      <a:pt x="109" y="630"/>
                    </a:cubicBezTo>
                    <a:cubicBezTo>
                      <a:pt x="109" y="630"/>
                      <a:pt x="109" y="630"/>
                      <a:pt x="108" y="631"/>
                    </a:cubicBezTo>
                    <a:moveTo>
                      <a:pt x="127" y="648"/>
                    </a:moveTo>
                    <a:cubicBezTo>
                      <a:pt x="127" y="648"/>
                      <a:pt x="127" y="649"/>
                      <a:pt x="126" y="649"/>
                    </a:cubicBezTo>
                    <a:cubicBezTo>
                      <a:pt x="125" y="650"/>
                      <a:pt x="124" y="650"/>
                      <a:pt x="122" y="650"/>
                    </a:cubicBezTo>
                    <a:cubicBezTo>
                      <a:pt x="122" y="650"/>
                      <a:pt x="121" y="650"/>
                      <a:pt x="121" y="650"/>
                    </a:cubicBezTo>
                    <a:cubicBezTo>
                      <a:pt x="120" y="650"/>
                      <a:pt x="120" y="650"/>
                      <a:pt x="120" y="650"/>
                    </a:cubicBezTo>
                    <a:cubicBezTo>
                      <a:pt x="118" y="650"/>
                      <a:pt x="115" y="648"/>
                      <a:pt x="113" y="647"/>
                    </a:cubicBezTo>
                    <a:cubicBezTo>
                      <a:pt x="112" y="646"/>
                      <a:pt x="110" y="644"/>
                      <a:pt x="110" y="643"/>
                    </a:cubicBezTo>
                    <a:cubicBezTo>
                      <a:pt x="110" y="643"/>
                      <a:pt x="110" y="643"/>
                      <a:pt x="110" y="643"/>
                    </a:cubicBezTo>
                    <a:cubicBezTo>
                      <a:pt x="110" y="643"/>
                      <a:pt x="110" y="642"/>
                      <a:pt x="111" y="642"/>
                    </a:cubicBezTo>
                    <a:cubicBezTo>
                      <a:pt x="112" y="641"/>
                      <a:pt x="113" y="641"/>
                      <a:pt x="115" y="641"/>
                    </a:cubicBezTo>
                    <a:cubicBezTo>
                      <a:pt x="116" y="641"/>
                      <a:pt x="116" y="641"/>
                      <a:pt x="117" y="641"/>
                    </a:cubicBezTo>
                    <a:cubicBezTo>
                      <a:pt x="119" y="641"/>
                      <a:pt x="122" y="643"/>
                      <a:pt x="124" y="644"/>
                    </a:cubicBezTo>
                    <a:cubicBezTo>
                      <a:pt x="126" y="645"/>
                      <a:pt x="127" y="647"/>
                      <a:pt x="127" y="648"/>
                    </a:cubicBezTo>
                    <a:close/>
                    <a:moveTo>
                      <a:pt x="145" y="666"/>
                    </a:moveTo>
                    <a:cubicBezTo>
                      <a:pt x="144" y="667"/>
                      <a:pt x="143" y="668"/>
                      <a:pt x="141" y="667"/>
                    </a:cubicBezTo>
                    <a:cubicBezTo>
                      <a:pt x="140" y="667"/>
                      <a:pt x="140" y="667"/>
                      <a:pt x="140" y="667"/>
                    </a:cubicBezTo>
                    <a:cubicBezTo>
                      <a:pt x="137" y="667"/>
                      <a:pt x="135" y="666"/>
                      <a:pt x="133" y="665"/>
                    </a:cubicBezTo>
                    <a:cubicBezTo>
                      <a:pt x="131" y="664"/>
                      <a:pt x="129" y="662"/>
                      <a:pt x="129" y="661"/>
                    </a:cubicBezTo>
                    <a:cubicBezTo>
                      <a:pt x="129" y="661"/>
                      <a:pt x="129" y="661"/>
                      <a:pt x="129" y="661"/>
                    </a:cubicBezTo>
                    <a:cubicBezTo>
                      <a:pt x="129" y="661"/>
                      <a:pt x="129" y="660"/>
                      <a:pt x="130" y="660"/>
                    </a:cubicBezTo>
                    <a:cubicBezTo>
                      <a:pt x="131" y="659"/>
                      <a:pt x="133" y="658"/>
                      <a:pt x="135" y="659"/>
                    </a:cubicBezTo>
                    <a:cubicBezTo>
                      <a:pt x="135" y="659"/>
                      <a:pt x="135" y="659"/>
                      <a:pt x="136" y="659"/>
                    </a:cubicBezTo>
                    <a:cubicBezTo>
                      <a:pt x="138" y="659"/>
                      <a:pt x="141" y="660"/>
                      <a:pt x="143" y="661"/>
                    </a:cubicBezTo>
                    <a:cubicBezTo>
                      <a:pt x="145" y="662"/>
                      <a:pt x="146" y="664"/>
                      <a:pt x="147" y="665"/>
                    </a:cubicBezTo>
                    <a:cubicBezTo>
                      <a:pt x="147" y="665"/>
                      <a:pt x="147" y="665"/>
                      <a:pt x="147" y="665"/>
                    </a:cubicBezTo>
                    <a:cubicBezTo>
                      <a:pt x="147" y="665"/>
                      <a:pt x="146" y="666"/>
                      <a:pt x="145" y="666"/>
                    </a:cubicBezTo>
                    <a:moveTo>
                      <a:pt x="165" y="681"/>
                    </a:moveTo>
                    <a:cubicBezTo>
                      <a:pt x="164" y="682"/>
                      <a:pt x="162" y="682"/>
                      <a:pt x="160" y="682"/>
                    </a:cubicBezTo>
                    <a:cubicBezTo>
                      <a:pt x="160" y="682"/>
                      <a:pt x="160" y="682"/>
                      <a:pt x="160" y="682"/>
                    </a:cubicBezTo>
                    <a:cubicBezTo>
                      <a:pt x="157" y="682"/>
                      <a:pt x="154" y="681"/>
                      <a:pt x="152" y="680"/>
                    </a:cubicBezTo>
                    <a:cubicBezTo>
                      <a:pt x="150" y="679"/>
                      <a:pt x="149" y="678"/>
                      <a:pt x="148" y="677"/>
                    </a:cubicBezTo>
                    <a:cubicBezTo>
                      <a:pt x="148" y="677"/>
                      <a:pt x="148" y="677"/>
                      <a:pt x="148" y="677"/>
                    </a:cubicBezTo>
                    <a:cubicBezTo>
                      <a:pt x="148" y="676"/>
                      <a:pt x="149" y="676"/>
                      <a:pt x="150" y="675"/>
                    </a:cubicBezTo>
                    <a:cubicBezTo>
                      <a:pt x="151" y="674"/>
                      <a:pt x="153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7" y="674"/>
                      <a:pt x="160" y="675"/>
                      <a:pt x="162" y="676"/>
                    </a:cubicBezTo>
                    <a:cubicBezTo>
                      <a:pt x="164" y="677"/>
                      <a:pt x="166" y="678"/>
                      <a:pt x="166" y="679"/>
                    </a:cubicBezTo>
                    <a:cubicBezTo>
                      <a:pt x="166" y="679"/>
                      <a:pt x="166" y="679"/>
                      <a:pt x="166" y="679"/>
                    </a:cubicBezTo>
                    <a:cubicBezTo>
                      <a:pt x="166" y="679"/>
                      <a:pt x="166" y="680"/>
                      <a:pt x="165" y="681"/>
                    </a:cubicBezTo>
                    <a:moveTo>
                      <a:pt x="187" y="694"/>
                    </a:moveTo>
                    <a:cubicBezTo>
                      <a:pt x="186" y="695"/>
                      <a:pt x="184" y="696"/>
                      <a:pt x="182" y="696"/>
                    </a:cubicBezTo>
                    <a:cubicBezTo>
                      <a:pt x="182" y="696"/>
                      <a:pt x="182" y="696"/>
                      <a:pt x="182" y="696"/>
                    </a:cubicBezTo>
                    <a:cubicBezTo>
                      <a:pt x="181" y="696"/>
                      <a:pt x="181" y="696"/>
                      <a:pt x="180" y="696"/>
                    </a:cubicBezTo>
                    <a:cubicBezTo>
                      <a:pt x="178" y="696"/>
                      <a:pt x="176" y="695"/>
                      <a:pt x="174" y="694"/>
                    </a:cubicBezTo>
                    <a:cubicBezTo>
                      <a:pt x="172" y="694"/>
                      <a:pt x="170" y="692"/>
                      <a:pt x="170" y="692"/>
                    </a:cubicBezTo>
                    <a:cubicBezTo>
                      <a:pt x="170" y="692"/>
                      <a:pt x="170" y="692"/>
                      <a:pt x="170" y="692"/>
                    </a:cubicBezTo>
                    <a:cubicBezTo>
                      <a:pt x="170" y="691"/>
                      <a:pt x="170" y="690"/>
                      <a:pt x="171" y="690"/>
                    </a:cubicBezTo>
                    <a:cubicBezTo>
                      <a:pt x="173" y="689"/>
                      <a:pt x="174" y="688"/>
                      <a:pt x="176" y="688"/>
                    </a:cubicBezTo>
                    <a:cubicBezTo>
                      <a:pt x="177" y="688"/>
                      <a:pt x="177" y="688"/>
                      <a:pt x="177" y="688"/>
                    </a:cubicBezTo>
                    <a:cubicBezTo>
                      <a:pt x="179" y="688"/>
                      <a:pt x="182" y="689"/>
                      <a:pt x="184" y="689"/>
                    </a:cubicBezTo>
                    <a:cubicBezTo>
                      <a:pt x="186" y="690"/>
                      <a:pt x="188" y="691"/>
                      <a:pt x="188" y="692"/>
                    </a:cubicBezTo>
                    <a:cubicBezTo>
                      <a:pt x="188" y="692"/>
                      <a:pt x="188" y="692"/>
                      <a:pt x="188" y="692"/>
                    </a:cubicBezTo>
                    <a:cubicBezTo>
                      <a:pt x="188" y="693"/>
                      <a:pt x="188" y="694"/>
                      <a:pt x="187" y="694"/>
                    </a:cubicBezTo>
                    <a:moveTo>
                      <a:pt x="205" y="708"/>
                    </a:moveTo>
                    <a:cubicBezTo>
                      <a:pt x="204" y="708"/>
                      <a:pt x="203" y="708"/>
                      <a:pt x="202" y="708"/>
                    </a:cubicBezTo>
                    <a:cubicBezTo>
                      <a:pt x="200" y="708"/>
                      <a:pt x="198" y="707"/>
                      <a:pt x="197" y="707"/>
                    </a:cubicBezTo>
                    <a:cubicBezTo>
                      <a:pt x="195" y="706"/>
                      <a:pt x="194" y="705"/>
                      <a:pt x="193" y="705"/>
                    </a:cubicBezTo>
                    <a:cubicBezTo>
                      <a:pt x="193" y="705"/>
                      <a:pt x="193" y="704"/>
                      <a:pt x="193" y="704"/>
                    </a:cubicBezTo>
                    <a:cubicBezTo>
                      <a:pt x="193" y="704"/>
                      <a:pt x="193" y="703"/>
                      <a:pt x="194" y="702"/>
                    </a:cubicBezTo>
                    <a:cubicBezTo>
                      <a:pt x="195" y="701"/>
                      <a:pt x="197" y="701"/>
                      <a:pt x="199" y="700"/>
                    </a:cubicBezTo>
                    <a:cubicBezTo>
                      <a:pt x="200" y="700"/>
                      <a:pt x="201" y="700"/>
                      <a:pt x="202" y="700"/>
                    </a:cubicBezTo>
                    <a:cubicBezTo>
                      <a:pt x="204" y="700"/>
                      <a:pt x="206" y="701"/>
                      <a:pt x="208" y="701"/>
                    </a:cubicBezTo>
                    <a:cubicBezTo>
                      <a:pt x="209" y="702"/>
                      <a:pt x="211" y="703"/>
                      <a:pt x="211" y="703"/>
                    </a:cubicBezTo>
                    <a:cubicBezTo>
                      <a:pt x="211" y="703"/>
                      <a:pt x="211" y="703"/>
                      <a:pt x="211" y="703"/>
                    </a:cubicBezTo>
                    <a:cubicBezTo>
                      <a:pt x="211" y="704"/>
                      <a:pt x="209" y="707"/>
                      <a:pt x="205" y="708"/>
                    </a:cubicBezTo>
                    <a:moveTo>
                      <a:pt x="228" y="716"/>
                    </a:moveTo>
                    <a:cubicBezTo>
                      <a:pt x="227" y="717"/>
                      <a:pt x="225" y="717"/>
                      <a:pt x="224" y="717"/>
                    </a:cubicBezTo>
                    <a:cubicBezTo>
                      <a:pt x="222" y="717"/>
                      <a:pt x="220" y="717"/>
                      <a:pt x="219" y="716"/>
                    </a:cubicBezTo>
                    <a:cubicBezTo>
                      <a:pt x="217" y="716"/>
                      <a:pt x="216" y="715"/>
                      <a:pt x="216" y="715"/>
                    </a:cubicBezTo>
                    <a:cubicBezTo>
                      <a:pt x="216" y="715"/>
                      <a:pt x="216" y="714"/>
                      <a:pt x="216" y="714"/>
                    </a:cubicBezTo>
                    <a:cubicBezTo>
                      <a:pt x="216" y="713"/>
                      <a:pt x="218" y="711"/>
                      <a:pt x="221" y="710"/>
                    </a:cubicBezTo>
                    <a:cubicBezTo>
                      <a:pt x="223" y="709"/>
                      <a:pt x="224" y="709"/>
                      <a:pt x="226" y="709"/>
                    </a:cubicBezTo>
                    <a:cubicBezTo>
                      <a:pt x="229" y="709"/>
                      <a:pt x="233" y="710"/>
                      <a:pt x="234" y="711"/>
                    </a:cubicBezTo>
                    <a:cubicBezTo>
                      <a:pt x="234" y="711"/>
                      <a:pt x="234" y="712"/>
                      <a:pt x="234" y="712"/>
                    </a:cubicBezTo>
                    <a:cubicBezTo>
                      <a:pt x="234" y="713"/>
                      <a:pt x="232" y="715"/>
                      <a:pt x="228" y="716"/>
                    </a:cubicBezTo>
                    <a:moveTo>
                      <a:pt x="254" y="723"/>
                    </a:moveTo>
                    <a:cubicBezTo>
                      <a:pt x="252" y="724"/>
                      <a:pt x="249" y="724"/>
                      <a:pt x="247" y="724"/>
                    </a:cubicBezTo>
                    <a:cubicBezTo>
                      <a:pt x="244" y="724"/>
                      <a:pt x="242" y="723"/>
                      <a:pt x="241" y="723"/>
                    </a:cubicBezTo>
                    <a:cubicBezTo>
                      <a:pt x="241" y="723"/>
                      <a:pt x="241" y="723"/>
                      <a:pt x="241" y="722"/>
                    </a:cubicBezTo>
                    <a:cubicBezTo>
                      <a:pt x="241" y="721"/>
                      <a:pt x="243" y="718"/>
                      <a:pt x="246" y="717"/>
                    </a:cubicBezTo>
                    <a:cubicBezTo>
                      <a:pt x="248" y="717"/>
                      <a:pt x="250" y="716"/>
                      <a:pt x="252" y="716"/>
                    </a:cubicBezTo>
                    <a:cubicBezTo>
                      <a:pt x="255" y="716"/>
                      <a:pt x="258" y="717"/>
                      <a:pt x="258" y="718"/>
                    </a:cubicBezTo>
                    <a:cubicBezTo>
                      <a:pt x="258" y="718"/>
                      <a:pt x="258" y="718"/>
                      <a:pt x="258" y="718"/>
                    </a:cubicBezTo>
                    <a:cubicBezTo>
                      <a:pt x="259" y="719"/>
                      <a:pt x="257" y="722"/>
                      <a:pt x="254" y="723"/>
                    </a:cubicBezTo>
                    <a:moveTo>
                      <a:pt x="280" y="727"/>
                    </a:moveTo>
                    <a:cubicBezTo>
                      <a:pt x="280" y="727"/>
                      <a:pt x="280" y="727"/>
                      <a:pt x="280" y="727"/>
                    </a:cubicBezTo>
                    <a:cubicBezTo>
                      <a:pt x="277" y="729"/>
                      <a:pt x="274" y="729"/>
                      <a:pt x="272" y="729"/>
                    </a:cubicBezTo>
                    <a:cubicBezTo>
                      <a:pt x="270" y="729"/>
                      <a:pt x="268" y="729"/>
                      <a:pt x="267" y="728"/>
                    </a:cubicBezTo>
                    <a:cubicBezTo>
                      <a:pt x="267" y="728"/>
                      <a:pt x="267" y="728"/>
                      <a:pt x="267" y="727"/>
                    </a:cubicBezTo>
                    <a:cubicBezTo>
                      <a:pt x="267" y="726"/>
                      <a:pt x="268" y="724"/>
                      <a:pt x="271" y="722"/>
                    </a:cubicBezTo>
                    <a:cubicBezTo>
                      <a:pt x="274" y="721"/>
                      <a:pt x="277" y="721"/>
                      <a:pt x="279" y="721"/>
                    </a:cubicBezTo>
                    <a:cubicBezTo>
                      <a:pt x="279" y="721"/>
                      <a:pt x="279" y="721"/>
                      <a:pt x="279" y="721"/>
                    </a:cubicBezTo>
                    <a:cubicBezTo>
                      <a:pt x="281" y="721"/>
                      <a:pt x="283" y="721"/>
                      <a:pt x="284" y="721"/>
                    </a:cubicBezTo>
                    <a:cubicBezTo>
                      <a:pt x="284" y="721"/>
                      <a:pt x="284" y="722"/>
                      <a:pt x="284" y="722"/>
                    </a:cubicBezTo>
                    <a:cubicBezTo>
                      <a:pt x="284" y="723"/>
                      <a:pt x="283" y="726"/>
                      <a:pt x="280" y="727"/>
                    </a:cubicBezTo>
                    <a:moveTo>
                      <a:pt x="304" y="729"/>
                    </a:moveTo>
                    <a:cubicBezTo>
                      <a:pt x="301" y="731"/>
                      <a:pt x="297" y="732"/>
                      <a:pt x="295" y="731"/>
                    </a:cubicBezTo>
                    <a:cubicBezTo>
                      <a:pt x="293" y="731"/>
                      <a:pt x="292" y="731"/>
                      <a:pt x="292" y="731"/>
                    </a:cubicBezTo>
                    <a:cubicBezTo>
                      <a:pt x="292" y="731"/>
                      <a:pt x="291" y="731"/>
                      <a:pt x="291" y="730"/>
                    </a:cubicBezTo>
                    <a:cubicBezTo>
                      <a:pt x="291" y="729"/>
                      <a:pt x="293" y="726"/>
                      <a:pt x="295" y="725"/>
                    </a:cubicBezTo>
                    <a:cubicBezTo>
                      <a:pt x="298" y="723"/>
                      <a:pt x="302" y="722"/>
                      <a:pt x="305" y="722"/>
                    </a:cubicBezTo>
                    <a:cubicBezTo>
                      <a:pt x="305" y="722"/>
                      <a:pt x="305" y="722"/>
                      <a:pt x="305" y="722"/>
                    </a:cubicBezTo>
                    <a:cubicBezTo>
                      <a:pt x="306" y="722"/>
                      <a:pt x="307" y="722"/>
                      <a:pt x="307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4"/>
                    </a:cubicBezTo>
                    <a:cubicBezTo>
                      <a:pt x="308" y="725"/>
                      <a:pt x="307" y="727"/>
                      <a:pt x="304" y="729"/>
                    </a:cubicBezTo>
                    <a:moveTo>
                      <a:pt x="330" y="728"/>
                    </a:moveTo>
                    <a:cubicBezTo>
                      <a:pt x="327" y="730"/>
                      <a:pt x="323" y="732"/>
                      <a:pt x="320" y="731"/>
                    </a:cubicBezTo>
                    <a:cubicBezTo>
                      <a:pt x="319" y="731"/>
                      <a:pt x="319" y="731"/>
                      <a:pt x="318" y="731"/>
                    </a:cubicBezTo>
                    <a:cubicBezTo>
                      <a:pt x="318" y="731"/>
                      <a:pt x="318" y="731"/>
                      <a:pt x="318" y="730"/>
                    </a:cubicBezTo>
                    <a:cubicBezTo>
                      <a:pt x="318" y="729"/>
                      <a:pt x="319" y="726"/>
                      <a:pt x="321" y="724"/>
                    </a:cubicBezTo>
                    <a:cubicBezTo>
                      <a:pt x="324" y="722"/>
                      <a:pt x="329" y="721"/>
                      <a:pt x="331" y="721"/>
                    </a:cubicBezTo>
                    <a:cubicBezTo>
                      <a:pt x="332" y="721"/>
                      <a:pt x="333" y="721"/>
                      <a:pt x="333" y="721"/>
                    </a:cubicBezTo>
                    <a:cubicBezTo>
                      <a:pt x="333" y="721"/>
                      <a:pt x="333" y="721"/>
                      <a:pt x="334" y="722"/>
                    </a:cubicBezTo>
                    <a:cubicBezTo>
                      <a:pt x="334" y="724"/>
                      <a:pt x="333" y="726"/>
                      <a:pt x="330" y="728"/>
                    </a:cubicBezTo>
                    <a:moveTo>
                      <a:pt x="356" y="724"/>
                    </a:moveTo>
                    <a:cubicBezTo>
                      <a:pt x="356" y="724"/>
                      <a:pt x="356" y="724"/>
                      <a:pt x="356" y="724"/>
                    </a:cubicBezTo>
                    <a:cubicBezTo>
                      <a:pt x="353" y="727"/>
                      <a:pt x="348" y="729"/>
                      <a:pt x="346" y="729"/>
                    </a:cubicBezTo>
                    <a:cubicBezTo>
                      <a:pt x="345" y="729"/>
                      <a:pt x="345" y="729"/>
                      <a:pt x="345" y="729"/>
                    </a:cubicBezTo>
                    <a:cubicBezTo>
                      <a:pt x="344" y="728"/>
                      <a:pt x="344" y="728"/>
                      <a:pt x="344" y="727"/>
                    </a:cubicBezTo>
                    <a:cubicBezTo>
                      <a:pt x="344" y="726"/>
                      <a:pt x="345" y="723"/>
                      <a:pt x="347" y="722"/>
                    </a:cubicBezTo>
                    <a:cubicBezTo>
                      <a:pt x="350" y="719"/>
                      <a:pt x="355" y="717"/>
                      <a:pt x="357" y="717"/>
                    </a:cubicBezTo>
                    <a:cubicBezTo>
                      <a:pt x="358" y="717"/>
                      <a:pt x="358" y="717"/>
                      <a:pt x="358" y="717"/>
                    </a:cubicBezTo>
                    <a:cubicBezTo>
                      <a:pt x="358" y="717"/>
                      <a:pt x="359" y="717"/>
                      <a:pt x="359" y="719"/>
                    </a:cubicBezTo>
                    <a:cubicBezTo>
                      <a:pt x="359" y="720"/>
                      <a:pt x="358" y="722"/>
                      <a:pt x="356" y="724"/>
                    </a:cubicBezTo>
                    <a:moveTo>
                      <a:pt x="380" y="718"/>
                    </a:moveTo>
                    <a:cubicBezTo>
                      <a:pt x="377" y="721"/>
                      <a:pt x="372" y="724"/>
                      <a:pt x="369" y="724"/>
                    </a:cubicBezTo>
                    <a:cubicBezTo>
                      <a:pt x="369" y="724"/>
                      <a:pt x="369" y="724"/>
                      <a:pt x="369" y="724"/>
                    </a:cubicBezTo>
                    <a:cubicBezTo>
                      <a:pt x="369" y="724"/>
                      <a:pt x="369" y="724"/>
                      <a:pt x="369" y="723"/>
                    </a:cubicBezTo>
                    <a:cubicBezTo>
                      <a:pt x="368" y="723"/>
                      <a:pt x="368" y="722"/>
                      <a:pt x="368" y="722"/>
                    </a:cubicBezTo>
                    <a:cubicBezTo>
                      <a:pt x="368" y="720"/>
                      <a:pt x="369" y="718"/>
                      <a:pt x="370" y="716"/>
                    </a:cubicBezTo>
                    <a:cubicBezTo>
                      <a:pt x="373" y="713"/>
                      <a:pt x="379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2" y="711"/>
                      <a:pt x="382" y="711"/>
                      <a:pt x="382" y="711"/>
                    </a:cubicBezTo>
                    <a:cubicBezTo>
                      <a:pt x="382" y="712"/>
                      <a:pt x="382" y="712"/>
                      <a:pt x="382" y="713"/>
                    </a:cubicBezTo>
                    <a:cubicBezTo>
                      <a:pt x="382" y="714"/>
                      <a:pt x="382" y="716"/>
                      <a:pt x="380" y="718"/>
                    </a:cubicBezTo>
                    <a:moveTo>
                      <a:pt x="405" y="709"/>
                    </a:moveTo>
                    <a:cubicBezTo>
                      <a:pt x="403" y="711"/>
                      <a:pt x="401" y="713"/>
                      <a:pt x="399" y="714"/>
                    </a:cubicBezTo>
                    <a:cubicBezTo>
                      <a:pt x="397" y="715"/>
                      <a:pt x="395" y="716"/>
                      <a:pt x="395" y="716"/>
                    </a:cubicBezTo>
                    <a:cubicBezTo>
                      <a:pt x="394" y="716"/>
                      <a:pt x="394" y="716"/>
                      <a:pt x="394" y="716"/>
                    </a:cubicBezTo>
                    <a:cubicBezTo>
                      <a:pt x="394" y="716"/>
                      <a:pt x="394" y="716"/>
                      <a:pt x="394" y="715"/>
                    </a:cubicBezTo>
                    <a:cubicBezTo>
                      <a:pt x="393" y="715"/>
                      <a:pt x="393" y="714"/>
                      <a:pt x="393" y="713"/>
                    </a:cubicBezTo>
                    <a:cubicBezTo>
                      <a:pt x="393" y="712"/>
                      <a:pt x="394" y="710"/>
                      <a:pt x="395" y="709"/>
                    </a:cubicBezTo>
                    <a:cubicBezTo>
                      <a:pt x="396" y="707"/>
                      <a:pt x="398" y="705"/>
                      <a:pt x="400" y="704"/>
                    </a:cubicBezTo>
                    <a:cubicBezTo>
                      <a:pt x="402" y="702"/>
                      <a:pt x="404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6" y="702"/>
                      <a:pt x="406" y="702"/>
                    </a:cubicBezTo>
                    <a:cubicBezTo>
                      <a:pt x="406" y="703"/>
                      <a:pt x="406" y="703"/>
                      <a:pt x="406" y="704"/>
                    </a:cubicBezTo>
                    <a:cubicBezTo>
                      <a:pt x="406" y="706"/>
                      <a:pt x="406" y="707"/>
                      <a:pt x="405" y="709"/>
                    </a:cubicBezTo>
                    <a:moveTo>
                      <a:pt x="428" y="698"/>
                    </a:moveTo>
                    <a:cubicBezTo>
                      <a:pt x="428" y="698"/>
                      <a:pt x="428" y="698"/>
                      <a:pt x="428" y="698"/>
                    </a:cubicBezTo>
                    <a:cubicBezTo>
                      <a:pt x="427" y="700"/>
                      <a:pt x="425" y="702"/>
                      <a:pt x="423" y="703"/>
                    </a:cubicBezTo>
                    <a:cubicBezTo>
                      <a:pt x="421" y="705"/>
                      <a:pt x="419" y="706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8" y="705"/>
                      <a:pt x="418" y="705"/>
                      <a:pt x="418" y="705"/>
                    </a:cubicBezTo>
                    <a:cubicBezTo>
                      <a:pt x="418" y="704"/>
                      <a:pt x="417" y="704"/>
                      <a:pt x="417" y="703"/>
                    </a:cubicBezTo>
                    <a:cubicBezTo>
                      <a:pt x="417" y="701"/>
                      <a:pt x="418" y="700"/>
                      <a:pt x="419" y="698"/>
                    </a:cubicBezTo>
                    <a:cubicBezTo>
                      <a:pt x="420" y="696"/>
                      <a:pt x="422" y="694"/>
                      <a:pt x="424" y="693"/>
                    </a:cubicBezTo>
                    <a:cubicBezTo>
                      <a:pt x="426" y="691"/>
                      <a:pt x="427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9" y="691"/>
                      <a:pt x="429" y="691"/>
                    </a:cubicBezTo>
                    <a:cubicBezTo>
                      <a:pt x="429" y="692"/>
                      <a:pt x="429" y="692"/>
                      <a:pt x="429" y="693"/>
                    </a:cubicBezTo>
                    <a:cubicBezTo>
                      <a:pt x="429" y="695"/>
                      <a:pt x="429" y="696"/>
                      <a:pt x="428" y="698"/>
                    </a:cubicBezTo>
                    <a:moveTo>
                      <a:pt x="450" y="685"/>
                    </a:moveTo>
                    <a:cubicBezTo>
                      <a:pt x="449" y="687"/>
                      <a:pt x="447" y="690"/>
                      <a:pt x="445" y="691"/>
                    </a:cubicBezTo>
                    <a:cubicBezTo>
                      <a:pt x="445" y="691"/>
                      <a:pt x="445" y="692"/>
                      <a:pt x="444" y="692"/>
                    </a:cubicBezTo>
                    <a:cubicBezTo>
                      <a:pt x="443" y="693"/>
                      <a:pt x="441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3"/>
                    </a:cubicBezTo>
                    <a:cubicBezTo>
                      <a:pt x="439" y="692"/>
                      <a:pt x="439" y="691"/>
                      <a:pt x="439" y="690"/>
                    </a:cubicBezTo>
                    <a:cubicBezTo>
                      <a:pt x="439" y="689"/>
                      <a:pt x="439" y="688"/>
                      <a:pt x="440" y="686"/>
                    </a:cubicBezTo>
                    <a:cubicBezTo>
                      <a:pt x="441" y="684"/>
                      <a:pt x="443" y="682"/>
                      <a:pt x="444" y="680"/>
                    </a:cubicBezTo>
                    <a:cubicBezTo>
                      <a:pt x="446" y="679"/>
                      <a:pt x="448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50" y="679"/>
                    </a:cubicBezTo>
                    <a:cubicBezTo>
                      <a:pt x="450" y="679"/>
                      <a:pt x="450" y="680"/>
                      <a:pt x="450" y="681"/>
                    </a:cubicBezTo>
                    <a:cubicBezTo>
                      <a:pt x="450" y="683"/>
                      <a:pt x="450" y="684"/>
                      <a:pt x="450" y="685"/>
                    </a:cubicBezTo>
                    <a:moveTo>
                      <a:pt x="471" y="670"/>
                    </a:moveTo>
                    <a:cubicBezTo>
                      <a:pt x="470" y="672"/>
                      <a:pt x="468" y="674"/>
                      <a:pt x="467" y="676"/>
                    </a:cubicBezTo>
                    <a:cubicBezTo>
                      <a:pt x="465" y="678"/>
                      <a:pt x="463" y="679"/>
                      <a:pt x="463" y="679"/>
                    </a:cubicBezTo>
                    <a:cubicBezTo>
                      <a:pt x="462" y="679"/>
                      <a:pt x="462" y="679"/>
                      <a:pt x="462" y="679"/>
                    </a:cubicBezTo>
                    <a:cubicBezTo>
                      <a:pt x="462" y="679"/>
                      <a:pt x="462" y="679"/>
                      <a:pt x="461" y="678"/>
                    </a:cubicBezTo>
                    <a:cubicBezTo>
                      <a:pt x="461" y="678"/>
                      <a:pt x="461" y="676"/>
                      <a:pt x="461" y="675"/>
                    </a:cubicBezTo>
                    <a:cubicBezTo>
                      <a:pt x="461" y="674"/>
                      <a:pt x="461" y="673"/>
                      <a:pt x="461" y="672"/>
                    </a:cubicBezTo>
                    <a:cubicBezTo>
                      <a:pt x="462" y="670"/>
                      <a:pt x="463" y="667"/>
                      <a:pt x="465" y="666"/>
                    </a:cubicBezTo>
                    <a:cubicBezTo>
                      <a:pt x="467" y="664"/>
                      <a:pt x="469" y="663"/>
                      <a:pt x="469" y="663"/>
                    </a:cubicBezTo>
                    <a:cubicBezTo>
                      <a:pt x="469" y="663"/>
                      <a:pt x="469" y="663"/>
                      <a:pt x="469" y="663"/>
                    </a:cubicBezTo>
                    <a:cubicBezTo>
                      <a:pt x="470" y="663"/>
                      <a:pt x="470" y="663"/>
                      <a:pt x="470" y="663"/>
                    </a:cubicBezTo>
                    <a:cubicBezTo>
                      <a:pt x="471" y="664"/>
                      <a:pt x="471" y="665"/>
                      <a:pt x="471" y="667"/>
                    </a:cubicBezTo>
                    <a:cubicBezTo>
                      <a:pt x="471" y="668"/>
                      <a:pt x="471" y="669"/>
                      <a:pt x="471" y="670"/>
                    </a:cubicBezTo>
                    <a:moveTo>
                      <a:pt x="490" y="653"/>
                    </a:moveTo>
                    <a:cubicBezTo>
                      <a:pt x="490" y="653"/>
                      <a:pt x="490" y="653"/>
                      <a:pt x="490" y="653"/>
                    </a:cubicBezTo>
                    <a:cubicBezTo>
                      <a:pt x="490" y="655"/>
                      <a:pt x="489" y="658"/>
                      <a:pt x="487" y="659"/>
                    </a:cubicBezTo>
                    <a:cubicBezTo>
                      <a:pt x="486" y="661"/>
                      <a:pt x="484" y="663"/>
                      <a:pt x="483" y="663"/>
                    </a:cubicBezTo>
                    <a:cubicBezTo>
                      <a:pt x="483" y="663"/>
                      <a:pt x="483" y="663"/>
                      <a:pt x="483" y="663"/>
                    </a:cubicBezTo>
                    <a:cubicBezTo>
                      <a:pt x="483" y="663"/>
                      <a:pt x="482" y="662"/>
                      <a:pt x="482" y="662"/>
                    </a:cubicBezTo>
                    <a:cubicBezTo>
                      <a:pt x="481" y="661"/>
                      <a:pt x="481" y="660"/>
                      <a:pt x="481" y="658"/>
                    </a:cubicBezTo>
                    <a:cubicBezTo>
                      <a:pt x="481" y="657"/>
                      <a:pt x="481" y="656"/>
                      <a:pt x="481" y="656"/>
                    </a:cubicBezTo>
                    <a:cubicBezTo>
                      <a:pt x="482" y="653"/>
                      <a:pt x="483" y="651"/>
                      <a:pt x="485" y="649"/>
                    </a:cubicBezTo>
                    <a:cubicBezTo>
                      <a:pt x="486" y="647"/>
                      <a:pt x="488" y="646"/>
                      <a:pt x="488" y="646"/>
                    </a:cubicBezTo>
                    <a:cubicBezTo>
                      <a:pt x="488" y="646"/>
                      <a:pt x="488" y="646"/>
                      <a:pt x="489" y="646"/>
                    </a:cubicBezTo>
                    <a:cubicBezTo>
                      <a:pt x="489" y="646"/>
                      <a:pt x="489" y="646"/>
                      <a:pt x="489" y="646"/>
                    </a:cubicBezTo>
                    <a:cubicBezTo>
                      <a:pt x="489" y="646"/>
                      <a:pt x="489" y="646"/>
                      <a:pt x="490" y="647"/>
                    </a:cubicBezTo>
                    <a:cubicBezTo>
                      <a:pt x="490" y="647"/>
                      <a:pt x="491" y="649"/>
                      <a:pt x="491" y="650"/>
                    </a:cubicBezTo>
                    <a:cubicBezTo>
                      <a:pt x="491" y="651"/>
                      <a:pt x="491" y="652"/>
                      <a:pt x="490" y="653"/>
                    </a:cubicBezTo>
                    <a:moveTo>
                      <a:pt x="508" y="635"/>
                    </a:moveTo>
                    <a:cubicBezTo>
                      <a:pt x="507" y="638"/>
                      <a:pt x="506" y="640"/>
                      <a:pt x="505" y="642"/>
                    </a:cubicBezTo>
                    <a:cubicBezTo>
                      <a:pt x="503" y="644"/>
                      <a:pt x="502" y="645"/>
                      <a:pt x="501" y="646"/>
                    </a:cubicBezTo>
                    <a:cubicBezTo>
                      <a:pt x="501" y="646"/>
                      <a:pt x="501" y="646"/>
                      <a:pt x="501" y="646"/>
                    </a:cubicBezTo>
                    <a:cubicBezTo>
                      <a:pt x="501" y="646"/>
                      <a:pt x="500" y="645"/>
                      <a:pt x="499" y="644"/>
                    </a:cubicBezTo>
                    <a:cubicBezTo>
                      <a:pt x="499" y="643"/>
                      <a:pt x="498" y="642"/>
                      <a:pt x="498" y="640"/>
                    </a:cubicBezTo>
                    <a:cubicBezTo>
                      <a:pt x="498" y="640"/>
                      <a:pt x="499" y="639"/>
                      <a:pt x="499" y="639"/>
                    </a:cubicBezTo>
                    <a:cubicBezTo>
                      <a:pt x="499" y="636"/>
                      <a:pt x="500" y="634"/>
                      <a:pt x="502" y="632"/>
                    </a:cubicBezTo>
                    <a:cubicBezTo>
                      <a:pt x="503" y="630"/>
                      <a:pt x="504" y="629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6" y="628"/>
                      <a:pt x="506" y="629"/>
                      <a:pt x="507" y="629"/>
                    </a:cubicBezTo>
                    <a:cubicBezTo>
                      <a:pt x="507" y="630"/>
                      <a:pt x="508" y="632"/>
                      <a:pt x="508" y="634"/>
                    </a:cubicBezTo>
                    <a:cubicBezTo>
                      <a:pt x="508" y="634"/>
                      <a:pt x="508" y="635"/>
                      <a:pt x="508" y="635"/>
                    </a:cubicBezTo>
                    <a:moveTo>
                      <a:pt x="524" y="615"/>
                    </a:moveTo>
                    <a:cubicBezTo>
                      <a:pt x="524" y="617"/>
                      <a:pt x="523" y="620"/>
                      <a:pt x="522" y="622"/>
                    </a:cubicBezTo>
                    <a:cubicBezTo>
                      <a:pt x="521" y="624"/>
                      <a:pt x="519" y="626"/>
                      <a:pt x="519" y="626"/>
                    </a:cubicBezTo>
                    <a:cubicBezTo>
                      <a:pt x="519" y="626"/>
                      <a:pt x="519" y="626"/>
                      <a:pt x="519" y="626"/>
                    </a:cubicBezTo>
                    <a:cubicBezTo>
                      <a:pt x="518" y="626"/>
                      <a:pt x="517" y="626"/>
                      <a:pt x="517" y="625"/>
                    </a:cubicBezTo>
                    <a:cubicBezTo>
                      <a:pt x="516" y="624"/>
                      <a:pt x="516" y="622"/>
                      <a:pt x="516" y="620"/>
                    </a:cubicBezTo>
                    <a:cubicBezTo>
                      <a:pt x="516" y="620"/>
                      <a:pt x="516" y="620"/>
                      <a:pt x="516" y="620"/>
                    </a:cubicBezTo>
                    <a:cubicBezTo>
                      <a:pt x="516" y="617"/>
                      <a:pt x="517" y="614"/>
                      <a:pt x="518" y="612"/>
                    </a:cubicBezTo>
                    <a:cubicBezTo>
                      <a:pt x="519" y="610"/>
                      <a:pt x="521" y="609"/>
                      <a:pt x="521" y="608"/>
                    </a:cubicBezTo>
                    <a:cubicBezTo>
                      <a:pt x="521" y="608"/>
                      <a:pt x="522" y="608"/>
                      <a:pt x="522" y="608"/>
                    </a:cubicBezTo>
                    <a:cubicBezTo>
                      <a:pt x="522" y="608"/>
                      <a:pt x="522" y="608"/>
                      <a:pt x="522" y="608"/>
                    </a:cubicBezTo>
                    <a:cubicBezTo>
                      <a:pt x="522" y="608"/>
                      <a:pt x="523" y="609"/>
                      <a:pt x="523" y="610"/>
                    </a:cubicBezTo>
                    <a:cubicBezTo>
                      <a:pt x="524" y="611"/>
                      <a:pt x="524" y="612"/>
                      <a:pt x="524" y="614"/>
                    </a:cubicBezTo>
                    <a:cubicBezTo>
                      <a:pt x="524" y="615"/>
                      <a:pt x="524" y="615"/>
                      <a:pt x="524" y="615"/>
                    </a:cubicBezTo>
                    <a:moveTo>
                      <a:pt x="540" y="595"/>
                    </a:moveTo>
                    <a:cubicBezTo>
                      <a:pt x="540" y="597"/>
                      <a:pt x="539" y="599"/>
                      <a:pt x="538" y="601"/>
                    </a:cubicBezTo>
                    <a:cubicBezTo>
                      <a:pt x="537" y="603"/>
                      <a:pt x="535" y="605"/>
                      <a:pt x="535" y="605"/>
                    </a:cubicBezTo>
                    <a:cubicBezTo>
                      <a:pt x="535" y="605"/>
                      <a:pt x="535" y="605"/>
                      <a:pt x="535" y="605"/>
                    </a:cubicBezTo>
                    <a:cubicBezTo>
                      <a:pt x="534" y="605"/>
                      <a:pt x="533" y="605"/>
                      <a:pt x="533" y="604"/>
                    </a:cubicBezTo>
                    <a:cubicBezTo>
                      <a:pt x="532" y="603"/>
                      <a:pt x="531" y="601"/>
                      <a:pt x="531" y="599"/>
                    </a:cubicBezTo>
                    <a:cubicBezTo>
                      <a:pt x="531" y="596"/>
                      <a:pt x="532" y="594"/>
                      <a:pt x="533" y="592"/>
                    </a:cubicBezTo>
                    <a:cubicBezTo>
                      <a:pt x="534" y="589"/>
                      <a:pt x="536" y="588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7" y="587"/>
                      <a:pt x="538" y="588"/>
                      <a:pt x="538" y="589"/>
                    </a:cubicBezTo>
                    <a:cubicBezTo>
                      <a:pt x="539" y="590"/>
                      <a:pt x="540" y="592"/>
                      <a:pt x="540" y="594"/>
                    </a:cubicBezTo>
                    <a:lnTo>
                      <a:pt x="540" y="595"/>
                    </a:lnTo>
                    <a:close/>
                    <a:moveTo>
                      <a:pt x="541" y="573"/>
                    </a:move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39" y="576"/>
                      <a:pt x="537" y="578"/>
                      <a:pt x="535" y="581"/>
                    </a:cubicBezTo>
                    <a:cubicBezTo>
                      <a:pt x="535" y="581"/>
                      <a:pt x="535" y="581"/>
                      <a:pt x="535" y="581"/>
                    </a:cubicBezTo>
                    <a:cubicBezTo>
                      <a:pt x="534" y="582"/>
                      <a:pt x="534" y="582"/>
                      <a:pt x="534" y="582"/>
                    </a:cubicBezTo>
                    <a:cubicBezTo>
                      <a:pt x="532" y="585"/>
                      <a:pt x="530" y="589"/>
                      <a:pt x="528" y="595"/>
                    </a:cubicBezTo>
                    <a:cubicBezTo>
                      <a:pt x="528" y="595"/>
                      <a:pt x="528" y="595"/>
                      <a:pt x="528" y="595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2" y="599"/>
                      <a:pt x="518" y="605"/>
                      <a:pt x="513" y="614"/>
                    </a:cubicBezTo>
                    <a:cubicBezTo>
                      <a:pt x="513" y="614"/>
                      <a:pt x="513" y="614"/>
                      <a:pt x="513" y="614"/>
                    </a:cubicBezTo>
                    <a:cubicBezTo>
                      <a:pt x="512" y="615"/>
                      <a:pt x="512" y="615"/>
                      <a:pt x="512" y="615"/>
                    </a:cubicBezTo>
                    <a:cubicBezTo>
                      <a:pt x="512" y="616"/>
                      <a:pt x="512" y="616"/>
                      <a:pt x="512" y="616"/>
                    </a:cubicBezTo>
                    <a:cubicBezTo>
                      <a:pt x="507" y="619"/>
                      <a:pt x="502" y="624"/>
                      <a:pt x="497" y="633"/>
                    </a:cubicBezTo>
                    <a:cubicBezTo>
                      <a:pt x="497" y="633"/>
                      <a:pt x="497" y="633"/>
                      <a:pt x="497" y="633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3" y="635"/>
                      <a:pt x="491" y="637"/>
                      <a:pt x="489" y="639"/>
                    </a:cubicBezTo>
                    <a:cubicBezTo>
                      <a:pt x="489" y="639"/>
                      <a:pt x="489" y="639"/>
                      <a:pt x="489" y="639"/>
                    </a:cubicBezTo>
                    <a:cubicBezTo>
                      <a:pt x="488" y="640"/>
                      <a:pt x="488" y="640"/>
                      <a:pt x="488" y="640"/>
                    </a:cubicBezTo>
                    <a:cubicBezTo>
                      <a:pt x="485" y="642"/>
                      <a:pt x="482" y="646"/>
                      <a:pt x="479" y="651"/>
                    </a:cubicBez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78" y="652"/>
                      <a:pt x="478" y="652"/>
                      <a:pt x="478" y="652"/>
                    </a:cubicBezTo>
                    <a:cubicBezTo>
                      <a:pt x="477" y="652"/>
                      <a:pt x="477" y="652"/>
                      <a:pt x="477" y="652"/>
                    </a:cubicBezTo>
                    <a:cubicBezTo>
                      <a:pt x="472" y="654"/>
                      <a:pt x="467" y="658"/>
                      <a:pt x="460" y="666"/>
                    </a:cubicBezTo>
                    <a:cubicBezTo>
                      <a:pt x="460" y="666"/>
                      <a:pt x="460" y="666"/>
                      <a:pt x="460" y="666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3" y="669"/>
                      <a:pt x="447" y="673"/>
                      <a:pt x="440" y="680"/>
                    </a:cubicBezTo>
                    <a:cubicBezTo>
                      <a:pt x="440" y="680"/>
                      <a:pt x="440" y="680"/>
                      <a:pt x="440" y="680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6" y="682"/>
                      <a:pt x="433" y="683"/>
                      <a:pt x="429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26" y="687"/>
                      <a:pt x="422" y="689"/>
                      <a:pt x="418" y="693"/>
                    </a:cubicBezTo>
                    <a:cubicBezTo>
                      <a:pt x="418" y="693"/>
                      <a:pt x="418" y="693"/>
                      <a:pt x="418" y="693"/>
                    </a:cubicBezTo>
                    <a:cubicBezTo>
                      <a:pt x="417" y="694"/>
                      <a:pt x="417" y="694"/>
                      <a:pt x="417" y="694"/>
                    </a:cubicBezTo>
                    <a:cubicBezTo>
                      <a:pt x="416" y="694"/>
                      <a:pt x="416" y="694"/>
                      <a:pt x="416" y="694"/>
                    </a:cubicBezTo>
                    <a:cubicBezTo>
                      <a:pt x="411" y="694"/>
                      <a:pt x="404" y="697"/>
                      <a:pt x="396" y="703"/>
                    </a:cubicBezTo>
                    <a:cubicBezTo>
                      <a:pt x="396" y="703"/>
                      <a:pt x="396" y="703"/>
                      <a:pt x="396" y="703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88" y="704"/>
                      <a:pt x="382" y="706"/>
                      <a:pt x="373" y="711"/>
                    </a:cubicBezTo>
                    <a:cubicBezTo>
                      <a:pt x="373" y="711"/>
                      <a:pt x="373" y="711"/>
                      <a:pt x="373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0" y="711"/>
                      <a:pt x="370" y="711"/>
                      <a:pt x="369" y="711"/>
                    </a:cubicBezTo>
                    <a:cubicBezTo>
                      <a:pt x="367" y="711"/>
                      <a:pt x="365" y="711"/>
                      <a:pt x="363" y="712"/>
                    </a:cubicBezTo>
                    <a:cubicBezTo>
                      <a:pt x="363" y="712"/>
                      <a:pt x="363" y="712"/>
                      <a:pt x="363" y="712"/>
                    </a:cubicBezTo>
                    <a:cubicBezTo>
                      <a:pt x="361" y="712"/>
                      <a:pt x="361" y="712"/>
                      <a:pt x="361" y="712"/>
                    </a:cubicBezTo>
                    <a:cubicBezTo>
                      <a:pt x="357" y="713"/>
                      <a:pt x="353" y="714"/>
                      <a:pt x="348" y="716"/>
                    </a:cubicBezTo>
                    <a:cubicBezTo>
                      <a:pt x="348" y="716"/>
                      <a:pt x="348" y="716"/>
                      <a:pt x="348" y="716"/>
                    </a:cubicBezTo>
                    <a:cubicBezTo>
                      <a:pt x="347" y="717"/>
                      <a:pt x="347" y="717"/>
                      <a:pt x="347" y="717"/>
                    </a:cubicBezTo>
                    <a:cubicBezTo>
                      <a:pt x="346" y="717"/>
                      <a:pt x="346" y="717"/>
                      <a:pt x="346" y="717"/>
                    </a:cubicBezTo>
                    <a:cubicBezTo>
                      <a:pt x="345" y="716"/>
                      <a:pt x="343" y="716"/>
                      <a:pt x="341" y="716"/>
                    </a:cubicBezTo>
                    <a:cubicBezTo>
                      <a:pt x="336" y="716"/>
                      <a:pt x="331" y="717"/>
                      <a:pt x="324" y="719"/>
                    </a:cubicBezTo>
                    <a:cubicBezTo>
                      <a:pt x="324" y="719"/>
                      <a:pt x="324" y="719"/>
                      <a:pt x="324" y="719"/>
                    </a:cubicBezTo>
                    <a:cubicBezTo>
                      <a:pt x="322" y="720"/>
                      <a:pt x="322" y="720"/>
                      <a:pt x="322" y="720"/>
                    </a:cubicBezTo>
                    <a:cubicBezTo>
                      <a:pt x="322" y="719"/>
                      <a:pt x="322" y="719"/>
                      <a:pt x="322" y="719"/>
                    </a:cubicBezTo>
                    <a:cubicBezTo>
                      <a:pt x="320" y="719"/>
                      <a:pt x="317" y="718"/>
                      <a:pt x="314" y="718"/>
                    </a:cubicBezTo>
                    <a:cubicBezTo>
                      <a:pt x="310" y="718"/>
                      <a:pt x="305" y="719"/>
                      <a:pt x="300" y="720"/>
                    </a:cubicBezTo>
                    <a:cubicBezTo>
                      <a:pt x="300" y="720"/>
                      <a:pt x="300" y="720"/>
                      <a:pt x="300" y="720"/>
                    </a:cubicBezTo>
                    <a:cubicBezTo>
                      <a:pt x="299" y="720"/>
                      <a:pt x="299" y="720"/>
                      <a:pt x="299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6" y="719"/>
                      <a:pt x="293" y="718"/>
                      <a:pt x="290" y="718"/>
                    </a:cubicBezTo>
                    <a:cubicBezTo>
                      <a:pt x="290" y="718"/>
                      <a:pt x="290" y="718"/>
                      <a:pt x="290" y="718"/>
                    </a:cubicBezTo>
                    <a:cubicBezTo>
                      <a:pt x="288" y="718"/>
                      <a:pt x="288" y="718"/>
                      <a:pt x="288" y="718"/>
                    </a:cubicBezTo>
                    <a:cubicBezTo>
                      <a:pt x="287" y="717"/>
                      <a:pt x="285" y="717"/>
                      <a:pt x="284" y="717"/>
                    </a:cubicBezTo>
                    <a:cubicBezTo>
                      <a:pt x="281" y="717"/>
                      <a:pt x="278" y="717"/>
                      <a:pt x="274" y="718"/>
                    </a:cubicBezTo>
                    <a:cubicBezTo>
                      <a:pt x="274" y="718"/>
                      <a:pt x="274" y="718"/>
                      <a:pt x="274" y="718"/>
                    </a:cubicBezTo>
                    <a:cubicBezTo>
                      <a:pt x="273" y="718"/>
                      <a:pt x="273" y="718"/>
                      <a:pt x="273" y="718"/>
                    </a:cubicBezTo>
                    <a:cubicBezTo>
                      <a:pt x="273" y="717"/>
                      <a:pt x="273" y="717"/>
                      <a:pt x="273" y="717"/>
                    </a:cubicBezTo>
                    <a:cubicBezTo>
                      <a:pt x="268" y="715"/>
                      <a:pt x="262" y="713"/>
                      <a:pt x="252" y="713"/>
                    </a:cubicBezTo>
                    <a:cubicBezTo>
                      <a:pt x="251" y="713"/>
                      <a:pt x="251" y="713"/>
                      <a:pt x="251" y="713"/>
                    </a:cubicBezTo>
                    <a:cubicBezTo>
                      <a:pt x="250" y="713"/>
                      <a:pt x="250" y="713"/>
                      <a:pt x="250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4" y="709"/>
                      <a:pt x="238" y="708"/>
                      <a:pt x="227" y="706"/>
                    </a:cubicBezTo>
                    <a:cubicBezTo>
                      <a:pt x="227" y="706"/>
                      <a:pt x="227" y="706"/>
                      <a:pt x="227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4" y="704"/>
                      <a:pt x="221" y="703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7" y="701"/>
                      <a:pt x="217" y="701"/>
                      <a:pt x="217" y="701"/>
                    </a:cubicBezTo>
                    <a:cubicBezTo>
                      <a:pt x="214" y="699"/>
                      <a:pt x="209" y="698"/>
                      <a:pt x="204" y="697"/>
                    </a:cubicBezTo>
                    <a:cubicBezTo>
                      <a:pt x="204" y="697"/>
                      <a:pt x="204" y="697"/>
                      <a:pt x="204" y="697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198" y="692"/>
                      <a:pt x="192" y="688"/>
                      <a:pt x="182" y="686"/>
                    </a:cubicBezTo>
                    <a:cubicBezTo>
                      <a:pt x="182" y="686"/>
                      <a:pt x="182" y="686"/>
                      <a:pt x="182" y="686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77" y="680"/>
                      <a:pt x="172" y="676"/>
                      <a:pt x="162" y="672"/>
                    </a:cubicBezTo>
                    <a:cubicBezTo>
                      <a:pt x="162" y="672"/>
                      <a:pt x="162" y="672"/>
                      <a:pt x="162" y="672"/>
                    </a:cubicBezTo>
                    <a:cubicBezTo>
                      <a:pt x="161" y="672"/>
                      <a:pt x="161" y="672"/>
                      <a:pt x="161" y="672"/>
                    </a:cubicBezTo>
                    <a:cubicBezTo>
                      <a:pt x="160" y="671"/>
                      <a:pt x="160" y="671"/>
                      <a:pt x="160" y="671"/>
                    </a:cubicBezTo>
                    <a:cubicBezTo>
                      <a:pt x="159" y="669"/>
                      <a:pt x="157" y="667"/>
                      <a:pt x="154" y="664"/>
                    </a:cubicBezTo>
                    <a:cubicBezTo>
                      <a:pt x="154" y="664"/>
                      <a:pt x="154" y="664"/>
                      <a:pt x="154" y="664"/>
                    </a:cubicBezTo>
                    <a:cubicBezTo>
                      <a:pt x="151" y="662"/>
                      <a:pt x="147" y="659"/>
                      <a:pt x="142" y="657"/>
                    </a:cubicBezTo>
                    <a:cubicBezTo>
                      <a:pt x="141" y="657"/>
                      <a:pt x="141" y="657"/>
                      <a:pt x="141" y="657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37" y="651"/>
                      <a:pt x="133" y="645"/>
                      <a:pt x="124" y="640"/>
                    </a:cubicBezTo>
                    <a:cubicBezTo>
                      <a:pt x="123" y="640"/>
                      <a:pt x="123" y="640"/>
                      <a:pt x="123" y="640"/>
                    </a:cubicBezTo>
                    <a:cubicBezTo>
                      <a:pt x="123" y="639"/>
                      <a:pt x="123" y="639"/>
                      <a:pt x="123" y="639"/>
                    </a:cubicBezTo>
                    <a:cubicBezTo>
                      <a:pt x="122" y="639"/>
                      <a:pt x="122" y="639"/>
                      <a:pt x="122" y="639"/>
                    </a:cubicBezTo>
                    <a:cubicBezTo>
                      <a:pt x="120" y="634"/>
                      <a:pt x="116" y="628"/>
                      <a:pt x="107" y="622"/>
                    </a:cubicBezTo>
                    <a:cubicBezTo>
                      <a:pt x="107" y="622"/>
                      <a:pt x="107" y="622"/>
                      <a:pt x="107" y="622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5" y="618"/>
                      <a:pt x="104" y="616"/>
                      <a:pt x="101" y="613"/>
                    </a:cubicBezTo>
                    <a:cubicBezTo>
                      <a:pt x="100" y="611"/>
                      <a:pt x="100" y="611"/>
                      <a:pt x="100" y="611"/>
                    </a:cubicBezTo>
                    <a:cubicBezTo>
                      <a:pt x="98" y="608"/>
                      <a:pt x="95" y="605"/>
                      <a:pt x="91" y="602"/>
                    </a:cubicBezTo>
                    <a:cubicBezTo>
                      <a:pt x="91" y="602"/>
                      <a:pt x="91" y="602"/>
                      <a:pt x="91" y="602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89" y="595"/>
                      <a:pt x="85" y="589"/>
                      <a:pt x="77" y="582"/>
                    </a:cubicBezTo>
                    <a:cubicBezTo>
                      <a:pt x="77" y="582"/>
                      <a:pt x="77" y="582"/>
                      <a:pt x="77" y="582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5" y="574"/>
                      <a:pt x="72" y="568"/>
                      <a:pt x="65" y="560"/>
                    </a:cubicBezTo>
                    <a:cubicBezTo>
                      <a:pt x="65" y="560"/>
                      <a:pt x="65" y="560"/>
                      <a:pt x="65" y="560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6"/>
                      <a:pt x="63" y="554"/>
                      <a:pt x="62" y="551"/>
                    </a:cubicBezTo>
                    <a:cubicBezTo>
                      <a:pt x="62" y="551"/>
                      <a:pt x="62" y="551"/>
                      <a:pt x="62" y="551"/>
                    </a:cubicBezTo>
                    <a:cubicBezTo>
                      <a:pt x="61" y="549"/>
                      <a:pt x="61" y="549"/>
                      <a:pt x="61" y="549"/>
                    </a:cubicBezTo>
                    <a:cubicBezTo>
                      <a:pt x="60" y="546"/>
                      <a:pt x="57" y="542"/>
                      <a:pt x="54" y="537"/>
                    </a:cubicBezTo>
                    <a:cubicBezTo>
                      <a:pt x="53" y="537"/>
                      <a:pt x="53" y="537"/>
                      <a:pt x="53" y="537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0"/>
                      <a:pt x="50" y="523"/>
                      <a:pt x="44" y="515"/>
                    </a:cubicBezTo>
                    <a:cubicBezTo>
                      <a:pt x="44" y="514"/>
                      <a:pt x="44" y="514"/>
                      <a:pt x="44" y="514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07"/>
                      <a:pt x="42" y="500"/>
                      <a:pt x="36" y="491"/>
                    </a:cubicBezTo>
                    <a:cubicBezTo>
                      <a:pt x="36" y="491"/>
                      <a:pt x="36" y="491"/>
                      <a:pt x="36" y="491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89"/>
                      <a:pt x="36" y="488"/>
                      <a:pt x="36" y="487"/>
                    </a:cubicBezTo>
                    <a:cubicBezTo>
                      <a:pt x="36" y="486"/>
                      <a:pt x="36" y="483"/>
                      <a:pt x="35" y="481"/>
                    </a:cubicBezTo>
                    <a:cubicBezTo>
                      <a:pt x="35" y="481"/>
                      <a:pt x="35" y="481"/>
                      <a:pt x="35" y="481"/>
                    </a:cubicBezTo>
                    <a:cubicBezTo>
                      <a:pt x="35" y="480"/>
                      <a:pt x="35" y="480"/>
                      <a:pt x="35" y="480"/>
                    </a:cubicBezTo>
                    <a:cubicBezTo>
                      <a:pt x="34" y="476"/>
                      <a:pt x="32" y="471"/>
                      <a:pt x="30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4"/>
                      <a:pt x="29" y="462"/>
                      <a:pt x="29" y="461"/>
                    </a:cubicBezTo>
                    <a:cubicBezTo>
                      <a:pt x="29" y="456"/>
                      <a:pt x="28" y="450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4" y="440"/>
                      <a:pt x="24" y="440"/>
                      <a:pt x="24" y="440"/>
                    </a:cubicBezTo>
                    <a:cubicBezTo>
                      <a:pt x="25" y="439"/>
                      <a:pt x="25" y="437"/>
                      <a:pt x="25" y="435"/>
                    </a:cubicBezTo>
                    <a:cubicBezTo>
                      <a:pt x="25" y="430"/>
                      <a:pt x="24" y="425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4"/>
                      <a:pt x="22" y="412"/>
                      <a:pt x="22" y="409"/>
                    </a:cubicBezTo>
                    <a:cubicBezTo>
                      <a:pt x="22" y="409"/>
                      <a:pt x="22" y="408"/>
                      <a:pt x="22" y="407"/>
                    </a:cubicBezTo>
                    <a:cubicBezTo>
                      <a:pt x="22" y="407"/>
                      <a:pt x="22" y="407"/>
                      <a:pt x="22" y="407"/>
                    </a:cubicBezTo>
                    <a:cubicBezTo>
                      <a:pt x="21" y="406"/>
                      <a:pt x="21" y="406"/>
                      <a:pt x="21" y="406"/>
                    </a:cubicBezTo>
                    <a:cubicBezTo>
                      <a:pt x="21" y="402"/>
                      <a:pt x="21" y="397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1"/>
                      <a:pt x="19" y="391"/>
                      <a:pt x="19" y="391"/>
                    </a:cubicBezTo>
                    <a:cubicBezTo>
                      <a:pt x="19" y="390"/>
                      <a:pt x="19" y="390"/>
                      <a:pt x="19" y="390"/>
                    </a:cubicBezTo>
                    <a:cubicBezTo>
                      <a:pt x="20" y="388"/>
                      <a:pt x="20" y="384"/>
                      <a:pt x="20" y="381"/>
                    </a:cubicBezTo>
                    <a:cubicBezTo>
                      <a:pt x="20" y="377"/>
                      <a:pt x="20" y="373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9" y="362"/>
                      <a:pt x="20" y="359"/>
                      <a:pt x="20" y="354"/>
                    </a:cubicBezTo>
                    <a:cubicBezTo>
                      <a:pt x="20" y="351"/>
                      <a:pt x="20" y="347"/>
                      <a:pt x="19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20" y="338"/>
                      <a:pt x="21" y="335"/>
                      <a:pt x="21" y="331"/>
                    </a:cubicBezTo>
                    <a:cubicBezTo>
                      <a:pt x="21" y="331"/>
                      <a:pt x="21" y="331"/>
                      <a:pt x="21" y="331"/>
                    </a:cubicBezTo>
                    <a:cubicBezTo>
                      <a:pt x="22" y="329"/>
                      <a:pt x="22" y="327"/>
                      <a:pt x="22" y="325"/>
                    </a:cubicBezTo>
                    <a:cubicBezTo>
                      <a:pt x="22" y="323"/>
                      <a:pt x="22" y="320"/>
                      <a:pt x="21" y="317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2" y="315"/>
                      <a:pt x="22" y="315"/>
                      <a:pt x="22" y="315"/>
                    </a:cubicBezTo>
                    <a:cubicBezTo>
                      <a:pt x="24" y="311"/>
                      <a:pt x="25" y="305"/>
                      <a:pt x="25" y="297"/>
                    </a:cubicBezTo>
                    <a:cubicBezTo>
                      <a:pt x="25" y="296"/>
                      <a:pt x="25" y="294"/>
                      <a:pt x="25" y="292"/>
                    </a:cubicBezTo>
                    <a:cubicBezTo>
                      <a:pt x="25" y="292"/>
                      <a:pt x="25" y="292"/>
                      <a:pt x="25" y="292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8" y="286"/>
                      <a:pt x="30" y="279"/>
                      <a:pt x="30" y="269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7"/>
                      <a:pt x="30" y="267"/>
                      <a:pt x="30" y="267"/>
                    </a:cubicBezTo>
                    <a:cubicBezTo>
                      <a:pt x="31" y="267"/>
                      <a:pt x="31" y="267"/>
                      <a:pt x="31" y="267"/>
                    </a:cubicBezTo>
                    <a:cubicBezTo>
                      <a:pt x="32" y="265"/>
                      <a:pt x="33" y="262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4"/>
                      <a:pt x="37" y="249"/>
                      <a:pt x="37" y="243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7" y="242"/>
                      <a:pt x="37" y="242"/>
                      <a:pt x="37" y="242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41" y="237"/>
                      <a:pt x="44" y="231"/>
                      <a:pt x="45" y="220"/>
                    </a:cubicBezTo>
                    <a:cubicBezTo>
                      <a:pt x="45" y="220"/>
                      <a:pt x="45" y="220"/>
                      <a:pt x="45" y="220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50" y="214"/>
                      <a:pt x="53" y="208"/>
                      <a:pt x="55" y="198"/>
                    </a:cubicBezTo>
                    <a:cubicBezTo>
                      <a:pt x="55" y="197"/>
                      <a:pt x="55" y="197"/>
                      <a:pt x="55" y="197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7" y="194"/>
                      <a:pt x="59" y="192"/>
                      <a:pt x="61" y="189"/>
                    </a:cubicBezTo>
                    <a:cubicBezTo>
                      <a:pt x="61" y="189"/>
                      <a:pt x="61" y="189"/>
                      <a:pt x="61" y="189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4"/>
                      <a:pt x="65" y="180"/>
                      <a:pt x="66" y="175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72" y="169"/>
                      <a:pt x="75" y="163"/>
                      <a:pt x="79" y="153"/>
                    </a:cubicBezTo>
                    <a:cubicBezTo>
                      <a:pt x="79" y="153"/>
                      <a:pt x="79" y="153"/>
                      <a:pt x="79" y="153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4" y="148"/>
                      <a:pt x="89" y="143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2"/>
                      <a:pt x="93" y="132"/>
                      <a:pt x="93" y="132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6" y="130"/>
                      <a:pt x="98" y="129"/>
                      <a:pt x="100" y="126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4" y="122"/>
                      <a:pt x="106" y="118"/>
                      <a:pt x="109" y="113"/>
                    </a:cubicBez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5" y="109"/>
                      <a:pt x="120" y="104"/>
                      <a:pt x="125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32" y="92"/>
                      <a:pt x="137" y="87"/>
                      <a:pt x="144" y="79"/>
                    </a:cubicBezTo>
                    <a:cubicBezTo>
                      <a:pt x="144" y="79"/>
                      <a:pt x="144" y="79"/>
                      <a:pt x="144" y="79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7"/>
                      <a:pt x="150" y="76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7" y="71"/>
                      <a:pt x="160" y="68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71" y="61"/>
                      <a:pt x="177" y="58"/>
                      <a:pt x="184" y="50"/>
                    </a:cubicBezTo>
                    <a:cubicBezTo>
                      <a:pt x="185" y="50"/>
                      <a:pt x="185" y="50"/>
                      <a:pt x="185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92" y="49"/>
                      <a:pt x="198" y="46"/>
                      <a:pt x="206" y="39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39"/>
                      <a:pt x="207" y="39"/>
                      <a:pt x="207" y="39"/>
                    </a:cubicBezTo>
                    <a:cubicBezTo>
                      <a:pt x="208" y="39"/>
                      <a:pt x="208" y="39"/>
                      <a:pt x="208" y="39"/>
                    </a:cubicBezTo>
                    <a:cubicBezTo>
                      <a:pt x="210" y="38"/>
                      <a:pt x="213" y="38"/>
                      <a:pt x="216" y="37"/>
                    </a:cubicBezTo>
                    <a:cubicBezTo>
                      <a:pt x="216" y="37"/>
                      <a:pt x="216" y="37"/>
                      <a:pt x="216" y="37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21" y="35"/>
                      <a:pt x="225" y="33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2" y="29"/>
                      <a:pt x="232" y="29"/>
                      <a:pt x="232" y="29"/>
                    </a:cubicBezTo>
                    <a:cubicBezTo>
                      <a:pt x="238" y="29"/>
                      <a:pt x="244" y="28"/>
                      <a:pt x="253" y="23"/>
                    </a:cubicBezTo>
                    <a:cubicBezTo>
                      <a:pt x="253" y="23"/>
                      <a:pt x="253" y="23"/>
                      <a:pt x="253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6" y="23"/>
                      <a:pt x="257" y="23"/>
                      <a:pt x="259" y="23"/>
                    </a:cubicBezTo>
                    <a:cubicBezTo>
                      <a:pt x="264" y="23"/>
                      <a:pt x="269" y="22"/>
                      <a:pt x="277" y="19"/>
                    </a:cubicBezTo>
                    <a:cubicBezTo>
                      <a:pt x="277" y="19"/>
                      <a:pt x="277" y="19"/>
                      <a:pt x="277" y="19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81" y="19"/>
                      <a:pt x="283" y="20"/>
                      <a:pt x="286" y="20"/>
                    </a:cubicBezTo>
                    <a:cubicBezTo>
                      <a:pt x="286" y="20"/>
                      <a:pt x="287" y="20"/>
                      <a:pt x="287" y="20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92" y="19"/>
                      <a:pt x="297" y="19"/>
                      <a:pt x="302" y="17"/>
                    </a:cubicBezTo>
                    <a:cubicBezTo>
                      <a:pt x="302" y="17"/>
                      <a:pt x="302" y="17"/>
                      <a:pt x="302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7" y="18"/>
                      <a:pt x="311" y="19"/>
                      <a:pt x="315" y="19"/>
                    </a:cubicBezTo>
                    <a:cubicBezTo>
                      <a:pt x="319" y="19"/>
                      <a:pt x="322" y="19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32" y="20"/>
                      <a:pt x="337" y="21"/>
                      <a:pt x="345" y="21"/>
                    </a:cubicBezTo>
                    <a:cubicBezTo>
                      <a:pt x="346" y="21"/>
                      <a:pt x="348" y="21"/>
                      <a:pt x="351" y="21"/>
                    </a:cubicBezTo>
                    <a:cubicBezTo>
                      <a:pt x="351" y="21"/>
                      <a:pt x="351" y="21"/>
                      <a:pt x="351" y="21"/>
                    </a:cubicBezTo>
                    <a:cubicBezTo>
                      <a:pt x="352" y="21"/>
                      <a:pt x="352" y="21"/>
                      <a:pt x="352" y="21"/>
                    </a:cubicBezTo>
                    <a:cubicBezTo>
                      <a:pt x="352" y="22"/>
                      <a:pt x="352" y="22"/>
                      <a:pt x="352" y="22"/>
                    </a:cubicBezTo>
                    <a:cubicBezTo>
                      <a:pt x="354" y="23"/>
                      <a:pt x="357" y="24"/>
                      <a:pt x="360" y="25"/>
                    </a:cubicBezTo>
                    <a:cubicBezTo>
                      <a:pt x="360" y="25"/>
                      <a:pt x="360" y="25"/>
                      <a:pt x="360" y="25"/>
                    </a:cubicBezTo>
                    <a:cubicBezTo>
                      <a:pt x="361" y="25"/>
                      <a:pt x="361" y="25"/>
                      <a:pt x="361" y="25"/>
                    </a:cubicBezTo>
                    <a:cubicBezTo>
                      <a:pt x="365" y="26"/>
                      <a:pt x="370" y="27"/>
                      <a:pt x="375" y="27"/>
                    </a:cubicBezTo>
                    <a:cubicBezTo>
                      <a:pt x="375" y="27"/>
                      <a:pt x="375" y="27"/>
                      <a:pt x="375" y="27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81" y="31"/>
                      <a:pt x="388" y="34"/>
                      <a:pt x="398" y="35"/>
                    </a:cubicBezTo>
                    <a:cubicBezTo>
                      <a:pt x="398" y="35"/>
                      <a:pt x="398" y="35"/>
                      <a:pt x="398" y="35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4" y="40"/>
                      <a:pt x="410" y="43"/>
                      <a:pt x="420" y="45"/>
                    </a:cubicBezTo>
                    <a:cubicBezTo>
                      <a:pt x="420" y="45"/>
                      <a:pt x="420" y="45"/>
                      <a:pt x="420" y="45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3" y="48"/>
                      <a:pt x="425" y="50"/>
                      <a:pt x="428" y="52"/>
                    </a:cubicBezTo>
                    <a:cubicBezTo>
                      <a:pt x="428" y="52"/>
                      <a:pt x="428" y="52"/>
                      <a:pt x="428" y="52"/>
                    </a:cubicBezTo>
                    <a:cubicBezTo>
                      <a:pt x="429" y="52"/>
                      <a:pt x="429" y="52"/>
                      <a:pt x="429" y="52"/>
                    </a:cubicBezTo>
                    <a:cubicBezTo>
                      <a:pt x="433" y="55"/>
                      <a:pt x="437" y="57"/>
                      <a:pt x="442" y="58"/>
                    </a:cubicBezTo>
                    <a:cubicBezTo>
                      <a:pt x="442" y="58"/>
                      <a:pt x="442" y="58"/>
                      <a:pt x="442" y="58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9"/>
                    </a:cubicBezTo>
                    <a:cubicBezTo>
                      <a:pt x="447" y="64"/>
                      <a:pt x="452" y="68"/>
                      <a:pt x="462" y="72"/>
                    </a:cubicBezTo>
                    <a:cubicBezTo>
                      <a:pt x="462" y="73"/>
                      <a:pt x="462" y="73"/>
                      <a:pt x="462" y="73"/>
                    </a:cubicBezTo>
                    <a:cubicBezTo>
                      <a:pt x="463" y="73"/>
                      <a:pt x="463" y="73"/>
                      <a:pt x="463" y="73"/>
                    </a:cubicBezTo>
                    <a:cubicBezTo>
                      <a:pt x="463" y="74"/>
                      <a:pt x="463" y="74"/>
                      <a:pt x="463" y="74"/>
                    </a:cubicBezTo>
                    <a:cubicBezTo>
                      <a:pt x="466" y="78"/>
                      <a:pt x="471" y="83"/>
                      <a:pt x="481" y="88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3" y="92"/>
                      <a:pt x="485" y="94"/>
                      <a:pt x="487" y="96"/>
                    </a:cubicBezTo>
                    <a:cubicBezTo>
                      <a:pt x="488" y="98"/>
                      <a:pt x="488" y="98"/>
                      <a:pt x="488" y="98"/>
                    </a:cubicBezTo>
                    <a:cubicBezTo>
                      <a:pt x="491" y="101"/>
                      <a:pt x="494" y="103"/>
                      <a:pt x="499" y="106"/>
                    </a:cubicBezTo>
                    <a:cubicBezTo>
                      <a:pt x="499" y="106"/>
                      <a:pt x="499" y="106"/>
                      <a:pt x="499" y="106"/>
                    </a:cubicBezTo>
                    <a:cubicBezTo>
                      <a:pt x="500" y="107"/>
                      <a:pt x="500" y="107"/>
                      <a:pt x="500" y="107"/>
                    </a:cubicBezTo>
                    <a:cubicBezTo>
                      <a:pt x="500" y="108"/>
                      <a:pt x="500" y="108"/>
                      <a:pt x="500" y="108"/>
                    </a:cubicBezTo>
                    <a:cubicBezTo>
                      <a:pt x="502" y="113"/>
                      <a:pt x="506" y="118"/>
                      <a:pt x="515" y="125"/>
                    </a:cubicBezTo>
                    <a:cubicBezTo>
                      <a:pt x="515" y="125"/>
                      <a:pt x="515" y="125"/>
                      <a:pt x="515" y="125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8" y="132"/>
                      <a:pt x="521" y="138"/>
                      <a:pt x="529" y="145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1" y="149"/>
                      <a:pt x="532" y="152"/>
                      <a:pt x="534" y="155"/>
                    </a:cubicBezTo>
                    <a:cubicBezTo>
                      <a:pt x="534" y="155"/>
                      <a:pt x="534" y="155"/>
                      <a:pt x="534" y="155"/>
                    </a:cubicBezTo>
                    <a:cubicBezTo>
                      <a:pt x="536" y="159"/>
                      <a:pt x="539" y="163"/>
                      <a:pt x="543" y="167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5" y="174"/>
                      <a:pt x="548" y="180"/>
                      <a:pt x="555" y="188"/>
                    </a:cubicBezTo>
                    <a:cubicBezTo>
                      <a:pt x="555" y="188"/>
                      <a:pt x="555" y="188"/>
                      <a:pt x="555" y="188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6"/>
                      <a:pt x="558" y="202"/>
                      <a:pt x="565" y="211"/>
                    </a:cubicBezTo>
                    <a:cubicBezTo>
                      <a:pt x="565" y="211"/>
                      <a:pt x="565" y="211"/>
                      <a:pt x="565" y="211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5"/>
                      <a:pt x="566" y="218"/>
                      <a:pt x="567" y="222"/>
                    </a:cubicBezTo>
                    <a:cubicBezTo>
                      <a:pt x="567" y="222"/>
                      <a:pt x="567" y="222"/>
                      <a:pt x="567" y="222"/>
                    </a:cubicBezTo>
                    <a:cubicBezTo>
                      <a:pt x="568" y="226"/>
                      <a:pt x="571" y="230"/>
                      <a:pt x="574" y="235"/>
                    </a:cubicBezTo>
                    <a:cubicBezTo>
                      <a:pt x="574" y="235"/>
                      <a:pt x="574" y="235"/>
                      <a:pt x="574" y="235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7"/>
                      <a:pt x="574" y="237"/>
                      <a:pt x="574" y="237"/>
                    </a:cubicBezTo>
                    <a:cubicBezTo>
                      <a:pt x="574" y="243"/>
                      <a:pt x="576" y="250"/>
                      <a:pt x="581" y="258"/>
                    </a:cubicBezTo>
                    <a:cubicBezTo>
                      <a:pt x="581" y="259"/>
                      <a:pt x="581" y="259"/>
                      <a:pt x="581" y="259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1"/>
                      <a:pt x="581" y="262"/>
                      <a:pt x="581" y="262"/>
                    </a:cubicBezTo>
                    <a:cubicBezTo>
                      <a:pt x="581" y="268"/>
                      <a:pt x="583" y="274"/>
                      <a:pt x="587" y="282"/>
                    </a:cubicBezTo>
                    <a:cubicBezTo>
                      <a:pt x="587" y="283"/>
                      <a:pt x="587" y="283"/>
                      <a:pt x="587" y="283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5"/>
                      <a:pt x="587" y="287"/>
                      <a:pt x="587" y="288"/>
                    </a:cubicBezTo>
                    <a:cubicBezTo>
                      <a:pt x="587" y="290"/>
                      <a:pt x="587" y="292"/>
                      <a:pt x="587" y="294"/>
                    </a:cubicBezTo>
                    <a:cubicBezTo>
                      <a:pt x="588" y="298"/>
                      <a:pt x="589" y="303"/>
                      <a:pt x="591" y="308"/>
                    </a:cubicBezTo>
                    <a:cubicBezTo>
                      <a:pt x="591" y="308"/>
                      <a:pt x="591" y="308"/>
                      <a:pt x="591" y="308"/>
                    </a:cubicBezTo>
                    <a:cubicBezTo>
                      <a:pt x="591" y="309"/>
                      <a:pt x="591" y="309"/>
                      <a:pt x="591" y="309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1" y="311"/>
                      <a:pt x="591" y="314"/>
                      <a:pt x="591" y="316"/>
                    </a:cubicBezTo>
                    <a:cubicBezTo>
                      <a:pt x="591" y="320"/>
                      <a:pt x="592" y="326"/>
                      <a:pt x="594" y="332"/>
                    </a:cubicBezTo>
                    <a:cubicBezTo>
                      <a:pt x="594" y="332"/>
                      <a:pt x="594" y="332"/>
                      <a:pt x="594" y="332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3" y="336"/>
                      <a:pt x="593" y="339"/>
                      <a:pt x="593" y="342"/>
                    </a:cubicBezTo>
                    <a:cubicBezTo>
                      <a:pt x="593" y="346"/>
                      <a:pt x="594" y="351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4" y="361"/>
                      <a:pt x="594" y="364"/>
                      <a:pt x="594" y="367"/>
                    </a:cubicBezTo>
                    <a:cubicBezTo>
                      <a:pt x="594" y="367"/>
                      <a:pt x="594" y="367"/>
                      <a:pt x="594" y="367"/>
                    </a:cubicBezTo>
                    <a:cubicBezTo>
                      <a:pt x="594" y="369"/>
                      <a:pt x="594" y="369"/>
                      <a:pt x="594" y="369"/>
                    </a:cubicBezTo>
                    <a:cubicBezTo>
                      <a:pt x="594" y="369"/>
                      <a:pt x="594" y="370"/>
                      <a:pt x="594" y="371"/>
                    </a:cubicBezTo>
                    <a:cubicBezTo>
                      <a:pt x="594" y="374"/>
                      <a:pt x="594" y="378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4"/>
                      <a:pt x="595" y="384"/>
                      <a:pt x="595" y="384"/>
                    </a:cubicBezTo>
                    <a:cubicBezTo>
                      <a:pt x="595" y="385"/>
                      <a:pt x="595" y="385"/>
                      <a:pt x="595" y="385"/>
                    </a:cubicBezTo>
                    <a:cubicBezTo>
                      <a:pt x="594" y="388"/>
                      <a:pt x="593" y="392"/>
                      <a:pt x="593" y="398"/>
                    </a:cubicBezTo>
                    <a:cubicBezTo>
                      <a:pt x="593" y="400"/>
                      <a:pt x="593" y="404"/>
                      <a:pt x="594" y="407"/>
                    </a:cubicBezTo>
                    <a:cubicBezTo>
                      <a:pt x="594" y="408"/>
                      <a:pt x="594" y="408"/>
                      <a:pt x="594" y="408"/>
                    </a:cubicBezTo>
                    <a:cubicBezTo>
                      <a:pt x="594" y="409"/>
                      <a:pt x="594" y="409"/>
                      <a:pt x="594" y="409"/>
                    </a:cubicBezTo>
                    <a:cubicBezTo>
                      <a:pt x="593" y="409"/>
                      <a:pt x="593" y="409"/>
                      <a:pt x="593" y="409"/>
                    </a:cubicBezTo>
                    <a:cubicBezTo>
                      <a:pt x="591" y="413"/>
                      <a:pt x="590" y="418"/>
                      <a:pt x="590" y="425"/>
                    </a:cubicBezTo>
                    <a:cubicBezTo>
                      <a:pt x="590" y="427"/>
                      <a:pt x="590" y="430"/>
                      <a:pt x="591" y="432"/>
                    </a:cubicBezTo>
                    <a:cubicBezTo>
                      <a:pt x="591" y="432"/>
                      <a:pt x="591" y="432"/>
                      <a:pt x="591" y="432"/>
                    </a:cubicBezTo>
                    <a:cubicBezTo>
                      <a:pt x="591" y="433"/>
                      <a:pt x="591" y="433"/>
                      <a:pt x="591" y="433"/>
                    </a:cubicBezTo>
                    <a:cubicBezTo>
                      <a:pt x="590" y="434"/>
                      <a:pt x="590" y="434"/>
                      <a:pt x="590" y="434"/>
                    </a:cubicBezTo>
                    <a:cubicBezTo>
                      <a:pt x="589" y="436"/>
                      <a:pt x="588" y="439"/>
                      <a:pt x="587" y="442"/>
                    </a:cubicBezTo>
                    <a:cubicBezTo>
                      <a:pt x="587" y="442"/>
                      <a:pt x="587" y="442"/>
                      <a:pt x="587" y="442"/>
                    </a:cubicBezTo>
                    <a:cubicBezTo>
                      <a:pt x="587" y="443"/>
                      <a:pt x="587" y="443"/>
                      <a:pt x="587" y="443"/>
                    </a:cubicBezTo>
                    <a:cubicBezTo>
                      <a:pt x="586" y="446"/>
                      <a:pt x="586" y="450"/>
                      <a:pt x="586" y="454"/>
                    </a:cubicBezTo>
                    <a:cubicBezTo>
                      <a:pt x="586" y="455"/>
                      <a:pt x="586" y="456"/>
                      <a:pt x="586" y="457"/>
                    </a:cubicBezTo>
                    <a:cubicBezTo>
                      <a:pt x="586" y="458"/>
                      <a:pt x="586" y="458"/>
                      <a:pt x="586" y="458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2" y="464"/>
                      <a:pt x="581" y="471"/>
                      <a:pt x="580" y="481"/>
                    </a:cubicBezTo>
                    <a:cubicBezTo>
                      <a:pt x="580" y="482"/>
                      <a:pt x="580" y="482"/>
                      <a:pt x="580" y="482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76" y="488"/>
                      <a:pt x="574" y="494"/>
                      <a:pt x="573" y="505"/>
                    </a:cubicBezTo>
                    <a:cubicBezTo>
                      <a:pt x="573" y="505"/>
                      <a:pt x="573" y="505"/>
                      <a:pt x="573" y="505"/>
                    </a:cubicBezTo>
                    <a:cubicBezTo>
                      <a:pt x="573" y="506"/>
                      <a:pt x="573" y="506"/>
                      <a:pt x="573" y="506"/>
                    </a:cubicBezTo>
                    <a:cubicBezTo>
                      <a:pt x="572" y="507"/>
                      <a:pt x="572" y="507"/>
                      <a:pt x="572" y="507"/>
                    </a:cubicBezTo>
                    <a:cubicBezTo>
                      <a:pt x="571" y="509"/>
                      <a:pt x="569" y="511"/>
                      <a:pt x="568" y="514"/>
                    </a:cubicBezTo>
                    <a:cubicBezTo>
                      <a:pt x="567" y="515"/>
                      <a:pt x="567" y="515"/>
                      <a:pt x="567" y="515"/>
                    </a:cubicBezTo>
                    <a:cubicBezTo>
                      <a:pt x="566" y="519"/>
                      <a:pt x="565" y="523"/>
                      <a:pt x="564" y="529"/>
                    </a:cubicBezTo>
                    <a:cubicBezTo>
                      <a:pt x="564" y="529"/>
                      <a:pt x="564" y="529"/>
                      <a:pt x="564" y="529"/>
                    </a:cubicBezTo>
                    <a:cubicBezTo>
                      <a:pt x="563" y="530"/>
                      <a:pt x="563" y="530"/>
                      <a:pt x="563" y="530"/>
                    </a:cubicBezTo>
                    <a:cubicBezTo>
                      <a:pt x="563" y="531"/>
                      <a:pt x="563" y="531"/>
                      <a:pt x="563" y="531"/>
                    </a:cubicBezTo>
                    <a:cubicBezTo>
                      <a:pt x="559" y="535"/>
                      <a:pt x="556" y="541"/>
                      <a:pt x="553" y="551"/>
                    </a:cubicBezTo>
                    <a:cubicBezTo>
                      <a:pt x="553" y="552"/>
                      <a:pt x="553" y="552"/>
                      <a:pt x="553" y="552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48" y="557"/>
                      <a:pt x="545" y="563"/>
                      <a:pt x="542" y="573"/>
                    </a:cubicBezTo>
                    <a:lnTo>
                      <a:pt x="541" y="5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8" name="Freeform 32">
                <a:extLst>
                  <a:ext uri="{FF2B5EF4-FFF2-40B4-BE49-F238E27FC236}">
                    <a16:creationId xmlns:a16="http://schemas.microsoft.com/office/drawing/2014/main" id="{C676CF80-A97F-47DB-B96F-0F13E5D6AD0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56" y="7911"/>
                <a:ext cx="62" cy="36"/>
              </a:xfrm>
              <a:custGeom>
                <a:avLst/>
                <a:gdLst>
                  <a:gd name="T0" fmla="*/ 83 w 83"/>
                  <a:gd name="T1" fmla="*/ 10 h 48"/>
                  <a:gd name="T2" fmla="*/ 67 w 83"/>
                  <a:gd name="T3" fmla="*/ 11 h 48"/>
                  <a:gd name="T4" fmla="*/ 61 w 83"/>
                  <a:gd name="T5" fmla="*/ 19 h 48"/>
                  <a:gd name="T6" fmla="*/ 54 w 83"/>
                  <a:gd name="T7" fmla="*/ 21 h 48"/>
                  <a:gd name="T8" fmla="*/ 48 w 83"/>
                  <a:gd name="T9" fmla="*/ 7 h 48"/>
                  <a:gd name="T10" fmla="*/ 42 w 83"/>
                  <a:gd name="T11" fmla="*/ 0 h 48"/>
                  <a:gd name="T12" fmla="*/ 41 w 83"/>
                  <a:gd name="T13" fmla="*/ 0 h 48"/>
                  <a:gd name="T14" fmla="*/ 36 w 83"/>
                  <a:gd name="T15" fmla="*/ 7 h 48"/>
                  <a:gd name="T16" fmla="*/ 34 w 83"/>
                  <a:gd name="T17" fmla="*/ 19 h 48"/>
                  <a:gd name="T18" fmla="*/ 23 w 83"/>
                  <a:gd name="T19" fmla="*/ 20 h 48"/>
                  <a:gd name="T20" fmla="*/ 25 w 83"/>
                  <a:gd name="T21" fmla="*/ 13 h 48"/>
                  <a:gd name="T22" fmla="*/ 7 w 83"/>
                  <a:gd name="T23" fmla="*/ 6 h 48"/>
                  <a:gd name="T24" fmla="*/ 10 w 83"/>
                  <a:gd name="T25" fmla="*/ 19 h 48"/>
                  <a:gd name="T26" fmla="*/ 38 w 83"/>
                  <a:gd name="T27" fmla="*/ 48 h 48"/>
                  <a:gd name="T28" fmla="*/ 41 w 83"/>
                  <a:gd name="T29" fmla="*/ 48 h 48"/>
                  <a:gd name="T30" fmla="*/ 64 w 83"/>
                  <a:gd name="T31" fmla="*/ 42 h 48"/>
                  <a:gd name="T32" fmla="*/ 46 w 83"/>
                  <a:gd name="T33" fmla="*/ 10 h 48"/>
                  <a:gd name="T34" fmla="*/ 47 w 83"/>
                  <a:gd name="T35" fmla="*/ 17 h 48"/>
                  <a:gd name="T36" fmla="*/ 46 w 83"/>
                  <a:gd name="T37" fmla="*/ 10 h 48"/>
                  <a:gd name="T38" fmla="*/ 37 w 83"/>
                  <a:gd name="T39" fmla="*/ 9 h 48"/>
                  <a:gd name="T40" fmla="*/ 35 w 83"/>
                  <a:gd name="T41" fmla="*/ 17 h 48"/>
                  <a:gd name="T42" fmla="*/ 14 w 83"/>
                  <a:gd name="T43" fmla="*/ 16 h 48"/>
                  <a:gd name="T44" fmla="*/ 10 w 83"/>
                  <a:gd name="T45" fmla="*/ 10 h 48"/>
                  <a:gd name="T46" fmla="*/ 21 w 83"/>
                  <a:gd name="T47" fmla="*/ 14 h 48"/>
                  <a:gd name="T48" fmla="*/ 19 w 83"/>
                  <a:gd name="T49" fmla="*/ 19 h 48"/>
                  <a:gd name="T50" fmla="*/ 20 w 83"/>
                  <a:gd name="T51" fmla="*/ 33 h 48"/>
                  <a:gd name="T52" fmla="*/ 26 w 83"/>
                  <a:gd name="T53" fmla="*/ 30 h 48"/>
                  <a:gd name="T54" fmla="*/ 17 w 83"/>
                  <a:gd name="T55" fmla="*/ 27 h 48"/>
                  <a:gd name="T56" fmla="*/ 34 w 83"/>
                  <a:gd name="T57" fmla="*/ 27 h 48"/>
                  <a:gd name="T58" fmla="*/ 39 w 83"/>
                  <a:gd name="T59" fmla="*/ 31 h 48"/>
                  <a:gd name="T60" fmla="*/ 19 w 83"/>
                  <a:gd name="T61" fmla="*/ 34 h 48"/>
                  <a:gd name="T62" fmla="*/ 23 w 83"/>
                  <a:gd name="T63" fmla="*/ 43 h 48"/>
                  <a:gd name="T64" fmla="*/ 25 w 83"/>
                  <a:gd name="T65" fmla="*/ 39 h 48"/>
                  <a:gd name="T66" fmla="*/ 26 w 83"/>
                  <a:gd name="T67" fmla="*/ 42 h 48"/>
                  <a:gd name="T68" fmla="*/ 28 w 83"/>
                  <a:gd name="T69" fmla="*/ 38 h 48"/>
                  <a:gd name="T70" fmla="*/ 35 w 83"/>
                  <a:gd name="T71" fmla="*/ 45 h 48"/>
                  <a:gd name="T72" fmla="*/ 35 w 83"/>
                  <a:gd name="T73" fmla="*/ 38 h 48"/>
                  <a:gd name="T74" fmla="*/ 37 w 83"/>
                  <a:gd name="T75" fmla="*/ 45 h 48"/>
                  <a:gd name="T76" fmla="*/ 39 w 83"/>
                  <a:gd name="T77" fmla="*/ 45 h 48"/>
                  <a:gd name="T78" fmla="*/ 38 w 83"/>
                  <a:gd name="T79" fmla="*/ 6 h 48"/>
                  <a:gd name="T80" fmla="*/ 44 w 83"/>
                  <a:gd name="T81" fmla="*/ 8 h 48"/>
                  <a:gd name="T82" fmla="*/ 41 w 83"/>
                  <a:gd name="T83" fmla="*/ 9 h 48"/>
                  <a:gd name="T84" fmla="*/ 42 w 83"/>
                  <a:gd name="T85" fmla="*/ 38 h 48"/>
                  <a:gd name="T86" fmla="*/ 49 w 83"/>
                  <a:gd name="T87" fmla="*/ 45 h 48"/>
                  <a:gd name="T88" fmla="*/ 49 w 83"/>
                  <a:gd name="T89" fmla="*/ 38 h 48"/>
                  <a:gd name="T90" fmla="*/ 52 w 83"/>
                  <a:gd name="T91" fmla="*/ 45 h 48"/>
                  <a:gd name="T92" fmla="*/ 54 w 83"/>
                  <a:gd name="T93" fmla="*/ 44 h 48"/>
                  <a:gd name="T94" fmla="*/ 57 w 83"/>
                  <a:gd name="T95" fmla="*/ 43 h 48"/>
                  <a:gd name="T96" fmla="*/ 57 w 83"/>
                  <a:gd name="T97" fmla="*/ 40 h 48"/>
                  <a:gd name="T98" fmla="*/ 59 w 83"/>
                  <a:gd name="T99" fmla="*/ 43 h 48"/>
                  <a:gd name="T100" fmla="*/ 56 w 83"/>
                  <a:gd name="T101" fmla="*/ 30 h 48"/>
                  <a:gd name="T102" fmla="*/ 62 w 83"/>
                  <a:gd name="T103" fmla="*/ 34 h 48"/>
                  <a:gd name="T104" fmla="*/ 44 w 83"/>
                  <a:gd name="T105" fmla="*/ 35 h 48"/>
                  <a:gd name="T106" fmla="*/ 50 w 83"/>
                  <a:gd name="T107" fmla="*/ 29 h 48"/>
                  <a:gd name="T108" fmla="*/ 44 w 83"/>
                  <a:gd name="T109" fmla="*/ 24 h 48"/>
                  <a:gd name="T110" fmla="*/ 64 w 83"/>
                  <a:gd name="T111" fmla="*/ 19 h 48"/>
                  <a:gd name="T112" fmla="*/ 62 w 83"/>
                  <a:gd name="T113" fmla="*/ 14 h 48"/>
                  <a:gd name="T114" fmla="*/ 73 w 83"/>
                  <a:gd name="T115" fmla="*/ 11 h 48"/>
                  <a:gd name="T116" fmla="*/ 69 w 83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8">
                    <a:moveTo>
                      <a:pt x="73" y="20"/>
                    </a:moveTo>
                    <a:cubicBezTo>
                      <a:pt x="77" y="16"/>
                      <a:pt x="81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3" y="8"/>
                      <a:pt x="78" y="7"/>
                      <a:pt x="76" y="7"/>
                    </a:cubicBezTo>
                    <a:cubicBezTo>
                      <a:pt x="74" y="7"/>
                      <a:pt x="72" y="7"/>
                      <a:pt x="71" y="8"/>
                    </a:cubicBezTo>
                    <a:cubicBezTo>
                      <a:pt x="70" y="9"/>
                      <a:pt x="67" y="11"/>
                      <a:pt x="67" y="11"/>
                    </a:cubicBezTo>
                    <a:cubicBezTo>
                      <a:pt x="64" y="11"/>
                      <a:pt x="59" y="9"/>
                      <a:pt x="58" y="14"/>
                    </a:cubicBezTo>
                    <a:cubicBezTo>
                      <a:pt x="58" y="15"/>
                      <a:pt x="59" y="17"/>
                      <a:pt x="60" y="18"/>
                    </a:cubicBezTo>
                    <a:cubicBezTo>
                      <a:pt x="60" y="18"/>
                      <a:pt x="61" y="19"/>
                      <a:pt x="61" y="19"/>
                    </a:cubicBezTo>
                    <a:cubicBezTo>
                      <a:pt x="61" y="19"/>
                      <a:pt x="61" y="20"/>
                      <a:pt x="60" y="20"/>
                    </a:cubicBezTo>
                    <a:cubicBezTo>
                      <a:pt x="58" y="22"/>
                      <a:pt x="56" y="22"/>
                      <a:pt x="56" y="22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0" y="21"/>
                      <a:pt x="51" y="22"/>
                      <a:pt x="49" y="19"/>
                    </a:cubicBezTo>
                    <a:cubicBezTo>
                      <a:pt x="52" y="19"/>
                      <a:pt x="54" y="16"/>
                      <a:pt x="54" y="13"/>
                    </a:cubicBezTo>
                    <a:cubicBezTo>
                      <a:pt x="54" y="10"/>
                      <a:pt x="51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6"/>
                      <a:pt x="48" y="6"/>
                    </a:cubicBezTo>
                    <a:cubicBezTo>
                      <a:pt x="48" y="3"/>
                      <a:pt x="45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6" y="2"/>
                      <a:pt x="36" y="6"/>
                    </a:cubicBezTo>
                    <a:cubicBezTo>
                      <a:pt x="36" y="6"/>
                      <a:pt x="36" y="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2" y="6"/>
                      <a:pt x="29" y="9"/>
                      <a:pt x="29" y="13"/>
                    </a:cubicBezTo>
                    <a:cubicBezTo>
                      <a:pt x="29" y="16"/>
                      <a:pt x="31" y="18"/>
                      <a:pt x="34" y="19"/>
                    </a:cubicBezTo>
                    <a:cubicBezTo>
                      <a:pt x="32" y="21"/>
                      <a:pt x="32" y="20"/>
                      <a:pt x="28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5" y="21"/>
                      <a:pt x="23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2" y="17"/>
                      <a:pt x="23" y="17"/>
                    </a:cubicBezTo>
                    <a:cubicBezTo>
                      <a:pt x="24" y="16"/>
                      <a:pt x="25" y="14"/>
                      <a:pt x="25" y="13"/>
                    </a:cubicBezTo>
                    <a:cubicBezTo>
                      <a:pt x="25" y="9"/>
                      <a:pt x="19" y="10"/>
                      <a:pt x="17" y="10"/>
                    </a:cubicBezTo>
                    <a:cubicBezTo>
                      <a:pt x="17" y="10"/>
                      <a:pt x="13" y="7"/>
                      <a:pt x="12" y="7"/>
                    </a:cubicBezTo>
                    <a:cubicBezTo>
                      <a:pt x="11" y="6"/>
                      <a:pt x="9" y="6"/>
                      <a:pt x="7" y="6"/>
                    </a:cubicBezTo>
                    <a:cubicBezTo>
                      <a:pt x="5" y="5"/>
                      <a:pt x="1" y="6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6" y="15"/>
                      <a:pt x="10" y="19"/>
                    </a:cubicBezTo>
                    <a:cubicBezTo>
                      <a:pt x="12" y="22"/>
                      <a:pt x="15" y="29"/>
                      <a:pt x="16" y="32"/>
                    </a:cubicBezTo>
                    <a:cubicBezTo>
                      <a:pt x="16" y="32"/>
                      <a:pt x="18" y="41"/>
                      <a:pt x="18" y="41"/>
                    </a:cubicBezTo>
                    <a:cubicBezTo>
                      <a:pt x="19" y="46"/>
                      <a:pt x="30" y="47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51" y="48"/>
                      <a:pt x="63" y="47"/>
                      <a:pt x="64" y="42"/>
                    </a:cubicBezTo>
                    <a:cubicBezTo>
                      <a:pt x="64" y="42"/>
                      <a:pt x="66" y="33"/>
                      <a:pt x="66" y="33"/>
                    </a:cubicBezTo>
                    <a:cubicBezTo>
                      <a:pt x="67" y="30"/>
                      <a:pt x="70" y="24"/>
                      <a:pt x="73" y="20"/>
                    </a:cubicBezTo>
                    <a:moveTo>
                      <a:pt x="46" y="10"/>
                    </a:moveTo>
                    <a:cubicBezTo>
                      <a:pt x="47" y="9"/>
                      <a:pt x="47" y="9"/>
                      <a:pt x="48" y="9"/>
                    </a:cubicBezTo>
                    <a:cubicBezTo>
                      <a:pt x="50" y="9"/>
                      <a:pt x="51" y="11"/>
                      <a:pt x="51" y="13"/>
                    </a:cubicBezTo>
                    <a:cubicBezTo>
                      <a:pt x="51" y="15"/>
                      <a:pt x="50" y="17"/>
                      <a:pt x="47" y="17"/>
                    </a:cubicBezTo>
                    <a:cubicBezTo>
                      <a:pt x="45" y="17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cubicBezTo>
                      <a:pt x="45" y="11"/>
                      <a:pt x="46" y="10"/>
                      <a:pt x="46" y="10"/>
                    </a:cubicBezTo>
                    <a:moveTo>
                      <a:pt x="32" y="13"/>
                    </a:moveTo>
                    <a:cubicBezTo>
                      <a:pt x="32" y="11"/>
                      <a:pt x="33" y="9"/>
                      <a:pt x="35" y="9"/>
                    </a:cubicBezTo>
                    <a:cubicBezTo>
                      <a:pt x="36" y="9"/>
                      <a:pt x="36" y="9"/>
                      <a:pt x="37" y="9"/>
                    </a:cubicBezTo>
                    <a:cubicBezTo>
                      <a:pt x="37" y="10"/>
                      <a:pt x="38" y="11"/>
                      <a:pt x="39" y="11"/>
                    </a:cubicBezTo>
                    <a:cubicBezTo>
                      <a:pt x="39" y="12"/>
                      <a:pt x="39" y="12"/>
                      <a:pt x="39" y="13"/>
                    </a:cubicBezTo>
                    <a:cubicBezTo>
                      <a:pt x="39" y="15"/>
                      <a:pt x="37" y="17"/>
                      <a:pt x="35" y="17"/>
                    </a:cubicBezTo>
                    <a:cubicBezTo>
                      <a:pt x="33" y="17"/>
                      <a:pt x="32" y="15"/>
                      <a:pt x="32" y="13"/>
                    </a:cubicBezTo>
                    <a:moveTo>
                      <a:pt x="16" y="21"/>
                    </a:moveTo>
                    <a:cubicBezTo>
                      <a:pt x="15" y="20"/>
                      <a:pt x="16" y="16"/>
                      <a:pt x="14" y="16"/>
                    </a:cubicBezTo>
                    <a:cubicBezTo>
                      <a:pt x="11" y="17"/>
                      <a:pt x="7" y="11"/>
                      <a:pt x="4" y="9"/>
                    </a:cubicBezTo>
                    <a:cubicBezTo>
                      <a:pt x="5" y="9"/>
                      <a:pt x="6" y="8"/>
                      <a:pt x="7" y="8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1" y="11"/>
                      <a:pt x="12" y="12"/>
                      <a:pt x="14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9" y="19"/>
                    </a:cubicBezTo>
                    <a:cubicBezTo>
                      <a:pt x="20" y="23"/>
                      <a:pt x="17" y="23"/>
                      <a:pt x="16" y="21"/>
                    </a:cubicBezTo>
                    <a:moveTo>
                      <a:pt x="19" y="34"/>
                    </a:moveTo>
                    <a:cubicBezTo>
                      <a:pt x="19" y="34"/>
                      <a:pt x="20" y="34"/>
                      <a:pt x="20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2" y="33"/>
                      <a:pt x="25" y="32"/>
                    </a:cubicBezTo>
                    <a:cubicBezTo>
                      <a:pt x="26" y="32"/>
                      <a:pt x="26" y="31"/>
                      <a:pt x="26" y="30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20" y="29"/>
                      <a:pt x="18" y="30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21" y="25"/>
                      <a:pt x="30" y="24"/>
                      <a:pt x="39" y="24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2" y="28"/>
                      <a:pt x="32" y="29"/>
                    </a:cubicBezTo>
                    <a:cubicBezTo>
                      <a:pt x="32" y="30"/>
                      <a:pt x="33" y="31"/>
                      <a:pt x="34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4" y="36"/>
                      <a:pt x="20" y="38"/>
                    </a:cubicBezTo>
                    <a:cubicBezTo>
                      <a:pt x="20" y="37"/>
                      <a:pt x="20" y="35"/>
                      <a:pt x="19" y="34"/>
                    </a:cubicBezTo>
                    <a:moveTo>
                      <a:pt x="26" y="42"/>
                    </a:moveTo>
                    <a:cubicBezTo>
                      <a:pt x="26" y="42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3" y="43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2" y="41"/>
                      <a:pt x="22" y="40"/>
                      <a:pt x="23" y="40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5" y="39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2"/>
                      <a:pt x="26" y="42"/>
                    </a:cubicBezTo>
                    <a:moveTo>
                      <a:pt x="30" y="44"/>
                    </a:moveTo>
                    <a:cubicBezTo>
                      <a:pt x="29" y="44"/>
                      <a:pt x="28" y="44"/>
                      <a:pt x="27" y="44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9" y="38"/>
                      <a:pt x="30" y="38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3" y="45"/>
                      <a:pt x="33" y="45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4" y="38"/>
                      <a:pt x="35" y="38"/>
                    </a:cubicBezTo>
                    <a:lnTo>
                      <a:pt x="35" y="45"/>
                    </a:lnTo>
                    <a:close/>
                    <a:moveTo>
                      <a:pt x="39" y="45"/>
                    </a:moveTo>
                    <a:cubicBezTo>
                      <a:pt x="39" y="45"/>
                      <a:pt x="37" y="45"/>
                      <a:pt x="37" y="45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8"/>
                      <a:pt x="39" y="38"/>
                    </a:cubicBezTo>
                    <a:lnTo>
                      <a:pt x="39" y="45"/>
                    </a:lnTo>
                    <a:close/>
                    <a:moveTo>
                      <a:pt x="41" y="9"/>
                    </a:moveTo>
                    <a:cubicBezTo>
                      <a:pt x="40" y="9"/>
                      <a:pt x="39" y="8"/>
                      <a:pt x="39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4"/>
                      <a:pt x="40" y="2"/>
                      <a:pt x="42" y="2"/>
                    </a:cubicBezTo>
                    <a:cubicBezTo>
                      <a:pt x="44" y="2"/>
                      <a:pt x="45" y="4"/>
                      <a:pt x="45" y="6"/>
                    </a:cubicBezTo>
                    <a:cubicBezTo>
                      <a:pt x="45" y="7"/>
                      <a:pt x="45" y="7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5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38"/>
                      <a:pt x="42" y="38"/>
                    </a:cubicBezTo>
                    <a:cubicBezTo>
                      <a:pt x="43" y="38"/>
                      <a:pt x="45" y="38"/>
                      <a:pt x="45" y="38"/>
                    </a:cubicBezTo>
                    <a:lnTo>
                      <a:pt x="45" y="45"/>
                    </a:lnTo>
                    <a:close/>
                    <a:moveTo>
                      <a:pt x="49" y="45"/>
                    </a:moveTo>
                    <a:cubicBezTo>
                      <a:pt x="48" y="45"/>
                      <a:pt x="48" y="45"/>
                      <a:pt x="47" y="45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49" y="38"/>
                    </a:cubicBezTo>
                    <a:lnTo>
                      <a:pt x="49" y="45"/>
                    </a:lnTo>
                    <a:close/>
                    <a:moveTo>
                      <a:pt x="54" y="44"/>
                    </a:moveTo>
                    <a:cubicBezTo>
                      <a:pt x="54" y="44"/>
                      <a:pt x="53" y="45"/>
                      <a:pt x="52" y="45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3" y="39"/>
                      <a:pt x="54" y="39"/>
                      <a:pt x="54" y="39"/>
                    </a:cubicBezTo>
                    <a:lnTo>
                      <a:pt x="54" y="44"/>
                    </a:lnTo>
                    <a:close/>
                    <a:moveTo>
                      <a:pt x="59" y="43"/>
                    </a:moveTo>
                    <a:cubicBezTo>
                      <a:pt x="59" y="44"/>
                      <a:pt x="58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7" y="42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8" y="40"/>
                      <a:pt x="59" y="40"/>
                      <a:pt x="59" y="40"/>
                    </a:cubicBezTo>
                    <a:cubicBezTo>
                      <a:pt x="60" y="41"/>
                      <a:pt x="60" y="41"/>
                      <a:pt x="61" y="42"/>
                    </a:cubicBezTo>
                    <a:cubicBezTo>
                      <a:pt x="60" y="42"/>
                      <a:pt x="60" y="43"/>
                      <a:pt x="59" y="43"/>
                    </a:cubicBezTo>
                    <a:moveTo>
                      <a:pt x="64" y="31"/>
                    </a:moveTo>
                    <a:cubicBezTo>
                      <a:pt x="63" y="30"/>
                      <a:pt x="60" y="29"/>
                      <a:pt x="59" y="29"/>
                    </a:cubicBezTo>
                    <a:cubicBezTo>
                      <a:pt x="58" y="28"/>
                      <a:pt x="56" y="29"/>
                      <a:pt x="56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61" y="33"/>
                      <a:pt x="62" y="34"/>
                      <a:pt x="63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3" y="34"/>
                      <a:pt x="63" y="35"/>
                      <a:pt x="63" y="35"/>
                    </a:cubicBezTo>
                    <a:cubicBezTo>
                      <a:pt x="63" y="36"/>
                      <a:pt x="62" y="38"/>
                      <a:pt x="62" y="39"/>
                    </a:cubicBezTo>
                    <a:cubicBezTo>
                      <a:pt x="58" y="36"/>
                      <a:pt x="50" y="35"/>
                      <a:pt x="44" y="35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50" y="31"/>
                      <a:pt x="50" y="29"/>
                    </a:cubicBezTo>
                    <a:cubicBezTo>
                      <a:pt x="50" y="28"/>
                      <a:pt x="49" y="27"/>
                      <a:pt x="48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53" y="24"/>
                      <a:pt x="62" y="26"/>
                      <a:pt x="65" y="28"/>
                    </a:cubicBezTo>
                    <a:cubicBezTo>
                      <a:pt x="65" y="29"/>
                      <a:pt x="65" y="30"/>
                      <a:pt x="64" y="31"/>
                    </a:cubicBezTo>
                    <a:moveTo>
                      <a:pt x="64" y="19"/>
                    </a:moveTo>
                    <a:cubicBezTo>
                      <a:pt x="64" y="18"/>
                      <a:pt x="63" y="16"/>
                      <a:pt x="62" y="16"/>
                    </a:cubicBezTo>
                    <a:cubicBezTo>
                      <a:pt x="62" y="16"/>
                      <a:pt x="61" y="16"/>
                      <a:pt x="62" y="15"/>
                    </a:cubicBezTo>
                    <a:cubicBezTo>
                      <a:pt x="62" y="15"/>
                      <a:pt x="62" y="15"/>
                      <a:pt x="62" y="14"/>
                    </a:cubicBezTo>
                    <a:cubicBezTo>
                      <a:pt x="63" y="14"/>
                      <a:pt x="65" y="14"/>
                      <a:pt x="67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3"/>
                      <a:pt x="72" y="12"/>
                      <a:pt x="73" y="11"/>
                    </a:cubicBezTo>
                    <a:cubicBezTo>
                      <a:pt x="74" y="10"/>
                      <a:pt x="75" y="10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76" y="12"/>
                      <a:pt x="72" y="18"/>
                      <a:pt x="69" y="17"/>
                    </a:cubicBezTo>
                    <a:cubicBezTo>
                      <a:pt x="67" y="17"/>
                      <a:pt x="68" y="21"/>
                      <a:pt x="67" y="22"/>
                    </a:cubicBezTo>
                    <a:cubicBezTo>
                      <a:pt x="66" y="24"/>
                      <a:pt x="62" y="23"/>
                      <a:pt x="64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9" name="Freeform 33">
                <a:extLst>
                  <a:ext uri="{FF2B5EF4-FFF2-40B4-BE49-F238E27FC236}">
                    <a16:creationId xmlns:a16="http://schemas.microsoft.com/office/drawing/2014/main" id="{AAB3ED5F-6E65-4CBA-85A2-63728434CE8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5" y="7852"/>
                <a:ext cx="62" cy="36"/>
              </a:xfrm>
              <a:custGeom>
                <a:avLst/>
                <a:gdLst>
                  <a:gd name="T0" fmla="*/ 74 w 83"/>
                  <a:gd name="T1" fmla="*/ 15 h 49"/>
                  <a:gd name="T2" fmla="*/ 75 w 83"/>
                  <a:gd name="T3" fmla="*/ 2 h 49"/>
                  <a:gd name="T4" fmla="*/ 58 w 83"/>
                  <a:gd name="T5" fmla="*/ 11 h 49"/>
                  <a:gd name="T6" fmla="*/ 61 w 83"/>
                  <a:gd name="T7" fmla="*/ 17 h 49"/>
                  <a:gd name="T8" fmla="*/ 50 w 83"/>
                  <a:gd name="T9" fmla="*/ 18 h 49"/>
                  <a:gd name="T10" fmla="*/ 47 w 83"/>
                  <a:gd name="T11" fmla="*/ 6 h 49"/>
                  <a:gd name="T12" fmla="*/ 40 w 83"/>
                  <a:gd name="T13" fmla="*/ 0 h 49"/>
                  <a:gd name="T14" fmla="*/ 39 w 83"/>
                  <a:gd name="T15" fmla="*/ 0 h 49"/>
                  <a:gd name="T16" fmla="*/ 35 w 83"/>
                  <a:gd name="T17" fmla="*/ 8 h 49"/>
                  <a:gd name="T18" fmla="*/ 30 w 83"/>
                  <a:gd name="T19" fmla="*/ 23 h 49"/>
                  <a:gd name="T20" fmla="*/ 23 w 83"/>
                  <a:gd name="T21" fmla="*/ 22 h 49"/>
                  <a:gd name="T22" fmla="*/ 17 w 83"/>
                  <a:gd name="T23" fmla="*/ 14 h 49"/>
                  <a:gd name="T24" fmla="*/ 0 w 83"/>
                  <a:gd name="T25" fmla="*/ 15 h 49"/>
                  <a:gd name="T26" fmla="*/ 19 w 83"/>
                  <a:gd name="T27" fmla="*/ 36 h 49"/>
                  <a:gd name="T28" fmla="*/ 44 w 83"/>
                  <a:gd name="T29" fmla="*/ 48 h 49"/>
                  <a:gd name="T30" fmla="*/ 49 w 83"/>
                  <a:gd name="T31" fmla="*/ 48 h 49"/>
                  <a:gd name="T32" fmla="*/ 52 w 83"/>
                  <a:gd name="T33" fmla="*/ 44 h 49"/>
                  <a:gd name="T34" fmla="*/ 54 w 83"/>
                  <a:gd name="T35" fmla="*/ 44 h 49"/>
                  <a:gd name="T36" fmla="*/ 56 w 83"/>
                  <a:gd name="T37" fmla="*/ 37 h 49"/>
                  <a:gd name="T38" fmla="*/ 57 w 83"/>
                  <a:gd name="T39" fmla="*/ 43 h 49"/>
                  <a:gd name="T40" fmla="*/ 62 w 83"/>
                  <a:gd name="T41" fmla="*/ 40 h 49"/>
                  <a:gd name="T42" fmla="*/ 62 w 83"/>
                  <a:gd name="T43" fmla="*/ 37 h 49"/>
                  <a:gd name="T44" fmla="*/ 64 w 83"/>
                  <a:gd name="T45" fmla="*/ 40 h 49"/>
                  <a:gd name="T46" fmla="*/ 67 w 83"/>
                  <a:gd name="T47" fmla="*/ 10 h 49"/>
                  <a:gd name="T48" fmla="*/ 75 w 83"/>
                  <a:gd name="T49" fmla="*/ 4 h 49"/>
                  <a:gd name="T50" fmla="*/ 68 w 83"/>
                  <a:gd name="T51" fmla="*/ 18 h 49"/>
                  <a:gd name="T52" fmla="*/ 62 w 83"/>
                  <a:gd name="T53" fmla="*/ 12 h 49"/>
                  <a:gd name="T54" fmla="*/ 47 w 83"/>
                  <a:gd name="T55" fmla="*/ 9 h 49"/>
                  <a:gd name="T56" fmla="*/ 44 w 83"/>
                  <a:gd name="T57" fmla="*/ 13 h 49"/>
                  <a:gd name="T58" fmla="*/ 44 w 83"/>
                  <a:gd name="T59" fmla="*/ 6 h 49"/>
                  <a:gd name="T60" fmla="*/ 41 w 83"/>
                  <a:gd name="T61" fmla="*/ 10 h 49"/>
                  <a:gd name="T62" fmla="*/ 37 w 83"/>
                  <a:gd name="T63" fmla="*/ 7 h 49"/>
                  <a:gd name="T64" fmla="*/ 35 w 83"/>
                  <a:gd name="T65" fmla="*/ 11 h 49"/>
                  <a:gd name="T66" fmla="*/ 39 w 83"/>
                  <a:gd name="T67" fmla="*/ 14 h 49"/>
                  <a:gd name="T68" fmla="*/ 17 w 83"/>
                  <a:gd name="T69" fmla="*/ 25 h 49"/>
                  <a:gd name="T70" fmla="*/ 7 w 83"/>
                  <a:gd name="T71" fmla="*/ 14 h 49"/>
                  <a:gd name="T72" fmla="*/ 17 w 83"/>
                  <a:gd name="T73" fmla="*/ 17 h 49"/>
                  <a:gd name="T74" fmla="*/ 22 w 83"/>
                  <a:gd name="T75" fmla="*/ 18 h 49"/>
                  <a:gd name="T76" fmla="*/ 23 w 83"/>
                  <a:gd name="T77" fmla="*/ 38 h 49"/>
                  <a:gd name="T78" fmla="*/ 28 w 83"/>
                  <a:gd name="T79" fmla="*/ 35 h 49"/>
                  <a:gd name="T80" fmla="*/ 21 w 83"/>
                  <a:gd name="T81" fmla="*/ 34 h 49"/>
                  <a:gd name="T82" fmla="*/ 41 w 83"/>
                  <a:gd name="T83" fmla="*/ 28 h 49"/>
                  <a:gd name="T84" fmla="*/ 37 w 83"/>
                  <a:gd name="T85" fmla="*/ 32 h 49"/>
                  <a:gd name="T86" fmla="*/ 25 w 83"/>
                  <a:gd name="T87" fmla="*/ 41 h 49"/>
                  <a:gd name="T88" fmla="*/ 27 w 83"/>
                  <a:gd name="T89" fmla="*/ 45 h 49"/>
                  <a:gd name="T90" fmla="*/ 29 w 83"/>
                  <a:gd name="T91" fmla="*/ 42 h 49"/>
                  <a:gd name="T92" fmla="*/ 30 w 83"/>
                  <a:gd name="T93" fmla="*/ 44 h 49"/>
                  <a:gd name="T94" fmla="*/ 32 w 83"/>
                  <a:gd name="T95" fmla="*/ 41 h 49"/>
                  <a:gd name="T96" fmla="*/ 33 w 83"/>
                  <a:gd name="T97" fmla="*/ 46 h 49"/>
                  <a:gd name="T98" fmla="*/ 39 w 83"/>
                  <a:gd name="T99" fmla="*/ 39 h 49"/>
                  <a:gd name="T100" fmla="*/ 42 w 83"/>
                  <a:gd name="T101" fmla="*/ 46 h 49"/>
                  <a:gd name="T102" fmla="*/ 45 w 83"/>
                  <a:gd name="T103" fmla="*/ 45 h 49"/>
                  <a:gd name="T104" fmla="*/ 45 w 83"/>
                  <a:gd name="T105" fmla="*/ 24 h 49"/>
                  <a:gd name="T106" fmla="*/ 61 w 83"/>
                  <a:gd name="T107" fmla="*/ 26 h 49"/>
                  <a:gd name="T108" fmla="*/ 66 w 83"/>
                  <a:gd name="T109" fmla="*/ 31 h 49"/>
                  <a:gd name="T110" fmla="*/ 66 w 83"/>
                  <a:gd name="T111" fmla="*/ 36 h 49"/>
                  <a:gd name="T112" fmla="*/ 51 w 83"/>
                  <a:gd name="T113" fmla="*/ 31 h 49"/>
                  <a:gd name="T114" fmla="*/ 46 w 83"/>
                  <a:gd name="T115" fmla="*/ 27 h 49"/>
                  <a:gd name="T116" fmla="*/ 50 w 83"/>
                  <a:gd name="T1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9">
                    <a:moveTo>
                      <a:pt x="68" y="38"/>
                    </a:moveTo>
                    <a:cubicBezTo>
                      <a:pt x="68" y="38"/>
                      <a:pt x="69" y="29"/>
                      <a:pt x="69" y="29"/>
                    </a:cubicBezTo>
                    <a:cubicBezTo>
                      <a:pt x="70" y="26"/>
                      <a:pt x="72" y="19"/>
                      <a:pt x="74" y="15"/>
                    </a:cubicBezTo>
                    <a:cubicBezTo>
                      <a:pt x="77" y="11"/>
                      <a:pt x="80" y="6"/>
                      <a:pt x="82" y="6"/>
                    </a:cubicBezTo>
                    <a:cubicBezTo>
                      <a:pt x="82" y="5"/>
                      <a:pt x="83" y="4"/>
                      <a:pt x="82" y="4"/>
                    </a:cubicBezTo>
                    <a:cubicBezTo>
                      <a:pt x="82" y="2"/>
                      <a:pt x="77" y="1"/>
                      <a:pt x="75" y="2"/>
                    </a:cubicBezTo>
                    <a:cubicBezTo>
                      <a:pt x="73" y="2"/>
                      <a:pt x="71" y="2"/>
                      <a:pt x="70" y="3"/>
                    </a:cubicBezTo>
                    <a:cubicBezTo>
                      <a:pt x="69" y="4"/>
                      <a:pt x="66" y="7"/>
                      <a:pt x="66" y="7"/>
                    </a:cubicBezTo>
                    <a:cubicBezTo>
                      <a:pt x="64" y="8"/>
                      <a:pt x="58" y="7"/>
                      <a:pt x="58" y="11"/>
                    </a:cubicBezTo>
                    <a:cubicBezTo>
                      <a:pt x="58" y="12"/>
                      <a:pt x="60" y="15"/>
                      <a:pt x="61" y="15"/>
                    </a:cubicBezTo>
                    <a:cubicBezTo>
                      <a:pt x="61" y="15"/>
                      <a:pt x="62" y="16"/>
                      <a:pt x="62" y="16"/>
                    </a:cubicBezTo>
                    <a:cubicBezTo>
                      <a:pt x="62" y="17"/>
                      <a:pt x="62" y="17"/>
                      <a:pt x="61" y="17"/>
                    </a:cubicBezTo>
                    <a:cubicBezTo>
                      <a:pt x="59" y="19"/>
                      <a:pt x="57" y="20"/>
                      <a:pt x="57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2" y="19"/>
                      <a:pt x="52" y="20"/>
                      <a:pt x="50" y="18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3" y="8"/>
                      <a:pt x="50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6" y="2"/>
                      <a:pt x="43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1"/>
                      <a:pt x="34" y="4"/>
                      <a:pt x="35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8"/>
                      <a:pt x="29" y="12"/>
                      <a:pt x="29" y="15"/>
                    </a:cubicBezTo>
                    <a:cubicBezTo>
                      <a:pt x="30" y="18"/>
                      <a:pt x="32" y="20"/>
                      <a:pt x="35" y="20"/>
                    </a:cubicBezTo>
                    <a:cubicBezTo>
                      <a:pt x="33" y="23"/>
                      <a:pt x="34" y="22"/>
                      <a:pt x="30" y="23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6" y="24"/>
                      <a:pt x="24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1"/>
                      <a:pt x="23" y="21"/>
                      <a:pt x="24" y="20"/>
                    </a:cubicBezTo>
                    <a:cubicBezTo>
                      <a:pt x="25" y="20"/>
                      <a:pt x="26" y="17"/>
                      <a:pt x="25" y="16"/>
                    </a:cubicBezTo>
                    <a:cubicBezTo>
                      <a:pt x="24" y="12"/>
                      <a:pt x="19" y="14"/>
                      <a:pt x="17" y="14"/>
                    </a:cubicBezTo>
                    <a:cubicBezTo>
                      <a:pt x="17" y="14"/>
                      <a:pt x="13" y="12"/>
                      <a:pt x="12" y="12"/>
                    </a:cubicBezTo>
                    <a:cubicBezTo>
                      <a:pt x="10" y="11"/>
                      <a:pt x="9" y="11"/>
                      <a:pt x="7" y="12"/>
                    </a:cubicBezTo>
                    <a:cubicBezTo>
                      <a:pt x="5" y="12"/>
                      <a:pt x="0" y="13"/>
                      <a:pt x="0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3" y="18"/>
                      <a:pt x="7" y="21"/>
                      <a:pt x="11" y="24"/>
                    </a:cubicBezTo>
                    <a:cubicBezTo>
                      <a:pt x="14" y="27"/>
                      <a:pt x="18" y="33"/>
                      <a:pt x="19" y="36"/>
                    </a:cubicBezTo>
                    <a:cubicBezTo>
                      <a:pt x="19" y="36"/>
                      <a:pt x="23" y="44"/>
                      <a:pt x="23" y="45"/>
                    </a:cubicBezTo>
                    <a:cubicBezTo>
                      <a:pt x="24" y="49"/>
                      <a:pt x="36" y="49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7" y="46"/>
                      <a:pt x="68" y="43"/>
                      <a:pt x="68" y="38"/>
                    </a:cubicBezTo>
                    <a:moveTo>
                      <a:pt x="52" y="44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7"/>
                      <a:pt x="53" y="37"/>
                      <a:pt x="53" y="37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2" y="44"/>
                    </a:cubicBezTo>
                    <a:moveTo>
                      <a:pt x="57" y="43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7"/>
                      <a:pt x="58" y="37"/>
                      <a:pt x="59" y="37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9" y="42"/>
                      <a:pt x="58" y="43"/>
                      <a:pt x="57" y="43"/>
                    </a:cubicBezTo>
                    <a:moveTo>
                      <a:pt x="64" y="40"/>
                    </a:moveTo>
                    <a:cubicBezTo>
                      <a:pt x="64" y="41"/>
                      <a:pt x="63" y="41"/>
                      <a:pt x="62" y="41"/>
                    </a:cubicBezTo>
                    <a:cubicBezTo>
                      <a:pt x="62" y="41"/>
                      <a:pt x="62" y="40"/>
                      <a:pt x="62" y="40"/>
                    </a:cubicBezTo>
                    <a:cubicBezTo>
                      <a:pt x="61" y="40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1" y="37"/>
                      <a:pt x="62" y="37"/>
                    </a:cubicBezTo>
                    <a:cubicBezTo>
                      <a:pt x="62" y="37"/>
                      <a:pt x="63" y="37"/>
                      <a:pt x="64" y="37"/>
                    </a:cubicBezTo>
                    <a:cubicBezTo>
                      <a:pt x="64" y="38"/>
                      <a:pt x="65" y="38"/>
                      <a:pt x="65" y="39"/>
                    </a:cubicBezTo>
                    <a:cubicBezTo>
                      <a:pt x="65" y="39"/>
                      <a:pt x="65" y="40"/>
                      <a:pt x="64" y="40"/>
                    </a:cubicBezTo>
                    <a:moveTo>
                      <a:pt x="62" y="12"/>
                    </a:moveTo>
                    <a:cubicBezTo>
                      <a:pt x="62" y="12"/>
                      <a:pt x="62" y="12"/>
                      <a:pt x="62" y="11"/>
                    </a:cubicBezTo>
                    <a:cubicBezTo>
                      <a:pt x="63" y="11"/>
                      <a:pt x="65" y="10"/>
                      <a:pt x="67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9"/>
                      <a:pt x="71" y="8"/>
                      <a:pt x="72" y="7"/>
                    </a:cubicBezTo>
                    <a:cubicBezTo>
                      <a:pt x="73" y="6"/>
                      <a:pt x="74" y="5"/>
                      <a:pt x="75" y="4"/>
                    </a:cubicBezTo>
                    <a:cubicBezTo>
                      <a:pt x="76" y="4"/>
                      <a:pt x="78" y="4"/>
                      <a:pt x="79" y="5"/>
                    </a:cubicBezTo>
                    <a:cubicBezTo>
                      <a:pt x="75" y="7"/>
                      <a:pt x="73" y="14"/>
                      <a:pt x="70" y="13"/>
                    </a:cubicBezTo>
                    <a:cubicBezTo>
                      <a:pt x="67" y="13"/>
                      <a:pt x="69" y="17"/>
                      <a:pt x="68" y="18"/>
                    </a:cubicBezTo>
                    <a:cubicBezTo>
                      <a:pt x="67" y="20"/>
                      <a:pt x="64" y="20"/>
                      <a:pt x="64" y="16"/>
                    </a:cubicBezTo>
                    <a:cubicBezTo>
                      <a:pt x="65" y="14"/>
                      <a:pt x="63" y="13"/>
                      <a:pt x="62" y="13"/>
                    </a:cubicBezTo>
                    <a:cubicBezTo>
                      <a:pt x="62" y="13"/>
                      <a:pt x="62" y="13"/>
                      <a:pt x="62" y="12"/>
                    </a:cubicBezTo>
                    <a:moveTo>
                      <a:pt x="44" y="11"/>
                    </a:moveTo>
                    <a:cubicBezTo>
                      <a:pt x="45" y="11"/>
                      <a:pt x="45" y="10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9" y="9"/>
                      <a:pt x="51" y="10"/>
                      <a:pt x="51" y="12"/>
                    </a:cubicBezTo>
                    <a:cubicBezTo>
                      <a:pt x="52" y="14"/>
                      <a:pt x="50" y="16"/>
                      <a:pt x="48" y="16"/>
                    </a:cubicBezTo>
                    <a:cubicBezTo>
                      <a:pt x="46" y="16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moveTo>
                      <a:pt x="40" y="3"/>
                    </a:moveTo>
                    <a:cubicBezTo>
                      <a:pt x="42" y="3"/>
                      <a:pt x="44" y="4"/>
                      <a:pt x="44" y="6"/>
                    </a:cubicBezTo>
                    <a:cubicBezTo>
                      <a:pt x="44" y="6"/>
                      <a:pt x="44" y="7"/>
                      <a:pt x="44" y="7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10"/>
                      <a:pt x="40" y="10"/>
                      <a:pt x="40" y="10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8" y="8"/>
                      <a:pt x="37" y="7"/>
                      <a:pt x="37" y="7"/>
                    </a:cubicBezTo>
                    <a:cubicBezTo>
                      <a:pt x="37" y="5"/>
                      <a:pt x="38" y="3"/>
                      <a:pt x="40" y="3"/>
                    </a:cubicBezTo>
                    <a:moveTo>
                      <a:pt x="32" y="15"/>
                    </a:moveTo>
                    <a:cubicBezTo>
                      <a:pt x="32" y="13"/>
                      <a:pt x="33" y="11"/>
                      <a:pt x="35" y="11"/>
                    </a:cubicBezTo>
                    <a:cubicBezTo>
                      <a:pt x="36" y="10"/>
                      <a:pt x="36" y="10"/>
                      <a:pt x="36" y="11"/>
                    </a:cubicBezTo>
                    <a:cubicBezTo>
                      <a:pt x="37" y="11"/>
                      <a:pt x="38" y="12"/>
                      <a:pt x="39" y="12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40" y="16"/>
                      <a:pt x="38" y="17"/>
                      <a:pt x="36" y="18"/>
                    </a:cubicBezTo>
                    <a:cubicBezTo>
                      <a:pt x="34" y="18"/>
                      <a:pt x="32" y="17"/>
                      <a:pt x="32" y="15"/>
                    </a:cubicBezTo>
                    <a:moveTo>
                      <a:pt x="17" y="25"/>
                    </a:moveTo>
                    <a:cubicBezTo>
                      <a:pt x="17" y="24"/>
                      <a:pt x="17" y="20"/>
                      <a:pt x="15" y="21"/>
                    </a:cubicBezTo>
                    <a:cubicBezTo>
                      <a:pt x="12" y="22"/>
                      <a:pt x="8" y="17"/>
                      <a:pt x="3" y="15"/>
                    </a:cubicBezTo>
                    <a:cubicBezTo>
                      <a:pt x="4" y="15"/>
                      <a:pt x="6" y="14"/>
                      <a:pt x="7" y="14"/>
                    </a:cubicBezTo>
                    <a:cubicBezTo>
                      <a:pt x="8" y="14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21" y="17"/>
                      <a:pt x="21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9"/>
                      <a:pt x="20" y="21"/>
                      <a:pt x="21" y="22"/>
                    </a:cubicBezTo>
                    <a:cubicBezTo>
                      <a:pt x="22" y="26"/>
                      <a:pt x="19" y="27"/>
                      <a:pt x="17" y="25"/>
                    </a:cubicBezTo>
                    <a:moveTo>
                      <a:pt x="23" y="38"/>
                    </a:move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5" y="36"/>
                      <a:pt x="28" y="35"/>
                    </a:cubicBezTo>
                    <a:cubicBezTo>
                      <a:pt x="29" y="34"/>
                      <a:pt x="30" y="33"/>
                      <a:pt x="29" y="32"/>
                    </a:cubicBezTo>
                    <a:cubicBezTo>
                      <a:pt x="29" y="31"/>
                      <a:pt x="28" y="30"/>
                      <a:pt x="26" y="31"/>
                    </a:cubicBezTo>
                    <a:cubicBezTo>
                      <a:pt x="25" y="31"/>
                      <a:pt x="23" y="32"/>
                      <a:pt x="21" y="34"/>
                    </a:cubicBezTo>
                    <a:cubicBezTo>
                      <a:pt x="21" y="33"/>
                      <a:pt x="20" y="32"/>
                      <a:pt x="20" y="31"/>
                    </a:cubicBezTo>
                    <a:cubicBezTo>
                      <a:pt x="23" y="28"/>
                      <a:pt x="32" y="26"/>
                      <a:pt x="41" y="24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28"/>
                      <a:pt x="35" y="30"/>
                      <a:pt x="35" y="31"/>
                    </a:cubicBezTo>
                    <a:cubicBezTo>
                      <a:pt x="35" y="32"/>
                      <a:pt x="36" y="33"/>
                      <a:pt x="37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36" y="36"/>
                      <a:pt x="28" y="38"/>
                      <a:pt x="25" y="41"/>
                    </a:cubicBezTo>
                    <a:cubicBezTo>
                      <a:pt x="24" y="40"/>
                      <a:pt x="24" y="39"/>
                      <a:pt x="23" y="38"/>
                    </a:cubicBezTo>
                    <a:moveTo>
                      <a:pt x="30" y="46"/>
                    </a:moveTo>
                    <a:cubicBezTo>
                      <a:pt x="29" y="46"/>
                      <a:pt x="28" y="46"/>
                      <a:pt x="27" y="45"/>
                    </a:cubicBezTo>
                    <a:cubicBezTo>
                      <a:pt x="27" y="45"/>
                      <a:pt x="26" y="45"/>
                      <a:pt x="26" y="44"/>
                    </a:cubicBezTo>
                    <a:cubicBezTo>
                      <a:pt x="26" y="44"/>
                      <a:pt x="26" y="43"/>
                      <a:pt x="27" y="43"/>
                    </a:cubicBezTo>
                    <a:cubicBezTo>
                      <a:pt x="27" y="42"/>
                      <a:pt x="28" y="42"/>
                      <a:pt x="29" y="42"/>
                    </a:cubicBezTo>
                    <a:cubicBezTo>
                      <a:pt x="29" y="42"/>
                      <a:pt x="30" y="42"/>
                      <a:pt x="30" y="43"/>
                    </a:cubicBezTo>
                    <a:cubicBezTo>
                      <a:pt x="30" y="43"/>
                      <a:pt x="30" y="43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5"/>
                      <a:pt x="30" y="46"/>
                    </a:cubicBezTo>
                    <a:moveTo>
                      <a:pt x="33" y="46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0"/>
                      <a:pt x="33" y="40"/>
                      <a:pt x="34" y="40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4" y="46"/>
                      <a:pt x="33" y="46"/>
                      <a:pt x="33" y="46"/>
                    </a:cubicBezTo>
                    <a:moveTo>
                      <a:pt x="38" y="46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8" y="39"/>
                      <a:pt x="38" y="39"/>
                      <a:pt x="39" y="39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6"/>
                      <a:pt x="39" y="46"/>
                      <a:pt x="38" y="46"/>
                    </a:cubicBezTo>
                    <a:moveTo>
                      <a:pt x="42" y="46"/>
                    </a:move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38"/>
                      <a:pt x="43" y="38"/>
                      <a:pt x="43" y="38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2" y="46"/>
                      <a:pt x="42" y="46"/>
                    </a:cubicBezTo>
                    <a:moveTo>
                      <a:pt x="46" y="27"/>
                    </a:moveTo>
                    <a:cubicBezTo>
                      <a:pt x="45" y="24"/>
                      <a:pt x="45" y="24"/>
                      <a:pt x="45" y="24"/>
                    </a:cubicBezTo>
                    <a:cubicBezTo>
                      <a:pt x="55" y="22"/>
                      <a:pt x="63" y="23"/>
                      <a:pt x="68" y="24"/>
                    </a:cubicBezTo>
                    <a:cubicBezTo>
                      <a:pt x="67" y="25"/>
                      <a:pt x="67" y="26"/>
                      <a:pt x="67" y="27"/>
                    </a:cubicBezTo>
                    <a:cubicBezTo>
                      <a:pt x="65" y="26"/>
                      <a:pt x="62" y="26"/>
                      <a:pt x="61" y="26"/>
                    </a:cubicBezTo>
                    <a:cubicBezTo>
                      <a:pt x="60" y="26"/>
                      <a:pt x="59" y="27"/>
                      <a:pt x="59" y="28"/>
                    </a:cubicBezTo>
                    <a:cubicBezTo>
                      <a:pt x="59" y="29"/>
                      <a:pt x="60" y="30"/>
                      <a:pt x="61" y="30"/>
                    </a:cubicBezTo>
                    <a:cubicBezTo>
                      <a:pt x="64" y="30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3"/>
                      <a:pt x="66" y="34"/>
                      <a:pt x="66" y="36"/>
                    </a:cubicBezTo>
                    <a:cubicBezTo>
                      <a:pt x="62" y="34"/>
                      <a:pt x="53" y="34"/>
                      <a:pt x="47" y="35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0"/>
                      <a:pt x="53" y="29"/>
                      <a:pt x="53" y="28"/>
                    </a:cubicBezTo>
                    <a:cubicBezTo>
                      <a:pt x="53" y="27"/>
                      <a:pt x="52" y="26"/>
                      <a:pt x="51" y="26"/>
                    </a:cubicBezTo>
                    <a:lnTo>
                      <a:pt x="46" y="27"/>
                    </a:lnTo>
                    <a:close/>
                    <a:moveTo>
                      <a:pt x="46" y="37"/>
                    </a:moveTo>
                    <a:cubicBezTo>
                      <a:pt x="47" y="37"/>
                      <a:pt x="49" y="37"/>
                      <a:pt x="49" y="37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48" y="45"/>
                      <a:pt x="47" y="45"/>
                    </a:cubicBezTo>
                    <a:cubicBezTo>
                      <a:pt x="47" y="43"/>
                      <a:pt x="46" y="38"/>
                      <a:pt x="46" y="3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0" name="Freeform 34">
                <a:extLst>
                  <a:ext uri="{FF2B5EF4-FFF2-40B4-BE49-F238E27FC236}">
                    <a16:creationId xmlns:a16="http://schemas.microsoft.com/office/drawing/2014/main" id="{96B64ED2-6CED-407C-91F3-81F52C80998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97" y="7852"/>
                <a:ext cx="61" cy="36"/>
              </a:xfrm>
              <a:custGeom>
                <a:avLst/>
                <a:gdLst>
                  <a:gd name="T0" fmla="*/ 14 w 82"/>
                  <a:gd name="T1" fmla="*/ 38 h 49"/>
                  <a:gd name="T2" fmla="*/ 35 w 82"/>
                  <a:gd name="T3" fmla="*/ 48 h 49"/>
                  <a:gd name="T4" fmla="*/ 38 w 82"/>
                  <a:gd name="T5" fmla="*/ 48 h 49"/>
                  <a:gd name="T6" fmla="*/ 71 w 82"/>
                  <a:gd name="T7" fmla="*/ 24 h 49"/>
                  <a:gd name="T8" fmla="*/ 75 w 82"/>
                  <a:gd name="T9" fmla="*/ 11 h 49"/>
                  <a:gd name="T10" fmla="*/ 57 w 82"/>
                  <a:gd name="T11" fmla="*/ 15 h 49"/>
                  <a:gd name="T12" fmla="*/ 58 w 82"/>
                  <a:gd name="T13" fmla="*/ 22 h 49"/>
                  <a:gd name="T14" fmla="*/ 47 w 82"/>
                  <a:gd name="T15" fmla="*/ 20 h 49"/>
                  <a:gd name="T16" fmla="*/ 47 w 82"/>
                  <a:gd name="T17" fmla="*/ 8 h 49"/>
                  <a:gd name="T18" fmla="*/ 43 w 82"/>
                  <a:gd name="T19" fmla="*/ 0 h 49"/>
                  <a:gd name="T20" fmla="*/ 42 w 82"/>
                  <a:gd name="T21" fmla="*/ 0 h 49"/>
                  <a:gd name="T22" fmla="*/ 35 w 82"/>
                  <a:gd name="T23" fmla="*/ 6 h 49"/>
                  <a:gd name="T24" fmla="*/ 27 w 82"/>
                  <a:gd name="T25" fmla="*/ 19 h 49"/>
                  <a:gd name="T26" fmla="*/ 20 w 82"/>
                  <a:gd name="T27" fmla="*/ 16 h 49"/>
                  <a:gd name="T28" fmla="*/ 16 w 82"/>
                  <a:gd name="T29" fmla="*/ 7 h 49"/>
                  <a:gd name="T30" fmla="*/ 0 w 82"/>
                  <a:gd name="T31" fmla="*/ 3 h 49"/>
                  <a:gd name="T32" fmla="*/ 21 w 82"/>
                  <a:gd name="T33" fmla="*/ 39 h 49"/>
                  <a:gd name="T34" fmla="*/ 18 w 82"/>
                  <a:gd name="T35" fmla="*/ 40 h 49"/>
                  <a:gd name="T36" fmla="*/ 20 w 82"/>
                  <a:gd name="T37" fmla="*/ 37 h 49"/>
                  <a:gd name="T38" fmla="*/ 25 w 82"/>
                  <a:gd name="T39" fmla="*/ 43 h 49"/>
                  <a:gd name="T40" fmla="*/ 26 w 82"/>
                  <a:gd name="T41" fmla="*/ 36 h 49"/>
                  <a:gd name="T42" fmla="*/ 28 w 82"/>
                  <a:gd name="T43" fmla="*/ 43 h 49"/>
                  <a:gd name="T44" fmla="*/ 30 w 82"/>
                  <a:gd name="T45" fmla="*/ 44 h 49"/>
                  <a:gd name="T46" fmla="*/ 33 w 82"/>
                  <a:gd name="T47" fmla="*/ 37 h 49"/>
                  <a:gd name="T48" fmla="*/ 40 w 82"/>
                  <a:gd name="T49" fmla="*/ 45 h 49"/>
                  <a:gd name="T50" fmla="*/ 41 w 82"/>
                  <a:gd name="T51" fmla="*/ 38 h 49"/>
                  <a:gd name="T52" fmla="*/ 42 w 82"/>
                  <a:gd name="T53" fmla="*/ 46 h 49"/>
                  <a:gd name="T54" fmla="*/ 44 w 82"/>
                  <a:gd name="T55" fmla="*/ 46 h 49"/>
                  <a:gd name="T56" fmla="*/ 48 w 82"/>
                  <a:gd name="T57" fmla="*/ 40 h 49"/>
                  <a:gd name="T58" fmla="*/ 55 w 82"/>
                  <a:gd name="T59" fmla="*/ 45 h 49"/>
                  <a:gd name="T60" fmla="*/ 52 w 82"/>
                  <a:gd name="T61" fmla="*/ 43 h 49"/>
                  <a:gd name="T62" fmla="*/ 55 w 82"/>
                  <a:gd name="T63" fmla="*/ 42 h 49"/>
                  <a:gd name="T64" fmla="*/ 61 w 82"/>
                  <a:gd name="T65" fmla="*/ 17 h 49"/>
                  <a:gd name="T66" fmla="*/ 72 w 82"/>
                  <a:gd name="T67" fmla="*/ 15 h 49"/>
                  <a:gd name="T68" fmla="*/ 67 w 82"/>
                  <a:gd name="T69" fmla="*/ 21 h 49"/>
                  <a:gd name="T70" fmla="*/ 60 w 82"/>
                  <a:gd name="T71" fmla="*/ 18 h 49"/>
                  <a:gd name="T72" fmla="*/ 62 w 82"/>
                  <a:gd name="T73" fmla="*/ 31 h 49"/>
                  <a:gd name="T74" fmla="*/ 53 w 82"/>
                  <a:gd name="T75" fmla="*/ 32 h 49"/>
                  <a:gd name="T76" fmla="*/ 59 w 82"/>
                  <a:gd name="T77" fmla="*/ 36 h 49"/>
                  <a:gd name="T78" fmla="*/ 40 w 82"/>
                  <a:gd name="T79" fmla="*/ 35 h 49"/>
                  <a:gd name="T80" fmla="*/ 47 w 82"/>
                  <a:gd name="T81" fmla="*/ 30 h 49"/>
                  <a:gd name="T82" fmla="*/ 41 w 82"/>
                  <a:gd name="T83" fmla="*/ 24 h 49"/>
                  <a:gd name="T84" fmla="*/ 47 w 82"/>
                  <a:gd name="T85" fmla="*/ 10 h 49"/>
                  <a:gd name="T86" fmla="*/ 43 w 82"/>
                  <a:gd name="T87" fmla="*/ 13 h 49"/>
                  <a:gd name="T88" fmla="*/ 42 w 82"/>
                  <a:gd name="T89" fmla="*/ 2 h 49"/>
                  <a:gd name="T90" fmla="*/ 42 w 82"/>
                  <a:gd name="T91" fmla="*/ 9 h 49"/>
                  <a:gd name="T92" fmla="*/ 38 w 82"/>
                  <a:gd name="T93" fmla="*/ 7 h 49"/>
                  <a:gd name="T94" fmla="*/ 31 w 82"/>
                  <a:gd name="T95" fmla="*/ 12 h 49"/>
                  <a:gd name="T96" fmla="*/ 38 w 82"/>
                  <a:gd name="T97" fmla="*/ 11 h 49"/>
                  <a:gd name="T98" fmla="*/ 31 w 82"/>
                  <a:gd name="T99" fmla="*/ 12 h 49"/>
                  <a:gd name="T100" fmla="*/ 31 w 82"/>
                  <a:gd name="T101" fmla="*/ 26 h 49"/>
                  <a:gd name="T102" fmla="*/ 35 w 82"/>
                  <a:gd name="T103" fmla="*/ 31 h 49"/>
                  <a:gd name="T104" fmla="*/ 16 w 82"/>
                  <a:gd name="T105" fmla="*/ 31 h 49"/>
                  <a:gd name="T106" fmla="*/ 21 w 82"/>
                  <a:gd name="T107" fmla="*/ 30 h 49"/>
                  <a:gd name="T108" fmla="*/ 15 w 82"/>
                  <a:gd name="T109" fmla="*/ 27 h 49"/>
                  <a:gd name="T110" fmla="*/ 7 w 82"/>
                  <a:gd name="T111" fmla="*/ 4 h 49"/>
                  <a:gd name="T112" fmla="*/ 15 w 82"/>
                  <a:gd name="T113" fmla="*/ 10 h 49"/>
                  <a:gd name="T114" fmla="*/ 20 w 82"/>
                  <a:gd name="T115" fmla="*/ 12 h 49"/>
                  <a:gd name="T116" fmla="*/ 12 w 82"/>
                  <a:gd name="T117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49">
                    <a:moveTo>
                      <a:pt x="8" y="15"/>
                    </a:moveTo>
                    <a:cubicBezTo>
                      <a:pt x="10" y="19"/>
                      <a:pt x="12" y="26"/>
                      <a:pt x="13" y="28"/>
                    </a:cubicBezTo>
                    <a:cubicBezTo>
                      <a:pt x="13" y="29"/>
                      <a:pt x="14" y="38"/>
                      <a:pt x="14" y="38"/>
                    </a:cubicBezTo>
                    <a:cubicBezTo>
                      <a:pt x="14" y="43"/>
                      <a:pt x="25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6" y="49"/>
                      <a:pt x="58" y="49"/>
                      <a:pt x="59" y="45"/>
                    </a:cubicBezTo>
                    <a:cubicBezTo>
                      <a:pt x="59" y="44"/>
                      <a:pt x="63" y="36"/>
                      <a:pt x="63" y="36"/>
                    </a:cubicBezTo>
                    <a:cubicBezTo>
                      <a:pt x="64" y="33"/>
                      <a:pt x="68" y="27"/>
                      <a:pt x="71" y="24"/>
                    </a:cubicBezTo>
                    <a:cubicBezTo>
                      <a:pt x="75" y="20"/>
                      <a:pt x="80" y="17"/>
                      <a:pt x="81" y="17"/>
                    </a:cubicBezTo>
                    <a:cubicBezTo>
                      <a:pt x="82" y="17"/>
                      <a:pt x="82" y="16"/>
                      <a:pt x="82" y="15"/>
                    </a:cubicBezTo>
                    <a:cubicBezTo>
                      <a:pt x="82" y="13"/>
                      <a:pt x="77" y="11"/>
                      <a:pt x="75" y="11"/>
                    </a:cubicBezTo>
                    <a:cubicBezTo>
                      <a:pt x="74" y="11"/>
                      <a:pt x="72" y="11"/>
                      <a:pt x="70" y="12"/>
                    </a:cubicBezTo>
                    <a:cubicBezTo>
                      <a:pt x="69" y="12"/>
                      <a:pt x="66" y="14"/>
                      <a:pt x="66" y="14"/>
                    </a:cubicBezTo>
                    <a:cubicBezTo>
                      <a:pt x="63" y="14"/>
                      <a:pt x="58" y="12"/>
                      <a:pt x="57" y="15"/>
                    </a:cubicBezTo>
                    <a:cubicBezTo>
                      <a:pt x="56" y="17"/>
                      <a:pt x="57" y="19"/>
                      <a:pt x="58" y="20"/>
                    </a:cubicBezTo>
                    <a:cubicBezTo>
                      <a:pt x="59" y="20"/>
                      <a:pt x="59" y="21"/>
                      <a:pt x="59" y="22"/>
                    </a:cubicBezTo>
                    <a:cubicBezTo>
                      <a:pt x="59" y="22"/>
                      <a:pt x="59" y="22"/>
                      <a:pt x="58" y="22"/>
                    </a:cubicBezTo>
                    <a:cubicBezTo>
                      <a:pt x="56" y="23"/>
                      <a:pt x="53" y="24"/>
                      <a:pt x="53" y="24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8" y="22"/>
                      <a:pt x="49" y="23"/>
                      <a:pt x="47" y="20"/>
                    </a:cubicBezTo>
                    <a:cubicBezTo>
                      <a:pt x="50" y="20"/>
                      <a:pt x="52" y="18"/>
                      <a:pt x="53" y="15"/>
                    </a:cubicBezTo>
                    <a:cubicBezTo>
                      <a:pt x="53" y="11"/>
                      <a:pt x="51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4"/>
                      <a:pt x="46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6" y="2"/>
                      <a:pt x="36" y="5"/>
                    </a:cubicBezTo>
                    <a:cubicBezTo>
                      <a:pt x="35" y="5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2" y="5"/>
                      <a:pt x="29" y="8"/>
                      <a:pt x="28" y="11"/>
                    </a:cubicBezTo>
                    <a:cubicBezTo>
                      <a:pt x="28" y="14"/>
                      <a:pt x="29" y="17"/>
                      <a:pt x="32" y="18"/>
                    </a:cubicBezTo>
                    <a:cubicBezTo>
                      <a:pt x="30" y="20"/>
                      <a:pt x="30" y="19"/>
                      <a:pt x="27" y="19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3" y="19"/>
                      <a:pt x="21" y="17"/>
                    </a:cubicBezTo>
                    <a:cubicBezTo>
                      <a:pt x="20" y="17"/>
                      <a:pt x="20" y="16"/>
                      <a:pt x="20" y="16"/>
                    </a:cubicBezTo>
                    <a:cubicBezTo>
                      <a:pt x="20" y="16"/>
                      <a:pt x="21" y="15"/>
                      <a:pt x="21" y="15"/>
                    </a:cubicBezTo>
                    <a:cubicBezTo>
                      <a:pt x="22" y="14"/>
                      <a:pt x="24" y="12"/>
                      <a:pt x="24" y="11"/>
                    </a:cubicBezTo>
                    <a:cubicBezTo>
                      <a:pt x="24" y="7"/>
                      <a:pt x="18" y="8"/>
                      <a:pt x="16" y="7"/>
                    </a:cubicBezTo>
                    <a:cubicBezTo>
                      <a:pt x="16" y="7"/>
                      <a:pt x="13" y="4"/>
                      <a:pt x="12" y="3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6" y="1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5" y="11"/>
                      <a:pt x="8" y="15"/>
                    </a:cubicBezTo>
                    <a:moveTo>
                      <a:pt x="21" y="39"/>
                    </a:moveTo>
                    <a:cubicBezTo>
                      <a:pt x="21" y="39"/>
                      <a:pt x="21" y="39"/>
                      <a:pt x="21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19" y="41"/>
                      <a:pt x="18" y="40"/>
                      <a:pt x="18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1" y="37"/>
                      <a:pt x="21" y="38"/>
                      <a:pt x="21" y="38"/>
                    </a:cubicBezTo>
                    <a:cubicBezTo>
                      <a:pt x="21" y="38"/>
                      <a:pt x="21" y="39"/>
                      <a:pt x="21" y="39"/>
                    </a:cubicBezTo>
                    <a:moveTo>
                      <a:pt x="25" y="43"/>
                    </a:moveTo>
                    <a:cubicBezTo>
                      <a:pt x="24" y="42"/>
                      <a:pt x="23" y="42"/>
                      <a:pt x="23" y="4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6"/>
                      <a:pt x="26" y="36"/>
                    </a:cubicBezTo>
                    <a:lnTo>
                      <a:pt x="25" y="43"/>
                    </a:lnTo>
                    <a:close/>
                    <a:moveTo>
                      <a:pt x="30" y="44"/>
                    </a:moveTo>
                    <a:cubicBezTo>
                      <a:pt x="29" y="44"/>
                      <a:pt x="28" y="44"/>
                      <a:pt x="28" y="43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1" y="37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2" y="44"/>
                      <a:pt x="32" y="44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4" y="37"/>
                      <a:pt x="35" y="37"/>
                      <a:pt x="36" y="37"/>
                    </a:cubicBezTo>
                    <a:cubicBezTo>
                      <a:pt x="36" y="37"/>
                      <a:pt x="35" y="43"/>
                      <a:pt x="35" y="45"/>
                    </a:cubicBezTo>
                    <a:moveTo>
                      <a:pt x="40" y="45"/>
                    </a:moveTo>
                    <a:cubicBezTo>
                      <a:pt x="40" y="45"/>
                      <a:pt x="37" y="45"/>
                      <a:pt x="38" y="45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41" y="38"/>
                      <a:pt x="41" y="38"/>
                    </a:cubicBezTo>
                    <a:lnTo>
                      <a:pt x="40" y="45"/>
                    </a:lnTo>
                    <a:close/>
                    <a:moveTo>
                      <a:pt x="44" y="46"/>
                    </a:moveTo>
                    <a:cubicBezTo>
                      <a:pt x="43" y="46"/>
                      <a:pt x="43" y="46"/>
                      <a:pt x="42" y="46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9"/>
                      <a:pt x="44" y="39"/>
                      <a:pt x="45" y="39"/>
                    </a:cubicBezTo>
                    <a:lnTo>
                      <a:pt x="44" y="46"/>
                    </a:lnTo>
                    <a:close/>
                    <a:moveTo>
                      <a:pt x="49" y="46"/>
                    </a:moveTo>
                    <a:cubicBezTo>
                      <a:pt x="49" y="46"/>
                      <a:pt x="48" y="46"/>
                      <a:pt x="47" y="46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lnTo>
                      <a:pt x="49" y="46"/>
                    </a:lnTo>
                    <a:close/>
                    <a:moveTo>
                      <a:pt x="55" y="45"/>
                    </a:moveTo>
                    <a:cubicBezTo>
                      <a:pt x="54" y="46"/>
                      <a:pt x="53" y="46"/>
                      <a:pt x="53" y="46"/>
                    </a:cubicBezTo>
                    <a:cubicBezTo>
                      <a:pt x="52" y="45"/>
                      <a:pt x="52" y="45"/>
                      <a:pt x="52" y="44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1"/>
                    </a:cubicBezTo>
                    <a:cubicBezTo>
                      <a:pt x="54" y="41"/>
                      <a:pt x="55" y="42"/>
                      <a:pt x="55" y="42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5" y="45"/>
                      <a:pt x="55" y="45"/>
                    </a:cubicBezTo>
                    <a:moveTo>
                      <a:pt x="61" y="17"/>
                    </a:moveTo>
                    <a:cubicBezTo>
                      <a:pt x="62" y="17"/>
                      <a:pt x="64" y="17"/>
                      <a:pt x="65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9" y="17"/>
                      <a:pt x="71" y="16"/>
                      <a:pt x="72" y="15"/>
                    </a:cubicBezTo>
                    <a:cubicBezTo>
                      <a:pt x="73" y="15"/>
                      <a:pt x="74" y="14"/>
                      <a:pt x="75" y="14"/>
                    </a:cubicBezTo>
                    <a:cubicBezTo>
                      <a:pt x="76" y="14"/>
                      <a:pt x="78" y="15"/>
                      <a:pt x="79" y="15"/>
                    </a:cubicBezTo>
                    <a:cubicBezTo>
                      <a:pt x="74" y="16"/>
                      <a:pt x="70" y="22"/>
                      <a:pt x="67" y="21"/>
                    </a:cubicBezTo>
                    <a:cubicBezTo>
                      <a:pt x="65" y="20"/>
                      <a:pt x="66" y="24"/>
                      <a:pt x="65" y="25"/>
                    </a:cubicBezTo>
                    <a:cubicBezTo>
                      <a:pt x="63" y="27"/>
                      <a:pt x="60" y="26"/>
                      <a:pt x="62" y="22"/>
                    </a:cubicBezTo>
                    <a:cubicBezTo>
                      <a:pt x="62" y="21"/>
                      <a:pt x="61" y="19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1" y="17"/>
                    </a:cubicBezTo>
                    <a:moveTo>
                      <a:pt x="62" y="31"/>
                    </a:moveTo>
                    <a:cubicBezTo>
                      <a:pt x="62" y="32"/>
                      <a:pt x="61" y="33"/>
                      <a:pt x="61" y="33"/>
                    </a:cubicBezTo>
                    <a:cubicBezTo>
                      <a:pt x="59" y="32"/>
                      <a:pt x="57" y="31"/>
                      <a:pt x="56" y="31"/>
                    </a:cubicBezTo>
                    <a:cubicBezTo>
                      <a:pt x="54" y="30"/>
                      <a:pt x="53" y="31"/>
                      <a:pt x="53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7" y="36"/>
                      <a:pt x="59" y="37"/>
                      <a:pt x="59" y="37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9"/>
                      <a:pt x="58" y="40"/>
                      <a:pt x="57" y="41"/>
                    </a:cubicBezTo>
                    <a:cubicBezTo>
                      <a:pt x="54" y="38"/>
                      <a:pt x="46" y="36"/>
                      <a:pt x="40" y="35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2"/>
                      <a:pt x="47" y="32"/>
                      <a:pt x="47" y="30"/>
                    </a:cubicBezTo>
                    <a:cubicBezTo>
                      <a:pt x="47" y="29"/>
                      <a:pt x="47" y="28"/>
                      <a:pt x="45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50" y="25"/>
                      <a:pt x="59" y="28"/>
                      <a:pt x="62" y="31"/>
                    </a:cubicBezTo>
                    <a:moveTo>
                      <a:pt x="46" y="10"/>
                    </a:moveTo>
                    <a:cubicBezTo>
                      <a:pt x="46" y="10"/>
                      <a:pt x="47" y="10"/>
                      <a:pt x="47" y="10"/>
                    </a:cubicBezTo>
                    <a:cubicBezTo>
                      <a:pt x="49" y="11"/>
                      <a:pt x="50" y="12"/>
                      <a:pt x="50" y="14"/>
                    </a:cubicBezTo>
                    <a:cubicBezTo>
                      <a:pt x="50" y="16"/>
                      <a:pt x="48" y="18"/>
                      <a:pt x="46" y="17"/>
                    </a:cubicBezTo>
                    <a:cubicBezTo>
                      <a:pt x="44" y="17"/>
                      <a:pt x="43" y="15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1"/>
                      <a:pt x="45" y="11"/>
                      <a:pt x="46" y="10"/>
                    </a:cubicBezTo>
                    <a:moveTo>
                      <a:pt x="42" y="2"/>
                    </a:moveTo>
                    <a:cubicBezTo>
                      <a:pt x="44" y="3"/>
                      <a:pt x="45" y="5"/>
                      <a:pt x="45" y="6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9"/>
                      <a:pt x="40" y="9"/>
                      <a:pt x="40" y="9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4"/>
                      <a:pt x="40" y="2"/>
                      <a:pt x="42" y="2"/>
                    </a:cubicBezTo>
                    <a:moveTo>
                      <a:pt x="31" y="12"/>
                    </a:moveTo>
                    <a:cubicBezTo>
                      <a:pt x="31" y="10"/>
                      <a:pt x="33" y="8"/>
                      <a:pt x="35" y="9"/>
                    </a:cubicBezTo>
                    <a:cubicBezTo>
                      <a:pt x="35" y="9"/>
                      <a:pt x="36" y="9"/>
                      <a:pt x="36" y="9"/>
                    </a:cubicBezTo>
                    <a:cubicBezTo>
                      <a:pt x="37" y="10"/>
                      <a:pt x="37" y="10"/>
                      <a:pt x="38" y="11"/>
                    </a:cubicBezTo>
                    <a:cubicBezTo>
                      <a:pt x="38" y="11"/>
                      <a:pt x="38" y="12"/>
                      <a:pt x="38" y="13"/>
                    </a:cubicBezTo>
                    <a:cubicBezTo>
                      <a:pt x="38" y="15"/>
                      <a:pt x="36" y="16"/>
                      <a:pt x="34" y="16"/>
                    </a:cubicBezTo>
                    <a:cubicBezTo>
                      <a:pt x="32" y="15"/>
                      <a:pt x="31" y="14"/>
                      <a:pt x="31" y="12"/>
                    </a:cubicBezTo>
                    <a:moveTo>
                      <a:pt x="37" y="23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29" y="27"/>
                      <a:pt x="29" y="28"/>
                    </a:cubicBezTo>
                    <a:cubicBezTo>
                      <a:pt x="29" y="29"/>
                      <a:pt x="30" y="30"/>
                      <a:pt x="31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4"/>
                      <a:pt x="20" y="33"/>
                      <a:pt x="16" y="35"/>
                    </a:cubicBezTo>
                    <a:cubicBezTo>
                      <a:pt x="16" y="34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8" y="30"/>
                      <a:pt x="21" y="30"/>
                    </a:cubicBezTo>
                    <a:cubicBezTo>
                      <a:pt x="22" y="30"/>
                      <a:pt x="23" y="29"/>
                      <a:pt x="23" y="28"/>
                    </a:cubicBezTo>
                    <a:cubicBezTo>
                      <a:pt x="23" y="26"/>
                      <a:pt x="22" y="26"/>
                      <a:pt x="21" y="26"/>
                    </a:cubicBezTo>
                    <a:cubicBezTo>
                      <a:pt x="20" y="26"/>
                      <a:pt x="17" y="26"/>
                      <a:pt x="15" y="27"/>
                    </a:cubicBezTo>
                    <a:cubicBezTo>
                      <a:pt x="15" y="26"/>
                      <a:pt x="15" y="25"/>
                      <a:pt x="14" y="24"/>
                    </a:cubicBezTo>
                    <a:cubicBezTo>
                      <a:pt x="19" y="22"/>
                      <a:pt x="27" y="22"/>
                      <a:pt x="37" y="23"/>
                    </a:cubicBezTo>
                    <a:moveTo>
                      <a:pt x="7" y="4"/>
                    </a:move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0"/>
                      <a:pt x="19" y="11"/>
                      <a:pt x="20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17" y="14"/>
                      <a:pt x="18" y="16"/>
                    </a:cubicBezTo>
                    <a:cubicBezTo>
                      <a:pt x="18" y="20"/>
                      <a:pt x="15" y="20"/>
                      <a:pt x="14" y="18"/>
                    </a:cubicBezTo>
                    <a:cubicBezTo>
                      <a:pt x="13" y="17"/>
                      <a:pt x="15" y="12"/>
                      <a:pt x="12" y="13"/>
                    </a:cubicBezTo>
                    <a:cubicBezTo>
                      <a:pt x="9" y="13"/>
                      <a:pt x="7" y="7"/>
                      <a:pt x="3" y="4"/>
                    </a:cubicBezTo>
                    <a:cubicBezTo>
                      <a:pt x="4" y="4"/>
                      <a:pt x="6" y="4"/>
                      <a:pt x="7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1" name="Freeform 35">
                <a:extLst>
                  <a:ext uri="{FF2B5EF4-FFF2-40B4-BE49-F238E27FC236}">
                    <a16:creationId xmlns:a16="http://schemas.microsoft.com/office/drawing/2014/main" id="{AE74A39F-00F3-490C-A1E1-04E629800F3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0" y="7683"/>
                <a:ext cx="66" cy="52"/>
              </a:xfrm>
              <a:custGeom>
                <a:avLst/>
                <a:gdLst>
                  <a:gd name="T0" fmla="*/ 19 w 89"/>
                  <a:gd name="T1" fmla="*/ 62 h 69"/>
                  <a:gd name="T2" fmla="*/ 88 w 89"/>
                  <a:gd name="T3" fmla="*/ 3 h 69"/>
                  <a:gd name="T4" fmla="*/ 87 w 89"/>
                  <a:gd name="T5" fmla="*/ 1 h 69"/>
                  <a:gd name="T6" fmla="*/ 17 w 89"/>
                  <a:gd name="T7" fmla="*/ 57 h 69"/>
                  <a:gd name="T8" fmla="*/ 14 w 89"/>
                  <a:gd name="T9" fmla="*/ 52 h 69"/>
                  <a:gd name="T10" fmla="*/ 78 w 89"/>
                  <a:gd name="T11" fmla="*/ 6 h 69"/>
                  <a:gd name="T12" fmla="*/ 78 w 89"/>
                  <a:gd name="T13" fmla="*/ 5 h 69"/>
                  <a:gd name="T14" fmla="*/ 12 w 89"/>
                  <a:gd name="T15" fmla="*/ 49 h 69"/>
                  <a:gd name="T16" fmla="*/ 19 w 89"/>
                  <a:gd name="T17" fmla="*/ 6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19" y="62"/>
                    </a:moveTo>
                    <a:cubicBezTo>
                      <a:pt x="24" y="57"/>
                      <a:pt x="85" y="5"/>
                      <a:pt x="88" y="3"/>
                    </a:cubicBezTo>
                    <a:cubicBezTo>
                      <a:pt x="89" y="1"/>
                      <a:pt x="88" y="0"/>
                      <a:pt x="87" y="1"/>
                    </a:cubicBezTo>
                    <a:cubicBezTo>
                      <a:pt x="84" y="3"/>
                      <a:pt x="19" y="56"/>
                      <a:pt x="17" y="57"/>
                    </a:cubicBezTo>
                    <a:cubicBezTo>
                      <a:pt x="14" y="60"/>
                      <a:pt x="10" y="56"/>
                      <a:pt x="14" y="52"/>
                    </a:cubicBezTo>
                    <a:cubicBezTo>
                      <a:pt x="20" y="48"/>
                      <a:pt x="78" y="5"/>
                      <a:pt x="78" y="6"/>
                    </a:cubicBezTo>
                    <a:cubicBezTo>
                      <a:pt x="77" y="7"/>
                      <a:pt x="78" y="5"/>
                      <a:pt x="78" y="5"/>
                    </a:cubicBezTo>
                    <a:cubicBezTo>
                      <a:pt x="77" y="6"/>
                      <a:pt x="24" y="41"/>
                      <a:pt x="12" y="49"/>
                    </a:cubicBezTo>
                    <a:cubicBezTo>
                      <a:pt x="0" y="58"/>
                      <a:pt x="10" y="69"/>
                      <a:pt x="19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2" name="Freeform 36">
                <a:extLst>
                  <a:ext uri="{FF2B5EF4-FFF2-40B4-BE49-F238E27FC236}">
                    <a16:creationId xmlns:a16="http://schemas.microsoft.com/office/drawing/2014/main" id="{66D88625-79C2-4F1A-9693-1175B768BE0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7" y="7662"/>
                <a:ext cx="62" cy="38"/>
              </a:xfrm>
              <a:custGeom>
                <a:avLst/>
                <a:gdLst>
                  <a:gd name="T0" fmla="*/ 72 w 83"/>
                  <a:gd name="T1" fmla="*/ 4 h 50"/>
                  <a:gd name="T2" fmla="*/ 12 w 83"/>
                  <a:gd name="T3" fmla="*/ 33 h 50"/>
                  <a:gd name="T4" fmla="*/ 16 w 83"/>
                  <a:gd name="T5" fmla="*/ 45 h 50"/>
                  <a:gd name="T6" fmla="*/ 81 w 83"/>
                  <a:gd name="T7" fmla="*/ 2 h 50"/>
                  <a:gd name="T8" fmla="*/ 81 w 83"/>
                  <a:gd name="T9" fmla="*/ 1 h 50"/>
                  <a:gd name="T10" fmla="*/ 15 w 83"/>
                  <a:gd name="T11" fmla="*/ 41 h 50"/>
                  <a:gd name="T12" fmla="*/ 13 w 83"/>
                  <a:gd name="T13" fmla="*/ 36 h 50"/>
                  <a:gd name="T14" fmla="*/ 72 w 83"/>
                  <a:gd name="T15" fmla="*/ 4 h 50"/>
                  <a:gd name="T16" fmla="*/ 72 w 83"/>
                  <a:gd name="T1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50">
                    <a:moveTo>
                      <a:pt x="72" y="4"/>
                    </a:moveTo>
                    <a:cubicBezTo>
                      <a:pt x="72" y="4"/>
                      <a:pt x="22" y="28"/>
                      <a:pt x="12" y="33"/>
                    </a:cubicBezTo>
                    <a:cubicBezTo>
                      <a:pt x="0" y="39"/>
                      <a:pt x="7" y="50"/>
                      <a:pt x="16" y="45"/>
                    </a:cubicBezTo>
                    <a:cubicBezTo>
                      <a:pt x="20" y="42"/>
                      <a:pt x="79" y="4"/>
                      <a:pt x="81" y="2"/>
                    </a:cubicBezTo>
                    <a:cubicBezTo>
                      <a:pt x="83" y="2"/>
                      <a:pt x="82" y="0"/>
                      <a:pt x="81" y="1"/>
                    </a:cubicBezTo>
                    <a:cubicBezTo>
                      <a:pt x="78" y="2"/>
                      <a:pt x="17" y="40"/>
                      <a:pt x="15" y="41"/>
                    </a:cubicBezTo>
                    <a:cubicBezTo>
                      <a:pt x="11" y="43"/>
                      <a:pt x="9" y="39"/>
                      <a:pt x="13" y="36"/>
                    </a:cubicBezTo>
                    <a:cubicBezTo>
                      <a:pt x="18" y="34"/>
                      <a:pt x="73" y="4"/>
                      <a:pt x="72" y="4"/>
                    </a:cubicBezTo>
                    <a:cubicBezTo>
                      <a:pt x="72" y="5"/>
                      <a:pt x="73" y="3"/>
                      <a:pt x="7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3" name="Freeform 37">
                <a:extLst>
                  <a:ext uri="{FF2B5EF4-FFF2-40B4-BE49-F238E27FC236}">
                    <a16:creationId xmlns:a16="http://schemas.microsoft.com/office/drawing/2014/main" id="{171B68D0-CBB6-4D0B-87B1-5A8AB1134E8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78" y="7643"/>
                <a:ext cx="50" cy="19"/>
              </a:xfrm>
              <a:custGeom>
                <a:avLst/>
                <a:gdLst>
                  <a:gd name="T0" fmla="*/ 14 w 68"/>
                  <a:gd name="T1" fmla="*/ 22 h 26"/>
                  <a:gd name="T2" fmla="*/ 67 w 68"/>
                  <a:gd name="T3" fmla="*/ 2 h 26"/>
                  <a:gd name="T4" fmla="*/ 66 w 68"/>
                  <a:gd name="T5" fmla="*/ 1 h 26"/>
                  <a:gd name="T6" fmla="*/ 14 w 68"/>
                  <a:gd name="T7" fmla="*/ 18 h 26"/>
                  <a:gd name="T8" fmla="*/ 14 w 68"/>
                  <a:gd name="T9" fmla="*/ 13 h 26"/>
                  <a:gd name="T10" fmla="*/ 57 w 68"/>
                  <a:gd name="T11" fmla="*/ 2 h 26"/>
                  <a:gd name="T12" fmla="*/ 58 w 68"/>
                  <a:gd name="T13" fmla="*/ 1 h 26"/>
                  <a:gd name="T14" fmla="*/ 13 w 68"/>
                  <a:gd name="T15" fmla="*/ 10 h 26"/>
                  <a:gd name="T16" fmla="*/ 14 w 68"/>
                  <a:gd name="T17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6">
                    <a:moveTo>
                      <a:pt x="14" y="22"/>
                    </a:moveTo>
                    <a:cubicBezTo>
                      <a:pt x="20" y="20"/>
                      <a:pt x="64" y="3"/>
                      <a:pt x="67" y="2"/>
                    </a:cubicBezTo>
                    <a:cubicBezTo>
                      <a:pt x="68" y="2"/>
                      <a:pt x="68" y="0"/>
                      <a:pt x="66" y="1"/>
                    </a:cubicBezTo>
                    <a:cubicBezTo>
                      <a:pt x="64" y="2"/>
                      <a:pt x="17" y="18"/>
                      <a:pt x="14" y="18"/>
                    </a:cubicBezTo>
                    <a:cubicBezTo>
                      <a:pt x="11" y="19"/>
                      <a:pt x="9" y="15"/>
                      <a:pt x="14" y="13"/>
                    </a:cubicBezTo>
                    <a:cubicBezTo>
                      <a:pt x="19" y="12"/>
                      <a:pt x="55" y="3"/>
                      <a:pt x="57" y="2"/>
                    </a:cubicBezTo>
                    <a:cubicBezTo>
                      <a:pt x="57" y="2"/>
                      <a:pt x="58" y="1"/>
                      <a:pt x="58" y="1"/>
                    </a:cubicBezTo>
                    <a:cubicBezTo>
                      <a:pt x="57" y="1"/>
                      <a:pt x="24" y="7"/>
                      <a:pt x="13" y="10"/>
                    </a:cubicBezTo>
                    <a:cubicBezTo>
                      <a:pt x="0" y="13"/>
                      <a:pt x="5" y="26"/>
                      <a:pt x="14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4" name="Freeform 38">
                <a:extLst>
                  <a:ext uri="{FF2B5EF4-FFF2-40B4-BE49-F238E27FC236}">
                    <a16:creationId xmlns:a16="http://schemas.microsoft.com/office/drawing/2014/main" id="{6C7749A3-5C4A-4AD8-928F-98688D9D896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56" y="7687"/>
                <a:ext cx="19" cy="38"/>
              </a:xfrm>
              <a:custGeom>
                <a:avLst/>
                <a:gdLst>
                  <a:gd name="T0" fmla="*/ 10 w 26"/>
                  <a:gd name="T1" fmla="*/ 45 h 51"/>
                  <a:gd name="T2" fmla="*/ 26 w 26"/>
                  <a:gd name="T3" fmla="*/ 1 h 51"/>
                  <a:gd name="T4" fmla="*/ 25 w 26"/>
                  <a:gd name="T5" fmla="*/ 1 h 51"/>
                  <a:gd name="T6" fmla="*/ 8 w 26"/>
                  <a:gd name="T7" fmla="*/ 43 h 51"/>
                  <a:gd name="T8" fmla="*/ 6 w 26"/>
                  <a:gd name="T9" fmla="*/ 42 h 51"/>
                  <a:gd name="T10" fmla="*/ 22 w 26"/>
                  <a:gd name="T11" fmla="*/ 6 h 51"/>
                  <a:gd name="T12" fmla="*/ 22 w 26"/>
                  <a:gd name="T13" fmla="*/ 6 h 51"/>
                  <a:gd name="T14" fmla="*/ 4 w 26"/>
                  <a:gd name="T15" fmla="*/ 41 h 51"/>
                  <a:gd name="T16" fmla="*/ 10 w 26"/>
                  <a:gd name="T17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10" y="45"/>
                    </a:moveTo>
                    <a:cubicBezTo>
                      <a:pt x="11" y="41"/>
                      <a:pt x="25" y="3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4" y="3"/>
                      <a:pt x="9" y="42"/>
                      <a:pt x="8" y="43"/>
                    </a:cubicBezTo>
                    <a:cubicBezTo>
                      <a:pt x="8" y="46"/>
                      <a:pt x="4" y="45"/>
                      <a:pt x="6" y="42"/>
                    </a:cubicBezTo>
                    <a:cubicBezTo>
                      <a:pt x="7" y="38"/>
                      <a:pt x="21" y="8"/>
                      <a:pt x="22" y="6"/>
                    </a:cubicBezTo>
                    <a:cubicBezTo>
                      <a:pt x="22" y="6"/>
                      <a:pt x="22" y="5"/>
                      <a:pt x="22" y="6"/>
                    </a:cubicBezTo>
                    <a:cubicBezTo>
                      <a:pt x="22" y="6"/>
                      <a:pt x="7" y="34"/>
                      <a:pt x="4" y="41"/>
                    </a:cubicBezTo>
                    <a:cubicBezTo>
                      <a:pt x="0" y="49"/>
                      <a:pt x="8" y="51"/>
                      <a:pt x="10" y="4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5" name="Freeform 39">
                <a:extLst>
                  <a:ext uri="{FF2B5EF4-FFF2-40B4-BE49-F238E27FC236}">
                    <a16:creationId xmlns:a16="http://schemas.microsoft.com/office/drawing/2014/main" id="{DF2E892E-3287-4D3D-8FF2-4965CFAF2E3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2" y="7692"/>
                <a:ext cx="21" cy="37"/>
              </a:xfrm>
              <a:custGeom>
                <a:avLst/>
                <a:gdLst>
                  <a:gd name="T0" fmla="*/ 10 w 28"/>
                  <a:gd name="T1" fmla="*/ 44 h 50"/>
                  <a:gd name="T2" fmla="*/ 28 w 28"/>
                  <a:gd name="T3" fmla="*/ 2 h 50"/>
                  <a:gd name="T4" fmla="*/ 27 w 28"/>
                  <a:gd name="T5" fmla="*/ 1 h 50"/>
                  <a:gd name="T6" fmla="*/ 8 w 28"/>
                  <a:gd name="T7" fmla="*/ 42 h 50"/>
                  <a:gd name="T8" fmla="*/ 5 w 28"/>
                  <a:gd name="T9" fmla="*/ 41 h 50"/>
                  <a:gd name="T10" fmla="*/ 24 w 28"/>
                  <a:gd name="T11" fmla="*/ 6 h 50"/>
                  <a:gd name="T12" fmla="*/ 24 w 28"/>
                  <a:gd name="T13" fmla="*/ 6 h 50"/>
                  <a:gd name="T14" fmla="*/ 3 w 28"/>
                  <a:gd name="T15" fmla="*/ 40 h 50"/>
                  <a:gd name="T16" fmla="*/ 10 w 28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10" y="44"/>
                    </a:moveTo>
                    <a:cubicBezTo>
                      <a:pt x="11" y="41"/>
                      <a:pt x="27" y="3"/>
                      <a:pt x="28" y="2"/>
                    </a:cubicBezTo>
                    <a:cubicBezTo>
                      <a:pt x="28" y="1"/>
                      <a:pt x="27" y="0"/>
                      <a:pt x="27" y="1"/>
                    </a:cubicBezTo>
                    <a:cubicBezTo>
                      <a:pt x="26" y="3"/>
                      <a:pt x="9" y="41"/>
                      <a:pt x="8" y="42"/>
                    </a:cubicBezTo>
                    <a:cubicBezTo>
                      <a:pt x="7" y="45"/>
                      <a:pt x="4" y="44"/>
                      <a:pt x="5" y="41"/>
                    </a:cubicBezTo>
                    <a:cubicBezTo>
                      <a:pt x="7" y="37"/>
                      <a:pt x="23" y="7"/>
                      <a:pt x="24" y="6"/>
                    </a:cubicBezTo>
                    <a:cubicBezTo>
                      <a:pt x="24" y="6"/>
                      <a:pt x="24" y="5"/>
                      <a:pt x="24" y="6"/>
                    </a:cubicBezTo>
                    <a:cubicBezTo>
                      <a:pt x="23" y="6"/>
                      <a:pt x="7" y="33"/>
                      <a:pt x="3" y="40"/>
                    </a:cubicBezTo>
                    <a:cubicBezTo>
                      <a:pt x="0" y="47"/>
                      <a:pt x="8" y="50"/>
                      <a:pt x="10" y="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6" name="Freeform 40">
                <a:extLst>
                  <a:ext uri="{FF2B5EF4-FFF2-40B4-BE49-F238E27FC236}">
                    <a16:creationId xmlns:a16="http://schemas.microsoft.com/office/drawing/2014/main" id="{31322D6A-B96A-4472-9E1B-970492B698A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1" y="7693"/>
                <a:ext cx="21" cy="38"/>
              </a:xfrm>
              <a:custGeom>
                <a:avLst/>
                <a:gdLst>
                  <a:gd name="T0" fmla="*/ 24 w 28"/>
                  <a:gd name="T1" fmla="*/ 40 h 51"/>
                  <a:gd name="T2" fmla="*/ 4 w 28"/>
                  <a:gd name="T3" fmla="*/ 6 h 51"/>
                  <a:gd name="T4" fmla="*/ 4 w 28"/>
                  <a:gd name="T5" fmla="*/ 6 h 51"/>
                  <a:gd name="T6" fmla="*/ 22 w 28"/>
                  <a:gd name="T7" fmla="*/ 41 h 51"/>
                  <a:gd name="T8" fmla="*/ 20 w 28"/>
                  <a:gd name="T9" fmla="*/ 43 h 51"/>
                  <a:gd name="T10" fmla="*/ 1 w 28"/>
                  <a:gd name="T11" fmla="*/ 1 h 51"/>
                  <a:gd name="T12" fmla="*/ 0 w 28"/>
                  <a:gd name="T13" fmla="*/ 2 h 51"/>
                  <a:gd name="T14" fmla="*/ 18 w 28"/>
                  <a:gd name="T15" fmla="*/ 44 h 51"/>
                  <a:gd name="T16" fmla="*/ 24 w 28"/>
                  <a:gd name="T17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24" y="40"/>
                    </a:moveTo>
                    <a:cubicBezTo>
                      <a:pt x="21" y="33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8"/>
                      <a:pt x="21" y="38"/>
                      <a:pt x="22" y="41"/>
                    </a:cubicBezTo>
                    <a:cubicBezTo>
                      <a:pt x="24" y="44"/>
                      <a:pt x="21" y="45"/>
                      <a:pt x="20" y="43"/>
                    </a:cubicBezTo>
                    <a:cubicBezTo>
                      <a:pt x="19" y="41"/>
                      <a:pt x="2" y="3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4"/>
                      <a:pt x="17" y="41"/>
                      <a:pt x="18" y="44"/>
                    </a:cubicBezTo>
                    <a:cubicBezTo>
                      <a:pt x="20" y="51"/>
                      <a:pt x="28" y="48"/>
                      <a:pt x="24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7" name="Freeform 41">
                <a:extLst>
                  <a:ext uri="{FF2B5EF4-FFF2-40B4-BE49-F238E27FC236}">
                    <a16:creationId xmlns:a16="http://schemas.microsoft.com/office/drawing/2014/main" id="{FDD1C2E0-B3BD-4A1C-91C4-1F408F3A1B0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4" y="7688"/>
                <a:ext cx="17" cy="25"/>
              </a:xfrm>
              <a:custGeom>
                <a:avLst/>
                <a:gdLst>
                  <a:gd name="T0" fmla="*/ 19 w 23"/>
                  <a:gd name="T1" fmla="*/ 4 h 33"/>
                  <a:gd name="T2" fmla="*/ 19 w 23"/>
                  <a:gd name="T3" fmla="*/ 4 h 33"/>
                  <a:gd name="T4" fmla="*/ 3 w 23"/>
                  <a:gd name="T5" fmla="*/ 26 h 33"/>
                  <a:gd name="T6" fmla="*/ 8 w 23"/>
                  <a:gd name="T7" fmla="*/ 29 h 33"/>
                  <a:gd name="T8" fmla="*/ 22 w 23"/>
                  <a:gd name="T9" fmla="*/ 1 h 33"/>
                  <a:gd name="T10" fmla="*/ 22 w 23"/>
                  <a:gd name="T11" fmla="*/ 1 h 33"/>
                  <a:gd name="T12" fmla="*/ 7 w 23"/>
                  <a:gd name="T13" fmla="*/ 28 h 33"/>
                  <a:gd name="T14" fmla="*/ 5 w 23"/>
                  <a:gd name="T15" fmla="*/ 27 h 33"/>
                  <a:gd name="T16" fmla="*/ 19 w 23"/>
                  <a:gd name="T1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3">
                    <a:moveTo>
                      <a:pt x="19" y="4"/>
                    </a:move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6" y="22"/>
                      <a:pt x="3" y="26"/>
                    </a:cubicBezTo>
                    <a:cubicBezTo>
                      <a:pt x="0" y="31"/>
                      <a:pt x="7" y="33"/>
                      <a:pt x="8" y="29"/>
                    </a:cubicBezTo>
                    <a:cubicBezTo>
                      <a:pt x="9" y="27"/>
                      <a:pt x="22" y="2"/>
                      <a:pt x="22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1" y="2"/>
                      <a:pt x="7" y="27"/>
                      <a:pt x="7" y="28"/>
                    </a:cubicBezTo>
                    <a:cubicBezTo>
                      <a:pt x="6" y="29"/>
                      <a:pt x="4" y="29"/>
                      <a:pt x="5" y="27"/>
                    </a:cubicBezTo>
                    <a:cubicBezTo>
                      <a:pt x="6" y="25"/>
                      <a:pt x="19" y="4"/>
                      <a:pt x="19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8" name="Freeform 42">
                <a:extLst>
                  <a:ext uri="{FF2B5EF4-FFF2-40B4-BE49-F238E27FC236}">
                    <a16:creationId xmlns:a16="http://schemas.microsoft.com/office/drawing/2014/main" id="{DA927FA6-D322-4B23-88C6-403876E7A5A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0" y="7690"/>
                <a:ext cx="18" cy="17"/>
              </a:xfrm>
              <a:custGeom>
                <a:avLst/>
                <a:gdLst>
                  <a:gd name="T0" fmla="*/ 22 w 23"/>
                  <a:gd name="T1" fmla="*/ 1 h 23"/>
                  <a:gd name="T2" fmla="*/ 22 w 23"/>
                  <a:gd name="T3" fmla="*/ 1 h 23"/>
                  <a:gd name="T4" fmla="*/ 9 w 23"/>
                  <a:gd name="T5" fmla="*/ 16 h 23"/>
                  <a:gd name="T6" fmla="*/ 7 w 23"/>
                  <a:gd name="T7" fmla="*/ 13 h 23"/>
                  <a:gd name="T8" fmla="*/ 17 w 23"/>
                  <a:gd name="T9" fmla="*/ 4 h 23"/>
                  <a:gd name="T10" fmla="*/ 17 w 23"/>
                  <a:gd name="T11" fmla="*/ 4 h 23"/>
                  <a:gd name="T12" fmla="*/ 6 w 23"/>
                  <a:gd name="T13" fmla="*/ 12 h 23"/>
                  <a:gd name="T14" fmla="*/ 10 w 23"/>
                  <a:gd name="T15" fmla="*/ 18 h 23"/>
                  <a:gd name="T16" fmla="*/ 22 w 23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1"/>
                    </a:moveTo>
                    <a:cubicBezTo>
                      <a:pt x="23" y="1"/>
                      <a:pt x="22" y="0"/>
                      <a:pt x="22" y="1"/>
                    </a:cubicBezTo>
                    <a:cubicBezTo>
                      <a:pt x="21" y="2"/>
                      <a:pt x="10" y="15"/>
                      <a:pt x="9" y="16"/>
                    </a:cubicBezTo>
                    <a:cubicBezTo>
                      <a:pt x="7" y="18"/>
                      <a:pt x="5" y="16"/>
                      <a:pt x="7" y="13"/>
                    </a:cubicBezTo>
                    <a:cubicBezTo>
                      <a:pt x="9" y="11"/>
                      <a:pt x="17" y="5"/>
                      <a:pt x="17" y="4"/>
                    </a:cubicBezTo>
                    <a:cubicBezTo>
                      <a:pt x="17" y="4"/>
                      <a:pt x="18" y="4"/>
                      <a:pt x="17" y="4"/>
                    </a:cubicBezTo>
                    <a:cubicBezTo>
                      <a:pt x="17" y="4"/>
                      <a:pt x="11" y="6"/>
                      <a:pt x="6" y="12"/>
                    </a:cubicBezTo>
                    <a:cubicBezTo>
                      <a:pt x="0" y="18"/>
                      <a:pt x="6" y="23"/>
                      <a:pt x="10" y="18"/>
                    </a:cubicBezTo>
                    <a:cubicBezTo>
                      <a:pt x="13" y="15"/>
                      <a:pt x="21" y="3"/>
                      <a:pt x="2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9" name="Freeform 43">
                <a:extLst>
                  <a:ext uri="{FF2B5EF4-FFF2-40B4-BE49-F238E27FC236}">
                    <a16:creationId xmlns:a16="http://schemas.microsoft.com/office/drawing/2014/main" id="{11B7708D-43E9-4991-804C-178C31F1CA7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26"/>
                <a:ext cx="27" cy="8"/>
              </a:xfrm>
              <a:custGeom>
                <a:avLst/>
                <a:gdLst>
                  <a:gd name="T0" fmla="*/ 29 w 37"/>
                  <a:gd name="T1" fmla="*/ 5 h 11"/>
                  <a:gd name="T2" fmla="*/ 11 w 37"/>
                  <a:gd name="T3" fmla="*/ 1 h 11"/>
                  <a:gd name="T4" fmla="*/ 9 w 37"/>
                  <a:gd name="T5" fmla="*/ 11 h 11"/>
                  <a:gd name="T6" fmla="*/ 36 w 37"/>
                  <a:gd name="T7" fmla="*/ 8 h 11"/>
                  <a:gd name="T8" fmla="*/ 36 w 37"/>
                  <a:gd name="T9" fmla="*/ 7 h 11"/>
                  <a:gd name="T10" fmla="*/ 10 w 37"/>
                  <a:gd name="T11" fmla="*/ 8 h 11"/>
                  <a:gd name="T12" fmla="*/ 11 w 37"/>
                  <a:gd name="T13" fmla="*/ 3 h 11"/>
                  <a:gd name="T14" fmla="*/ 28 w 37"/>
                  <a:gd name="T15" fmla="*/ 6 h 11"/>
                  <a:gd name="T16" fmla="*/ 29 w 37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9" y="5"/>
                    </a:moveTo>
                    <a:cubicBezTo>
                      <a:pt x="28" y="5"/>
                      <a:pt x="21" y="1"/>
                      <a:pt x="11" y="1"/>
                    </a:cubicBezTo>
                    <a:cubicBezTo>
                      <a:pt x="0" y="0"/>
                      <a:pt x="1" y="11"/>
                      <a:pt x="9" y="11"/>
                    </a:cubicBezTo>
                    <a:cubicBezTo>
                      <a:pt x="14" y="10"/>
                      <a:pt x="34" y="9"/>
                      <a:pt x="36" y="8"/>
                    </a:cubicBezTo>
                    <a:cubicBezTo>
                      <a:pt x="37" y="8"/>
                      <a:pt x="37" y="7"/>
                      <a:pt x="36" y="7"/>
                    </a:cubicBezTo>
                    <a:cubicBezTo>
                      <a:pt x="34" y="7"/>
                      <a:pt x="12" y="8"/>
                      <a:pt x="10" y="8"/>
                    </a:cubicBezTo>
                    <a:cubicBezTo>
                      <a:pt x="7" y="7"/>
                      <a:pt x="7" y="3"/>
                      <a:pt x="11" y="3"/>
                    </a:cubicBezTo>
                    <a:cubicBezTo>
                      <a:pt x="16" y="4"/>
                      <a:pt x="28" y="6"/>
                      <a:pt x="28" y="6"/>
                    </a:cubicBezTo>
                    <a:cubicBezTo>
                      <a:pt x="29" y="6"/>
                      <a:pt x="29" y="5"/>
                      <a:pt x="29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0" name="Freeform 44">
                <a:extLst>
                  <a:ext uri="{FF2B5EF4-FFF2-40B4-BE49-F238E27FC236}">
                    <a16:creationId xmlns:a16="http://schemas.microsoft.com/office/drawing/2014/main" id="{DCD137FF-1D5E-47A7-8202-F9A616DF278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12"/>
                <a:ext cx="27" cy="10"/>
              </a:xfrm>
              <a:custGeom>
                <a:avLst/>
                <a:gdLst>
                  <a:gd name="T0" fmla="*/ 9 w 37"/>
                  <a:gd name="T1" fmla="*/ 11 h 13"/>
                  <a:gd name="T2" fmla="*/ 36 w 37"/>
                  <a:gd name="T3" fmla="*/ 13 h 13"/>
                  <a:gd name="T4" fmla="*/ 36 w 37"/>
                  <a:gd name="T5" fmla="*/ 11 h 13"/>
                  <a:gd name="T6" fmla="*/ 11 w 37"/>
                  <a:gd name="T7" fmla="*/ 8 h 13"/>
                  <a:gd name="T8" fmla="*/ 12 w 37"/>
                  <a:gd name="T9" fmla="*/ 4 h 13"/>
                  <a:gd name="T10" fmla="*/ 29 w 37"/>
                  <a:gd name="T11" fmla="*/ 9 h 13"/>
                  <a:gd name="T12" fmla="*/ 29 w 37"/>
                  <a:gd name="T13" fmla="*/ 9 h 13"/>
                  <a:gd name="T14" fmla="*/ 12 w 37"/>
                  <a:gd name="T15" fmla="*/ 2 h 13"/>
                  <a:gd name="T16" fmla="*/ 9 w 37"/>
                  <a:gd name="T1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9" y="11"/>
                    </a:moveTo>
                    <a:cubicBezTo>
                      <a:pt x="14" y="12"/>
                      <a:pt x="33" y="12"/>
                      <a:pt x="36" y="13"/>
                    </a:cubicBezTo>
                    <a:cubicBezTo>
                      <a:pt x="37" y="13"/>
                      <a:pt x="37" y="11"/>
                      <a:pt x="36" y="11"/>
                    </a:cubicBezTo>
                    <a:cubicBezTo>
                      <a:pt x="34" y="11"/>
                      <a:pt x="12" y="9"/>
                      <a:pt x="11" y="8"/>
                    </a:cubicBezTo>
                    <a:cubicBezTo>
                      <a:pt x="7" y="8"/>
                      <a:pt x="8" y="4"/>
                      <a:pt x="12" y="4"/>
                    </a:cubicBezTo>
                    <a:cubicBezTo>
                      <a:pt x="16" y="5"/>
                      <a:pt x="28" y="9"/>
                      <a:pt x="29" y="9"/>
                    </a:cubicBezTo>
                    <a:cubicBezTo>
                      <a:pt x="29" y="9"/>
                      <a:pt x="30" y="9"/>
                      <a:pt x="29" y="9"/>
                    </a:cubicBezTo>
                    <a:cubicBezTo>
                      <a:pt x="28" y="8"/>
                      <a:pt x="22" y="4"/>
                      <a:pt x="12" y="2"/>
                    </a:cubicBezTo>
                    <a:cubicBezTo>
                      <a:pt x="1" y="0"/>
                      <a:pt x="0" y="11"/>
                      <a:pt x="9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1" name="Freeform 45">
                <a:extLst>
                  <a:ext uri="{FF2B5EF4-FFF2-40B4-BE49-F238E27FC236}">
                    <a16:creationId xmlns:a16="http://schemas.microsoft.com/office/drawing/2014/main" id="{6713606C-57A0-4257-A3C5-CC3C4905A6D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3" y="7599"/>
                <a:ext cx="21" cy="13"/>
              </a:xfrm>
              <a:custGeom>
                <a:avLst/>
                <a:gdLst>
                  <a:gd name="T0" fmla="*/ 14 w 27"/>
                  <a:gd name="T1" fmla="*/ 5 h 18"/>
                  <a:gd name="T2" fmla="*/ 7 w 27"/>
                  <a:gd name="T3" fmla="*/ 11 h 18"/>
                  <a:gd name="T4" fmla="*/ 25 w 27"/>
                  <a:gd name="T5" fmla="*/ 18 h 18"/>
                  <a:gd name="T6" fmla="*/ 26 w 27"/>
                  <a:gd name="T7" fmla="*/ 17 h 18"/>
                  <a:gd name="T8" fmla="*/ 10 w 27"/>
                  <a:gd name="T9" fmla="*/ 10 h 18"/>
                  <a:gd name="T10" fmla="*/ 12 w 27"/>
                  <a:gd name="T11" fmla="*/ 7 h 18"/>
                  <a:gd name="T12" fmla="*/ 20 w 27"/>
                  <a:gd name="T13" fmla="*/ 13 h 18"/>
                  <a:gd name="T14" fmla="*/ 21 w 27"/>
                  <a:gd name="T15" fmla="*/ 13 h 18"/>
                  <a:gd name="T16" fmla="*/ 14 w 27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14" y="5"/>
                    </a:moveTo>
                    <a:cubicBezTo>
                      <a:pt x="5" y="0"/>
                      <a:pt x="0" y="8"/>
                      <a:pt x="7" y="11"/>
                    </a:cubicBezTo>
                    <a:cubicBezTo>
                      <a:pt x="11" y="13"/>
                      <a:pt x="23" y="17"/>
                      <a:pt x="25" y="18"/>
                    </a:cubicBezTo>
                    <a:cubicBezTo>
                      <a:pt x="26" y="18"/>
                      <a:pt x="27" y="17"/>
                      <a:pt x="26" y="17"/>
                    </a:cubicBezTo>
                    <a:cubicBezTo>
                      <a:pt x="24" y="16"/>
                      <a:pt x="11" y="10"/>
                      <a:pt x="10" y="10"/>
                    </a:cubicBezTo>
                    <a:cubicBezTo>
                      <a:pt x="7" y="8"/>
                      <a:pt x="9" y="5"/>
                      <a:pt x="12" y="7"/>
                    </a:cubicBezTo>
                    <a:cubicBezTo>
                      <a:pt x="16" y="9"/>
                      <a:pt x="21" y="13"/>
                      <a:pt x="20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2" y="10"/>
                      <a:pt x="14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2" name="Freeform 46">
                <a:extLst>
                  <a:ext uri="{FF2B5EF4-FFF2-40B4-BE49-F238E27FC236}">
                    <a16:creationId xmlns:a16="http://schemas.microsoft.com/office/drawing/2014/main" id="{2402F105-4974-455C-8C0B-9777EEAE1C1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6" y="7586"/>
                <a:ext cx="24" cy="20"/>
              </a:xfrm>
              <a:custGeom>
                <a:avLst/>
                <a:gdLst>
                  <a:gd name="T0" fmla="*/ 26 w 32"/>
                  <a:gd name="T1" fmla="*/ 19 h 26"/>
                  <a:gd name="T2" fmla="*/ 13 w 32"/>
                  <a:gd name="T3" fmla="*/ 7 h 26"/>
                  <a:gd name="T4" fmla="*/ 7 w 32"/>
                  <a:gd name="T5" fmla="*/ 14 h 26"/>
                  <a:gd name="T6" fmla="*/ 30 w 32"/>
                  <a:gd name="T7" fmla="*/ 26 h 26"/>
                  <a:gd name="T8" fmla="*/ 31 w 32"/>
                  <a:gd name="T9" fmla="*/ 25 h 26"/>
                  <a:gd name="T10" fmla="*/ 9 w 32"/>
                  <a:gd name="T11" fmla="*/ 12 h 26"/>
                  <a:gd name="T12" fmla="*/ 11 w 32"/>
                  <a:gd name="T13" fmla="*/ 9 h 26"/>
                  <a:gd name="T14" fmla="*/ 26 w 32"/>
                  <a:gd name="T15" fmla="*/ 19 h 26"/>
                  <a:gd name="T16" fmla="*/ 26 w 32"/>
                  <a:gd name="T17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6">
                    <a:moveTo>
                      <a:pt x="26" y="19"/>
                    </a:moveTo>
                    <a:cubicBezTo>
                      <a:pt x="26" y="19"/>
                      <a:pt x="20" y="13"/>
                      <a:pt x="13" y="7"/>
                    </a:cubicBezTo>
                    <a:cubicBezTo>
                      <a:pt x="5" y="0"/>
                      <a:pt x="0" y="10"/>
                      <a:pt x="7" y="14"/>
                    </a:cubicBezTo>
                    <a:cubicBezTo>
                      <a:pt x="10" y="17"/>
                      <a:pt x="28" y="25"/>
                      <a:pt x="30" y="26"/>
                    </a:cubicBezTo>
                    <a:cubicBezTo>
                      <a:pt x="31" y="26"/>
                      <a:pt x="32" y="25"/>
                      <a:pt x="31" y="25"/>
                    </a:cubicBezTo>
                    <a:cubicBezTo>
                      <a:pt x="29" y="23"/>
                      <a:pt x="10" y="13"/>
                      <a:pt x="9" y="12"/>
                    </a:cubicBezTo>
                    <a:cubicBezTo>
                      <a:pt x="7" y="10"/>
                      <a:pt x="8" y="7"/>
                      <a:pt x="11" y="9"/>
                    </a:cubicBezTo>
                    <a:cubicBezTo>
                      <a:pt x="15" y="12"/>
                      <a:pt x="26" y="20"/>
                      <a:pt x="26" y="19"/>
                    </a:cubicBezTo>
                    <a:cubicBezTo>
                      <a:pt x="25" y="19"/>
                      <a:pt x="27" y="20"/>
                      <a:pt x="26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3" name="Freeform 47">
                <a:extLst>
                  <a:ext uri="{FF2B5EF4-FFF2-40B4-BE49-F238E27FC236}">
                    <a16:creationId xmlns:a16="http://schemas.microsoft.com/office/drawing/2014/main" id="{433E9ADE-DE8E-43E0-B64D-AA454A02A65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2" y="7582"/>
                <a:ext cx="13" cy="15"/>
              </a:xfrm>
              <a:custGeom>
                <a:avLst/>
                <a:gdLst>
                  <a:gd name="T0" fmla="*/ 17 w 18"/>
                  <a:gd name="T1" fmla="*/ 20 h 20"/>
                  <a:gd name="T2" fmla="*/ 17 w 18"/>
                  <a:gd name="T3" fmla="*/ 19 h 20"/>
                  <a:gd name="T4" fmla="*/ 5 w 18"/>
                  <a:gd name="T5" fmla="*/ 8 h 20"/>
                  <a:gd name="T6" fmla="*/ 7 w 18"/>
                  <a:gd name="T7" fmla="*/ 6 h 20"/>
                  <a:gd name="T8" fmla="*/ 15 w 18"/>
                  <a:gd name="T9" fmla="*/ 15 h 20"/>
                  <a:gd name="T10" fmla="*/ 15 w 18"/>
                  <a:gd name="T11" fmla="*/ 15 h 20"/>
                  <a:gd name="T12" fmla="*/ 8 w 18"/>
                  <a:gd name="T13" fmla="*/ 5 h 20"/>
                  <a:gd name="T14" fmla="*/ 3 w 18"/>
                  <a:gd name="T15" fmla="*/ 9 h 20"/>
                  <a:gd name="T16" fmla="*/ 17 w 18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7" y="20"/>
                    </a:moveTo>
                    <a:cubicBezTo>
                      <a:pt x="17" y="20"/>
                      <a:pt x="18" y="20"/>
                      <a:pt x="17" y="19"/>
                    </a:cubicBezTo>
                    <a:cubicBezTo>
                      <a:pt x="17" y="18"/>
                      <a:pt x="6" y="9"/>
                      <a:pt x="5" y="8"/>
                    </a:cubicBezTo>
                    <a:cubicBezTo>
                      <a:pt x="4" y="7"/>
                      <a:pt x="5" y="4"/>
                      <a:pt x="7" y="6"/>
                    </a:cubicBezTo>
                    <a:cubicBezTo>
                      <a:pt x="9" y="9"/>
                      <a:pt x="15" y="15"/>
                      <a:pt x="15" y="15"/>
                    </a:cubicBezTo>
                    <a:cubicBezTo>
                      <a:pt x="15" y="15"/>
                      <a:pt x="16" y="15"/>
                      <a:pt x="15" y="15"/>
                    </a:cubicBezTo>
                    <a:cubicBezTo>
                      <a:pt x="15" y="14"/>
                      <a:pt x="12" y="10"/>
                      <a:pt x="8" y="5"/>
                    </a:cubicBezTo>
                    <a:cubicBezTo>
                      <a:pt x="4" y="0"/>
                      <a:pt x="0" y="6"/>
                      <a:pt x="3" y="9"/>
                    </a:cubicBezTo>
                    <a:cubicBezTo>
                      <a:pt x="5" y="11"/>
                      <a:pt x="16" y="19"/>
                      <a:pt x="17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4" name="Freeform 48">
                <a:extLst>
                  <a:ext uri="{FF2B5EF4-FFF2-40B4-BE49-F238E27FC236}">
                    <a16:creationId xmlns:a16="http://schemas.microsoft.com/office/drawing/2014/main" id="{3028AEBC-8E72-4463-B335-FC9E2657381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83" y="7580"/>
                <a:ext cx="6" cy="14"/>
              </a:xfrm>
              <a:custGeom>
                <a:avLst/>
                <a:gdLst>
                  <a:gd name="T0" fmla="*/ 5 w 8"/>
                  <a:gd name="T1" fmla="*/ 14 h 19"/>
                  <a:gd name="T2" fmla="*/ 7 w 8"/>
                  <a:gd name="T3" fmla="*/ 6 h 19"/>
                  <a:gd name="T4" fmla="*/ 0 w 8"/>
                  <a:gd name="T5" fmla="*/ 6 h 19"/>
                  <a:gd name="T6" fmla="*/ 3 w 8"/>
                  <a:gd name="T7" fmla="*/ 18 h 19"/>
                  <a:gd name="T8" fmla="*/ 3 w 8"/>
                  <a:gd name="T9" fmla="*/ 18 h 19"/>
                  <a:gd name="T10" fmla="*/ 2 w 8"/>
                  <a:gd name="T11" fmla="*/ 6 h 19"/>
                  <a:gd name="T12" fmla="*/ 5 w 8"/>
                  <a:gd name="T13" fmla="*/ 6 h 19"/>
                  <a:gd name="T14" fmla="*/ 5 w 8"/>
                  <a:gd name="T15" fmla="*/ 13 h 19"/>
                  <a:gd name="T16" fmla="*/ 5 w 8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5" y="14"/>
                    </a:moveTo>
                    <a:cubicBezTo>
                      <a:pt x="5" y="13"/>
                      <a:pt x="6" y="12"/>
                      <a:pt x="7" y="6"/>
                    </a:cubicBezTo>
                    <a:cubicBezTo>
                      <a:pt x="8" y="0"/>
                      <a:pt x="1" y="1"/>
                      <a:pt x="0" y="6"/>
                    </a:cubicBezTo>
                    <a:cubicBezTo>
                      <a:pt x="0" y="9"/>
                      <a:pt x="3" y="17"/>
                      <a:pt x="3" y="18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4" y="17"/>
                      <a:pt x="2" y="7"/>
                      <a:pt x="2" y="6"/>
                    </a:cubicBezTo>
                    <a:cubicBezTo>
                      <a:pt x="3" y="4"/>
                      <a:pt x="5" y="4"/>
                      <a:pt x="5" y="6"/>
                    </a:cubicBezTo>
                    <a:cubicBezTo>
                      <a:pt x="5" y="9"/>
                      <a:pt x="5" y="14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5" name="Freeform 49">
                <a:extLst>
                  <a:ext uri="{FF2B5EF4-FFF2-40B4-BE49-F238E27FC236}">
                    <a16:creationId xmlns:a16="http://schemas.microsoft.com/office/drawing/2014/main" id="{E9B583DB-DA27-490C-80C8-92B17E7A3C6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0" y="7666"/>
                <a:ext cx="19" cy="15"/>
              </a:xfrm>
              <a:custGeom>
                <a:avLst/>
                <a:gdLst>
                  <a:gd name="T0" fmla="*/ 11 w 26"/>
                  <a:gd name="T1" fmla="*/ 16 h 20"/>
                  <a:gd name="T2" fmla="*/ 26 w 26"/>
                  <a:gd name="T3" fmla="*/ 2 h 20"/>
                  <a:gd name="T4" fmla="*/ 25 w 26"/>
                  <a:gd name="T5" fmla="*/ 1 h 20"/>
                  <a:gd name="T6" fmla="*/ 10 w 26"/>
                  <a:gd name="T7" fmla="*/ 14 h 20"/>
                  <a:gd name="T8" fmla="*/ 8 w 26"/>
                  <a:gd name="T9" fmla="*/ 11 h 20"/>
                  <a:gd name="T10" fmla="*/ 20 w 26"/>
                  <a:gd name="T11" fmla="*/ 4 h 20"/>
                  <a:gd name="T12" fmla="*/ 20 w 26"/>
                  <a:gd name="T13" fmla="*/ 3 h 20"/>
                  <a:gd name="T14" fmla="*/ 7 w 26"/>
                  <a:gd name="T15" fmla="*/ 9 h 20"/>
                  <a:gd name="T16" fmla="*/ 11 w 26"/>
                  <a:gd name="T1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1" y="16"/>
                    </a:moveTo>
                    <a:cubicBezTo>
                      <a:pt x="14" y="13"/>
                      <a:pt x="24" y="3"/>
                      <a:pt x="26" y="2"/>
                    </a:cubicBezTo>
                    <a:cubicBezTo>
                      <a:pt x="26" y="1"/>
                      <a:pt x="26" y="0"/>
                      <a:pt x="25" y="1"/>
                    </a:cubicBezTo>
                    <a:cubicBezTo>
                      <a:pt x="24" y="2"/>
                      <a:pt x="11" y="13"/>
                      <a:pt x="10" y="14"/>
                    </a:cubicBezTo>
                    <a:cubicBezTo>
                      <a:pt x="8" y="15"/>
                      <a:pt x="6" y="13"/>
                      <a:pt x="8" y="11"/>
                    </a:cubicBezTo>
                    <a:cubicBezTo>
                      <a:pt x="11" y="9"/>
                      <a:pt x="21" y="3"/>
                      <a:pt x="20" y="4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3"/>
                      <a:pt x="13" y="4"/>
                      <a:pt x="7" y="9"/>
                    </a:cubicBezTo>
                    <a:cubicBezTo>
                      <a:pt x="0" y="14"/>
                      <a:pt x="6" y="20"/>
                      <a:pt x="11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6" name="Freeform 50">
                <a:extLst>
                  <a:ext uri="{FF2B5EF4-FFF2-40B4-BE49-F238E27FC236}">
                    <a16:creationId xmlns:a16="http://schemas.microsoft.com/office/drawing/2014/main" id="{5E813333-868A-4532-931C-FD4DB3ED627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5" y="7723"/>
                <a:ext cx="12" cy="18"/>
              </a:xfrm>
              <a:custGeom>
                <a:avLst/>
                <a:gdLst>
                  <a:gd name="T0" fmla="*/ 4 w 16"/>
                  <a:gd name="T1" fmla="*/ 13 h 25"/>
                  <a:gd name="T2" fmla="*/ 8 w 16"/>
                  <a:gd name="T3" fmla="*/ 19 h 25"/>
                  <a:gd name="T4" fmla="*/ 16 w 16"/>
                  <a:gd name="T5" fmla="*/ 1 h 25"/>
                  <a:gd name="T6" fmla="*/ 15 w 16"/>
                  <a:gd name="T7" fmla="*/ 0 h 25"/>
                  <a:gd name="T8" fmla="*/ 7 w 16"/>
                  <a:gd name="T9" fmla="*/ 17 h 25"/>
                  <a:gd name="T10" fmla="*/ 6 w 16"/>
                  <a:gd name="T11" fmla="*/ 15 h 25"/>
                  <a:gd name="T12" fmla="*/ 12 w 16"/>
                  <a:gd name="T13" fmla="*/ 5 h 25"/>
                  <a:gd name="T14" fmla="*/ 12 w 16"/>
                  <a:gd name="T15" fmla="*/ 4 h 25"/>
                  <a:gd name="T16" fmla="*/ 4 w 16"/>
                  <a:gd name="T17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13"/>
                    </a:moveTo>
                    <a:cubicBezTo>
                      <a:pt x="0" y="20"/>
                      <a:pt x="6" y="25"/>
                      <a:pt x="8" y="19"/>
                    </a:cubicBezTo>
                    <a:cubicBezTo>
                      <a:pt x="10" y="16"/>
                      <a:pt x="15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2"/>
                      <a:pt x="8" y="16"/>
                      <a:pt x="7" y="17"/>
                    </a:cubicBezTo>
                    <a:cubicBezTo>
                      <a:pt x="6" y="19"/>
                      <a:pt x="4" y="17"/>
                      <a:pt x="6" y="15"/>
                    </a:cubicBezTo>
                    <a:cubicBezTo>
                      <a:pt x="7" y="12"/>
                      <a:pt x="12" y="5"/>
                      <a:pt x="12" y="5"/>
                    </a:cubicBezTo>
                    <a:cubicBezTo>
                      <a:pt x="12" y="5"/>
                      <a:pt x="13" y="4"/>
                      <a:pt x="12" y="4"/>
                    </a:cubicBezTo>
                    <a:cubicBezTo>
                      <a:pt x="12" y="5"/>
                      <a:pt x="8" y="7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7" name="Freeform 51">
                <a:extLst>
                  <a:ext uri="{FF2B5EF4-FFF2-40B4-BE49-F238E27FC236}">
                    <a16:creationId xmlns:a16="http://schemas.microsoft.com/office/drawing/2014/main" id="{49B1CDD5-96A0-4A3F-B617-4489D7B0AD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45" y="7647"/>
                <a:ext cx="100" cy="51"/>
              </a:xfrm>
              <a:custGeom>
                <a:avLst/>
                <a:gdLst>
                  <a:gd name="T0" fmla="*/ 18 w 135"/>
                  <a:gd name="T1" fmla="*/ 64 h 69"/>
                  <a:gd name="T2" fmla="*/ 134 w 135"/>
                  <a:gd name="T3" fmla="*/ 3 h 69"/>
                  <a:gd name="T4" fmla="*/ 133 w 135"/>
                  <a:gd name="T5" fmla="*/ 1 h 69"/>
                  <a:gd name="T6" fmla="*/ 18 w 135"/>
                  <a:gd name="T7" fmla="*/ 59 h 69"/>
                  <a:gd name="T8" fmla="*/ 16 w 135"/>
                  <a:gd name="T9" fmla="*/ 54 h 69"/>
                  <a:gd name="T10" fmla="*/ 123 w 135"/>
                  <a:gd name="T11" fmla="*/ 4 h 69"/>
                  <a:gd name="T12" fmla="*/ 123 w 135"/>
                  <a:gd name="T13" fmla="*/ 4 h 69"/>
                  <a:gd name="T14" fmla="*/ 14 w 135"/>
                  <a:gd name="T15" fmla="*/ 50 h 69"/>
                  <a:gd name="T16" fmla="*/ 18 w 135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8" y="64"/>
                    </a:moveTo>
                    <a:cubicBezTo>
                      <a:pt x="24" y="60"/>
                      <a:pt x="131" y="5"/>
                      <a:pt x="134" y="3"/>
                    </a:cubicBezTo>
                    <a:cubicBezTo>
                      <a:pt x="135" y="2"/>
                      <a:pt x="135" y="0"/>
                      <a:pt x="133" y="1"/>
                    </a:cubicBezTo>
                    <a:cubicBezTo>
                      <a:pt x="130" y="3"/>
                      <a:pt x="20" y="58"/>
                      <a:pt x="18" y="59"/>
                    </a:cubicBezTo>
                    <a:cubicBezTo>
                      <a:pt x="13" y="61"/>
                      <a:pt x="11" y="56"/>
                      <a:pt x="16" y="54"/>
                    </a:cubicBezTo>
                    <a:cubicBezTo>
                      <a:pt x="22" y="51"/>
                      <a:pt x="124" y="4"/>
                      <a:pt x="123" y="4"/>
                    </a:cubicBezTo>
                    <a:cubicBezTo>
                      <a:pt x="122" y="5"/>
                      <a:pt x="124" y="3"/>
                      <a:pt x="123" y="4"/>
                    </a:cubicBezTo>
                    <a:cubicBezTo>
                      <a:pt x="122" y="4"/>
                      <a:pt x="27" y="45"/>
                      <a:pt x="14" y="50"/>
                    </a:cubicBezTo>
                    <a:cubicBezTo>
                      <a:pt x="0" y="56"/>
                      <a:pt x="7" y="69"/>
                      <a:pt x="18" y="6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8" name="Freeform 52">
                <a:extLst>
                  <a:ext uri="{FF2B5EF4-FFF2-40B4-BE49-F238E27FC236}">
                    <a16:creationId xmlns:a16="http://schemas.microsoft.com/office/drawing/2014/main" id="{D6BC0F5A-AD19-4EDF-95B0-B23DE4A902C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8" y="7679"/>
                <a:ext cx="101" cy="112"/>
              </a:xfrm>
              <a:custGeom>
                <a:avLst/>
                <a:gdLst>
                  <a:gd name="T0" fmla="*/ 19 w 135"/>
                  <a:gd name="T1" fmla="*/ 141 h 150"/>
                  <a:gd name="T2" fmla="*/ 51 w 135"/>
                  <a:gd name="T3" fmla="*/ 103 h 150"/>
                  <a:gd name="T4" fmla="*/ 64 w 135"/>
                  <a:gd name="T5" fmla="*/ 104 h 150"/>
                  <a:gd name="T6" fmla="*/ 132 w 135"/>
                  <a:gd name="T7" fmla="*/ 10 h 150"/>
                  <a:gd name="T8" fmla="*/ 131 w 135"/>
                  <a:gd name="T9" fmla="*/ 9 h 150"/>
                  <a:gd name="T10" fmla="*/ 61 w 135"/>
                  <a:gd name="T11" fmla="*/ 100 h 150"/>
                  <a:gd name="T12" fmla="*/ 57 w 135"/>
                  <a:gd name="T13" fmla="*/ 96 h 150"/>
                  <a:gd name="T14" fmla="*/ 115 w 135"/>
                  <a:gd name="T15" fmla="*/ 27 h 150"/>
                  <a:gd name="T16" fmla="*/ 134 w 135"/>
                  <a:gd name="T17" fmla="*/ 3 h 150"/>
                  <a:gd name="T18" fmla="*/ 133 w 135"/>
                  <a:gd name="T19" fmla="*/ 2 h 150"/>
                  <a:gd name="T20" fmla="*/ 17 w 135"/>
                  <a:gd name="T21" fmla="*/ 137 h 150"/>
                  <a:gd name="T22" fmla="*/ 13 w 135"/>
                  <a:gd name="T23" fmla="*/ 132 h 150"/>
                  <a:gd name="T24" fmla="*/ 125 w 135"/>
                  <a:gd name="T25" fmla="*/ 8 h 150"/>
                  <a:gd name="T26" fmla="*/ 125 w 135"/>
                  <a:gd name="T27" fmla="*/ 8 h 150"/>
                  <a:gd name="T28" fmla="*/ 10 w 135"/>
                  <a:gd name="T29" fmla="*/ 129 h 150"/>
                  <a:gd name="T30" fmla="*/ 19 w 135"/>
                  <a:gd name="T31" fmla="*/ 14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9" y="141"/>
                    </a:moveTo>
                    <a:cubicBezTo>
                      <a:pt x="21" y="139"/>
                      <a:pt x="34" y="123"/>
                      <a:pt x="51" y="103"/>
                    </a:cubicBezTo>
                    <a:cubicBezTo>
                      <a:pt x="51" y="109"/>
                      <a:pt x="59" y="111"/>
                      <a:pt x="64" y="104"/>
                    </a:cubicBezTo>
                    <a:cubicBezTo>
                      <a:pt x="67" y="99"/>
                      <a:pt x="130" y="13"/>
                      <a:pt x="132" y="10"/>
                    </a:cubicBezTo>
                    <a:cubicBezTo>
                      <a:pt x="133" y="9"/>
                      <a:pt x="132" y="7"/>
                      <a:pt x="131" y="9"/>
                    </a:cubicBezTo>
                    <a:cubicBezTo>
                      <a:pt x="129" y="11"/>
                      <a:pt x="63" y="98"/>
                      <a:pt x="61" y="100"/>
                    </a:cubicBezTo>
                    <a:cubicBezTo>
                      <a:pt x="58" y="104"/>
                      <a:pt x="54" y="101"/>
                      <a:pt x="57" y="96"/>
                    </a:cubicBezTo>
                    <a:cubicBezTo>
                      <a:pt x="60" y="92"/>
                      <a:pt x="97" y="47"/>
                      <a:pt x="115" y="27"/>
                    </a:cubicBezTo>
                    <a:cubicBezTo>
                      <a:pt x="126" y="13"/>
                      <a:pt x="134" y="4"/>
                      <a:pt x="134" y="3"/>
                    </a:cubicBezTo>
                    <a:cubicBezTo>
                      <a:pt x="135" y="2"/>
                      <a:pt x="134" y="0"/>
                      <a:pt x="133" y="2"/>
                    </a:cubicBezTo>
                    <a:cubicBezTo>
                      <a:pt x="131" y="4"/>
                      <a:pt x="19" y="135"/>
                      <a:pt x="17" y="137"/>
                    </a:cubicBezTo>
                    <a:cubicBezTo>
                      <a:pt x="14" y="140"/>
                      <a:pt x="9" y="137"/>
                      <a:pt x="13" y="132"/>
                    </a:cubicBezTo>
                    <a:cubicBezTo>
                      <a:pt x="17" y="127"/>
                      <a:pt x="126" y="8"/>
                      <a:pt x="125" y="8"/>
                    </a:cubicBezTo>
                    <a:cubicBezTo>
                      <a:pt x="125" y="9"/>
                      <a:pt x="126" y="7"/>
                      <a:pt x="125" y="8"/>
                    </a:cubicBezTo>
                    <a:cubicBezTo>
                      <a:pt x="124" y="8"/>
                      <a:pt x="20" y="119"/>
                      <a:pt x="10" y="129"/>
                    </a:cubicBezTo>
                    <a:cubicBezTo>
                      <a:pt x="0" y="141"/>
                      <a:pt x="12" y="150"/>
                      <a:pt x="19" y="1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9" name="Freeform 53">
                <a:extLst>
                  <a:ext uri="{FF2B5EF4-FFF2-40B4-BE49-F238E27FC236}">
                    <a16:creationId xmlns:a16="http://schemas.microsoft.com/office/drawing/2014/main" id="{77F0817A-C0F5-4774-9CDD-CD175D6A1AA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1" y="7682"/>
                <a:ext cx="66" cy="51"/>
              </a:xfrm>
              <a:custGeom>
                <a:avLst/>
                <a:gdLst>
                  <a:gd name="T0" fmla="*/ 70 w 89"/>
                  <a:gd name="T1" fmla="*/ 61 h 69"/>
                  <a:gd name="T2" fmla="*/ 77 w 89"/>
                  <a:gd name="T3" fmla="*/ 49 h 69"/>
                  <a:gd name="T4" fmla="*/ 12 w 89"/>
                  <a:gd name="T5" fmla="*/ 5 h 69"/>
                  <a:gd name="T6" fmla="*/ 12 w 89"/>
                  <a:gd name="T7" fmla="*/ 6 h 69"/>
                  <a:gd name="T8" fmla="*/ 75 w 89"/>
                  <a:gd name="T9" fmla="*/ 52 h 69"/>
                  <a:gd name="T10" fmla="*/ 72 w 89"/>
                  <a:gd name="T11" fmla="*/ 57 h 69"/>
                  <a:gd name="T12" fmla="*/ 3 w 89"/>
                  <a:gd name="T13" fmla="*/ 1 h 69"/>
                  <a:gd name="T14" fmla="*/ 1 w 89"/>
                  <a:gd name="T15" fmla="*/ 2 h 69"/>
                  <a:gd name="T16" fmla="*/ 70 w 89"/>
                  <a:gd name="T17" fmla="*/ 6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70" y="61"/>
                    </a:moveTo>
                    <a:cubicBezTo>
                      <a:pt x="80" y="69"/>
                      <a:pt x="89" y="57"/>
                      <a:pt x="77" y="49"/>
                    </a:cubicBezTo>
                    <a:cubicBezTo>
                      <a:pt x="66" y="41"/>
                      <a:pt x="13" y="5"/>
                      <a:pt x="12" y="5"/>
                    </a:cubicBezTo>
                    <a:cubicBezTo>
                      <a:pt x="11" y="5"/>
                      <a:pt x="12" y="7"/>
                      <a:pt x="12" y="6"/>
                    </a:cubicBezTo>
                    <a:cubicBezTo>
                      <a:pt x="11" y="5"/>
                      <a:pt x="69" y="48"/>
                      <a:pt x="75" y="52"/>
                    </a:cubicBezTo>
                    <a:cubicBezTo>
                      <a:pt x="79" y="55"/>
                      <a:pt x="76" y="60"/>
                      <a:pt x="72" y="57"/>
                    </a:cubicBezTo>
                    <a:cubicBezTo>
                      <a:pt x="70" y="56"/>
                      <a:pt x="5" y="3"/>
                      <a:pt x="3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4"/>
                      <a:pt x="65" y="57"/>
                      <a:pt x="70" y="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0" name="Freeform 54">
                <a:extLst>
                  <a:ext uri="{FF2B5EF4-FFF2-40B4-BE49-F238E27FC236}">
                    <a16:creationId xmlns:a16="http://schemas.microsoft.com/office/drawing/2014/main" id="{DED8DD28-FA25-4A09-B601-65A382758BF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2" y="7661"/>
                <a:ext cx="61" cy="37"/>
              </a:xfrm>
              <a:custGeom>
                <a:avLst/>
                <a:gdLst>
                  <a:gd name="T0" fmla="*/ 67 w 82"/>
                  <a:gd name="T1" fmla="*/ 41 h 50"/>
                  <a:gd name="T2" fmla="*/ 2 w 82"/>
                  <a:gd name="T3" fmla="*/ 1 h 50"/>
                  <a:gd name="T4" fmla="*/ 1 w 82"/>
                  <a:gd name="T5" fmla="*/ 2 h 50"/>
                  <a:gd name="T6" fmla="*/ 67 w 82"/>
                  <a:gd name="T7" fmla="*/ 44 h 50"/>
                  <a:gd name="T8" fmla="*/ 71 w 82"/>
                  <a:gd name="T9" fmla="*/ 33 h 50"/>
                  <a:gd name="T10" fmla="*/ 10 w 82"/>
                  <a:gd name="T11" fmla="*/ 3 h 50"/>
                  <a:gd name="T12" fmla="*/ 10 w 82"/>
                  <a:gd name="T13" fmla="*/ 4 h 50"/>
                  <a:gd name="T14" fmla="*/ 69 w 82"/>
                  <a:gd name="T15" fmla="*/ 36 h 50"/>
                  <a:gd name="T16" fmla="*/ 67 w 82"/>
                  <a:gd name="T17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50">
                    <a:moveTo>
                      <a:pt x="67" y="41"/>
                    </a:moveTo>
                    <a:cubicBezTo>
                      <a:pt x="65" y="40"/>
                      <a:pt x="4" y="2"/>
                      <a:pt x="2" y="1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3" y="4"/>
                      <a:pt x="62" y="41"/>
                      <a:pt x="67" y="44"/>
                    </a:cubicBezTo>
                    <a:cubicBezTo>
                      <a:pt x="75" y="50"/>
                      <a:pt x="82" y="39"/>
                      <a:pt x="71" y="33"/>
                    </a:cubicBezTo>
                    <a:cubicBezTo>
                      <a:pt x="60" y="28"/>
                      <a:pt x="11" y="3"/>
                      <a:pt x="10" y="3"/>
                    </a:cubicBezTo>
                    <a:cubicBezTo>
                      <a:pt x="9" y="3"/>
                      <a:pt x="11" y="5"/>
                      <a:pt x="10" y="4"/>
                    </a:cubicBezTo>
                    <a:cubicBezTo>
                      <a:pt x="9" y="3"/>
                      <a:pt x="64" y="33"/>
                      <a:pt x="69" y="36"/>
                    </a:cubicBezTo>
                    <a:cubicBezTo>
                      <a:pt x="73" y="38"/>
                      <a:pt x="71" y="43"/>
                      <a:pt x="67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1" name="Freeform 55">
                <a:extLst>
                  <a:ext uri="{FF2B5EF4-FFF2-40B4-BE49-F238E27FC236}">
                    <a16:creationId xmlns:a16="http://schemas.microsoft.com/office/drawing/2014/main" id="{3B3D4F30-BD9C-4A1A-A14A-2CD78E3920F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0" y="7644"/>
                <a:ext cx="50" cy="18"/>
              </a:xfrm>
              <a:custGeom>
                <a:avLst/>
                <a:gdLst>
                  <a:gd name="T0" fmla="*/ 55 w 68"/>
                  <a:gd name="T1" fmla="*/ 9 h 25"/>
                  <a:gd name="T2" fmla="*/ 11 w 68"/>
                  <a:gd name="T3" fmla="*/ 1 h 25"/>
                  <a:gd name="T4" fmla="*/ 11 w 68"/>
                  <a:gd name="T5" fmla="*/ 2 h 25"/>
                  <a:gd name="T6" fmla="*/ 54 w 68"/>
                  <a:gd name="T7" fmla="*/ 13 h 25"/>
                  <a:gd name="T8" fmla="*/ 54 w 68"/>
                  <a:gd name="T9" fmla="*/ 18 h 25"/>
                  <a:gd name="T10" fmla="*/ 2 w 68"/>
                  <a:gd name="T11" fmla="*/ 0 h 25"/>
                  <a:gd name="T12" fmla="*/ 2 w 68"/>
                  <a:gd name="T13" fmla="*/ 2 h 25"/>
                  <a:gd name="T14" fmla="*/ 54 w 68"/>
                  <a:gd name="T15" fmla="*/ 21 h 25"/>
                  <a:gd name="T16" fmla="*/ 55 w 68"/>
                  <a:gd name="T17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5">
                    <a:moveTo>
                      <a:pt x="55" y="9"/>
                    </a:moveTo>
                    <a:cubicBezTo>
                      <a:pt x="44" y="6"/>
                      <a:pt x="11" y="1"/>
                      <a:pt x="11" y="1"/>
                    </a:cubicBezTo>
                    <a:cubicBezTo>
                      <a:pt x="10" y="1"/>
                      <a:pt x="12" y="2"/>
                      <a:pt x="11" y="2"/>
                    </a:cubicBezTo>
                    <a:cubicBezTo>
                      <a:pt x="10" y="1"/>
                      <a:pt x="49" y="11"/>
                      <a:pt x="54" y="13"/>
                    </a:cubicBezTo>
                    <a:cubicBezTo>
                      <a:pt x="59" y="14"/>
                      <a:pt x="57" y="19"/>
                      <a:pt x="54" y="18"/>
                    </a:cubicBezTo>
                    <a:cubicBezTo>
                      <a:pt x="52" y="17"/>
                      <a:pt x="5" y="1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  <a:cubicBezTo>
                      <a:pt x="4" y="3"/>
                      <a:pt x="49" y="20"/>
                      <a:pt x="54" y="21"/>
                    </a:cubicBezTo>
                    <a:cubicBezTo>
                      <a:pt x="64" y="25"/>
                      <a:pt x="68" y="13"/>
                      <a:pt x="55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2" name="Freeform 56">
                <a:extLst>
                  <a:ext uri="{FF2B5EF4-FFF2-40B4-BE49-F238E27FC236}">
                    <a16:creationId xmlns:a16="http://schemas.microsoft.com/office/drawing/2014/main" id="{41CAF7FF-A319-4176-A52F-E93E1C2C51A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8" y="7688"/>
                <a:ext cx="20" cy="38"/>
              </a:xfrm>
              <a:custGeom>
                <a:avLst/>
                <a:gdLst>
                  <a:gd name="T0" fmla="*/ 22 w 26"/>
                  <a:gd name="T1" fmla="*/ 41 h 51"/>
                  <a:gd name="T2" fmla="*/ 4 w 26"/>
                  <a:gd name="T3" fmla="*/ 5 h 51"/>
                  <a:gd name="T4" fmla="*/ 4 w 26"/>
                  <a:gd name="T5" fmla="*/ 6 h 51"/>
                  <a:gd name="T6" fmla="*/ 20 w 26"/>
                  <a:gd name="T7" fmla="*/ 42 h 51"/>
                  <a:gd name="T8" fmla="*/ 18 w 26"/>
                  <a:gd name="T9" fmla="*/ 43 h 51"/>
                  <a:gd name="T10" fmla="*/ 1 w 26"/>
                  <a:gd name="T11" fmla="*/ 1 h 51"/>
                  <a:gd name="T12" fmla="*/ 0 w 26"/>
                  <a:gd name="T13" fmla="*/ 1 h 51"/>
                  <a:gd name="T14" fmla="*/ 16 w 26"/>
                  <a:gd name="T15" fmla="*/ 45 h 51"/>
                  <a:gd name="T16" fmla="*/ 22 w 26"/>
                  <a:gd name="T17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22" y="41"/>
                    </a:moveTo>
                    <a:cubicBezTo>
                      <a:pt x="20" y="33"/>
                      <a:pt x="5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5" y="7"/>
                      <a:pt x="19" y="38"/>
                      <a:pt x="20" y="42"/>
                    </a:cubicBezTo>
                    <a:cubicBezTo>
                      <a:pt x="22" y="44"/>
                      <a:pt x="19" y="45"/>
                      <a:pt x="18" y="43"/>
                    </a:cubicBezTo>
                    <a:cubicBezTo>
                      <a:pt x="17" y="42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5" y="41"/>
                      <a:pt x="16" y="45"/>
                    </a:cubicBezTo>
                    <a:cubicBezTo>
                      <a:pt x="18" y="51"/>
                      <a:pt x="26" y="48"/>
                      <a:pt x="22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3" name="Freeform 57">
                <a:extLst>
                  <a:ext uri="{FF2B5EF4-FFF2-40B4-BE49-F238E27FC236}">
                    <a16:creationId xmlns:a16="http://schemas.microsoft.com/office/drawing/2014/main" id="{2689888F-62E3-4506-8C5F-9EA8A2A7BF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5" y="7691"/>
                <a:ext cx="16" cy="25"/>
              </a:xfrm>
              <a:custGeom>
                <a:avLst/>
                <a:gdLst>
                  <a:gd name="T0" fmla="*/ 16 w 22"/>
                  <a:gd name="T1" fmla="*/ 28 h 33"/>
                  <a:gd name="T2" fmla="*/ 1 w 22"/>
                  <a:gd name="T3" fmla="*/ 1 h 33"/>
                  <a:gd name="T4" fmla="*/ 0 w 22"/>
                  <a:gd name="T5" fmla="*/ 1 h 33"/>
                  <a:gd name="T6" fmla="*/ 14 w 22"/>
                  <a:gd name="T7" fmla="*/ 29 h 33"/>
                  <a:gd name="T8" fmla="*/ 19 w 22"/>
                  <a:gd name="T9" fmla="*/ 26 h 33"/>
                  <a:gd name="T10" fmla="*/ 4 w 22"/>
                  <a:gd name="T11" fmla="*/ 4 h 33"/>
                  <a:gd name="T12" fmla="*/ 3 w 22"/>
                  <a:gd name="T13" fmla="*/ 4 h 33"/>
                  <a:gd name="T14" fmla="*/ 18 w 22"/>
                  <a:gd name="T15" fmla="*/ 27 h 33"/>
                  <a:gd name="T16" fmla="*/ 16 w 22"/>
                  <a:gd name="T17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6" y="28"/>
                    </a:moveTo>
                    <a:cubicBezTo>
                      <a:pt x="15" y="27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3" y="26"/>
                      <a:pt x="14" y="29"/>
                    </a:cubicBezTo>
                    <a:cubicBezTo>
                      <a:pt x="16" y="33"/>
                      <a:pt x="22" y="31"/>
                      <a:pt x="19" y="26"/>
                    </a:cubicBezTo>
                    <a:cubicBezTo>
                      <a:pt x="17" y="21"/>
                      <a:pt x="4" y="4"/>
                      <a:pt x="4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17" y="24"/>
                      <a:pt x="18" y="27"/>
                    </a:cubicBezTo>
                    <a:cubicBezTo>
                      <a:pt x="19" y="28"/>
                      <a:pt x="17" y="29"/>
                      <a:pt x="16" y="2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4" name="Freeform 58">
                <a:extLst>
                  <a:ext uri="{FF2B5EF4-FFF2-40B4-BE49-F238E27FC236}">
                    <a16:creationId xmlns:a16="http://schemas.microsoft.com/office/drawing/2014/main" id="{19D1F462-EDFA-4FF8-8F32-A0CBBFA7FE1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3" y="7689"/>
                <a:ext cx="17" cy="17"/>
              </a:xfrm>
              <a:custGeom>
                <a:avLst/>
                <a:gdLst>
                  <a:gd name="T0" fmla="*/ 6 w 23"/>
                  <a:gd name="T1" fmla="*/ 4 h 23"/>
                  <a:gd name="T2" fmla="*/ 6 w 23"/>
                  <a:gd name="T3" fmla="*/ 5 h 23"/>
                  <a:gd name="T4" fmla="*/ 16 w 23"/>
                  <a:gd name="T5" fmla="*/ 14 h 23"/>
                  <a:gd name="T6" fmla="*/ 14 w 23"/>
                  <a:gd name="T7" fmla="*/ 16 h 23"/>
                  <a:gd name="T8" fmla="*/ 1 w 23"/>
                  <a:gd name="T9" fmla="*/ 1 h 23"/>
                  <a:gd name="T10" fmla="*/ 1 w 23"/>
                  <a:gd name="T11" fmla="*/ 1 h 23"/>
                  <a:gd name="T12" fmla="*/ 13 w 23"/>
                  <a:gd name="T13" fmla="*/ 18 h 23"/>
                  <a:gd name="T14" fmla="*/ 18 w 23"/>
                  <a:gd name="T15" fmla="*/ 12 h 23"/>
                  <a:gd name="T16" fmla="*/ 6 w 23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14" y="11"/>
                      <a:pt x="16" y="14"/>
                    </a:cubicBezTo>
                    <a:cubicBezTo>
                      <a:pt x="18" y="16"/>
                      <a:pt x="16" y="18"/>
                      <a:pt x="14" y="16"/>
                    </a:cubicBezTo>
                    <a:cubicBezTo>
                      <a:pt x="13" y="15"/>
                      <a:pt x="3" y="2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3"/>
                      <a:pt x="11" y="15"/>
                      <a:pt x="13" y="18"/>
                    </a:cubicBezTo>
                    <a:cubicBezTo>
                      <a:pt x="17" y="23"/>
                      <a:pt x="23" y="18"/>
                      <a:pt x="18" y="12"/>
                    </a:cubicBezTo>
                    <a:cubicBezTo>
                      <a:pt x="12" y="6"/>
                      <a:pt x="6" y="4"/>
                      <a:pt x="6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5" name="Freeform 59">
                <a:extLst>
                  <a:ext uri="{FF2B5EF4-FFF2-40B4-BE49-F238E27FC236}">
                    <a16:creationId xmlns:a16="http://schemas.microsoft.com/office/drawing/2014/main" id="{6CC4018A-E30C-46BE-A722-E7A3E886AD1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3" y="7626"/>
                <a:ext cx="28" cy="8"/>
              </a:xfrm>
              <a:custGeom>
                <a:avLst/>
                <a:gdLst>
                  <a:gd name="T0" fmla="*/ 27 w 37"/>
                  <a:gd name="T1" fmla="*/ 8 h 11"/>
                  <a:gd name="T2" fmla="*/ 2 w 37"/>
                  <a:gd name="T3" fmla="*/ 7 h 11"/>
                  <a:gd name="T4" fmla="*/ 2 w 37"/>
                  <a:gd name="T5" fmla="*/ 9 h 11"/>
                  <a:gd name="T6" fmla="*/ 28 w 37"/>
                  <a:gd name="T7" fmla="*/ 11 h 11"/>
                  <a:gd name="T8" fmla="*/ 26 w 37"/>
                  <a:gd name="T9" fmla="*/ 1 h 11"/>
                  <a:gd name="T10" fmla="*/ 9 w 37"/>
                  <a:gd name="T11" fmla="*/ 6 h 11"/>
                  <a:gd name="T12" fmla="*/ 9 w 37"/>
                  <a:gd name="T13" fmla="*/ 6 h 11"/>
                  <a:gd name="T14" fmla="*/ 27 w 37"/>
                  <a:gd name="T15" fmla="*/ 4 h 11"/>
                  <a:gd name="T16" fmla="*/ 27 w 37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7" y="8"/>
                    </a:moveTo>
                    <a:cubicBezTo>
                      <a:pt x="26" y="8"/>
                      <a:pt x="4" y="7"/>
                      <a:pt x="2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4" y="9"/>
                      <a:pt x="24" y="11"/>
                      <a:pt x="28" y="11"/>
                    </a:cubicBezTo>
                    <a:cubicBezTo>
                      <a:pt x="37" y="11"/>
                      <a:pt x="37" y="0"/>
                      <a:pt x="26" y="1"/>
                    </a:cubicBezTo>
                    <a:cubicBezTo>
                      <a:pt x="17" y="1"/>
                      <a:pt x="9" y="5"/>
                      <a:pt x="9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22" y="4"/>
                      <a:pt x="27" y="4"/>
                    </a:cubicBezTo>
                    <a:cubicBezTo>
                      <a:pt x="31" y="3"/>
                      <a:pt x="31" y="8"/>
                      <a:pt x="27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6" name="Freeform 60">
                <a:extLst>
                  <a:ext uri="{FF2B5EF4-FFF2-40B4-BE49-F238E27FC236}">
                    <a16:creationId xmlns:a16="http://schemas.microsoft.com/office/drawing/2014/main" id="{10DE2C47-6885-4D5D-BAF3-C2874235B15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612"/>
                <a:ext cx="27" cy="10"/>
              </a:xfrm>
              <a:custGeom>
                <a:avLst/>
                <a:gdLst>
                  <a:gd name="T0" fmla="*/ 27 w 37"/>
                  <a:gd name="T1" fmla="*/ 9 h 13"/>
                  <a:gd name="T2" fmla="*/ 1 w 37"/>
                  <a:gd name="T3" fmla="*/ 11 h 13"/>
                  <a:gd name="T4" fmla="*/ 2 w 37"/>
                  <a:gd name="T5" fmla="*/ 13 h 13"/>
                  <a:gd name="T6" fmla="*/ 28 w 37"/>
                  <a:gd name="T7" fmla="*/ 12 h 13"/>
                  <a:gd name="T8" fmla="*/ 25 w 37"/>
                  <a:gd name="T9" fmla="*/ 2 h 13"/>
                  <a:gd name="T10" fmla="*/ 8 w 37"/>
                  <a:gd name="T11" fmla="*/ 9 h 13"/>
                  <a:gd name="T12" fmla="*/ 8 w 37"/>
                  <a:gd name="T13" fmla="*/ 9 h 13"/>
                  <a:gd name="T14" fmla="*/ 26 w 37"/>
                  <a:gd name="T15" fmla="*/ 5 h 13"/>
                  <a:gd name="T16" fmla="*/ 27 w 37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27" y="9"/>
                    </a:moveTo>
                    <a:cubicBezTo>
                      <a:pt x="25" y="9"/>
                      <a:pt x="3" y="11"/>
                      <a:pt x="1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4" y="13"/>
                      <a:pt x="23" y="12"/>
                      <a:pt x="28" y="12"/>
                    </a:cubicBezTo>
                    <a:cubicBezTo>
                      <a:pt x="37" y="11"/>
                      <a:pt x="36" y="0"/>
                      <a:pt x="25" y="2"/>
                    </a:cubicBezTo>
                    <a:cubicBezTo>
                      <a:pt x="15" y="4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21" y="5"/>
                      <a:pt x="26" y="5"/>
                    </a:cubicBezTo>
                    <a:cubicBezTo>
                      <a:pt x="29" y="4"/>
                      <a:pt x="30" y="8"/>
                      <a:pt x="27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7" name="Freeform 61">
                <a:extLst>
                  <a:ext uri="{FF2B5EF4-FFF2-40B4-BE49-F238E27FC236}">
                    <a16:creationId xmlns:a16="http://schemas.microsoft.com/office/drawing/2014/main" id="{760339AA-49AB-45B5-B122-0DE28BC7985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8" y="7599"/>
                <a:ext cx="21" cy="13"/>
              </a:xfrm>
              <a:custGeom>
                <a:avLst/>
                <a:gdLst>
                  <a:gd name="T0" fmla="*/ 13 w 28"/>
                  <a:gd name="T1" fmla="*/ 5 h 18"/>
                  <a:gd name="T2" fmla="*/ 6 w 28"/>
                  <a:gd name="T3" fmla="*/ 13 h 18"/>
                  <a:gd name="T4" fmla="*/ 7 w 28"/>
                  <a:gd name="T5" fmla="*/ 13 h 18"/>
                  <a:gd name="T6" fmla="*/ 15 w 28"/>
                  <a:gd name="T7" fmla="*/ 7 h 18"/>
                  <a:gd name="T8" fmla="*/ 18 w 28"/>
                  <a:gd name="T9" fmla="*/ 10 h 18"/>
                  <a:gd name="T10" fmla="*/ 1 w 28"/>
                  <a:gd name="T11" fmla="*/ 17 h 18"/>
                  <a:gd name="T12" fmla="*/ 2 w 28"/>
                  <a:gd name="T13" fmla="*/ 18 h 18"/>
                  <a:gd name="T14" fmla="*/ 20 w 28"/>
                  <a:gd name="T15" fmla="*/ 11 h 18"/>
                  <a:gd name="T16" fmla="*/ 13 w 28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8">
                    <a:moveTo>
                      <a:pt x="13" y="5"/>
                    </a:moveTo>
                    <a:cubicBezTo>
                      <a:pt x="5" y="10"/>
                      <a:pt x="7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11" y="9"/>
                      <a:pt x="15" y="7"/>
                    </a:cubicBezTo>
                    <a:cubicBezTo>
                      <a:pt x="18" y="5"/>
                      <a:pt x="21" y="8"/>
                      <a:pt x="18" y="10"/>
                    </a:cubicBezTo>
                    <a:cubicBezTo>
                      <a:pt x="16" y="10"/>
                      <a:pt x="3" y="16"/>
                      <a:pt x="1" y="17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4" y="17"/>
                      <a:pt x="16" y="13"/>
                      <a:pt x="20" y="11"/>
                    </a:cubicBezTo>
                    <a:cubicBezTo>
                      <a:pt x="28" y="8"/>
                      <a:pt x="22" y="0"/>
                      <a:pt x="1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8" name="Freeform 62">
                <a:extLst>
                  <a:ext uri="{FF2B5EF4-FFF2-40B4-BE49-F238E27FC236}">
                    <a16:creationId xmlns:a16="http://schemas.microsoft.com/office/drawing/2014/main" id="{DD26C97F-EF19-4EAB-88A2-37C7D5C5B23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03" y="7586"/>
                <a:ext cx="23" cy="20"/>
              </a:xfrm>
              <a:custGeom>
                <a:avLst/>
                <a:gdLst>
                  <a:gd name="T0" fmla="*/ 19 w 31"/>
                  <a:gd name="T1" fmla="*/ 7 h 26"/>
                  <a:gd name="T2" fmla="*/ 5 w 31"/>
                  <a:gd name="T3" fmla="*/ 19 h 26"/>
                  <a:gd name="T4" fmla="*/ 6 w 31"/>
                  <a:gd name="T5" fmla="*/ 19 h 26"/>
                  <a:gd name="T6" fmla="*/ 20 w 31"/>
                  <a:gd name="T7" fmla="*/ 9 h 26"/>
                  <a:gd name="T8" fmla="*/ 23 w 31"/>
                  <a:gd name="T9" fmla="*/ 12 h 26"/>
                  <a:gd name="T10" fmla="*/ 1 w 31"/>
                  <a:gd name="T11" fmla="*/ 25 h 26"/>
                  <a:gd name="T12" fmla="*/ 2 w 31"/>
                  <a:gd name="T13" fmla="*/ 26 h 26"/>
                  <a:gd name="T14" fmla="*/ 25 w 31"/>
                  <a:gd name="T15" fmla="*/ 14 h 26"/>
                  <a:gd name="T16" fmla="*/ 19 w 31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6">
                    <a:moveTo>
                      <a:pt x="19" y="7"/>
                    </a:moveTo>
                    <a:cubicBezTo>
                      <a:pt x="12" y="13"/>
                      <a:pt x="6" y="19"/>
                      <a:pt x="5" y="19"/>
                    </a:cubicBezTo>
                    <a:cubicBezTo>
                      <a:pt x="5" y="20"/>
                      <a:pt x="7" y="19"/>
                      <a:pt x="6" y="19"/>
                    </a:cubicBezTo>
                    <a:cubicBezTo>
                      <a:pt x="5" y="20"/>
                      <a:pt x="17" y="12"/>
                      <a:pt x="20" y="9"/>
                    </a:cubicBezTo>
                    <a:cubicBezTo>
                      <a:pt x="23" y="7"/>
                      <a:pt x="25" y="10"/>
                      <a:pt x="23" y="12"/>
                    </a:cubicBezTo>
                    <a:cubicBezTo>
                      <a:pt x="21" y="13"/>
                      <a:pt x="3" y="23"/>
                      <a:pt x="1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4" y="25"/>
                      <a:pt x="21" y="17"/>
                      <a:pt x="25" y="14"/>
                    </a:cubicBezTo>
                    <a:cubicBezTo>
                      <a:pt x="31" y="10"/>
                      <a:pt x="27" y="0"/>
                      <a:pt x="19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9" name="Freeform 63">
                <a:extLst>
                  <a:ext uri="{FF2B5EF4-FFF2-40B4-BE49-F238E27FC236}">
                    <a16:creationId xmlns:a16="http://schemas.microsoft.com/office/drawing/2014/main" id="{BADA374B-F55F-4C3E-969F-AFB7C4B54D3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6" y="7580"/>
                <a:ext cx="13" cy="15"/>
              </a:xfrm>
              <a:custGeom>
                <a:avLst/>
                <a:gdLst>
                  <a:gd name="T0" fmla="*/ 0 w 18"/>
                  <a:gd name="T1" fmla="*/ 19 h 20"/>
                  <a:gd name="T2" fmla="*/ 1 w 18"/>
                  <a:gd name="T3" fmla="*/ 19 h 20"/>
                  <a:gd name="T4" fmla="*/ 14 w 18"/>
                  <a:gd name="T5" fmla="*/ 9 h 20"/>
                  <a:gd name="T6" fmla="*/ 9 w 18"/>
                  <a:gd name="T7" fmla="*/ 5 h 20"/>
                  <a:gd name="T8" fmla="*/ 2 w 18"/>
                  <a:gd name="T9" fmla="*/ 15 h 20"/>
                  <a:gd name="T10" fmla="*/ 3 w 18"/>
                  <a:gd name="T11" fmla="*/ 15 h 20"/>
                  <a:gd name="T12" fmla="*/ 11 w 18"/>
                  <a:gd name="T13" fmla="*/ 6 h 20"/>
                  <a:gd name="T14" fmla="*/ 12 w 18"/>
                  <a:gd name="T15" fmla="*/ 8 h 20"/>
                  <a:gd name="T16" fmla="*/ 0 w 18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0" y="19"/>
                    </a:moveTo>
                    <a:cubicBezTo>
                      <a:pt x="0" y="19"/>
                      <a:pt x="0" y="20"/>
                      <a:pt x="1" y="19"/>
                    </a:cubicBezTo>
                    <a:cubicBezTo>
                      <a:pt x="2" y="18"/>
                      <a:pt x="12" y="11"/>
                      <a:pt x="14" y="9"/>
                    </a:cubicBezTo>
                    <a:cubicBezTo>
                      <a:pt x="18" y="5"/>
                      <a:pt x="13" y="0"/>
                      <a:pt x="9" y="5"/>
                    </a:cubicBezTo>
                    <a:cubicBezTo>
                      <a:pt x="5" y="10"/>
                      <a:pt x="2" y="14"/>
                      <a:pt x="2" y="15"/>
                    </a:cubicBezTo>
                    <a:cubicBezTo>
                      <a:pt x="2" y="15"/>
                      <a:pt x="3" y="14"/>
                      <a:pt x="3" y="15"/>
                    </a:cubicBezTo>
                    <a:cubicBezTo>
                      <a:pt x="2" y="15"/>
                      <a:pt x="9" y="8"/>
                      <a:pt x="11" y="6"/>
                    </a:cubicBezTo>
                    <a:cubicBezTo>
                      <a:pt x="12" y="4"/>
                      <a:pt x="14" y="6"/>
                      <a:pt x="12" y="8"/>
                    </a:cubicBezTo>
                    <a:cubicBezTo>
                      <a:pt x="12" y="9"/>
                      <a:pt x="1" y="18"/>
                      <a:pt x="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0" name="Freeform 64">
                <a:extLst>
                  <a:ext uri="{FF2B5EF4-FFF2-40B4-BE49-F238E27FC236}">
                    <a16:creationId xmlns:a16="http://schemas.microsoft.com/office/drawing/2014/main" id="{F965ADDC-4366-4166-B000-468A17CE7CA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65"/>
                <a:ext cx="19" cy="15"/>
              </a:xfrm>
              <a:custGeom>
                <a:avLst/>
                <a:gdLst>
                  <a:gd name="T0" fmla="*/ 17 w 26"/>
                  <a:gd name="T1" fmla="*/ 13 h 20"/>
                  <a:gd name="T2" fmla="*/ 2 w 26"/>
                  <a:gd name="T3" fmla="*/ 0 h 20"/>
                  <a:gd name="T4" fmla="*/ 1 w 26"/>
                  <a:gd name="T5" fmla="*/ 1 h 20"/>
                  <a:gd name="T6" fmla="*/ 16 w 26"/>
                  <a:gd name="T7" fmla="*/ 15 h 20"/>
                  <a:gd name="T8" fmla="*/ 19 w 26"/>
                  <a:gd name="T9" fmla="*/ 9 h 20"/>
                  <a:gd name="T10" fmla="*/ 7 w 26"/>
                  <a:gd name="T11" fmla="*/ 3 h 20"/>
                  <a:gd name="T12" fmla="*/ 7 w 26"/>
                  <a:gd name="T13" fmla="*/ 3 h 20"/>
                  <a:gd name="T14" fmla="*/ 18 w 26"/>
                  <a:gd name="T15" fmla="*/ 10 h 20"/>
                  <a:gd name="T16" fmla="*/ 17 w 26"/>
                  <a:gd name="T1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7" y="13"/>
                    </a:moveTo>
                    <a:cubicBezTo>
                      <a:pt x="15" y="12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13" y="13"/>
                      <a:pt x="16" y="15"/>
                    </a:cubicBezTo>
                    <a:cubicBezTo>
                      <a:pt x="21" y="20"/>
                      <a:pt x="26" y="14"/>
                      <a:pt x="19" y="9"/>
                    </a:cubicBezTo>
                    <a:cubicBezTo>
                      <a:pt x="13" y="4"/>
                      <a:pt x="7" y="3"/>
                      <a:pt x="7" y="3"/>
                    </a:cubicBezTo>
                    <a:cubicBezTo>
                      <a:pt x="6" y="2"/>
                      <a:pt x="7" y="4"/>
                      <a:pt x="7" y="3"/>
                    </a:cubicBezTo>
                    <a:cubicBezTo>
                      <a:pt x="6" y="3"/>
                      <a:pt x="15" y="8"/>
                      <a:pt x="18" y="10"/>
                    </a:cubicBezTo>
                    <a:cubicBezTo>
                      <a:pt x="21" y="12"/>
                      <a:pt x="19" y="15"/>
                      <a:pt x="17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1" name="Freeform 65">
                <a:extLst>
                  <a:ext uri="{FF2B5EF4-FFF2-40B4-BE49-F238E27FC236}">
                    <a16:creationId xmlns:a16="http://schemas.microsoft.com/office/drawing/2014/main" id="{FCFCAAB3-6AED-48B6-A8B8-638BA193D8A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722"/>
                <a:ext cx="12" cy="19"/>
              </a:xfrm>
              <a:custGeom>
                <a:avLst/>
                <a:gdLst>
                  <a:gd name="T0" fmla="*/ 9 w 16"/>
                  <a:gd name="T1" fmla="*/ 18 h 25"/>
                  <a:gd name="T2" fmla="*/ 1 w 16"/>
                  <a:gd name="T3" fmla="*/ 1 h 25"/>
                  <a:gd name="T4" fmla="*/ 1 w 16"/>
                  <a:gd name="T5" fmla="*/ 2 h 25"/>
                  <a:gd name="T6" fmla="*/ 8 w 16"/>
                  <a:gd name="T7" fmla="*/ 20 h 25"/>
                  <a:gd name="T8" fmla="*/ 12 w 16"/>
                  <a:gd name="T9" fmla="*/ 14 h 25"/>
                  <a:gd name="T10" fmla="*/ 4 w 16"/>
                  <a:gd name="T11" fmla="*/ 5 h 25"/>
                  <a:gd name="T12" fmla="*/ 4 w 16"/>
                  <a:gd name="T13" fmla="*/ 5 h 25"/>
                  <a:gd name="T14" fmla="*/ 11 w 16"/>
                  <a:gd name="T15" fmla="*/ 15 h 25"/>
                  <a:gd name="T16" fmla="*/ 9 w 16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9" y="18"/>
                    </a:moveTo>
                    <a:cubicBezTo>
                      <a:pt x="9" y="16"/>
                      <a:pt x="2" y="2"/>
                      <a:pt x="1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7" y="16"/>
                      <a:pt x="8" y="20"/>
                    </a:cubicBezTo>
                    <a:cubicBezTo>
                      <a:pt x="11" y="25"/>
                      <a:pt x="16" y="21"/>
                      <a:pt x="12" y="14"/>
                    </a:cubicBezTo>
                    <a:cubicBezTo>
                      <a:pt x="9" y="8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0" y="13"/>
                      <a:pt x="11" y="15"/>
                    </a:cubicBezTo>
                    <a:cubicBezTo>
                      <a:pt x="12" y="18"/>
                      <a:pt x="10" y="20"/>
                      <a:pt x="9" y="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2" name="Freeform 66">
                <a:extLst>
                  <a:ext uri="{FF2B5EF4-FFF2-40B4-BE49-F238E27FC236}">
                    <a16:creationId xmlns:a16="http://schemas.microsoft.com/office/drawing/2014/main" id="{C01952A5-B098-4C53-B0DB-B2E12A7FDBE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7" y="7647"/>
                <a:ext cx="101" cy="51"/>
              </a:xfrm>
              <a:custGeom>
                <a:avLst/>
                <a:gdLst>
                  <a:gd name="T0" fmla="*/ 121 w 135"/>
                  <a:gd name="T1" fmla="*/ 49 h 69"/>
                  <a:gd name="T2" fmla="*/ 12 w 135"/>
                  <a:gd name="T3" fmla="*/ 3 h 69"/>
                  <a:gd name="T4" fmla="*/ 12 w 135"/>
                  <a:gd name="T5" fmla="*/ 4 h 69"/>
                  <a:gd name="T6" fmla="*/ 120 w 135"/>
                  <a:gd name="T7" fmla="*/ 53 h 69"/>
                  <a:gd name="T8" fmla="*/ 118 w 135"/>
                  <a:gd name="T9" fmla="*/ 58 h 69"/>
                  <a:gd name="T10" fmla="*/ 2 w 135"/>
                  <a:gd name="T11" fmla="*/ 0 h 69"/>
                  <a:gd name="T12" fmla="*/ 2 w 135"/>
                  <a:gd name="T13" fmla="*/ 2 h 69"/>
                  <a:gd name="T14" fmla="*/ 117 w 135"/>
                  <a:gd name="T15" fmla="*/ 63 h 69"/>
                  <a:gd name="T16" fmla="*/ 121 w 135"/>
                  <a:gd name="T17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21" y="49"/>
                    </a:moveTo>
                    <a:cubicBezTo>
                      <a:pt x="108" y="44"/>
                      <a:pt x="13" y="3"/>
                      <a:pt x="12" y="3"/>
                    </a:cubicBezTo>
                    <a:cubicBezTo>
                      <a:pt x="11" y="3"/>
                      <a:pt x="13" y="4"/>
                      <a:pt x="12" y="4"/>
                    </a:cubicBezTo>
                    <a:cubicBezTo>
                      <a:pt x="11" y="3"/>
                      <a:pt x="114" y="50"/>
                      <a:pt x="120" y="53"/>
                    </a:cubicBezTo>
                    <a:cubicBezTo>
                      <a:pt x="125" y="55"/>
                      <a:pt x="122" y="60"/>
                      <a:pt x="118" y="58"/>
                    </a:cubicBezTo>
                    <a:cubicBezTo>
                      <a:pt x="115" y="57"/>
                      <a:pt x="5" y="2"/>
                      <a:pt x="2" y="0"/>
                    </a:cubicBezTo>
                    <a:cubicBezTo>
                      <a:pt x="1" y="0"/>
                      <a:pt x="0" y="1"/>
                      <a:pt x="2" y="2"/>
                    </a:cubicBezTo>
                    <a:cubicBezTo>
                      <a:pt x="5" y="4"/>
                      <a:pt x="111" y="59"/>
                      <a:pt x="117" y="63"/>
                    </a:cubicBezTo>
                    <a:cubicBezTo>
                      <a:pt x="128" y="69"/>
                      <a:pt x="135" y="55"/>
                      <a:pt x="121" y="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3" name="Freeform 67">
                <a:extLst>
                  <a:ext uri="{FF2B5EF4-FFF2-40B4-BE49-F238E27FC236}">
                    <a16:creationId xmlns:a16="http://schemas.microsoft.com/office/drawing/2014/main" id="{44976561-E43A-4373-8E53-B3859AB494A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82"/>
                <a:ext cx="100" cy="112"/>
              </a:xfrm>
              <a:custGeom>
                <a:avLst/>
                <a:gdLst>
                  <a:gd name="T0" fmla="*/ 10 w 135"/>
                  <a:gd name="T1" fmla="*/ 7 h 150"/>
                  <a:gd name="T2" fmla="*/ 10 w 135"/>
                  <a:gd name="T3" fmla="*/ 8 h 150"/>
                  <a:gd name="T4" fmla="*/ 122 w 135"/>
                  <a:gd name="T5" fmla="*/ 132 h 150"/>
                  <a:gd name="T6" fmla="*/ 118 w 135"/>
                  <a:gd name="T7" fmla="*/ 136 h 150"/>
                  <a:gd name="T8" fmla="*/ 2 w 135"/>
                  <a:gd name="T9" fmla="*/ 1 h 150"/>
                  <a:gd name="T10" fmla="*/ 1 w 135"/>
                  <a:gd name="T11" fmla="*/ 3 h 150"/>
                  <a:gd name="T12" fmla="*/ 19 w 135"/>
                  <a:gd name="T13" fmla="*/ 25 h 150"/>
                  <a:gd name="T14" fmla="*/ 78 w 135"/>
                  <a:gd name="T15" fmla="*/ 96 h 150"/>
                  <a:gd name="T16" fmla="*/ 74 w 135"/>
                  <a:gd name="T17" fmla="*/ 100 h 150"/>
                  <a:gd name="T18" fmla="*/ 4 w 135"/>
                  <a:gd name="T19" fmla="*/ 9 h 150"/>
                  <a:gd name="T20" fmla="*/ 3 w 135"/>
                  <a:gd name="T21" fmla="*/ 10 h 150"/>
                  <a:gd name="T22" fmla="*/ 72 w 135"/>
                  <a:gd name="T23" fmla="*/ 104 h 150"/>
                  <a:gd name="T24" fmla="*/ 85 w 135"/>
                  <a:gd name="T25" fmla="*/ 102 h 150"/>
                  <a:gd name="T26" fmla="*/ 116 w 135"/>
                  <a:gd name="T27" fmla="*/ 140 h 150"/>
                  <a:gd name="T28" fmla="*/ 125 w 135"/>
                  <a:gd name="T29" fmla="*/ 129 h 150"/>
                  <a:gd name="T30" fmla="*/ 10 w 135"/>
                  <a:gd name="T31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0" y="7"/>
                    </a:moveTo>
                    <a:cubicBezTo>
                      <a:pt x="10" y="7"/>
                      <a:pt x="11" y="9"/>
                      <a:pt x="10" y="8"/>
                    </a:cubicBezTo>
                    <a:cubicBezTo>
                      <a:pt x="9" y="7"/>
                      <a:pt x="118" y="127"/>
                      <a:pt x="122" y="132"/>
                    </a:cubicBezTo>
                    <a:cubicBezTo>
                      <a:pt x="126" y="136"/>
                      <a:pt x="121" y="140"/>
                      <a:pt x="118" y="136"/>
                    </a:cubicBezTo>
                    <a:cubicBezTo>
                      <a:pt x="117" y="135"/>
                      <a:pt x="4" y="4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3"/>
                      <a:pt x="9" y="12"/>
                      <a:pt x="19" y="25"/>
                    </a:cubicBezTo>
                    <a:cubicBezTo>
                      <a:pt x="36" y="45"/>
                      <a:pt x="75" y="92"/>
                      <a:pt x="78" y="96"/>
                    </a:cubicBezTo>
                    <a:cubicBezTo>
                      <a:pt x="82" y="100"/>
                      <a:pt x="77" y="104"/>
                      <a:pt x="74" y="100"/>
                    </a:cubicBezTo>
                    <a:cubicBezTo>
                      <a:pt x="73" y="98"/>
                      <a:pt x="6" y="11"/>
                      <a:pt x="4" y="9"/>
                    </a:cubicBezTo>
                    <a:cubicBezTo>
                      <a:pt x="3" y="7"/>
                      <a:pt x="2" y="9"/>
                      <a:pt x="3" y="10"/>
                    </a:cubicBezTo>
                    <a:cubicBezTo>
                      <a:pt x="5" y="13"/>
                      <a:pt x="68" y="98"/>
                      <a:pt x="72" y="104"/>
                    </a:cubicBezTo>
                    <a:cubicBezTo>
                      <a:pt x="77" y="111"/>
                      <a:pt x="84" y="108"/>
                      <a:pt x="85" y="102"/>
                    </a:cubicBezTo>
                    <a:cubicBezTo>
                      <a:pt x="102" y="123"/>
                      <a:pt x="115" y="138"/>
                      <a:pt x="116" y="140"/>
                    </a:cubicBezTo>
                    <a:cubicBezTo>
                      <a:pt x="123" y="150"/>
                      <a:pt x="135" y="140"/>
                      <a:pt x="125" y="129"/>
                    </a:cubicBezTo>
                    <a:cubicBezTo>
                      <a:pt x="116" y="119"/>
                      <a:pt x="11" y="8"/>
                      <a:pt x="1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4" name="Freeform 68">
                <a:extLst>
                  <a:ext uri="{FF2B5EF4-FFF2-40B4-BE49-F238E27FC236}">
                    <a16:creationId xmlns:a16="http://schemas.microsoft.com/office/drawing/2014/main" id="{6C2EF8FE-891E-429C-857C-15DDB98F6DE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47" y="7723"/>
                <a:ext cx="278" cy="298"/>
              </a:xfrm>
              <a:custGeom>
                <a:avLst/>
                <a:gdLst>
                  <a:gd name="T0" fmla="*/ 341 w 374"/>
                  <a:gd name="T1" fmla="*/ 190 h 399"/>
                  <a:gd name="T2" fmla="*/ 241 w 374"/>
                  <a:gd name="T3" fmla="*/ 112 h 399"/>
                  <a:gd name="T4" fmla="*/ 243 w 374"/>
                  <a:gd name="T5" fmla="*/ 84 h 399"/>
                  <a:gd name="T6" fmla="*/ 237 w 374"/>
                  <a:gd name="T7" fmla="*/ 34 h 399"/>
                  <a:gd name="T8" fmla="*/ 199 w 374"/>
                  <a:gd name="T9" fmla="*/ 31 h 399"/>
                  <a:gd name="T10" fmla="*/ 189 w 374"/>
                  <a:gd name="T11" fmla="*/ 0 h 399"/>
                  <a:gd name="T12" fmla="*/ 174 w 374"/>
                  <a:gd name="T13" fmla="*/ 31 h 399"/>
                  <a:gd name="T14" fmla="*/ 135 w 374"/>
                  <a:gd name="T15" fmla="*/ 40 h 399"/>
                  <a:gd name="T16" fmla="*/ 133 w 374"/>
                  <a:gd name="T17" fmla="*/ 87 h 399"/>
                  <a:gd name="T18" fmla="*/ 68 w 374"/>
                  <a:gd name="T19" fmla="*/ 181 h 399"/>
                  <a:gd name="T20" fmla="*/ 21 w 374"/>
                  <a:gd name="T21" fmla="*/ 193 h 399"/>
                  <a:gd name="T22" fmla="*/ 26 w 374"/>
                  <a:gd name="T23" fmla="*/ 280 h 399"/>
                  <a:gd name="T24" fmla="*/ 80 w 374"/>
                  <a:gd name="T25" fmla="*/ 360 h 399"/>
                  <a:gd name="T26" fmla="*/ 203 w 374"/>
                  <a:gd name="T27" fmla="*/ 356 h 399"/>
                  <a:gd name="T28" fmla="*/ 299 w 374"/>
                  <a:gd name="T29" fmla="*/ 337 h 399"/>
                  <a:gd name="T30" fmla="*/ 232 w 374"/>
                  <a:gd name="T31" fmla="*/ 97 h 399"/>
                  <a:gd name="T32" fmla="*/ 151 w 374"/>
                  <a:gd name="T33" fmla="*/ 91 h 399"/>
                  <a:gd name="T34" fmla="*/ 211 w 374"/>
                  <a:gd name="T35" fmla="*/ 83 h 399"/>
                  <a:gd name="T36" fmla="*/ 194 w 374"/>
                  <a:gd name="T37" fmla="*/ 84 h 399"/>
                  <a:gd name="T38" fmla="*/ 164 w 374"/>
                  <a:gd name="T39" fmla="*/ 83 h 399"/>
                  <a:gd name="T40" fmla="*/ 256 w 374"/>
                  <a:gd name="T41" fmla="*/ 65 h 399"/>
                  <a:gd name="T42" fmla="*/ 245 w 374"/>
                  <a:gd name="T43" fmla="*/ 41 h 399"/>
                  <a:gd name="T44" fmla="*/ 230 w 374"/>
                  <a:gd name="T45" fmla="*/ 60 h 399"/>
                  <a:gd name="T46" fmla="*/ 232 w 374"/>
                  <a:gd name="T47" fmla="*/ 39 h 399"/>
                  <a:gd name="T48" fmla="*/ 218 w 374"/>
                  <a:gd name="T49" fmla="*/ 33 h 399"/>
                  <a:gd name="T50" fmla="*/ 200 w 374"/>
                  <a:gd name="T51" fmla="*/ 70 h 399"/>
                  <a:gd name="T52" fmla="*/ 200 w 374"/>
                  <a:gd name="T53" fmla="*/ 50 h 399"/>
                  <a:gd name="T54" fmla="*/ 194 w 374"/>
                  <a:gd name="T55" fmla="*/ 10 h 399"/>
                  <a:gd name="T56" fmla="*/ 188 w 374"/>
                  <a:gd name="T57" fmla="*/ 51 h 399"/>
                  <a:gd name="T58" fmla="*/ 183 w 374"/>
                  <a:gd name="T59" fmla="*/ 57 h 399"/>
                  <a:gd name="T60" fmla="*/ 176 w 374"/>
                  <a:gd name="T61" fmla="*/ 50 h 399"/>
                  <a:gd name="T62" fmla="*/ 172 w 374"/>
                  <a:gd name="T63" fmla="*/ 36 h 399"/>
                  <a:gd name="T64" fmla="*/ 155 w 374"/>
                  <a:gd name="T65" fmla="*/ 41 h 399"/>
                  <a:gd name="T66" fmla="*/ 147 w 374"/>
                  <a:gd name="T67" fmla="*/ 70 h 399"/>
                  <a:gd name="T68" fmla="*/ 141 w 374"/>
                  <a:gd name="T69" fmla="*/ 46 h 399"/>
                  <a:gd name="T70" fmla="*/ 116 w 374"/>
                  <a:gd name="T71" fmla="*/ 62 h 399"/>
                  <a:gd name="T72" fmla="*/ 130 w 374"/>
                  <a:gd name="T73" fmla="*/ 52 h 399"/>
                  <a:gd name="T74" fmla="*/ 186 w 374"/>
                  <a:gd name="T75" fmla="*/ 74 h 399"/>
                  <a:gd name="T76" fmla="*/ 142 w 374"/>
                  <a:gd name="T77" fmla="*/ 90 h 399"/>
                  <a:gd name="T78" fmla="*/ 25 w 374"/>
                  <a:gd name="T79" fmla="*/ 270 h 399"/>
                  <a:gd name="T80" fmla="*/ 56 w 374"/>
                  <a:gd name="T81" fmla="*/ 291 h 399"/>
                  <a:gd name="T82" fmla="*/ 68 w 374"/>
                  <a:gd name="T83" fmla="*/ 301 h 399"/>
                  <a:gd name="T84" fmla="*/ 75 w 374"/>
                  <a:gd name="T85" fmla="*/ 345 h 399"/>
                  <a:gd name="T86" fmla="*/ 167 w 374"/>
                  <a:gd name="T87" fmla="*/ 372 h 399"/>
                  <a:gd name="T88" fmla="*/ 114 w 374"/>
                  <a:gd name="T89" fmla="*/ 360 h 399"/>
                  <a:gd name="T90" fmla="*/ 92 w 374"/>
                  <a:gd name="T91" fmla="*/ 311 h 399"/>
                  <a:gd name="T92" fmla="*/ 52 w 374"/>
                  <a:gd name="T93" fmla="*/ 228 h 399"/>
                  <a:gd name="T94" fmla="*/ 20 w 374"/>
                  <a:gd name="T95" fmla="*/ 124 h 399"/>
                  <a:gd name="T96" fmla="*/ 96 w 374"/>
                  <a:gd name="T97" fmla="*/ 300 h 399"/>
                  <a:gd name="T98" fmla="*/ 91 w 374"/>
                  <a:gd name="T99" fmla="*/ 228 h 399"/>
                  <a:gd name="T100" fmla="*/ 246 w 374"/>
                  <a:gd name="T101" fmla="*/ 333 h 399"/>
                  <a:gd name="T102" fmla="*/ 346 w 374"/>
                  <a:gd name="T103" fmla="*/ 107 h 399"/>
                  <a:gd name="T104" fmla="*/ 343 w 374"/>
                  <a:gd name="T105" fmla="*/ 168 h 399"/>
                  <a:gd name="T106" fmla="*/ 335 w 374"/>
                  <a:gd name="T107" fmla="*/ 231 h 399"/>
                  <a:gd name="T108" fmla="*/ 249 w 374"/>
                  <a:gd name="T109" fmla="*/ 345 h 399"/>
                  <a:gd name="T110" fmla="*/ 314 w 374"/>
                  <a:gd name="T111" fmla="*/ 287 h 399"/>
                  <a:gd name="T112" fmla="*/ 267 w 374"/>
                  <a:gd name="T113" fmla="*/ 365 h 399"/>
                  <a:gd name="T114" fmla="*/ 302 w 374"/>
                  <a:gd name="T115" fmla="*/ 360 h 399"/>
                  <a:gd name="T116" fmla="*/ 282 w 374"/>
                  <a:gd name="T117" fmla="*/ 337 h 399"/>
                  <a:gd name="T118" fmla="*/ 305 w 374"/>
                  <a:gd name="T119" fmla="*/ 306 h 399"/>
                  <a:gd name="T120" fmla="*/ 338 w 374"/>
                  <a:gd name="T121" fmla="*/ 268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4" h="399">
                    <a:moveTo>
                      <a:pt x="366" y="267"/>
                    </a:moveTo>
                    <a:cubicBezTo>
                      <a:pt x="360" y="264"/>
                      <a:pt x="355" y="265"/>
                      <a:pt x="353" y="265"/>
                    </a:cubicBezTo>
                    <a:cubicBezTo>
                      <a:pt x="352" y="265"/>
                      <a:pt x="350" y="265"/>
                      <a:pt x="352" y="264"/>
                    </a:cubicBezTo>
                    <a:cubicBezTo>
                      <a:pt x="353" y="263"/>
                      <a:pt x="355" y="263"/>
                      <a:pt x="358" y="262"/>
                    </a:cubicBezTo>
                    <a:cubicBezTo>
                      <a:pt x="361" y="261"/>
                      <a:pt x="360" y="260"/>
                      <a:pt x="356" y="258"/>
                    </a:cubicBezTo>
                    <a:cubicBezTo>
                      <a:pt x="352" y="256"/>
                      <a:pt x="343" y="256"/>
                      <a:pt x="339" y="256"/>
                    </a:cubicBezTo>
                    <a:cubicBezTo>
                      <a:pt x="336" y="256"/>
                      <a:pt x="327" y="260"/>
                      <a:pt x="324" y="262"/>
                    </a:cubicBezTo>
                    <a:cubicBezTo>
                      <a:pt x="321" y="265"/>
                      <a:pt x="320" y="264"/>
                      <a:pt x="322" y="260"/>
                    </a:cubicBezTo>
                    <a:cubicBezTo>
                      <a:pt x="324" y="256"/>
                      <a:pt x="326" y="250"/>
                      <a:pt x="334" y="239"/>
                    </a:cubicBezTo>
                    <a:cubicBezTo>
                      <a:pt x="341" y="230"/>
                      <a:pt x="349" y="223"/>
                      <a:pt x="351" y="221"/>
                    </a:cubicBezTo>
                    <a:cubicBezTo>
                      <a:pt x="353" y="219"/>
                      <a:pt x="352" y="217"/>
                      <a:pt x="350" y="216"/>
                    </a:cubicBezTo>
                    <a:cubicBezTo>
                      <a:pt x="348" y="215"/>
                      <a:pt x="343" y="215"/>
                      <a:pt x="341" y="215"/>
                    </a:cubicBezTo>
                    <a:cubicBezTo>
                      <a:pt x="340" y="216"/>
                      <a:pt x="341" y="214"/>
                      <a:pt x="343" y="212"/>
                    </a:cubicBezTo>
                    <a:cubicBezTo>
                      <a:pt x="345" y="210"/>
                      <a:pt x="362" y="199"/>
                      <a:pt x="362" y="199"/>
                    </a:cubicBezTo>
                    <a:cubicBezTo>
                      <a:pt x="364" y="198"/>
                      <a:pt x="365" y="196"/>
                      <a:pt x="364" y="194"/>
                    </a:cubicBezTo>
                    <a:cubicBezTo>
                      <a:pt x="361" y="192"/>
                      <a:pt x="359" y="192"/>
                      <a:pt x="353" y="193"/>
                    </a:cubicBezTo>
                    <a:cubicBezTo>
                      <a:pt x="346" y="194"/>
                      <a:pt x="341" y="197"/>
                      <a:pt x="340" y="197"/>
                    </a:cubicBezTo>
                    <a:cubicBezTo>
                      <a:pt x="338" y="198"/>
                      <a:pt x="335" y="200"/>
                      <a:pt x="341" y="190"/>
                    </a:cubicBezTo>
                    <a:cubicBezTo>
                      <a:pt x="347" y="180"/>
                      <a:pt x="363" y="166"/>
                      <a:pt x="367" y="164"/>
                    </a:cubicBezTo>
                    <a:cubicBezTo>
                      <a:pt x="370" y="161"/>
                      <a:pt x="370" y="160"/>
                      <a:pt x="368" y="159"/>
                    </a:cubicBezTo>
                    <a:cubicBezTo>
                      <a:pt x="367" y="157"/>
                      <a:pt x="366" y="157"/>
                      <a:pt x="361" y="157"/>
                    </a:cubicBezTo>
                    <a:cubicBezTo>
                      <a:pt x="356" y="157"/>
                      <a:pt x="349" y="159"/>
                      <a:pt x="349" y="159"/>
                    </a:cubicBezTo>
                    <a:cubicBezTo>
                      <a:pt x="346" y="161"/>
                      <a:pt x="346" y="161"/>
                      <a:pt x="346" y="161"/>
                    </a:cubicBezTo>
                    <a:cubicBezTo>
                      <a:pt x="346" y="161"/>
                      <a:pt x="346" y="160"/>
                      <a:pt x="347" y="159"/>
                    </a:cubicBezTo>
                    <a:cubicBezTo>
                      <a:pt x="347" y="158"/>
                      <a:pt x="352" y="151"/>
                      <a:pt x="356" y="137"/>
                    </a:cubicBezTo>
                    <a:cubicBezTo>
                      <a:pt x="361" y="124"/>
                      <a:pt x="357" y="112"/>
                      <a:pt x="357" y="112"/>
                    </a:cubicBezTo>
                    <a:cubicBezTo>
                      <a:pt x="355" y="109"/>
                      <a:pt x="353" y="109"/>
                      <a:pt x="353" y="109"/>
                    </a:cubicBezTo>
                    <a:cubicBezTo>
                      <a:pt x="353" y="109"/>
                      <a:pt x="352" y="107"/>
                      <a:pt x="352" y="106"/>
                    </a:cubicBezTo>
                    <a:cubicBezTo>
                      <a:pt x="351" y="105"/>
                      <a:pt x="350" y="101"/>
                      <a:pt x="349" y="100"/>
                    </a:cubicBezTo>
                    <a:cubicBezTo>
                      <a:pt x="349" y="99"/>
                      <a:pt x="344" y="93"/>
                      <a:pt x="343" y="101"/>
                    </a:cubicBezTo>
                    <a:cubicBezTo>
                      <a:pt x="343" y="109"/>
                      <a:pt x="341" y="118"/>
                      <a:pt x="336" y="132"/>
                    </a:cubicBezTo>
                    <a:cubicBezTo>
                      <a:pt x="331" y="147"/>
                      <a:pt x="321" y="161"/>
                      <a:pt x="321" y="161"/>
                    </a:cubicBezTo>
                    <a:cubicBezTo>
                      <a:pt x="314" y="168"/>
                      <a:pt x="312" y="172"/>
                      <a:pt x="310" y="174"/>
                    </a:cubicBezTo>
                    <a:cubicBezTo>
                      <a:pt x="308" y="176"/>
                      <a:pt x="307" y="178"/>
                      <a:pt x="306" y="180"/>
                    </a:cubicBezTo>
                    <a:cubicBezTo>
                      <a:pt x="302" y="171"/>
                      <a:pt x="295" y="156"/>
                      <a:pt x="281" y="141"/>
                    </a:cubicBezTo>
                    <a:cubicBezTo>
                      <a:pt x="265" y="124"/>
                      <a:pt x="241" y="112"/>
                      <a:pt x="241" y="112"/>
                    </a:cubicBezTo>
                    <a:cubicBezTo>
                      <a:pt x="239" y="111"/>
                      <a:pt x="235" y="109"/>
                      <a:pt x="231" y="107"/>
                    </a:cubicBezTo>
                    <a:cubicBezTo>
                      <a:pt x="231" y="107"/>
                      <a:pt x="231" y="107"/>
                      <a:pt x="231" y="107"/>
                    </a:cubicBezTo>
                    <a:cubicBezTo>
                      <a:pt x="232" y="107"/>
                      <a:pt x="234" y="106"/>
                      <a:pt x="234" y="105"/>
                    </a:cubicBezTo>
                    <a:cubicBezTo>
                      <a:pt x="235" y="103"/>
                      <a:pt x="234" y="100"/>
                      <a:pt x="234" y="100"/>
                    </a:cubicBezTo>
                    <a:cubicBezTo>
                      <a:pt x="234" y="100"/>
                      <a:pt x="234" y="99"/>
                      <a:pt x="235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7" y="97"/>
                      <a:pt x="237" y="97"/>
                    </a:cubicBezTo>
                    <a:cubicBezTo>
                      <a:pt x="237" y="96"/>
                      <a:pt x="237" y="96"/>
                      <a:pt x="237" y="95"/>
                    </a:cubicBezTo>
                    <a:cubicBezTo>
                      <a:pt x="237" y="95"/>
                      <a:pt x="237" y="94"/>
                      <a:pt x="237" y="93"/>
                    </a:cubicBezTo>
                    <a:cubicBezTo>
                      <a:pt x="237" y="93"/>
                      <a:pt x="238" y="93"/>
                      <a:pt x="238" y="93"/>
                    </a:cubicBezTo>
                    <a:cubicBezTo>
                      <a:pt x="238" y="92"/>
                      <a:pt x="238" y="92"/>
                      <a:pt x="238" y="92"/>
                    </a:cubicBezTo>
                    <a:cubicBezTo>
                      <a:pt x="238" y="92"/>
                      <a:pt x="238" y="91"/>
                      <a:pt x="239" y="90"/>
                    </a:cubicBezTo>
                    <a:cubicBezTo>
                      <a:pt x="239" y="91"/>
                      <a:pt x="239" y="91"/>
                      <a:pt x="239" y="91"/>
                    </a:cubicBezTo>
                    <a:cubicBezTo>
                      <a:pt x="240" y="90"/>
                      <a:pt x="241" y="90"/>
                      <a:pt x="242" y="89"/>
                    </a:cubicBezTo>
                    <a:cubicBezTo>
                      <a:pt x="242" y="88"/>
                      <a:pt x="242" y="88"/>
                      <a:pt x="242" y="87"/>
                    </a:cubicBezTo>
                    <a:cubicBezTo>
                      <a:pt x="242" y="87"/>
                      <a:pt x="242" y="86"/>
                      <a:pt x="242" y="86"/>
                    </a:cubicBezTo>
                    <a:cubicBezTo>
                      <a:pt x="243" y="85"/>
                      <a:pt x="243" y="85"/>
                      <a:pt x="243" y="84"/>
                    </a:cubicBezTo>
                    <a:cubicBezTo>
                      <a:pt x="243" y="84"/>
                      <a:pt x="243" y="84"/>
                      <a:pt x="243" y="84"/>
                    </a:cubicBezTo>
                    <a:cubicBezTo>
                      <a:pt x="247" y="84"/>
                      <a:pt x="249" y="81"/>
                      <a:pt x="250" y="77"/>
                    </a:cubicBezTo>
                    <a:cubicBezTo>
                      <a:pt x="253" y="77"/>
                      <a:pt x="256" y="74"/>
                      <a:pt x="256" y="70"/>
                    </a:cubicBezTo>
                    <a:cubicBezTo>
                      <a:pt x="256" y="70"/>
                      <a:pt x="256" y="69"/>
                      <a:pt x="256" y="69"/>
                    </a:cubicBezTo>
                    <a:cubicBezTo>
                      <a:pt x="259" y="69"/>
                      <a:pt x="262" y="66"/>
                      <a:pt x="262" y="62"/>
                    </a:cubicBezTo>
                    <a:cubicBezTo>
                      <a:pt x="262" y="59"/>
                      <a:pt x="261" y="57"/>
                      <a:pt x="259" y="56"/>
                    </a:cubicBezTo>
                    <a:cubicBezTo>
                      <a:pt x="259" y="55"/>
                      <a:pt x="260" y="54"/>
                      <a:pt x="260" y="53"/>
                    </a:cubicBezTo>
                    <a:cubicBezTo>
                      <a:pt x="260" y="49"/>
                      <a:pt x="257" y="46"/>
                      <a:pt x="253" y="46"/>
                    </a:cubicBezTo>
                    <a:cubicBezTo>
                      <a:pt x="252" y="46"/>
                      <a:pt x="251" y="46"/>
                      <a:pt x="251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1" y="46"/>
                    </a:cubicBezTo>
                    <a:cubicBezTo>
                      <a:pt x="251" y="45"/>
                      <a:pt x="251" y="44"/>
                      <a:pt x="251" y="44"/>
                    </a:cubicBezTo>
                    <a:cubicBezTo>
                      <a:pt x="251" y="41"/>
                      <a:pt x="248" y="38"/>
                      <a:pt x="245" y="38"/>
                    </a:cubicBezTo>
                    <a:cubicBezTo>
                      <a:pt x="243" y="38"/>
                      <a:pt x="242" y="39"/>
                      <a:pt x="241" y="40"/>
                    </a:cubicBezTo>
                    <a:cubicBezTo>
                      <a:pt x="241" y="40"/>
                      <a:pt x="241" y="40"/>
                      <a:pt x="241" y="40"/>
                    </a:cubicBezTo>
                    <a:cubicBezTo>
                      <a:pt x="240" y="40"/>
                      <a:pt x="240" y="40"/>
                      <a:pt x="240" y="39"/>
                    </a:cubicBezTo>
                    <a:cubicBezTo>
                      <a:pt x="240" y="38"/>
                      <a:pt x="240" y="35"/>
                      <a:pt x="237" y="34"/>
                    </a:cubicBezTo>
                    <a:cubicBezTo>
                      <a:pt x="236" y="34"/>
                      <a:pt x="235" y="34"/>
                      <a:pt x="235" y="34"/>
                    </a:cubicBezTo>
                    <a:cubicBezTo>
                      <a:pt x="233" y="34"/>
                      <a:pt x="231" y="35"/>
                      <a:pt x="231" y="36"/>
                    </a:cubicBezTo>
                    <a:cubicBezTo>
                      <a:pt x="230" y="36"/>
                      <a:pt x="228" y="36"/>
                      <a:pt x="227" y="35"/>
                    </a:cubicBezTo>
                    <a:cubicBezTo>
                      <a:pt x="227" y="33"/>
                      <a:pt x="227" y="32"/>
                      <a:pt x="224" y="31"/>
                    </a:cubicBezTo>
                    <a:cubicBezTo>
                      <a:pt x="224" y="31"/>
                      <a:pt x="223" y="31"/>
                      <a:pt x="223" y="31"/>
                    </a:cubicBezTo>
                    <a:cubicBezTo>
                      <a:pt x="222" y="31"/>
                      <a:pt x="221" y="31"/>
                      <a:pt x="221" y="31"/>
                    </a:cubicBezTo>
                    <a:cubicBezTo>
                      <a:pt x="220" y="31"/>
                      <a:pt x="220" y="30"/>
                      <a:pt x="218" y="29"/>
                    </a:cubicBezTo>
                    <a:cubicBezTo>
                      <a:pt x="218" y="29"/>
                      <a:pt x="217" y="29"/>
                      <a:pt x="217" y="29"/>
                    </a:cubicBezTo>
                    <a:cubicBezTo>
                      <a:pt x="216" y="29"/>
                      <a:pt x="215" y="30"/>
                      <a:pt x="215" y="30"/>
                    </a:cubicBezTo>
                    <a:cubicBezTo>
                      <a:pt x="214" y="29"/>
                      <a:pt x="213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9"/>
                      <a:pt x="209" y="29"/>
                      <a:pt x="209" y="30"/>
                    </a:cubicBezTo>
                    <a:cubicBezTo>
                      <a:pt x="208" y="29"/>
                      <a:pt x="207" y="29"/>
                      <a:pt x="206" y="29"/>
                    </a:cubicBezTo>
                    <a:cubicBezTo>
                      <a:pt x="206" y="29"/>
                      <a:pt x="206" y="29"/>
                      <a:pt x="206" y="29"/>
                    </a:cubicBezTo>
                    <a:cubicBezTo>
                      <a:pt x="204" y="29"/>
                      <a:pt x="203" y="30"/>
                      <a:pt x="203" y="30"/>
                    </a:cubicBezTo>
                    <a:cubicBezTo>
                      <a:pt x="203" y="31"/>
                      <a:pt x="202" y="31"/>
                      <a:pt x="202" y="31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1"/>
                      <a:pt x="200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7" y="31"/>
                      <a:pt x="195" y="31"/>
                      <a:pt x="194" y="31"/>
                    </a:cubicBezTo>
                    <a:cubicBezTo>
                      <a:pt x="193" y="31"/>
                      <a:pt x="193" y="31"/>
                      <a:pt x="193" y="30"/>
                    </a:cubicBezTo>
                    <a:cubicBezTo>
                      <a:pt x="193" y="30"/>
                      <a:pt x="193" y="30"/>
                      <a:pt x="193" y="29"/>
                    </a:cubicBezTo>
                    <a:cubicBezTo>
                      <a:pt x="195" y="28"/>
                      <a:pt x="197" y="25"/>
                      <a:pt x="197" y="22"/>
                    </a:cubicBezTo>
                    <a:cubicBezTo>
                      <a:pt x="197" y="19"/>
                      <a:pt x="195" y="16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7" y="12"/>
                      <a:pt x="197" y="11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6"/>
                      <a:pt x="196" y="5"/>
                      <a:pt x="195" y="5"/>
                    </a:cubicBezTo>
                    <a:cubicBezTo>
                      <a:pt x="194" y="5"/>
                      <a:pt x="194" y="5"/>
                      <a:pt x="194" y="5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92" y="2"/>
                      <a:pt x="192" y="2"/>
                      <a:pt x="192" y="2"/>
                    </a:cubicBezTo>
                    <a:cubicBezTo>
                      <a:pt x="192" y="1"/>
                      <a:pt x="191" y="0"/>
                      <a:pt x="190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4" y="0"/>
                      <a:pt x="183" y="1"/>
                      <a:pt x="183" y="2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1" y="5"/>
                      <a:pt x="181" y="5"/>
                      <a:pt x="181" y="5"/>
                    </a:cubicBezTo>
                    <a:cubicBezTo>
                      <a:pt x="180" y="5"/>
                      <a:pt x="180" y="5"/>
                      <a:pt x="180" y="5"/>
                    </a:cubicBezTo>
                    <a:cubicBezTo>
                      <a:pt x="179" y="5"/>
                      <a:pt x="178" y="6"/>
                      <a:pt x="178" y="7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2"/>
                      <a:pt x="179" y="13"/>
                      <a:pt x="180" y="13"/>
                    </a:cubicBezTo>
                    <a:cubicBezTo>
                      <a:pt x="181" y="13"/>
                      <a:pt x="181" y="13"/>
                      <a:pt x="181" y="13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83" y="15"/>
                      <a:pt x="183" y="15"/>
                      <a:pt x="183" y="15"/>
                    </a:cubicBezTo>
                    <a:cubicBezTo>
                      <a:pt x="180" y="16"/>
                      <a:pt x="178" y="19"/>
                      <a:pt x="178" y="22"/>
                    </a:cubicBezTo>
                    <a:cubicBezTo>
                      <a:pt x="178" y="25"/>
                      <a:pt x="180" y="28"/>
                      <a:pt x="182" y="29"/>
                    </a:cubicBezTo>
                    <a:cubicBezTo>
                      <a:pt x="182" y="29"/>
                      <a:pt x="182" y="30"/>
                      <a:pt x="182" y="30"/>
                    </a:cubicBezTo>
                    <a:cubicBezTo>
                      <a:pt x="182" y="30"/>
                      <a:pt x="182" y="30"/>
                      <a:pt x="181" y="31"/>
                    </a:cubicBezTo>
                    <a:cubicBezTo>
                      <a:pt x="180" y="31"/>
                      <a:pt x="178" y="31"/>
                      <a:pt x="177" y="31"/>
                    </a:cubicBezTo>
                    <a:cubicBezTo>
                      <a:pt x="176" y="31"/>
                      <a:pt x="175" y="31"/>
                      <a:pt x="174" y="31"/>
                    </a:cubicBezTo>
                    <a:cubicBezTo>
                      <a:pt x="173" y="30"/>
                      <a:pt x="171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29"/>
                      <a:pt x="168" y="29"/>
                      <a:pt x="168" y="30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66" y="29"/>
                      <a:pt x="165" y="29"/>
                      <a:pt x="164" y="29"/>
                    </a:cubicBezTo>
                    <a:cubicBezTo>
                      <a:pt x="163" y="29"/>
                      <a:pt x="162" y="29"/>
                      <a:pt x="161" y="30"/>
                    </a:cubicBezTo>
                    <a:cubicBezTo>
                      <a:pt x="161" y="30"/>
                      <a:pt x="160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6" y="30"/>
                      <a:pt x="155" y="30"/>
                      <a:pt x="155" y="31"/>
                    </a:cubicBezTo>
                    <a:cubicBezTo>
                      <a:pt x="154" y="31"/>
                      <a:pt x="154" y="31"/>
                      <a:pt x="153" y="31"/>
                    </a:cubicBezTo>
                    <a:cubicBezTo>
                      <a:pt x="153" y="31"/>
                      <a:pt x="152" y="31"/>
                      <a:pt x="152" y="31"/>
                    </a:cubicBezTo>
                    <a:cubicBezTo>
                      <a:pt x="150" y="32"/>
                      <a:pt x="149" y="33"/>
                      <a:pt x="149" y="35"/>
                    </a:cubicBezTo>
                    <a:cubicBezTo>
                      <a:pt x="148" y="36"/>
                      <a:pt x="145" y="36"/>
                      <a:pt x="144" y="37"/>
                    </a:cubicBezTo>
                    <a:cubicBezTo>
                      <a:pt x="143" y="35"/>
                      <a:pt x="142" y="34"/>
                      <a:pt x="140" y="34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7" y="35"/>
                      <a:pt x="135" y="36"/>
                      <a:pt x="135" y="39"/>
                    </a:cubicBezTo>
                    <a:cubicBezTo>
                      <a:pt x="135" y="39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4" y="39"/>
                      <a:pt x="133" y="38"/>
                      <a:pt x="131" y="38"/>
                    </a:cubicBezTo>
                    <a:cubicBezTo>
                      <a:pt x="128" y="38"/>
                      <a:pt x="125" y="40"/>
                      <a:pt x="125" y="43"/>
                    </a:cubicBezTo>
                    <a:cubicBezTo>
                      <a:pt x="125" y="44"/>
                      <a:pt x="125" y="45"/>
                      <a:pt x="125" y="45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5" y="46"/>
                      <a:pt x="124" y="46"/>
                      <a:pt x="123" y="46"/>
                    </a:cubicBezTo>
                    <a:cubicBezTo>
                      <a:pt x="120" y="46"/>
                      <a:pt x="116" y="48"/>
                      <a:pt x="116" y="52"/>
                    </a:cubicBezTo>
                    <a:cubicBezTo>
                      <a:pt x="116" y="53"/>
                      <a:pt x="116" y="54"/>
                      <a:pt x="116" y="55"/>
                    </a:cubicBezTo>
                    <a:cubicBezTo>
                      <a:pt x="115" y="57"/>
                      <a:pt x="114" y="59"/>
                      <a:pt x="114" y="62"/>
                    </a:cubicBezTo>
                    <a:cubicBezTo>
                      <a:pt x="114" y="65"/>
                      <a:pt x="116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70"/>
                      <a:pt x="120" y="71"/>
                      <a:pt x="120" y="72"/>
                    </a:cubicBezTo>
                    <a:cubicBezTo>
                      <a:pt x="120" y="75"/>
                      <a:pt x="123" y="77"/>
                      <a:pt x="126" y="78"/>
                    </a:cubicBezTo>
                    <a:cubicBezTo>
                      <a:pt x="126" y="81"/>
                      <a:pt x="129" y="84"/>
                      <a:pt x="133" y="84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33" y="85"/>
                      <a:pt x="133" y="85"/>
                      <a:pt x="134" y="86"/>
                    </a:cubicBezTo>
                    <a:cubicBezTo>
                      <a:pt x="134" y="86"/>
                      <a:pt x="133" y="86"/>
                      <a:pt x="133" y="87"/>
                    </a:cubicBezTo>
                    <a:cubicBezTo>
                      <a:pt x="133" y="88"/>
                      <a:pt x="134" y="88"/>
                      <a:pt x="134" y="89"/>
                    </a:cubicBezTo>
                    <a:cubicBezTo>
                      <a:pt x="135" y="90"/>
                      <a:pt x="136" y="90"/>
                      <a:pt x="137" y="91"/>
                    </a:cubicBezTo>
                    <a:cubicBezTo>
                      <a:pt x="137" y="91"/>
                      <a:pt x="137" y="90"/>
                      <a:pt x="137" y="90"/>
                    </a:cubicBezTo>
                    <a:cubicBezTo>
                      <a:pt x="137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2"/>
                      <a:pt x="138" y="92"/>
                    </a:cubicBezTo>
                    <a:cubicBezTo>
                      <a:pt x="139" y="94"/>
                      <a:pt x="139" y="95"/>
                      <a:pt x="139" y="95"/>
                    </a:cubicBezTo>
                    <a:cubicBezTo>
                      <a:pt x="139" y="96"/>
                      <a:pt x="139" y="97"/>
                      <a:pt x="139" y="97"/>
                    </a:cubicBezTo>
                    <a:cubicBezTo>
                      <a:pt x="139" y="97"/>
                      <a:pt x="140" y="98"/>
                      <a:pt x="140" y="98"/>
                    </a:cubicBezTo>
                    <a:cubicBezTo>
                      <a:pt x="140" y="98"/>
                      <a:pt x="141" y="98"/>
                      <a:pt x="141" y="99"/>
                    </a:cubicBezTo>
                    <a:cubicBezTo>
                      <a:pt x="142" y="99"/>
                      <a:pt x="142" y="100"/>
                      <a:pt x="142" y="100"/>
                    </a:cubicBezTo>
                    <a:cubicBezTo>
                      <a:pt x="142" y="100"/>
                      <a:pt x="141" y="103"/>
                      <a:pt x="142" y="105"/>
                    </a:cubicBezTo>
                    <a:cubicBezTo>
                      <a:pt x="142" y="106"/>
                      <a:pt x="145" y="107"/>
                      <a:pt x="145" y="107"/>
                    </a:cubicBezTo>
                    <a:cubicBezTo>
                      <a:pt x="144" y="107"/>
                      <a:pt x="145" y="107"/>
                      <a:pt x="145" y="107"/>
                    </a:cubicBezTo>
                    <a:cubicBezTo>
                      <a:pt x="139" y="109"/>
                      <a:pt x="135" y="111"/>
                      <a:pt x="134" y="112"/>
                    </a:cubicBezTo>
                    <a:cubicBezTo>
                      <a:pt x="134" y="112"/>
                      <a:pt x="110" y="124"/>
                      <a:pt x="94" y="141"/>
                    </a:cubicBezTo>
                    <a:cubicBezTo>
                      <a:pt x="79" y="157"/>
                      <a:pt x="72" y="171"/>
                      <a:pt x="68" y="181"/>
                    </a:cubicBezTo>
                    <a:cubicBezTo>
                      <a:pt x="67" y="180"/>
                      <a:pt x="67" y="178"/>
                      <a:pt x="66" y="177"/>
                    </a:cubicBezTo>
                    <a:cubicBezTo>
                      <a:pt x="61" y="170"/>
                      <a:pt x="57" y="165"/>
                      <a:pt x="53" y="161"/>
                    </a:cubicBezTo>
                    <a:cubicBezTo>
                      <a:pt x="53" y="161"/>
                      <a:pt x="43" y="145"/>
                      <a:pt x="38" y="131"/>
                    </a:cubicBezTo>
                    <a:cubicBezTo>
                      <a:pt x="33" y="117"/>
                      <a:pt x="31" y="109"/>
                      <a:pt x="30" y="101"/>
                    </a:cubicBezTo>
                    <a:cubicBezTo>
                      <a:pt x="30" y="93"/>
                      <a:pt x="25" y="100"/>
                      <a:pt x="25" y="101"/>
                    </a:cubicBezTo>
                    <a:cubicBezTo>
                      <a:pt x="24" y="102"/>
                      <a:pt x="22" y="106"/>
                      <a:pt x="22" y="107"/>
                    </a:cubicBezTo>
                    <a:cubicBezTo>
                      <a:pt x="21" y="108"/>
                      <a:pt x="21" y="109"/>
                      <a:pt x="21" y="109"/>
                    </a:cubicBezTo>
                    <a:cubicBezTo>
                      <a:pt x="21" y="109"/>
                      <a:pt x="19" y="109"/>
                      <a:pt x="17" y="112"/>
                    </a:cubicBezTo>
                    <a:cubicBezTo>
                      <a:pt x="17" y="112"/>
                      <a:pt x="13" y="123"/>
                      <a:pt x="18" y="137"/>
                    </a:cubicBezTo>
                    <a:cubicBezTo>
                      <a:pt x="22" y="151"/>
                      <a:pt x="26" y="158"/>
                      <a:pt x="27" y="159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5" y="159"/>
                      <a:pt x="17" y="157"/>
                      <a:pt x="13" y="157"/>
                    </a:cubicBezTo>
                    <a:cubicBezTo>
                      <a:pt x="8" y="157"/>
                      <a:pt x="7" y="157"/>
                      <a:pt x="6" y="159"/>
                    </a:cubicBezTo>
                    <a:cubicBezTo>
                      <a:pt x="4" y="160"/>
                      <a:pt x="4" y="161"/>
                      <a:pt x="7" y="164"/>
                    </a:cubicBezTo>
                    <a:cubicBezTo>
                      <a:pt x="11" y="166"/>
                      <a:pt x="27" y="180"/>
                      <a:pt x="33" y="190"/>
                    </a:cubicBezTo>
                    <a:cubicBezTo>
                      <a:pt x="39" y="200"/>
                      <a:pt x="36" y="198"/>
                      <a:pt x="34" y="197"/>
                    </a:cubicBezTo>
                    <a:cubicBezTo>
                      <a:pt x="33" y="197"/>
                      <a:pt x="28" y="194"/>
                      <a:pt x="21" y="193"/>
                    </a:cubicBezTo>
                    <a:cubicBezTo>
                      <a:pt x="15" y="192"/>
                      <a:pt x="13" y="192"/>
                      <a:pt x="10" y="195"/>
                    </a:cubicBezTo>
                    <a:cubicBezTo>
                      <a:pt x="9" y="196"/>
                      <a:pt x="10" y="198"/>
                      <a:pt x="11" y="199"/>
                    </a:cubicBezTo>
                    <a:cubicBezTo>
                      <a:pt x="11" y="199"/>
                      <a:pt x="29" y="211"/>
                      <a:pt x="31" y="212"/>
                    </a:cubicBezTo>
                    <a:cubicBezTo>
                      <a:pt x="33" y="214"/>
                      <a:pt x="34" y="216"/>
                      <a:pt x="33" y="215"/>
                    </a:cubicBezTo>
                    <a:cubicBezTo>
                      <a:pt x="31" y="215"/>
                      <a:pt x="26" y="215"/>
                      <a:pt x="24" y="216"/>
                    </a:cubicBezTo>
                    <a:cubicBezTo>
                      <a:pt x="22" y="217"/>
                      <a:pt x="21" y="219"/>
                      <a:pt x="23" y="221"/>
                    </a:cubicBezTo>
                    <a:cubicBezTo>
                      <a:pt x="24" y="223"/>
                      <a:pt x="33" y="230"/>
                      <a:pt x="40" y="239"/>
                    </a:cubicBezTo>
                    <a:cubicBezTo>
                      <a:pt x="48" y="251"/>
                      <a:pt x="50" y="257"/>
                      <a:pt x="52" y="260"/>
                    </a:cubicBezTo>
                    <a:cubicBezTo>
                      <a:pt x="54" y="264"/>
                      <a:pt x="53" y="265"/>
                      <a:pt x="50" y="263"/>
                    </a:cubicBezTo>
                    <a:cubicBezTo>
                      <a:pt x="47" y="260"/>
                      <a:pt x="38" y="256"/>
                      <a:pt x="35" y="256"/>
                    </a:cubicBezTo>
                    <a:cubicBezTo>
                      <a:pt x="31" y="256"/>
                      <a:pt x="22" y="257"/>
                      <a:pt x="18" y="258"/>
                    </a:cubicBezTo>
                    <a:cubicBezTo>
                      <a:pt x="13" y="260"/>
                      <a:pt x="13" y="261"/>
                      <a:pt x="16" y="262"/>
                    </a:cubicBezTo>
                    <a:cubicBezTo>
                      <a:pt x="19" y="263"/>
                      <a:pt x="21" y="263"/>
                      <a:pt x="22" y="264"/>
                    </a:cubicBezTo>
                    <a:cubicBezTo>
                      <a:pt x="24" y="265"/>
                      <a:pt x="22" y="265"/>
                      <a:pt x="21" y="265"/>
                    </a:cubicBezTo>
                    <a:cubicBezTo>
                      <a:pt x="19" y="265"/>
                      <a:pt x="14" y="264"/>
                      <a:pt x="8" y="267"/>
                    </a:cubicBezTo>
                    <a:cubicBezTo>
                      <a:pt x="2" y="270"/>
                      <a:pt x="2" y="273"/>
                      <a:pt x="0" y="276"/>
                    </a:cubicBezTo>
                    <a:cubicBezTo>
                      <a:pt x="0" y="278"/>
                      <a:pt x="1" y="279"/>
                      <a:pt x="4" y="279"/>
                    </a:cubicBezTo>
                    <a:cubicBezTo>
                      <a:pt x="7" y="278"/>
                      <a:pt x="21" y="278"/>
                      <a:pt x="26" y="280"/>
                    </a:cubicBezTo>
                    <a:cubicBezTo>
                      <a:pt x="30" y="281"/>
                      <a:pt x="31" y="282"/>
                      <a:pt x="29" y="283"/>
                    </a:cubicBezTo>
                    <a:cubicBezTo>
                      <a:pt x="27" y="283"/>
                      <a:pt x="23" y="286"/>
                      <a:pt x="20" y="288"/>
                    </a:cubicBezTo>
                    <a:cubicBezTo>
                      <a:pt x="18" y="291"/>
                      <a:pt x="16" y="293"/>
                      <a:pt x="18" y="292"/>
                    </a:cubicBezTo>
                    <a:cubicBezTo>
                      <a:pt x="21" y="292"/>
                      <a:pt x="27" y="292"/>
                      <a:pt x="39" y="297"/>
                    </a:cubicBezTo>
                    <a:cubicBezTo>
                      <a:pt x="52" y="303"/>
                      <a:pt x="64" y="311"/>
                      <a:pt x="68" y="315"/>
                    </a:cubicBezTo>
                    <a:cubicBezTo>
                      <a:pt x="72" y="319"/>
                      <a:pt x="71" y="319"/>
                      <a:pt x="69" y="319"/>
                    </a:cubicBezTo>
                    <a:cubicBezTo>
                      <a:pt x="66" y="318"/>
                      <a:pt x="60" y="315"/>
                      <a:pt x="54" y="316"/>
                    </a:cubicBezTo>
                    <a:cubicBezTo>
                      <a:pt x="48" y="316"/>
                      <a:pt x="39" y="317"/>
                      <a:pt x="34" y="320"/>
                    </a:cubicBezTo>
                    <a:cubicBezTo>
                      <a:pt x="30" y="323"/>
                      <a:pt x="31" y="324"/>
                      <a:pt x="33" y="324"/>
                    </a:cubicBezTo>
                    <a:cubicBezTo>
                      <a:pt x="36" y="324"/>
                      <a:pt x="52" y="329"/>
                      <a:pt x="59" y="331"/>
                    </a:cubicBezTo>
                    <a:cubicBezTo>
                      <a:pt x="65" y="333"/>
                      <a:pt x="72" y="336"/>
                      <a:pt x="76" y="338"/>
                    </a:cubicBezTo>
                    <a:cubicBezTo>
                      <a:pt x="79" y="340"/>
                      <a:pt x="72" y="343"/>
                      <a:pt x="69" y="345"/>
                    </a:cubicBezTo>
                    <a:cubicBezTo>
                      <a:pt x="67" y="347"/>
                      <a:pt x="69" y="347"/>
                      <a:pt x="70" y="348"/>
                    </a:cubicBezTo>
                    <a:cubicBezTo>
                      <a:pt x="72" y="349"/>
                      <a:pt x="79" y="347"/>
                      <a:pt x="79" y="348"/>
                    </a:cubicBezTo>
                    <a:cubicBezTo>
                      <a:pt x="80" y="350"/>
                      <a:pt x="75" y="350"/>
                      <a:pt x="72" y="355"/>
                    </a:cubicBezTo>
                    <a:cubicBezTo>
                      <a:pt x="69" y="359"/>
                      <a:pt x="67" y="362"/>
                      <a:pt x="67" y="366"/>
                    </a:cubicBezTo>
                    <a:cubicBezTo>
                      <a:pt x="67" y="370"/>
                      <a:pt x="68" y="367"/>
                      <a:pt x="69" y="366"/>
                    </a:cubicBezTo>
                    <a:cubicBezTo>
                      <a:pt x="71" y="365"/>
                      <a:pt x="77" y="362"/>
                      <a:pt x="80" y="360"/>
                    </a:cubicBezTo>
                    <a:cubicBezTo>
                      <a:pt x="82" y="359"/>
                      <a:pt x="86" y="357"/>
                      <a:pt x="88" y="357"/>
                    </a:cubicBezTo>
                    <a:cubicBezTo>
                      <a:pt x="91" y="356"/>
                      <a:pt x="86" y="362"/>
                      <a:pt x="88" y="364"/>
                    </a:cubicBezTo>
                    <a:cubicBezTo>
                      <a:pt x="90" y="366"/>
                      <a:pt x="94" y="365"/>
                      <a:pt x="98" y="363"/>
                    </a:cubicBezTo>
                    <a:cubicBezTo>
                      <a:pt x="101" y="362"/>
                      <a:pt x="105" y="359"/>
                      <a:pt x="106" y="360"/>
                    </a:cubicBezTo>
                    <a:cubicBezTo>
                      <a:pt x="108" y="361"/>
                      <a:pt x="102" y="366"/>
                      <a:pt x="105" y="368"/>
                    </a:cubicBezTo>
                    <a:cubicBezTo>
                      <a:pt x="109" y="371"/>
                      <a:pt x="120" y="368"/>
                      <a:pt x="120" y="368"/>
                    </a:cubicBezTo>
                    <a:cubicBezTo>
                      <a:pt x="146" y="366"/>
                      <a:pt x="155" y="384"/>
                      <a:pt x="156" y="388"/>
                    </a:cubicBezTo>
                    <a:cubicBezTo>
                      <a:pt x="156" y="392"/>
                      <a:pt x="152" y="394"/>
                      <a:pt x="150" y="395"/>
                    </a:cubicBezTo>
                    <a:cubicBezTo>
                      <a:pt x="148" y="395"/>
                      <a:pt x="151" y="398"/>
                      <a:pt x="161" y="399"/>
                    </a:cubicBezTo>
                    <a:cubicBezTo>
                      <a:pt x="166" y="399"/>
                      <a:pt x="175" y="398"/>
                      <a:pt x="180" y="386"/>
                    </a:cubicBezTo>
                    <a:cubicBezTo>
                      <a:pt x="184" y="376"/>
                      <a:pt x="172" y="358"/>
                      <a:pt x="171" y="356"/>
                    </a:cubicBezTo>
                    <a:cubicBezTo>
                      <a:pt x="170" y="355"/>
                      <a:pt x="169" y="353"/>
                      <a:pt x="168" y="352"/>
                    </a:cubicBezTo>
                    <a:cubicBezTo>
                      <a:pt x="171" y="354"/>
                      <a:pt x="173" y="355"/>
                      <a:pt x="175" y="356"/>
                    </a:cubicBezTo>
                    <a:cubicBezTo>
                      <a:pt x="177" y="358"/>
                      <a:pt x="182" y="362"/>
                      <a:pt x="187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94" y="362"/>
                      <a:pt x="197" y="358"/>
                      <a:pt x="200" y="357"/>
                    </a:cubicBezTo>
                    <a:cubicBezTo>
                      <a:pt x="201" y="356"/>
                      <a:pt x="202" y="355"/>
                      <a:pt x="203" y="355"/>
                    </a:cubicBezTo>
                    <a:cubicBezTo>
                      <a:pt x="203" y="355"/>
                      <a:pt x="203" y="356"/>
                      <a:pt x="203" y="356"/>
                    </a:cubicBezTo>
                    <a:cubicBezTo>
                      <a:pt x="202" y="358"/>
                      <a:pt x="190" y="376"/>
                      <a:pt x="194" y="386"/>
                    </a:cubicBezTo>
                    <a:cubicBezTo>
                      <a:pt x="199" y="397"/>
                      <a:pt x="208" y="398"/>
                      <a:pt x="214" y="398"/>
                    </a:cubicBezTo>
                    <a:cubicBezTo>
                      <a:pt x="223" y="398"/>
                      <a:pt x="227" y="395"/>
                      <a:pt x="224" y="394"/>
                    </a:cubicBezTo>
                    <a:cubicBezTo>
                      <a:pt x="222" y="393"/>
                      <a:pt x="218" y="392"/>
                      <a:pt x="219" y="387"/>
                    </a:cubicBezTo>
                    <a:cubicBezTo>
                      <a:pt x="219" y="383"/>
                      <a:pt x="228" y="366"/>
                      <a:pt x="255" y="368"/>
                    </a:cubicBezTo>
                    <a:cubicBezTo>
                      <a:pt x="255" y="368"/>
                      <a:pt x="265" y="371"/>
                      <a:pt x="269" y="368"/>
                    </a:cubicBezTo>
                    <a:cubicBezTo>
                      <a:pt x="272" y="365"/>
                      <a:pt x="267" y="361"/>
                      <a:pt x="268" y="360"/>
                    </a:cubicBezTo>
                    <a:cubicBezTo>
                      <a:pt x="269" y="358"/>
                      <a:pt x="273" y="361"/>
                      <a:pt x="277" y="363"/>
                    </a:cubicBezTo>
                    <a:cubicBezTo>
                      <a:pt x="280" y="365"/>
                      <a:pt x="284" y="365"/>
                      <a:pt x="286" y="363"/>
                    </a:cubicBezTo>
                    <a:cubicBezTo>
                      <a:pt x="288" y="362"/>
                      <a:pt x="283" y="356"/>
                      <a:pt x="286" y="356"/>
                    </a:cubicBezTo>
                    <a:cubicBezTo>
                      <a:pt x="288" y="357"/>
                      <a:pt x="292" y="359"/>
                      <a:pt x="294" y="360"/>
                    </a:cubicBezTo>
                    <a:cubicBezTo>
                      <a:pt x="297" y="361"/>
                      <a:pt x="304" y="364"/>
                      <a:pt x="305" y="365"/>
                    </a:cubicBezTo>
                    <a:cubicBezTo>
                      <a:pt x="306" y="366"/>
                      <a:pt x="307" y="369"/>
                      <a:pt x="307" y="365"/>
                    </a:cubicBezTo>
                    <a:cubicBezTo>
                      <a:pt x="307" y="362"/>
                      <a:pt x="305" y="359"/>
                      <a:pt x="302" y="354"/>
                    </a:cubicBezTo>
                    <a:cubicBezTo>
                      <a:pt x="299" y="350"/>
                      <a:pt x="294" y="349"/>
                      <a:pt x="295" y="348"/>
                    </a:cubicBezTo>
                    <a:cubicBezTo>
                      <a:pt x="295" y="346"/>
                      <a:pt x="301" y="347"/>
                      <a:pt x="302" y="347"/>
                    </a:cubicBezTo>
                    <a:cubicBezTo>
                      <a:pt x="304" y="346"/>
                      <a:pt x="308" y="347"/>
                      <a:pt x="306" y="345"/>
                    </a:cubicBezTo>
                    <a:cubicBezTo>
                      <a:pt x="304" y="343"/>
                      <a:pt x="297" y="338"/>
                      <a:pt x="299" y="337"/>
                    </a:cubicBezTo>
                    <a:cubicBezTo>
                      <a:pt x="303" y="336"/>
                      <a:pt x="309" y="332"/>
                      <a:pt x="315" y="330"/>
                    </a:cubicBezTo>
                    <a:cubicBezTo>
                      <a:pt x="322" y="328"/>
                      <a:pt x="338" y="323"/>
                      <a:pt x="341" y="323"/>
                    </a:cubicBezTo>
                    <a:cubicBezTo>
                      <a:pt x="343" y="323"/>
                      <a:pt x="344" y="322"/>
                      <a:pt x="340" y="319"/>
                    </a:cubicBezTo>
                    <a:cubicBezTo>
                      <a:pt x="335" y="317"/>
                      <a:pt x="326" y="316"/>
                      <a:pt x="320" y="315"/>
                    </a:cubicBezTo>
                    <a:cubicBezTo>
                      <a:pt x="314" y="315"/>
                      <a:pt x="308" y="318"/>
                      <a:pt x="305" y="318"/>
                    </a:cubicBezTo>
                    <a:cubicBezTo>
                      <a:pt x="303" y="319"/>
                      <a:pt x="302" y="318"/>
                      <a:pt x="306" y="314"/>
                    </a:cubicBezTo>
                    <a:cubicBezTo>
                      <a:pt x="310" y="311"/>
                      <a:pt x="322" y="302"/>
                      <a:pt x="335" y="297"/>
                    </a:cubicBezTo>
                    <a:cubicBezTo>
                      <a:pt x="347" y="291"/>
                      <a:pt x="353" y="292"/>
                      <a:pt x="356" y="292"/>
                    </a:cubicBezTo>
                    <a:cubicBezTo>
                      <a:pt x="358" y="292"/>
                      <a:pt x="356" y="290"/>
                      <a:pt x="354" y="288"/>
                    </a:cubicBezTo>
                    <a:cubicBezTo>
                      <a:pt x="351" y="285"/>
                      <a:pt x="347" y="283"/>
                      <a:pt x="345" y="282"/>
                    </a:cubicBezTo>
                    <a:cubicBezTo>
                      <a:pt x="343" y="282"/>
                      <a:pt x="344" y="281"/>
                      <a:pt x="348" y="280"/>
                    </a:cubicBezTo>
                    <a:cubicBezTo>
                      <a:pt x="352" y="278"/>
                      <a:pt x="367" y="278"/>
                      <a:pt x="370" y="279"/>
                    </a:cubicBezTo>
                    <a:cubicBezTo>
                      <a:pt x="373" y="279"/>
                      <a:pt x="374" y="278"/>
                      <a:pt x="373" y="276"/>
                    </a:cubicBezTo>
                    <a:cubicBezTo>
                      <a:pt x="372" y="272"/>
                      <a:pt x="371" y="269"/>
                      <a:pt x="366" y="267"/>
                    </a:cubicBezTo>
                    <a:moveTo>
                      <a:pt x="235" y="95"/>
                    </a:moveTo>
                    <a:cubicBezTo>
                      <a:pt x="235" y="96"/>
                      <a:pt x="234" y="96"/>
                      <a:pt x="234" y="97"/>
                    </a:cubicBezTo>
                    <a:cubicBezTo>
                      <a:pt x="234" y="97"/>
                      <a:pt x="234" y="97"/>
                      <a:pt x="234" y="97"/>
                    </a:cubicBezTo>
                    <a:cubicBezTo>
                      <a:pt x="232" y="97"/>
                      <a:pt x="232" y="97"/>
                      <a:pt x="232" y="97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34" y="91"/>
                      <a:pt x="234" y="91"/>
                      <a:pt x="234" y="91"/>
                    </a:cubicBezTo>
                    <a:cubicBezTo>
                      <a:pt x="235" y="91"/>
                      <a:pt x="235" y="91"/>
                      <a:pt x="235" y="91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6" y="93"/>
                      <a:pt x="235" y="94"/>
                      <a:pt x="235" y="95"/>
                    </a:cubicBezTo>
                    <a:moveTo>
                      <a:pt x="151" y="91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7" y="87"/>
                      <a:pt x="149" y="86"/>
                      <a:pt x="154" y="85"/>
                    </a:cubicBezTo>
                    <a:cubicBezTo>
                      <a:pt x="157" y="84"/>
                      <a:pt x="159" y="84"/>
                      <a:pt x="161" y="83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64" y="92"/>
                      <a:pt x="164" y="92"/>
                      <a:pt x="164" y="92"/>
                    </a:cubicBezTo>
                    <a:cubicBezTo>
                      <a:pt x="163" y="92"/>
                      <a:pt x="162" y="93"/>
                      <a:pt x="161" y="93"/>
                    </a:cubicBezTo>
                    <a:cubicBezTo>
                      <a:pt x="159" y="93"/>
                      <a:pt x="150" y="96"/>
                      <a:pt x="147" y="97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1" y="91"/>
                    </a:lnTo>
                    <a:close/>
                    <a:moveTo>
                      <a:pt x="228" y="96"/>
                    </a:moveTo>
                    <a:cubicBezTo>
                      <a:pt x="224" y="95"/>
                      <a:pt x="216" y="93"/>
                      <a:pt x="214" y="93"/>
                    </a:cubicBezTo>
                    <a:cubicBezTo>
                      <a:pt x="214" y="93"/>
                      <a:pt x="213" y="92"/>
                      <a:pt x="211" y="92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6" y="84"/>
                      <a:pt x="219" y="84"/>
                      <a:pt x="222" y="85"/>
                    </a:cubicBezTo>
                    <a:cubicBezTo>
                      <a:pt x="226" y="86"/>
                      <a:pt x="228" y="87"/>
                      <a:pt x="232" y="89"/>
                    </a:cubicBezTo>
                    <a:cubicBezTo>
                      <a:pt x="224" y="91"/>
                      <a:pt x="224" y="91"/>
                      <a:pt x="224" y="91"/>
                    </a:cubicBezTo>
                    <a:cubicBezTo>
                      <a:pt x="223" y="92"/>
                      <a:pt x="223" y="92"/>
                      <a:pt x="223" y="92"/>
                    </a:cubicBezTo>
                    <a:lnTo>
                      <a:pt x="228" y="96"/>
                    </a:lnTo>
                    <a:close/>
                    <a:moveTo>
                      <a:pt x="217" y="88"/>
                    </a:moveTo>
                    <a:cubicBezTo>
                      <a:pt x="210" y="90"/>
                      <a:pt x="210" y="90"/>
                      <a:pt x="210" y="90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11" y="83"/>
                      <a:pt x="211" y="83"/>
                      <a:pt x="211" y="83"/>
                    </a:cubicBezTo>
                    <a:cubicBezTo>
                      <a:pt x="211" y="83"/>
                      <a:pt x="211" y="83"/>
                      <a:pt x="211" y="83"/>
                    </a:cubicBezTo>
                    <a:lnTo>
                      <a:pt x="217" y="88"/>
                    </a:lnTo>
                    <a:close/>
                    <a:moveTo>
                      <a:pt x="201" y="85"/>
                    </a:moveTo>
                    <a:cubicBezTo>
                      <a:pt x="200" y="86"/>
                      <a:pt x="200" y="86"/>
                      <a:pt x="200" y="86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3" y="90"/>
                      <a:pt x="195" y="89"/>
                      <a:pt x="188" y="89"/>
                    </a:cubicBezTo>
                    <a:cubicBezTo>
                      <a:pt x="197" y="85"/>
                      <a:pt x="197" y="85"/>
                      <a:pt x="197" y="85"/>
                    </a:cubicBezTo>
                    <a:cubicBezTo>
                      <a:pt x="197" y="83"/>
                      <a:pt x="197" y="83"/>
                      <a:pt x="197" y="83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6" y="80"/>
                      <a:pt x="202" y="80"/>
                      <a:pt x="206" y="81"/>
                    </a:cubicBezTo>
                    <a:cubicBezTo>
                      <a:pt x="207" y="81"/>
                      <a:pt x="208" y="81"/>
                      <a:pt x="209" y="82"/>
                    </a:cubicBezTo>
                    <a:lnTo>
                      <a:pt x="201" y="85"/>
                    </a:lnTo>
                    <a:close/>
                    <a:moveTo>
                      <a:pt x="194" y="84"/>
                    </a:moveTo>
                    <a:cubicBezTo>
                      <a:pt x="194" y="84"/>
                      <a:pt x="194" y="84"/>
                      <a:pt x="194" y="84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1" y="84"/>
                      <a:pt x="181" y="84"/>
                      <a:pt x="181" y="84"/>
                    </a:cubicBezTo>
                    <a:cubicBezTo>
                      <a:pt x="187" y="80"/>
                      <a:pt x="187" y="80"/>
                      <a:pt x="187" y="80"/>
                    </a:cubicBezTo>
                    <a:cubicBezTo>
                      <a:pt x="187" y="80"/>
                      <a:pt x="187" y="80"/>
                      <a:pt x="187" y="80"/>
                    </a:cubicBezTo>
                    <a:lnTo>
                      <a:pt x="194" y="84"/>
                    </a:lnTo>
                    <a:close/>
                    <a:moveTo>
                      <a:pt x="177" y="83"/>
                    </a:move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5"/>
                      <a:pt x="178" y="85"/>
                      <a:pt x="178" y="85"/>
                    </a:cubicBezTo>
                    <a:cubicBezTo>
                      <a:pt x="187" y="89"/>
                      <a:pt x="187" y="89"/>
                      <a:pt x="187" y="89"/>
                    </a:cubicBezTo>
                    <a:cubicBezTo>
                      <a:pt x="187" y="89"/>
                      <a:pt x="186" y="89"/>
                      <a:pt x="186" y="89"/>
                    </a:cubicBezTo>
                    <a:cubicBezTo>
                      <a:pt x="179" y="89"/>
                      <a:pt x="172" y="91"/>
                      <a:pt x="167" y="92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2"/>
                      <a:pt x="169" y="81"/>
                      <a:pt x="170" y="81"/>
                    </a:cubicBezTo>
                    <a:cubicBezTo>
                      <a:pt x="174" y="80"/>
                      <a:pt x="181" y="80"/>
                      <a:pt x="184" y="79"/>
                    </a:cubicBezTo>
                    <a:lnTo>
                      <a:pt x="177" y="83"/>
                    </a:lnTo>
                    <a:close/>
                    <a:moveTo>
                      <a:pt x="171" y="86"/>
                    </a:moveTo>
                    <a:cubicBezTo>
                      <a:pt x="171" y="86"/>
                      <a:pt x="171" y="86"/>
                      <a:pt x="171" y="86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64" y="83"/>
                      <a:pt x="164" y="83"/>
                      <a:pt x="164" y="83"/>
                    </a:cubicBezTo>
                    <a:cubicBezTo>
                      <a:pt x="164" y="83"/>
                      <a:pt x="164" y="83"/>
                      <a:pt x="164" y="83"/>
                    </a:cubicBezTo>
                    <a:lnTo>
                      <a:pt x="171" y="86"/>
                    </a:lnTo>
                    <a:close/>
                    <a:moveTo>
                      <a:pt x="148" y="100"/>
                    </a:moveTo>
                    <a:cubicBezTo>
                      <a:pt x="151" y="98"/>
                      <a:pt x="172" y="93"/>
                      <a:pt x="187" y="93"/>
                    </a:cubicBezTo>
                    <a:cubicBezTo>
                      <a:pt x="207" y="93"/>
                      <a:pt x="219" y="97"/>
                      <a:pt x="229" y="101"/>
                    </a:cubicBezTo>
                    <a:cubicBezTo>
                      <a:pt x="230" y="101"/>
                      <a:pt x="230" y="103"/>
                      <a:pt x="230" y="104"/>
                    </a:cubicBezTo>
                    <a:cubicBezTo>
                      <a:pt x="229" y="105"/>
                      <a:pt x="228" y="105"/>
                      <a:pt x="226" y="105"/>
                    </a:cubicBezTo>
                    <a:cubicBezTo>
                      <a:pt x="223" y="103"/>
                      <a:pt x="205" y="98"/>
                      <a:pt x="188" y="98"/>
                    </a:cubicBezTo>
                    <a:cubicBezTo>
                      <a:pt x="171" y="98"/>
                      <a:pt x="153" y="103"/>
                      <a:pt x="150" y="104"/>
                    </a:cubicBezTo>
                    <a:cubicBezTo>
                      <a:pt x="149" y="105"/>
                      <a:pt x="147" y="105"/>
                      <a:pt x="146" y="103"/>
                    </a:cubicBezTo>
                    <a:cubicBezTo>
                      <a:pt x="146" y="102"/>
                      <a:pt x="147" y="101"/>
                      <a:pt x="148" y="100"/>
                    </a:cubicBezTo>
                    <a:moveTo>
                      <a:pt x="243" y="81"/>
                    </a:moveTo>
                    <a:cubicBezTo>
                      <a:pt x="241" y="81"/>
                      <a:pt x="240" y="80"/>
                      <a:pt x="240" y="78"/>
                    </a:cubicBezTo>
                    <a:cubicBezTo>
                      <a:pt x="240" y="76"/>
                      <a:pt x="241" y="75"/>
                      <a:pt x="243" y="75"/>
                    </a:cubicBezTo>
                    <a:cubicBezTo>
                      <a:pt x="245" y="75"/>
                      <a:pt x="246" y="76"/>
                      <a:pt x="246" y="78"/>
                    </a:cubicBezTo>
                    <a:cubicBezTo>
                      <a:pt x="246" y="80"/>
                      <a:pt x="245" y="81"/>
                      <a:pt x="243" y="81"/>
                    </a:cubicBezTo>
                    <a:moveTo>
                      <a:pt x="259" y="62"/>
                    </a:moveTo>
                    <a:cubicBezTo>
                      <a:pt x="259" y="64"/>
                      <a:pt x="258" y="65"/>
                      <a:pt x="256" y="65"/>
                    </a:cubicBezTo>
                    <a:cubicBezTo>
                      <a:pt x="254" y="65"/>
                      <a:pt x="253" y="64"/>
                      <a:pt x="253" y="62"/>
                    </a:cubicBezTo>
                    <a:cubicBezTo>
                      <a:pt x="253" y="60"/>
                      <a:pt x="254" y="59"/>
                      <a:pt x="256" y="59"/>
                    </a:cubicBezTo>
                    <a:cubicBezTo>
                      <a:pt x="258" y="59"/>
                      <a:pt x="259" y="60"/>
                      <a:pt x="259" y="62"/>
                    </a:cubicBezTo>
                    <a:moveTo>
                      <a:pt x="254" y="49"/>
                    </a:moveTo>
                    <a:cubicBezTo>
                      <a:pt x="255" y="49"/>
                      <a:pt x="257" y="50"/>
                      <a:pt x="257" y="52"/>
                    </a:cubicBezTo>
                    <a:cubicBezTo>
                      <a:pt x="257" y="54"/>
                      <a:pt x="255" y="55"/>
                      <a:pt x="254" y="55"/>
                    </a:cubicBezTo>
                    <a:cubicBezTo>
                      <a:pt x="252" y="55"/>
                      <a:pt x="251" y="54"/>
                      <a:pt x="251" y="52"/>
                    </a:cubicBezTo>
                    <a:cubicBezTo>
                      <a:pt x="251" y="50"/>
                      <a:pt x="252" y="49"/>
                      <a:pt x="254" y="49"/>
                    </a:cubicBezTo>
                    <a:moveTo>
                      <a:pt x="250" y="68"/>
                    </a:moveTo>
                    <a:cubicBezTo>
                      <a:pt x="251" y="68"/>
                      <a:pt x="253" y="69"/>
                      <a:pt x="253" y="71"/>
                    </a:cubicBezTo>
                    <a:cubicBezTo>
                      <a:pt x="253" y="73"/>
                      <a:pt x="251" y="74"/>
                      <a:pt x="250" y="74"/>
                    </a:cubicBezTo>
                    <a:cubicBezTo>
                      <a:pt x="248" y="74"/>
                      <a:pt x="247" y="73"/>
                      <a:pt x="247" y="71"/>
                    </a:cubicBezTo>
                    <a:cubicBezTo>
                      <a:pt x="247" y="69"/>
                      <a:pt x="248" y="68"/>
                      <a:pt x="250" y="68"/>
                    </a:cubicBezTo>
                    <a:moveTo>
                      <a:pt x="245" y="41"/>
                    </a:moveTo>
                    <a:cubicBezTo>
                      <a:pt x="247" y="41"/>
                      <a:pt x="249" y="42"/>
                      <a:pt x="249" y="44"/>
                    </a:cubicBezTo>
                    <a:cubicBezTo>
                      <a:pt x="249" y="46"/>
                      <a:pt x="247" y="47"/>
                      <a:pt x="245" y="47"/>
                    </a:cubicBezTo>
                    <a:cubicBezTo>
                      <a:pt x="244" y="47"/>
                      <a:pt x="242" y="46"/>
                      <a:pt x="242" y="44"/>
                    </a:cubicBezTo>
                    <a:cubicBezTo>
                      <a:pt x="242" y="42"/>
                      <a:pt x="244" y="41"/>
                      <a:pt x="245" y="41"/>
                    </a:cubicBezTo>
                    <a:moveTo>
                      <a:pt x="239" y="49"/>
                    </a:moveTo>
                    <a:cubicBezTo>
                      <a:pt x="239" y="48"/>
                      <a:pt x="239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41" y="48"/>
                      <a:pt x="244" y="51"/>
                      <a:pt x="246" y="52"/>
                    </a:cubicBezTo>
                    <a:cubicBezTo>
                      <a:pt x="247" y="53"/>
                      <a:pt x="248" y="55"/>
                      <a:pt x="249" y="57"/>
                    </a:cubicBezTo>
                    <a:cubicBezTo>
                      <a:pt x="249" y="58"/>
                      <a:pt x="249" y="58"/>
                      <a:pt x="249" y="59"/>
                    </a:cubicBezTo>
                    <a:cubicBezTo>
                      <a:pt x="249" y="60"/>
                      <a:pt x="249" y="60"/>
                      <a:pt x="248" y="62"/>
                    </a:cubicBezTo>
                    <a:cubicBezTo>
                      <a:pt x="247" y="64"/>
                      <a:pt x="245" y="68"/>
                      <a:pt x="242" y="70"/>
                    </a:cubicBezTo>
                    <a:cubicBezTo>
                      <a:pt x="240" y="73"/>
                      <a:pt x="237" y="75"/>
                      <a:pt x="237" y="76"/>
                    </a:cubicBezTo>
                    <a:cubicBezTo>
                      <a:pt x="236" y="76"/>
                      <a:pt x="236" y="77"/>
                      <a:pt x="235" y="78"/>
                    </a:cubicBezTo>
                    <a:cubicBezTo>
                      <a:pt x="235" y="78"/>
                      <a:pt x="235" y="79"/>
                      <a:pt x="235" y="79"/>
                    </a:cubicBezTo>
                    <a:cubicBezTo>
                      <a:pt x="234" y="79"/>
                      <a:pt x="233" y="78"/>
                      <a:pt x="231" y="78"/>
                    </a:cubicBezTo>
                    <a:cubicBezTo>
                      <a:pt x="230" y="77"/>
                      <a:pt x="229" y="77"/>
                      <a:pt x="228" y="77"/>
                    </a:cubicBezTo>
                    <a:cubicBezTo>
                      <a:pt x="229" y="76"/>
                      <a:pt x="229" y="76"/>
                      <a:pt x="229" y="76"/>
                    </a:cubicBezTo>
                    <a:cubicBezTo>
                      <a:pt x="233" y="73"/>
                      <a:pt x="236" y="66"/>
                      <a:pt x="237" y="63"/>
                    </a:cubicBezTo>
                    <a:cubicBezTo>
                      <a:pt x="239" y="58"/>
                      <a:pt x="239" y="53"/>
                      <a:pt x="239" y="50"/>
                    </a:cubicBezTo>
                    <a:cubicBezTo>
                      <a:pt x="239" y="49"/>
                      <a:pt x="239" y="49"/>
                      <a:pt x="239" y="49"/>
                    </a:cubicBezTo>
                    <a:moveTo>
                      <a:pt x="230" y="60"/>
                    </a:moveTo>
                    <a:cubicBezTo>
                      <a:pt x="231" y="60"/>
                      <a:pt x="233" y="61"/>
                      <a:pt x="233" y="63"/>
                    </a:cubicBezTo>
                    <a:cubicBezTo>
                      <a:pt x="233" y="65"/>
                      <a:pt x="231" y="66"/>
                      <a:pt x="230" y="66"/>
                    </a:cubicBezTo>
                    <a:cubicBezTo>
                      <a:pt x="228" y="66"/>
                      <a:pt x="226" y="65"/>
                      <a:pt x="226" y="63"/>
                    </a:cubicBezTo>
                    <a:cubicBezTo>
                      <a:pt x="226" y="61"/>
                      <a:pt x="228" y="60"/>
                      <a:pt x="230" y="60"/>
                    </a:cubicBezTo>
                    <a:moveTo>
                      <a:pt x="229" y="55"/>
                    </a:moveTo>
                    <a:cubicBezTo>
                      <a:pt x="229" y="53"/>
                      <a:pt x="230" y="52"/>
                      <a:pt x="232" y="52"/>
                    </a:cubicBezTo>
                    <a:cubicBezTo>
                      <a:pt x="233" y="52"/>
                      <a:pt x="235" y="53"/>
                      <a:pt x="235" y="55"/>
                    </a:cubicBezTo>
                    <a:cubicBezTo>
                      <a:pt x="235" y="57"/>
                      <a:pt x="233" y="58"/>
                      <a:pt x="232" y="58"/>
                    </a:cubicBezTo>
                    <a:cubicBezTo>
                      <a:pt x="230" y="58"/>
                      <a:pt x="229" y="57"/>
                      <a:pt x="229" y="55"/>
                    </a:cubicBezTo>
                    <a:moveTo>
                      <a:pt x="229" y="70"/>
                    </a:moveTo>
                    <a:cubicBezTo>
                      <a:pt x="229" y="72"/>
                      <a:pt x="227" y="74"/>
                      <a:pt x="226" y="74"/>
                    </a:cubicBezTo>
                    <a:cubicBezTo>
                      <a:pt x="224" y="74"/>
                      <a:pt x="222" y="72"/>
                      <a:pt x="222" y="70"/>
                    </a:cubicBezTo>
                    <a:cubicBezTo>
                      <a:pt x="222" y="69"/>
                      <a:pt x="224" y="67"/>
                      <a:pt x="226" y="67"/>
                    </a:cubicBezTo>
                    <a:cubicBezTo>
                      <a:pt x="227" y="67"/>
                      <a:pt x="229" y="69"/>
                      <a:pt x="229" y="70"/>
                    </a:cubicBezTo>
                    <a:moveTo>
                      <a:pt x="235" y="36"/>
                    </a:moveTo>
                    <a:cubicBezTo>
                      <a:pt x="236" y="36"/>
                      <a:pt x="238" y="37"/>
                      <a:pt x="238" y="39"/>
                    </a:cubicBezTo>
                    <a:cubicBezTo>
                      <a:pt x="238" y="41"/>
                      <a:pt x="236" y="42"/>
                      <a:pt x="235" y="42"/>
                    </a:cubicBezTo>
                    <a:cubicBezTo>
                      <a:pt x="233" y="42"/>
                      <a:pt x="232" y="41"/>
                      <a:pt x="232" y="39"/>
                    </a:cubicBezTo>
                    <a:cubicBezTo>
                      <a:pt x="232" y="37"/>
                      <a:pt x="233" y="36"/>
                      <a:pt x="235" y="36"/>
                    </a:cubicBezTo>
                    <a:moveTo>
                      <a:pt x="231" y="43"/>
                    </a:moveTo>
                    <a:cubicBezTo>
                      <a:pt x="233" y="43"/>
                      <a:pt x="234" y="44"/>
                      <a:pt x="234" y="46"/>
                    </a:cubicBezTo>
                    <a:cubicBezTo>
                      <a:pt x="234" y="48"/>
                      <a:pt x="233" y="49"/>
                      <a:pt x="231" y="49"/>
                    </a:cubicBezTo>
                    <a:cubicBezTo>
                      <a:pt x="229" y="49"/>
                      <a:pt x="228" y="48"/>
                      <a:pt x="228" y="46"/>
                    </a:cubicBezTo>
                    <a:cubicBezTo>
                      <a:pt x="228" y="44"/>
                      <a:pt x="229" y="43"/>
                      <a:pt x="231" y="43"/>
                    </a:cubicBezTo>
                    <a:moveTo>
                      <a:pt x="227" y="37"/>
                    </a:moveTo>
                    <a:cubicBezTo>
                      <a:pt x="228" y="37"/>
                      <a:pt x="230" y="38"/>
                      <a:pt x="230" y="40"/>
                    </a:cubicBezTo>
                    <a:cubicBezTo>
                      <a:pt x="230" y="41"/>
                      <a:pt x="228" y="43"/>
                      <a:pt x="227" y="43"/>
                    </a:cubicBezTo>
                    <a:cubicBezTo>
                      <a:pt x="225" y="43"/>
                      <a:pt x="224" y="41"/>
                      <a:pt x="224" y="40"/>
                    </a:cubicBezTo>
                    <a:cubicBezTo>
                      <a:pt x="224" y="38"/>
                      <a:pt x="225" y="37"/>
                      <a:pt x="227" y="37"/>
                    </a:cubicBezTo>
                    <a:moveTo>
                      <a:pt x="222" y="33"/>
                    </a:moveTo>
                    <a:cubicBezTo>
                      <a:pt x="223" y="33"/>
                      <a:pt x="225" y="34"/>
                      <a:pt x="225" y="35"/>
                    </a:cubicBezTo>
                    <a:cubicBezTo>
                      <a:pt x="225" y="37"/>
                      <a:pt x="223" y="38"/>
                      <a:pt x="222" y="38"/>
                    </a:cubicBezTo>
                    <a:cubicBezTo>
                      <a:pt x="221" y="38"/>
                      <a:pt x="219" y="37"/>
                      <a:pt x="219" y="35"/>
                    </a:cubicBezTo>
                    <a:cubicBezTo>
                      <a:pt x="219" y="34"/>
                      <a:pt x="221" y="33"/>
                      <a:pt x="222" y="33"/>
                    </a:cubicBezTo>
                    <a:moveTo>
                      <a:pt x="216" y="31"/>
                    </a:moveTo>
                    <a:cubicBezTo>
                      <a:pt x="218" y="31"/>
                      <a:pt x="218" y="32"/>
                      <a:pt x="218" y="33"/>
                    </a:cubicBezTo>
                    <a:cubicBezTo>
                      <a:pt x="218" y="34"/>
                      <a:pt x="218" y="35"/>
                      <a:pt x="216" y="35"/>
                    </a:cubicBezTo>
                    <a:cubicBezTo>
                      <a:pt x="215" y="35"/>
                      <a:pt x="214" y="34"/>
                      <a:pt x="214" y="33"/>
                    </a:cubicBezTo>
                    <a:cubicBezTo>
                      <a:pt x="214" y="32"/>
                      <a:pt x="215" y="31"/>
                      <a:pt x="216" y="31"/>
                    </a:cubicBezTo>
                    <a:moveTo>
                      <a:pt x="211" y="30"/>
                    </a:moveTo>
                    <a:cubicBezTo>
                      <a:pt x="212" y="30"/>
                      <a:pt x="213" y="31"/>
                      <a:pt x="213" y="32"/>
                    </a:cubicBezTo>
                    <a:cubicBezTo>
                      <a:pt x="213" y="33"/>
                      <a:pt x="212" y="34"/>
                      <a:pt x="211" y="34"/>
                    </a:cubicBezTo>
                    <a:cubicBezTo>
                      <a:pt x="210" y="34"/>
                      <a:pt x="210" y="33"/>
                      <a:pt x="210" y="32"/>
                    </a:cubicBezTo>
                    <a:cubicBezTo>
                      <a:pt x="210" y="31"/>
                      <a:pt x="210" y="30"/>
                      <a:pt x="211" y="30"/>
                    </a:cubicBezTo>
                    <a:moveTo>
                      <a:pt x="206" y="30"/>
                    </a:moveTo>
                    <a:cubicBezTo>
                      <a:pt x="206" y="30"/>
                      <a:pt x="207" y="31"/>
                      <a:pt x="207" y="32"/>
                    </a:cubicBezTo>
                    <a:cubicBezTo>
                      <a:pt x="207" y="33"/>
                      <a:pt x="207" y="33"/>
                      <a:pt x="207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5" y="34"/>
                      <a:pt x="205" y="34"/>
                      <a:pt x="204" y="33"/>
                    </a:cubicBezTo>
                    <a:cubicBezTo>
                      <a:pt x="204" y="33"/>
                      <a:pt x="204" y="33"/>
                      <a:pt x="204" y="33"/>
                    </a:cubicBezTo>
                    <a:cubicBezTo>
                      <a:pt x="204" y="33"/>
                      <a:pt x="204" y="32"/>
                      <a:pt x="204" y="32"/>
                    </a:cubicBezTo>
                    <a:cubicBezTo>
                      <a:pt x="204" y="31"/>
                      <a:pt x="205" y="30"/>
                      <a:pt x="206" y="30"/>
                    </a:cubicBezTo>
                    <a:moveTo>
                      <a:pt x="200" y="70"/>
                    </a:moveTo>
                    <a:cubicBezTo>
                      <a:pt x="202" y="66"/>
                      <a:pt x="203" y="60"/>
                      <a:pt x="203" y="54"/>
                    </a:cubicBezTo>
                    <a:cubicBezTo>
                      <a:pt x="203" y="48"/>
                      <a:pt x="202" y="42"/>
                      <a:pt x="201" y="37"/>
                    </a:cubicBezTo>
                    <a:cubicBezTo>
                      <a:pt x="201" y="36"/>
                      <a:pt x="201" y="36"/>
                      <a:pt x="201" y="36"/>
                    </a:cubicBezTo>
                    <a:cubicBezTo>
                      <a:pt x="201" y="36"/>
                      <a:pt x="202" y="36"/>
                      <a:pt x="202" y="36"/>
                    </a:cubicBezTo>
                    <a:cubicBezTo>
                      <a:pt x="203" y="36"/>
                      <a:pt x="209" y="37"/>
                      <a:pt x="214" y="38"/>
                    </a:cubicBezTo>
                    <a:cubicBezTo>
                      <a:pt x="220" y="39"/>
                      <a:pt x="220" y="41"/>
                      <a:pt x="222" y="43"/>
                    </a:cubicBezTo>
                    <a:cubicBezTo>
                      <a:pt x="223" y="44"/>
                      <a:pt x="225" y="49"/>
                      <a:pt x="225" y="51"/>
                    </a:cubicBezTo>
                    <a:cubicBezTo>
                      <a:pt x="225" y="52"/>
                      <a:pt x="225" y="52"/>
                      <a:pt x="224" y="52"/>
                    </a:cubicBezTo>
                    <a:cubicBezTo>
                      <a:pt x="224" y="57"/>
                      <a:pt x="224" y="62"/>
                      <a:pt x="217" y="73"/>
                    </a:cubicBezTo>
                    <a:cubicBezTo>
                      <a:pt x="217" y="73"/>
                      <a:pt x="217" y="73"/>
                      <a:pt x="216" y="73"/>
                    </a:cubicBezTo>
                    <a:cubicBezTo>
                      <a:pt x="216" y="73"/>
                      <a:pt x="216" y="73"/>
                      <a:pt x="216" y="73"/>
                    </a:cubicBezTo>
                    <a:cubicBezTo>
                      <a:pt x="213" y="72"/>
                      <a:pt x="203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moveTo>
                      <a:pt x="196" y="37"/>
                    </a:moveTo>
                    <a:cubicBezTo>
                      <a:pt x="195" y="36"/>
                      <a:pt x="196" y="34"/>
                      <a:pt x="197" y="34"/>
                    </a:cubicBezTo>
                    <a:cubicBezTo>
                      <a:pt x="197" y="34"/>
                      <a:pt x="198" y="35"/>
                      <a:pt x="198" y="36"/>
                    </a:cubicBezTo>
                    <a:cubicBezTo>
                      <a:pt x="198" y="37"/>
                      <a:pt x="200" y="44"/>
                      <a:pt x="200" y="50"/>
                    </a:cubicBezTo>
                    <a:cubicBezTo>
                      <a:pt x="200" y="59"/>
                      <a:pt x="198" y="66"/>
                      <a:pt x="196" y="69"/>
                    </a:cubicBezTo>
                    <a:cubicBezTo>
                      <a:pt x="196" y="70"/>
                      <a:pt x="196" y="70"/>
                      <a:pt x="195" y="70"/>
                    </a:cubicBezTo>
                    <a:cubicBezTo>
                      <a:pt x="194" y="70"/>
                      <a:pt x="193" y="69"/>
                      <a:pt x="194" y="68"/>
                    </a:cubicBezTo>
                    <a:cubicBezTo>
                      <a:pt x="195" y="67"/>
                      <a:pt x="196" y="59"/>
                      <a:pt x="196" y="50"/>
                    </a:cubicBezTo>
                    <a:cubicBezTo>
                      <a:pt x="196" y="44"/>
                      <a:pt x="196" y="37"/>
                      <a:pt x="196" y="37"/>
                    </a:cubicBezTo>
                    <a:moveTo>
                      <a:pt x="182" y="11"/>
                    </a:moveTo>
                    <a:cubicBezTo>
                      <a:pt x="181" y="11"/>
                      <a:pt x="181" y="11"/>
                      <a:pt x="181" y="10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7"/>
                      <a:pt x="181" y="7"/>
                      <a:pt x="182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3"/>
                      <a:pt x="186" y="2"/>
                      <a:pt x="187" y="2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2"/>
                      <a:pt x="190" y="3"/>
                      <a:pt x="190" y="4"/>
                    </a:cubicBezTo>
                    <a:cubicBezTo>
                      <a:pt x="190" y="7"/>
                      <a:pt x="190" y="7"/>
                      <a:pt x="190" y="7"/>
                    </a:cubicBezTo>
                    <a:cubicBezTo>
                      <a:pt x="193" y="7"/>
                      <a:pt x="193" y="7"/>
                      <a:pt x="193" y="7"/>
                    </a:cubicBezTo>
                    <a:cubicBezTo>
                      <a:pt x="194" y="7"/>
                      <a:pt x="194" y="7"/>
                      <a:pt x="194" y="8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4" y="11"/>
                      <a:pt x="194" y="11"/>
                      <a:pt x="193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90" y="14"/>
                      <a:pt x="189" y="15"/>
                      <a:pt x="189" y="15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6" y="15"/>
                      <a:pt x="185" y="14"/>
                      <a:pt x="185" y="13"/>
                    </a:cubicBezTo>
                    <a:cubicBezTo>
                      <a:pt x="185" y="11"/>
                      <a:pt x="185" y="11"/>
                      <a:pt x="185" y="11"/>
                    </a:cubicBezTo>
                    <a:lnTo>
                      <a:pt x="182" y="11"/>
                    </a:lnTo>
                    <a:close/>
                    <a:moveTo>
                      <a:pt x="182" y="22"/>
                    </a:moveTo>
                    <a:cubicBezTo>
                      <a:pt x="182" y="19"/>
                      <a:pt x="185" y="17"/>
                      <a:pt x="188" y="17"/>
                    </a:cubicBezTo>
                    <a:cubicBezTo>
                      <a:pt x="191" y="17"/>
                      <a:pt x="193" y="19"/>
                      <a:pt x="193" y="22"/>
                    </a:cubicBezTo>
                    <a:cubicBezTo>
                      <a:pt x="193" y="25"/>
                      <a:pt x="191" y="28"/>
                      <a:pt x="188" y="28"/>
                    </a:cubicBezTo>
                    <a:cubicBezTo>
                      <a:pt x="185" y="28"/>
                      <a:pt x="182" y="25"/>
                      <a:pt x="182" y="22"/>
                    </a:cubicBezTo>
                    <a:moveTo>
                      <a:pt x="187" y="43"/>
                    </a:moveTo>
                    <a:cubicBezTo>
                      <a:pt x="187" y="43"/>
                      <a:pt x="187" y="43"/>
                      <a:pt x="187" y="43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3"/>
                      <a:pt x="191" y="45"/>
                      <a:pt x="191" y="47"/>
                    </a:cubicBezTo>
                    <a:cubicBezTo>
                      <a:pt x="191" y="49"/>
                      <a:pt x="190" y="50"/>
                      <a:pt x="188" y="51"/>
                    </a:cubicBezTo>
                    <a:cubicBezTo>
                      <a:pt x="188" y="51"/>
                      <a:pt x="188" y="51"/>
                      <a:pt x="187" y="51"/>
                    </a:cubicBezTo>
                    <a:cubicBezTo>
                      <a:pt x="187" y="51"/>
                      <a:pt x="187" y="51"/>
                      <a:pt x="187" y="51"/>
                    </a:cubicBezTo>
                    <a:cubicBezTo>
                      <a:pt x="185" y="51"/>
                      <a:pt x="183" y="49"/>
                      <a:pt x="183" y="47"/>
                    </a:cubicBezTo>
                    <a:cubicBezTo>
                      <a:pt x="183" y="45"/>
                      <a:pt x="185" y="43"/>
                      <a:pt x="187" y="43"/>
                    </a:cubicBezTo>
                    <a:moveTo>
                      <a:pt x="183" y="37"/>
                    </a:moveTo>
                    <a:cubicBezTo>
                      <a:pt x="183" y="35"/>
                      <a:pt x="185" y="33"/>
                      <a:pt x="187" y="33"/>
                    </a:cubicBezTo>
                    <a:cubicBezTo>
                      <a:pt x="187" y="33"/>
                      <a:pt x="187" y="33"/>
                      <a:pt x="188" y="33"/>
                    </a:cubicBezTo>
                    <a:cubicBezTo>
                      <a:pt x="188" y="33"/>
                      <a:pt x="188" y="33"/>
                      <a:pt x="188" y="33"/>
                    </a:cubicBezTo>
                    <a:cubicBezTo>
                      <a:pt x="188" y="33"/>
                      <a:pt x="188" y="33"/>
                      <a:pt x="189" y="33"/>
                    </a:cubicBezTo>
                    <a:cubicBezTo>
                      <a:pt x="190" y="33"/>
                      <a:pt x="191" y="35"/>
                      <a:pt x="191" y="37"/>
                    </a:cubicBezTo>
                    <a:cubicBezTo>
                      <a:pt x="191" y="38"/>
                      <a:pt x="190" y="40"/>
                      <a:pt x="188" y="41"/>
                    </a:cubicBezTo>
                    <a:cubicBezTo>
                      <a:pt x="188" y="41"/>
                      <a:pt x="188" y="41"/>
                      <a:pt x="187" y="41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5" y="40"/>
                      <a:pt x="183" y="39"/>
                      <a:pt x="183" y="37"/>
                    </a:cubicBezTo>
                    <a:moveTo>
                      <a:pt x="188" y="61"/>
                    </a:moveTo>
                    <a:cubicBezTo>
                      <a:pt x="188" y="61"/>
                      <a:pt x="188" y="61"/>
                      <a:pt x="187" y="61"/>
                    </a:cubicBezTo>
                    <a:cubicBezTo>
                      <a:pt x="187" y="61"/>
                      <a:pt x="187" y="61"/>
                      <a:pt x="187" y="61"/>
                    </a:cubicBezTo>
                    <a:cubicBezTo>
                      <a:pt x="185" y="61"/>
                      <a:pt x="183" y="59"/>
                      <a:pt x="183" y="57"/>
                    </a:cubicBezTo>
                    <a:cubicBezTo>
                      <a:pt x="183" y="55"/>
                      <a:pt x="185" y="54"/>
                      <a:pt x="187" y="53"/>
                    </a:cubicBezTo>
                    <a:cubicBezTo>
                      <a:pt x="187" y="53"/>
                      <a:pt x="187" y="53"/>
                      <a:pt x="187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90" y="54"/>
                      <a:pt x="192" y="55"/>
                      <a:pt x="192" y="57"/>
                    </a:cubicBezTo>
                    <a:cubicBezTo>
                      <a:pt x="192" y="59"/>
                      <a:pt x="190" y="61"/>
                      <a:pt x="188" y="61"/>
                    </a:cubicBezTo>
                    <a:moveTo>
                      <a:pt x="192" y="68"/>
                    </a:moveTo>
                    <a:cubicBezTo>
                      <a:pt x="192" y="70"/>
                      <a:pt x="190" y="72"/>
                      <a:pt x="187" y="72"/>
                    </a:cubicBezTo>
                    <a:cubicBezTo>
                      <a:pt x="185" y="72"/>
                      <a:pt x="183" y="70"/>
                      <a:pt x="183" y="68"/>
                    </a:cubicBezTo>
                    <a:cubicBezTo>
                      <a:pt x="183" y="65"/>
                      <a:pt x="185" y="64"/>
                      <a:pt x="187" y="64"/>
                    </a:cubicBezTo>
                    <a:cubicBezTo>
                      <a:pt x="190" y="64"/>
                      <a:pt x="192" y="65"/>
                      <a:pt x="192" y="68"/>
                    </a:cubicBezTo>
                    <a:moveTo>
                      <a:pt x="177" y="37"/>
                    </a:moveTo>
                    <a:cubicBezTo>
                      <a:pt x="177" y="36"/>
                      <a:pt x="178" y="34"/>
                      <a:pt x="179" y="34"/>
                    </a:cubicBezTo>
                    <a:cubicBezTo>
                      <a:pt x="180" y="34"/>
                      <a:pt x="179" y="36"/>
                      <a:pt x="179" y="37"/>
                    </a:cubicBezTo>
                    <a:cubicBezTo>
                      <a:pt x="179" y="37"/>
                      <a:pt x="179" y="44"/>
                      <a:pt x="179" y="50"/>
                    </a:cubicBezTo>
                    <a:cubicBezTo>
                      <a:pt x="179" y="59"/>
                      <a:pt x="180" y="67"/>
                      <a:pt x="181" y="69"/>
                    </a:cubicBezTo>
                    <a:cubicBezTo>
                      <a:pt x="182" y="69"/>
                      <a:pt x="181" y="70"/>
                      <a:pt x="180" y="70"/>
                    </a:cubicBezTo>
                    <a:cubicBezTo>
                      <a:pt x="180" y="70"/>
                      <a:pt x="179" y="70"/>
                      <a:pt x="179" y="69"/>
                    </a:cubicBezTo>
                    <a:cubicBezTo>
                      <a:pt x="177" y="66"/>
                      <a:pt x="175" y="59"/>
                      <a:pt x="176" y="50"/>
                    </a:cubicBezTo>
                    <a:cubicBezTo>
                      <a:pt x="176" y="44"/>
                      <a:pt x="177" y="37"/>
                      <a:pt x="177" y="37"/>
                    </a:cubicBezTo>
                    <a:moveTo>
                      <a:pt x="170" y="30"/>
                    </a:moveTo>
                    <a:cubicBezTo>
                      <a:pt x="171" y="30"/>
                      <a:pt x="171" y="31"/>
                      <a:pt x="171" y="32"/>
                    </a:cubicBezTo>
                    <a:cubicBezTo>
                      <a:pt x="171" y="33"/>
                      <a:pt x="171" y="34"/>
                      <a:pt x="170" y="34"/>
                    </a:cubicBezTo>
                    <a:cubicBezTo>
                      <a:pt x="169" y="34"/>
                      <a:pt x="168" y="33"/>
                      <a:pt x="168" y="32"/>
                    </a:cubicBezTo>
                    <a:cubicBezTo>
                      <a:pt x="168" y="31"/>
                      <a:pt x="169" y="30"/>
                      <a:pt x="170" y="30"/>
                    </a:cubicBezTo>
                    <a:moveTo>
                      <a:pt x="165" y="30"/>
                    </a:moveTo>
                    <a:cubicBezTo>
                      <a:pt x="166" y="30"/>
                      <a:pt x="167" y="31"/>
                      <a:pt x="167" y="32"/>
                    </a:cubicBezTo>
                    <a:cubicBezTo>
                      <a:pt x="167" y="33"/>
                      <a:pt x="166" y="34"/>
                      <a:pt x="165" y="34"/>
                    </a:cubicBezTo>
                    <a:cubicBezTo>
                      <a:pt x="164" y="34"/>
                      <a:pt x="163" y="33"/>
                      <a:pt x="163" y="32"/>
                    </a:cubicBezTo>
                    <a:cubicBezTo>
                      <a:pt x="163" y="31"/>
                      <a:pt x="164" y="30"/>
                      <a:pt x="165" y="30"/>
                    </a:cubicBezTo>
                    <a:moveTo>
                      <a:pt x="159" y="31"/>
                    </a:moveTo>
                    <a:cubicBezTo>
                      <a:pt x="160" y="31"/>
                      <a:pt x="161" y="32"/>
                      <a:pt x="161" y="33"/>
                    </a:cubicBezTo>
                    <a:cubicBezTo>
                      <a:pt x="161" y="34"/>
                      <a:pt x="160" y="35"/>
                      <a:pt x="159" y="35"/>
                    </a:cubicBezTo>
                    <a:cubicBezTo>
                      <a:pt x="158" y="35"/>
                      <a:pt x="157" y="34"/>
                      <a:pt x="157" y="33"/>
                    </a:cubicBezTo>
                    <a:cubicBezTo>
                      <a:pt x="157" y="32"/>
                      <a:pt x="158" y="31"/>
                      <a:pt x="159" y="31"/>
                    </a:cubicBezTo>
                    <a:moveTo>
                      <a:pt x="163" y="38"/>
                    </a:moveTo>
                    <a:cubicBezTo>
                      <a:pt x="168" y="37"/>
                      <a:pt x="172" y="36"/>
                      <a:pt x="172" y="36"/>
                    </a:cubicBezTo>
                    <a:cubicBezTo>
                      <a:pt x="173" y="36"/>
                      <a:pt x="173" y="36"/>
                      <a:pt x="173" y="36"/>
                    </a:cubicBezTo>
                    <a:cubicBezTo>
                      <a:pt x="173" y="36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41"/>
                      <a:pt x="172" y="46"/>
                      <a:pt x="172" y="50"/>
                    </a:cubicBezTo>
                    <a:cubicBezTo>
                      <a:pt x="172" y="58"/>
                      <a:pt x="174" y="66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3" y="70"/>
                      <a:pt x="162" y="71"/>
                      <a:pt x="159" y="72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59" y="72"/>
                      <a:pt x="159" y="72"/>
                      <a:pt x="159" y="71"/>
                    </a:cubicBezTo>
                    <a:cubicBezTo>
                      <a:pt x="159" y="71"/>
                      <a:pt x="158" y="71"/>
                      <a:pt x="158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4" y="64"/>
                      <a:pt x="153" y="59"/>
                      <a:pt x="152" y="49"/>
                    </a:cubicBezTo>
                    <a:cubicBezTo>
                      <a:pt x="152" y="46"/>
                      <a:pt x="154" y="43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6" y="40"/>
                      <a:pt x="158" y="39"/>
                      <a:pt x="163" y="38"/>
                    </a:cubicBezTo>
                    <a:moveTo>
                      <a:pt x="146" y="59"/>
                    </a:moveTo>
                    <a:cubicBezTo>
                      <a:pt x="148" y="59"/>
                      <a:pt x="150" y="61"/>
                      <a:pt x="150" y="63"/>
                    </a:cubicBezTo>
                    <a:cubicBezTo>
                      <a:pt x="150" y="64"/>
                      <a:pt x="148" y="66"/>
                      <a:pt x="146" y="66"/>
                    </a:cubicBezTo>
                    <a:cubicBezTo>
                      <a:pt x="145" y="66"/>
                      <a:pt x="143" y="64"/>
                      <a:pt x="143" y="63"/>
                    </a:cubicBezTo>
                    <a:cubicBezTo>
                      <a:pt x="143" y="61"/>
                      <a:pt x="145" y="59"/>
                      <a:pt x="146" y="59"/>
                    </a:cubicBezTo>
                    <a:moveTo>
                      <a:pt x="141" y="54"/>
                    </a:moveTo>
                    <a:cubicBezTo>
                      <a:pt x="141" y="53"/>
                      <a:pt x="142" y="51"/>
                      <a:pt x="144" y="51"/>
                    </a:cubicBezTo>
                    <a:cubicBezTo>
                      <a:pt x="146" y="51"/>
                      <a:pt x="147" y="53"/>
                      <a:pt x="147" y="54"/>
                    </a:cubicBezTo>
                    <a:cubicBezTo>
                      <a:pt x="147" y="56"/>
                      <a:pt x="146" y="58"/>
                      <a:pt x="144" y="58"/>
                    </a:cubicBezTo>
                    <a:cubicBezTo>
                      <a:pt x="142" y="58"/>
                      <a:pt x="141" y="56"/>
                      <a:pt x="141" y="54"/>
                    </a:cubicBezTo>
                    <a:moveTo>
                      <a:pt x="150" y="67"/>
                    </a:moveTo>
                    <a:cubicBezTo>
                      <a:pt x="152" y="67"/>
                      <a:pt x="154" y="69"/>
                      <a:pt x="154" y="70"/>
                    </a:cubicBezTo>
                    <a:cubicBezTo>
                      <a:pt x="154" y="72"/>
                      <a:pt x="152" y="74"/>
                      <a:pt x="150" y="74"/>
                    </a:cubicBezTo>
                    <a:cubicBezTo>
                      <a:pt x="150" y="74"/>
                      <a:pt x="150" y="74"/>
                      <a:pt x="149" y="73"/>
                    </a:cubicBezTo>
                    <a:cubicBezTo>
                      <a:pt x="148" y="73"/>
                      <a:pt x="148" y="73"/>
                      <a:pt x="148" y="72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7" y="69"/>
                      <a:pt x="149" y="67"/>
                      <a:pt x="150" y="67"/>
                    </a:cubicBezTo>
                    <a:moveTo>
                      <a:pt x="153" y="33"/>
                    </a:moveTo>
                    <a:cubicBezTo>
                      <a:pt x="155" y="33"/>
                      <a:pt x="156" y="34"/>
                      <a:pt x="156" y="35"/>
                    </a:cubicBezTo>
                    <a:cubicBezTo>
                      <a:pt x="156" y="37"/>
                      <a:pt x="155" y="38"/>
                      <a:pt x="153" y="38"/>
                    </a:cubicBezTo>
                    <a:cubicBezTo>
                      <a:pt x="153" y="38"/>
                      <a:pt x="152" y="38"/>
                      <a:pt x="152" y="37"/>
                    </a:cubicBezTo>
                    <a:cubicBezTo>
                      <a:pt x="151" y="37"/>
                      <a:pt x="151" y="36"/>
                      <a:pt x="151" y="35"/>
                    </a:cubicBezTo>
                    <a:cubicBezTo>
                      <a:pt x="151" y="34"/>
                      <a:pt x="152" y="33"/>
                      <a:pt x="153" y="33"/>
                    </a:cubicBezTo>
                    <a:moveTo>
                      <a:pt x="149" y="37"/>
                    </a:moveTo>
                    <a:cubicBezTo>
                      <a:pt x="150" y="37"/>
                      <a:pt x="151" y="38"/>
                      <a:pt x="151" y="40"/>
                    </a:cubicBezTo>
                    <a:cubicBezTo>
                      <a:pt x="151" y="41"/>
                      <a:pt x="150" y="43"/>
                      <a:pt x="149" y="43"/>
                    </a:cubicBezTo>
                    <a:cubicBezTo>
                      <a:pt x="147" y="43"/>
                      <a:pt x="146" y="41"/>
                      <a:pt x="146" y="40"/>
                    </a:cubicBezTo>
                    <a:cubicBezTo>
                      <a:pt x="146" y="38"/>
                      <a:pt x="147" y="37"/>
                      <a:pt x="149" y="37"/>
                    </a:cubicBezTo>
                    <a:moveTo>
                      <a:pt x="144" y="43"/>
                    </a:moveTo>
                    <a:cubicBezTo>
                      <a:pt x="145" y="43"/>
                      <a:pt x="145" y="43"/>
                      <a:pt x="145" y="43"/>
                    </a:cubicBezTo>
                    <a:cubicBezTo>
                      <a:pt x="147" y="44"/>
                      <a:pt x="148" y="45"/>
                      <a:pt x="148" y="46"/>
                    </a:cubicBezTo>
                    <a:cubicBezTo>
                      <a:pt x="148" y="48"/>
                      <a:pt x="146" y="49"/>
                      <a:pt x="144" y="49"/>
                    </a:cubicBezTo>
                    <a:cubicBezTo>
                      <a:pt x="143" y="49"/>
                      <a:pt x="142" y="48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1" y="45"/>
                      <a:pt x="143" y="43"/>
                      <a:pt x="144" y="43"/>
                    </a:cubicBezTo>
                    <a:moveTo>
                      <a:pt x="140" y="36"/>
                    </a:moveTo>
                    <a:cubicBezTo>
                      <a:pt x="142" y="36"/>
                      <a:pt x="143" y="37"/>
                      <a:pt x="143" y="39"/>
                    </a:cubicBezTo>
                    <a:cubicBezTo>
                      <a:pt x="143" y="41"/>
                      <a:pt x="142" y="42"/>
                      <a:pt x="140" y="42"/>
                    </a:cubicBezTo>
                    <a:cubicBezTo>
                      <a:pt x="139" y="42"/>
                      <a:pt x="137" y="41"/>
                      <a:pt x="137" y="39"/>
                    </a:cubicBezTo>
                    <a:cubicBezTo>
                      <a:pt x="137" y="37"/>
                      <a:pt x="139" y="36"/>
                      <a:pt x="140" y="36"/>
                    </a:cubicBezTo>
                    <a:moveTo>
                      <a:pt x="130" y="41"/>
                    </a:moveTo>
                    <a:cubicBezTo>
                      <a:pt x="132" y="41"/>
                      <a:pt x="133" y="42"/>
                      <a:pt x="133" y="44"/>
                    </a:cubicBezTo>
                    <a:cubicBezTo>
                      <a:pt x="133" y="46"/>
                      <a:pt x="132" y="47"/>
                      <a:pt x="130" y="47"/>
                    </a:cubicBezTo>
                    <a:cubicBezTo>
                      <a:pt x="128" y="47"/>
                      <a:pt x="127" y="46"/>
                      <a:pt x="127" y="44"/>
                    </a:cubicBezTo>
                    <a:cubicBezTo>
                      <a:pt x="127" y="42"/>
                      <a:pt x="128" y="41"/>
                      <a:pt x="130" y="41"/>
                    </a:cubicBezTo>
                    <a:moveTo>
                      <a:pt x="122" y="49"/>
                    </a:moveTo>
                    <a:cubicBezTo>
                      <a:pt x="123" y="49"/>
                      <a:pt x="125" y="50"/>
                      <a:pt x="125" y="52"/>
                    </a:cubicBezTo>
                    <a:cubicBezTo>
                      <a:pt x="125" y="54"/>
                      <a:pt x="123" y="55"/>
                      <a:pt x="122" y="55"/>
                    </a:cubicBezTo>
                    <a:cubicBezTo>
                      <a:pt x="120" y="55"/>
                      <a:pt x="118" y="54"/>
                      <a:pt x="118" y="52"/>
                    </a:cubicBezTo>
                    <a:cubicBezTo>
                      <a:pt x="118" y="50"/>
                      <a:pt x="120" y="49"/>
                      <a:pt x="122" y="49"/>
                    </a:cubicBezTo>
                    <a:moveTo>
                      <a:pt x="119" y="65"/>
                    </a:moveTo>
                    <a:cubicBezTo>
                      <a:pt x="118" y="65"/>
                      <a:pt x="116" y="64"/>
                      <a:pt x="116" y="62"/>
                    </a:cubicBezTo>
                    <a:cubicBezTo>
                      <a:pt x="116" y="60"/>
                      <a:pt x="118" y="59"/>
                      <a:pt x="119" y="59"/>
                    </a:cubicBezTo>
                    <a:cubicBezTo>
                      <a:pt x="121" y="59"/>
                      <a:pt x="123" y="60"/>
                      <a:pt x="123" y="62"/>
                    </a:cubicBezTo>
                    <a:cubicBezTo>
                      <a:pt x="123" y="64"/>
                      <a:pt x="121" y="65"/>
                      <a:pt x="119" y="65"/>
                    </a:cubicBezTo>
                    <a:moveTo>
                      <a:pt x="125" y="74"/>
                    </a:moveTo>
                    <a:cubicBezTo>
                      <a:pt x="123" y="74"/>
                      <a:pt x="122" y="73"/>
                      <a:pt x="122" y="71"/>
                    </a:cubicBezTo>
                    <a:cubicBezTo>
                      <a:pt x="122" y="70"/>
                      <a:pt x="123" y="68"/>
                      <a:pt x="125" y="68"/>
                    </a:cubicBezTo>
                    <a:cubicBezTo>
                      <a:pt x="127" y="68"/>
                      <a:pt x="128" y="70"/>
                      <a:pt x="128" y="71"/>
                    </a:cubicBezTo>
                    <a:cubicBezTo>
                      <a:pt x="128" y="73"/>
                      <a:pt x="127" y="74"/>
                      <a:pt x="125" y="74"/>
                    </a:cubicBezTo>
                    <a:moveTo>
                      <a:pt x="132" y="81"/>
                    </a:moveTo>
                    <a:cubicBezTo>
                      <a:pt x="131" y="81"/>
                      <a:pt x="129" y="80"/>
                      <a:pt x="129" y="78"/>
                    </a:cubicBezTo>
                    <a:cubicBezTo>
                      <a:pt x="129" y="76"/>
                      <a:pt x="131" y="75"/>
                      <a:pt x="132" y="75"/>
                    </a:cubicBezTo>
                    <a:cubicBezTo>
                      <a:pt x="134" y="75"/>
                      <a:pt x="136" y="76"/>
                      <a:pt x="136" y="78"/>
                    </a:cubicBezTo>
                    <a:cubicBezTo>
                      <a:pt x="136" y="80"/>
                      <a:pt x="134" y="81"/>
                      <a:pt x="132" y="81"/>
                    </a:cubicBezTo>
                    <a:moveTo>
                      <a:pt x="132" y="68"/>
                    </a:moveTo>
                    <a:cubicBezTo>
                      <a:pt x="131" y="67"/>
                      <a:pt x="129" y="65"/>
                      <a:pt x="128" y="63"/>
                    </a:cubicBezTo>
                    <a:cubicBezTo>
                      <a:pt x="127" y="61"/>
                      <a:pt x="127" y="60"/>
                      <a:pt x="127" y="59"/>
                    </a:cubicBezTo>
                    <a:cubicBezTo>
                      <a:pt x="127" y="58"/>
                      <a:pt x="127" y="57"/>
                      <a:pt x="128" y="56"/>
                    </a:cubicBezTo>
                    <a:cubicBezTo>
                      <a:pt x="129" y="54"/>
                      <a:pt x="129" y="54"/>
                      <a:pt x="130" y="52"/>
                    </a:cubicBezTo>
                    <a:cubicBezTo>
                      <a:pt x="131" y="51"/>
                      <a:pt x="131" y="51"/>
                      <a:pt x="134" y="49"/>
                    </a:cubicBezTo>
                    <a:cubicBezTo>
                      <a:pt x="135" y="48"/>
                      <a:pt x="135" y="48"/>
                      <a:pt x="136" y="47"/>
                    </a:cubicBezTo>
                    <a:cubicBezTo>
                      <a:pt x="136" y="47"/>
                      <a:pt x="136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7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7" y="48"/>
                      <a:pt x="137" y="49"/>
                      <a:pt x="137" y="51"/>
                    </a:cubicBezTo>
                    <a:cubicBezTo>
                      <a:pt x="137" y="60"/>
                      <a:pt x="139" y="68"/>
                      <a:pt x="147" y="76"/>
                    </a:cubicBezTo>
                    <a:cubicBezTo>
                      <a:pt x="146" y="77"/>
                      <a:pt x="145" y="77"/>
                      <a:pt x="144" y="77"/>
                    </a:cubicBezTo>
                    <a:cubicBezTo>
                      <a:pt x="142" y="78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8"/>
                    </a:cubicBezTo>
                    <a:cubicBezTo>
                      <a:pt x="140" y="76"/>
                      <a:pt x="134" y="70"/>
                      <a:pt x="132" y="68"/>
                    </a:cubicBezTo>
                    <a:moveTo>
                      <a:pt x="138" y="87"/>
                    </a:moveTo>
                    <a:cubicBezTo>
                      <a:pt x="137" y="86"/>
                      <a:pt x="138" y="85"/>
                      <a:pt x="138" y="85"/>
                    </a:cubicBezTo>
                    <a:cubicBezTo>
                      <a:pt x="139" y="84"/>
                      <a:pt x="146" y="81"/>
                      <a:pt x="157" y="78"/>
                    </a:cubicBezTo>
                    <a:cubicBezTo>
                      <a:pt x="168" y="75"/>
                      <a:pt x="175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8" y="74"/>
                      <a:pt x="188" y="74"/>
                      <a:pt x="188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200" y="74"/>
                      <a:pt x="207" y="75"/>
                      <a:pt x="218" y="78"/>
                    </a:cubicBezTo>
                    <a:cubicBezTo>
                      <a:pt x="229" y="81"/>
                      <a:pt x="236" y="84"/>
                      <a:pt x="237" y="85"/>
                    </a:cubicBezTo>
                    <a:cubicBezTo>
                      <a:pt x="238" y="85"/>
                      <a:pt x="238" y="86"/>
                      <a:pt x="237" y="87"/>
                    </a:cubicBezTo>
                    <a:cubicBezTo>
                      <a:pt x="237" y="87"/>
                      <a:pt x="236" y="88"/>
                      <a:pt x="235" y="87"/>
                    </a:cubicBezTo>
                    <a:cubicBezTo>
                      <a:pt x="235" y="87"/>
                      <a:pt x="228" y="84"/>
                      <a:pt x="217" y="81"/>
                    </a:cubicBezTo>
                    <a:cubicBezTo>
                      <a:pt x="206" y="78"/>
                      <a:pt x="199" y="77"/>
                      <a:pt x="188" y="77"/>
                    </a:cubicBezTo>
                    <a:cubicBezTo>
                      <a:pt x="176" y="77"/>
                      <a:pt x="169" y="78"/>
                      <a:pt x="158" y="81"/>
                    </a:cubicBezTo>
                    <a:cubicBezTo>
                      <a:pt x="147" y="84"/>
                      <a:pt x="140" y="87"/>
                      <a:pt x="140" y="87"/>
                    </a:cubicBezTo>
                    <a:cubicBezTo>
                      <a:pt x="139" y="88"/>
                      <a:pt x="138" y="87"/>
                      <a:pt x="138" y="87"/>
                    </a:cubicBezTo>
                    <a:moveTo>
                      <a:pt x="143" y="97"/>
                    </a:moveTo>
                    <a:cubicBezTo>
                      <a:pt x="142" y="97"/>
                      <a:pt x="142" y="97"/>
                      <a:pt x="142" y="97"/>
                    </a:cubicBezTo>
                    <a:cubicBezTo>
                      <a:pt x="141" y="96"/>
                      <a:pt x="141" y="96"/>
                      <a:pt x="141" y="95"/>
                    </a:cubicBezTo>
                    <a:cubicBezTo>
                      <a:pt x="140" y="93"/>
                      <a:pt x="140" y="92"/>
                      <a:pt x="140" y="91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2"/>
                      <a:pt x="148" y="92"/>
                      <a:pt x="148" y="92"/>
                    </a:cubicBezTo>
                    <a:cubicBezTo>
                      <a:pt x="148" y="92"/>
                      <a:pt x="148" y="92"/>
                      <a:pt x="148" y="92"/>
                    </a:cubicBezTo>
                    <a:lnTo>
                      <a:pt x="143" y="97"/>
                    </a:lnTo>
                    <a:close/>
                    <a:moveTo>
                      <a:pt x="69" y="310"/>
                    </a:moveTo>
                    <a:cubicBezTo>
                      <a:pt x="63" y="305"/>
                      <a:pt x="63" y="305"/>
                      <a:pt x="63" y="305"/>
                    </a:cubicBezTo>
                    <a:cubicBezTo>
                      <a:pt x="58" y="301"/>
                      <a:pt x="42" y="292"/>
                      <a:pt x="38" y="291"/>
                    </a:cubicBezTo>
                    <a:cubicBezTo>
                      <a:pt x="36" y="290"/>
                      <a:pt x="29" y="289"/>
                      <a:pt x="24" y="289"/>
                    </a:cubicBezTo>
                    <a:cubicBezTo>
                      <a:pt x="25" y="288"/>
                      <a:pt x="27" y="287"/>
                      <a:pt x="30" y="286"/>
                    </a:cubicBezTo>
                    <a:cubicBezTo>
                      <a:pt x="31" y="286"/>
                      <a:pt x="31" y="286"/>
                      <a:pt x="31" y="286"/>
                    </a:cubicBezTo>
                    <a:cubicBezTo>
                      <a:pt x="37" y="284"/>
                      <a:pt x="43" y="285"/>
                      <a:pt x="49" y="288"/>
                    </a:cubicBezTo>
                    <a:cubicBezTo>
                      <a:pt x="50" y="288"/>
                      <a:pt x="50" y="288"/>
                      <a:pt x="50" y="288"/>
                    </a:cubicBezTo>
                    <a:cubicBezTo>
                      <a:pt x="51" y="287"/>
                      <a:pt x="51" y="287"/>
                      <a:pt x="51" y="287"/>
                    </a:cubicBezTo>
                    <a:cubicBezTo>
                      <a:pt x="51" y="285"/>
                      <a:pt x="47" y="282"/>
                      <a:pt x="40" y="278"/>
                    </a:cubicBezTo>
                    <a:cubicBezTo>
                      <a:pt x="37" y="277"/>
                      <a:pt x="37" y="277"/>
                      <a:pt x="37" y="277"/>
                    </a:cubicBezTo>
                    <a:cubicBezTo>
                      <a:pt x="37" y="277"/>
                      <a:pt x="36" y="277"/>
                      <a:pt x="36" y="277"/>
                    </a:cubicBezTo>
                    <a:cubicBezTo>
                      <a:pt x="29" y="274"/>
                      <a:pt x="8" y="276"/>
                      <a:pt x="5" y="276"/>
                    </a:cubicBezTo>
                    <a:cubicBezTo>
                      <a:pt x="2" y="276"/>
                      <a:pt x="6" y="273"/>
                      <a:pt x="5" y="273"/>
                    </a:cubicBezTo>
                    <a:cubicBezTo>
                      <a:pt x="6" y="271"/>
                      <a:pt x="11" y="267"/>
                      <a:pt x="25" y="270"/>
                    </a:cubicBezTo>
                    <a:cubicBezTo>
                      <a:pt x="25" y="270"/>
                      <a:pt x="37" y="271"/>
                      <a:pt x="37" y="270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33" y="267"/>
                      <a:pt x="33" y="267"/>
                      <a:pt x="33" y="267"/>
                    </a:cubicBezTo>
                    <a:cubicBezTo>
                      <a:pt x="30" y="265"/>
                      <a:pt x="26" y="263"/>
                      <a:pt x="23" y="261"/>
                    </a:cubicBezTo>
                    <a:cubicBezTo>
                      <a:pt x="23" y="258"/>
                      <a:pt x="37" y="260"/>
                      <a:pt x="37" y="260"/>
                    </a:cubicBezTo>
                    <a:cubicBezTo>
                      <a:pt x="41" y="262"/>
                      <a:pt x="47" y="264"/>
                      <a:pt x="51" y="268"/>
                    </a:cubicBezTo>
                    <a:cubicBezTo>
                      <a:pt x="52" y="269"/>
                      <a:pt x="53" y="271"/>
                      <a:pt x="54" y="272"/>
                    </a:cubicBezTo>
                    <a:cubicBezTo>
                      <a:pt x="54" y="274"/>
                      <a:pt x="55" y="276"/>
                      <a:pt x="55" y="277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1" y="277"/>
                      <a:pt x="49" y="278"/>
                      <a:pt x="49" y="278"/>
                    </a:cubicBezTo>
                    <a:cubicBezTo>
                      <a:pt x="49" y="279"/>
                      <a:pt x="49" y="281"/>
                      <a:pt x="50" y="281"/>
                    </a:cubicBezTo>
                    <a:cubicBezTo>
                      <a:pt x="52" y="283"/>
                      <a:pt x="55" y="286"/>
                      <a:pt x="59" y="288"/>
                    </a:cubicBezTo>
                    <a:cubicBezTo>
                      <a:pt x="58" y="288"/>
                      <a:pt x="57" y="288"/>
                      <a:pt x="56" y="288"/>
                    </a:cubicBezTo>
                    <a:cubicBezTo>
                      <a:pt x="56" y="288"/>
                      <a:pt x="55" y="288"/>
                      <a:pt x="55" y="289"/>
                    </a:cubicBezTo>
                    <a:cubicBezTo>
                      <a:pt x="55" y="289"/>
                      <a:pt x="55" y="289"/>
                      <a:pt x="55" y="289"/>
                    </a:cubicBezTo>
                    <a:cubicBezTo>
                      <a:pt x="55" y="290"/>
                      <a:pt x="55" y="290"/>
                      <a:pt x="55" y="290"/>
                    </a:cubicBezTo>
                    <a:cubicBezTo>
                      <a:pt x="56" y="291"/>
                      <a:pt x="56" y="291"/>
                      <a:pt x="56" y="291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8" y="292"/>
                      <a:pt x="62" y="295"/>
                      <a:pt x="62" y="296"/>
                    </a:cubicBezTo>
                    <a:cubicBezTo>
                      <a:pt x="62" y="297"/>
                      <a:pt x="63" y="301"/>
                      <a:pt x="69" y="306"/>
                    </a:cubicBezTo>
                    <a:cubicBezTo>
                      <a:pt x="77" y="312"/>
                      <a:pt x="77" y="312"/>
                      <a:pt x="77" y="312"/>
                    </a:cubicBezTo>
                    <a:cubicBezTo>
                      <a:pt x="79" y="314"/>
                      <a:pt x="92" y="327"/>
                      <a:pt x="86" y="328"/>
                    </a:cubicBezTo>
                    <a:cubicBezTo>
                      <a:pt x="85" y="327"/>
                      <a:pt x="76" y="320"/>
                      <a:pt x="69" y="310"/>
                    </a:cubicBezTo>
                    <a:moveTo>
                      <a:pt x="67" y="296"/>
                    </a:moveTo>
                    <a:cubicBezTo>
                      <a:pt x="63" y="293"/>
                      <a:pt x="61" y="287"/>
                      <a:pt x="60" y="286"/>
                    </a:cubicBezTo>
                    <a:cubicBezTo>
                      <a:pt x="76" y="291"/>
                      <a:pt x="85" y="311"/>
                      <a:pt x="91" y="314"/>
                    </a:cubicBezTo>
                    <a:cubicBezTo>
                      <a:pt x="103" y="331"/>
                      <a:pt x="103" y="331"/>
                      <a:pt x="103" y="331"/>
                    </a:cubicBezTo>
                    <a:cubicBezTo>
                      <a:pt x="103" y="331"/>
                      <a:pt x="102" y="333"/>
                      <a:pt x="102" y="334"/>
                    </a:cubicBezTo>
                    <a:cubicBezTo>
                      <a:pt x="102" y="334"/>
                      <a:pt x="102" y="334"/>
                      <a:pt x="102" y="334"/>
                    </a:cubicBezTo>
                    <a:cubicBezTo>
                      <a:pt x="99" y="335"/>
                      <a:pt x="99" y="335"/>
                      <a:pt x="99" y="335"/>
                    </a:cubicBezTo>
                    <a:cubicBezTo>
                      <a:pt x="97" y="335"/>
                      <a:pt x="90" y="323"/>
                      <a:pt x="87" y="319"/>
                    </a:cubicBezTo>
                    <a:cubicBezTo>
                      <a:pt x="84" y="314"/>
                      <a:pt x="84" y="314"/>
                      <a:pt x="84" y="314"/>
                    </a:cubicBezTo>
                    <a:cubicBezTo>
                      <a:pt x="82" y="313"/>
                      <a:pt x="78" y="309"/>
                      <a:pt x="75" y="306"/>
                    </a:cubicBezTo>
                    <a:cubicBezTo>
                      <a:pt x="73" y="304"/>
                      <a:pt x="70" y="301"/>
                      <a:pt x="69" y="301"/>
                    </a:cubicBezTo>
                    <a:cubicBezTo>
                      <a:pt x="69" y="301"/>
                      <a:pt x="68" y="301"/>
                      <a:pt x="68" y="301"/>
                    </a:cubicBezTo>
                    <a:cubicBezTo>
                      <a:pt x="68" y="300"/>
                      <a:pt x="68" y="299"/>
                      <a:pt x="68" y="299"/>
                    </a:cubicBezTo>
                    <a:lnTo>
                      <a:pt x="67" y="296"/>
                    </a:lnTo>
                    <a:close/>
                    <a:moveTo>
                      <a:pt x="65" y="327"/>
                    </a:moveTo>
                    <a:cubicBezTo>
                      <a:pt x="65" y="326"/>
                      <a:pt x="64" y="327"/>
                      <a:pt x="64" y="327"/>
                    </a:cubicBezTo>
                    <a:cubicBezTo>
                      <a:pt x="63" y="327"/>
                      <a:pt x="62" y="328"/>
                      <a:pt x="61" y="327"/>
                    </a:cubicBezTo>
                    <a:cubicBezTo>
                      <a:pt x="60" y="327"/>
                      <a:pt x="58" y="326"/>
                      <a:pt x="53" y="325"/>
                    </a:cubicBezTo>
                    <a:cubicBezTo>
                      <a:pt x="49" y="324"/>
                      <a:pt x="42" y="322"/>
                      <a:pt x="39" y="321"/>
                    </a:cubicBezTo>
                    <a:cubicBezTo>
                      <a:pt x="42" y="320"/>
                      <a:pt x="50" y="318"/>
                      <a:pt x="67" y="322"/>
                    </a:cubicBezTo>
                    <a:cubicBezTo>
                      <a:pt x="71" y="323"/>
                      <a:pt x="76" y="325"/>
                      <a:pt x="81" y="327"/>
                    </a:cubicBezTo>
                    <a:cubicBezTo>
                      <a:pt x="83" y="328"/>
                      <a:pt x="90" y="334"/>
                      <a:pt x="92" y="337"/>
                    </a:cubicBezTo>
                    <a:cubicBezTo>
                      <a:pt x="92" y="337"/>
                      <a:pt x="92" y="338"/>
                      <a:pt x="92" y="338"/>
                    </a:cubicBezTo>
                    <a:cubicBezTo>
                      <a:pt x="92" y="338"/>
                      <a:pt x="91" y="338"/>
                      <a:pt x="91" y="338"/>
                    </a:cubicBezTo>
                    <a:cubicBezTo>
                      <a:pt x="87" y="341"/>
                      <a:pt x="87" y="341"/>
                      <a:pt x="87" y="341"/>
                    </a:cubicBezTo>
                    <a:cubicBezTo>
                      <a:pt x="86" y="341"/>
                      <a:pt x="86" y="340"/>
                      <a:pt x="85" y="339"/>
                    </a:cubicBezTo>
                    <a:cubicBezTo>
                      <a:pt x="82" y="335"/>
                      <a:pt x="82" y="335"/>
                      <a:pt x="82" y="335"/>
                    </a:cubicBezTo>
                    <a:cubicBezTo>
                      <a:pt x="76" y="330"/>
                      <a:pt x="69" y="328"/>
                      <a:pt x="65" y="327"/>
                    </a:cubicBezTo>
                    <a:moveTo>
                      <a:pt x="77" y="345"/>
                    </a:moveTo>
                    <a:cubicBezTo>
                      <a:pt x="75" y="345"/>
                      <a:pt x="75" y="345"/>
                      <a:pt x="75" y="345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8" y="342"/>
                      <a:pt x="78" y="340"/>
                      <a:pt x="81" y="341"/>
                    </a:cubicBezTo>
                    <a:cubicBezTo>
                      <a:pt x="82" y="341"/>
                      <a:pt x="82" y="341"/>
                      <a:pt x="82" y="341"/>
                    </a:cubicBezTo>
                    <a:cubicBezTo>
                      <a:pt x="83" y="342"/>
                      <a:pt x="84" y="343"/>
                      <a:pt x="84" y="345"/>
                    </a:cubicBezTo>
                    <a:cubicBezTo>
                      <a:pt x="83" y="346"/>
                      <a:pt x="82" y="346"/>
                      <a:pt x="77" y="345"/>
                    </a:cubicBezTo>
                    <a:moveTo>
                      <a:pt x="82" y="355"/>
                    </a:moveTo>
                    <a:cubicBezTo>
                      <a:pt x="74" y="360"/>
                      <a:pt x="75" y="359"/>
                      <a:pt x="73" y="360"/>
                    </a:cubicBezTo>
                    <a:cubicBezTo>
                      <a:pt x="72" y="355"/>
                      <a:pt x="95" y="337"/>
                      <a:pt x="104" y="336"/>
                    </a:cubicBezTo>
                    <a:cubicBezTo>
                      <a:pt x="105" y="336"/>
                      <a:pt x="106" y="339"/>
                      <a:pt x="106" y="341"/>
                    </a:cubicBezTo>
                    <a:cubicBezTo>
                      <a:pt x="107" y="342"/>
                      <a:pt x="111" y="345"/>
                      <a:pt x="111" y="345"/>
                    </a:cubicBezTo>
                    <a:cubicBezTo>
                      <a:pt x="112" y="345"/>
                      <a:pt x="122" y="348"/>
                      <a:pt x="124" y="348"/>
                    </a:cubicBezTo>
                    <a:cubicBezTo>
                      <a:pt x="121" y="348"/>
                      <a:pt x="98" y="345"/>
                      <a:pt x="82" y="355"/>
                    </a:cubicBezTo>
                    <a:moveTo>
                      <a:pt x="101" y="357"/>
                    </a:moveTo>
                    <a:cubicBezTo>
                      <a:pt x="101" y="357"/>
                      <a:pt x="95" y="363"/>
                      <a:pt x="91" y="361"/>
                    </a:cubicBezTo>
                    <a:cubicBezTo>
                      <a:pt x="87" y="360"/>
                      <a:pt x="94" y="355"/>
                      <a:pt x="95" y="353"/>
                    </a:cubicBezTo>
                    <a:cubicBezTo>
                      <a:pt x="101" y="350"/>
                      <a:pt x="120" y="349"/>
                      <a:pt x="128" y="350"/>
                    </a:cubicBezTo>
                    <a:cubicBezTo>
                      <a:pt x="136" y="352"/>
                      <a:pt x="145" y="353"/>
                      <a:pt x="150" y="356"/>
                    </a:cubicBezTo>
                    <a:cubicBezTo>
                      <a:pt x="157" y="359"/>
                      <a:pt x="164" y="365"/>
                      <a:pt x="167" y="372"/>
                    </a:cubicBezTo>
                    <a:cubicBezTo>
                      <a:pt x="170" y="379"/>
                      <a:pt x="170" y="384"/>
                      <a:pt x="168" y="383"/>
                    </a:cubicBezTo>
                    <a:cubicBezTo>
                      <a:pt x="165" y="382"/>
                      <a:pt x="168" y="383"/>
                      <a:pt x="164" y="374"/>
                    </a:cubicBezTo>
                    <a:cubicBezTo>
                      <a:pt x="162" y="371"/>
                      <a:pt x="161" y="368"/>
                      <a:pt x="152" y="362"/>
                    </a:cubicBezTo>
                    <a:cubicBezTo>
                      <a:pt x="135" y="356"/>
                      <a:pt x="135" y="356"/>
                      <a:pt x="135" y="356"/>
                    </a:cubicBezTo>
                    <a:cubicBezTo>
                      <a:pt x="129" y="355"/>
                      <a:pt x="113" y="353"/>
                      <a:pt x="101" y="357"/>
                    </a:cubicBezTo>
                    <a:moveTo>
                      <a:pt x="161" y="394"/>
                    </a:moveTo>
                    <a:cubicBezTo>
                      <a:pt x="158" y="395"/>
                      <a:pt x="158" y="393"/>
                      <a:pt x="158" y="393"/>
                    </a:cubicBezTo>
                    <a:cubicBezTo>
                      <a:pt x="158" y="393"/>
                      <a:pt x="158" y="392"/>
                      <a:pt x="158" y="392"/>
                    </a:cubicBezTo>
                    <a:cubicBezTo>
                      <a:pt x="159" y="390"/>
                      <a:pt x="160" y="389"/>
                      <a:pt x="160" y="388"/>
                    </a:cubicBezTo>
                    <a:cubicBezTo>
                      <a:pt x="160" y="385"/>
                      <a:pt x="157" y="382"/>
                      <a:pt x="156" y="379"/>
                    </a:cubicBezTo>
                    <a:cubicBezTo>
                      <a:pt x="155" y="379"/>
                      <a:pt x="155" y="379"/>
                      <a:pt x="155" y="379"/>
                    </a:cubicBezTo>
                    <a:cubicBezTo>
                      <a:pt x="152" y="375"/>
                      <a:pt x="148" y="372"/>
                      <a:pt x="144" y="369"/>
                    </a:cubicBezTo>
                    <a:cubicBezTo>
                      <a:pt x="141" y="367"/>
                      <a:pt x="136" y="366"/>
                      <a:pt x="132" y="365"/>
                    </a:cubicBezTo>
                    <a:cubicBezTo>
                      <a:pt x="131" y="365"/>
                      <a:pt x="131" y="365"/>
                      <a:pt x="131" y="365"/>
                    </a:cubicBezTo>
                    <a:cubicBezTo>
                      <a:pt x="127" y="364"/>
                      <a:pt x="121" y="365"/>
                      <a:pt x="116" y="365"/>
                    </a:cubicBezTo>
                    <a:cubicBezTo>
                      <a:pt x="113" y="365"/>
                      <a:pt x="108" y="366"/>
                      <a:pt x="108" y="365"/>
                    </a:cubicBezTo>
                    <a:cubicBezTo>
                      <a:pt x="108" y="365"/>
                      <a:pt x="108" y="364"/>
                      <a:pt x="108" y="364"/>
                    </a:cubicBezTo>
                    <a:cubicBezTo>
                      <a:pt x="108" y="362"/>
                      <a:pt x="112" y="361"/>
                      <a:pt x="114" y="360"/>
                    </a:cubicBezTo>
                    <a:cubicBezTo>
                      <a:pt x="117" y="359"/>
                      <a:pt x="136" y="356"/>
                      <a:pt x="154" y="367"/>
                    </a:cubicBezTo>
                    <a:cubicBezTo>
                      <a:pt x="158" y="370"/>
                      <a:pt x="166" y="381"/>
                      <a:pt x="166" y="388"/>
                    </a:cubicBezTo>
                    <a:cubicBezTo>
                      <a:pt x="165" y="390"/>
                      <a:pt x="163" y="393"/>
                      <a:pt x="161" y="394"/>
                    </a:cubicBezTo>
                    <a:moveTo>
                      <a:pt x="173" y="367"/>
                    </a:moveTo>
                    <a:cubicBezTo>
                      <a:pt x="177" y="374"/>
                      <a:pt x="177" y="380"/>
                      <a:pt x="176" y="385"/>
                    </a:cubicBezTo>
                    <a:cubicBezTo>
                      <a:pt x="175" y="387"/>
                      <a:pt x="175" y="389"/>
                      <a:pt x="173" y="390"/>
                    </a:cubicBezTo>
                    <a:cubicBezTo>
                      <a:pt x="168" y="397"/>
                      <a:pt x="162" y="396"/>
                      <a:pt x="168" y="390"/>
                    </a:cubicBezTo>
                    <a:cubicBezTo>
                      <a:pt x="168" y="390"/>
                      <a:pt x="172" y="386"/>
                      <a:pt x="172" y="380"/>
                    </a:cubicBezTo>
                    <a:cubicBezTo>
                      <a:pt x="172" y="378"/>
                      <a:pt x="171" y="375"/>
                      <a:pt x="171" y="373"/>
                    </a:cubicBezTo>
                    <a:cubicBezTo>
                      <a:pt x="169" y="370"/>
                      <a:pt x="166" y="365"/>
                      <a:pt x="164" y="362"/>
                    </a:cubicBezTo>
                    <a:cubicBezTo>
                      <a:pt x="158" y="356"/>
                      <a:pt x="153" y="353"/>
                      <a:pt x="145" y="350"/>
                    </a:cubicBezTo>
                    <a:cubicBezTo>
                      <a:pt x="138" y="347"/>
                      <a:pt x="132" y="346"/>
                      <a:pt x="126" y="345"/>
                    </a:cubicBezTo>
                    <a:cubicBezTo>
                      <a:pt x="122" y="345"/>
                      <a:pt x="122" y="345"/>
                      <a:pt x="122" y="345"/>
                    </a:cubicBezTo>
                    <a:cubicBezTo>
                      <a:pt x="117" y="344"/>
                      <a:pt x="112" y="344"/>
                      <a:pt x="110" y="340"/>
                    </a:cubicBezTo>
                    <a:cubicBezTo>
                      <a:pt x="108" y="336"/>
                      <a:pt x="108" y="336"/>
                      <a:pt x="108" y="336"/>
                    </a:cubicBezTo>
                    <a:cubicBezTo>
                      <a:pt x="106" y="333"/>
                      <a:pt x="105" y="330"/>
                      <a:pt x="103" y="326"/>
                    </a:cubicBezTo>
                    <a:cubicBezTo>
                      <a:pt x="103" y="325"/>
                      <a:pt x="102" y="324"/>
                      <a:pt x="102" y="323"/>
                    </a:cubicBezTo>
                    <a:cubicBezTo>
                      <a:pt x="99" y="319"/>
                      <a:pt x="96" y="315"/>
                      <a:pt x="92" y="311"/>
                    </a:cubicBezTo>
                    <a:cubicBezTo>
                      <a:pt x="90" y="308"/>
                      <a:pt x="90" y="308"/>
                      <a:pt x="90" y="308"/>
                    </a:cubicBezTo>
                    <a:cubicBezTo>
                      <a:pt x="82" y="298"/>
                      <a:pt x="82" y="298"/>
                      <a:pt x="82" y="298"/>
                    </a:cubicBezTo>
                    <a:cubicBezTo>
                      <a:pt x="80" y="296"/>
                      <a:pt x="80" y="296"/>
                      <a:pt x="80" y="296"/>
                    </a:cubicBezTo>
                    <a:cubicBezTo>
                      <a:pt x="78" y="294"/>
                      <a:pt x="75" y="291"/>
                      <a:pt x="72" y="290"/>
                    </a:cubicBezTo>
                    <a:cubicBezTo>
                      <a:pt x="69" y="289"/>
                      <a:pt x="67" y="288"/>
                      <a:pt x="64" y="285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60" y="281"/>
                      <a:pt x="60" y="281"/>
                      <a:pt x="60" y="281"/>
                    </a:cubicBezTo>
                    <a:cubicBezTo>
                      <a:pt x="58" y="279"/>
                      <a:pt x="58" y="277"/>
                      <a:pt x="58" y="275"/>
                    </a:cubicBezTo>
                    <a:cubicBezTo>
                      <a:pt x="58" y="274"/>
                      <a:pt x="58" y="274"/>
                      <a:pt x="58" y="274"/>
                    </a:cubicBezTo>
                    <a:cubicBezTo>
                      <a:pt x="57" y="269"/>
                      <a:pt x="57" y="269"/>
                      <a:pt x="57" y="269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6" y="257"/>
                      <a:pt x="47" y="241"/>
                      <a:pt x="39" y="232"/>
                    </a:cubicBezTo>
                    <a:cubicBezTo>
                      <a:pt x="37" y="229"/>
                      <a:pt x="29" y="222"/>
                      <a:pt x="26" y="220"/>
                    </a:cubicBezTo>
                    <a:cubicBezTo>
                      <a:pt x="27" y="220"/>
                      <a:pt x="29" y="219"/>
                      <a:pt x="30" y="219"/>
                    </a:cubicBezTo>
                    <a:cubicBezTo>
                      <a:pt x="33" y="219"/>
                      <a:pt x="37" y="220"/>
                      <a:pt x="40" y="222"/>
                    </a:cubicBezTo>
                    <a:cubicBezTo>
                      <a:pt x="40" y="222"/>
                      <a:pt x="50" y="234"/>
                      <a:pt x="52" y="233"/>
                    </a:cubicBezTo>
                    <a:cubicBezTo>
                      <a:pt x="52" y="232"/>
                      <a:pt x="53" y="232"/>
                      <a:pt x="53" y="231"/>
                    </a:cubicBezTo>
                    <a:cubicBezTo>
                      <a:pt x="53" y="230"/>
                      <a:pt x="53" y="229"/>
                      <a:pt x="52" y="228"/>
                    </a:cubicBezTo>
                    <a:cubicBezTo>
                      <a:pt x="51" y="226"/>
                      <a:pt x="47" y="222"/>
                      <a:pt x="34" y="211"/>
                    </a:cubicBezTo>
                    <a:cubicBezTo>
                      <a:pt x="22" y="200"/>
                      <a:pt x="12" y="199"/>
                      <a:pt x="16" y="197"/>
                    </a:cubicBezTo>
                    <a:cubicBezTo>
                      <a:pt x="21" y="198"/>
                      <a:pt x="31" y="197"/>
                      <a:pt x="40" y="205"/>
                    </a:cubicBezTo>
                    <a:cubicBezTo>
                      <a:pt x="43" y="208"/>
                      <a:pt x="49" y="214"/>
                      <a:pt x="52" y="217"/>
                    </a:cubicBezTo>
                    <a:cubicBezTo>
                      <a:pt x="54" y="220"/>
                      <a:pt x="56" y="219"/>
                      <a:pt x="56" y="219"/>
                    </a:cubicBezTo>
                    <a:cubicBezTo>
                      <a:pt x="52" y="211"/>
                      <a:pt x="52" y="211"/>
                      <a:pt x="52" y="211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3" y="199"/>
                      <a:pt x="41" y="196"/>
                      <a:pt x="39" y="193"/>
                    </a:cubicBezTo>
                    <a:cubicBezTo>
                      <a:pt x="37" y="189"/>
                      <a:pt x="35" y="185"/>
                      <a:pt x="33" y="182"/>
                    </a:cubicBezTo>
                    <a:cubicBezTo>
                      <a:pt x="31" y="179"/>
                      <a:pt x="24" y="174"/>
                      <a:pt x="18" y="169"/>
                    </a:cubicBezTo>
                    <a:cubicBezTo>
                      <a:pt x="15" y="166"/>
                      <a:pt x="11" y="163"/>
                      <a:pt x="10" y="161"/>
                    </a:cubicBezTo>
                    <a:cubicBezTo>
                      <a:pt x="14" y="161"/>
                      <a:pt x="26" y="164"/>
                      <a:pt x="31" y="168"/>
                    </a:cubicBezTo>
                    <a:cubicBezTo>
                      <a:pt x="31" y="169"/>
                      <a:pt x="42" y="181"/>
                      <a:pt x="44" y="184"/>
                    </a:cubicBezTo>
                    <a:cubicBezTo>
                      <a:pt x="45" y="186"/>
                      <a:pt x="47" y="187"/>
                      <a:pt x="48" y="186"/>
                    </a:cubicBezTo>
                    <a:cubicBezTo>
                      <a:pt x="49" y="186"/>
                      <a:pt x="49" y="185"/>
                      <a:pt x="49" y="185"/>
                    </a:cubicBezTo>
                    <a:cubicBezTo>
                      <a:pt x="49" y="184"/>
                      <a:pt x="49" y="183"/>
                      <a:pt x="48" y="182"/>
                    </a:cubicBezTo>
                    <a:cubicBezTo>
                      <a:pt x="43" y="175"/>
                      <a:pt x="29" y="152"/>
                      <a:pt x="27" y="149"/>
                    </a:cubicBezTo>
                    <a:cubicBezTo>
                      <a:pt x="24" y="142"/>
                      <a:pt x="21" y="134"/>
                      <a:pt x="20" y="124"/>
                    </a:cubicBezTo>
                    <a:cubicBezTo>
                      <a:pt x="20" y="124"/>
                      <a:pt x="20" y="123"/>
                      <a:pt x="20" y="122"/>
                    </a:cubicBezTo>
                    <a:cubicBezTo>
                      <a:pt x="20" y="120"/>
                      <a:pt x="20" y="116"/>
                      <a:pt x="20" y="114"/>
                    </a:cubicBezTo>
                    <a:cubicBezTo>
                      <a:pt x="21" y="115"/>
                      <a:pt x="21" y="118"/>
                      <a:pt x="21" y="120"/>
                    </a:cubicBezTo>
                    <a:cubicBezTo>
                      <a:pt x="22" y="123"/>
                      <a:pt x="22" y="125"/>
                      <a:pt x="22" y="125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4" y="114"/>
                      <a:pt x="25" y="112"/>
                      <a:pt x="25" y="108"/>
                    </a:cubicBezTo>
                    <a:cubicBezTo>
                      <a:pt x="25" y="107"/>
                      <a:pt x="26" y="104"/>
                      <a:pt x="26" y="104"/>
                    </a:cubicBezTo>
                    <a:cubicBezTo>
                      <a:pt x="27" y="104"/>
                      <a:pt x="28" y="104"/>
                      <a:pt x="28" y="104"/>
                    </a:cubicBezTo>
                    <a:cubicBezTo>
                      <a:pt x="28" y="104"/>
                      <a:pt x="29" y="106"/>
                      <a:pt x="29" y="107"/>
                    </a:cubicBezTo>
                    <a:cubicBezTo>
                      <a:pt x="28" y="122"/>
                      <a:pt x="35" y="137"/>
                      <a:pt x="35" y="137"/>
                    </a:cubicBezTo>
                    <a:cubicBezTo>
                      <a:pt x="46" y="157"/>
                      <a:pt x="49" y="162"/>
                      <a:pt x="63" y="181"/>
                    </a:cubicBezTo>
                    <a:cubicBezTo>
                      <a:pt x="74" y="195"/>
                      <a:pt x="84" y="213"/>
                      <a:pt x="86" y="230"/>
                    </a:cubicBezTo>
                    <a:cubicBezTo>
                      <a:pt x="88" y="245"/>
                      <a:pt x="84" y="264"/>
                      <a:pt x="82" y="272"/>
                    </a:cubicBezTo>
                    <a:cubicBezTo>
                      <a:pt x="80" y="279"/>
                      <a:pt x="84" y="286"/>
                      <a:pt x="84" y="286"/>
                    </a:cubicBezTo>
                    <a:cubicBezTo>
                      <a:pt x="88" y="293"/>
                      <a:pt x="88" y="289"/>
                      <a:pt x="96" y="300"/>
                    </a:cubicBezTo>
                    <a:cubicBezTo>
                      <a:pt x="102" y="307"/>
                      <a:pt x="106" y="317"/>
                      <a:pt x="109" y="323"/>
                    </a:cubicBezTo>
                    <a:cubicBezTo>
                      <a:pt x="111" y="328"/>
                      <a:pt x="115" y="332"/>
                      <a:pt x="118" y="335"/>
                    </a:cubicBezTo>
                    <a:cubicBezTo>
                      <a:pt x="121" y="339"/>
                      <a:pt x="124" y="339"/>
                      <a:pt x="130" y="339"/>
                    </a:cubicBezTo>
                    <a:cubicBezTo>
                      <a:pt x="145" y="341"/>
                      <a:pt x="145" y="341"/>
                      <a:pt x="145" y="341"/>
                    </a:cubicBezTo>
                    <a:cubicBezTo>
                      <a:pt x="163" y="344"/>
                      <a:pt x="166" y="356"/>
                      <a:pt x="173" y="367"/>
                    </a:cubicBezTo>
                    <a:moveTo>
                      <a:pt x="188" y="356"/>
                    </a:moveTo>
                    <a:cubicBezTo>
                      <a:pt x="180" y="357"/>
                      <a:pt x="170" y="348"/>
                      <a:pt x="165" y="344"/>
                    </a:cubicBezTo>
                    <a:cubicBezTo>
                      <a:pt x="163" y="344"/>
                      <a:pt x="160" y="342"/>
                      <a:pt x="158" y="341"/>
                    </a:cubicBezTo>
                    <a:cubicBezTo>
                      <a:pt x="158" y="341"/>
                      <a:pt x="158" y="341"/>
                      <a:pt x="158" y="341"/>
                    </a:cubicBezTo>
                    <a:cubicBezTo>
                      <a:pt x="152" y="338"/>
                      <a:pt x="152" y="338"/>
                      <a:pt x="152" y="338"/>
                    </a:cubicBezTo>
                    <a:cubicBezTo>
                      <a:pt x="147" y="336"/>
                      <a:pt x="140" y="334"/>
                      <a:pt x="136" y="333"/>
                    </a:cubicBezTo>
                    <a:cubicBezTo>
                      <a:pt x="129" y="333"/>
                      <a:pt x="129" y="333"/>
                      <a:pt x="129" y="333"/>
                    </a:cubicBezTo>
                    <a:cubicBezTo>
                      <a:pt x="120" y="333"/>
                      <a:pt x="117" y="328"/>
                      <a:pt x="115" y="325"/>
                    </a:cubicBezTo>
                    <a:cubicBezTo>
                      <a:pt x="111" y="318"/>
                      <a:pt x="110" y="311"/>
                      <a:pt x="103" y="300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87" y="283"/>
                      <a:pt x="87" y="280"/>
                      <a:pt x="87" y="275"/>
                    </a:cubicBezTo>
                    <a:cubicBezTo>
                      <a:pt x="88" y="263"/>
                      <a:pt x="88" y="263"/>
                      <a:pt x="88" y="263"/>
                    </a:cubicBezTo>
                    <a:cubicBezTo>
                      <a:pt x="90" y="251"/>
                      <a:pt x="92" y="241"/>
                      <a:pt x="91" y="228"/>
                    </a:cubicBezTo>
                    <a:cubicBezTo>
                      <a:pt x="89" y="213"/>
                      <a:pt x="80" y="198"/>
                      <a:pt x="72" y="187"/>
                    </a:cubicBezTo>
                    <a:cubicBezTo>
                      <a:pt x="73" y="186"/>
                      <a:pt x="73" y="184"/>
                      <a:pt x="74" y="182"/>
                    </a:cubicBezTo>
                    <a:cubicBezTo>
                      <a:pt x="74" y="182"/>
                      <a:pt x="85" y="155"/>
                      <a:pt x="103" y="140"/>
                    </a:cubicBezTo>
                    <a:cubicBezTo>
                      <a:pt x="119" y="123"/>
                      <a:pt x="155" y="103"/>
                      <a:pt x="189" y="103"/>
                    </a:cubicBezTo>
                    <a:cubicBezTo>
                      <a:pt x="228" y="104"/>
                      <a:pt x="259" y="127"/>
                      <a:pt x="274" y="141"/>
                    </a:cubicBezTo>
                    <a:cubicBezTo>
                      <a:pt x="282" y="149"/>
                      <a:pt x="293" y="167"/>
                      <a:pt x="293" y="167"/>
                    </a:cubicBezTo>
                    <a:cubicBezTo>
                      <a:pt x="298" y="177"/>
                      <a:pt x="301" y="182"/>
                      <a:pt x="302" y="186"/>
                    </a:cubicBezTo>
                    <a:cubicBezTo>
                      <a:pt x="299" y="190"/>
                      <a:pt x="296" y="194"/>
                      <a:pt x="295" y="197"/>
                    </a:cubicBezTo>
                    <a:cubicBezTo>
                      <a:pt x="288" y="212"/>
                      <a:pt x="288" y="212"/>
                      <a:pt x="288" y="212"/>
                    </a:cubicBezTo>
                    <a:cubicBezTo>
                      <a:pt x="285" y="219"/>
                      <a:pt x="284" y="223"/>
                      <a:pt x="283" y="233"/>
                    </a:cubicBezTo>
                    <a:cubicBezTo>
                      <a:pt x="283" y="244"/>
                      <a:pt x="283" y="244"/>
                      <a:pt x="283" y="244"/>
                    </a:cubicBezTo>
                    <a:cubicBezTo>
                      <a:pt x="284" y="251"/>
                      <a:pt x="285" y="258"/>
                      <a:pt x="286" y="264"/>
                    </a:cubicBezTo>
                    <a:cubicBezTo>
                      <a:pt x="287" y="274"/>
                      <a:pt x="287" y="274"/>
                      <a:pt x="287" y="274"/>
                    </a:cubicBezTo>
                    <a:cubicBezTo>
                      <a:pt x="288" y="279"/>
                      <a:pt x="286" y="283"/>
                      <a:pt x="281" y="287"/>
                    </a:cubicBezTo>
                    <a:cubicBezTo>
                      <a:pt x="277" y="292"/>
                      <a:pt x="277" y="292"/>
                      <a:pt x="277" y="292"/>
                    </a:cubicBezTo>
                    <a:cubicBezTo>
                      <a:pt x="273" y="297"/>
                      <a:pt x="266" y="309"/>
                      <a:pt x="264" y="313"/>
                    </a:cubicBezTo>
                    <a:cubicBezTo>
                      <a:pt x="261" y="320"/>
                      <a:pt x="261" y="320"/>
                      <a:pt x="261" y="320"/>
                    </a:cubicBezTo>
                    <a:cubicBezTo>
                      <a:pt x="258" y="326"/>
                      <a:pt x="255" y="332"/>
                      <a:pt x="246" y="333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22" y="337"/>
                      <a:pt x="218" y="339"/>
                      <a:pt x="215" y="342"/>
                    </a:cubicBezTo>
                    <a:cubicBezTo>
                      <a:pt x="214" y="343"/>
                      <a:pt x="212" y="344"/>
                      <a:pt x="211" y="344"/>
                    </a:cubicBezTo>
                    <a:cubicBezTo>
                      <a:pt x="211" y="344"/>
                      <a:pt x="197" y="357"/>
                      <a:pt x="188" y="356"/>
                    </a:cubicBezTo>
                    <a:moveTo>
                      <a:pt x="201" y="390"/>
                    </a:moveTo>
                    <a:cubicBezTo>
                      <a:pt x="200" y="388"/>
                      <a:pt x="199" y="387"/>
                      <a:pt x="199" y="384"/>
                    </a:cubicBezTo>
                    <a:cubicBezTo>
                      <a:pt x="198" y="380"/>
                      <a:pt x="197" y="374"/>
                      <a:pt x="202" y="367"/>
                    </a:cubicBezTo>
                    <a:cubicBezTo>
                      <a:pt x="209" y="356"/>
                      <a:pt x="212" y="344"/>
                      <a:pt x="230" y="340"/>
                    </a:cubicBezTo>
                    <a:cubicBezTo>
                      <a:pt x="245" y="339"/>
                      <a:pt x="245" y="339"/>
                      <a:pt x="245" y="339"/>
                    </a:cubicBezTo>
                    <a:cubicBezTo>
                      <a:pt x="251" y="338"/>
                      <a:pt x="253" y="338"/>
                      <a:pt x="257" y="334"/>
                    </a:cubicBezTo>
                    <a:cubicBezTo>
                      <a:pt x="260" y="331"/>
                      <a:pt x="264" y="327"/>
                      <a:pt x="266" y="323"/>
                    </a:cubicBezTo>
                    <a:cubicBezTo>
                      <a:pt x="268" y="316"/>
                      <a:pt x="273" y="306"/>
                      <a:pt x="278" y="300"/>
                    </a:cubicBezTo>
                    <a:cubicBezTo>
                      <a:pt x="286" y="289"/>
                      <a:pt x="286" y="292"/>
                      <a:pt x="290" y="286"/>
                    </a:cubicBezTo>
                    <a:cubicBezTo>
                      <a:pt x="291" y="285"/>
                      <a:pt x="294" y="279"/>
                      <a:pt x="293" y="272"/>
                    </a:cubicBezTo>
                    <a:cubicBezTo>
                      <a:pt x="291" y="264"/>
                      <a:pt x="287" y="245"/>
                      <a:pt x="289" y="230"/>
                    </a:cubicBezTo>
                    <a:cubicBezTo>
                      <a:pt x="291" y="213"/>
                      <a:pt x="301" y="195"/>
                      <a:pt x="311" y="181"/>
                    </a:cubicBezTo>
                    <a:cubicBezTo>
                      <a:pt x="325" y="162"/>
                      <a:pt x="329" y="157"/>
                      <a:pt x="339" y="137"/>
                    </a:cubicBezTo>
                    <a:cubicBezTo>
                      <a:pt x="339" y="137"/>
                      <a:pt x="347" y="122"/>
                      <a:pt x="346" y="107"/>
                    </a:cubicBezTo>
                    <a:cubicBezTo>
                      <a:pt x="345" y="106"/>
                      <a:pt x="346" y="105"/>
                      <a:pt x="347" y="105"/>
                    </a:cubicBezTo>
                    <a:cubicBezTo>
                      <a:pt x="347" y="104"/>
                      <a:pt x="349" y="105"/>
                      <a:pt x="349" y="105"/>
                    </a:cubicBezTo>
                    <a:cubicBezTo>
                      <a:pt x="349" y="106"/>
                      <a:pt x="350" y="106"/>
                      <a:pt x="350" y="107"/>
                    </a:cubicBezTo>
                    <a:cubicBezTo>
                      <a:pt x="350" y="111"/>
                      <a:pt x="350" y="114"/>
                      <a:pt x="350" y="117"/>
                    </a:cubicBezTo>
                    <a:cubicBezTo>
                      <a:pt x="349" y="122"/>
                      <a:pt x="349" y="122"/>
                      <a:pt x="349" y="122"/>
                    </a:cubicBezTo>
                    <a:cubicBezTo>
                      <a:pt x="349" y="127"/>
                      <a:pt x="349" y="127"/>
                      <a:pt x="349" y="127"/>
                    </a:cubicBezTo>
                    <a:cubicBezTo>
                      <a:pt x="350" y="128"/>
                      <a:pt x="350" y="128"/>
                      <a:pt x="350" y="128"/>
                    </a:cubicBezTo>
                    <a:cubicBezTo>
                      <a:pt x="350" y="128"/>
                      <a:pt x="352" y="126"/>
                      <a:pt x="352" y="125"/>
                    </a:cubicBezTo>
                    <a:cubicBezTo>
                      <a:pt x="353" y="125"/>
                      <a:pt x="353" y="123"/>
                      <a:pt x="353" y="120"/>
                    </a:cubicBezTo>
                    <a:cubicBezTo>
                      <a:pt x="353" y="119"/>
                      <a:pt x="353" y="117"/>
                      <a:pt x="354" y="116"/>
                    </a:cubicBezTo>
                    <a:cubicBezTo>
                      <a:pt x="354" y="117"/>
                      <a:pt x="355" y="120"/>
                      <a:pt x="355" y="122"/>
                    </a:cubicBezTo>
                    <a:cubicBezTo>
                      <a:pt x="355" y="123"/>
                      <a:pt x="355" y="124"/>
                      <a:pt x="355" y="125"/>
                    </a:cubicBezTo>
                    <a:cubicBezTo>
                      <a:pt x="353" y="135"/>
                      <a:pt x="351" y="142"/>
                      <a:pt x="347" y="149"/>
                    </a:cubicBezTo>
                    <a:cubicBezTo>
                      <a:pt x="345" y="152"/>
                      <a:pt x="331" y="175"/>
                      <a:pt x="326" y="182"/>
                    </a:cubicBezTo>
                    <a:cubicBezTo>
                      <a:pt x="326" y="183"/>
                      <a:pt x="325" y="184"/>
                      <a:pt x="325" y="185"/>
                    </a:cubicBezTo>
                    <a:cubicBezTo>
                      <a:pt x="325" y="185"/>
                      <a:pt x="326" y="186"/>
                      <a:pt x="326" y="186"/>
                    </a:cubicBezTo>
                    <a:cubicBezTo>
                      <a:pt x="327" y="187"/>
                      <a:pt x="329" y="186"/>
                      <a:pt x="330" y="184"/>
                    </a:cubicBezTo>
                    <a:cubicBezTo>
                      <a:pt x="333" y="181"/>
                      <a:pt x="343" y="169"/>
                      <a:pt x="343" y="168"/>
                    </a:cubicBezTo>
                    <a:cubicBezTo>
                      <a:pt x="348" y="164"/>
                      <a:pt x="361" y="161"/>
                      <a:pt x="364" y="161"/>
                    </a:cubicBezTo>
                    <a:cubicBezTo>
                      <a:pt x="363" y="163"/>
                      <a:pt x="359" y="166"/>
                      <a:pt x="356" y="169"/>
                    </a:cubicBezTo>
                    <a:cubicBezTo>
                      <a:pt x="350" y="174"/>
                      <a:pt x="343" y="179"/>
                      <a:pt x="342" y="182"/>
                    </a:cubicBezTo>
                    <a:cubicBezTo>
                      <a:pt x="339" y="185"/>
                      <a:pt x="337" y="189"/>
                      <a:pt x="336" y="193"/>
                    </a:cubicBezTo>
                    <a:cubicBezTo>
                      <a:pt x="334" y="196"/>
                      <a:pt x="331" y="199"/>
                      <a:pt x="329" y="20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17" y="219"/>
                      <a:pt x="317" y="219"/>
                      <a:pt x="317" y="219"/>
                    </a:cubicBezTo>
                    <a:cubicBezTo>
                      <a:pt x="317" y="219"/>
                      <a:pt x="319" y="220"/>
                      <a:pt x="321" y="217"/>
                    </a:cubicBezTo>
                    <a:cubicBezTo>
                      <a:pt x="324" y="214"/>
                      <a:pt x="331" y="208"/>
                      <a:pt x="335" y="205"/>
                    </a:cubicBezTo>
                    <a:cubicBezTo>
                      <a:pt x="343" y="197"/>
                      <a:pt x="353" y="198"/>
                      <a:pt x="358" y="197"/>
                    </a:cubicBezTo>
                    <a:cubicBezTo>
                      <a:pt x="363" y="198"/>
                      <a:pt x="353" y="200"/>
                      <a:pt x="340" y="211"/>
                    </a:cubicBezTo>
                    <a:cubicBezTo>
                      <a:pt x="327" y="222"/>
                      <a:pt x="323" y="226"/>
                      <a:pt x="322" y="228"/>
                    </a:cubicBezTo>
                    <a:cubicBezTo>
                      <a:pt x="322" y="229"/>
                      <a:pt x="322" y="230"/>
                      <a:pt x="322" y="231"/>
                    </a:cubicBezTo>
                    <a:cubicBezTo>
                      <a:pt x="322" y="232"/>
                      <a:pt x="323" y="231"/>
                      <a:pt x="323" y="231"/>
                    </a:cubicBezTo>
                    <a:cubicBezTo>
                      <a:pt x="326" y="229"/>
                      <a:pt x="335" y="222"/>
                      <a:pt x="335" y="222"/>
                    </a:cubicBezTo>
                    <a:cubicBezTo>
                      <a:pt x="337" y="220"/>
                      <a:pt x="342" y="219"/>
                      <a:pt x="344" y="219"/>
                    </a:cubicBezTo>
                    <a:cubicBezTo>
                      <a:pt x="345" y="219"/>
                      <a:pt x="348" y="220"/>
                      <a:pt x="349" y="220"/>
                    </a:cubicBezTo>
                    <a:cubicBezTo>
                      <a:pt x="346" y="222"/>
                      <a:pt x="337" y="229"/>
                      <a:pt x="335" y="231"/>
                    </a:cubicBezTo>
                    <a:cubicBezTo>
                      <a:pt x="327" y="240"/>
                      <a:pt x="319" y="257"/>
                      <a:pt x="318" y="266"/>
                    </a:cubicBezTo>
                    <a:cubicBezTo>
                      <a:pt x="317" y="269"/>
                      <a:pt x="317" y="269"/>
                      <a:pt x="317" y="269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6" y="277"/>
                      <a:pt x="316" y="279"/>
                      <a:pt x="315" y="281"/>
                    </a:cubicBezTo>
                    <a:cubicBezTo>
                      <a:pt x="311" y="284"/>
                      <a:pt x="311" y="284"/>
                      <a:pt x="311" y="284"/>
                    </a:cubicBezTo>
                    <a:cubicBezTo>
                      <a:pt x="310" y="285"/>
                      <a:pt x="310" y="285"/>
                      <a:pt x="310" y="285"/>
                    </a:cubicBezTo>
                    <a:cubicBezTo>
                      <a:pt x="307" y="287"/>
                      <a:pt x="306" y="288"/>
                      <a:pt x="303" y="289"/>
                    </a:cubicBezTo>
                    <a:cubicBezTo>
                      <a:pt x="299" y="291"/>
                      <a:pt x="297" y="293"/>
                      <a:pt x="294" y="296"/>
                    </a:cubicBezTo>
                    <a:cubicBezTo>
                      <a:pt x="293" y="297"/>
                      <a:pt x="293" y="297"/>
                      <a:pt x="293" y="297"/>
                    </a:cubicBezTo>
                    <a:cubicBezTo>
                      <a:pt x="284" y="308"/>
                      <a:pt x="284" y="308"/>
                      <a:pt x="284" y="308"/>
                    </a:cubicBezTo>
                    <a:cubicBezTo>
                      <a:pt x="282" y="310"/>
                      <a:pt x="282" y="310"/>
                      <a:pt x="282" y="310"/>
                    </a:cubicBezTo>
                    <a:cubicBezTo>
                      <a:pt x="279" y="315"/>
                      <a:pt x="276" y="319"/>
                      <a:pt x="273" y="323"/>
                    </a:cubicBezTo>
                    <a:cubicBezTo>
                      <a:pt x="272" y="324"/>
                      <a:pt x="272" y="325"/>
                      <a:pt x="272" y="325"/>
                    </a:cubicBezTo>
                    <a:cubicBezTo>
                      <a:pt x="270" y="329"/>
                      <a:pt x="268" y="333"/>
                      <a:pt x="266" y="336"/>
                    </a:cubicBezTo>
                    <a:cubicBezTo>
                      <a:pt x="264" y="340"/>
                      <a:pt x="264" y="340"/>
                      <a:pt x="264" y="340"/>
                    </a:cubicBezTo>
                    <a:cubicBezTo>
                      <a:pt x="262" y="343"/>
                      <a:pt x="257" y="344"/>
                      <a:pt x="253" y="344"/>
                    </a:cubicBezTo>
                    <a:cubicBezTo>
                      <a:pt x="249" y="345"/>
                      <a:pt x="249" y="345"/>
                      <a:pt x="249" y="345"/>
                    </a:cubicBezTo>
                    <a:cubicBezTo>
                      <a:pt x="243" y="345"/>
                      <a:pt x="237" y="347"/>
                      <a:pt x="230" y="349"/>
                    </a:cubicBezTo>
                    <a:cubicBezTo>
                      <a:pt x="221" y="352"/>
                      <a:pt x="216" y="355"/>
                      <a:pt x="211" y="362"/>
                    </a:cubicBezTo>
                    <a:cubicBezTo>
                      <a:pt x="209" y="364"/>
                      <a:pt x="205" y="370"/>
                      <a:pt x="204" y="373"/>
                    </a:cubicBezTo>
                    <a:cubicBezTo>
                      <a:pt x="203" y="375"/>
                      <a:pt x="203" y="377"/>
                      <a:pt x="203" y="380"/>
                    </a:cubicBezTo>
                    <a:cubicBezTo>
                      <a:pt x="203" y="386"/>
                      <a:pt x="207" y="390"/>
                      <a:pt x="207" y="390"/>
                    </a:cubicBezTo>
                    <a:cubicBezTo>
                      <a:pt x="213" y="396"/>
                      <a:pt x="207" y="396"/>
                      <a:pt x="201" y="390"/>
                    </a:cubicBezTo>
                    <a:moveTo>
                      <a:pt x="305" y="299"/>
                    </a:moveTo>
                    <a:cubicBezTo>
                      <a:pt x="305" y="300"/>
                      <a:pt x="305" y="300"/>
                      <a:pt x="305" y="301"/>
                    </a:cubicBezTo>
                    <a:cubicBezTo>
                      <a:pt x="305" y="301"/>
                      <a:pt x="305" y="301"/>
                      <a:pt x="305" y="301"/>
                    </a:cubicBezTo>
                    <a:cubicBezTo>
                      <a:pt x="305" y="301"/>
                      <a:pt x="302" y="304"/>
                      <a:pt x="300" y="306"/>
                    </a:cubicBezTo>
                    <a:cubicBezTo>
                      <a:pt x="296" y="309"/>
                      <a:pt x="292" y="312"/>
                      <a:pt x="291" y="314"/>
                    </a:cubicBezTo>
                    <a:cubicBezTo>
                      <a:pt x="288" y="319"/>
                      <a:pt x="288" y="319"/>
                      <a:pt x="288" y="319"/>
                    </a:cubicBezTo>
                    <a:cubicBezTo>
                      <a:pt x="285" y="323"/>
                      <a:pt x="277" y="335"/>
                      <a:pt x="275" y="334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1" y="331"/>
                      <a:pt x="271" y="331"/>
                    </a:cubicBezTo>
                    <a:cubicBezTo>
                      <a:pt x="284" y="314"/>
                      <a:pt x="284" y="314"/>
                      <a:pt x="284" y="314"/>
                    </a:cubicBezTo>
                    <a:cubicBezTo>
                      <a:pt x="289" y="311"/>
                      <a:pt x="298" y="292"/>
                      <a:pt x="314" y="287"/>
                    </a:cubicBezTo>
                    <a:cubicBezTo>
                      <a:pt x="313" y="288"/>
                      <a:pt x="309" y="294"/>
                      <a:pt x="304" y="297"/>
                    </a:cubicBezTo>
                    <a:lnTo>
                      <a:pt x="305" y="299"/>
                    </a:lnTo>
                    <a:close/>
                    <a:moveTo>
                      <a:pt x="267" y="365"/>
                    </a:moveTo>
                    <a:cubicBezTo>
                      <a:pt x="266" y="365"/>
                      <a:pt x="262" y="365"/>
                      <a:pt x="258" y="365"/>
                    </a:cubicBezTo>
                    <a:cubicBezTo>
                      <a:pt x="254" y="364"/>
                      <a:pt x="248" y="364"/>
                      <a:pt x="244" y="365"/>
                    </a:cubicBezTo>
                    <a:cubicBezTo>
                      <a:pt x="243" y="365"/>
                      <a:pt x="243" y="365"/>
                      <a:pt x="243" y="365"/>
                    </a:cubicBezTo>
                    <a:cubicBezTo>
                      <a:pt x="239" y="366"/>
                      <a:pt x="234" y="367"/>
                      <a:pt x="230" y="369"/>
                    </a:cubicBezTo>
                    <a:cubicBezTo>
                      <a:pt x="226" y="371"/>
                      <a:pt x="223" y="374"/>
                      <a:pt x="220" y="378"/>
                    </a:cubicBezTo>
                    <a:cubicBezTo>
                      <a:pt x="219" y="379"/>
                      <a:pt x="219" y="379"/>
                      <a:pt x="219" y="379"/>
                    </a:cubicBezTo>
                    <a:cubicBezTo>
                      <a:pt x="217" y="381"/>
                      <a:pt x="215" y="384"/>
                      <a:pt x="215" y="387"/>
                    </a:cubicBezTo>
                    <a:cubicBezTo>
                      <a:pt x="215" y="389"/>
                      <a:pt x="216" y="390"/>
                      <a:pt x="217" y="391"/>
                    </a:cubicBezTo>
                    <a:cubicBezTo>
                      <a:pt x="217" y="392"/>
                      <a:pt x="217" y="392"/>
                      <a:pt x="217" y="392"/>
                    </a:cubicBezTo>
                    <a:cubicBezTo>
                      <a:pt x="217" y="392"/>
                      <a:pt x="216" y="394"/>
                      <a:pt x="214" y="393"/>
                    </a:cubicBezTo>
                    <a:cubicBezTo>
                      <a:pt x="212" y="393"/>
                      <a:pt x="209" y="390"/>
                      <a:pt x="209" y="388"/>
                    </a:cubicBezTo>
                    <a:cubicBezTo>
                      <a:pt x="209" y="380"/>
                      <a:pt x="217" y="370"/>
                      <a:pt x="221" y="367"/>
                    </a:cubicBezTo>
                    <a:cubicBezTo>
                      <a:pt x="238" y="355"/>
                      <a:pt x="258" y="358"/>
                      <a:pt x="260" y="359"/>
                    </a:cubicBezTo>
                    <a:cubicBezTo>
                      <a:pt x="263" y="360"/>
                      <a:pt x="266" y="362"/>
                      <a:pt x="267" y="364"/>
                    </a:cubicBezTo>
                    <a:cubicBezTo>
                      <a:pt x="267" y="364"/>
                      <a:pt x="267" y="364"/>
                      <a:pt x="267" y="365"/>
                    </a:cubicBezTo>
                    <a:moveTo>
                      <a:pt x="284" y="361"/>
                    </a:moveTo>
                    <a:cubicBezTo>
                      <a:pt x="280" y="362"/>
                      <a:pt x="274" y="357"/>
                      <a:pt x="274" y="357"/>
                    </a:cubicBezTo>
                    <a:cubicBezTo>
                      <a:pt x="262" y="352"/>
                      <a:pt x="246" y="355"/>
                      <a:pt x="240" y="356"/>
                    </a:cubicBezTo>
                    <a:cubicBezTo>
                      <a:pt x="223" y="362"/>
                      <a:pt x="223" y="362"/>
                      <a:pt x="223" y="362"/>
                    </a:cubicBezTo>
                    <a:cubicBezTo>
                      <a:pt x="213" y="367"/>
                      <a:pt x="213" y="370"/>
                      <a:pt x="211" y="374"/>
                    </a:cubicBezTo>
                    <a:cubicBezTo>
                      <a:pt x="207" y="382"/>
                      <a:pt x="209" y="382"/>
                      <a:pt x="207" y="382"/>
                    </a:cubicBezTo>
                    <a:cubicBezTo>
                      <a:pt x="205" y="383"/>
                      <a:pt x="205" y="378"/>
                      <a:pt x="208" y="371"/>
                    </a:cubicBezTo>
                    <a:cubicBezTo>
                      <a:pt x="211" y="365"/>
                      <a:pt x="218" y="359"/>
                      <a:pt x="224" y="356"/>
                    </a:cubicBezTo>
                    <a:cubicBezTo>
                      <a:pt x="229" y="353"/>
                      <a:pt x="238" y="351"/>
                      <a:pt x="247" y="350"/>
                    </a:cubicBezTo>
                    <a:cubicBezTo>
                      <a:pt x="255" y="349"/>
                      <a:pt x="274" y="350"/>
                      <a:pt x="279" y="352"/>
                    </a:cubicBezTo>
                    <a:cubicBezTo>
                      <a:pt x="281" y="354"/>
                      <a:pt x="288" y="360"/>
                      <a:pt x="284" y="361"/>
                    </a:cubicBezTo>
                    <a:moveTo>
                      <a:pt x="302" y="360"/>
                    </a:moveTo>
                    <a:cubicBezTo>
                      <a:pt x="300" y="359"/>
                      <a:pt x="301" y="360"/>
                      <a:pt x="292" y="355"/>
                    </a:cubicBezTo>
                    <a:cubicBezTo>
                      <a:pt x="277" y="345"/>
                      <a:pt x="254" y="348"/>
                      <a:pt x="251" y="348"/>
                    </a:cubicBezTo>
                    <a:cubicBezTo>
                      <a:pt x="252" y="347"/>
                      <a:pt x="263" y="345"/>
                      <a:pt x="263" y="345"/>
                    </a:cubicBezTo>
                    <a:cubicBezTo>
                      <a:pt x="263" y="345"/>
                      <a:pt x="267" y="342"/>
                      <a:pt x="268" y="340"/>
                    </a:cubicBezTo>
                    <a:cubicBezTo>
                      <a:pt x="269" y="339"/>
                      <a:pt x="270" y="336"/>
                      <a:pt x="271" y="336"/>
                    </a:cubicBezTo>
                    <a:cubicBezTo>
                      <a:pt x="279" y="337"/>
                      <a:pt x="302" y="354"/>
                      <a:pt x="302" y="360"/>
                    </a:cubicBezTo>
                    <a:moveTo>
                      <a:pt x="299" y="344"/>
                    </a:moveTo>
                    <a:cubicBezTo>
                      <a:pt x="297" y="345"/>
                      <a:pt x="297" y="345"/>
                      <a:pt x="297" y="345"/>
                    </a:cubicBezTo>
                    <a:cubicBezTo>
                      <a:pt x="292" y="344"/>
                      <a:pt x="292" y="344"/>
                      <a:pt x="291" y="343"/>
                    </a:cubicBezTo>
                    <a:cubicBezTo>
                      <a:pt x="290" y="342"/>
                      <a:pt x="292" y="341"/>
                      <a:pt x="292" y="340"/>
                    </a:cubicBezTo>
                    <a:cubicBezTo>
                      <a:pt x="294" y="339"/>
                      <a:pt x="294" y="339"/>
                      <a:pt x="294" y="339"/>
                    </a:cubicBezTo>
                    <a:cubicBezTo>
                      <a:pt x="296" y="338"/>
                      <a:pt x="296" y="341"/>
                      <a:pt x="298" y="343"/>
                    </a:cubicBezTo>
                    <a:lnTo>
                      <a:pt x="299" y="344"/>
                    </a:lnTo>
                    <a:close/>
                    <a:moveTo>
                      <a:pt x="308" y="322"/>
                    </a:moveTo>
                    <a:cubicBezTo>
                      <a:pt x="324" y="318"/>
                      <a:pt x="333" y="320"/>
                      <a:pt x="335" y="321"/>
                    </a:cubicBezTo>
                    <a:cubicBezTo>
                      <a:pt x="333" y="322"/>
                      <a:pt x="326" y="324"/>
                      <a:pt x="321" y="325"/>
                    </a:cubicBezTo>
                    <a:cubicBezTo>
                      <a:pt x="317" y="326"/>
                      <a:pt x="315" y="326"/>
                      <a:pt x="314" y="327"/>
                    </a:cubicBezTo>
                    <a:cubicBezTo>
                      <a:pt x="313" y="328"/>
                      <a:pt x="312" y="327"/>
                      <a:pt x="310" y="327"/>
                    </a:cubicBezTo>
                    <a:cubicBezTo>
                      <a:pt x="308" y="327"/>
                      <a:pt x="309" y="327"/>
                      <a:pt x="307" y="328"/>
                    </a:cubicBezTo>
                    <a:cubicBezTo>
                      <a:pt x="303" y="329"/>
                      <a:pt x="294" y="334"/>
                      <a:pt x="289" y="339"/>
                    </a:cubicBezTo>
                    <a:cubicBezTo>
                      <a:pt x="288" y="340"/>
                      <a:pt x="288" y="340"/>
                      <a:pt x="288" y="340"/>
                    </a:cubicBezTo>
                    <a:cubicBezTo>
                      <a:pt x="287" y="341"/>
                      <a:pt x="284" y="338"/>
                      <a:pt x="284" y="338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3" y="338"/>
                      <a:pt x="283" y="337"/>
                      <a:pt x="282" y="337"/>
                    </a:cubicBezTo>
                    <a:cubicBezTo>
                      <a:pt x="284" y="334"/>
                      <a:pt x="292" y="328"/>
                      <a:pt x="294" y="327"/>
                    </a:cubicBezTo>
                    <a:cubicBezTo>
                      <a:pt x="298" y="324"/>
                      <a:pt x="304" y="322"/>
                      <a:pt x="308" y="322"/>
                    </a:cubicBezTo>
                    <a:moveTo>
                      <a:pt x="369" y="275"/>
                    </a:moveTo>
                    <a:cubicBezTo>
                      <a:pt x="366" y="275"/>
                      <a:pt x="346" y="274"/>
                      <a:pt x="338" y="276"/>
                    </a:cubicBezTo>
                    <a:cubicBezTo>
                      <a:pt x="338" y="277"/>
                      <a:pt x="337" y="277"/>
                      <a:pt x="337" y="277"/>
                    </a:cubicBezTo>
                    <a:cubicBezTo>
                      <a:pt x="335" y="278"/>
                      <a:pt x="335" y="278"/>
                      <a:pt x="335" y="278"/>
                    </a:cubicBezTo>
                    <a:cubicBezTo>
                      <a:pt x="327" y="282"/>
                      <a:pt x="324" y="284"/>
                      <a:pt x="324" y="287"/>
                    </a:cubicBezTo>
                    <a:cubicBezTo>
                      <a:pt x="324" y="288"/>
                      <a:pt x="324" y="288"/>
                      <a:pt x="324" y="288"/>
                    </a:cubicBezTo>
                    <a:cubicBezTo>
                      <a:pt x="325" y="287"/>
                      <a:pt x="325" y="287"/>
                      <a:pt x="325" y="287"/>
                    </a:cubicBezTo>
                    <a:cubicBezTo>
                      <a:pt x="331" y="285"/>
                      <a:pt x="338" y="284"/>
                      <a:pt x="344" y="285"/>
                    </a:cubicBezTo>
                    <a:cubicBezTo>
                      <a:pt x="345" y="286"/>
                      <a:pt x="345" y="286"/>
                      <a:pt x="345" y="286"/>
                    </a:cubicBezTo>
                    <a:cubicBezTo>
                      <a:pt x="347" y="287"/>
                      <a:pt x="349" y="288"/>
                      <a:pt x="350" y="288"/>
                    </a:cubicBezTo>
                    <a:cubicBezTo>
                      <a:pt x="345" y="289"/>
                      <a:pt x="338" y="290"/>
                      <a:pt x="337" y="290"/>
                    </a:cubicBezTo>
                    <a:cubicBezTo>
                      <a:pt x="332" y="292"/>
                      <a:pt x="316" y="301"/>
                      <a:pt x="312" y="305"/>
                    </a:cubicBezTo>
                    <a:cubicBezTo>
                      <a:pt x="306" y="310"/>
                      <a:pt x="306" y="310"/>
                      <a:pt x="306" y="310"/>
                    </a:cubicBezTo>
                    <a:cubicBezTo>
                      <a:pt x="298" y="320"/>
                      <a:pt x="289" y="327"/>
                      <a:pt x="289" y="327"/>
                    </a:cubicBezTo>
                    <a:cubicBezTo>
                      <a:pt x="282" y="327"/>
                      <a:pt x="295" y="314"/>
                      <a:pt x="298" y="311"/>
                    </a:cubicBezTo>
                    <a:cubicBezTo>
                      <a:pt x="305" y="306"/>
                      <a:pt x="305" y="306"/>
                      <a:pt x="305" y="306"/>
                    </a:cubicBezTo>
                    <a:cubicBezTo>
                      <a:pt x="312" y="301"/>
                      <a:pt x="312" y="296"/>
                      <a:pt x="312" y="296"/>
                    </a:cubicBezTo>
                    <a:cubicBezTo>
                      <a:pt x="313" y="295"/>
                      <a:pt x="317" y="292"/>
                      <a:pt x="318" y="292"/>
                    </a:cubicBezTo>
                    <a:cubicBezTo>
                      <a:pt x="319" y="291"/>
                      <a:pt x="319" y="291"/>
                      <a:pt x="319" y="291"/>
                    </a:cubicBezTo>
                    <a:cubicBezTo>
                      <a:pt x="319" y="290"/>
                      <a:pt x="319" y="290"/>
                      <a:pt x="319" y="290"/>
                    </a:cubicBezTo>
                    <a:cubicBezTo>
                      <a:pt x="319" y="290"/>
                      <a:pt x="320" y="289"/>
                      <a:pt x="320" y="289"/>
                    </a:cubicBezTo>
                    <a:cubicBezTo>
                      <a:pt x="320" y="289"/>
                      <a:pt x="320" y="289"/>
                      <a:pt x="319" y="288"/>
                    </a:cubicBezTo>
                    <a:cubicBezTo>
                      <a:pt x="319" y="288"/>
                      <a:pt x="318" y="288"/>
                      <a:pt x="318" y="288"/>
                    </a:cubicBezTo>
                    <a:cubicBezTo>
                      <a:pt x="318" y="288"/>
                      <a:pt x="317" y="288"/>
                      <a:pt x="316" y="288"/>
                    </a:cubicBezTo>
                    <a:cubicBezTo>
                      <a:pt x="319" y="286"/>
                      <a:pt x="323" y="283"/>
                      <a:pt x="325" y="281"/>
                    </a:cubicBezTo>
                    <a:cubicBezTo>
                      <a:pt x="325" y="280"/>
                      <a:pt x="326" y="279"/>
                      <a:pt x="326" y="278"/>
                    </a:cubicBezTo>
                    <a:cubicBezTo>
                      <a:pt x="326" y="278"/>
                      <a:pt x="323" y="276"/>
                      <a:pt x="320" y="278"/>
                    </a:cubicBezTo>
                    <a:cubicBezTo>
                      <a:pt x="320" y="278"/>
                      <a:pt x="320" y="277"/>
                      <a:pt x="320" y="277"/>
                    </a:cubicBezTo>
                    <a:cubicBezTo>
                      <a:pt x="320" y="276"/>
                      <a:pt x="320" y="274"/>
                      <a:pt x="321" y="272"/>
                    </a:cubicBezTo>
                    <a:cubicBezTo>
                      <a:pt x="321" y="270"/>
                      <a:pt x="322" y="269"/>
                      <a:pt x="323" y="268"/>
                    </a:cubicBezTo>
                    <a:cubicBezTo>
                      <a:pt x="327" y="264"/>
                      <a:pt x="333" y="261"/>
                      <a:pt x="338" y="260"/>
                    </a:cubicBezTo>
                    <a:cubicBezTo>
                      <a:pt x="338" y="260"/>
                      <a:pt x="351" y="258"/>
                      <a:pt x="352" y="261"/>
                    </a:cubicBezTo>
                    <a:cubicBezTo>
                      <a:pt x="348" y="263"/>
                      <a:pt x="344" y="265"/>
                      <a:pt x="341" y="266"/>
                    </a:cubicBezTo>
                    <a:cubicBezTo>
                      <a:pt x="338" y="268"/>
                      <a:pt x="338" y="268"/>
                      <a:pt x="338" y="268"/>
                    </a:cubicBezTo>
                    <a:cubicBezTo>
                      <a:pt x="337" y="269"/>
                      <a:pt x="337" y="269"/>
                      <a:pt x="337" y="269"/>
                    </a:cubicBezTo>
                    <a:cubicBezTo>
                      <a:pt x="337" y="270"/>
                      <a:pt x="337" y="270"/>
                      <a:pt x="337" y="270"/>
                    </a:cubicBezTo>
                    <a:cubicBezTo>
                      <a:pt x="338" y="271"/>
                      <a:pt x="349" y="270"/>
                      <a:pt x="349" y="270"/>
                    </a:cubicBezTo>
                    <a:cubicBezTo>
                      <a:pt x="364" y="267"/>
                      <a:pt x="368" y="271"/>
                      <a:pt x="370" y="273"/>
                    </a:cubicBezTo>
                    <a:cubicBezTo>
                      <a:pt x="368" y="273"/>
                      <a:pt x="372" y="275"/>
                      <a:pt x="369" y="2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5" name="Freeform 69">
                <a:extLst>
                  <a:ext uri="{FF2B5EF4-FFF2-40B4-BE49-F238E27FC236}">
                    <a16:creationId xmlns:a16="http://schemas.microsoft.com/office/drawing/2014/main" id="{E083C62F-CB2D-4DEE-96C3-6D3CF7B5E87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6" y="7864"/>
                <a:ext cx="23" cy="70"/>
              </a:xfrm>
              <a:custGeom>
                <a:avLst/>
                <a:gdLst>
                  <a:gd name="T0" fmla="*/ 2 w 31"/>
                  <a:gd name="T1" fmla="*/ 0 h 94"/>
                  <a:gd name="T2" fmla="*/ 0 w 31"/>
                  <a:gd name="T3" fmla="*/ 0 h 94"/>
                  <a:gd name="T4" fmla="*/ 5 w 31"/>
                  <a:gd name="T5" fmla="*/ 8 h 94"/>
                  <a:gd name="T6" fmla="*/ 24 w 31"/>
                  <a:gd name="T7" fmla="*/ 53 h 94"/>
                  <a:gd name="T8" fmla="*/ 19 w 31"/>
                  <a:gd name="T9" fmla="*/ 91 h 94"/>
                  <a:gd name="T10" fmla="*/ 22 w 31"/>
                  <a:gd name="T11" fmla="*/ 93 h 94"/>
                  <a:gd name="T12" fmla="*/ 27 w 31"/>
                  <a:gd name="T13" fmla="*/ 42 h 94"/>
                  <a:gd name="T14" fmla="*/ 2 w 31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5" y="8"/>
                    </a:cubicBezTo>
                    <a:cubicBezTo>
                      <a:pt x="22" y="30"/>
                      <a:pt x="23" y="41"/>
                      <a:pt x="24" y="53"/>
                    </a:cubicBezTo>
                    <a:cubicBezTo>
                      <a:pt x="26" y="65"/>
                      <a:pt x="21" y="88"/>
                      <a:pt x="19" y="91"/>
                    </a:cubicBezTo>
                    <a:cubicBezTo>
                      <a:pt x="18" y="93"/>
                      <a:pt x="21" y="94"/>
                      <a:pt x="22" y="93"/>
                    </a:cubicBezTo>
                    <a:cubicBezTo>
                      <a:pt x="23" y="91"/>
                      <a:pt x="31" y="69"/>
                      <a:pt x="27" y="42"/>
                    </a:cubicBezTo>
                    <a:cubicBezTo>
                      <a:pt x="24" y="23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6" name="Freeform 70">
                <a:extLst>
                  <a:ext uri="{FF2B5EF4-FFF2-40B4-BE49-F238E27FC236}">
                    <a16:creationId xmlns:a16="http://schemas.microsoft.com/office/drawing/2014/main" id="{AC44C594-6099-4A38-8EC8-AAF7EF648EF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7" y="7896"/>
                <a:ext cx="8" cy="35"/>
              </a:xfrm>
              <a:custGeom>
                <a:avLst/>
                <a:gdLst>
                  <a:gd name="T0" fmla="*/ 4 w 12"/>
                  <a:gd name="T1" fmla="*/ 2 h 47"/>
                  <a:gd name="T2" fmla="*/ 1 w 12"/>
                  <a:gd name="T3" fmla="*/ 4 h 47"/>
                  <a:gd name="T4" fmla="*/ 8 w 12"/>
                  <a:gd name="T5" fmla="*/ 22 h 47"/>
                  <a:gd name="T6" fmla="*/ 8 w 12"/>
                  <a:gd name="T7" fmla="*/ 44 h 47"/>
                  <a:gd name="T8" fmla="*/ 10 w 12"/>
                  <a:gd name="T9" fmla="*/ 45 h 47"/>
                  <a:gd name="T10" fmla="*/ 11 w 12"/>
                  <a:gd name="T11" fmla="*/ 21 h 47"/>
                  <a:gd name="T12" fmla="*/ 4 w 12"/>
                  <a:gd name="T13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4" y="2"/>
                    </a:moveTo>
                    <a:cubicBezTo>
                      <a:pt x="2" y="0"/>
                      <a:pt x="0" y="3"/>
                      <a:pt x="1" y="4"/>
                    </a:cubicBezTo>
                    <a:cubicBezTo>
                      <a:pt x="4" y="8"/>
                      <a:pt x="7" y="19"/>
                      <a:pt x="8" y="22"/>
                    </a:cubicBezTo>
                    <a:cubicBezTo>
                      <a:pt x="8" y="34"/>
                      <a:pt x="8" y="40"/>
                      <a:pt x="8" y="44"/>
                    </a:cubicBezTo>
                    <a:cubicBezTo>
                      <a:pt x="8" y="47"/>
                      <a:pt x="10" y="47"/>
                      <a:pt x="10" y="45"/>
                    </a:cubicBezTo>
                    <a:cubicBezTo>
                      <a:pt x="10" y="39"/>
                      <a:pt x="12" y="37"/>
                      <a:pt x="11" y="21"/>
                    </a:cubicBezTo>
                    <a:cubicBezTo>
                      <a:pt x="10" y="16"/>
                      <a:pt x="7" y="7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7" name="Freeform 71">
                <a:extLst>
                  <a:ext uri="{FF2B5EF4-FFF2-40B4-BE49-F238E27FC236}">
                    <a16:creationId xmlns:a16="http://schemas.microsoft.com/office/drawing/2014/main" id="{A4CD6962-D30C-4083-8AEE-92316C2447C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92" y="7888"/>
                <a:ext cx="10" cy="44"/>
              </a:xfrm>
              <a:custGeom>
                <a:avLst/>
                <a:gdLst>
                  <a:gd name="T0" fmla="*/ 12 w 14"/>
                  <a:gd name="T1" fmla="*/ 22 h 59"/>
                  <a:gd name="T2" fmla="*/ 4 w 14"/>
                  <a:gd name="T3" fmla="*/ 3 h 59"/>
                  <a:gd name="T4" fmla="*/ 1 w 14"/>
                  <a:gd name="T5" fmla="*/ 5 h 59"/>
                  <a:gd name="T6" fmla="*/ 8 w 14"/>
                  <a:gd name="T7" fmla="*/ 23 h 59"/>
                  <a:gd name="T8" fmla="*/ 7 w 14"/>
                  <a:gd name="T9" fmla="*/ 56 h 59"/>
                  <a:gd name="T10" fmla="*/ 9 w 14"/>
                  <a:gd name="T11" fmla="*/ 57 h 59"/>
                  <a:gd name="T12" fmla="*/ 12 w 14"/>
                  <a:gd name="T13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2" y="22"/>
                    </a:moveTo>
                    <a:cubicBezTo>
                      <a:pt x="11" y="17"/>
                      <a:pt x="7" y="7"/>
                      <a:pt x="4" y="3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8" y="20"/>
                      <a:pt x="8" y="23"/>
                    </a:cubicBezTo>
                    <a:cubicBezTo>
                      <a:pt x="10" y="43"/>
                      <a:pt x="7" y="53"/>
                      <a:pt x="7" y="56"/>
                    </a:cubicBezTo>
                    <a:cubicBezTo>
                      <a:pt x="6" y="59"/>
                      <a:pt x="9" y="59"/>
                      <a:pt x="9" y="57"/>
                    </a:cubicBezTo>
                    <a:cubicBezTo>
                      <a:pt x="9" y="52"/>
                      <a:pt x="14" y="41"/>
                      <a:pt x="1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8" name="Freeform 72">
                <a:extLst>
                  <a:ext uri="{FF2B5EF4-FFF2-40B4-BE49-F238E27FC236}">
                    <a16:creationId xmlns:a16="http://schemas.microsoft.com/office/drawing/2014/main" id="{3DAD7D3A-95FC-498E-90EC-A72865E586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4" y="7864"/>
                <a:ext cx="23" cy="70"/>
              </a:xfrm>
              <a:custGeom>
                <a:avLst/>
                <a:gdLst>
                  <a:gd name="T0" fmla="*/ 12 w 31"/>
                  <a:gd name="T1" fmla="*/ 91 h 94"/>
                  <a:gd name="T2" fmla="*/ 7 w 31"/>
                  <a:gd name="T3" fmla="*/ 53 h 94"/>
                  <a:gd name="T4" fmla="*/ 26 w 31"/>
                  <a:gd name="T5" fmla="*/ 8 h 94"/>
                  <a:gd name="T6" fmla="*/ 31 w 31"/>
                  <a:gd name="T7" fmla="*/ 0 h 94"/>
                  <a:gd name="T8" fmla="*/ 30 w 31"/>
                  <a:gd name="T9" fmla="*/ 0 h 94"/>
                  <a:gd name="T10" fmla="*/ 4 w 31"/>
                  <a:gd name="T11" fmla="*/ 42 h 94"/>
                  <a:gd name="T12" fmla="*/ 9 w 31"/>
                  <a:gd name="T13" fmla="*/ 93 h 94"/>
                  <a:gd name="T14" fmla="*/ 12 w 31"/>
                  <a:gd name="T1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12" y="91"/>
                    </a:moveTo>
                    <a:cubicBezTo>
                      <a:pt x="10" y="88"/>
                      <a:pt x="5" y="65"/>
                      <a:pt x="7" y="53"/>
                    </a:cubicBezTo>
                    <a:cubicBezTo>
                      <a:pt x="8" y="41"/>
                      <a:pt x="9" y="30"/>
                      <a:pt x="26" y="8"/>
                    </a:cubicBezTo>
                    <a:cubicBezTo>
                      <a:pt x="29" y="4"/>
                      <a:pt x="31" y="1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7" y="0"/>
                      <a:pt x="7" y="23"/>
                      <a:pt x="4" y="42"/>
                    </a:cubicBezTo>
                    <a:cubicBezTo>
                      <a:pt x="0" y="69"/>
                      <a:pt x="8" y="91"/>
                      <a:pt x="9" y="93"/>
                    </a:cubicBezTo>
                    <a:cubicBezTo>
                      <a:pt x="10" y="94"/>
                      <a:pt x="13" y="93"/>
                      <a:pt x="12" y="9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9" name="Freeform 73">
                <a:extLst>
                  <a:ext uri="{FF2B5EF4-FFF2-40B4-BE49-F238E27FC236}">
                    <a16:creationId xmlns:a16="http://schemas.microsoft.com/office/drawing/2014/main" id="{6AB4A3EA-F09B-490E-8144-C94CE0DE9CC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7" y="7896"/>
                <a:ext cx="9" cy="35"/>
              </a:xfrm>
              <a:custGeom>
                <a:avLst/>
                <a:gdLst>
                  <a:gd name="T0" fmla="*/ 1 w 12"/>
                  <a:gd name="T1" fmla="*/ 21 h 47"/>
                  <a:gd name="T2" fmla="*/ 2 w 12"/>
                  <a:gd name="T3" fmla="*/ 45 h 47"/>
                  <a:gd name="T4" fmla="*/ 4 w 12"/>
                  <a:gd name="T5" fmla="*/ 44 h 47"/>
                  <a:gd name="T6" fmla="*/ 4 w 12"/>
                  <a:gd name="T7" fmla="*/ 22 h 47"/>
                  <a:gd name="T8" fmla="*/ 11 w 12"/>
                  <a:gd name="T9" fmla="*/ 4 h 47"/>
                  <a:gd name="T10" fmla="*/ 8 w 12"/>
                  <a:gd name="T11" fmla="*/ 2 h 47"/>
                  <a:gd name="T12" fmla="*/ 1 w 12"/>
                  <a:gd name="T13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" y="21"/>
                    </a:moveTo>
                    <a:cubicBezTo>
                      <a:pt x="0" y="37"/>
                      <a:pt x="2" y="39"/>
                      <a:pt x="2" y="45"/>
                    </a:cubicBezTo>
                    <a:cubicBezTo>
                      <a:pt x="2" y="47"/>
                      <a:pt x="4" y="47"/>
                      <a:pt x="4" y="44"/>
                    </a:cubicBezTo>
                    <a:cubicBezTo>
                      <a:pt x="4" y="40"/>
                      <a:pt x="4" y="34"/>
                      <a:pt x="4" y="22"/>
                    </a:cubicBezTo>
                    <a:cubicBezTo>
                      <a:pt x="5" y="19"/>
                      <a:pt x="8" y="8"/>
                      <a:pt x="11" y="4"/>
                    </a:cubicBezTo>
                    <a:cubicBezTo>
                      <a:pt x="12" y="3"/>
                      <a:pt x="10" y="0"/>
                      <a:pt x="8" y="2"/>
                    </a:cubicBezTo>
                    <a:cubicBezTo>
                      <a:pt x="5" y="7"/>
                      <a:pt x="2" y="16"/>
                      <a:pt x="1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0" name="Freeform 74">
                <a:extLst>
                  <a:ext uri="{FF2B5EF4-FFF2-40B4-BE49-F238E27FC236}">
                    <a16:creationId xmlns:a16="http://schemas.microsoft.com/office/drawing/2014/main" id="{61CBC7FD-890C-4B18-BB6B-34AFCE6FD23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0" y="7888"/>
                <a:ext cx="11" cy="44"/>
              </a:xfrm>
              <a:custGeom>
                <a:avLst/>
                <a:gdLst>
                  <a:gd name="T0" fmla="*/ 6 w 14"/>
                  <a:gd name="T1" fmla="*/ 23 h 59"/>
                  <a:gd name="T2" fmla="*/ 13 w 14"/>
                  <a:gd name="T3" fmla="*/ 5 h 59"/>
                  <a:gd name="T4" fmla="*/ 10 w 14"/>
                  <a:gd name="T5" fmla="*/ 3 h 59"/>
                  <a:gd name="T6" fmla="*/ 2 w 14"/>
                  <a:gd name="T7" fmla="*/ 22 h 59"/>
                  <a:gd name="T8" fmla="*/ 5 w 14"/>
                  <a:gd name="T9" fmla="*/ 57 h 59"/>
                  <a:gd name="T10" fmla="*/ 7 w 14"/>
                  <a:gd name="T11" fmla="*/ 56 h 59"/>
                  <a:gd name="T12" fmla="*/ 6 w 14"/>
                  <a:gd name="T13" fmla="*/ 2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23"/>
                    </a:moveTo>
                    <a:cubicBezTo>
                      <a:pt x="6" y="20"/>
                      <a:pt x="10" y="9"/>
                      <a:pt x="13" y="5"/>
                    </a:cubicBezTo>
                    <a:cubicBezTo>
                      <a:pt x="14" y="3"/>
                      <a:pt x="12" y="0"/>
                      <a:pt x="10" y="3"/>
                    </a:cubicBezTo>
                    <a:cubicBezTo>
                      <a:pt x="7" y="7"/>
                      <a:pt x="3" y="17"/>
                      <a:pt x="2" y="22"/>
                    </a:cubicBezTo>
                    <a:cubicBezTo>
                      <a:pt x="0" y="41"/>
                      <a:pt x="5" y="52"/>
                      <a:pt x="5" y="57"/>
                    </a:cubicBezTo>
                    <a:cubicBezTo>
                      <a:pt x="5" y="59"/>
                      <a:pt x="8" y="59"/>
                      <a:pt x="7" y="56"/>
                    </a:cubicBezTo>
                    <a:cubicBezTo>
                      <a:pt x="7" y="53"/>
                      <a:pt x="4" y="43"/>
                      <a:pt x="6" y="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1" name="Freeform 75">
                <a:extLst>
                  <a:ext uri="{FF2B5EF4-FFF2-40B4-BE49-F238E27FC236}">
                    <a16:creationId xmlns:a16="http://schemas.microsoft.com/office/drawing/2014/main" id="{D895ACC9-B4B3-4854-B34A-AB336201C2B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4" y="7861"/>
                <a:ext cx="41" cy="42"/>
              </a:xfrm>
              <a:custGeom>
                <a:avLst/>
                <a:gdLst>
                  <a:gd name="T0" fmla="*/ 46 w 55"/>
                  <a:gd name="T1" fmla="*/ 23 h 56"/>
                  <a:gd name="T2" fmla="*/ 46 w 55"/>
                  <a:gd name="T3" fmla="*/ 23 h 56"/>
                  <a:gd name="T4" fmla="*/ 47 w 55"/>
                  <a:gd name="T5" fmla="*/ 26 h 56"/>
                  <a:gd name="T6" fmla="*/ 43 w 55"/>
                  <a:gd name="T7" fmla="*/ 30 h 56"/>
                  <a:gd name="T8" fmla="*/ 31 w 55"/>
                  <a:gd name="T9" fmla="*/ 35 h 56"/>
                  <a:gd name="T10" fmla="*/ 39 w 55"/>
                  <a:gd name="T11" fmla="*/ 20 h 56"/>
                  <a:gd name="T12" fmla="*/ 41 w 55"/>
                  <a:gd name="T13" fmla="*/ 16 h 56"/>
                  <a:gd name="T14" fmla="*/ 42 w 55"/>
                  <a:gd name="T15" fmla="*/ 16 h 56"/>
                  <a:gd name="T16" fmla="*/ 44 w 55"/>
                  <a:gd name="T17" fmla="*/ 19 h 56"/>
                  <a:gd name="T18" fmla="*/ 44 w 55"/>
                  <a:gd name="T19" fmla="*/ 19 h 56"/>
                  <a:gd name="T20" fmla="*/ 46 w 55"/>
                  <a:gd name="T21" fmla="*/ 19 h 56"/>
                  <a:gd name="T22" fmla="*/ 38 w 55"/>
                  <a:gd name="T23" fmla="*/ 0 h 56"/>
                  <a:gd name="T24" fmla="*/ 36 w 55"/>
                  <a:gd name="T25" fmla="*/ 1 h 56"/>
                  <a:gd name="T26" fmla="*/ 36 w 55"/>
                  <a:gd name="T27" fmla="*/ 1 h 56"/>
                  <a:gd name="T28" fmla="*/ 37 w 55"/>
                  <a:gd name="T29" fmla="*/ 5 h 56"/>
                  <a:gd name="T30" fmla="*/ 35 w 55"/>
                  <a:gd name="T31" fmla="*/ 12 h 56"/>
                  <a:gd name="T32" fmla="*/ 25 w 55"/>
                  <a:gd name="T33" fmla="*/ 30 h 56"/>
                  <a:gd name="T34" fmla="*/ 12 w 55"/>
                  <a:gd name="T35" fmla="*/ 26 h 56"/>
                  <a:gd name="T36" fmla="*/ 2 w 55"/>
                  <a:gd name="T37" fmla="*/ 18 h 56"/>
                  <a:gd name="T38" fmla="*/ 2 w 55"/>
                  <a:gd name="T39" fmla="*/ 18 h 56"/>
                  <a:gd name="T40" fmla="*/ 0 w 55"/>
                  <a:gd name="T41" fmla="*/ 19 h 56"/>
                  <a:gd name="T42" fmla="*/ 7 w 55"/>
                  <a:gd name="T43" fmla="*/ 35 h 56"/>
                  <a:gd name="T44" fmla="*/ 9 w 55"/>
                  <a:gd name="T45" fmla="*/ 34 h 56"/>
                  <a:gd name="T46" fmla="*/ 9 w 55"/>
                  <a:gd name="T47" fmla="*/ 34 h 56"/>
                  <a:gd name="T48" fmla="*/ 8 w 55"/>
                  <a:gd name="T49" fmla="*/ 30 h 56"/>
                  <a:gd name="T50" fmla="*/ 8 w 55"/>
                  <a:gd name="T51" fmla="*/ 30 h 56"/>
                  <a:gd name="T52" fmla="*/ 9 w 55"/>
                  <a:gd name="T53" fmla="*/ 30 h 56"/>
                  <a:gd name="T54" fmla="*/ 12 w 55"/>
                  <a:gd name="T55" fmla="*/ 30 h 56"/>
                  <a:gd name="T56" fmla="*/ 29 w 55"/>
                  <a:gd name="T57" fmla="*/ 36 h 56"/>
                  <a:gd name="T58" fmla="*/ 18 w 55"/>
                  <a:gd name="T59" fmla="*/ 40 h 56"/>
                  <a:gd name="T60" fmla="*/ 14 w 55"/>
                  <a:gd name="T61" fmla="*/ 42 h 56"/>
                  <a:gd name="T62" fmla="*/ 11 w 55"/>
                  <a:gd name="T63" fmla="*/ 38 h 56"/>
                  <a:gd name="T64" fmla="*/ 11 w 55"/>
                  <a:gd name="T65" fmla="*/ 38 h 56"/>
                  <a:gd name="T66" fmla="*/ 9 w 55"/>
                  <a:gd name="T67" fmla="*/ 39 h 56"/>
                  <a:gd name="T68" fmla="*/ 16 w 55"/>
                  <a:gd name="T69" fmla="*/ 56 h 56"/>
                  <a:gd name="T70" fmla="*/ 18 w 55"/>
                  <a:gd name="T71" fmla="*/ 55 h 56"/>
                  <a:gd name="T72" fmla="*/ 18 w 55"/>
                  <a:gd name="T73" fmla="*/ 55 h 56"/>
                  <a:gd name="T74" fmla="*/ 17 w 55"/>
                  <a:gd name="T75" fmla="*/ 52 h 56"/>
                  <a:gd name="T76" fmla="*/ 21 w 55"/>
                  <a:gd name="T77" fmla="*/ 48 h 56"/>
                  <a:gd name="T78" fmla="*/ 46 w 55"/>
                  <a:gd name="T79" fmla="*/ 37 h 56"/>
                  <a:gd name="T80" fmla="*/ 49 w 55"/>
                  <a:gd name="T81" fmla="*/ 36 h 56"/>
                  <a:gd name="T82" fmla="*/ 53 w 55"/>
                  <a:gd name="T83" fmla="*/ 40 h 56"/>
                  <a:gd name="T84" fmla="*/ 53 w 55"/>
                  <a:gd name="T85" fmla="*/ 41 h 56"/>
                  <a:gd name="T86" fmla="*/ 53 w 55"/>
                  <a:gd name="T87" fmla="*/ 40 h 56"/>
                  <a:gd name="T88" fmla="*/ 55 w 55"/>
                  <a:gd name="T89" fmla="*/ 40 h 56"/>
                  <a:gd name="T90" fmla="*/ 48 w 55"/>
                  <a:gd name="T91" fmla="*/ 22 h 56"/>
                  <a:gd name="T92" fmla="*/ 46 w 55"/>
                  <a:gd name="T93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5" h="56">
                    <a:moveTo>
                      <a:pt x="46" y="23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5"/>
                      <a:pt x="47" y="26"/>
                      <a:pt x="47" y="26"/>
                    </a:cubicBezTo>
                    <a:cubicBezTo>
                      <a:pt x="47" y="28"/>
                      <a:pt x="46" y="29"/>
                      <a:pt x="43" y="30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7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3" y="16"/>
                      <a:pt x="43" y="18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2"/>
                      <a:pt x="37" y="4"/>
                      <a:pt x="37" y="5"/>
                    </a:cubicBezTo>
                    <a:cubicBezTo>
                      <a:pt x="37" y="8"/>
                      <a:pt x="36" y="10"/>
                      <a:pt x="35" y="12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7" y="24"/>
                      <a:pt x="4" y="23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11" y="30"/>
                      <a:pt x="12" y="30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6" y="41"/>
                      <a:pt x="15" y="42"/>
                      <a:pt x="14" y="42"/>
                    </a:cubicBezTo>
                    <a:cubicBezTo>
                      <a:pt x="13" y="42"/>
                      <a:pt x="12" y="41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7" y="54"/>
                      <a:pt x="17" y="52"/>
                      <a:pt x="17" y="52"/>
                    </a:cubicBezTo>
                    <a:cubicBezTo>
                      <a:pt x="17" y="50"/>
                      <a:pt x="18" y="49"/>
                      <a:pt x="21" y="48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7" y="37"/>
                      <a:pt x="48" y="36"/>
                      <a:pt x="49" y="36"/>
                    </a:cubicBezTo>
                    <a:cubicBezTo>
                      <a:pt x="51" y="36"/>
                      <a:pt x="52" y="37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48" y="22"/>
                      <a:pt x="48" y="22"/>
                      <a:pt x="48" y="22"/>
                    </a:cubicBezTo>
                    <a:lnTo>
                      <a:pt x="4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2" name="Freeform 76">
                <a:extLst>
                  <a:ext uri="{FF2B5EF4-FFF2-40B4-BE49-F238E27FC236}">
                    <a16:creationId xmlns:a16="http://schemas.microsoft.com/office/drawing/2014/main" id="{07119604-2CDD-4E81-9FB8-7D2EF611AFD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3" y="7835"/>
                <a:ext cx="36" cy="34"/>
              </a:xfrm>
              <a:custGeom>
                <a:avLst/>
                <a:gdLst>
                  <a:gd name="T0" fmla="*/ 37 w 48"/>
                  <a:gd name="T1" fmla="*/ 33 h 46"/>
                  <a:gd name="T2" fmla="*/ 48 w 48"/>
                  <a:gd name="T3" fmla="*/ 21 h 46"/>
                  <a:gd name="T4" fmla="*/ 47 w 48"/>
                  <a:gd name="T5" fmla="*/ 13 h 46"/>
                  <a:gd name="T6" fmla="*/ 34 w 48"/>
                  <a:gd name="T7" fmla="*/ 0 h 46"/>
                  <a:gd name="T8" fmla="*/ 28 w 48"/>
                  <a:gd name="T9" fmla="*/ 1 h 46"/>
                  <a:gd name="T10" fmla="*/ 8 w 48"/>
                  <a:gd name="T11" fmla="*/ 6 h 46"/>
                  <a:gd name="T12" fmla="*/ 5 w 48"/>
                  <a:gd name="T13" fmla="*/ 7 h 46"/>
                  <a:gd name="T14" fmla="*/ 1 w 48"/>
                  <a:gd name="T15" fmla="*/ 2 h 46"/>
                  <a:gd name="T16" fmla="*/ 1 w 48"/>
                  <a:gd name="T17" fmla="*/ 2 h 46"/>
                  <a:gd name="T18" fmla="*/ 0 w 48"/>
                  <a:gd name="T19" fmla="*/ 2 h 46"/>
                  <a:gd name="T20" fmla="*/ 4 w 48"/>
                  <a:gd name="T21" fmla="*/ 19 h 46"/>
                  <a:gd name="T22" fmla="*/ 6 w 48"/>
                  <a:gd name="T23" fmla="*/ 19 h 46"/>
                  <a:gd name="T24" fmla="*/ 6 w 48"/>
                  <a:gd name="T25" fmla="*/ 18 h 46"/>
                  <a:gd name="T26" fmla="*/ 5 w 48"/>
                  <a:gd name="T27" fmla="*/ 15 h 46"/>
                  <a:gd name="T28" fmla="*/ 10 w 48"/>
                  <a:gd name="T29" fmla="*/ 11 h 46"/>
                  <a:gd name="T30" fmla="*/ 30 w 48"/>
                  <a:gd name="T31" fmla="*/ 6 h 46"/>
                  <a:gd name="T32" fmla="*/ 35 w 48"/>
                  <a:gd name="T33" fmla="*/ 5 h 46"/>
                  <a:gd name="T34" fmla="*/ 40 w 48"/>
                  <a:gd name="T35" fmla="*/ 7 h 46"/>
                  <a:gd name="T36" fmla="*/ 40 w 48"/>
                  <a:gd name="T37" fmla="*/ 7 h 46"/>
                  <a:gd name="T38" fmla="*/ 43 w 48"/>
                  <a:gd name="T39" fmla="*/ 13 h 46"/>
                  <a:gd name="T40" fmla="*/ 44 w 48"/>
                  <a:gd name="T41" fmla="*/ 17 h 46"/>
                  <a:gd name="T42" fmla="*/ 43 w 48"/>
                  <a:gd name="T43" fmla="*/ 20 h 46"/>
                  <a:gd name="T44" fmla="*/ 43 w 48"/>
                  <a:gd name="T45" fmla="*/ 21 h 46"/>
                  <a:gd name="T46" fmla="*/ 35 w 48"/>
                  <a:gd name="T47" fmla="*/ 26 h 46"/>
                  <a:gd name="T48" fmla="*/ 15 w 48"/>
                  <a:gd name="T49" fmla="*/ 31 h 46"/>
                  <a:gd name="T50" fmla="*/ 12 w 48"/>
                  <a:gd name="T51" fmla="*/ 32 h 46"/>
                  <a:gd name="T52" fmla="*/ 8 w 48"/>
                  <a:gd name="T53" fmla="*/ 27 h 46"/>
                  <a:gd name="T54" fmla="*/ 8 w 48"/>
                  <a:gd name="T55" fmla="*/ 27 h 46"/>
                  <a:gd name="T56" fmla="*/ 6 w 48"/>
                  <a:gd name="T57" fmla="*/ 27 h 46"/>
                  <a:gd name="T58" fmla="*/ 11 w 48"/>
                  <a:gd name="T59" fmla="*/ 46 h 46"/>
                  <a:gd name="T60" fmla="*/ 13 w 48"/>
                  <a:gd name="T61" fmla="*/ 46 h 46"/>
                  <a:gd name="T62" fmla="*/ 13 w 48"/>
                  <a:gd name="T63" fmla="*/ 46 h 46"/>
                  <a:gd name="T64" fmla="*/ 13 w 48"/>
                  <a:gd name="T65" fmla="*/ 43 h 46"/>
                  <a:gd name="T66" fmla="*/ 17 w 48"/>
                  <a:gd name="T67" fmla="*/ 39 h 46"/>
                  <a:gd name="T68" fmla="*/ 37 w 48"/>
                  <a:gd name="T69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46">
                    <a:moveTo>
                      <a:pt x="37" y="33"/>
                    </a:moveTo>
                    <a:cubicBezTo>
                      <a:pt x="44" y="32"/>
                      <a:pt x="48" y="28"/>
                      <a:pt x="48" y="21"/>
                    </a:cubicBezTo>
                    <a:cubicBezTo>
                      <a:pt x="48" y="19"/>
                      <a:pt x="47" y="16"/>
                      <a:pt x="47" y="13"/>
                    </a:cubicBezTo>
                    <a:cubicBezTo>
                      <a:pt x="44" y="3"/>
                      <a:pt x="39" y="0"/>
                      <a:pt x="34" y="0"/>
                    </a:cubicBezTo>
                    <a:cubicBezTo>
                      <a:pt x="32" y="0"/>
                      <a:pt x="30" y="0"/>
                      <a:pt x="28" y="1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5" y="13"/>
                      <a:pt x="6" y="12"/>
                      <a:pt x="10" y="11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2" y="6"/>
                      <a:pt x="33" y="5"/>
                      <a:pt x="35" y="5"/>
                    </a:cubicBezTo>
                    <a:cubicBezTo>
                      <a:pt x="37" y="5"/>
                      <a:pt x="39" y="6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9"/>
                      <a:pt x="42" y="11"/>
                      <a:pt x="43" y="13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9"/>
                      <a:pt x="43" y="19"/>
                      <a:pt x="43" y="20"/>
                    </a:cubicBezTo>
                    <a:cubicBezTo>
                      <a:pt x="43" y="20"/>
                      <a:pt x="43" y="21"/>
                      <a:pt x="43" y="21"/>
                    </a:cubicBezTo>
                    <a:cubicBezTo>
                      <a:pt x="42" y="23"/>
                      <a:pt x="39" y="25"/>
                      <a:pt x="35" y="26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1"/>
                      <a:pt x="13" y="32"/>
                      <a:pt x="12" y="32"/>
                    </a:cubicBezTo>
                    <a:cubicBezTo>
                      <a:pt x="10" y="32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3" y="40"/>
                      <a:pt x="14" y="40"/>
                      <a:pt x="17" y="39"/>
                    </a:cubicBezTo>
                    <a:lnTo>
                      <a:pt x="37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3" name="Freeform 77">
                <a:extLst>
                  <a:ext uri="{FF2B5EF4-FFF2-40B4-BE49-F238E27FC236}">
                    <a16:creationId xmlns:a16="http://schemas.microsoft.com/office/drawing/2014/main" id="{E753B583-ED76-43E2-900F-B88D143BBB9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94"/>
                <a:ext cx="35" cy="35"/>
              </a:xfrm>
              <a:custGeom>
                <a:avLst/>
                <a:gdLst>
                  <a:gd name="T0" fmla="*/ 8 w 47"/>
                  <a:gd name="T1" fmla="*/ 46 h 46"/>
                  <a:gd name="T2" fmla="*/ 7 w 47"/>
                  <a:gd name="T3" fmla="*/ 44 h 46"/>
                  <a:gd name="T4" fmla="*/ 12 w 47"/>
                  <a:gd name="T5" fmla="*/ 40 h 46"/>
                  <a:gd name="T6" fmla="*/ 39 w 47"/>
                  <a:gd name="T7" fmla="*/ 36 h 46"/>
                  <a:gd name="T8" fmla="*/ 41 w 47"/>
                  <a:gd name="T9" fmla="*/ 36 h 46"/>
                  <a:gd name="T10" fmla="*/ 45 w 47"/>
                  <a:gd name="T11" fmla="*/ 41 h 46"/>
                  <a:gd name="T12" fmla="*/ 45 w 47"/>
                  <a:gd name="T13" fmla="*/ 42 h 46"/>
                  <a:gd name="T14" fmla="*/ 46 w 47"/>
                  <a:gd name="T15" fmla="*/ 42 h 46"/>
                  <a:gd name="T16" fmla="*/ 47 w 47"/>
                  <a:gd name="T17" fmla="*/ 41 h 46"/>
                  <a:gd name="T18" fmla="*/ 45 w 47"/>
                  <a:gd name="T19" fmla="*/ 25 h 46"/>
                  <a:gd name="T20" fmla="*/ 43 w 47"/>
                  <a:gd name="T21" fmla="*/ 25 h 46"/>
                  <a:gd name="T22" fmla="*/ 43 w 47"/>
                  <a:gd name="T23" fmla="*/ 25 h 46"/>
                  <a:gd name="T24" fmla="*/ 44 w 47"/>
                  <a:gd name="T25" fmla="*/ 28 h 46"/>
                  <a:gd name="T26" fmla="*/ 39 w 47"/>
                  <a:gd name="T27" fmla="*/ 32 h 46"/>
                  <a:gd name="T28" fmla="*/ 11 w 47"/>
                  <a:gd name="T29" fmla="*/ 35 h 46"/>
                  <a:gd name="T30" fmla="*/ 44 w 47"/>
                  <a:gd name="T31" fmla="*/ 8 h 46"/>
                  <a:gd name="T32" fmla="*/ 43 w 47"/>
                  <a:gd name="T33" fmla="*/ 1 h 46"/>
                  <a:gd name="T34" fmla="*/ 9 w 47"/>
                  <a:gd name="T35" fmla="*/ 5 h 46"/>
                  <a:gd name="T36" fmla="*/ 6 w 47"/>
                  <a:gd name="T37" fmla="*/ 6 h 46"/>
                  <a:gd name="T38" fmla="*/ 2 w 47"/>
                  <a:gd name="T39" fmla="*/ 0 h 46"/>
                  <a:gd name="T40" fmla="*/ 2 w 47"/>
                  <a:gd name="T41" fmla="*/ 0 h 46"/>
                  <a:gd name="T42" fmla="*/ 0 w 47"/>
                  <a:gd name="T43" fmla="*/ 0 h 46"/>
                  <a:gd name="T44" fmla="*/ 2 w 47"/>
                  <a:gd name="T45" fmla="*/ 17 h 46"/>
                  <a:gd name="T46" fmla="*/ 4 w 47"/>
                  <a:gd name="T47" fmla="*/ 17 h 46"/>
                  <a:gd name="T48" fmla="*/ 4 w 47"/>
                  <a:gd name="T49" fmla="*/ 16 h 46"/>
                  <a:gd name="T50" fmla="*/ 4 w 47"/>
                  <a:gd name="T51" fmla="*/ 14 h 46"/>
                  <a:gd name="T52" fmla="*/ 9 w 47"/>
                  <a:gd name="T53" fmla="*/ 10 h 46"/>
                  <a:gd name="T54" fmla="*/ 35 w 47"/>
                  <a:gd name="T55" fmla="*/ 7 h 46"/>
                  <a:gd name="T56" fmla="*/ 4 w 47"/>
                  <a:gd name="T57" fmla="*/ 32 h 46"/>
                  <a:gd name="T58" fmla="*/ 6 w 47"/>
                  <a:gd name="T59" fmla="*/ 46 h 46"/>
                  <a:gd name="T60" fmla="*/ 8 w 47"/>
                  <a:gd name="T6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6">
                    <a:moveTo>
                      <a:pt x="8" y="46"/>
                    </a:moveTo>
                    <a:cubicBezTo>
                      <a:pt x="7" y="45"/>
                      <a:pt x="7" y="44"/>
                      <a:pt x="7" y="44"/>
                    </a:cubicBezTo>
                    <a:cubicBezTo>
                      <a:pt x="7" y="41"/>
                      <a:pt x="8" y="40"/>
                      <a:pt x="12" y="40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4" y="36"/>
                      <a:pt x="45" y="37"/>
                      <a:pt x="45" y="41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4" y="26"/>
                      <a:pt x="44" y="27"/>
                      <a:pt x="44" y="28"/>
                    </a:cubicBezTo>
                    <a:cubicBezTo>
                      <a:pt x="44" y="31"/>
                      <a:pt x="43" y="31"/>
                      <a:pt x="39" y="32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3" y="6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1"/>
                      <a:pt x="5" y="11"/>
                      <a:pt x="9" y="1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8" y="46"/>
                      <a:pt x="8" y="46"/>
                      <a:pt x="8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4" name="Freeform 78">
                <a:extLst>
                  <a:ext uri="{FF2B5EF4-FFF2-40B4-BE49-F238E27FC236}">
                    <a16:creationId xmlns:a16="http://schemas.microsoft.com/office/drawing/2014/main" id="{E082CC61-6E5C-4B60-B025-DB2A450D822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54"/>
                <a:ext cx="32" cy="31"/>
              </a:xfrm>
              <a:custGeom>
                <a:avLst/>
                <a:gdLst>
                  <a:gd name="T0" fmla="*/ 21 w 43"/>
                  <a:gd name="T1" fmla="*/ 42 h 42"/>
                  <a:gd name="T2" fmla="*/ 22 w 43"/>
                  <a:gd name="T3" fmla="*/ 42 h 42"/>
                  <a:gd name="T4" fmla="*/ 22 w 43"/>
                  <a:gd name="T5" fmla="*/ 42 h 42"/>
                  <a:gd name="T6" fmla="*/ 43 w 43"/>
                  <a:gd name="T7" fmla="*/ 23 h 42"/>
                  <a:gd name="T8" fmla="*/ 43 w 43"/>
                  <a:gd name="T9" fmla="*/ 21 h 42"/>
                  <a:gd name="T10" fmla="*/ 41 w 43"/>
                  <a:gd name="T11" fmla="*/ 6 h 42"/>
                  <a:gd name="T12" fmla="*/ 41 w 43"/>
                  <a:gd name="T13" fmla="*/ 6 h 42"/>
                  <a:gd name="T14" fmla="*/ 41 w 43"/>
                  <a:gd name="T15" fmla="*/ 6 h 42"/>
                  <a:gd name="T16" fmla="*/ 27 w 43"/>
                  <a:gd name="T17" fmla="*/ 5 h 42"/>
                  <a:gd name="T18" fmla="*/ 21 w 43"/>
                  <a:gd name="T19" fmla="*/ 1 h 42"/>
                  <a:gd name="T20" fmla="*/ 21 w 43"/>
                  <a:gd name="T21" fmla="*/ 0 h 42"/>
                  <a:gd name="T22" fmla="*/ 21 w 43"/>
                  <a:gd name="T23" fmla="*/ 0 h 42"/>
                  <a:gd name="T24" fmla="*/ 19 w 43"/>
                  <a:gd name="T25" fmla="*/ 0 h 42"/>
                  <a:gd name="T26" fmla="*/ 19 w 43"/>
                  <a:gd name="T27" fmla="*/ 19 h 42"/>
                  <a:gd name="T28" fmla="*/ 21 w 43"/>
                  <a:gd name="T29" fmla="*/ 19 h 42"/>
                  <a:gd name="T30" fmla="*/ 21 w 43"/>
                  <a:gd name="T31" fmla="*/ 18 h 42"/>
                  <a:gd name="T32" fmla="*/ 26 w 43"/>
                  <a:gd name="T33" fmla="*/ 13 h 42"/>
                  <a:gd name="T34" fmla="*/ 27 w 43"/>
                  <a:gd name="T35" fmla="*/ 13 h 42"/>
                  <a:gd name="T36" fmla="*/ 39 w 43"/>
                  <a:gd name="T37" fmla="*/ 14 h 42"/>
                  <a:gd name="T38" fmla="*/ 40 w 43"/>
                  <a:gd name="T39" fmla="*/ 19 h 42"/>
                  <a:gd name="T40" fmla="*/ 40 w 43"/>
                  <a:gd name="T41" fmla="*/ 20 h 42"/>
                  <a:gd name="T42" fmla="*/ 23 w 43"/>
                  <a:gd name="T43" fmla="*/ 34 h 42"/>
                  <a:gd name="T44" fmla="*/ 21 w 43"/>
                  <a:gd name="T45" fmla="*/ 34 h 42"/>
                  <a:gd name="T46" fmla="*/ 3 w 43"/>
                  <a:gd name="T47" fmla="*/ 22 h 42"/>
                  <a:gd name="T48" fmla="*/ 3 w 43"/>
                  <a:gd name="T49" fmla="*/ 22 h 42"/>
                  <a:gd name="T50" fmla="*/ 12 w 43"/>
                  <a:gd name="T51" fmla="*/ 9 h 42"/>
                  <a:gd name="T52" fmla="*/ 12 w 43"/>
                  <a:gd name="T53" fmla="*/ 9 h 42"/>
                  <a:gd name="T54" fmla="*/ 12 w 43"/>
                  <a:gd name="T55" fmla="*/ 7 h 42"/>
                  <a:gd name="T56" fmla="*/ 2 w 43"/>
                  <a:gd name="T57" fmla="*/ 7 h 42"/>
                  <a:gd name="T58" fmla="*/ 2 w 43"/>
                  <a:gd name="T59" fmla="*/ 7 h 42"/>
                  <a:gd name="T60" fmla="*/ 0 w 43"/>
                  <a:gd name="T61" fmla="*/ 22 h 42"/>
                  <a:gd name="T62" fmla="*/ 0 w 43"/>
                  <a:gd name="T63" fmla="*/ 23 h 42"/>
                  <a:gd name="T64" fmla="*/ 21 w 43"/>
                  <a:gd name="T6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21" y="42"/>
                    </a:move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32" y="42"/>
                      <a:pt x="43" y="38"/>
                      <a:pt x="43" y="23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13"/>
                      <a:pt x="42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2" y="5"/>
                      <a:pt x="21" y="4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4"/>
                      <a:pt x="22" y="13"/>
                      <a:pt x="26" y="13"/>
                    </a:cubicBezTo>
                    <a:cubicBezTo>
                      <a:pt x="26" y="13"/>
                      <a:pt x="26" y="13"/>
                      <a:pt x="27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31"/>
                      <a:pt x="33" y="34"/>
                      <a:pt x="23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3" y="33"/>
                      <a:pt x="3" y="3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2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5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0" y="38"/>
                      <a:pt x="9" y="42"/>
                      <a:pt x="21" y="4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5" name="Freeform 79">
                <a:extLst>
                  <a:ext uri="{FF2B5EF4-FFF2-40B4-BE49-F238E27FC236}">
                    <a16:creationId xmlns:a16="http://schemas.microsoft.com/office/drawing/2014/main" id="{44646494-F9EE-49ED-BDF6-2D2049FD821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0" y="7723"/>
                <a:ext cx="35" cy="26"/>
              </a:xfrm>
              <a:custGeom>
                <a:avLst/>
                <a:gdLst>
                  <a:gd name="T0" fmla="*/ 2 w 47"/>
                  <a:gd name="T1" fmla="*/ 29 h 35"/>
                  <a:gd name="T2" fmla="*/ 6 w 47"/>
                  <a:gd name="T3" fmla="*/ 24 h 35"/>
                  <a:gd name="T4" fmla="*/ 8 w 47"/>
                  <a:gd name="T5" fmla="*/ 24 h 35"/>
                  <a:gd name="T6" fmla="*/ 35 w 47"/>
                  <a:gd name="T7" fmla="*/ 28 h 35"/>
                  <a:gd name="T8" fmla="*/ 39 w 47"/>
                  <a:gd name="T9" fmla="*/ 32 h 35"/>
                  <a:gd name="T10" fmla="*/ 39 w 47"/>
                  <a:gd name="T11" fmla="*/ 35 h 35"/>
                  <a:gd name="T12" fmla="*/ 39 w 47"/>
                  <a:gd name="T13" fmla="*/ 35 h 35"/>
                  <a:gd name="T14" fmla="*/ 39 w 47"/>
                  <a:gd name="T15" fmla="*/ 35 h 35"/>
                  <a:gd name="T16" fmla="*/ 41 w 47"/>
                  <a:gd name="T17" fmla="*/ 35 h 35"/>
                  <a:gd name="T18" fmla="*/ 47 w 47"/>
                  <a:gd name="T19" fmla="*/ 2 h 35"/>
                  <a:gd name="T20" fmla="*/ 37 w 47"/>
                  <a:gd name="T21" fmla="*/ 0 h 35"/>
                  <a:gd name="T22" fmla="*/ 36 w 47"/>
                  <a:gd name="T23" fmla="*/ 2 h 35"/>
                  <a:gd name="T24" fmla="*/ 36 w 47"/>
                  <a:gd name="T25" fmla="*/ 2 h 35"/>
                  <a:gd name="T26" fmla="*/ 42 w 47"/>
                  <a:gd name="T27" fmla="*/ 9 h 35"/>
                  <a:gd name="T28" fmla="*/ 42 w 47"/>
                  <a:gd name="T29" fmla="*/ 12 h 35"/>
                  <a:gd name="T30" fmla="*/ 41 w 47"/>
                  <a:gd name="T31" fmla="*/ 17 h 35"/>
                  <a:gd name="T32" fmla="*/ 38 w 47"/>
                  <a:gd name="T33" fmla="*/ 20 h 35"/>
                  <a:gd name="T34" fmla="*/ 36 w 47"/>
                  <a:gd name="T35" fmla="*/ 20 h 35"/>
                  <a:gd name="T36" fmla="*/ 10 w 47"/>
                  <a:gd name="T37" fmla="*/ 16 h 35"/>
                  <a:gd name="T38" fmla="*/ 5 w 47"/>
                  <a:gd name="T39" fmla="*/ 12 h 35"/>
                  <a:gd name="T40" fmla="*/ 5 w 47"/>
                  <a:gd name="T41" fmla="*/ 9 h 35"/>
                  <a:gd name="T42" fmla="*/ 5 w 47"/>
                  <a:gd name="T43" fmla="*/ 9 h 35"/>
                  <a:gd name="T44" fmla="*/ 3 w 47"/>
                  <a:gd name="T45" fmla="*/ 9 h 35"/>
                  <a:gd name="T46" fmla="*/ 0 w 47"/>
                  <a:gd name="T47" fmla="*/ 28 h 35"/>
                  <a:gd name="T48" fmla="*/ 2 w 47"/>
                  <a:gd name="T4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5">
                    <a:moveTo>
                      <a:pt x="2" y="29"/>
                    </a:moveTo>
                    <a:cubicBezTo>
                      <a:pt x="2" y="25"/>
                      <a:pt x="3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8" y="29"/>
                      <a:pt x="39" y="30"/>
                      <a:pt x="39" y="32"/>
                    </a:cubicBezTo>
                    <a:cubicBezTo>
                      <a:pt x="39" y="33"/>
                      <a:pt x="39" y="34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0" y="4"/>
                      <a:pt x="42" y="5"/>
                      <a:pt x="42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20"/>
                      <a:pt x="40" y="20"/>
                      <a:pt x="38" y="20"/>
                    </a:cubicBezTo>
                    <a:cubicBezTo>
                      <a:pt x="37" y="20"/>
                      <a:pt x="37" y="20"/>
                      <a:pt x="36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5"/>
                      <a:pt x="5" y="15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6" name="Freeform 80">
                <a:extLst>
                  <a:ext uri="{FF2B5EF4-FFF2-40B4-BE49-F238E27FC236}">
                    <a16:creationId xmlns:a16="http://schemas.microsoft.com/office/drawing/2014/main" id="{DAD99D5E-2BC1-4E03-B258-567DC38EA6C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21" y="7709"/>
                <a:ext cx="7" cy="7"/>
              </a:xfrm>
              <a:custGeom>
                <a:avLst/>
                <a:gdLst>
                  <a:gd name="T0" fmla="*/ 6 w 9"/>
                  <a:gd name="T1" fmla="*/ 0 h 10"/>
                  <a:gd name="T2" fmla="*/ 5 w 9"/>
                  <a:gd name="T3" fmla="*/ 0 h 10"/>
                  <a:gd name="T4" fmla="*/ 1 w 9"/>
                  <a:gd name="T5" fmla="*/ 2 h 10"/>
                  <a:gd name="T6" fmla="*/ 1 w 9"/>
                  <a:gd name="T7" fmla="*/ 2 h 10"/>
                  <a:gd name="T8" fmla="*/ 0 w 9"/>
                  <a:gd name="T9" fmla="*/ 4 h 10"/>
                  <a:gd name="T10" fmla="*/ 0 w 9"/>
                  <a:gd name="T11" fmla="*/ 5 h 10"/>
                  <a:gd name="T12" fmla="*/ 2 w 9"/>
                  <a:gd name="T13" fmla="*/ 9 h 10"/>
                  <a:gd name="T14" fmla="*/ 2 w 9"/>
                  <a:gd name="T15" fmla="*/ 9 h 10"/>
                  <a:gd name="T16" fmla="*/ 3 w 9"/>
                  <a:gd name="T17" fmla="*/ 10 h 10"/>
                  <a:gd name="T18" fmla="*/ 5 w 9"/>
                  <a:gd name="T19" fmla="*/ 10 h 10"/>
                  <a:gd name="T20" fmla="*/ 8 w 9"/>
                  <a:gd name="T21" fmla="*/ 8 h 10"/>
                  <a:gd name="T22" fmla="*/ 8 w 9"/>
                  <a:gd name="T23" fmla="*/ 7 h 10"/>
                  <a:gd name="T24" fmla="*/ 9 w 9"/>
                  <a:gd name="T25" fmla="*/ 6 h 10"/>
                  <a:gd name="T26" fmla="*/ 9 w 9"/>
                  <a:gd name="T27" fmla="*/ 5 h 10"/>
                  <a:gd name="T28" fmla="*/ 8 w 9"/>
                  <a:gd name="T29" fmla="*/ 1 h 10"/>
                  <a:gd name="T30" fmla="*/ 7 w 9"/>
                  <a:gd name="T31" fmla="*/ 1 h 10"/>
                  <a:gd name="T32" fmla="*/ 6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7" name="Freeform 81">
                <a:extLst>
                  <a:ext uri="{FF2B5EF4-FFF2-40B4-BE49-F238E27FC236}">
                    <a16:creationId xmlns:a16="http://schemas.microsoft.com/office/drawing/2014/main" id="{CA6665E2-F822-4072-9DBC-DEC449B2575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0" y="7658"/>
                <a:ext cx="37" cy="36"/>
              </a:xfrm>
              <a:custGeom>
                <a:avLst/>
                <a:gdLst>
                  <a:gd name="T0" fmla="*/ 2 w 49"/>
                  <a:gd name="T1" fmla="*/ 48 h 48"/>
                  <a:gd name="T2" fmla="*/ 10 w 49"/>
                  <a:gd name="T3" fmla="*/ 43 h 48"/>
                  <a:gd name="T4" fmla="*/ 47 w 49"/>
                  <a:gd name="T5" fmla="*/ 42 h 48"/>
                  <a:gd name="T6" fmla="*/ 49 w 49"/>
                  <a:gd name="T7" fmla="*/ 36 h 48"/>
                  <a:gd name="T8" fmla="*/ 22 w 49"/>
                  <a:gd name="T9" fmla="*/ 10 h 48"/>
                  <a:gd name="T10" fmla="*/ 19 w 49"/>
                  <a:gd name="T11" fmla="*/ 5 h 48"/>
                  <a:gd name="T12" fmla="*/ 20 w 49"/>
                  <a:gd name="T13" fmla="*/ 1 h 48"/>
                  <a:gd name="T14" fmla="*/ 20 w 49"/>
                  <a:gd name="T15" fmla="*/ 1 h 48"/>
                  <a:gd name="T16" fmla="*/ 18 w 49"/>
                  <a:gd name="T17" fmla="*/ 0 h 48"/>
                  <a:gd name="T18" fmla="*/ 12 w 49"/>
                  <a:gd name="T19" fmla="*/ 17 h 48"/>
                  <a:gd name="T20" fmla="*/ 13 w 49"/>
                  <a:gd name="T21" fmla="*/ 18 h 48"/>
                  <a:gd name="T22" fmla="*/ 14 w 49"/>
                  <a:gd name="T23" fmla="*/ 17 h 48"/>
                  <a:gd name="T24" fmla="*/ 17 w 49"/>
                  <a:gd name="T25" fmla="*/ 13 h 48"/>
                  <a:gd name="T26" fmla="*/ 17 w 49"/>
                  <a:gd name="T27" fmla="*/ 13 h 48"/>
                  <a:gd name="T28" fmla="*/ 20 w 49"/>
                  <a:gd name="T29" fmla="*/ 15 h 48"/>
                  <a:gd name="T30" fmla="*/ 41 w 49"/>
                  <a:gd name="T31" fmla="*/ 35 h 48"/>
                  <a:gd name="T32" fmla="*/ 12 w 49"/>
                  <a:gd name="T33" fmla="*/ 35 h 48"/>
                  <a:gd name="T34" fmla="*/ 9 w 49"/>
                  <a:gd name="T35" fmla="*/ 35 h 48"/>
                  <a:gd name="T36" fmla="*/ 8 w 49"/>
                  <a:gd name="T37" fmla="*/ 33 h 48"/>
                  <a:gd name="T38" fmla="*/ 9 w 49"/>
                  <a:gd name="T39" fmla="*/ 29 h 48"/>
                  <a:gd name="T40" fmla="*/ 9 w 49"/>
                  <a:gd name="T41" fmla="*/ 29 h 48"/>
                  <a:gd name="T42" fmla="*/ 7 w 49"/>
                  <a:gd name="T43" fmla="*/ 28 h 48"/>
                  <a:gd name="T44" fmla="*/ 0 w 49"/>
                  <a:gd name="T45" fmla="*/ 47 h 48"/>
                  <a:gd name="T46" fmla="*/ 2 w 49"/>
                  <a:gd name="T4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48">
                    <a:moveTo>
                      <a:pt x="2" y="48"/>
                    </a:moveTo>
                    <a:cubicBezTo>
                      <a:pt x="4" y="43"/>
                      <a:pt x="5" y="43"/>
                      <a:pt x="10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9" y="7"/>
                      <a:pt x="19" y="5"/>
                    </a:cubicBezTo>
                    <a:cubicBezTo>
                      <a:pt x="19" y="4"/>
                      <a:pt x="19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35"/>
                      <a:pt x="10" y="35"/>
                      <a:pt x="9" y="35"/>
                    </a:cubicBezTo>
                    <a:cubicBezTo>
                      <a:pt x="8" y="34"/>
                      <a:pt x="8" y="34"/>
                      <a:pt x="8" y="33"/>
                    </a:cubicBezTo>
                    <a:cubicBezTo>
                      <a:pt x="8" y="32"/>
                      <a:pt x="8" y="31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2" y="48"/>
                      <a:pt x="2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8" name="Freeform 82">
                <a:extLst>
                  <a:ext uri="{FF2B5EF4-FFF2-40B4-BE49-F238E27FC236}">
                    <a16:creationId xmlns:a16="http://schemas.microsoft.com/office/drawing/2014/main" id="{BFE9909B-5A21-482D-AC07-D5CE433D996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17" y="7631"/>
                <a:ext cx="40" cy="37"/>
              </a:xfrm>
              <a:custGeom>
                <a:avLst/>
                <a:gdLst>
                  <a:gd name="T0" fmla="*/ 2 w 54"/>
                  <a:gd name="T1" fmla="*/ 29 h 49"/>
                  <a:gd name="T2" fmla="*/ 6 w 54"/>
                  <a:gd name="T3" fmla="*/ 26 h 49"/>
                  <a:gd name="T4" fmla="*/ 10 w 54"/>
                  <a:gd name="T5" fmla="*/ 27 h 49"/>
                  <a:gd name="T6" fmla="*/ 33 w 54"/>
                  <a:gd name="T7" fmla="*/ 41 h 49"/>
                  <a:gd name="T8" fmla="*/ 37 w 54"/>
                  <a:gd name="T9" fmla="*/ 44 h 49"/>
                  <a:gd name="T10" fmla="*/ 35 w 54"/>
                  <a:gd name="T11" fmla="*/ 48 h 49"/>
                  <a:gd name="T12" fmla="*/ 35 w 54"/>
                  <a:gd name="T13" fmla="*/ 48 h 49"/>
                  <a:gd name="T14" fmla="*/ 35 w 54"/>
                  <a:gd name="T15" fmla="*/ 49 h 49"/>
                  <a:gd name="T16" fmla="*/ 37 w 54"/>
                  <a:gd name="T17" fmla="*/ 49 h 49"/>
                  <a:gd name="T18" fmla="*/ 54 w 54"/>
                  <a:gd name="T19" fmla="*/ 20 h 49"/>
                  <a:gd name="T20" fmla="*/ 46 w 54"/>
                  <a:gd name="T21" fmla="*/ 15 h 49"/>
                  <a:gd name="T22" fmla="*/ 45 w 54"/>
                  <a:gd name="T23" fmla="*/ 17 h 49"/>
                  <a:gd name="T24" fmla="*/ 45 w 54"/>
                  <a:gd name="T25" fmla="*/ 17 h 49"/>
                  <a:gd name="T26" fmla="*/ 48 w 54"/>
                  <a:gd name="T27" fmla="*/ 22 h 49"/>
                  <a:gd name="T28" fmla="*/ 46 w 54"/>
                  <a:gd name="T29" fmla="*/ 27 h 49"/>
                  <a:gd name="T30" fmla="*/ 43 w 54"/>
                  <a:gd name="T31" fmla="*/ 32 h 49"/>
                  <a:gd name="T32" fmla="*/ 40 w 54"/>
                  <a:gd name="T33" fmla="*/ 35 h 49"/>
                  <a:gd name="T34" fmla="*/ 37 w 54"/>
                  <a:gd name="T35" fmla="*/ 34 h 49"/>
                  <a:gd name="T36" fmla="*/ 26 w 54"/>
                  <a:gd name="T37" fmla="*/ 27 h 49"/>
                  <a:gd name="T38" fmla="*/ 31 w 54"/>
                  <a:gd name="T39" fmla="*/ 20 h 49"/>
                  <a:gd name="T40" fmla="*/ 34 w 54"/>
                  <a:gd name="T41" fmla="*/ 16 h 49"/>
                  <a:gd name="T42" fmla="*/ 37 w 54"/>
                  <a:gd name="T43" fmla="*/ 18 h 49"/>
                  <a:gd name="T44" fmla="*/ 38 w 54"/>
                  <a:gd name="T45" fmla="*/ 18 h 49"/>
                  <a:gd name="T46" fmla="*/ 39 w 54"/>
                  <a:gd name="T47" fmla="*/ 16 h 49"/>
                  <a:gd name="T48" fmla="*/ 27 w 54"/>
                  <a:gd name="T49" fmla="*/ 9 h 49"/>
                  <a:gd name="T50" fmla="*/ 26 w 54"/>
                  <a:gd name="T51" fmla="*/ 11 h 49"/>
                  <a:gd name="T52" fmla="*/ 26 w 54"/>
                  <a:gd name="T53" fmla="*/ 11 h 49"/>
                  <a:gd name="T54" fmla="*/ 29 w 54"/>
                  <a:gd name="T55" fmla="*/ 14 h 49"/>
                  <a:gd name="T56" fmla="*/ 28 w 54"/>
                  <a:gd name="T57" fmla="*/ 18 h 49"/>
                  <a:gd name="T58" fmla="*/ 23 w 54"/>
                  <a:gd name="T59" fmla="*/ 26 h 49"/>
                  <a:gd name="T60" fmla="*/ 14 w 54"/>
                  <a:gd name="T61" fmla="*/ 20 h 49"/>
                  <a:gd name="T62" fmla="*/ 11 w 54"/>
                  <a:gd name="T63" fmla="*/ 17 h 49"/>
                  <a:gd name="T64" fmla="*/ 12 w 54"/>
                  <a:gd name="T65" fmla="*/ 15 h 49"/>
                  <a:gd name="T66" fmla="*/ 15 w 54"/>
                  <a:gd name="T67" fmla="*/ 11 h 49"/>
                  <a:gd name="T68" fmla="*/ 21 w 54"/>
                  <a:gd name="T69" fmla="*/ 5 h 49"/>
                  <a:gd name="T70" fmla="*/ 24 w 54"/>
                  <a:gd name="T71" fmla="*/ 6 h 49"/>
                  <a:gd name="T72" fmla="*/ 24 w 54"/>
                  <a:gd name="T73" fmla="*/ 6 h 49"/>
                  <a:gd name="T74" fmla="*/ 26 w 54"/>
                  <a:gd name="T75" fmla="*/ 4 h 49"/>
                  <a:gd name="T76" fmla="*/ 17 w 54"/>
                  <a:gd name="T77" fmla="*/ 0 h 49"/>
                  <a:gd name="T78" fmla="*/ 0 w 54"/>
                  <a:gd name="T79" fmla="*/ 28 h 49"/>
                  <a:gd name="T80" fmla="*/ 2 w 54"/>
                  <a:gd name="T81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49">
                    <a:moveTo>
                      <a:pt x="2" y="29"/>
                    </a:moveTo>
                    <a:cubicBezTo>
                      <a:pt x="4" y="27"/>
                      <a:pt x="5" y="26"/>
                      <a:pt x="6" y="26"/>
                    </a:cubicBezTo>
                    <a:cubicBezTo>
                      <a:pt x="7" y="26"/>
                      <a:pt x="8" y="26"/>
                      <a:pt x="10" y="27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6" y="42"/>
                      <a:pt x="37" y="43"/>
                      <a:pt x="37" y="44"/>
                    </a:cubicBezTo>
                    <a:cubicBezTo>
                      <a:pt x="37" y="45"/>
                      <a:pt x="36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7" y="18"/>
                      <a:pt x="48" y="20"/>
                      <a:pt x="48" y="22"/>
                    </a:cubicBezTo>
                    <a:cubicBezTo>
                      <a:pt x="48" y="23"/>
                      <a:pt x="47" y="25"/>
                      <a:pt x="46" y="27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2" y="34"/>
                      <a:pt x="41" y="35"/>
                      <a:pt x="40" y="35"/>
                    </a:cubicBezTo>
                    <a:cubicBezTo>
                      <a:pt x="40" y="35"/>
                      <a:pt x="39" y="34"/>
                      <a:pt x="37" y="34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7"/>
                      <a:pt x="33" y="16"/>
                      <a:pt x="34" y="16"/>
                    </a:cubicBezTo>
                    <a:cubicBezTo>
                      <a:pt x="35" y="16"/>
                      <a:pt x="36" y="17"/>
                      <a:pt x="37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8" y="12"/>
                      <a:pt x="29" y="13"/>
                      <a:pt x="29" y="14"/>
                    </a:cubicBezTo>
                    <a:cubicBezTo>
                      <a:pt x="29" y="15"/>
                      <a:pt x="29" y="16"/>
                      <a:pt x="28" y="1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1" y="18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5"/>
                      <a:pt x="23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9" name="Freeform 83">
                <a:extLst>
                  <a:ext uri="{FF2B5EF4-FFF2-40B4-BE49-F238E27FC236}">
                    <a16:creationId xmlns:a16="http://schemas.microsoft.com/office/drawing/2014/main" id="{401FECD6-FB8A-4018-82A1-3BE9F09C3B5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6" y="7600"/>
                <a:ext cx="37" cy="36"/>
              </a:xfrm>
              <a:custGeom>
                <a:avLst/>
                <a:gdLst>
                  <a:gd name="T0" fmla="*/ 9 w 50"/>
                  <a:gd name="T1" fmla="*/ 33 h 48"/>
                  <a:gd name="T2" fmla="*/ 9 w 50"/>
                  <a:gd name="T3" fmla="*/ 33 h 48"/>
                  <a:gd name="T4" fmla="*/ 6 w 50"/>
                  <a:gd name="T5" fmla="*/ 28 h 48"/>
                  <a:gd name="T6" fmla="*/ 9 w 50"/>
                  <a:gd name="T7" fmla="*/ 21 h 48"/>
                  <a:gd name="T8" fmla="*/ 11 w 50"/>
                  <a:gd name="T9" fmla="*/ 19 h 48"/>
                  <a:gd name="T10" fmla="*/ 35 w 50"/>
                  <a:gd name="T11" fmla="*/ 39 h 48"/>
                  <a:gd name="T12" fmla="*/ 38 w 50"/>
                  <a:gd name="T13" fmla="*/ 43 h 48"/>
                  <a:gd name="T14" fmla="*/ 36 w 50"/>
                  <a:gd name="T15" fmla="*/ 47 h 48"/>
                  <a:gd name="T16" fmla="*/ 36 w 50"/>
                  <a:gd name="T17" fmla="*/ 47 h 48"/>
                  <a:gd name="T18" fmla="*/ 36 w 50"/>
                  <a:gd name="T19" fmla="*/ 47 h 48"/>
                  <a:gd name="T20" fmla="*/ 37 w 50"/>
                  <a:gd name="T21" fmla="*/ 48 h 48"/>
                  <a:gd name="T22" fmla="*/ 50 w 50"/>
                  <a:gd name="T23" fmla="*/ 33 h 48"/>
                  <a:gd name="T24" fmla="*/ 48 w 50"/>
                  <a:gd name="T25" fmla="*/ 31 h 48"/>
                  <a:gd name="T26" fmla="*/ 48 w 50"/>
                  <a:gd name="T27" fmla="*/ 31 h 48"/>
                  <a:gd name="T28" fmla="*/ 44 w 50"/>
                  <a:gd name="T29" fmla="*/ 34 h 48"/>
                  <a:gd name="T30" fmla="*/ 40 w 50"/>
                  <a:gd name="T31" fmla="*/ 32 h 48"/>
                  <a:gd name="T32" fmla="*/ 16 w 50"/>
                  <a:gd name="T33" fmla="*/ 13 h 48"/>
                  <a:gd name="T34" fmla="*/ 17 w 50"/>
                  <a:gd name="T35" fmla="*/ 11 h 48"/>
                  <a:gd name="T36" fmla="*/ 24 w 50"/>
                  <a:gd name="T37" fmla="*/ 6 h 48"/>
                  <a:gd name="T38" fmla="*/ 28 w 50"/>
                  <a:gd name="T39" fmla="*/ 8 h 48"/>
                  <a:gd name="T40" fmla="*/ 29 w 50"/>
                  <a:gd name="T41" fmla="*/ 8 h 48"/>
                  <a:gd name="T42" fmla="*/ 30 w 50"/>
                  <a:gd name="T43" fmla="*/ 6 h 48"/>
                  <a:gd name="T44" fmla="*/ 22 w 50"/>
                  <a:gd name="T45" fmla="*/ 0 h 48"/>
                  <a:gd name="T46" fmla="*/ 0 w 50"/>
                  <a:gd name="T47" fmla="*/ 28 h 48"/>
                  <a:gd name="T48" fmla="*/ 7 w 50"/>
                  <a:gd name="T49" fmla="*/ 35 h 48"/>
                  <a:gd name="T50" fmla="*/ 9 w 50"/>
                  <a:gd name="T51" fmla="*/ 3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9" y="33"/>
                    </a:moveTo>
                    <a:cubicBezTo>
                      <a:pt x="9" y="33"/>
                      <a:pt x="9" y="33"/>
                      <a:pt x="9" y="33"/>
                    </a:cubicBezTo>
                    <a:cubicBezTo>
                      <a:pt x="7" y="31"/>
                      <a:pt x="6" y="29"/>
                      <a:pt x="6" y="28"/>
                    </a:cubicBezTo>
                    <a:cubicBezTo>
                      <a:pt x="6" y="26"/>
                      <a:pt x="7" y="24"/>
                      <a:pt x="9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40"/>
                      <a:pt x="38" y="41"/>
                      <a:pt x="38" y="43"/>
                    </a:cubicBezTo>
                    <a:cubicBezTo>
                      <a:pt x="38" y="44"/>
                      <a:pt x="37" y="45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6" y="34"/>
                      <a:pt x="45" y="34"/>
                      <a:pt x="44" y="34"/>
                    </a:cubicBezTo>
                    <a:cubicBezTo>
                      <a:pt x="43" y="34"/>
                      <a:pt x="42" y="34"/>
                      <a:pt x="40" y="3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8"/>
                      <a:pt x="22" y="6"/>
                      <a:pt x="24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7" y="35"/>
                      <a:pt x="7" y="35"/>
                      <a:pt x="7" y="35"/>
                    </a:cubicBezTo>
                    <a:lnTo>
                      <a:pt x="9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0" name="Freeform 84">
                <a:extLst>
                  <a:ext uri="{FF2B5EF4-FFF2-40B4-BE49-F238E27FC236}">
                    <a16:creationId xmlns:a16="http://schemas.microsoft.com/office/drawing/2014/main" id="{774C3F40-B5EE-4261-B71D-4E3EABCDA02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58" y="7577"/>
                <a:ext cx="40" cy="40"/>
              </a:xfrm>
              <a:custGeom>
                <a:avLst/>
                <a:gdLst>
                  <a:gd name="T0" fmla="*/ 2 w 54"/>
                  <a:gd name="T1" fmla="*/ 23 h 53"/>
                  <a:gd name="T2" fmla="*/ 6 w 54"/>
                  <a:gd name="T3" fmla="*/ 21 h 53"/>
                  <a:gd name="T4" fmla="*/ 10 w 54"/>
                  <a:gd name="T5" fmla="*/ 24 h 53"/>
                  <a:gd name="T6" fmla="*/ 28 w 54"/>
                  <a:gd name="T7" fmla="*/ 44 h 53"/>
                  <a:gd name="T8" fmla="*/ 30 w 54"/>
                  <a:gd name="T9" fmla="*/ 48 h 53"/>
                  <a:gd name="T10" fmla="*/ 27 w 54"/>
                  <a:gd name="T11" fmla="*/ 52 h 53"/>
                  <a:gd name="T12" fmla="*/ 27 w 54"/>
                  <a:gd name="T13" fmla="*/ 52 h 53"/>
                  <a:gd name="T14" fmla="*/ 27 w 54"/>
                  <a:gd name="T15" fmla="*/ 52 h 53"/>
                  <a:gd name="T16" fmla="*/ 28 w 54"/>
                  <a:gd name="T17" fmla="*/ 53 h 53"/>
                  <a:gd name="T18" fmla="*/ 54 w 54"/>
                  <a:gd name="T19" fmla="*/ 31 h 53"/>
                  <a:gd name="T20" fmla="*/ 48 w 54"/>
                  <a:gd name="T21" fmla="*/ 23 h 53"/>
                  <a:gd name="T22" fmla="*/ 46 w 54"/>
                  <a:gd name="T23" fmla="*/ 25 h 53"/>
                  <a:gd name="T24" fmla="*/ 46 w 54"/>
                  <a:gd name="T25" fmla="*/ 25 h 53"/>
                  <a:gd name="T26" fmla="*/ 48 w 54"/>
                  <a:gd name="T27" fmla="*/ 29 h 53"/>
                  <a:gd name="T28" fmla="*/ 44 w 54"/>
                  <a:gd name="T29" fmla="*/ 35 h 53"/>
                  <a:gd name="T30" fmla="*/ 39 w 54"/>
                  <a:gd name="T31" fmla="*/ 39 h 53"/>
                  <a:gd name="T32" fmla="*/ 37 w 54"/>
                  <a:gd name="T33" fmla="*/ 41 h 53"/>
                  <a:gd name="T34" fmla="*/ 34 w 54"/>
                  <a:gd name="T35" fmla="*/ 38 h 53"/>
                  <a:gd name="T36" fmla="*/ 25 w 54"/>
                  <a:gd name="T37" fmla="*/ 29 h 53"/>
                  <a:gd name="T38" fmla="*/ 32 w 54"/>
                  <a:gd name="T39" fmla="*/ 23 h 53"/>
                  <a:gd name="T40" fmla="*/ 35 w 54"/>
                  <a:gd name="T41" fmla="*/ 21 h 53"/>
                  <a:gd name="T42" fmla="*/ 39 w 54"/>
                  <a:gd name="T43" fmla="*/ 23 h 53"/>
                  <a:gd name="T44" fmla="*/ 39 w 54"/>
                  <a:gd name="T45" fmla="*/ 24 h 53"/>
                  <a:gd name="T46" fmla="*/ 41 w 54"/>
                  <a:gd name="T47" fmla="*/ 22 h 53"/>
                  <a:gd name="T48" fmla="*/ 32 w 54"/>
                  <a:gd name="T49" fmla="*/ 12 h 53"/>
                  <a:gd name="T50" fmla="*/ 30 w 54"/>
                  <a:gd name="T51" fmla="*/ 14 h 53"/>
                  <a:gd name="T52" fmla="*/ 30 w 54"/>
                  <a:gd name="T53" fmla="*/ 14 h 53"/>
                  <a:gd name="T54" fmla="*/ 32 w 54"/>
                  <a:gd name="T55" fmla="*/ 17 h 53"/>
                  <a:gd name="T56" fmla="*/ 30 w 54"/>
                  <a:gd name="T57" fmla="*/ 21 h 53"/>
                  <a:gd name="T58" fmla="*/ 23 w 54"/>
                  <a:gd name="T59" fmla="*/ 27 h 53"/>
                  <a:gd name="T60" fmla="*/ 16 w 54"/>
                  <a:gd name="T61" fmla="*/ 18 h 53"/>
                  <a:gd name="T62" fmla="*/ 14 w 54"/>
                  <a:gd name="T63" fmla="*/ 15 h 53"/>
                  <a:gd name="T64" fmla="*/ 16 w 54"/>
                  <a:gd name="T65" fmla="*/ 13 h 53"/>
                  <a:gd name="T66" fmla="*/ 19 w 54"/>
                  <a:gd name="T67" fmla="*/ 10 h 53"/>
                  <a:gd name="T68" fmla="*/ 26 w 54"/>
                  <a:gd name="T69" fmla="*/ 6 h 53"/>
                  <a:gd name="T70" fmla="*/ 30 w 54"/>
                  <a:gd name="T71" fmla="*/ 8 h 53"/>
                  <a:gd name="T72" fmla="*/ 30 w 54"/>
                  <a:gd name="T73" fmla="*/ 8 h 53"/>
                  <a:gd name="T74" fmla="*/ 32 w 54"/>
                  <a:gd name="T75" fmla="*/ 7 h 53"/>
                  <a:gd name="T76" fmla="*/ 25 w 54"/>
                  <a:gd name="T77" fmla="*/ 0 h 53"/>
                  <a:gd name="T78" fmla="*/ 0 w 54"/>
                  <a:gd name="T79" fmla="*/ 22 h 53"/>
                  <a:gd name="T80" fmla="*/ 2 w 54"/>
                  <a:gd name="T8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3">
                    <a:moveTo>
                      <a:pt x="2" y="23"/>
                    </a:moveTo>
                    <a:cubicBezTo>
                      <a:pt x="4" y="22"/>
                      <a:pt x="5" y="21"/>
                      <a:pt x="6" y="21"/>
                    </a:cubicBezTo>
                    <a:cubicBezTo>
                      <a:pt x="7" y="21"/>
                      <a:pt x="8" y="22"/>
                      <a:pt x="10" y="2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6"/>
                      <a:pt x="30" y="47"/>
                      <a:pt x="30" y="48"/>
                    </a:cubicBezTo>
                    <a:cubicBezTo>
                      <a:pt x="30" y="49"/>
                      <a:pt x="29" y="50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7" y="26"/>
                      <a:pt x="48" y="28"/>
                      <a:pt x="48" y="29"/>
                    </a:cubicBezTo>
                    <a:cubicBezTo>
                      <a:pt x="48" y="31"/>
                      <a:pt x="47" y="33"/>
                      <a:pt x="44" y="35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40"/>
                      <a:pt x="37" y="41"/>
                      <a:pt x="37" y="41"/>
                    </a:cubicBezTo>
                    <a:cubicBezTo>
                      <a:pt x="36" y="41"/>
                      <a:pt x="35" y="40"/>
                      <a:pt x="34" y="3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4" y="21"/>
                      <a:pt x="35" y="21"/>
                    </a:cubicBezTo>
                    <a:cubicBezTo>
                      <a:pt x="36" y="21"/>
                      <a:pt x="37" y="22"/>
                      <a:pt x="39" y="2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1" y="15"/>
                      <a:pt x="32" y="16"/>
                      <a:pt x="32" y="17"/>
                    </a:cubicBezTo>
                    <a:cubicBezTo>
                      <a:pt x="32" y="18"/>
                      <a:pt x="31" y="19"/>
                      <a:pt x="30" y="21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4" y="16"/>
                      <a:pt x="14" y="15"/>
                    </a:cubicBezTo>
                    <a:cubicBezTo>
                      <a:pt x="14" y="15"/>
                      <a:pt x="15" y="14"/>
                      <a:pt x="16" y="13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2" y="7"/>
                      <a:pt x="24" y="6"/>
                      <a:pt x="26" y="6"/>
                    </a:cubicBezTo>
                    <a:cubicBezTo>
                      <a:pt x="27" y="6"/>
                      <a:pt x="28" y="7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1" name="Freeform 85">
                <a:extLst>
                  <a:ext uri="{FF2B5EF4-FFF2-40B4-BE49-F238E27FC236}">
                    <a16:creationId xmlns:a16="http://schemas.microsoft.com/office/drawing/2014/main" id="{18FAFA33-9C11-4D11-80E8-EA9181BE151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8" y="7552"/>
                <a:ext cx="41" cy="44"/>
              </a:xfrm>
              <a:custGeom>
                <a:avLst/>
                <a:gdLst>
                  <a:gd name="T0" fmla="*/ 1 w 55"/>
                  <a:gd name="T1" fmla="*/ 24 h 59"/>
                  <a:gd name="T2" fmla="*/ 5 w 55"/>
                  <a:gd name="T3" fmla="*/ 23 h 59"/>
                  <a:gd name="T4" fmla="*/ 8 w 55"/>
                  <a:gd name="T5" fmla="*/ 26 h 59"/>
                  <a:gd name="T6" fmla="*/ 22 w 55"/>
                  <a:gd name="T7" fmla="*/ 50 h 59"/>
                  <a:gd name="T8" fmla="*/ 23 w 55"/>
                  <a:gd name="T9" fmla="*/ 53 h 59"/>
                  <a:gd name="T10" fmla="*/ 19 w 55"/>
                  <a:gd name="T11" fmla="*/ 57 h 59"/>
                  <a:gd name="T12" fmla="*/ 19 w 55"/>
                  <a:gd name="T13" fmla="*/ 57 h 59"/>
                  <a:gd name="T14" fmla="*/ 19 w 55"/>
                  <a:gd name="T15" fmla="*/ 58 h 59"/>
                  <a:gd name="T16" fmla="*/ 20 w 55"/>
                  <a:gd name="T17" fmla="*/ 59 h 59"/>
                  <a:gd name="T18" fmla="*/ 35 w 55"/>
                  <a:gd name="T19" fmla="*/ 51 h 59"/>
                  <a:gd name="T20" fmla="*/ 34 w 55"/>
                  <a:gd name="T21" fmla="*/ 49 h 59"/>
                  <a:gd name="T22" fmla="*/ 33 w 55"/>
                  <a:gd name="T23" fmla="*/ 49 h 59"/>
                  <a:gd name="T24" fmla="*/ 30 w 55"/>
                  <a:gd name="T25" fmla="*/ 51 h 59"/>
                  <a:gd name="T26" fmla="*/ 26 w 55"/>
                  <a:gd name="T27" fmla="*/ 47 h 59"/>
                  <a:gd name="T28" fmla="*/ 12 w 55"/>
                  <a:gd name="T29" fmla="*/ 23 h 59"/>
                  <a:gd name="T30" fmla="*/ 49 w 55"/>
                  <a:gd name="T31" fmla="*/ 43 h 59"/>
                  <a:gd name="T32" fmla="*/ 55 w 55"/>
                  <a:gd name="T33" fmla="*/ 39 h 59"/>
                  <a:gd name="T34" fmla="*/ 38 w 55"/>
                  <a:gd name="T35" fmla="*/ 9 h 59"/>
                  <a:gd name="T36" fmla="*/ 37 w 55"/>
                  <a:gd name="T37" fmla="*/ 6 h 59"/>
                  <a:gd name="T38" fmla="*/ 40 w 55"/>
                  <a:gd name="T39" fmla="*/ 2 h 59"/>
                  <a:gd name="T40" fmla="*/ 41 w 55"/>
                  <a:gd name="T41" fmla="*/ 2 h 59"/>
                  <a:gd name="T42" fmla="*/ 40 w 55"/>
                  <a:gd name="T43" fmla="*/ 0 h 59"/>
                  <a:gd name="T44" fmla="*/ 25 w 55"/>
                  <a:gd name="T45" fmla="*/ 8 h 59"/>
                  <a:gd name="T46" fmla="*/ 26 w 55"/>
                  <a:gd name="T47" fmla="*/ 10 h 59"/>
                  <a:gd name="T48" fmla="*/ 26 w 55"/>
                  <a:gd name="T49" fmla="*/ 10 h 59"/>
                  <a:gd name="T50" fmla="*/ 30 w 55"/>
                  <a:gd name="T51" fmla="*/ 8 h 59"/>
                  <a:gd name="T52" fmla="*/ 34 w 55"/>
                  <a:gd name="T53" fmla="*/ 12 h 59"/>
                  <a:gd name="T54" fmla="*/ 47 w 55"/>
                  <a:gd name="T55" fmla="*/ 34 h 59"/>
                  <a:gd name="T56" fmla="*/ 12 w 55"/>
                  <a:gd name="T57" fmla="*/ 16 h 59"/>
                  <a:gd name="T58" fmla="*/ 0 w 55"/>
                  <a:gd name="T59" fmla="*/ 23 h 59"/>
                  <a:gd name="T60" fmla="*/ 0 w 55"/>
                  <a:gd name="T61" fmla="*/ 24 h 59"/>
                  <a:gd name="T62" fmla="*/ 1 w 55"/>
                  <a:gd name="T63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9">
                    <a:moveTo>
                      <a:pt x="1" y="24"/>
                    </a:moveTo>
                    <a:cubicBezTo>
                      <a:pt x="2" y="23"/>
                      <a:pt x="4" y="23"/>
                      <a:pt x="5" y="23"/>
                    </a:cubicBezTo>
                    <a:cubicBezTo>
                      <a:pt x="6" y="23"/>
                      <a:pt x="7" y="24"/>
                      <a:pt x="8" y="26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51"/>
                      <a:pt x="23" y="53"/>
                      <a:pt x="23" y="53"/>
                    </a:cubicBezTo>
                    <a:cubicBezTo>
                      <a:pt x="23" y="55"/>
                      <a:pt x="22" y="56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50"/>
                      <a:pt x="31" y="51"/>
                      <a:pt x="30" y="51"/>
                    </a:cubicBezTo>
                    <a:cubicBezTo>
                      <a:pt x="28" y="51"/>
                      <a:pt x="27" y="50"/>
                      <a:pt x="26" y="4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7" y="8"/>
                      <a:pt x="37" y="6"/>
                      <a:pt x="37" y="6"/>
                    </a:cubicBezTo>
                    <a:cubicBezTo>
                      <a:pt x="37" y="4"/>
                      <a:pt x="38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9" y="8"/>
                      <a:pt x="30" y="8"/>
                    </a:cubicBezTo>
                    <a:cubicBezTo>
                      <a:pt x="32" y="8"/>
                      <a:pt x="33" y="9"/>
                      <a:pt x="34" y="12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2" name="Freeform 86">
                <a:extLst>
                  <a:ext uri="{FF2B5EF4-FFF2-40B4-BE49-F238E27FC236}">
                    <a16:creationId xmlns:a16="http://schemas.microsoft.com/office/drawing/2014/main" id="{48CAA4B5-2653-449C-BF9D-DDE719838E7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32" y="7542"/>
                <a:ext cx="27" cy="34"/>
              </a:xfrm>
              <a:custGeom>
                <a:avLst/>
                <a:gdLst>
                  <a:gd name="T0" fmla="*/ 11 w 36"/>
                  <a:gd name="T1" fmla="*/ 25 h 46"/>
                  <a:gd name="T2" fmla="*/ 28 w 36"/>
                  <a:gd name="T3" fmla="*/ 32 h 46"/>
                  <a:gd name="T4" fmla="*/ 28 w 36"/>
                  <a:gd name="T5" fmla="*/ 34 h 46"/>
                  <a:gd name="T6" fmla="*/ 21 w 36"/>
                  <a:gd name="T7" fmla="*/ 41 h 46"/>
                  <a:gd name="T8" fmla="*/ 17 w 36"/>
                  <a:gd name="T9" fmla="*/ 42 h 46"/>
                  <a:gd name="T10" fmla="*/ 8 w 36"/>
                  <a:gd name="T11" fmla="*/ 36 h 46"/>
                  <a:gd name="T12" fmla="*/ 8 w 36"/>
                  <a:gd name="T13" fmla="*/ 35 h 46"/>
                  <a:gd name="T14" fmla="*/ 5 w 36"/>
                  <a:gd name="T15" fmla="*/ 36 h 46"/>
                  <a:gd name="T16" fmla="*/ 9 w 36"/>
                  <a:gd name="T17" fmla="*/ 46 h 46"/>
                  <a:gd name="T18" fmla="*/ 9 w 36"/>
                  <a:gd name="T19" fmla="*/ 46 h 46"/>
                  <a:gd name="T20" fmla="*/ 21 w 36"/>
                  <a:gd name="T21" fmla="*/ 44 h 46"/>
                  <a:gd name="T22" fmla="*/ 35 w 36"/>
                  <a:gd name="T23" fmla="*/ 34 h 46"/>
                  <a:gd name="T24" fmla="*/ 35 w 36"/>
                  <a:gd name="T25" fmla="*/ 33 h 46"/>
                  <a:gd name="T26" fmla="*/ 36 w 36"/>
                  <a:gd name="T27" fmla="*/ 31 h 46"/>
                  <a:gd name="T28" fmla="*/ 35 w 36"/>
                  <a:gd name="T29" fmla="*/ 28 h 46"/>
                  <a:gd name="T30" fmla="*/ 27 w 36"/>
                  <a:gd name="T31" fmla="*/ 20 h 46"/>
                  <a:gd name="T32" fmla="*/ 7 w 36"/>
                  <a:gd name="T33" fmla="*/ 13 h 46"/>
                  <a:gd name="T34" fmla="*/ 7 w 36"/>
                  <a:gd name="T35" fmla="*/ 11 h 46"/>
                  <a:gd name="T36" fmla="*/ 14 w 36"/>
                  <a:gd name="T37" fmla="*/ 5 h 46"/>
                  <a:gd name="T38" fmla="*/ 18 w 36"/>
                  <a:gd name="T39" fmla="*/ 4 h 46"/>
                  <a:gd name="T40" fmla="*/ 25 w 36"/>
                  <a:gd name="T41" fmla="*/ 10 h 46"/>
                  <a:gd name="T42" fmla="*/ 25 w 36"/>
                  <a:gd name="T43" fmla="*/ 10 h 46"/>
                  <a:gd name="T44" fmla="*/ 26 w 36"/>
                  <a:gd name="T45" fmla="*/ 10 h 46"/>
                  <a:gd name="T46" fmla="*/ 28 w 36"/>
                  <a:gd name="T47" fmla="*/ 9 h 46"/>
                  <a:gd name="T48" fmla="*/ 25 w 36"/>
                  <a:gd name="T49" fmla="*/ 0 h 46"/>
                  <a:gd name="T50" fmla="*/ 24 w 36"/>
                  <a:gd name="T51" fmla="*/ 0 h 46"/>
                  <a:gd name="T52" fmla="*/ 13 w 36"/>
                  <a:gd name="T53" fmla="*/ 2 h 46"/>
                  <a:gd name="T54" fmla="*/ 1 w 36"/>
                  <a:gd name="T55" fmla="*/ 12 h 46"/>
                  <a:gd name="T56" fmla="*/ 0 w 36"/>
                  <a:gd name="T57" fmla="*/ 14 h 46"/>
                  <a:gd name="T58" fmla="*/ 1 w 36"/>
                  <a:gd name="T59" fmla="*/ 17 h 46"/>
                  <a:gd name="T60" fmla="*/ 11 w 36"/>
                  <a:gd name="T61" fmla="*/ 25 h 46"/>
                  <a:gd name="T62" fmla="*/ 1 w 36"/>
                  <a:gd name="T63" fmla="*/ 13 h 46"/>
                  <a:gd name="T64" fmla="*/ 1 w 36"/>
                  <a:gd name="T65" fmla="*/ 14 h 46"/>
                  <a:gd name="T66" fmla="*/ 1 w 36"/>
                  <a:gd name="T67" fmla="*/ 14 h 46"/>
                  <a:gd name="T68" fmla="*/ 1 w 36"/>
                  <a:gd name="T69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11" y="25"/>
                    </a:moveTo>
                    <a:cubicBezTo>
                      <a:pt x="18" y="26"/>
                      <a:pt x="26" y="26"/>
                      <a:pt x="28" y="32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8" y="37"/>
                      <a:pt x="26" y="40"/>
                      <a:pt x="21" y="41"/>
                    </a:cubicBezTo>
                    <a:cubicBezTo>
                      <a:pt x="19" y="41"/>
                      <a:pt x="18" y="42"/>
                      <a:pt x="17" y="42"/>
                    </a:cubicBezTo>
                    <a:cubicBezTo>
                      <a:pt x="11" y="42"/>
                      <a:pt x="9" y="38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6"/>
                      <a:pt x="16" y="46"/>
                      <a:pt x="21" y="44"/>
                    </a:cubicBezTo>
                    <a:cubicBezTo>
                      <a:pt x="29" y="42"/>
                      <a:pt x="34" y="39"/>
                      <a:pt x="35" y="34"/>
                    </a:cubicBezTo>
                    <a:cubicBezTo>
                      <a:pt x="35" y="34"/>
                      <a:pt x="35" y="33"/>
                      <a:pt x="35" y="33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4" y="23"/>
                      <a:pt x="31" y="21"/>
                      <a:pt x="27" y="20"/>
                    </a:cubicBezTo>
                    <a:cubicBezTo>
                      <a:pt x="21" y="18"/>
                      <a:pt x="9" y="18"/>
                      <a:pt x="7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7" y="9"/>
                      <a:pt x="9" y="6"/>
                      <a:pt x="14" y="5"/>
                    </a:cubicBezTo>
                    <a:cubicBezTo>
                      <a:pt x="15" y="5"/>
                      <a:pt x="17" y="4"/>
                      <a:pt x="18" y="4"/>
                    </a:cubicBezTo>
                    <a:cubicBezTo>
                      <a:pt x="22" y="4"/>
                      <a:pt x="24" y="7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6" y="4"/>
                      <a:pt x="2" y="7"/>
                      <a:pt x="1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21"/>
                      <a:pt x="6" y="23"/>
                      <a:pt x="11" y="25"/>
                    </a:cubicBezTo>
                    <a:moveTo>
                      <a:pt x="1" y="13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3" name="Freeform 87">
                <a:extLst>
                  <a:ext uri="{FF2B5EF4-FFF2-40B4-BE49-F238E27FC236}">
                    <a16:creationId xmlns:a16="http://schemas.microsoft.com/office/drawing/2014/main" id="{0519F0A6-FF34-4DBE-86FB-C64DC8FFFDC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65" y="7537"/>
                <a:ext cx="104" cy="46"/>
              </a:xfrm>
              <a:custGeom>
                <a:avLst/>
                <a:gdLst>
                  <a:gd name="T0" fmla="*/ 1 w 140"/>
                  <a:gd name="T1" fmla="*/ 4 h 62"/>
                  <a:gd name="T2" fmla="*/ 7 w 140"/>
                  <a:gd name="T3" fmla="*/ 36 h 62"/>
                  <a:gd name="T4" fmla="*/ 2 w 140"/>
                  <a:gd name="T5" fmla="*/ 42 h 62"/>
                  <a:gd name="T6" fmla="*/ 1 w 140"/>
                  <a:gd name="T7" fmla="*/ 42 h 62"/>
                  <a:gd name="T8" fmla="*/ 1 w 140"/>
                  <a:gd name="T9" fmla="*/ 44 h 62"/>
                  <a:gd name="T10" fmla="*/ 20 w 140"/>
                  <a:gd name="T11" fmla="*/ 41 h 62"/>
                  <a:gd name="T12" fmla="*/ 19 w 140"/>
                  <a:gd name="T13" fmla="*/ 41 h 62"/>
                  <a:gd name="T14" fmla="*/ 15 w 140"/>
                  <a:gd name="T15" fmla="*/ 23 h 62"/>
                  <a:gd name="T16" fmla="*/ 28 w 140"/>
                  <a:gd name="T17" fmla="*/ 40 h 62"/>
                  <a:gd name="T18" fmla="*/ 24 w 140"/>
                  <a:gd name="T19" fmla="*/ 41 h 62"/>
                  <a:gd name="T20" fmla="*/ 24 w 140"/>
                  <a:gd name="T21" fmla="*/ 43 h 62"/>
                  <a:gd name="T22" fmla="*/ 45 w 140"/>
                  <a:gd name="T23" fmla="*/ 42 h 62"/>
                  <a:gd name="T24" fmla="*/ 61 w 140"/>
                  <a:gd name="T25" fmla="*/ 43 h 62"/>
                  <a:gd name="T26" fmla="*/ 56 w 140"/>
                  <a:gd name="T27" fmla="*/ 41 h 62"/>
                  <a:gd name="T28" fmla="*/ 57 w 140"/>
                  <a:gd name="T29" fmla="*/ 38 h 62"/>
                  <a:gd name="T30" fmla="*/ 78 w 140"/>
                  <a:gd name="T31" fmla="*/ 36 h 62"/>
                  <a:gd name="T32" fmla="*/ 80 w 140"/>
                  <a:gd name="T33" fmla="*/ 44 h 62"/>
                  <a:gd name="T34" fmla="*/ 77 w 140"/>
                  <a:gd name="T35" fmla="*/ 47 h 62"/>
                  <a:gd name="T36" fmla="*/ 74 w 140"/>
                  <a:gd name="T37" fmla="*/ 46 h 62"/>
                  <a:gd name="T38" fmla="*/ 93 w 140"/>
                  <a:gd name="T39" fmla="*/ 52 h 62"/>
                  <a:gd name="T40" fmla="*/ 111 w 140"/>
                  <a:gd name="T41" fmla="*/ 62 h 62"/>
                  <a:gd name="T42" fmla="*/ 112 w 140"/>
                  <a:gd name="T43" fmla="*/ 60 h 62"/>
                  <a:gd name="T44" fmla="*/ 109 w 140"/>
                  <a:gd name="T45" fmla="*/ 52 h 62"/>
                  <a:gd name="T46" fmla="*/ 116 w 140"/>
                  <a:gd name="T47" fmla="*/ 43 h 62"/>
                  <a:gd name="T48" fmla="*/ 139 w 140"/>
                  <a:gd name="T49" fmla="*/ 41 h 62"/>
                  <a:gd name="T50" fmla="*/ 139 w 140"/>
                  <a:gd name="T51" fmla="*/ 38 h 62"/>
                  <a:gd name="T52" fmla="*/ 129 w 140"/>
                  <a:gd name="T53" fmla="*/ 24 h 62"/>
                  <a:gd name="T54" fmla="*/ 110 w 140"/>
                  <a:gd name="T55" fmla="*/ 17 h 62"/>
                  <a:gd name="T56" fmla="*/ 114 w 140"/>
                  <a:gd name="T57" fmla="*/ 21 h 62"/>
                  <a:gd name="T58" fmla="*/ 102 w 140"/>
                  <a:gd name="T59" fmla="*/ 49 h 62"/>
                  <a:gd name="T60" fmla="*/ 94 w 140"/>
                  <a:gd name="T61" fmla="*/ 51 h 62"/>
                  <a:gd name="T62" fmla="*/ 94 w 140"/>
                  <a:gd name="T63" fmla="*/ 52 h 62"/>
                  <a:gd name="T64" fmla="*/ 94 w 140"/>
                  <a:gd name="T65" fmla="*/ 50 h 62"/>
                  <a:gd name="T66" fmla="*/ 87 w 140"/>
                  <a:gd name="T67" fmla="*/ 43 h 62"/>
                  <a:gd name="T68" fmla="*/ 74 w 140"/>
                  <a:gd name="T69" fmla="*/ 5 h 62"/>
                  <a:gd name="T70" fmla="*/ 47 w 140"/>
                  <a:gd name="T71" fmla="*/ 40 h 62"/>
                  <a:gd name="T72" fmla="*/ 44 w 140"/>
                  <a:gd name="T73" fmla="*/ 40 h 62"/>
                  <a:gd name="T74" fmla="*/ 44 w 140"/>
                  <a:gd name="T75" fmla="*/ 40 h 62"/>
                  <a:gd name="T76" fmla="*/ 21 w 140"/>
                  <a:gd name="T77" fmla="*/ 20 h 62"/>
                  <a:gd name="T78" fmla="*/ 40 w 140"/>
                  <a:gd name="T79" fmla="*/ 2 h 62"/>
                  <a:gd name="T80" fmla="*/ 41 w 140"/>
                  <a:gd name="T81" fmla="*/ 0 h 62"/>
                  <a:gd name="T82" fmla="*/ 23 w 140"/>
                  <a:gd name="T83" fmla="*/ 3 h 62"/>
                  <a:gd name="T84" fmla="*/ 25 w 140"/>
                  <a:gd name="T85" fmla="*/ 3 h 62"/>
                  <a:gd name="T86" fmla="*/ 28 w 140"/>
                  <a:gd name="T87" fmla="*/ 4 h 62"/>
                  <a:gd name="T88" fmla="*/ 25 w 140"/>
                  <a:gd name="T89" fmla="*/ 7 h 62"/>
                  <a:gd name="T90" fmla="*/ 14 w 140"/>
                  <a:gd name="T91" fmla="*/ 9 h 62"/>
                  <a:gd name="T92" fmla="*/ 18 w 140"/>
                  <a:gd name="T93" fmla="*/ 3 h 62"/>
                  <a:gd name="T94" fmla="*/ 19 w 140"/>
                  <a:gd name="T95" fmla="*/ 1 h 62"/>
                  <a:gd name="T96" fmla="*/ 0 w 140"/>
                  <a:gd name="T97" fmla="*/ 4 h 62"/>
                  <a:gd name="T98" fmla="*/ 123 w 140"/>
                  <a:gd name="T99" fmla="*/ 25 h 62"/>
                  <a:gd name="T100" fmla="*/ 132 w 140"/>
                  <a:gd name="T101" fmla="*/ 33 h 62"/>
                  <a:gd name="T102" fmla="*/ 124 w 140"/>
                  <a:gd name="T103" fmla="*/ 43 h 62"/>
                  <a:gd name="T104" fmla="*/ 115 w 140"/>
                  <a:gd name="T105" fmla="*/ 39 h 62"/>
                  <a:gd name="T106" fmla="*/ 74 w 140"/>
                  <a:gd name="T107" fmla="*/ 13 h 62"/>
                  <a:gd name="T108" fmla="*/ 63 w 140"/>
                  <a:gd name="T10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" h="62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5" y="4"/>
                      <a:pt x="6" y="5"/>
                      <a:pt x="6" y="9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41"/>
                      <a:pt x="6" y="42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19" y="41"/>
                      <a:pt x="19" y="41"/>
                    </a:cubicBezTo>
                    <a:cubicBezTo>
                      <a:pt x="16" y="41"/>
                      <a:pt x="15" y="40"/>
                      <a:pt x="15" y="36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8"/>
                      <a:pt x="28" y="39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1"/>
                      <a:pt x="27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7" y="43"/>
                      <a:pt x="56" y="42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39"/>
                      <a:pt x="57" y="39"/>
                      <a:pt x="57" y="38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79" y="46"/>
                      <a:pt x="79" y="47"/>
                      <a:pt x="77" y="47"/>
                    </a:cubicBezTo>
                    <a:cubicBezTo>
                      <a:pt x="76" y="47"/>
                      <a:pt x="75" y="47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09" y="58"/>
                      <a:pt x="108" y="57"/>
                      <a:pt x="108" y="56"/>
                    </a:cubicBezTo>
                    <a:cubicBezTo>
                      <a:pt x="108" y="55"/>
                      <a:pt x="108" y="54"/>
                      <a:pt x="109" y="52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20" y="45"/>
                      <a:pt x="125" y="47"/>
                      <a:pt x="129" y="47"/>
                    </a:cubicBezTo>
                    <a:cubicBezTo>
                      <a:pt x="133" y="47"/>
                      <a:pt x="136" y="46"/>
                      <a:pt x="139" y="41"/>
                    </a:cubicBezTo>
                    <a:cubicBezTo>
                      <a:pt x="139" y="40"/>
                      <a:pt x="139" y="40"/>
                      <a:pt x="139" y="39"/>
                    </a:cubicBezTo>
                    <a:cubicBezTo>
                      <a:pt x="139" y="38"/>
                      <a:pt x="139" y="38"/>
                      <a:pt x="139" y="38"/>
                    </a:cubicBez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1"/>
                      <a:pt x="135" y="27"/>
                      <a:pt x="129" y="24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3" y="18"/>
                      <a:pt x="114" y="19"/>
                      <a:pt x="114" y="21"/>
                    </a:cubicBezTo>
                    <a:cubicBezTo>
                      <a:pt x="114" y="22"/>
                      <a:pt x="114" y="23"/>
                      <a:pt x="113" y="25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0" y="52"/>
                      <a:pt x="99" y="53"/>
                      <a:pt x="98" y="53"/>
                    </a:cubicBezTo>
                    <a:cubicBezTo>
                      <a:pt x="97" y="53"/>
                      <a:pt x="96" y="52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9" y="49"/>
                      <a:pt x="88" y="48"/>
                      <a:pt x="87" y="43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9"/>
                      <a:pt x="49" y="40"/>
                      <a:pt x="47" y="40"/>
                    </a:cubicBezTo>
                    <a:cubicBezTo>
                      <a:pt x="46" y="40"/>
                      <a:pt x="45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39" y="40"/>
                      <a:pt x="36" y="38"/>
                      <a:pt x="34" y="35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4"/>
                      <a:pt x="35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3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6"/>
                      <a:pt x="25" y="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4"/>
                      <a:pt x="15" y="4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  <a:moveTo>
                      <a:pt x="120" y="28"/>
                    </a:moveTo>
                    <a:cubicBezTo>
                      <a:pt x="121" y="26"/>
                      <a:pt x="122" y="25"/>
                      <a:pt x="123" y="25"/>
                    </a:cubicBezTo>
                    <a:cubicBezTo>
                      <a:pt x="124" y="25"/>
                      <a:pt x="125" y="25"/>
                      <a:pt x="126" y="26"/>
                    </a:cubicBezTo>
                    <a:cubicBezTo>
                      <a:pt x="130" y="28"/>
                      <a:pt x="132" y="30"/>
                      <a:pt x="132" y="33"/>
                    </a:cubicBezTo>
                    <a:cubicBezTo>
                      <a:pt x="132" y="34"/>
                      <a:pt x="132" y="36"/>
                      <a:pt x="131" y="37"/>
                    </a:cubicBezTo>
                    <a:cubicBezTo>
                      <a:pt x="129" y="41"/>
                      <a:pt x="127" y="43"/>
                      <a:pt x="124" y="43"/>
                    </a:cubicBezTo>
                    <a:cubicBezTo>
                      <a:pt x="122" y="43"/>
                      <a:pt x="119" y="42"/>
                      <a:pt x="117" y="40"/>
                    </a:cubicBezTo>
                    <a:cubicBezTo>
                      <a:pt x="115" y="39"/>
                      <a:pt x="115" y="39"/>
                      <a:pt x="115" y="39"/>
                    </a:cubicBezTo>
                    <a:lnTo>
                      <a:pt x="120" y="28"/>
                    </a:lnTo>
                    <a:close/>
                    <a:moveTo>
                      <a:pt x="74" y="1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63" y="29"/>
                      <a:pt x="63" y="29"/>
                      <a:pt x="63" y="29"/>
                    </a:cubicBezTo>
                    <a:lnTo>
                      <a:pt x="74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4" name="Freeform 88">
                <a:extLst>
                  <a:ext uri="{FF2B5EF4-FFF2-40B4-BE49-F238E27FC236}">
                    <a16:creationId xmlns:a16="http://schemas.microsoft.com/office/drawing/2014/main" id="{B03ABCF4-2D2A-4662-A3E4-57F0B0B7003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2" y="7568"/>
                <a:ext cx="35" cy="32"/>
              </a:xfrm>
              <a:custGeom>
                <a:avLst/>
                <a:gdLst>
                  <a:gd name="T0" fmla="*/ 8 w 47"/>
                  <a:gd name="T1" fmla="*/ 22 h 43"/>
                  <a:gd name="T2" fmla="*/ 8 w 47"/>
                  <a:gd name="T3" fmla="*/ 21 h 43"/>
                  <a:gd name="T4" fmla="*/ 6 w 47"/>
                  <a:gd name="T5" fmla="*/ 20 h 43"/>
                  <a:gd name="T6" fmla="*/ 0 w 47"/>
                  <a:gd name="T7" fmla="*/ 29 h 43"/>
                  <a:gd name="T8" fmla="*/ 1 w 47"/>
                  <a:gd name="T9" fmla="*/ 29 h 43"/>
                  <a:gd name="T10" fmla="*/ 10 w 47"/>
                  <a:gd name="T11" fmla="*/ 38 h 43"/>
                  <a:gd name="T12" fmla="*/ 23 w 47"/>
                  <a:gd name="T13" fmla="*/ 43 h 43"/>
                  <a:gd name="T14" fmla="*/ 23 w 47"/>
                  <a:gd name="T15" fmla="*/ 43 h 43"/>
                  <a:gd name="T16" fmla="*/ 32 w 47"/>
                  <a:gd name="T17" fmla="*/ 39 h 43"/>
                  <a:gd name="T18" fmla="*/ 34 w 47"/>
                  <a:gd name="T19" fmla="*/ 33 h 43"/>
                  <a:gd name="T20" fmla="*/ 33 w 47"/>
                  <a:gd name="T21" fmla="*/ 30 h 43"/>
                  <a:gd name="T22" fmla="*/ 33 w 47"/>
                  <a:gd name="T23" fmla="*/ 30 h 43"/>
                  <a:gd name="T24" fmla="*/ 32 w 47"/>
                  <a:gd name="T25" fmla="*/ 27 h 43"/>
                  <a:gd name="T26" fmla="*/ 25 w 47"/>
                  <a:gd name="T27" fmla="*/ 10 h 43"/>
                  <a:gd name="T28" fmla="*/ 26 w 47"/>
                  <a:gd name="T29" fmla="*/ 7 h 43"/>
                  <a:gd name="T30" fmla="*/ 30 w 47"/>
                  <a:gd name="T31" fmla="*/ 5 h 43"/>
                  <a:gd name="T32" fmla="*/ 36 w 47"/>
                  <a:gd name="T33" fmla="*/ 8 h 43"/>
                  <a:gd name="T34" fmla="*/ 41 w 47"/>
                  <a:gd name="T35" fmla="*/ 15 h 43"/>
                  <a:gd name="T36" fmla="*/ 39 w 47"/>
                  <a:gd name="T37" fmla="*/ 20 h 43"/>
                  <a:gd name="T38" fmla="*/ 39 w 47"/>
                  <a:gd name="T39" fmla="*/ 20 h 43"/>
                  <a:gd name="T40" fmla="*/ 39 w 47"/>
                  <a:gd name="T41" fmla="*/ 20 h 43"/>
                  <a:gd name="T42" fmla="*/ 41 w 47"/>
                  <a:gd name="T43" fmla="*/ 21 h 43"/>
                  <a:gd name="T44" fmla="*/ 47 w 47"/>
                  <a:gd name="T45" fmla="*/ 13 h 43"/>
                  <a:gd name="T46" fmla="*/ 47 w 47"/>
                  <a:gd name="T47" fmla="*/ 13 h 43"/>
                  <a:gd name="T48" fmla="*/ 38 w 47"/>
                  <a:gd name="T49" fmla="*/ 5 h 43"/>
                  <a:gd name="T50" fmla="*/ 27 w 47"/>
                  <a:gd name="T51" fmla="*/ 0 h 43"/>
                  <a:gd name="T52" fmla="*/ 19 w 47"/>
                  <a:gd name="T53" fmla="*/ 4 h 43"/>
                  <a:gd name="T54" fmla="*/ 17 w 47"/>
                  <a:gd name="T55" fmla="*/ 10 h 43"/>
                  <a:gd name="T56" fmla="*/ 19 w 47"/>
                  <a:gd name="T57" fmla="*/ 17 h 43"/>
                  <a:gd name="T58" fmla="*/ 25 w 47"/>
                  <a:gd name="T59" fmla="*/ 32 h 43"/>
                  <a:gd name="T60" fmla="*/ 24 w 47"/>
                  <a:gd name="T61" fmla="*/ 36 h 43"/>
                  <a:gd name="T62" fmla="*/ 19 w 47"/>
                  <a:gd name="T63" fmla="*/ 38 h 43"/>
                  <a:gd name="T64" fmla="*/ 12 w 47"/>
                  <a:gd name="T65" fmla="*/ 35 h 43"/>
                  <a:gd name="T66" fmla="*/ 7 w 47"/>
                  <a:gd name="T67" fmla="*/ 27 h 43"/>
                  <a:gd name="T68" fmla="*/ 8 w 47"/>
                  <a:gd name="T6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43">
                    <a:moveTo>
                      <a:pt x="8" y="22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5" y="35"/>
                      <a:pt x="10" y="38"/>
                    </a:cubicBezTo>
                    <a:cubicBezTo>
                      <a:pt x="14" y="41"/>
                      <a:pt x="19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6" y="43"/>
                      <a:pt x="29" y="42"/>
                      <a:pt x="32" y="39"/>
                    </a:cubicBezTo>
                    <a:cubicBezTo>
                      <a:pt x="33" y="37"/>
                      <a:pt x="34" y="35"/>
                      <a:pt x="34" y="33"/>
                    </a:cubicBezTo>
                    <a:cubicBezTo>
                      <a:pt x="34" y="32"/>
                      <a:pt x="33" y="31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1" y="22"/>
                      <a:pt x="25" y="15"/>
                      <a:pt x="25" y="10"/>
                    </a:cubicBezTo>
                    <a:cubicBezTo>
                      <a:pt x="25" y="9"/>
                      <a:pt x="25" y="8"/>
                      <a:pt x="26" y="7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5"/>
                      <a:pt x="34" y="6"/>
                      <a:pt x="36" y="8"/>
                    </a:cubicBezTo>
                    <a:cubicBezTo>
                      <a:pt x="40" y="10"/>
                      <a:pt x="41" y="13"/>
                      <a:pt x="41" y="15"/>
                    </a:cubicBezTo>
                    <a:cubicBezTo>
                      <a:pt x="41" y="17"/>
                      <a:pt x="40" y="18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11"/>
                      <a:pt x="42" y="8"/>
                      <a:pt x="38" y="5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3" y="0"/>
                      <a:pt x="21" y="2"/>
                      <a:pt x="19" y="4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17" y="13"/>
                      <a:pt x="18" y="15"/>
                      <a:pt x="19" y="17"/>
                    </a:cubicBezTo>
                    <a:cubicBezTo>
                      <a:pt x="21" y="23"/>
                      <a:pt x="25" y="28"/>
                      <a:pt x="25" y="32"/>
                    </a:cubicBezTo>
                    <a:cubicBezTo>
                      <a:pt x="25" y="33"/>
                      <a:pt x="24" y="34"/>
                      <a:pt x="24" y="36"/>
                    </a:cubicBezTo>
                    <a:cubicBezTo>
                      <a:pt x="22" y="37"/>
                      <a:pt x="21" y="38"/>
                      <a:pt x="19" y="38"/>
                    </a:cubicBezTo>
                    <a:cubicBezTo>
                      <a:pt x="17" y="38"/>
                      <a:pt x="15" y="37"/>
                      <a:pt x="12" y="35"/>
                    </a:cubicBezTo>
                    <a:cubicBezTo>
                      <a:pt x="8" y="32"/>
                      <a:pt x="7" y="29"/>
                      <a:pt x="7" y="27"/>
                    </a:cubicBezTo>
                    <a:cubicBezTo>
                      <a:pt x="7" y="25"/>
                      <a:pt x="8" y="23"/>
                      <a:pt x="8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5" name="Freeform 89">
                <a:extLst>
                  <a:ext uri="{FF2B5EF4-FFF2-40B4-BE49-F238E27FC236}">
                    <a16:creationId xmlns:a16="http://schemas.microsoft.com/office/drawing/2014/main" id="{244CB4C1-D58D-494B-A278-0BF9EF8CFBF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82" y="7594"/>
                <a:ext cx="94" cy="124"/>
              </a:xfrm>
              <a:custGeom>
                <a:avLst/>
                <a:gdLst>
                  <a:gd name="T0" fmla="*/ 66 w 127"/>
                  <a:gd name="T1" fmla="*/ 95 h 166"/>
                  <a:gd name="T2" fmla="*/ 70 w 127"/>
                  <a:gd name="T3" fmla="*/ 93 h 166"/>
                  <a:gd name="T4" fmla="*/ 79 w 127"/>
                  <a:gd name="T5" fmla="*/ 114 h 166"/>
                  <a:gd name="T6" fmla="*/ 73 w 127"/>
                  <a:gd name="T7" fmla="*/ 112 h 166"/>
                  <a:gd name="T8" fmla="*/ 80 w 127"/>
                  <a:gd name="T9" fmla="*/ 131 h 166"/>
                  <a:gd name="T10" fmla="*/ 102 w 127"/>
                  <a:gd name="T11" fmla="*/ 166 h 166"/>
                  <a:gd name="T12" fmla="*/ 125 w 127"/>
                  <a:gd name="T13" fmla="*/ 137 h 166"/>
                  <a:gd name="T14" fmla="*/ 118 w 127"/>
                  <a:gd name="T15" fmla="*/ 120 h 166"/>
                  <a:gd name="T16" fmla="*/ 88 w 127"/>
                  <a:gd name="T17" fmla="*/ 134 h 166"/>
                  <a:gd name="T18" fmla="*/ 81 w 127"/>
                  <a:gd name="T19" fmla="*/ 130 h 166"/>
                  <a:gd name="T20" fmla="*/ 80 w 127"/>
                  <a:gd name="T21" fmla="*/ 126 h 166"/>
                  <a:gd name="T22" fmla="*/ 106 w 127"/>
                  <a:gd name="T23" fmla="*/ 88 h 166"/>
                  <a:gd name="T24" fmla="*/ 60 w 127"/>
                  <a:gd name="T25" fmla="*/ 84 h 166"/>
                  <a:gd name="T26" fmla="*/ 59 w 127"/>
                  <a:gd name="T27" fmla="*/ 78 h 166"/>
                  <a:gd name="T28" fmla="*/ 80 w 127"/>
                  <a:gd name="T29" fmla="*/ 56 h 166"/>
                  <a:gd name="T30" fmla="*/ 93 w 127"/>
                  <a:gd name="T31" fmla="*/ 61 h 166"/>
                  <a:gd name="T32" fmla="*/ 81 w 127"/>
                  <a:gd name="T33" fmla="*/ 47 h 166"/>
                  <a:gd name="T34" fmla="*/ 82 w 127"/>
                  <a:gd name="T35" fmla="*/ 51 h 166"/>
                  <a:gd name="T36" fmla="*/ 71 w 127"/>
                  <a:gd name="T37" fmla="*/ 42 h 166"/>
                  <a:gd name="T38" fmla="*/ 79 w 127"/>
                  <a:gd name="T39" fmla="*/ 43 h 166"/>
                  <a:gd name="T40" fmla="*/ 68 w 127"/>
                  <a:gd name="T41" fmla="*/ 28 h 166"/>
                  <a:gd name="T42" fmla="*/ 67 w 127"/>
                  <a:gd name="T43" fmla="*/ 36 h 166"/>
                  <a:gd name="T44" fmla="*/ 37 w 127"/>
                  <a:gd name="T45" fmla="*/ 49 h 166"/>
                  <a:gd name="T46" fmla="*/ 37 w 127"/>
                  <a:gd name="T47" fmla="*/ 48 h 166"/>
                  <a:gd name="T48" fmla="*/ 50 w 127"/>
                  <a:gd name="T49" fmla="*/ 4 h 166"/>
                  <a:gd name="T50" fmla="*/ 7 w 127"/>
                  <a:gd name="T51" fmla="*/ 15 h 166"/>
                  <a:gd name="T52" fmla="*/ 1 w 127"/>
                  <a:gd name="T53" fmla="*/ 12 h 166"/>
                  <a:gd name="T54" fmla="*/ 13 w 127"/>
                  <a:gd name="T55" fmla="*/ 24 h 166"/>
                  <a:gd name="T56" fmla="*/ 11 w 127"/>
                  <a:gd name="T57" fmla="*/ 19 h 166"/>
                  <a:gd name="T58" fmla="*/ 32 w 127"/>
                  <a:gd name="T59" fmla="*/ 28 h 166"/>
                  <a:gd name="T60" fmla="*/ 27 w 127"/>
                  <a:gd name="T61" fmla="*/ 37 h 166"/>
                  <a:gd name="T62" fmla="*/ 21 w 127"/>
                  <a:gd name="T63" fmla="*/ 35 h 166"/>
                  <a:gd name="T64" fmla="*/ 45 w 127"/>
                  <a:gd name="T65" fmla="*/ 66 h 166"/>
                  <a:gd name="T66" fmla="*/ 46 w 127"/>
                  <a:gd name="T67" fmla="*/ 61 h 166"/>
                  <a:gd name="T68" fmla="*/ 54 w 127"/>
                  <a:gd name="T69" fmla="*/ 67 h 166"/>
                  <a:gd name="T70" fmla="*/ 49 w 127"/>
                  <a:gd name="T71" fmla="*/ 68 h 166"/>
                  <a:gd name="T72" fmla="*/ 59 w 127"/>
                  <a:gd name="T73" fmla="*/ 86 h 166"/>
                  <a:gd name="T74" fmla="*/ 67 w 127"/>
                  <a:gd name="T75" fmla="*/ 99 h 166"/>
                  <a:gd name="T76" fmla="*/ 119 w 127"/>
                  <a:gd name="T77" fmla="*/ 134 h 166"/>
                  <a:gd name="T78" fmla="*/ 109 w 127"/>
                  <a:gd name="T79" fmla="*/ 156 h 166"/>
                  <a:gd name="T80" fmla="*/ 87 w 127"/>
                  <a:gd name="T81" fmla="*/ 145 h 166"/>
                  <a:gd name="T82" fmla="*/ 86 w 127"/>
                  <a:gd name="T83" fmla="*/ 107 h 166"/>
                  <a:gd name="T84" fmla="*/ 23 w 127"/>
                  <a:gd name="T85" fmla="*/ 14 h 166"/>
                  <a:gd name="T86" fmla="*/ 23 w 127"/>
                  <a:gd name="T87" fmla="*/ 1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7" h="166">
                    <a:moveTo>
                      <a:pt x="67" y="99"/>
                    </a:move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8"/>
                      <a:pt x="66" y="96"/>
                      <a:pt x="66" y="95"/>
                    </a:cubicBezTo>
                    <a:cubicBezTo>
                      <a:pt x="66" y="95"/>
                      <a:pt x="67" y="94"/>
                      <a:pt x="67" y="94"/>
                    </a:cubicBezTo>
                    <a:cubicBezTo>
                      <a:pt x="68" y="93"/>
                      <a:pt x="69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8" y="115"/>
                      <a:pt x="78" y="116"/>
                      <a:pt x="77" y="116"/>
                    </a:cubicBezTo>
                    <a:cubicBezTo>
                      <a:pt x="77" y="116"/>
                      <a:pt x="77" y="116"/>
                      <a:pt x="77" y="116"/>
                    </a:cubicBezTo>
                    <a:cubicBezTo>
                      <a:pt x="75" y="116"/>
                      <a:pt x="74" y="114"/>
                      <a:pt x="73" y="112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1" y="113"/>
                      <a:pt x="71" y="113"/>
                      <a:pt x="71" y="113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7" y="159"/>
                      <a:pt x="91" y="166"/>
                      <a:pt x="102" y="166"/>
                    </a:cubicBezTo>
                    <a:cubicBezTo>
                      <a:pt x="104" y="166"/>
                      <a:pt x="107" y="165"/>
                      <a:pt x="111" y="164"/>
                    </a:cubicBezTo>
                    <a:cubicBezTo>
                      <a:pt x="123" y="161"/>
                      <a:pt x="127" y="155"/>
                      <a:pt x="127" y="147"/>
                    </a:cubicBezTo>
                    <a:cubicBezTo>
                      <a:pt x="127" y="144"/>
                      <a:pt x="126" y="141"/>
                      <a:pt x="125" y="137"/>
                    </a:cubicBezTo>
                    <a:cubicBezTo>
                      <a:pt x="120" y="119"/>
                      <a:pt x="120" y="119"/>
                      <a:pt x="120" y="119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1"/>
                      <a:pt x="118" y="122"/>
                      <a:pt x="118" y="123"/>
                    </a:cubicBezTo>
                    <a:cubicBezTo>
                      <a:pt x="118" y="125"/>
                      <a:pt x="117" y="126"/>
                      <a:pt x="114" y="127"/>
                    </a:cubicBezTo>
                    <a:cubicBezTo>
                      <a:pt x="88" y="134"/>
                      <a:pt x="88" y="134"/>
                      <a:pt x="88" y="134"/>
                    </a:cubicBezTo>
                    <a:cubicBezTo>
                      <a:pt x="87" y="135"/>
                      <a:pt x="86" y="135"/>
                      <a:pt x="85" y="135"/>
                    </a:cubicBezTo>
                    <a:cubicBezTo>
                      <a:pt x="83" y="135"/>
                      <a:pt x="82" y="134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8"/>
                      <a:pt x="80" y="127"/>
                      <a:pt x="80" y="126"/>
                    </a:cubicBezTo>
                    <a:cubicBezTo>
                      <a:pt x="80" y="124"/>
                      <a:pt x="81" y="122"/>
                      <a:pt x="83" y="120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69" y="89"/>
                      <a:pt x="69" y="89"/>
                      <a:pt x="68" y="89"/>
                    </a:cubicBezTo>
                    <a:cubicBezTo>
                      <a:pt x="64" y="89"/>
                      <a:pt x="62" y="88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2"/>
                      <a:pt x="59" y="80"/>
                      <a:pt x="59" y="78"/>
                    </a:cubicBezTo>
                    <a:cubicBezTo>
                      <a:pt x="59" y="77"/>
                      <a:pt x="59" y="75"/>
                      <a:pt x="60" y="7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5" y="56"/>
                      <a:pt x="88" y="57"/>
                      <a:pt x="91" y="61"/>
                    </a:cubicBezTo>
                    <a:cubicBezTo>
                      <a:pt x="91" y="62"/>
                      <a:pt x="91" y="62"/>
                      <a:pt x="91" y="62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9"/>
                      <a:pt x="83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2" y="51"/>
                      <a:pt x="82" y="51"/>
                    </a:cubicBezTo>
                    <a:cubicBezTo>
                      <a:pt x="81" y="51"/>
                      <a:pt x="80" y="51"/>
                      <a:pt x="79" y="51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3" y="41"/>
                      <a:pt x="74" y="41"/>
                      <a:pt x="75" y="41"/>
                    </a:cubicBezTo>
                    <a:cubicBezTo>
                      <a:pt x="76" y="41"/>
                      <a:pt x="77" y="41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9" y="30"/>
                      <a:pt x="70" y="31"/>
                      <a:pt x="70" y="32"/>
                    </a:cubicBezTo>
                    <a:cubicBezTo>
                      <a:pt x="70" y="33"/>
                      <a:pt x="69" y="34"/>
                      <a:pt x="67" y="36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52"/>
                      <a:pt x="42" y="52"/>
                      <a:pt x="41" y="52"/>
                    </a:cubicBezTo>
                    <a:cubicBezTo>
                      <a:pt x="39" y="52"/>
                      <a:pt x="38" y="51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46"/>
                      <a:pt x="34" y="45"/>
                      <a:pt x="34" y="43"/>
                    </a:cubicBezTo>
                    <a:cubicBezTo>
                      <a:pt x="34" y="42"/>
                      <a:pt x="34" y="40"/>
                      <a:pt x="35" y="3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8" y="15"/>
                      <a:pt x="7" y="15"/>
                    </a:cubicBezTo>
                    <a:cubicBezTo>
                      <a:pt x="5" y="15"/>
                      <a:pt x="4" y="14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2"/>
                      <a:pt x="11" y="21"/>
                      <a:pt x="11" y="20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8" y="37"/>
                      <a:pt x="27" y="37"/>
                      <a:pt x="27" y="37"/>
                    </a:cubicBezTo>
                    <a:cubicBezTo>
                      <a:pt x="26" y="37"/>
                      <a:pt x="24" y="35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3"/>
                      <a:pt x="46" y="62"/>
                      <a:pt x="46" y="61"/>
                    </a:cubicBezTo>
                    <a:cubicBezTo>
                      <a:pt x="46" y="60"/>
                      <a:pt x="47" y="59"/>
                      <a:pt x="49" y="57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9"/>
                      <a:pt x="53" y="70"/>
                      <a:pt x="53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1" y="70"/>
                      <a:pt x="50" y="69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6" y="100"/>
                      <a:pt x="66" y="100"/>
                      <a:pt x="66" y="100"/>
                    </a:cubicBezTo>
                    <a:lnTo>
                      <a:pt x="67" y="99"/>
                    </a:lnTo>
                    <a:close/>
                    <a:moveTo>
                      <a:pt x="90" y="142"/>
                    </a:move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7" y="134"/>
                      <a:pt x="118" y="134"/>
                      <a:pt x="119" y="134"/>
                    </a:cubicBezTo>
                    <a:cubicBezTo>
                      <a:pt x="120" y="134"/>
                      <a:pt x="121" y="135"/>
                      <a:pt x="122" y="138"/>
                    </a:cubicBezTo>
                    <a:cubicBezTo>
                      <a:pt x="122" y="140"/>
                      <a:pt x="123" y="142"/>
                      <a:pt x="123" y="144"/>
                    </a:cubicBezTo>
                    <a:cubicBezTo>
                      <a:pt x="123" y="151"/>
                      <a:pt x="117" y="154"/>
                      <a:pt x="109" y="156"/>
                    </a:cubicBezTo>
                    <a:cubicBezTo>
                      <a:pt x="105" y="157"/>
                      <a:pt x="102" y="158"/>
                      <a:pt x="99" y="158"/>
                    </a:cubicBezTo>
                    <a:cubicBezTo>
                      <a:pt x="93" y="158"/>
                      <a:pt x="90" y="155"/>
                      <a:pt x="88" y="147"/>
                    </a:cubicBezTo>
                    <a:cubicBezTo>
                      <a:pt x="87" y="146"/>
                      <a:pt x="87" y="146"/>
                      <a:pt x="87" y="145"/>
                    </a:cubicBezTo>
                    <a:cubicBezTo>
                      <a:pt x="87" y="143"/>
                      <a:pt x="88" y="143"/>
                      <a:pt x="90" y="142"/>
                    </a:cubicBezTo>
                    <a:moveTo>
                      <a:pt x="100" y="92"/>
                    </a:moveTo>
                    <a:cubicBezTo>
                      <a:pt x="86" y="107"/>
                      <a:pt x="86" y="107"/>
                      <a:pt x="86" y="107"/>
                    </a:cubicBezTo>
                    <a:cubicBezTo>
                      <a:pt x="80" y="93"/>
                      <a:pt x="80" y="93"/>
                      <a:pt x="80" y="93"/>
                    </a:cubicBezTo>
                    <a:lnTo>
                      <a:pt x="100" y="92"/>
                    </a:lnTo>
                    <a:close/>
                    <a:moveTo>
                      <a:pt x="23" y="14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34" y="25"/>
                      <a:pt x="34" y="25"/>
                      <a:pt x="34" y="25"/>
                    </a:cubicBezTo>
                    <a:lnTo>
                      <a:pt x="2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6" name="Freeform 90">
                <a:extLst>
                  <a:ext uri="{FF2B5EF4-FFF2-40B4-BE49-F238E27FC236}">
                    <a16:creationId xmlns:a16="http://schemas.microsoft.com/office/drawing/2014/main" id="{0A05EBD8-FD35-43C4-8575-314A73513BF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0" y="7722"/>
                <a:ext cx="35" cy="30"/>
              </a:xfrm>
              <a:custGeom>
                <a:avLst/>
                <a:gdLst>
                  <a:gd name="T0" fmla="*/ 6 w 47"/>
                  <a:gd name="T1" fmla="*/ 11 h 40"/>
                  <a:gd name="T2" fmla="*/ 2 w 47"/>
                  <a:gd name="T3" fmla="*/ 6 h 40"/>
                  <a:gd name="T4" fmla="*/ 2 w 47"/>
                  <a:gd name="T5" fmla="*/ 5 h 40"/>
                  <a:gd name="T6" fmla="*/ 2 w 47"/>
                  <a:gd name="T7" fmla="*/ 5 h 40"/>
                  <a:gd name="T8" fmla="*/ 0 w 47"/>
                  <a:gd name="T9" fmla="*/ 6 h 40"/>
                  <a:gd name="T10" fmla="*/ 5 w 47"/>
                  <a:gd name="T11" fmla="*/ 40 h 40"/>
                  <a:gd name="T12" fmla="*/ 15 w 47"/>
                  <a:gd name="T13" fmla="*/ 39 h 40"/>
                  <a:gd name="T14" fmla="*/ 14 w 47"/>
                  <a:gd name="T15" fmla="*/ 36 h 40"/>
                  <a:gd name="T16" fmla="*/ 14 w 47"/>
                  <a:gd name="T17" fmla="*/ 36 h 40"/>
                  <a:gd name="T18" fmla="*/ 13 w 47"/>
                  <a:gd name="T19" fmla="*/ 36 h 40"/>
                  <a:gd name="T20" fmla="*/ 7 w 47"/>
                  <a:gd name="T21" fmla="*/ 29 h 40"/>
                  <a:gd name="T22" fmla="*/ 6 w 47"/>
                  <a:gd name="T23" fmla="*/ 23 h 40"/>
                  <a:gd name="T24" fmla="*/ 6 w 47"/>
                  <a:gd name="T25" fmla="*/ 21 h 40"/>
                  <a:gd name="T26" fmla="*/ 10 w 47"/>
                  <a:gd name="T27" fmla="*/ 18 h 40"/>
                  <a:gd name="T28" fmla="*/ 22 w 47"/>
                  <a:gd name="T29" fmla="*/ 17 h 40"/>
                  <a:gd name="T30" fmla="*/ 24 w 47"/>
                  <a:gd name="T31" fmla="*/ 25 h 40"/>
                  <a:gd name="T32" fmla="*/ 24 w 47"/>
                  <a:gd name="T33" fmla="*/ 27 h 40"/>
                  <a:gd name="T34" fmla="*/ 19 w 47"/>
                  <a:gd name="T35" fmla="*/ 31 h 40"/>
                  <a:gd name="T36" fmla="*/ 19 w 47"/>
                  <a:gd name="T37" fmla="*/ 31 h 40"/>
                  <a:gd name="T38" fmla="*/ 20 w 47"/>
                  <a:gd name="T39" fmla="*/ 33 h 40"/>
                  <a:gd name="T40" fmla="*/ 33 w 47"/>
                  <a:gd name="T41" fmla="*/ 31 h 40"/>
                  <a:gd name="T42" fmla="*/ 32 w 47"/>
                  <a:gd name="T43" fmla="*/ 29 h 40"/>
                  <a:gd name="T44" fmla="*/ 32 w 47"/>
                  <a:gd name="T45" fmla="*/ 29 h 40"/>
                  <a:gd name="T46" fmla="*/ 30 w 47"/>
                  <a:gd name="T47" fmla="*/ 29 h 40"/>
                  <a:gd name="T48" fmla="*/ 27 w 47"/>
                  <a:gd name="T49" fmla="*/ 25 h 40"/>
                  <a:gd name="T50" fmla="*/ 25 w 47"/>
                  <a:gd name="T51" fmla="*/ 16 h 40"/>
                  <a:gd name="T52" fmla="*/ 36 w 47"/>
                  <a:gd name="T53" fmla="*/ 14 h 40"/>
                  <a:gd name="T54" fmla="*/ 38 w 47"/>
                  <a:gd name="T55" fmla="*/ 14 h 40"/>
                  <a:gd name="T56" fmla="*/ 41 w 47"/>
                  <a:gd name="T57" fmla="*/ 18 h 40"/>
                  <a:gd name="T58" fmla="*/ 42 w 47"/>
                  <a:gd name="T59" fmla="*/ 22 h 40"/>
                  <a:gd name="T60" fmla="*/ 42 w 47"/>
                  <a:gd name="T61" fmla="*/ 25 h 40"/>
                  <a:gd name="T62" fmla="*/ 37 w 47"/>
                  <a:gd name="T63" fmla="*/ 32 h 40"/>
                  <a:gd name="T64" fmla="*/ 37 w 47"/>
                  <a:gd name="T65" fmla="*/ 32 h 40"/>
                  <a:gd name="T66" fmla="*/ 37 w 47"/>
                  <a:gd name="T67" fmla="*/ 34 h 40"/>
                  <a:gd name="T68" fmla="*/ 47 w 47"/>
                  <a:gd name="T69" fmla="*/ 32 h 40"/>
                  <a:gd name="T70" fmla="*/ 42 w 47"/>
                  <a:gd name="T71" fmla="*/ 0 h 40"/>
                  <a:gd name="T72" fmla="*/ 40 w 47"/>
                  <a:gd name="T73" fmla="*/ 0 h 40"/>
                  <a:gd name="T74" fmla="*/ 40 w 47"/>
                  <a:gd name="T75" fmla="*/ 0 h 40"/>
                  <a:gd name="T76" fmla="*/ 40 w 47"/>
                  <a:gd name="T77" fmla="*/ 3 h 40"/>
                  <a:gd name="T78" fmla="*/ 35 w 47"/>
                  <a:gd name="T79" fmla="*/ 6 h 40"/>
                  <a:gd name="T80" fmla="*/ 8 w 47"/>
                  <a:gd name="T81" fmla="*/ 10 h 40"/>
                  <a:gd name="T82" fmla="*/ 6 w 47"/>
                  <a:gd name="T83" fmla="*/ 1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6" y="11"/>
                    </a:moveTo>
                    <a:cubicBezTo>
                      <a:pt x="3" y="11"/>
                      <a:pt x="3" y="10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3" y="36"/>
                    </a:cubicBezTo>
                    <a:cubicBezTo>
                      <a:pt x="10" y="36"/>
                      <a:pt x="8" y="35"/>
                      <a:pt x="7" y="29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9"/>
                      <a:pt x="6" y="19"/>
                      <a:pt x="10" y="1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7"/>
                      <a:pt x="24" y="27"/>
                    </a:cubicBezTo>
                    <a:cubicBezTo>
                      <a:pt x="24" y="30"/>
                      <a:pt x="23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0" y="29"/>
                    </a:cubicBezTo>
                    <a:cubicBezTo>
                      <a:pt x="28" y="29"/>
                      <a:pt x="27" y="28"/>
                      <a:pt x="27" y="2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8" y="14"/>
                    </a:cubicBezTo>
                    <a:cubicBezTo>
                      <a:pt x="40" y="14"/>
                      <a:pt x="41" y="15"/>
                      <a:pt x="41" y="18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4"/>
                      <a:pt x="42" y="25"/>
                    </a:cubicBezTo>
                    <a:cubicBezTo>
                      <a:pt x="42" y="30"/>
                      <a:pt x="40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40" y="2"/>
                      <a:pt x="40" y="3"/>
                    </a:cubicBezTo>
                    <a:cubicBezTo>
                      <a:pt x="40" y="5"/>
                      <a:pt x="39" y="6"/>
                      <a:pt x="35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7" name="Freeform 91">
                <a:extLst>
                  <a:ext uri="{FF2B5EF4-FFF2-40B4-BE49-F238E27FC236}">
                    <a16:creationId xmlns:a16="http://schemas.microsoft.com/office/drawing/2014/main" id="{AD5F7B00-1631-4EAB-A28C-A46B0BA8136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4" y="7759"/>
                <a:ext cx="32" cy="44"/>
              </a:xfrm>
              <a:custGeom>
                <a:avLst/>
                <a:gdLst>
                  <a:gd name="T0" fmla="*/ 36 w 43"/>
                  <a:gd name="T1" fmla="*/ 7 h 59"/>
                  <a:gd name="T2" fmla="*/ 35 w 43"/>
                  <a:gd name="T3" fmla="*/ 7 h 59"/>
                  <a:gd name="T4" fmla="*/ 8 w 43"/>
                  <a:gd name="T5" fmla="*/ 6 h 59"/>
                  <a:gd name="T6" fmla="*/ 3 w 43"/>
                  <a:gd name="T7" fmla="*/ 1 h 59"/>
                  <a:gd name="T8" fmla="*/ 3 w 43"/>
                  <a:gd name="T9" fmla="*/ 1 h 59"/>
                  <a:gd name="T10" fmla="*/ 3 w 43"/>
                  <a:gd name="T11" fmla="*/ 0 h 59"/>
                  <a:gd name="T12" fmla="*/ 3 w 43"/>
                  <a:gd name="T13" fmla="*/ 0 h 59"/>
                  <a:gd name="T14" fmla="*/ 1 w 43"/>
                  <a:gd name="T15" fmla="*/ 0 h 59"/>
                  <a:gd name="T16" fmla="*/ 1 w 43"/>
                  <a:gd name="T17" fmla="*/ 0 h 59"/>
                  <a:gd name="T18" fmla="*/ 1 w 43"/>
                  <a:gd name="T19" fmla="*/ 17 h 59"/>
                  <a:gd name="T20" fmla="*/ 3 w 43"/>
                  <a:gd name="T21" fmla="*/ 17 h 59"/>
                  <a:gd name="T22" fmla="*/ 3 w 43"/>
                  <a:gd name="T23" fmla="*/ 17 h 59"/>
                  <a:gd name="T24" fmla="*/ 8 w 43"/>
                  <a:gd name="T25" fmla="*/ 11 h 59"/>
                  <a:gd name="T26" fmla="*/ 8 w 43"/>
                  <a:gd name="T27" fmla="*/ 11 h 59"/>
                  <a:gd name="T28" fmla="*/ 37 w 43"/>
                  <a:gd name="T29" fmla="*/ 11 h 59"/>
                  <a:gd name="T30" fmla="*/ 1 w 43"/>
                  <a:gd name="T31" fmla="*/ 25 h 59"/>
                  <a:gd name="T32" fmla="*/ 1 w 43"/>
                  <a:gd name="T33" fmla="*/ 30 h 59"/>
                  <a:gd name="T34" fmla="*/ 37 w 43"/>
                  <a:gd name="T35" fmla="*/ 45 h 59"/>
                  <a:gd name="T36" fmla="*/ 8 w 43"/>
                  <a:gd name="T37" fmla="*/ 45 h 59"/>
                  <a:gd name="T38" fmla="*/ 2 w 43"/>
                  <a:gd name="T39" fmla="*/ 40 h 59"/>
                  <a:gd name="T40" fmla="*/ 2 w 43"/>
                  <a:gd name="T41" fmla="*/ 39 h 59"/>
                  <a:gd name="T42" fmla="*/ 2 w 43"/>
                  <a:gd name="T43" fmla="*/ 39 h 59"/>
                  <a:gd name="T44" fmla="*/ 1 w 43"/>
                  <a:gd name="T45" fmla="*/ 39 h 59"/>
                  <a:gd name="T46" fmla="*/ 0 w 43"/>
                  <a:gd name="T47" fmla="*/ 58 h 59"/>
                  <a:gd name="T48" fmla="*/ 2 w 43"/>
                  <a:gd name="T49" fmla="*/ 58 h 59"/>
                  <a:gd name="T50" fmla="*/ 2 w 43"/>
                  <a:gd name="T51" fmla="*/ 58 h 59"/>
                  <a:gd name="T52" fmla="*/ 7 w 43"/>
                  <a:gd name="T53" fmla="*/ 52 h 59"/>
                  <a:gd name="T54" fmla="*/ 8 w 43"/>
                  <a:gd name="T55" fmla="*/ 52 h 59"/>
                  <a:gd name="T56" fmla="*/ 35 w 43"/>
                  <a:gd name="T57" fmla="*/ 53 h 59"/>
                  <a:gd name="T58" fmla="*/ 40 w 43"/>
                  <a:gd name="T59" fmla="*/ 58 h 59"/>
                  <a:gd name="T60" fmla="*/ 40 w 43"/>
                  <a:gd name="T61" fmla="*/ 58 h 59"/>
                  <a:gd name="T62" fmla="*/ 40 w 43"/>
                  <a:gd name="T63" fmla="*/ 59 h 59"/>
                  <a:gd name="T64" fmla="*/ 42 w 43"/>
                  <a:gd name="T65" fmla="*/ 59 h 59"/>
                  <a:gd name="T66" fmla="*/ 42 w 43"/>
                  <a:gd name="T67" fmla="*/ 43 h 59"/>
                  <a:gd name="T68" fmla="*/ 9 w 43"/>
                  <a:gd name="T69" fmla="*/ 29 h 59"/>
                  <a:gd name="T70" fmla="*/ 43 w 43"/>
                  <a:gd name="T71" fmla="*/ 16 h 59"/>
                  <a:gd name="T72" fmla="*/ 43 w 43"/>
                  <a:gd name="T73" fmla="*/ 1 h 59"/>
                  <a:gd name="T74" fmla="*/ 41 w 43"/>
                  <a:gd name="T75" fmla="*/ 1 h 59"/>
                  <a:gd name="T76" fmla="*/ 41 w 43"/>
                  <a:gd name="T77" fmla="*/ 1 h 59"/>
                  <a:gd name="T78" fmla="*/ 36 w 43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9">
                    <a:moveTo>
                      <a:pt x="36" y="7"/>
                    </a:moveTo>
                    <a:cubicBezTo>
                      <a:pt x="35" y="7"/>
                      <a:pt x="35" y="7"/>
                      <a:pt x="35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3" y="5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2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3" y="45"/>
                      <a:pt x="3" y="44"/>
                      <a:pt x="2" y="40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3"/>
                      <a:pt x="3" y="52"/>
                      <a:pt x="7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9" y="53"/>
                      <a:pt x="40" y="54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6"/>
                      <a:pt x="40" y="7"/>
                      <a:pt x="36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8" name="Freeform 92">
                <a:extLst>
                  <a:ext uri="{FF2B5EF4-FFF2-40B4-BE49-F238E27FC236}">
                    <a16:creationId xmlns:a16="http://schemas.microsoft.com/office/drawing/2014/main" id="{C6E9A1D6-B0D2-429B-ADA0-3B906A4F452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2" y="7809"/>
                <a:ext cx="32" cy="20"/>
              </a:xfrm>
              <a:custGeom>
                <a:avLst/>
                <a:gdLst>
                  <a:gd name="T0" fmla="*/ 42 w 44"/>
                  <a:gd name="T1" fmla="*/ 6 h 26"/>
                  <a:gd name="T2" fmla="*/ 38 w 44"/>
                  <a:gd name="T3" fmla="*/ 11 h 26"/>
                  <a:gd name="T4" fmla="*/ 36 w 44"/>
                  <a:gd name="T5" fmla="*/ 11 h 26"/>
                  <a:gd name="T6" fmla="*/ 9 w 44"/>
                  <a:gd name="T7" fmla="*/ 7 h 26"/>
                  <a:gd name="T8" fmla="*/ 4 w 44"/>
                  <a:gd name="T9" fmla="*/ 3 h 26"/>
                  <a:gd name="T10" fmla="*/ 4 w 44"/>
                  <a:gd name="T11" fmla="*/ 0 h 26"/>
                  <a:gd name="T12" fmla="*/ 4 w 44"/>
                  <a:gd name="T13" fmla="*/ 0 h 26"/>
                  <a:gd name="T14" fmla="*/ 4 w 44"/>
                  <a:gd name="T15" fmla="*/ 0 h 26"/>
                  <a:gd name="T16" fmla="*/ 2 w 44"/>
                  <a:gd name="T17" fmla="*/ 0 h 26"/>
                  <a:gd name="T18" fmla="*/ 0 w 44"/>
                  <a:gd name="T19" fmla="*/ 19 h 26"/>
                  <a:gd name="T20" fmla="*/ 1 w 44"/>
                  <a:gd name="T21" fmla="*/ 20 h 26"/>
                  <a:gd name="T22" fmla="*/ 2 w 44"/>
                  <a:gd name="T23" fmla="*/ 20 h 26"/>
                  <a:gd name="T24" fmla="*/ 5 w 44"/>
                  <a:gd name="T25" fmla="*/ 14 h 26"/>
                  <a:gd name="T26" fmla="*/ 8 w 44"/>
                  <a:gd name="T27" fmla="*/ 15 h 26"/>
                  <a:gd name="T28" fmla="*/ 34 w 44"/>
                  <a:gd name="T29" fmla="*/ 19 h 26"/>
                  <a:gd name="T30" fmla="*/ 39 w 44"/>
                  <a:gd name="T31" fmla="*/ 23 h 26"/>
                  <a:gd name="T32" fmla="*/ 39 w 44"/>
                  <a:gd name="T33" fmla="*/ 25 h 26"/>
                  <a:gd name="T34" fmla="*/ 39 w 44"/>
                  <a:gd name="T35" fmla="*/ 25 h 26"/>
                  <a:gd name="T36" fmla="*/ 41 w 44"/>
                  <a:gd name="T37" fmla="*/ 26 h 26"/>
                  <a:gd name="T38" fmla="*/ 44 w 44"/>
                  <a:gd name="T39" fmla="*/ 6 h 26"/>
                  <a:gd name="T40" fmla="*/ 42 w 44"/>
                  <a:gd name="T4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6">
                    <a:moveTo>
                      <a:pt x="42" y="6"/>
                    </a:moveTo>
                    <a:cubicBezTo>
                      <a:pt x="41" y="10"/>
                      <a:pt x="41" y="11"/>
                      <a:pt x="38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4" y="5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8" y="19"/>
                      <a:pt x="39" y="20"/>
                      <a:pt x="39" y="23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6"/>
                      <a:pt x="42" y="6"/>
                      <a:pt x="4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9" name="Freeform 93">
                <a:extLst>
                  <a:ext uri="{FF2B5EF4-FFF2-40B4-BE49-F238E27FC236}">
                    <a16:creationId xmlns:a16="http://schemas.microsoft.com/office/drawing/2014/main" id="{AC771984-BFE2-4904-BBA5-BC4A555385F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44" y="7830"/>
                <a:ext cx="37" cy="32"/>
              </a:xfrm>
              <a:custGeom>
                <a:avLst/>
                <a:gdLst>
                  <a:gd name="T0" fmla="*/ 47 w 49"/>
                  <a:gd name="T1" fmla="*/ 11 h 43"/>
                  <a:gd name="T2" fmla="*/ 43 w 49"/>
                  <a:gd name="T3" fmla="*/ 15 h 43"/>
                  <a:gd name="T4" fmla="*/ 40 w 49"/>
                  <a:gd name="T5" fmla="*/ 15 h 43"/>
                  <a:gd name="T6" fmla="*/ 14 w 49"/>
                  <a:gd name="T7" fmla="*/ 8 h 43"/>
                  <a:gd name="T8" fmla="*/ 10 w 49"/>
                  <a:gd name="T9" fmla="*/ 4 h 43"/>
                  <a:gd name="T10" fmla="*/ 10 w 49"/>
                  <a:gd name="T11" fmla="*/ 1 h 43"/>
                  <a:gd name="T12" fmla="*/ 10 w 49"/>
                  <a:gd name="T13" fmla="*/ 1 h 43"/>
                  <a:gd name="T14" fmla="*/ 10 w 49"/>
                  <a:gd name="T15" fmla="*/ 1 h 43"/>
                  <a:gd name="T16" fmla="*/ 8 w 49"/>
                  <a:gd name="T17" fmla="*/ 0 h 43"/>
                  <a:gd name="T18" fmla="*/ 0 w 49"/>
                  <a:gd name="T19" fmla="*/ 33 h 43"/>
                  <a:gd name="T20" fmla="*/ 9 w 49"/>
                  <a:gd name="T21" fmla="*/ 36 h 43"/>
                  <a:gd name="T22" fmla="*/ 9 w 49"/>
                  <a:gd name="T23" fmla="*/ 34 h 43"/>
                  <a:gd name="T24" fmla="*/ 9 w 49"/>
                  <a:gd name="T25" fmla="*/ 34 h 43"/>
                  <a:gd name="T26" fmla="*/ 5 w 49"/>
                  <a:gd name="T27" fmla="*/ 28 h 43"/>
                  <a:gd name="T28" fmla="*/ 5 w 49"/>
                  <a:gd name="T29" fmla="*/ 25 h 43"/>
                  <a:gd name="T30" fmla="*/ 7 w 49"/>
                  <a:gd name="T31" fmla="*/ 18 h 43"/>
                  <a:gd name="T32" fmla="*/ 9 w 49"/>
                  <a:gd name="T33" fmla="*/ 15 h 43"/>
                  <a:gd name="T34" fmla="*/ 12 w 49"/>
                  <a:gd name="T35" fmla="*/ 16 h 43"/>
                  <a:gd name="T36" fmla="*/ 24 w 49"/>
                  <a:gd name="T37" fmla="*/ 19 h 43"/>
                  <a:gd name="T38" fmla="*/ 22 w 49"/>
                  <a:gd name="T39" fmla="*/ 27 h 43"/>
                  <a:gd name="T40" fmla="*/ 19 w 49"/>
                  <a:gd name="T41" fmla="*/ 31 h 43"/>
                  <a:gd name="T42" fmla="*/ 16 w 49"/>
                  <a:gd name="T43" fmla="*/ 31 h 43"/>
                  <a:gd name="T44" fmla="*/ 16 w 49"/>
                  <a:gd name="T45" fmla="*/ 31 h 43"/>
                  <a:gd name="T46" fmla="*/ 15 w 49"/>
                  <a:gd name="T47" fmla="*/ 33 h 43"/>
                  <a:gd name="T48" fmla="*/ 28 w 49"/>
                  <a:gd name="T49" fmla="*/ 37 h 43"/>
                  <a:gd name="T50" fmla="*/ 29 w 49"/>
                  <a:gd name="T51" fmla="*/ 34 h 43"/>
                  <a:gd name="T52" fmla="*/ 29 w 49"/>
                  <a:gd name="T53" fmla="*/ 34 h 43"/>
                  <a:gd name="T54" fmla="*/ 25 w 49"/>
                  <a:gd name="T55" fmla="*/ 31 h 43"/>
                  <a:gd name="T56" fmla="*/ 25 w 49"/>
                  <a:gd name="T57" fmla="*/ 28 h 43"/>
                  <a:gd name="T58" fmla="*/ 27 w 49"/>
                  <a:gd name="T59" fmla="*/ 20 h 43"/>
                  <a:gd name="T60" fmla="*/ 38 w 49"/>
                  <a:gd name="T61" fmla="*/ 22 h 43"/>
                  <a:gd name="T62" fmla="*/ 41 w 49"/>
                  <a:gd name="T63" fmla="*/ 25 h 43"/>
                  <a:gd name="T64" fmla="*/ 41 w 49"/>
                  <a:gd name="T65" fmla="*/ 27 h 43"/>
                  <a:gd name="T66" fmla="*/ 40 w 49"/>
                  <a:gd name="T67" fmla="*/ 32 h 43"/>
                  <a:gd name="T68" fmla="*/ 34 w 49"/>
                  <a:gd name="T69" fmla="*/ 39 h 43"/>
                  <a:gd name="T70" fmla="*/ 32 w 49"/>
                  <a:gd name="T71" fmla="*/ 39 h 43"/>
                  <a:gd name="T72" fmla="*/ 32 w 49"/>
                  <a:gd name="T73" fmla="*/ 38 h 43"/>
                  <a:gd name="T74" fmla="*/ 31 w 49"/>
                  <a:gd name="T75" fmla="*/ 41 h 43"/>
                  <a:gd name="T76" fmla="*/ 40 w 49"/>
                  <a:gd name="T77" fmla="*/ 43 h 43"/>
                  <a:gd name="T78" fmla="*/ 49 w 49"/>
                  <a:gd name="T79" fmla="*/ 11 h 43"/>
                  <a:gd name="T80" fmla="*/ 47 w 49"/>
                  <a:gd name="T81" fmla="*/ 10 h 43"/>
                  <a:gd name="T82" fmla="*/ 47 w 49"/>
                  <a:gd name="T83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9" h="43">
                    <a:moveTo>
                      <a:pt x="47" y="11"/>
                    </a:moveTo>
                    <a:cubicBezTo>
                      <a:pt x="46" y="14"/>
                      <a:pt x="45" y="15"/>
                      <a:pt x="43" y="15"/>
                    </a:cubicBezTo>
                    <a:cubicBezTo>
                      <a:pt x="42" y="15"/>
                      <a:pt x="41" y="15"/>
                      <a:pt x="40" y="1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7"/>
                      <a:pt x="10" y="6"/>
                      <a:pt x="10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3"/>
                      <a:pt x="5" y="31"/>
                      <a:pt x="5" y="28"/>
                    </a:cubicBezTo>
                    <a:cubicBezTo>
                      <a:pt x="5" y="27"/>
                      <a:pt x="5" y="26"/>
                      <a:pt x="5" y="2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6"/>
                      <a:pt x="8" y="15"/>
                      <a:pt x="9" y="15"/>
                    </a:cubicBezTo>
                    <a:cubicBezTo>
                      <a:pt x="10" y="15"/>
                      <a:pt x="11" y="15"/>
                      <a:pt x="12" y="16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31"/>
                      <a:pt x="20" y="31"/>
                      <a:pt x="19" y="31"/>
                    </a:cubicBezTo>
                    <a:cubicBezTo>
                      <a:pt x="18" y="31"/>
                      <a:pt x="17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6" y="33"/>
                      <a:pt x="25" y="33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8"/>
                      <a:pt x="36" y="39"/>
                      <a:pt x="34" y="39"/>
                    </a:cubicBezTo>
                    <a:cubicBezTo>
                      <a:pt x="33" y="39"/>
                      <a:pt x="33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10"/>
                      <a:pt x="47" y="10"/>
                      <a:pt x="47" y="10"/>
                    </a:cubicBezTo>
                    <a:lnTo>
                      <a:pt x="4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0" name="Freeform 94">
                <a:extLst>
                  <a:ext uri="{FF2B5EF4-FFF2-40B4-BE49-F238E27FC236}">
                    <a16:creationId xmlns:a16="http://schemas.microsoft.com/office/drawing/2014/main" id="{27ADF3A2-6B05-41F9-A626-88688B62CBF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30" y="7861"/>
                <a:ext cx="40" cy="45"/>
              </a:xfrm>
              <a:custGeom>
                <a:avLst/>
                <a:gdLst>
                  <a:gd name="T0" fmla="*/ 54 w 54"/>
                  <a:gd name="T1" fmla="*/ 17 h 59"/>
                  <a:gd name="T2" fmla="*/ 53 w 54"/>
                  <a:gd name="T3" fmla="*/ 16 h 59"/>
                  <a:gd name="T4" fmla="*/ 53 w 54"/>
                  <a:gd name="T5" fmla="*/ 17 h 59"/>
                  <a:gd name="T6" fmla="*/ 49 w 54"/>
                  <a:gd name="T7" fmla="*/ 21 h 59"/>
                  <a:gd name="T8" fmla="*/ 45 w 54"/>
                  <a:gd name="T9" fmla="*/ 20 h 59"/>
                  <a:gd name="T10" fmla="*/ 21 w 54"/>
                  <a:gd name="T11" fmla="*/ 9 h 59"/>
                  <a:gd name="T12" fmla="*/ 17 w 54"/>
                  <a:gd name="T13" fmla="*/ 5 h 59"/>
                  <a:gd name="T14" fmla="*/ 18 w 54"/>
                  <a:gd name="T15" fmla="*/ 1 h 59"/>
                  <a:gd name="T16" fmla="*/ 18 w 54"/>
                  <a:gd name="T17" fmla="*/ 1 h 59"/>
                  <a:gd name="T18" fmla="*/ 18 w 54"/>
                  <a:gd name="T19" fmla="*/ 1 h 59"/>
                  <a:gd name="T20" fmla="*/ 16 w 54"/>
                  <a:gd name="T21" fmla="*/ 0 h 59"/>
                  <a:gd name="T22" fmla="*/ 9 w 54"/>
                  <a:gd name="T23" fmla="*/ 16 h 59"/>
                  <a:gd name="T24" fmla="*/ 11 w 54"/>
                  <a:gd name="T25" fmla="*/ 17 h 59"/>
                  <a:gd name="T26" fmla="*/ 11 w 54"/>
                  <a:gd name="T27" fmla="*/ 16 h 59"/>
                  <a:gd name="T28" fmla="*/ 15 w 54"/>
                  <a:gd name="T29" fmla="*/ 12 h 59"/>
                  <a:gd name="T30" fmla="*/ 19 w 54"/>
                  <a:gd name="T31" fmla="*/ 13 h 59"/>
                  <a:gd name="T32" fmla="*/ 44 w 54"/>
                  <a:gd name="T33" fmla="*/ 24 h 59"/>
                  <a:gd name="T34" fmla="*/ 3 w 54"/>
                  <a:gd name="T35" fmla="*/ 31 h 59"/>
                  <a:gd name="T36" fmla="*/ 0 w 54"/>
                  <a:gd name="T37" fmla="*/ 37 h 59"/>
                  <a:gd name="T38" fmla="*/ 32 w 54"/>
                  <a:gd name="T39" fmla="*/ 51 h 59"/>
                  <a:gd name="T40" fmla="*/ 36 w 54"/>
                  <a:gd name="T41" fmla="*/ 55 h 59"/>
                  <a:gd name="T42" fmla="*/ 34 w 54"/>
                  <a:gd name="T43" fmla="*/ 58 h 59"/>
                  <a:gd name="T44" fmla="*/ 34 w 54"/>
                  <a:gd name="T45" fmla="*/ 59 h 59"/>
                  <a:gd name="T46" fmla="*/ 36 w 54"/>
                  <a:gd name="T47" fmla="*/ 59 h 59"/>
                  <a:gd name="T48" fmla="*/ 43 w 54"/>
                  <a:gd name="T49" fmla="*/ 44 h 59"/>
                  <a:gd name="T50" fmla="*/ 41 w 54"/>
                  <a:gd name="T51" fmla="*/ 43 h 59"/>
                  <a:gd name="T52" fmla="*/ 41 w 54"/>
                  <a:gd name="T53" fmla="*/ 44 h 59"/>
                  <a:gd name="T54" fmla="*/ 37 w 54"/>
                  <a:gd name="T55" fmla="*/ 48 h 59"/>
                  <a:gd name="T56" fmla="*/ 33 w 54"/>
                  <a:gd name="T57" fmla="*/ 47 h 59"/>
                  <a:gd name="T58" fmla="*/ 10 w 54"/>
                  <a:gd name="T59" fmla="*/ 37 h 59"/>
                  <a:gd name="T60" fmla="*/ 49 w 54"/>
                  <a:gd name="T61" fmla="*/ 30 h 59"/>
                  <a:gd name="T62" fmla="*/ 54 w 54"/>
                  <a:gd name="T6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59">
                    <a:moveTo>
                      <a:pt x="54" y="17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9"/>
                      <a:pt x="50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8"/>
                      <a:pt x="17" y="7"/>
                      <a:pt x="17" y="5"/>
                    </a:cubicBezTo>
                    <a:cubicBezTo>
                      <a:pt x="17" y="4"/>
                      <a:pt x="17" y="3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3"/>
                      <a:pt x="13" y="12"/>
                      <a:pt x="15" y="12"/>
                    </a:cubicBezTo>
                    <a:cubicBezTo>
                      <a:pt x="16" y="12"/>
                      <a:pt x="17" y="13"/>
                      <a:pt x="19" y="1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4" y="52"/>
                      <a:pt x="36" y="53"/>
                      <a:pt x="36" y="55"/>
                    </a:cubicBezTo>
                    <a:cubicBezTo>
                      <a:pt x="36" y="56"/>
                      <a:pt x="35" y="57"/>
                      <a:pt x="34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7"/>
                      <a:pt x="39" y="48"/>
                      <a:pt x="37" y="48"/>
                    </a:cubicBezTo>
                    <a:cubicBezTo>
                      <a:pt x="36" y="48"/>
                      <a:pt x="35" y="47"/>
                      <a:pt x="33" y="4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5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1" name="Freeform 95">
                <a:extLst>
                  <a:ext uri="{FF2B5EF4-FFF2-40B4-BE49-F238E27FC236}">
                    <a16:creationId xmlns:a16="http://schemas.microsoft.com/office/drawing/2014/main" id="{237558F5-0216-426D-98ED-DCD1F6CE286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45" y="7603"/>
                <a:ext cx="83" cy="79"/>
              </a:xfrm>
              <a:custGeom>
                <a:avLst/>
                <a:gdLst>
                  <a:gd name="T0" fmla="*/ 64 w 112"/>
                  <a:gd name="T1" fmla="*/ 89 h 105"/>
                  <a:gd name="T2" fmla="*/ 93 w 112"/>
                  <a:gd name="T3" fmla="*/ 102 h 105"/>
                  <a:gd name="T4" fmla="*/ 97 w 112"/>
                  <a:gd name="T5" fmla="*/ 97 h 105"/>
                  <a:gd name="T6" fmla="*/ 87 w 112"/>
                  <a:gd name="T7" fmla="*/ 71 h 105"/>
                  <a:gd name="T8" fmla="*/ 88 w 112"/>
                  <a:gd name="T9" fmla="*/ 62 h 105"/>
                  <a:gd name="T10" fmla="*/ 108 w 112"/>
                  <a:gd name="T11" fmla="*/ 46 h 105"/>
                  <a:gd name="T12" fmla="*/ 105 w 112"/>
                  <a:gd name="T13" fmla="*/ 38 h 105"/>
                  <a:gd name="T14" fmla="*/ 81 w 112"/>
                  <a:gd name="T15" fmla="*/ 39 h 105"/>
                  <a:gd name="T16" fmla="*/ 74 w 112"/>
                  <a:gd name="T17" fmla="*/ 33 h 105"/>
                  <a:gd name="T18" fmla="*/ 61 w 112"/>
                  <a:gd name="T19" fmla="*/ 5 h 105"/>
                  <a:gd name="T20" fmla="*/ 53 w 112"/>
                  <a:gd name="T21" fmla="*/ 5 h 105"/>
                  <a:gd name="T22" fmla="*/ 45 w 112"/>
                  <a:gd name="T23" fmla="*/ 31 h 105"/>
                  <a:gd name="T24" fmla="*/ 34 w 112"/>
                  <a:gd name="T25" fmla="*/ 38 h 105"/>
                  <a:gd name="T26" fmla="*/ 6 w 112"/>
                  <a:gd name="T27" fmla="*/ 38 h 105"/>
                  <a:gd name="T28" fmla="*/ 5 w 112"/>
                  <a:gd name="T29" fmla="*/ 47 h 105"/>
                  <a:gd name="T30" fmla="*/ 26 w 112"/>
                  <a:gd name="T31" fmla="*/ 61 h 105"/>
                  <a:gd name="T32" fmla="*/ 30 w 112"/>
                  <a:gd name="T33" fmla="*/ 74 h 105"/>
                  <a:gd name="T34" fmla="*/ 22 w 112"/>
                  <a:gd name="T35" fmla="*/ 98 h 105"/>
                  <a:gd name="T36" fmla="*/ 28 w 112"/>
                  <a:gd name="T37" fmla="*/ 103 h 105"/>
                  <a:gd name="T38" fmla="*/ 52 w 112"/>
                  <a:gd name="T39" fmla="*/ 89 h 105"/>
                  <a:gd name="T40" fmla="*/ 64 w 112"/>
                  <a:gd name="T41" fmla="*/ 89 h 105"/>
                  <a:gd name="T42" fmla="*/ 33 w 112"/>
                  <a:gd name="T43" fmla="*/ 86 h 105"/>
                  <a:gd name="T44" fmla="*/ 40 w 112"/>
                  <a:gd name="T45" fmla="*/ 67 h 105"/>
                  <a:gd name="T46" fmla="*/ 37 w 112"/>
                  <a:gd name="T47" fmla="*/ 59 h 105"/>
                  <a:gd name="T48" fmla="*/ 19 w 112"/>
                  <a:gd name="T49" fmla="*/ 49 h 105"/>
                  <a:gd name="T50" fmla="*/ 20 w 112"/>
                  <a:gd name="T51" fmla="*/ 45 h 105"/>
                  <a:gd name="T52" fmla="*/ 41 w 112"/>
                  <a:gd name="T53" fmla="*/ 46 h 105"/>
                  <a:gd name="T54" fmla="*/ 49 w 112"/>
                  <a:gd name="T55" fmla="*/ 41 h 105"/>
                  <a:gd name="T56" fmla="*/ 55 w 112"/>
                  <a:gd name="T57" fmla="*/ 21 h 105"/>
                  <a:gd name="T58" fmla="*/ 60 w 112"/>
                  <a:gd name="T59" fmla="*/ 20 h 105"/>
                  <a:gd name="T60" fmla="*/ 67 w 112"/>
                  <a:gd name="T61" fmla="*/ 42 h 105"/>
                  <a:gd name="T62" fmla="*/ 73 w 112"/>
                  <a:gd name="T63" fmla="*/ 47 h 105"/>
                  <a:gd name="T64" fmla="*/ 92 w 112"/>
                  <a:gd name="T65" fmla="*/ 45 h 105"/>
                  <a:gd name="T66" fmla="*/ 94 w 112"/>
                  <a:gd name="T67" fmla="*/ 49 h 105"/>
                  <a:gd name="T68" fmla="*/ 78 w 112"/>
                  <a:gd name="T69" fmla="*/ 59 h 105"/>
                  <a:gd name="T70" fmla="*/ 76 w 112"/>
                  <a:gd name="T71" fmla="*/ 67 h 105"/>
                  <a:gd name="T72" fmla="*/ 86 w 112"/>
                  <a:gd name="T73" fmla="*/ 87 h 105"/>
                  <a:gd name="T74" fmla="*/ 83 w 112"/>
                  <a:gd name="T75" fmla="*/ 90 h 105"/>
                  <a:gd name="T76" fmla="*/ 63 w 112"/>
                  <a:gd name="T77" fmla="*/ 77 h 105"/>
                  <a:gd name="T78" fmla="*/ 54 w 112"/>
                  <a:gd name="T79" fmla="*/ 77 h 105"/>
                  <a:gd name="T80" fmla="*/ 37 w 112"/>
                  <a:gd name="T81" fmla="*/ 90 h 105"/>
                  <a:gd name="T82" fmla="*/ 33 w 112"/>
                  <a:gd name="T83" fmla="*/ 8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2" h="105">
                    <a:moveTo>
                      <a:pt x="64" y="89"/>
                    </a:moveTo>
                    <a:cubicBezTo>
                      <a:pt x="93" y="102"/>
                      <a:pt x="93" y="102"/>
                      <a:pt x="93" y="102"/>
                    </a:cubicBezTo>
                    <a:cubicBezTo>
                      <a:pt x="97" y="104"/>
                      <a:pt x="99" y="101"/>
                      <a:pt x="97" y="97"/>
                    </a:cubicBezTo>
                    <a:cubicBezTo>
                      <a:pt x="87" y="71"/>
                      <a:pt x="87" y="71"/>
                      <a:pt x="87" y="71"/>
                    </a:cubicBezTo>
                    <a:cubicBezTo>
                      <a:pt x="85" y="68"/>
                      <a:pt x="85" y="65"/>
                      <a:pt x="88" y="6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12" y="43"/>
                      <a:pt x="111" y="38"/>
                      <a:pt x="105" y="38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7" y="39"/>
                      <a:pt x="75" y="38"/>
                      <a:pt x="74" y="33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0"/>
                      <a:pt x="55" y="0"/>
                      <a:pt x="53" y="5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3" y="35"/>
                      <a:pt x="41" y="37"/>
                      <a:pt x="34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2" y="39"/>
                      <a:pt x="0" y="44"/>
                      <a:pt x="5" y="47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31" y="64"/>
                      <a:pt x="32" y="67"/>
                      <a:pt x="30" y="74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1" y="102"/>
                      <a:pt x="24" y="105"/>
                      <a:pt x="28" y="103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8" y="86"/>
                      <a:pt x="61" y="88"/>
                      <a:pt x="64" y="89"/>
                    </a:cubicBezTo>
                    <a:moveTo>
                      <a:pt x="33" y="86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4"/>
                      <a:pt x="40" y="61"/>
                      <a:pt x="37" y="5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6" y="47"/>
                      <a:pt x="17" y="44"/>
                      <a:pt x="20" y="4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4" y="45"/>
                      <a:pt x="48" y="44"/>
                      <a:pt x="49" y="4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18"/>
                      <a:pt x="59" y="18"/>
                      <a:pt x="60" y="20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4"/>
                      <a:pt x="69" y="47"/>
                      <a:pt x="73" y="47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5" y="45"/>
                      <a:pt x="96" y="48"/>
                      <a:pt x="94" y="4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5" y="61"/>
                      <a:pt x="74" y="64"/>
                      <a:pt x="76" y="67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87" y="89"/>
                      <a:pt x="86" y="91"/>
                      <a:pt x="83" y="90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1" y="76"/>
                      <a:pt x="57" y="76"/>
                      <a:pt x="54" y="77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4" y="92"/>
                      <a:pt x="32" y="90"/>
                      <a:pt x="33" y="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2" name="Freeform 96">
                <a:extLst>
                  <a:ext uri="{FF2B5EF4-FFF2-40B4-BE49-F238E27FC236}">
                    <a16:creationId xmlns:a16="http://schemas.microsoft.com/office/drawing/2014/main" id="{0D8AA64C-F698-4BF7-868B-94AAA4171B6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00" y="8102"/>
                <a:ext cx="38" cy="53"/>
              </a:xfrm>
              <a:custGeom>
                <a:avLst/>
                <a:gdLst>
                  <a:gd name="T0" fmla="*/ 48 w 50"/>
                  <a:gd name="T1" fmla="*/ 0 h 70"/>
                  <a:gd name="T2" fmla="*/ 2 w 50"/>
                  <a:gd name="T3" fmla="*/ 0 h 70"/>
                  <a:gd name="T4" fmla="*/ 0 w 50"/>
                  <a:gd name="T5" fmla="*/ 3 h 70"/>
                  <a:gd name="T6" fmla="*/ 0 w 50"/>
                  <a:gd name="T7" fmla="*/ 5 h 70"/>
                  <a:gd name="T8" fmla="*/ 2 w 50"/>
                  <a:gd name="T9" fmla="*/ 8 h 70"/>
                  <a:gd name="T10" fmla="*/ 21 w 50"/>
                  <a:gd name="T11" fmla="*/ 8 h 70"/>
                  <a:gd name="T12" fmla="*/ 21 w 50"/>
                  <a:gd name="T13" fmla="*/ 68 h 70"/>
                  <a:gd name="T14" fmla="*/ 25 w 50"/>
                  <a:gd name="T15" fmla="*/ 70 h 70"/>
                  <a:gd name="T16" fmla="*/ 26 w 50"/>
                  <a:gd name="T17" fmla="*/ 70 h 70"/>
                  <a:gd name="T18" fmla="*/ 30 w 50"/>
                  <a:gd name="T19" fmla="*/ 68 h 70"/>
                  <a:gd name="T20" fmla="*/ 30 w 50"/>
                  <a:gd name="T21" fmla="*/ 8 h 70"/>
                  <a:gd name="T22" fmla="*/ 48 w 50"/>
                  <a:gd name="T23" fmla="*/ 8 h 70"/>
                  <a:gd name="T24" fmla="*/ 50 w 50"/>
                  <a:gd name="T25" fmla="*/ 5 h 70"/>
                  <a:gd name="T26" fmla="*/ 50 w 50"/>
                  <a:gd name="T27" fmla="*/ 3 h 70"/>
                  <a:gd name="T28" fmla="*/ 48 w 50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70">
                    <a:moveTo>
                      <a:pt x="4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2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0"/>
                      <a:pt x="30" y="69"/>
                      <a:pt x="30" y="6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8"/>
                      <a:pt x="50" y="7"/>
                      <a:pt x="50" y="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3" name="Freeform 97">
                <a:extLst>
                  <a:ext uri="{FF2B5EF4-FFF2-40B4-BE49-F238E27FC236}">
                    <a16:creationId xmlns:a16="http://schemas.microsoft.com/office/drawing/2014/main" id="{3B8C601F-AD4B-4544-B2B5-6FA3F0FFC3A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49" y="8102"/>
                <a:ext cx="40" cy="53"/>
              </a:xfrm>
              <a:custGeom>
                <a:avLst/>
                <a:gdLst>
                  <a:gd name="T0" fmla="*/ 50 w 54"/>
                  <a:gd name="T1" fmla="*/ 0 h 70"/>
                  <a:gd name="T2" fmla="*/ 49 w 54"/>
                  <a:gd name="T3" fmla="*/ 0 h 70"/>
                  <a:gd name="T4" fmla="*/ 45 w 54"/>
                  <a:gd name="T5" fmla="*/ 2 h 70"/>
                  <a:gd name="T6" fmla="*/ 45 w 54"/>
                  <a:gd name="T7" fmla="*/ 31 h 70"/>
                  <a:gd name="T8" fmla="*/ 9 w 54"/>
                  <a:gd name="T9" fmla="*/ 31 h 70"/>
                  <a:gd name="T10" fmla="*/ 9 w 54"/>
                  <a:gd name="T11" fmla="*/ 2 h 70"/>
                  <a:gd name="T12" fmla="*/ 5 w 54"/>
                  <a:gd name="T13" fmla="*/ 0 h 70"/>
                  <a:gd name="T14" fmla="*/ 4 w 54"/>
                  <a:gd name="T15" fmla="*/ 0 h 70"/>
                  <a:gd name="T16" fmla="*/ 0 w 54"/>
                  <a:gd name="T17" fmla="*/ 2 h 70"/>
                  <a:gd name="T18" fmla="*/ 0 w 54"/>
                  <a:gd name="T19" fmla="*/ 68 h 70"/>
                  <a:gd name="T20" fmla="*/ 4 w 54"/>
                  <a:gd name="T21" fmla="*/ 70 h 70"/>
                  <a:gd name="T22" fmla="*/ 5 w 54"/>
                  <a:gd name="T23" fmla="*/ 70 h 70"/>
                  <a:gd name="T24" fmla="*/ 9 w 54"/>
                  <a:gd name="T25" fmla="*/ 68 h 70"/>
                  <a:gd name="T26" fmla="*/ 9 w 54"/>
                  <a:gd name="T27" fmla="*/ 38 h 70"/>
                  <a:gd name="T28" fmla="*/ 45 w 54"/>
                  <a:gd name="T29" fmla="*/ 38 h 70"/>
                  <a:gd name="T30" fmla="*/ 45 w 54"/>
                  <a:gd name="T31" fmla="*/ 68 h 70"/>
                  <a:gd name="T32" fmla="*/ 49 w 54"/>
                  <a:gd name="T33" fmla="*/ 70 h 70"/>
                  <a:gd name="T34" fmla="*/ 50 w 54"/>
                  <a:gd name="T35" fmla="*/ 70 h 70"/>
                  <a:gd name="T36" fmla="*/ 54 w 54"/>
                  <a:gd name="T37" fmla="*/ 68 h 70"/>
                  <a:gd name="T38" fmla="*/ 54 w 54"/>
                  <a:gd name="T39" fmla="*/ 2 h 70"/>
                  <a:gd name="T40" fmla="*/ 50 w 54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70">
                    <a:moveTo>
                      <a:pt x="5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9"/>
                      <a:pt x="46" y="70"/>
                      <a:pt x="49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3" y="70"/>
                      <a:pt x="54" y="69"/>
                      <a:pt x="54" y="6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4" name="Freeform 98">
                <a:extLst>
                  <a:ext uri="{FF2B5EF4-FFF2-40B4-BE49-F238E27FC236}">
                    <a16:creationId xmlns:a16="http://schemas.microsoft.com/office/drawing/2014/main" id="{EA54A869-6677-44D8-8612-66E03792B7B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5" name="Freeform 99">
                <a:extLst>
                  <a:ext uri="{FF2B5EF4-FFF2-40B4-BE49-F238E27FC236}">
                    <a16:creationId xmlns:a16="http://schemas.microsoft.com/office/drawing/2014/main" id="{C895AA87-7FA8-4641-8EA8-74D35F3EF00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69" y="8102"/>
                <a:ext cx="37" cy="53"/>
              </a:xfrm>
              <a:custGeom>
                <a:avLst/>
                <a:gdLst>
                  <a:gd name="T0" fmla="*/ 41 w 49"/>
                  <a:gd name="T1" fmla="*/ 48 h 70"/>
                  <a:gd name="T2" fmla="*/ 32 w 49"/>
                  <a:gd name="T3" fmla="*/ 35 h 70"/>
                  <a:gd name="T4" fmla="*/ 32 w 49"/>
                  <a:gd name="T5" fmla="*/ 35 h 70"/>
                  <a:gd name="T6" fmla="*/ 43 w 49"/>
                  <a:gd name="T7" fmla="*/ 18 h 70"/>
                  <a:gd name="T8" fmla="*/ 19 w 49"/>
                  <a:gd name="T9" fmla="*/ 0 h 70"/>
                  <a:gd name="T10" fmla="*/ 3 w 49"/>
                  <a:gd name="T11" fmla="*/ 0 h 70"/>
                  <a:gd name="T12" fmla="*/ 0 w 49"/>
                  <a:gd name="T13" fmla="*/ 3 h 70"/>
                  <a:gd name="T14" fmla="*/ 0 w 49"/>
                  <a:gd name="T15" fmla="*/ 68 h 70"/>
                  <a:gd name="T16" fmla="*/ 4 w 49"/>
                  <a:gd name="T17" fmla="*/ 70 h 70"/>
                  <a:gd name="T18" fmla="*/ 4 w 49"/>
                  <a:gd name="T19" fmla="*/ 70 h 70"/>
                  <a:gd name="T20" fmla="*/ 8 w 49"/>
                  <a:gd name="T21" fmla="*/ 68 h 70"/>
                  <a:gd name="T22" fmla="*/ 8 w 49"/>
                  <a:gd name="T23" fmla="*/ 39 h 70"/>
                  <a:gd name="T24" fmla="*/ 17 w 49"/>
                  <a:gd name="T25" fmla="*/ 39 h 70"/>
                  <a:gd name="T26" fmla="*/ 32 w 49"/>
                  <a:gd name="T27" fmla="*/ 49 h 70"/>
                  <a:gd name="T28" fmla="*/ 40 w 49"/>
                  <a:gd name="T29" fmla="*/ 69 h 70"/>
                  <a:gd name="T30" fmla="*/ 44 w 49"/>
                  <a:gd name="T31" fmla="*/ 70 h 70"/>
                  <a:gd name="T32" fmla="*/ 45 w 49"/>
                  <a:gd name="T33" fmla="*/ 70 h 70"/>
                  <a:gd name="T34" fmla="*/ 49 w 49"/>
                  <a:gd name="T35" fmla="*/ 69 h 70"/>
                  <a:gd name="T36" fmla="*/ 48 w 49"/>
                  <a:gd name="T37" fmla="*/ 67 h 70"/>
                  <a:gd name="T38" fmla="*/ 41 w 49"/>
                  <a:gd name="T39" fmla="*/ 48 h 70"/>
                  <a:gd name="T40" fmla="*/ 21 w 49"/>
                  <a:gd name="T41" fmla="*/ 32 h 70"/>
                  <a:gd name="T42" fmla="*/ 8 w 49"/>
                  <a:gd name="T43" fmla="*/ 32 h 70"/>
                  <a:gd name="T44" fmla="*/ 8 w 49"/>
                  <a:gd name="T45" fmla="*/ 8 h 70"/>
                  <a:gd name="T46" fmla="*/ 21 w 49"/>
                  <a:gd name="T47" fmla="*/ 8 h 70"/>
                  <a:gd name="T48" fmla="*/ 34 w 49"/>
                  <a:gd name="T49" fmla="*/ 20 h 70"/>
                  <a:gd name="T50" fmla="*/ 21 w 49"/>
                  <a:gd name="T51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0">
                    <a:moveTo>
                      <a:pt x="41" y="48"/>
                    </a:moveTo>
                    <a:cubicBezTo>
                      <a:pt x="38" y="41"/>
                      <a:pt x="36" y="37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9" y="32"/>
                      <a:pt x="43" y="27"/>
                      <a:pt x="43" y="18"/>
                    </a:cubicBezTo>
                    <a:cubicBezTo>
                      <a:pt x="43" y="6"/>
                      <a:pt x="35" y="0"/>
                      <a:pt x="1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25" y="39"/>
                      <a:pt x="29" y="41"/>
                      <a:pt x="32" y="4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70"/>
                      <a:pt x="42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70"/>
                      <a:pt x="49" y="69"/>
                    </a:cubicBezTo>
                    <a:cubicBezTo>
                      <a:pt x="49" y="68"/>
                      <a:pt x="49" y="68"/>
                      <a:pt x="48" y="67"/>
                    </a:cubicBezTo>
                    <a:lnTo>
                      <a:pt x="41" y="48"/>
                    </a:lnTo>
                    <a:close/>
                    <a:moveTo>
                      <a:pt x="21" y="32"/>
                    </a:moveTo>
                    <a:cubicBezTo>
                      <a:pt x="8" y="32"/>
                      <a:pt x="8" y="32"/>
                      <a:pt x="8" y="3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9" y="8"/>
                      <a:pt x="34" y="12"/>
                      <a:pt x="34" y="20"/>
                    </a:cubicBezTo>
                    <a:cubicBezTo>
                      <a:pt x="34" y="26"/>
                      <a:pt x="29" y="32"/>
                      <a:pt x="21" y="3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6" name="Freeform 100">
                <a:extLst>
                  <a:ext uri="{FF2B5EF4-FFF2-40B4-BE49-F238E27FC236}">
                    <a16:creationId xmlns:a16="http://schemas.microsoft.com/office/drawing/2014/main" id="{12968010-AF2A-4B88-918D-60D4AF9AFD5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4" y="8102"/>
                <a:ext cx="45" cy="53"/>
              </a:xfrm>
              <a:custGeom>
                <a:avLst/>
                <a:gdLst>
                  <a:gd name="T0" fmla="*/ 30 w 61"/>
                  <a:gd name="T1" fmla="*/ 0 h 71"/>
                  <a:gd name="T2" fmla="*/ 0 w 61"/>
                  <a:gd name="T3" fmla="*/ 35 h 71"/>
                  <a:gd name="T4" fmla="*/ 30 w 61"/>
                  <a:gd name="T5" fmla="*/ 71 h 71"/>
                  <a:gd name="T6" fmla="*/ 61 w 61"/>
                  <a:gd name="T7" fmla="*/ 35 h 71"/>
                  <a:gd name="T8" fmla="*/ 30 w 61"/>
                  <a:gd name="T9" fmla="*/ 0 h 71"/>
                  <a:gd name="T10" fmla="*/ 30 w 61"/>
                  <a:gd name="T11" fmla="*/ 63 h 71"/>
                  <a:gd name="T12" fmla="*/ 9 w 61"/>
                  <a:gd name="T13" fmla="*/ 35 h 71"/>
                  <a:gd name="T14" fmla="*/ 30 w 61"/>
                  <a:gd name="T15" fmla="*/ 7 h 71"/>
                  <a:gd name="T16" fmla="*/ 52 w 61"/>
                  <a:gd name="T17" fmla="*/ 35 h 71"/>
                  <a:gd name="T18" fmla="*/ 30 w 61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1">
                    <a:moveTo>
                      <a:pt x="30" y="0"/>
                    </a:moveTo>
                    <a:cubicBezTo>
                      <a:pt x="10" y="0"/>
                      <a:pt x="0" y="12"/>
                      <a:pt x="0" y="35"/>
                    </a:cubicBezTo>
                    <a:cubicBezTo>
                      <a:pt x="0" y="58"/>
                      <a:pt x="10" y="71"/>
                      <a:pt x="30" y="71"/>
                    </a:cubicBezTo>
                    <a:cubicBezTo>
                      <a:pt x="50" y="71"/>
                      <a:pt x="61" y="58"/>
                      <a:pt x="61" y="35"/>
                    </a:cubicBezTo>
                    <a:cubicBezTo>
                      <a:pt x="61" y="12"/>
                      <a:pt x="50" y="0"/>
                      <a:pt x="30" y="0"/>
                    </a:cubicBezTo>
                    <a:moveTo>
                      <a:pt x="30" y="63"/>
                    </a:moveTo>
                    <a:cubicBezTo>
                      <a:pt x="16" y="63"/>
                      <a:pt x="9" y="53"/>
                      <a:pt x="9" y="35"/>
                    </a:cubicBezTo>
                    <a:cubicBezTo>
                      <a:pt x="9" y="17"/>
                      <a:pt x="16" y="7"/>
                      <a:pt x="30" y="7"/>
                    </a:cubicBezTo>
                    <a:cubicBezTo>
                      <a:pt x="44" y="7"/>
                      <a:pt x="52" y="17"/>
                      <a:pt x="52" y="35"/>
                    </a:cubicBezTo>
                    <a:cubicBezTo>
                      <a:pt x="52" y="53"/>
                      <a:pt x="44" y="63"/>
                      <a:pt x="30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7" name="Freeform 101">
                <a:extLst>
                  <a:ext uri="{FF2B5EF4-FFF2-40B4-BE49-F238E27FC236}">
                    <a16:creationId xmlns:a16="http://schemas.microsoft.com/office/drawing/2014/main" id="{88CC460F-7D01-455A-B98F-D7013E2B17C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8" y="8102"/>
                <a:ext cx="38" cy="53"/>
              </a:xfrm>
              <a:custGeom>
                <a:avLst/>
                <a:gdLst>
                  <a:gd name="T0" fmla="*/ 47 w 52"/>
                  <a:gd name="T1" fmla="*/ 0 h 70"/>
                  <a:gd name="T2" fmla="*/ 43 w 52"/>
                  <a:gd name="T3" fmla="*/ 2 h 70"/>
                  <a:gd name="T4" fmla="*/ 26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4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1 w 52"/>
                  <a:gd name="T17" fmla="*/ 34 h 70"/>
                  <a:gd name="T18" fmla="*/ 21 w 52"/>
                  <a:gd name="T19" fmla="*/ 68 h 70"/>
                  <a:gd name="T20" fmla="*/ 25 w 52"/>
                  <a:gd name="T21" fmla="*/ 70 h 70"/>
                  <a:gd name="T22" fmla="*/ 26 w 52"/>
                  <a:gd name="T23" fmla="*/ 70 h 70"/>
                  <a:gd name="T24" fmla="*/ 30 w 52"/>
                  <a:gd name="T25" fmla="*/ 68 h 70"/>
                  <a:gd name="T26" fmla="*/ 30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7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7" y="0"/>
                    </a:moveTo>
                    <a:cubicBezTo>
                      <a:pt x="45" y="0"/>
                      <a:pt x="43" y="1"/>
                      <a:pt x="43" y="2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3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9" y="70"/>
                      <a:pt x="30" y="69"/>
                      <a:pt x="30" y="6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8" name="Freeform 102">
                <a:extLst>
                  <a:ext uri="{FF2B5EF4-FFF2-40B4-BE49-F238E27FC236}">
                    <a16:creationId xmlns:a16="http://schemas.microsoft.com/office/drawing/2014/main" id="{6891F2A0-2BB4-43A9-A93C-18E41E37DCC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11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1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5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9" y="70"/>
                      <a:pt x="9" y="69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9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9" name="Freeform 103">
                <a:extLst>
                  <a:ext uri="{FF2B5EF4-FFF2-40B4-BE49-F238E27FC236}">
                    <a16:creationId xmlns:a16="http://schemas.microsoft.com/office/drawing/2014/main" id="{BA0E11B7-4B8B-488A-AF87-3B4EACFB320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5" y="8102"/>
                <a:ext cx="28" cy="53"/>
              </a:xfrm>
              <a:custGeom>
                <a:avLst/>
                <a:gdLst>
                  <a:gd name="T0" fmla="*/ 36 w 38"/>
                  <a:gd name="T1" fmla="*/ 62 h 70"/>
                  <a:gd name="T2" fmla="*/ 9 w 38"/>
                  <a:gd name="T3" fmla="*/ 62 h 70"/>
                  <a:gd name="T4" fmla="*/ 9 w 38"/>
                  <a:gd name="T5" fmla="*/ 2 h 70"/>
                  <a:gd name="T6" fmla="*/ 5 w 38"/>
                  <a:gd name="T7" fmla="*/ 0 h 70"/>
                  <a:gd name="T8" fmla="*/ 4 w 38"/>
                  <a:gd name="T9" fmla="*/ 0 h 70"/>
                  <a:gd name="T10" fmla="*/ 0 w 38"/>
                  <a:gd name="T11" fmla="*/ 2 h 70"/>
                  <a:gd name="T12" fmla="*/ 0 w 38"/>
                  <a:gd name="T13" fmla="*/ 67 h 70"/>
                  <a:gd name="T14" fmla="*/ 3 w 38"/>
                  <a:gd name="T15" fmla="*/ 70 h 70"/>
                  <a:gd name="T16" fmla="*/ 36 w 38"/>
                  <a:gd name="T17" fmla="*/ 70 h 70"/>
                  <a:gd name="T18" fmla="*/ 38 w 38"/>
                  <a:gd name="T19" fmla="*/ 67 h 70"/>
                  <a:gd name="T20" fmla="*/ 38 w 38"/>
                  <a:gd name="T21" fmla="*/ 65 h 70"/>
                  <a:gd name="T22" fmla="*/ 36 w 38"/>
                  <a:gd name="T23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6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0"/>
                      <a:pt x="38" y="69"/>
                      <a:pt x="38" y="67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3"/>
                      <a:pt x="37" y="62"/>
                      <a:pt x="36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0" name="Freeform 104">
                <a:extLst>
                  <a:ext uri="{FF2B5EF4-FFF2-40B4-BE49-F238E27FC236}">
                    <a16:creationId xmlns:a16="http://schemas.microsoft.com/office/drawing/2014/main" id="{66171796-62DD-4554-8600-6C8A85585B0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19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1" name="Freeform 105">
                <a:extLst>
                  <a:ext uri="{FF2B5EF4-FFF2-40B4-BE49-F238E27FC236}">
                    <a16:creationId xmlns:a16="http://schemas.microsoft.com/office/drawing/2014/main" id="{C2871AA8-FED6-4B9F-AF61-C8A937AD4A8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7" y="8102"/>
                <a:ext cx="63" cy="53"/>
              </a:xfrm>
              <a:custGeom>
                <a:avLst/>
                <a:gdLst>
                  <a:gd name="T0" fmla="*/ 80 w 84"/>
                  <a:gd name="T1" fmla="*/ 0 h 70"/>
                  <a:gd name="T2" fmla="*/ 80 w 84"/>
                  <a:gd name="T3" fmla="*/ 0 h 70"/>
                  <a:gd name="T4" fmla="*/ 76 w 84"/>
                  <a:gd name="T5" fmla="*/ 2 h 70"/>
                  <a:gd name="T6" fmla="*/ 61 w 84"/>
                  <a:gd name="T7" fmla="*/ 60 h 70"/>
                  <a:gd name="T8" fmla="*/ 60 w 84"/>
                  <a:gd name="T9" fmla="*/ 51 h 70"/>
                  <a:gd name="T10" fmla="*/ 47 w 84"/>
                  <a:gd name="T11" fmla="*/ 2 h 70"/>
                  <a:gd name="T12" fmla="*/ 43 w 84"/>
                  <a:gd name="T13" fmla="*/ 0 h 70"/>
                  <a:gd name="T14" fmla="*/ 42 w 84"/>
                  <a:gd name="T15" fmla="*/ 0 h 70"/>
                  <a:gd name="T16" fmla="*/ 38 w 84"/>
                  <a:gd name="T17" fmla="*/ 2 h 70"/>
                  <a:gd name="T18" fmla="*/ 23 w 84"/>
                  <a:gd name="T19" fmla="*/ 60 h 70"/>
                  <a:gd name="T20" fmla="*/ 22 w 84"/>
                  <a:gd name="T21" fmla="*/ 51 h 70"/>
                  <a:gd name="T22" fmla="*/ 9 w 84"/>
                  <a:gd name="T23" fmla="*/ 2 h 70"/>
                  <a:gd name="T24" fmla="*/ 5 w 84"/>
                  <a:gd name="T25" fmla="*/ 0 h 70"/>
                  <a:gd name="T26" fmla="*/ 4 w 84"/>
                  <a:gd name="T27" fmla="*/ 0 h 70"/>
                  <a:gd name="T28" fmla="*/ 0 w 84"/>
                  <a:gd name="T29" fmla="*/ 2 h 70"/>
                  <a:gd name="T30" fmla="*/ 0 w 84"/>
                  <a:gd name="T31" fmla="*/ 3 h 70"/>
                  <a:gd name="T32" fmla="*/ 17 w 84"/>
                  <a:gd name="T33" fmla="*/ 69 h 70"/>
                  <a:gd name="T34" fmla="*/ 21 w 84"/>
                  <a:gd name="T35" fmla="*/ 70 h 70"/>
                  <a:gd name="T36" fmla="*/ 25 w 84"/>
                  <a:gd name="T37" fmla="*/ 70 h 70"/>
                  <a:gd name="T38" fmla="*/ 29 w 84"/>
                  <a:gd name="T39" fmla="*/ 69 h 70"/>
                  <a:gd name="T40" fmla="*/ 40 w 84"/>
                  <a:gd name="T41" fmla="*/ 28 h 70"/>
                  <a:gd name="T42" fmla="*/ 42 w 84"/>
                  <a:gd name="T43" fmla="*/ 15 h 70"/>
                  <a:gd name="T44" fmla="*/ 44 w 84"/>
                  <a:gd name="T45" fmla="*/ 28 h 70"/>
                  <a:gd name="T46" fmla="*/ 55 w 84"/>
                  <a:gd name="T47" fmla="*/ 69 h 70"/>
                  <a:gd name="T48" fmla="*/ 59 w 84"/>
                  <a:gd name="T49" fmla="*/ 70 h 70"/>
                  <a:gd name="T50" fmla="*/ 63 w 84"/>
                  <a:gd name="T51" fmla="*/ 70 h 70"/>
                  <a:gd name="T52" fmla="*/ 67 w 84"/>
                  <a:gd name="T53" fmla="*/ 69 h 70"/>
                  <a:gd name="T54" fmla="*/ 84 w 84"/>
                  <a:gd name="T55" fmla="*/ 3 h 70"/>
                  <a:gd name="T56" fmla="*/ 84 w 84"/>
                  <a:gd name="T57" fmla="*/ 2 h 70"/>
                  <a:gd name="T58" fmla="*/ 80 w 84"/>
                  <a:gd name="T5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70"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78" y="0"/>
                      <a:pt x="76" y="1"/>
                      <a:pt x="76" y="2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1" y="60"/>
                      <a:pt x="60" y="54"/>
                      <a:pt x="60" y="5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5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38" y="1"/>
                      <a:pt x="38" y="2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2" y="53"/>
                      <a:pt x="22" y="5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9" y="70"/>
                      <a:pt x="21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9" y="70"/>
                      <a:pt x="29" y="6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70"/>
                      <a:pt x="57" y="70"/>
                      <a:pt x="59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5" y="70"/>
                      <a:pt x="67" y="70"/>
                      <a:pt x="67" y="69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4" y="1"/>
                      <a:pt x="83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2" name="Freeform 106">
                <a:extLst>
                  <a:ext uri="{FF2B5EF4-FFF2-40B4-BE49-F238E27FC236}">
                    <a16:creationId xmlns:a16="http://schemas.microsoft.com/office/drawing/2014/main" id="{B6C68971-11A0-40BE-B63F-B5E73B672FE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31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3" name="Freeform 107">
                <a:extLst>
                  <a:ext uri="{FF2B5EF4-FFF2-40B4-BE49-F238E27FC236}">
                    <a16:creationId xmlns:a16="http://schemas.microsoft.com/office/drawing/2014/main" id="{81B222F2-C32C-481E-902E-3CC4C0B9C91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74" y="8102"/>
                <a:ext cx="40" cy="53"/>
              </a:xfrm>
              <a:custGeom>
                <a:avLst/>
                <a:gdLst>
                  <a:gd name="T0" fmla="*/ 23 w 53"/>
                  <a:gd name="T1" fmla="*/ 0 h 70"/>
                  <a:gd name="T2" fmla="*/ 3 w 53"/>
                  <a:gd name="T3" fmla="*/ 0 h 70"/>
                  <a:gd name="T4" fmla="*/ 0 w 53"/>
                  <a:gd name="T5" fmla="*/ 3 h 70"/>
                  <a:gd name="T6" fmla="*/ 0 w 53"/>
                  <a:gd name="T7" fmla="*/ 67 h 70"/>
                  <a:gd name="T8" fmla="*/ 3 w 53"/>
                  <a:gd name="T9" fmla="*/ 70 h 70"/>
                  <a:gd name="T10" fmla="*/ 23 w 53"/>
                  <a:gd name="T11" fmla="*/ 70 h 70"/>
                  <a:gd name="T12" fmla="*/ 53 w 53"/>
                  <a:gd name="T13" fmla="*/ 35 h 70"/>
                  <a:gd name="T14" fmla="*/ 23 w 53"/>
                  <a:gd name="T15" fmla="*/ 0 h 70"/>
                  <a:gd name="T16" fmla="*/ 22 w 53"/>
                  <a:gd name="T17" fmla="*/ 62 h 70"/>
                  <a:gd name="T18" fmla="*/ 8 w 53"/>
                  <a:gd name="T19" fmla="*/ 62 h 70"/>
                  <a:gd name="T20" fmla="*/ 8 w 53"/>
                  <a:gd name="T21" fmla="*/ 8 h 70"/>
                  <a:gd name="T22" fmla="*/ 22 w 53"/>
                  <a:gd name="T23" fmla="*/ 8 h 70"/>
                  <a:gd name="T24" fmla="*/ 44 w 53"/>
                  <a:gd name="T25" fmla="*/ 35 h 70"/>
                  <a:gd name="T26" fmla="*/ 22 w 53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3" y="61"/>
                      <a:pt x="53" y="35"/>
                    </a:cubicBezTo>
                    <a:cubicBezTo>
                      <a:pt x="53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4" y="8"/>
                      <a:pt x="44" y="15"/>
                      <a:pt x="44" y="35"/>
                    </a:cubicBezTo>
                    <a:cubicBezTo>
                      <a:pt x="44" y="55"/>
                      <a:pt x="34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4" name="Freeform 108">
                <a:extLst>
                  <a:ext uri="{FF2B5EF4-FFF2-40B4-BE49-F238E27FC236}">
                    <a16:creationId xmlns:a16="http://schemas.microsoft.com/office/drawing/2014/main" id="{55014F86-AD6F-43EA-87F6-DEA82CF2F4C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28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5" name="Freeform 109">
                <a:extLst>
                  <a:ext uri="{FF2B5EF4-FFF2-40B4-BE49-F238E27FC236}">
                    <a16:creationId xmlns:a16="http://schemas.microsoft.com/office/drawing/2014/main" id="{46E918A5-340C-4125-A60B-F757A30EC9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47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5" y="7"/>
                      <a:pt x="23" y="7"/>
                    </a:cubicBezTo>
                    <a:cubicBezTo>
                      <a:pt x="31" y="7"/>
                      <a:pt x="34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4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6" name="Freeform 110">
                <a:extLst>
                  <a:ext uri="{FF2B5EF4-FFF2-40B4-BE49-F238E27FC236}">
                    <a16:creationId xmlns:a16="http://schemas.microsoft.com/office/drawing/2014/main" id="{FB279470-FC55-4EAC-AD3C-E2C7955D2AD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1" y="8102"/>
                <a:ext cx="40" cy="53"/>
              </a:xfrm>
              <a:custGeom>
                <a:avLst/>
                <a:gdLst>
                  <a:gd name="T0" fmla="*/ 49 w 53"/>
                  <a:gd name="T1" fmla="*/ 0 h 70"/>
                  <a:gd name="T2" fmla="*/ 48 w 53"/>
                  <a:gd name="T3" fmla="*/ 0 h 70"/>
                  <a:gd name="T4" fmla="*/ 44 w 53"/>
                  <a:gd name="T5" fmla="*/ 2 h 70"/>
                  <a:gd name="T6" fmla="*/ 44 w 53"/>
                  <a:gd name="T7" fmla="*/ 31 h 70"/>
                  <a:gd name="T8" fmla="*/ 8 w 53"/>
                  <a:gd name="T9" fmla="*/ 31 h 70"/>
                  <a:gd name="T10" fmla="*/ 8 w 53"/>
                  <a:gd name="T11" fmla="*/ 2 h 70"/>
                  <a:gd name="T12" fmla="*/ 4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38 h 70"/>
                  <a:gd name="T28" fmla="*/ 44 w 53"/>
                  <a:gd name="T29" fmla="*/ 38 h 70"/>
                  <a:gd name="T30" fmla="*/ 44 w 53"/>
                  <a:gd name="T31" fmla="*/ 68 h 70"/>
                  <a:gd name="T32" fmla="*/ 48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4" y="1"/>
                      <a:pt x="44" y="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9"/>
                      <a:pt x="46" y="70"/>
                      <a:pt x="48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7" name="Freeform 111">
                <a:extLst>
                  <a:ext uri="{FF2B5EF4-FFF2-40B4-BE49-F238E27FC236}">
                    <a16:creationId xmlns:a16="http://schemas.microsoft.com/office/drawing/2014/main" id="{2EA98D65-E595-4B0E-AD62-704208C7125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562" y="8102"/>
                <a:ext cx="43" cy="53"/>
              </a:xfrm>
              <a:custGeom>
                <a:avLst/>
                <a:gdLst>
                  <a:gd name="T0" fmla="*/ 34 w 58"/>
                  <a:gd name="T1" fmla="*/ 2 h 70"/>
                  <a:gd name="T2" fmla="*/ 31 w 58"/>
                  <a:gd name="T3" fmla="*/ 0 h 70"/>
                  <a:gd name="T4" fmla="*/ 28 w 58"/>
                  <a:gd name="T5" fmla="*/ 0 h 70"/>
                  <a:gd name="T6" fmla="*/ 24 w 58"/>
                  <a:gd name="T7" fmla="*/ 2 h 70"/>
                  <a:gd name="T8" fmla="*/ 0 w 58"/>
                  <a:gd name="T9" fmla="*/ 67 h 70"/>
                  <a:gd name="T10" fmla="*/ 0 w 58"/>
                  <a:gd name="T11" fmla="*/ 68 h 70"/>
                  <a:gd name="T12" fmla="*/ 4 w 58"/>
                  <a:gd name="T13" fmla="*/ 70 h 70"/>
                  <a:gd name="T14" fmla="*/ 5 w 58"/>
                  <a:gd name="T15" fmla="*/ 70 h 70"/>
                  <a:gd name="T16" fmla="*/ 9 w 58"/>
                  <a:gd name="T17" fmla="*/ 69 h 70"/>
                  <a:gd name="T18" fmla="*/ 14 w 58"/>
                  <a:gd name="T19" fmla="*/ 52 h 70"/>
                  <a:gd name="T20" fmla="*/ 43 w 58"/>
                  <a:gd name="T21" fmla="*/ 52 h 70"/>
                  <a:gd name="T22" fmla="*/ 49 w 58"/>
                  <a:gd name="T23" fmla="*/ 69 h 70"/>
                  <a:gd name="T24" fmla="*/ 53 w 58"/>
                  <a:gd name="T25" fmla="*/ 70 h 70"/>
                  <a:gd name="T26" fmla="*/ 54 w 58"/>
                  <a:gd name="T27" fmla="*/ 70 h 70"/>
                  <a:gd name="T28" fmla="*/ 58 w 58"/>
                  <a:gd name="T29" fmla="*/ 68 h 70"/>
                  <a:gd name="T30" fmla="*/ 58 w 58"/>
                  <a:gd name="T31" fmla="*/ 67 h 70"/>
                  <a:gd name="T32" fmla="*/ 34 w 58"/>
                  <a:gd name="T33" fmla="*/ 2 h 70"/>
                  <a:gd name="T34" fmla="*/ 17 w 58"/>
                  <a:gd name="T35" fmla="*/ 45 h 70"/>
                  <a:gd name="T36" fmla="*/ 27 w 58"/>
                  <a:gd name="T37" fmla="*/ 15 h 70"/>
                  <a:gd name="T38" fmla="*/ 29 w 58"/>
                  <a:gd name="T39" fmla="*/ 9 h 70"/>
                  <a:gd name="T40" fmla="*/ 30 w 58"/>
                  <a:gd name="T41" fmla="*/ 15 h 70"/>
                  <a:gd name="T42" fmla="*/ 41 w 58"/>
                  <a:gd name="T43" fmla="*/ 45 h 70"/>
                  <a:gd name="T44" fmla="*/ 17 w 58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70">
                    <a:moveTo>
                      <a:pt x="34" y="2"/>
                    </a:moveTo>
                    <a:cubicBezTo>
                      <a:pt x="34" y="1"/>
                      <a:pt x="32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0" y="70"/>
                      <a:pt x="51" y="70"/>
                      <a:pt x="53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8" y="69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lnTo>
                      <a:pt x="34" y="2"/>
                    </a:lnTo>
                    <a:close/>
                    <a:moveTo>
                      <a:pt x="17" y="4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8" name="Freeform 112">
                <a:extLst>
                  <a:ext uri="{FF2B5EF4-FFF2-40B4-BE49-F238E27FC236}">
                    <a16:creationId xmlns:a16="http://schemas.microsoft.com/office/drawing/2014/main" id="{D796826A-A582-456A-816D-075D6BB8256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3" y="8102"/>
                <a:ext cx="39" cy="53"/>
              </a:xfrm>
              <a:custGeom>
                <a:avLst/>
                <a:gdLst>
                  <a:gd name="T0" fmla="*/ 49 w 52"/>
                  <a:gd name="T1" fmla="*/ 58 h 71"/>
                  <a:gd name="T2" fmla="*/ 32 w 52"/>
                  <a:gd name="T3" fmla="*/ 63 h 71"/>
                  <a:gd name="T4" fmla="*/ 9 w 52"/>
                  <a:gd name="T5" fmla="*/ 35 h 71"/>
                  <a:gd name="T6" fmla="*/ 32 w 52"/>
                  <a:gd name="T7" fmla="*/ 7 h 71"/>
                  <a:gd name="T8" fmla="*/ 47 w 52"/>
                  <a:gd name="T9" fmla="*/ 12 h 71"/>
                  <a:gd name="T10" fmla="*/ 51 w 52"/>
                  <a:gd name="T11" fmla="*/ 6 h 71"/>
                  <a:gd name="T12" fmla="*/ 32 w 52"/>
                  <a:gd name="T13" fmla="*/ 0 h 71"/>
                  <a:gd name="T14" fmla="*/ 0 w 52"/>
                  <a:gd name="T15" fmla="*/ 35 h 71"/>
                  <a:gd name="T16" fmla="*/ 32 w 52"/>
                  <a:gd name="T17" fmla="*/ 71 h 71"/>
                  <a:gd name="T18" fmla="*/ 52 w 52"/>
                  <a:gd name="T19" fmla="*/ 63 h 71"/>
                  <a:gd name="T20" fmla="*/ 49 w 52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1">
                    <a:moveTo>
                      <a:pt x="49" y="58"/>
                    </a:moveTo>
                    <a:cubicBezTo>
                      <a:pt x="47" y="58"/>
                      <a:pt x="42" y="63"/>
                      <a:pt x="32" y="63"/>
                    </a:cubicBezTo>
                    <a:cubicBezTo>
                      <a:pt x="16" y="63"/>
                      <a:pt x="9" y="54"/>
                      <a:pt x="9" y="35"/>
                    </a:cubicBezTo>
                    <a:cubicBezTo>
                      <a:pt x="9" y="16"/>
                      <a:pt x="16" y="7"/>
                      <a:pt x="32" y="7"/>
                    </a:cubicBezTo>
                    <a:cubicBezTo>
                      <a:pt x="42" y="7"/>
                      <a:pt x="46" y="12"/>
                      <a:pt x="47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0" y="71"/>
                      <a:pt x="32" y="71"/>
                    </a:cubicBezTo>
                    <a:cubicBezTo>
                      <a:pt x="43" y="71"/>
                      <a:pt x="52" y="66"/>
                      <a:pt x="52" y="63"/>
                    </a:cubicBezTo>
                    <a:cubicBezTo>
                      <a:pt x="52" y="62"/>
                      <a:pt x="50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9" name="Freeform 113">
                <a:extLst>
                  <a:ext uri="{FF2B5EF4-FFF2-40B4-BE49-F238E27FC236}">
                    <a16:creationId xmlns:a16="http://schemas.microsoft.com/office/drawing/2014/main" id="{9A985478-7350-4E92-9520-E9D90468A0B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58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0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4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8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0" name="Freeform 114">
                <a:extLst>
                  <a:ext uri="{FF2B5EF4-FFF2-40B4-BE49-F238E27FC236}">
                    <a16:creationId xmlns:a16="http://schemas.microsoft.com/office/drawing/2014/main" id="{D2EEBBB9-38BE-4BD9-8B4E-398082F1841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12" y="8102"/>
                <a:ext cx="40" cy="53"/>
              </a:xfrm>
              <a:custGeom>
                <a:avLst/>
                <a:gdLst>
                  <a:gd name="T0" fmla="*/ 23 w 54"/>
                  <a:gd name="T1" fmla="*/ 0 h 70"/>
                  <a:gd name="T2" fmla="*/ 3 w 54"/>
                  <a:gd name="T3" fmla="*/ 0 h 70"/>
                  <a:gd name="T4" fmla="*/ 0 w 54"/>
                  <a:gd name="T5" fmla="*/ 3 h 70"/>
                  <a:gd name="T6" fmla="*/ 0 w 54"/>
                  <a:gd name="T7" fmla="*/ 67 h 70"/>
                  <a:gd name="T8" fmla="*/ 3 w 54"/>
                  <a:gd name="T9" fmla="*/ 70 h 70"/>
                  <a:gd name="T10" fmla="*/ 23 w 54"/>
                  <a:gd name="T11" fmla="*/ 70 h 70"/>
                  <a:gd name="T12" fmla="*/ 54 w 54"/>
                  <a:gd name="T13" fmla="*/ 35 h 70"/>
                  <a:gd name="T14" fmla="*/ 23 w 54"/>
                  <a:gd name="T15" fmla="*/ 0 h 70"/>
                  <a:gd name="T16" fmla="*/ 22 w 54"/>
                  <a:gd name="T17" fmla="*/ 62 h 70"/>
                  <a:gd name="T18" fmla="*/ 9 w 54"/>
                  <a:gd name="T19" fmla="*/ 62 h 70"/>
                  <a:gd name="T20" fmla="*/ 9 w 54"/>
                  <a:gd name="T21" fmla="*/ 8 h 70"/>
                  <a:gd name="T22" fmla="*/ 22 w 54"/>
                  <a:gd name="T23" fmla="*/ 8 h 70"/>
                  <a:gd name="T24" fmla="*/ 45 w 54"/>
                  <a:gd name="T25" fmla="*/ 35 h 70"/>
                  <a:gd name="T26" fmla="*/ 22 w 54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4" y="61"/>
                      <a:pt x="54" y="35"/>
                    </a:cubicBezTo>
                    <a:cubicBezTo>
                      <a:pt x="54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5" y="8"/>
                      <a:pt x="45" y="15"/>
                      <a:pt x="45" y="35"/>
                    </a:cubicBezTo>
                    <a:cubicBezTo>
                      <a:pt x="45" y="55"/>
                      <a:pt x="35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1" name="Freeform 115">
                <a:extLst>
                  <a:ext uri="{FF2B5EF4-FFF2-40B4-BE49-F238E27FC236}">
                    <a16:creationId xmlns:a16="http://schemas.microsoft.com/office/drawing/2014/main" id="{08F35552-C5E5-4E3D-963C-72ABB6F1086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66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2" name="Freeform 116">
                <a:extLst>
                  <a:ext uri="{FF2B5EF4-FFF2-40B4-BE49-F238E27FC236}">
                    <a16:creationId xmlns:a16="http://schemas.microsoft.com/office/drawing/2014/main" id="{4AD3F9AC-794F-4EEE-8CE8-5A4FA5F229A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08" y="8102"/>
                <a:ext cx="49" cy="53"/>
              </a:xfrm>
              <a:custGeom>
                <a:avLst/>
                <a:gdLst>
                  <a:gd name="T0" fmla="*/ 62 w 66"/>
                  <a:gd name="T1" fmla="*/ 0 h 70"/>
                  <a:gd name="T2" fmla="*/ 59 w 66"/>
                  <a:gd name="T3" fmla="*/ 0 h 70"/>
                  <a:gd name="T4" fmla="*/ 55 w 66"/>
                  <a:gd name="T5" fmla="*/ 2 h 70"/>
                  <a:gd name="T6" fmla="*/ 36 w 66"/>
                  <a:gd name="T7" fmla="*/ 35 h 70"/>
                  <a:gd name="T8" fmla="*/ 33 w 66"/>
                  <a:gd name="T9" fmla="*/ 41 h 70"/>
                  <a:gd name="T10" fmla="*/ 31 w 66"/>
                  <a:gd name="T11" fmla="*/ 35 h 70"/>
                  <a:gd name="T12" fmla="*/ 12 w 66"/>
                  <a:gd name="T13" fmla="*/ 2 h 70"/>
                  <a:gd name="T14" fmla="*/ 8 w 66"/>
                  <a:gd name="T15" fmla="*/ 0 h 70"/>
                  <a:gd name="T16" fmla="*/ 4 w 66"/>
                  <a:gd name="T17" fmla="*/ 0 h 70"/>
                  <a:gd name="T18" fmla="*/ 0 w 66"/>
                  <a:gd name="T19" fmla="*/ 2 h 70"/>
                  <a:gd name="T20" fmla="*/ 0 w 66"/>
                  <a:gd name="T21" fmla="*/ 68 h 70"/>
                  <a:gd name="T22" fmla="*/ 4 w 66"/>
                  <a:gd name="T23" fmla="*/ 70 h 70"/>
                  <a:gd name="T24" fmla="*/ 5 w 66"/>
                  <a:gd name="T25" fmla="*/ 70 h 70"/>
                  <a:gd name="T26" fmla="*/ 9 w 66"/>
                  <a:gd name="T27" fmla="*/ 68 h 70"/>
                  <a:gd name="T28" fmla="*/ 9 w 66"/>
                  <a:gd name="T29" fmla="*/ 14 h 70"/>
                  <a:gd name="T30" fmla="*/ 29 w 66"/>
                  <a:gd name="T31" fmla="*/ 49 h 70"/>
                  <a:gd name="T32" fmla="*/ 31 w 66"/>
                  <a:gd name="T33" fmla="*/ 51 h 70"/>
                  <a:gd name="T34" fmla="*/ 35 w 66"/>
                  <a:gd name="T35" fmla="*/ 51 h 70"/>
                  <a:gd name="T36" fmla="*/ 38 w 66"/>
                  <a:gd name="T37" fmla="*/ 49 h 70"/>
                  <a:gd name="T38" fmla="*/ 58 w 66"/>
                  <a:gd name="T39" fmla="*/ 15 h 70"/>
                  <a:gd name="T40" fmla="*/ 58 w 66"/>
                  <a:gd name="T41" fmla="*/ 68 h 70"/>
                  <a:gd name="T42" fmla="*/ 61 w 66"/>
                  <a:gd name="T43" fmla="*/ 70 h 70"/>
                  <a:gd name="T44" fmla="*/ 62 w 66"/>
                  <a:gd name="T45" fmla="*/ 70 h 70"/>
                  <a:gd name="T46" fmla="*/ 66 w 66"/>
                  <a:gd name="T47" fmla="*/ 68 h 70"/>
                  <a:gd name="T48" fmla="*/ 66 w 66"/>
                  <a:gd name="T49" fmla="*/ 2 h 70"/>
                  <a:gd name="T50" fmla="*/ 62 w 66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70">
                    <a:moveTo>
                      <a:pt x="62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0"/>
                      <a:pt x="55" y="1"/>
                      <a:pt x="55" y="2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50"/>
                      <a:pt x="30" y="51"/>
                      <a:pt x="31" y="51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51"/>
                      <a:pt x="37" y="50"/>
                      <a:pt x="38" y="49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9"/>
                      <a:pt x="59" y="70"/>
                      <a:pt x="6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5" y="70"/>
                      <a:pt x="66" y="69"/>
                      <a:pt x="66" y="6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5" y="0"/>
                      <a:pt x="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3" name="Freeform 117">
                <a:extLst>
                  <a:ext uri="{FF2B5EF4-FFF2-40B4-BE49-F238E27FC236}">
                    <a16:creationId xmlns:a16="http://schemas.microsoft.com/office/drawing/2014/main" id="{A740E1B2-DADA-4792-9505-36577FCD6A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68" y="8102"/>
                <a:ext cx="38" cy="53"/>
              </a:xfrm>
              <a:custGeom>
                <a:avLst/>
                <a:gdLst>
                  <a:gd name="T0" fmla="*/ 48 w 52"/>
                  <a:gd name="T1" fmla="*/ 0 h 70"/>
                  <a:gd name="T2" fmla="*/ 43 w 52"/>
                  <a:gd name="T3" fmla="*/ 2 h 70"/>
                  <a:gd name="T4" fmla="*/ 27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5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2 w 52"/>
                  <a:gd name="T17" fmla="*/ 34 h 70"/>
                  <a:gd name="T18" fmla="*/ 22 w 52"/>
                  <a:gd name="T19" fmla="*/ 68 h 70"/>
                  <a:gd name="T20" fmla="*/ 26 w 52"/>
                  <a:gd name="T21" fmla="*/ 70 h 70"/>
                  <a:gd name="T22" fmla="*/ 27 w 52"/>
                  <a:gd name="T23" fmla="*/ 70 h 70"/>
                  <a:gd name="T24" fmla="*/ 31 w 52"/>
                  <a:gd name="T25" fmla="*/ 68 h 70"/>
                  <a:gd name="T26" fmla="*/ 31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8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8" y="0"/>
                    </a:moveTo>
                    <a:cubicBezTo>
                      <a:pt x="46" y="0"/>
                      <a:pt x="44" y="1"/>
                      <a:pt x="43" y="2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2" y="69"/>
                      <a:pt x="23" y="70"/>
                      <a:pt x="26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9" y="70"/>
                      <a:pt x="31" y="69"/>
                      <a:pt x="31" y="68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4" name="Freeform 118">
                <a:extLst>
                  <a:ext uri="{FF2B5EF4-FFF2-40B4-BE49-F238E27FC236}">
                    <a16:creationId xmlns:a16="http://schemas.microsoft.com/office/drawing/2014/main" id="{9120066E-9E16-45E7-AD2E-FDA7D4ED69B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35" y="8102"/>
                <a:ext cx="46" cy="53"/>
              </a:xfrm>
              <a:custGeom>
                <a:avLst/>
                <a:gdLst>
                  <a:gd name="T0" fmla="*/ 31 w 62"/>
                  <a:gd name="T1" fmla="*/ 0 h 71"/>
                  <a:gd name="T2" fmla="*/ 0 w 62"/>
                  <a:gd name="T3" fmla="*/ 35 h 71"/>
                  <a:gd name="T4" fmla="*/ 31 w 62"/>
                  <a:gd name="T5" fmla="*/ 71 h 71"/>
                  <a:gd name="T6" fmla="*/ 62 w 62"/>
                  <a:gd name="T7" fmla="*/ 35 h 71"/>
                  <a:gd name="T8" fmla="*/ 31 w 62"/>
                  <a:gd name="T9" fmla="*/ 0 h 71"/>
                  <a:gd name="T10" fmla="*/ 31 w 62"/>
                  <a:gd name="T11" fmla="*/ 63 h 71"/>
                  <a:gd name="T12" fmla="*/ 10 w 62"/>
                  <a:gd name="T13" fmla="*/ 35 h 71"/>
                  <a:gd name="T14" fmla="*/ 31 w 62"/>
                  <a:gd name="T15" fmla="*/ 7 h 71"/>
                  <a:gd name="T16" fmla="*/ 53 w 62"/>
                  <a:gd name="T17" fmla="*/ 35 h 71"/>
                  <a:gd name="T18" fmla="*/ 31 w 62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1">
                    <a:moveTo>
                      <a:pt x="31" y="0"/>
                    </a:moveTo>
                    <a:cubicBezTo>
                      <a:pt x="11" y="0"/>
                      <a:pt x="0" y="12"/>
                      <a:pt x="0" y="35"/>
                    </a:cubicBezTo>
                    <a:cubicBezTo>
                      <a:pt x="0" y="58"/>
                      <a:pt x="11" y="71"/>
                      <a:pt x="31" y="71"/>
                    </a:cubicBezTo>
                    <a:cubicBezTo>
                      <a:pt x="51" y="71"/>
                      <a:pt x="62" y="58"/>
                      <a:pt x="62" y="35"/>
                    </a:cubicBezTo>
                    <a:cubicBezTo>
                      <a:pt x="62" y="12"/>
                      <a:pt x="51" y="0"/>
                      <a:pt x="31" y="0"/>
                    </a:cubicBezTo>
                    <a:moveTo>
                      <a:pt x="31" y="63"/>
                    </a:moveTo>
                    <a:cubicBezTo>
                      <a:pt x="17" y="63"/>
                      <a:pt x="10" y="53"/>
                      <a:pt x="10" y="35"/>
                    </a:cubicBezTo>
                    <a:cubicBezTo>
                      <a:pt x="10" y="17"/>
                      <a:pt x="17" y="7"/>
                      <a:pt x="31" y="7"/>
                    </a:cubicBezTo>
                    <a:cubicBezTo>
                      <a:pt x="45" y="7"/>
                      <a:pt x="53" y="17"/>
                      <a:pt x="53" y="35"/>
                    </a:cubicBezTo>
                    <a:cubicBezTo>
                      <a:pt x="53" y="53"/>
                      <a:pt x="45" y="63"/>
                      <a:pt x="31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5" name="Freeform 119">
                <a:extLst>
                  <a:ext uri="{FF2B5EF4-FFF2-40B4-BE49-F238E27FC236}">
                    <a16:creationId xmlns:a16="http://schemas.microsoft.com/office/drawing/2014/main" id="{D831C05F-B4AA-4A28-ACB7-6B57228E335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94" y="8102"/>
                <a:ext cx="28" cy="53"/>
              </a:xfrm>
              <a:custGeom>
                <a:avLst/>
                <a:gdLst>
                  <a:gd name="T0" fmla="*/ 35 w 37"/>
                  <a:gd name="T1" fmla="*/ 0 h 70"/>
                  <a:gd name="T2" fmla="*/ 3 w 37"/>
                  <a:gd name="T3" fmla="*/ 0 h 70"/>
                  <a:gd name="T4" fmla="*/ 0 w 37"/>
                  <a:gd name="T5" fmla="*/ 3 h 70"/>
                  <a:gd name="T6" fmla="*/ 0 w 37"/>
                  <a:gd name="T7" fmla="*/ 68 h 70"/>
                  <a:gd name="T8" fmla="*/ 4 w 37"/>
                  <a:gd name="T9" fmla="*/ 70 h 70"/>
                  <a:gd name="T10" fmla="*/ 5 w 37"/>
                  <a:gd name="T11" fmla="*/ 70 h 70"/>
                  <a:gd name="T12" fmla="*/ 9 w 37"/>
                  <a:gd name="T13" fmla="*/ 68 h 70"/>
                  <a:gd name="T14" fmla="*/ 9 w 37"/>
                  <a:gd name="T15" fmla="*/ 38 h 70"/>
                  <a:gd name="T16" fmla="*/ 33 w 37"/>
                  <a:gd name="T17" fmla="*/ 38 h 70"/>
                  <a:gd name="T18" fmla="*/ 35 w 37"/>
                  <a:gd name="T19" fmla="*/ 35 h 70"/>
                  <a:gd name="T20" fmla="*/ 35 w 37"/>
                  <a:gd name="T21" fmla="*/ 34 h 70"/>
                  <a:gd name="T22" fmla="*/ 33 w 37"/>
                  <a:gd name="T23" fmla="*/ 31 h 70"/>
                  <a:gd name="T24" fmla="*/ 9 w 37"/>
                  <a:gd name="T25" fmla="*/ 31 h 70"/>
                  <a:gd name="T26" fmla="*/ 9 w 37"/>
                  <a:gd name="T27" fmla="*/ 8 h 70"/>
                  <a:gd name="T28" fmla="*/ 35 w 37"/>
                  <a:gd name="T29" fmla="*/ 8 h 70"/>
                  <a:gd name="T30" fmla="*/ 37 w 37"/>
                  <a:gd name="T31" fmla="*/ 5 h 70"/>
                  <a:gd name="T32" fmla="*/ 37 w 37"/>
                  <a:gd name="T33" fmla="*/ 3 h 70"/>
                  <a:gd name="T34" fmla="*/ 35 w 37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70">
                    <a:moveTo>
                      <a:pt x="3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8"/>
                      <a:pt x="35" y="37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2"/>
                      <a:pt x="34" y="31"/>
                      <a:pt x="33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8"/>
                      <a:pt x="37" y="7"/>
                      <a:pt x="37" y="5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6" name="Freeform 120">
                <a:extLst>
                  <a:ext uri="{FF2B5EF4-FFF2-40B4-BE49-F238E27FC236}">
                    <a16:creationId xmlns:a16="http://schemas.microsoft.com/office/drawing/2014/main" id="{71E70F62-B17D-44E4-A470-8FBD6F2CD14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50" y="8102"/>
                <a:ext cx="32" cy="53"/>
              </a:xfrm>
              <a:custGeom>
                <a:avLst/>
                <a:gdLst>
                  <a:gd name="T0" fmla="*/ 11 w 43"/>
                  <a:gd name="T1" fmla="*/ 19 h 71"/>
                  <a:gd name="T2" fmla="*/ 23 w 43"/>
                  <a:gd name="T3" fmla="*/ 7 h 71"/>
                  <a:gd name="T4" fmla="*/ 36 w 43"/>
                  <a:gd name="T5" fmla="*/ 11 h 71"/>
                  <a:gd name="T6" fmla="*/ 40 w 43"/>
                  <a:gd name="T7" fmla="*/ 6 h 71"/>
                  <a:gd name="T8" fmla="*/ 24 w 43"/>
                  <a:gd name="T9" fmla="*/ 0 h 71"/>
                  <a:gd name="T10" fmla="*/ 2 w 43"/>
                  <a:gd name="T11" fmla="*/ 18 h 71"/>
                  <a:gd name="T12" fmla="*/ 34 w 43"/>
                  <a:gd name="T13" fmla="*/ 51 h 71"/>
                  <a:gd name="T14" fmla="*/ 21 w 43"/>
                  <a:gd name="T15" fmla="*/ 63 h 71"/>
                  <a:gd name="T16" fmla="*/ 4 w 43"/>
                  <a:gd name="T17" fmla="*/ 58 h 71"/>
                  <a:gd name="T18" fmla="*/ 0 w 43"/>
                  <a:gd name="T19" fmla="*/ 63 h 71"/>
                  <a:gd name="T20" fmla="*/ 21 w 43"/>
                  <a:gd name="T21" fmla="*/ 71 h 71"/>
                  <a:gd name="T22" fmla="*/ 43 w 43"/>
                  <a:gd name="T23" fmla="*/ 51 h 71"/>
                  <a:gd name="T24" fmla="*/ 11 w 43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71">
                    <a:moveTo>
                      <a:pt x="11" y="19"/>
                    </a:moveTo>
                    <a:cubicBezTo>
                      <a:pt x="11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40" y="7"/>
                      <a:pt x="40" y="6"/>
                    </a:cubicBezTo>
                    <a:cubicBezTo>
                      <a:pt x="40" y="2"/>
                      <a:pt x="29" y="0"/>
                      <a:pt x="24" y="0"/>
                    </a:cubicBezTo>
                    <a:cubicBezTo>
                      <a:pt x="10" y="0"/>
                      <a:pt x="2" y="7"/>
                      <a:pt x="2" y="18"/>
                    </a:cubicBezTo>
                    <a:cubicBezTo>
                      <a:pt x="2" y="41"/>
                      <a:pt x="34" y="34"/>
                      <a:pt x="34" y="51"/>
                    </a:cubicBezTo>
                    <a:cubicBezTo>
                      <a:pt x="34" y="58"/>
                      <a:pt x="28" y="63"/>
                      <a:pt x="21" y="63"/>
                    </a:cubicBezTo>
                    <a:cubicBezTo>
                      <a:pt x="11" y="63"/>
                      <a:pt x="5" y="58"/>
                      <a:pt x="4" y="58"/>
                    </a:cubicBezTo>
                    <a:cubicBezTo>
                      <a:pt x="3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1" y="71"/>
                    </a:cubicBezTo>
                    <a:cubicBezTo>
                      <a:pt x="34" y="71"/>
                      <a:pt x="43" y="63"/>
                      <a:pt x="43" y="51"/>
                    </a:cubicBezTo>
                    <a:cubicBezTo>
                      <a:pt x="43" y="26"/>
                      <a:pt x="11" y="33"/>
                      <a:pt x="11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7" name="Freeform 121">
                <a:extLst>
                  <a:ext uri="{FF2B5EF4-FFF2-40B4-BE49-F238E27FC236}">
                    <a16:creationId xmlns:a16="http://schemas.microsoft.com/office/drawing/2014/main" id="{E301657A-10FC-45DF-9772-8CF88DE0AB6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9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3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3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3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8" name="Freeform 122">
                <a:extLst>
                  <a:ext uri="{FF2B5EF4-FFF2-40B4-BE49-F238E27FC236}">
                    <a16:creationId xmlns:a16="http://schemas.microsoft.com/office/drawing/2014/main" id="{34B9C342-6389-457D-BD6B-47945CD0A2E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42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9" name="Freeform 123">
                <a:extLst>
                  <a:ext uri="{FF2B5EF4-FFF2-40B4-BE49-F238E27FC236}">
                    <a16:creationId xmlns:a16="http://schemas.microsoft.com/office/drawing/2014/main" id="{8D3C84EA-5D0D-404E-8EF2-4C4BA8CB36A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6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0" name="Freeform 124">
                <a:extLst>
                  <a:ext uri="{FF2B5EF4-FFF2-40B4-BE49-F238E27FC236}">
                    <a16:creationId xmlns:a16="http://schemas.microsoft.com/office/drawing/2014/main" id="{EC2B3649-DEF8-4D5D-9905-17AF846AD03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09" y="8102"/>
                <a:ext cx="39" cy="53"/>
              </a:xfrm>
              <a:custGeom>
                <a:avLst/>
                <a:gdLst>
                  <a:gd name="T0" fmla="*/ 49 w 53"/>
                  <a:gd name="T1" fmla="*/ 0 h 70"/>
                  <a:gd name="T2" fmla="*/ 49 w 53"/>
                  <a:gd name="T3" fmla="*/ 0 h 70"/>
                  <a:gd name="T4" fmla="*/ 45 w 53"/>
                  <a:gd name="T5" fmla="*/ 2 h 70"/>
                  <a:gd name="T6" fmla="*/ 45 w 53"/>
                  <a:gd name="T7" fmla="*/ 56 h 70"/>
                  <a:gd name="T8" fmla="*/ 42 w 53"/>
                  <a:gd name="T9" fmla="*/ 50 h 70"/>
                  <a:gd name="T10" fmla="*/ 10 w 53"/>
                  <a:gd name="T11" fmla="*/ 2 h 70"/>
                  <a:gd name="T12" fmla="*/ 6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14 h 70"/>
                  <a:gd name="T28" fmla="*/ 11 w 53"/>
                  <a:gd name="T29" fmla="*/ 19 h 70"/>
                  <a:gd name="T30" fmla="*/ 44 w 53"/>
                  <a:gd name="T31" fmla="*/ 69 h 70"/>
                  <a:gd name="T32" fmla="*/ 47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5" y="70"/>
                      <a:pt x="47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1" name="Freeform 125">
                <a:extLst>
                  <a:ext uri="{FF2B5EF4-FFF2-40B4-BE49-F238E27FC236}">
                    <a16:creationId xmlns:a16="http://schemas.microsoft.com/office/drawing/2014/main" id="{2CBC140A-17E0-479D-8331-E013507FCA9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6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2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2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2" name="Freeform 126">
                <a:extLst>
                  <a:ext uri="{FF2B5EF4-FFF2-40B4-BE49-F238E27FC236}">
                    <a16:creationId xmlns:a16="http://schemas.microsoft.com/office/drawing/2014/main" id="{51322760-5827-4A44-9F49-D39EDCD15D6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3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3" name="Freeform 127">
                <a:extLst>
                  <a:ext uri="{FF2B5EF4-FFF2-40B4-BE49-F238E27FC236}">
                    <a16:creationId xmlns:a16="http://schemas.microsoft.com/office/drawing/2014/main" id="{908DDF7C-2E88-43A9-9EA0-07855D02275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52" y="8102"/>
                <a:ext cx="31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4" name="Freeform 128">
                <a:extLst>
                  <a:ext uri="{FF2B5EF4-FFF2-40B4-BE49-F238E27FC236}">
                    <a16:creationId xmlns:a16="http://schemas.microsoft.com/office/drawing/2014/main" id="{4711F583-5F65-464E-B4E8-EA54DFC2786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403" y="7563"/>
                <a:ext cx="146" cy="196"/>
              </a:xfrm>
              <a:custGeom>
                <a:avLst/>
                <a:gdLst>
                  <a:gd name="T0" fmla="*/ 197 w 197"/>
                  <a:gd name="T1" fmla="*/ 188 h 262"/>
                  <a:gd name="T2" fmla="*/ 154 w 197"/>
                  <a:gd name="T3" fmla="*/ 127 h 262"/>
                  <a:gd name="T4" fmla="*/ 189 w 197"/>
                  <a:gd name="T5" fmla="*/ 72 h 262"/>
                  <a:gd name="T6" fmla="*/ 100 w 197"/>
                  <a:gd name="T7" fmla="*/ 0 h 262"/>
                  <a:gd name="T8" fmla="*/ 0 w 197"/>
                  <a:gd name="T9" fmla="*/ 0 h 262"/>
                  <a:gd name="T10" fmla="*/ 0 w 197"/>
                  <a:gd name="T11" fmla="*/ 262 h 262"/>
                  <a:gd name="T12" fmla="*/ 109 w 197"/>
                  <a:gd name="T13" fmla="*/ 262 h 262"/>
                  <a:gd name="T14" fmla="*/ 197 w 197"/>
                  <a:gd name="T15" fmla="*/ 188 h 262"/>
                  <a:gd name="T16" fmla="*/ 53 w 197"/>
                  <a:gd name="T17" fmla="*/ 46 h 262"/>
                  <a:gd name="T18" fmla="*/ 97 w 197"/>
                  <a:gd name="T19" fmla="*/ 46 h 262"/>
                  <a:gd name="T20" fmla="*/ 137 w 197"/>
                  <a:gd name="T21" fmla="*/ 77 h 262"/>
                  <a:gd name="T22" fmla="*/ 97 w 197"/>
                  <a:gd name="T23" fmla="*/ 108 h 262"/>
                  <a:gd name="T24" fmla="*/ 53 w 197"/>
                  <a:gd name="T25" fmla="*/ 108 h 262"/>
                  <a:gd name="T26" fmla="*/ 53 w 197"/>
                  <a:gd name="T27" fmla="*/ 46 h 262"/>
                  <a:gd name="T28" fmla="*/ 53 w 197"/>
                  <a:gd name="T29" fmla="*/ 216 h 262"/>
                  <a:gd name="T30" fmla="*/ 53 w 197"/>
                  <a:gd name="T31" fmla="*/ 150 h 262"/>
                  <a:gd name="T32" fmla="*/ 104 w 197"/>
                  <a:gd name="T33" fmla="*/ 150 h 262"/>
                  <a:gd name="T34" fmla="*/ 143 w 197"/>
                  <a:gd name="T35" fmla="*/ 183 h 262"/>
                  <a:gd name="T36" fmla="*/ 104 w 197"/>
                  <a:gd name="T37" fmla="*/ 216 h 262"/>
                  <a:gd name="T38" fmla="*/ 53 w 197"/>
                  <a:gd name="T39" fmla="*/ 21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262">
                    <a:moveTo>
                      <a:pt x="197" y="188"/>
                    </a:moveTo>
                    <a:cubicBezTo>
                      <a:pt x="197" y="159"/>
                      <a:pt x="179" y="135"/>
                      <a:pt x="154" y="127"/>
                    </a:cubicBezTo>
                    <a:cubicBezTo>
                      <a:pt x="173" y="120"/>
                      <a:pt x="189" y="100"/>
                      <a:pt x="189" y="72"/>
                    </a:cubicBezTo>
                    <a:cubicBezTo>
                      <a:pt x="189" y="25"/>
                      <a:pt x="155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2"/>
                      <a:pt x="0" y="262"/>
                      <a:pt x="0" y="262"/>
                    </a:cubicBezTo>
                    <a:cubicBezTo>
                      <a:pt x="109" y="262"/>
                      <a:pt x="109" y="262"/>
                      <a:pt x="109" y="262"/>
                    </a:cubicBezTo>
                    <a:cubicBezTo>
                      <a:pt x="164" y="262"/>
                      <a:pt x="197" y="236"/>
                      <a:pt x="197" y="188"/>
                    </a:cubicBezTo>
                    <a:moveTo>
                      <a:pt x="53" y="46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123" y="46"/>
                      <a:pt x="137" y="56"/>
                      <a:pt x="137" y="77"/>
                    </a:cubicBezTo>
                    <a:cubicBezTo>
                      <a:pt x="137" y="98"/>
                      <a:pt x="123" y="108"/>
                      <a:pt x="97" y="108"/>
                    </a:cubicBezTo>
                    <a:cubicBezTo>
                      <a:pt x="53" y="108"/>
                      <a:pt x="53" y="108"/>
                      <a:pt x="53" y="108"/>
                    </a:cubicBezTo>
                    <a:lnTo>
                      <a:pt x="53" y="46"/>
                    </a:lnTo>
                    <a:close/>
                    <a:moveTo>
                      <a:pt x="53" y="216"/>
                    </a:moveTo>
                    <a:cubicBezTo>
                      <a:pt x="53" y="150"/>
                      <a:pt x="53" y="150"/>
                      <a:pt x="53" y="150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30" y="150"/>
                      <a:pt x="143" y="163"/>
                      <a:pt x="143" y="183"/>
                    </a:cubicBezTo>
                    <a:cubicBezTo>
                      <a:pt x="143" y="203"/>
                      <a:pt x="130" y="216"/>
                      <a:pt x="104" y="216"/>
                    </a:cubicBezTo>
                    <a:lnTo>
                      <a:pt x="53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5" name="Freeform 129">
                <a:extLst>
                  <a:ext uri="{FF2B5EF4-FFF2-40B4-BE49-F238E27FC236}">
                    <a16:creationId xmlns:a16="http://schemas.microsoft.com/office/drawing/2014/main" id="{2033204F-D3BA-46F9-A76A-4256A31D63A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574" y="7613"/>
                <a:ext cx="133" cy="149"/>
              </a:xfrm>
              <a:custGeom>
                <a:avLst/>
                <a:gdLst>
                  <a:gd name="T0" fmla="*/ 93 w 179"/>
                  <a:gd name="T1" fmla="*/ 199 h 199"/>
                  <a:gd name="T2" fmla="*/ 177 w 179"/>
                  <a:gd name="T3" fmla="*/ 133 h 199"/>
                  <a:gd name="T4" fmla="*/ 128 w 179"/>
                  <a:gd name="T5" fmla="*/ 133 h 199"/>
                  <a:gd name="T6" fmla="*/ 93 w 179"/>
                  <a:gd name="T7" fmla="*/ 157 h 199"/>
                  <a:gd name="T8" fmla="*/ 52 w 179"/>
                  <a:gd name="T9" fmla="*/ 111 h 199"/>
                  <a:gd name="T10" fmla="*/ 179 w 179"/>
                  <a:gd name="T11" fmla="*/ 111 h 199"/>
                  <a:gd name="T12" fmla="*/ 179 w 179"/>
                  <a:gd name="T13" fmla="*/ 95 h 199"/>
                  <a:gd name="T14" fmla="*/ 92 w 179"/>
                  <a:gd name="T15" fmla="*/ 0 h 199"/>
                  <a:gd name="T16" fmla="*/ 0 w 179"/>
                  <a:gd name="T17" fmla="*/ 100 h 199"/>
                  <a:gd name="T18" fmla="*/ 93 w 179"/>
                  <a:gd name="T19" fmla="*/ 199 h 199"/>
                  <a:gd name="T20" fmla="*/ 93 w 179"/>
                  <a:gd name="T21" fmla="*/ 43 h 199"/>
                  <a:gd name="T22" fmla="*/ 127 w 179"/>
                  <a:gd name="T23" fmla="*/ 79 h 199"/>
                  <a:gd name="T24" fmla="*/ 53 w 179"/>
                  <a:gd name="T25" fmla="*/ 79 h 199"/>
                  <a:gd name="T26" fmla="*/ 93 w 179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9">
                    <a:moveTo>
                      <a:pt x="93" y="199"/>
                    </a:moveTo>
                    <a:cubicBezTo>
                      <a:pt x="141" y="199"/>
                      <a:pt x="171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1" y="157"/>
                      <a:pt x="93" y="157"/>
                    </a:cubicBezTo>
                    <a:cubicBezTo>
                      <a:pt x="70" y="157"/>
                      <a:pt x="53" y="140"/>
                      <a:pt x="52" y="111"/>
                    </a:cubicBezTo>
                    <a:cubicBezTo>
                      <a:pt x="179" y="111"/>
                      <a:pt x="179" y="111"/>
                      <a:pt x="179" y="111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39"/>
                      <a:pt x="148" y="0"/>
                      <a:pt x="92" y="0"/>
                    </a:cubicBezTo>
                    <a:cubicBezTo>
                      <a:pt x="39" y="0"/>
                      <a:pt x="0" y="42"/>
                      <a:pt x="0" y="100"/>
                    </a:cubicBezTo>
                    <a:cubicBezTo>
                      <a:pt x="0" y="159"/>
                      <a:pt x="38" y="199"/>
                      <a:pt x="93" y="199"/>
                    </a:cubicBezTo>
                    <a:moveTo>
                      <a:pt x="93" y="43"/>
                    </a:moveTo>
                    <a:cubicBezTo>
                      <a:pt x="114" y="43"/>
                      <a:pt x="126" y="59"/>
                      <a:pt x="127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8" y="56"/>
                      <a:pt x="72" y="43"/>
                      <a:pt x="93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6" name="Oval 130">
                <a:extLst>
                  <a:ext uri="{FF2B5EF4-FFF2-40B4-BE49-F238E27FC236}">
                    <a16:creationId xmlns:a16="http://schemas.microsoft.com/office/drawing/2014/main" id="{502234FF-8923-4066-9BFE-F7643E6B90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28" y="7553"/>
                <a:ext cx="47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7" name="Rectangle 131">
                <a:extLst>
                  <a:ext uri="{FF2B5EF4-FFF2-40B4-BE49-F238E27FC236}">
                    <a16:creationId xmlns:a16="http://schemas.microsoft.com/office/drawing/2014/main" id="{5D1E36D4-FE74-4F15-94DB-D9B73212F8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32" y="7617"/>
                <a:ext cx="39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8" name="Freeform 132">
                <a:extLst>
                  <a:ext uri="{FF2B5EF4-FFF2-40B4-BE49-F238E27FC236}">
                    <a16:creationId xmlns:a16="http://schemas.microsoft.com/office/drawing/2014/main" id="{5368F18B-A669-4E53-B91E-8E1D6D20F0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87" y="7617"/>
                <a:ext cx="64" cy="197"/>
              </a:xfrm>
              <a:custGeom>
                <a:avLst/>
                <a:gdLst>
                  <a:gd name="T0" fmla="*/ 87 w 87"/>
                  <a:gd name="T1" fmla="*/ 198 h 265"/>
                  <a:gd name="T2" fmla="*/ 87 w 87"/>
                  <a:gd name="T3" fmla="*/ 0 h 265"/>
                  <a:gd name="T4" fmla="*/ 34 w 87"/>
                  <a:gd name="T5" fmla="*/ 0 h 265"/>
                  <a:gd name="T6" fmla="*/ 34 w 87"/>
                  <a:gd name="T7" fmla="*/ 197 h 265"/>
                  <a:gd name="T8" fmla="*/ 11 w 87"/>
                  <a:gd name="T9" fmla="*/ 222 h 265"/>
                  <a:gd name="T10" fmla="*/ 0 w 87"/>
                  <a:gd name="T11" fmla="*/ 220 h 265"/>
                  <a:gd name="T12" fmla="*/ 0 w 87"/>
                  <a:gd name="T13" fmla="*/ 263 h 265"/>
                  <a:gd name="T14" fmla="*/ 20 w 87"/>
                  <a:gd name="T15" fmla="*/ 265 h 265"/>
                  <a:gd name="T16" fmla="*/ 87 w 87"/>
                  <a:gd name="T17" fmla="*/ 19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65">
                    <a:moveTo>
                      <a:pt x="87" y="198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4" y="214"/>
                      <a:pt x="27" y="222"/>
                      <a:pt x="11" y="222"/>
                    </a:cubicBezTo>
                    <a:cubicBezTo>
                      <a:pt x="7" y="222"/>
                      <a:pt x="3" y="221"/>
                      <a:pt x="0" y="220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5" y="264"/>
                      <a:pt x="13" y="265"/>
                      <a:pt x="20" y="265"/>
                    </a:cubicBezTo>
                    <a:cubicBezTo>
                      <a:pt x="64" y="265"/>
                      <a:pt x="87" y="240"/>
                      <a:pt x="87" y="1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9" name="Oval 133">
                <a:extLst>
                  <a:ext uri="{FF2B5EF4-FFF2-40B4-BE49-F238E27FC236}">
                    <a16:creationId xmlns:a16="http://schemas.microsoft.com/office/drawing/2014/main" id="{F1A2795B-7B1C-487A-9100-DADFC961B0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08" y="7553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0" name="Freeform 134">
                <a:extLst>
                  <a:ext uri="{FF2B5EF4-FFF2-40B4-BE49-F238E27FC236}">
                    <a16:creationId xmlns:a16="http://schemas.microsoft.com/office/drawing/2014/main" id="{0E6A315D-6E77-4333-9979-78D0CE9AC6F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76" y="7613"/>
                <a:ext cx="133" cy="149"/>
              </a:xfrm>
              <a:custGeom>
                <a:avLst/>
                <a:gdLst>
                  <a:gd name="T0" fmla="*/ 177 w 178"/>
                  <a:gd name="T1" fmla="*/ 133 h 199"/>
                  <a:gd name="T2" fmla="*/ 128 w 178"/>
                  <a:gd name="T3" fmla="*/ 133 h 199"/>
                  <a:gd name="T4" fmla="*/ 92 w 178"/>
                  <a:gd name="T5" fmla="*/ 157 h 199"/>
                  <a:gd name="T6" fmla="*/ 51 w 178"/>
                  <a:gd name="T7" fmla="*/ 111 h 199"/>
                  <a:gd name="T8" fmla="*/ 178 w 178"/>
                  <a:gd name="T9" fmla="*/ 111 h 199"/>
                  <a:gd name="T10" fmla="*/ 178 w 178"/>
                  <a:gd name="T11" fmla="*/ 95 h 199"/>
                  <a:gd name="T12" fmla="*/ 92 w 178"/>
                  <a:gd name="T13" fmla="*/ 0 h 199"/>
                  <a:gd name="T14" fmla="*/ 0 w 178"/>
                  <a:gd name="T15" fmla="*/ 100 h 199"/>
                  <a:gd name="T16" fmla="*/ 92 w 178"/>
                  <a:gd name="T17" fmla="*/ 199 h 199"/>
                  <a:gd name="T18" fmla="*/ 177 w 178"/>
                  <a:gd name="T19" fmla="*/ 133 h 199"/>
                  <a:gd name="T20" fmla="*/ 92 w 178"/>
                  <a:gd name="T21" fmla="*/ 43 h 199"/>
                  <a:gd name="T22" fmla="*/ 126 w 178"/>
                  <a:gd name="T23" fmla="*/ 79 h 199"/>
                  <a:gd name="T24" fmla="*/ 52 w 178"/>
                  <a:gd name="T25" fmla="*/ 79 h 199"/>
                  <a:gd name="T26" fmla="*/ 92 w 178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177" y="133"/>
                    </a:move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2" y="0"/>
                    </a:cubicBezTo>
                    <a:cubicBezTo>
                      <a:pt x="38" y="0"/>
                      <a:pt x="0" y="42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moveTo>
                      <a:pt x="92" y="43"/>
                    </a:moveTo>
                    <a:cubicBezTo>
                      <a:pt x="114" y="43"/>
                      <a:pt x="126" y="59"/>
                      <a:pt x="126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7" y="56"/>
                      <a:pt x="72" y="43"/>
                      <a:pt x="92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1" name="Freeform 135">
                <a:extLst>
                  <a:ext uri="{FF2B5EF4-FFF2-40B4-BE49-F238E27FC236}">
                    <a16:creationId xmlns:a16="http://schemas.microsoft.com/office/drawing/2014/main" id="{26CFDEBD-7056-4619-ADCB-EFE809981EB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34" y="7613"/>
                <a:ext cx="85" cy="146"/>
              </a:xfrm>
              <a:custGeom>
                <a:avLst/>
                <a:gdLst>
                  <a:gd name="T0" fmla="*/ 53 w 115"/>
                  <a:gd name="T1" fmla="*/ 77 h 195"/>
                  <a:gd name="T2" fmla="*/ 89 w 115"/>
                  <a:gd name="T3" fmla="*/ 50 h 195"/>
                  <a:gd name="T4" fmla="*/ 115 w 115"/>
                  <a:gd name="T5" fmla="*/ 57 h 195"/>
                  <a:gd name="T6" fmla="*/ 115 w 115"/>
                  <a:gd name="T7" fmla="*/ 4 h 195"/>
                  <a:gd name="T8" fmla="*/ 95 w 115"/>
                  <a:gd name="T9" fmla="*/ 0 h 195"/>
                  <a:gd name="T10" fmla="*/ 53 w 115"/>
                  <a:gd name="T11" fmla="*/ 23 h 195"/>
                  <a:gd name="T12" fmla="*/ 53 w 115"/>
                  <a:gd name="T13" fmla="*/ 5 h 195"/>
                  <a:gd name="T14" fmla="*/ 0 w 115"/>
                  <a:gd name="T15" fmla="*/ 5 h 195"/>
                  <a:gd name="T16" fmla="*/ 0 w 115"/>
                  <a:gd name="T17" fmla="*/ 195 h 195"/>
                  <a:gd name="T18" fmla="*/ 53 w 115"/>
                  <a:gd name="T19" fmla="*/ 195 h 195"/>
                  <a:gd name="T20" fmla="*/ 53 w 115"/>
                  <a:gd name="T21" fmla="*/ 7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195">
                    <a:moveTo>
                      <a:pt x="53" y="77"/>
                    </a:moveTo>
                    <a:cubicBezTo>
                      <a:pt x="57" y="60"/>
                      <a:pt x="71" y="50"/>
                      <a:pt x="89" y="50"/>
                    </a:cubicBezTo>
                    <a:cubicBezTo>
                      <a:pt x="99" y="50"/>
                      <a:pt x="108" y="52"/>
                      <a:pt x="115" y="57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2" y="2"/>
                      <a:pt x="104" y="0"/>
                      <a:pt x="95" y="0"/>
                    </a:cubicBezTo>
                    <a:cubicBezTo>
                      <a:pt x="77" y="0"/>
                      <a:pt x="61" y="10"/>
                      <a:pt x="53" y="23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3" y="195"/>
                      <a:pt x="53" y="195"/>
                      <a:pt x="53" y="195"/>
                    </a:cubicBezTo>
                    <a:lnTo>
                      <a:pt x="53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2" name="Rectangle 136">
                <a:extLst>
                  <a:ext uri="{FF2B5EF4-FFF2-40B4-BE49-F238E27FC236}">
                    <a16:creationId xmlns:a16="http://schemas.microsoft.com/office/drawing/2014/main" id="{1691EE0B-1EA1-4A41-8D23-C174EE7F3C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403" y="7841"/>
                <a:ext cx="41" cy="1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3" name="Freeform 137">
                <a:extLst>
                  <a:ext uri="{FF2B5EF4-FFF2-40B4-BE49-F238E27FC236}">
                    <a16:creationId xmlns:a16="http://schemas.microsoft.com/office/drawing/2014/main" id="{BE2E129F-18D8-4675-B2AE-3097E60FE55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79" y="7891"/>
                <a:ext cx="128" cy="146"/>
              </a:xfrm>
              <a:custGeom>
                <a:avLst/>
                <a:gdLst>
                  <a:gd name="T0" fmla="*/ 104 w 171"/>
                  <a:gd name="T1" fmla="*/ 0 h 195"/>
                  <a:gd name="T2" fmla="*/ 52 w 171"/>
                  <a:gd name="T3" fmla="*/ 22 h 195"/>
                  <a:gd name="T4" fmla="*/ 52 w 171"/>
                  <a:gd name="T5" fmla="*/ 5 h 195"/>
                  <a:gd name="T6" fmla="*/ 0 w 171"/>
                  <a:gd name="T7" fmla="*/ 5 h 195"/>
                  <a:gd name="T8" fmla="*/ 0 w 171"/>
                  <a:gd name="T9" fmla="*/ 195 h 195"/>
                  <a:gd name="T10" fmla="*/ 52 w 171"/>
                  <a:gd name="T11" fmla="*/ 195 h 195"/>
                  <a:gd name="T12" fmla="*/ 52 w 171"/>
                  <a:gd name="T13" fmla="*/ 74 h 195"/>
                  <a:gd name="T14" fmla="*/ 87 w 171"/>
                  <a:gd name="T15" fmla="*/ 48 h 195"/>
                  <a:gd name="T16" fmla="*/ 118 w 171"/>
                  <a:gd name="T17" fmla="*/ 82 h 195"/>
                  <a:gd name="T18" fmla="*/ 118 w 171"/>
                  <a:gd name="T19" fmla="*/ 195 h 195"/>
                  <a:gd name="T20" fmla="*/ 171 w 171"/>
                  <a:gd name="T21" fmla="*/ 195 h 195"/>
                  <a:gd name="T22" fmla="*/ 171 w 171"/>
                  <a:gd name="T23" fmla="*/ 71 h 195"/>
                  <a:gd name="T24" fmla="*/ 104 w 171"/>
                  <a:gd name="T2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1" h="195">
                    <a:moveTo>
                      <a:pt x="104" y="0"/>
                    </a:moveTo>
                    <a:cubicBezTo>
                      <a:pt x="81" y="0"/>
                      <a:pt x="63" y="10"/>
                      <a:pt x="52" y="2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7" y="58"/>
                      <a:pt x="71" y="48"/>
                      <a:pt x="87" y="48"/>
                    </a:cubicBezTo>
                    <a:cubicBezTo>
                      <a:pt x="108" y="48"/>
                      <a:pt x="118" y="62"/>
                      <a:pt x="118" y="82"/>
                    </a:cubicBez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71" y="195"/>
                      <a:pt x="171" y="195"/>
                      <a:pt x="171" y="195"/>
                    </a:cubicBezTo>
                    <a:cubicBezTo>
                      <a:pt x="171" y="71"/>
                      <a:pt x="171" y="71"/>
                      <a:pt x="171" y="71"/>
                    </a:cubicBezTo>
                    <a:cubicBezTo>
                      <a:pt x="171" y="28"/>
                      <a:pt x="14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4" name="Freeform 138">
                <a:extLst>
                  <a:ext uri="{FF2B5EF4-FFF2-40B4-BE49-F238E27FC236}">
                    <a16:creationId xmlns:a16="http://schemas.microsoft.com/office/drawing/2014/main" id="{76624651-80F5-480D-BFEE-B423F5F254B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30" y="7891"/>
                <a:ext cx="121" cy="149"/>
              </a:xfrm>
              <a:custGeom>
                <a:avLst/>
                <a:gdLst>
                  <a:gd name="T0" fmla="*/ 84 w 162"/>
                  <a:gd name="T1" fmla="*/ 159 h 199"/>
                  <a:gd name="T2" fmla="*/ 52 w 162"/>
                  <a:gd name="T3" fmla="*/ 138 h 199"/>
                  <a:gd name="T4" fmla="*/ 0 w 162"/>
                  <a:gd name="T5" fmla="*/ 138 h 199"/>
                  <a:gd name="T6" fmla="*/ 84 w 162"/>
                  <a:gd name="T7" fmla="*/ 199 h 199"/>
                  <a:gd name="T8" fmla="*/ 162 w 162"/>
                  <a:gd name="T9" fmla="*/ 138 h 199"/>
                  <a:gd name="T10" fmla="*/ 112 w 162"/>
                  <a:gd name="T11" fmla="*/ 82 h 199"/>
                  <a:gd name="T12" fmla="*/ 72 w 162"/>
                  <a:gd name="T13" fmla="*/ 73 h 199"/>
                  <a:gd name="T14" fmla="*/ 55 w 162"/>
                  <a:gd name="T15" fmla="*/ 58 h 199"/>
                  <a:gd name="T16" fmla="*/ 81 w 162"/>
                  <a:gd name="T17" fmla="*/ 40 h 199"/>
                  <a:gd name="T18" fmla="*/ 110 w 162"/>
                  <a:gd name="T19" fmla="*/ 59 h 199"/>
                  <a:gd name="T20" fmla="*/ 161 w 162"/>
                  <a:gd name="T21" fmla="*/ 59 h 199"/>
                  <a:gd name="T22" fmla="*/ 80 w 162"/>
                  <a:gd name="T23" fmla="*/ 0 h 199"/>
                  <a:gd name="T24" fmla="*/ 4 w 162"/>
                  <a:gd name="T25" fmla="*/ 62 h 199"/>
                  <a:gd name="T26" fmla="*/ 53 w 162"/>
                  <a:gd name="T27" fmla="*/ 116 h 199"/>
                  <a:gd name="T28" fmla="*/ 92 w 162"/>
                  <a:gd name="T29" fmla="*/ 124 h 199"/>
                  <a:gd name="T30" fmla="*/ 111 w 162"/>
                  <a:gd name="T31" fmla="*/ 141 h 199"/>
                  <a:gd name="T32" fmla="*/ 84 w 162"/>
                  <a:gd name="T33" fmla="*/ 15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99">
                    <a:moveTo>
                      <a:pt x="84" y="159"/>
                    </a:moveTo>
                    <a:cubicBezTo>
                      <a:pt x="68" y="159"/>
                      <a:pt x="56" y="152"/>
                      <a:pt x="52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5" y="177"/>
                      <a:pt x="38" y="199"/>
                      <a:pt x="84" y="199"/>
                    </a:cubicBezTo>
                    <a:cubicBezTo>
                      <a:pt x="129" y="199"/>
                      <a:pt x="162" y="176"/>
                      <a:pt x="162" y="138"/>
                    </a:cubicBezTo>
                    <a:cubicBezTo>
                      <a:pt x="162" y="109"/>
                      <a:pt x="145" y="90"/>
                      <a:pt x="112" y="8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60" y="70"/>
                      <a:pt x="55" y="66"/>
                      <a:pt x="55" y="58"/>
                    </a:cubicBezTo>
                    <a:cubicBezTo>
                      <a:pt x="55" y="46"/>
                      <a:pt x="68" y="40"/>
                      <a:pt x="81" y="40"/>
                    </a:cubicBezTo>
                    <a:cubicBezTo>
                      <a:pt x="98" y="40"/>
                      <a:pt x="107" y="48"/>
                      <a:pt x="110" y="59"/>
                    </a:cubicBezTo>
                    <a:cubicBezTo>
                      <a:pt x="161" y="59"/>
                      <a:pt x="161" y="59"/>
                      <a:pt x="161" y="59"/>
                    </a:cubicBezTo>
                    <a:cubicBezTo>
                      <a:pt x="154" y="23"/>
                      <a:pt x="128" y="0"/>
                      <a:pt x="80" y="0"/>
                    </a:cubicBezTo>
                    <a:cubicBezTo>
                      <a:pt x="37" y="0"/>
                      <a:pt x="4" y="25"/>
                      <a:pt x="4" y="62"/>
                    </a:cubicBezTo>
                    <a:cubicBezTo>
                      <a:pt x="4" y="94"/>
                      <a:pt x="24" y="109"/>
                      <a:pt x="53" y="116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105" y="128"/>
                      <a:pt x="111" y="132"/>
                      <a:pt x="111" y="141"/>
                    </a:cubicBezTo>
                    <a:cubicBezTo>
                      <a:pt x="111" y="153"/>
                      <a:pt x="100" y="159"/>
                      <a:pt x="84" y="15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5" name="Freeform 139">
                <a:extLst>
                  <a:ext uri="{FF2B5EF4-FFF2-40B4-BE49-F238E27FC236}">
                    <a16:creationId xmlns:a16="http://schemas.microsoft.com/office/drawing/2014/main" id="{DC0D7619-E3D8-4AFB-AD14-015EB170B53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65" y="7856"/>
                <a:ext cx="94" cy="184"/>
              </a:xfrm>
              <a:custGeom>
                <a:avLst/>
                <a:gdLst>
                  <a:gd name="T0" fmla="*/ 29 w 126"/>
                  <a:gd name="T1" fmla="*/ 185 h 246"/>
                  <a:gd name="T2" fmla="*/ 92 w 126"/>
                  <a:gd name="T3" fmla="*/ 246 h 246"/>
                  <a:gd name="T4" fmla="*/ 126 w 126"/>
                  <a:gd name="T5" fmla="*/ 240 h 246"/>
                  <a:gd name="T6" fmla="*/ 126 w 126"/>
                  <a:gd name="T7" fmla="*/ 193 h 246"/>
                  <a:gd name="T8" fmla="*/ 103 w 126"/>
                  <a:gd name="T9" fmla="*/ 199 h 246"/>
                  <a:gd name="T10" fmla="*/ 81 w 126"/>
                  <a:gd name="T11" fmla="*/ 178 h 246"/>
                  <a:gd name="T12" fmla="*/ 81 w 126"/>
                  <a:gd name="T13" fmla="*/ 94 h 246"/>
                  <a:gd name="T14" fmla="*/ 123 w 126"/>
                  <a:gd name="T15" fmla="*/ 94 h 246"/>
                  <a:gd name="T16" fmla="*/ 123 w 126"/>
                  <a:gd name="T17" fmla="*/ 52 h 246"/>
                  <a:gd name="T18" fmla="*/ 81 w 126"/>
                  <a:gd name="T19" fmla="*/ 52 h 246"/>
                  <a:gd name="T20" fmla="*/ 81 w 126"/>
                  <a:gd name="T21" fmla="*/ 0 h 246"/>
                  <a:gd name="T22" fmla="*/ 29 w 126"/>
                  <a:gd name="T23" fmla="*/ 0 h 246"/>
                  <a:gd name="T24" fmla="*/ 29 w 126"/>
                  <a:gd name="T25" fmla="*/ 52 h 246"/>
                  <a:gd name="T26" fmla="*/ 0 w 126"/>
                  <a:gd name="T27" fmla="*/ 52 h 246"/>
                  <a:gd name="T28" fmla="*/ 0 w 126"/>
                  <a:gd name="T29" fmla="*/ 94 h 246"/>
                  <a:gd name="T30" fmla="*/ 29 w 126"/>
                  <a:gd name="T31" fmla="*/ 94 h 246"/>
                  <a:gd name="T32" fmla="*/ 29 w 126"/>
                  <a:gd name="T33" fmla="*/ 185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29" y="185"/>
                    </a:move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lnTo>
                      <a:pt x="29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6" name="Rectangle 140">
                <a:extLst>
                  <a:ext uri="{FF2B5EF4-FFF2-40B4-BE49-F238E27FC236}">
                    <a16:creationId xmlns:a16="http://schemas.microsoft.com/office/drawing/2014/main" id="{53989143-02CC-4693-B47B-1F8C54D079E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7" y="7895"/>
                <a:ext cx="40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7" name="Oval 141">
                <a:extLst>
                  <a:ext uri="{FF2B5EF4-FFF2-40B4-BE49-F238E27FC236}">
                    <a16:creationId xmlns:a16="http://schemas.microsoft.com/office/drawing/2014/main" id="{7C5BF582-1AD6-4046-9FB9-7DCD48C161C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4" y="7831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8" name="Freeform 142">
                <a:extLst>
                  <a:ext uri="{FF2B5EF4-FFF2-40B4-BE49-F238E27FC236}">
                    <a16:creationId xmlns:a16="http://schemas.microsoft.com/office/drawing/2014/main" id="{7B0FC225-D386-4C0C-A798-543408F3D88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48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9" name="Freeform 143">
                <a:extLst>
                  <a:ext uri="{FF2B5EF4-FFF2-40B4-BE49-F238E27FC236}">
                    <a16:creationId xmlns:a16="http://schemas.microsoft.com/office/drawing/2014/main" id="{FB56A426-4BE3-47A3-8282-CB57C4541DA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7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0" name="Freeform 144">
                <a:extLst>
                  <a:ext uri="{FF2B5EF4-FFF2-40B4-BE49-F238E27FC236}">
                    <a16:creationId xmlns:a16="http://schemas.microsoft.com/office/drawing/2014/main" id="{D95C1142-F1FA-4576-8E2A-2AB7516B7F4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329" y="7891"/>
                <a:ext cx="133" cy="149"/>
              </a:xfrm>
              <a:custGeom>
                <a:avLst/>
                <a:gdLst>
                  <a:gd name="T0" fmla="*/ 91 w 178"/>
                  <a:gd name="T1" fmla="*/ 0 h 199"/>
                  <a:gd name="T2" fmla="*/ 0 w 178"/>
                  <a:gd name="T3" fmla="*/ 100 h 199"/>
                  <a:gd name="T4" fmla="*/ 92 w 178"/>
                  <a:gd name="T5" fmla="*/ 199 h 199"/>
                  <a:gd name="T6" fmla="*/ 177 w 178"/>
                  <a:gd name="T7" fmla="*/ 133 h 199"/>
                  <a:gd name="T8" fmla="*/ 128 w 178"/>
                  <a:gd name="T9" fmla="*/ 133 h 199"/>
                  <a:gd name="T10" fmla="*/ 92 w 178"/>
                  <a:gd name="T11" fmla="*/ 157 h 199"/>
                  <a:gd name="T12" fmla="*/ 51 w 178"/>
                  <a:gd name="T13" fmla="*/ 111 h 199"/>
                  <a:gd name="T14" fmla="*/ 178 w 178"/>
                  <a:gd name="T15" fmla="*/ 111 h 199"/>
                  <a:gd name="T16" fmla="*/ 178 w 178"/>
                  <a:gd name="T17" fmla="*/ 95 h 199"/>
                  <a:gd name="T18" fmla="*/ 91 w 178"/>
                  <a:gd name="T19" fmla="*/ 0 h 199"/>
                  <a:gd name="T20" fmla="*/ 52 w 178"/>
                  <a:gd name="T21" fmla="*/ 79 h 199"/>
                  <a:gd name="T22" fmla="*/ 92 w 178"/>
                  <a:gd name="T23" fmla="*/ 43 h 199"/>
                  <a:gd name="T24" fmla="*/ 126 w 178"/>
                  <a:gd name="T25" fmla="*/ 79 h 199"/>
                  <a:gd name="T26" fmla="*/ 52 w 178"/>
                  <a:gd name="T27" fmla="*/ 7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91" y="0"/>
                    </a:moveTo>
                    <a:cubicBezTo>
                      <a:pt x="38" y="0"/>
                      <a:pt x="0" y="43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3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1" y="0"/>
                    </a:cubicBezTo>
                    <a:moveTo>
                      <a:pt x="52" y="79"/>
                    </a:moveTo>
                    <a:cubicBezTo>
                      <a:pt x="57" y="56"/>
                      <a:pt x="71" y="43"/>
                      <a:pt x="92" y="43"/>
                    </a:cubicBezTo>
                    <a:cubicBezTo>
                      <a:pt x="114" y="43"/>
                      <a:pt x="126" y="59"/>
                      <a:pt x="126" y="79"/>
                    </a:cubicBezTo>
                    <a:lnTo>
                      <a:pt x="52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1" name="Freeform 145">
                <a:extLst>
                  <a:ext uri="{FF2B5EF4-FFF2-40B4-BE49-F238E27FC236}">
                    <a16:creationId xmlns:a16="http://schemas.microsoft.com/office/drawing/2014/main" id="{6E6C6FF6-E249-43D0-B781-90BFD38CA35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396" y="8105"/>
                <a:ext cx="45" cy="50"/>
              </a:xfrm>
              <a:custGeom>
                <a:avLst/>
                <a:gdLst>
                  <a:gd name="T0" fmla="*/ 30 w 60"/>
                  <a:gd name="T1" fmla="*/ 0 h 67"/>
                  <a:gd name="T2" fmla="*/ 0 w 60"/>
                  <a:gd name="T3" fmla="*/ 33 h 67"/>
                  <a:gd name="T4" fmla="*/ 30 w 60"/>
                  <a:gd name="T5" fmla="*/ 67 h 67"/>
                  <a:gd name="T6" fmla="*/ 60 w 60"/>
                  <a:gd name="T7" fmla="*/ 33 h 67"/>
                  <a:gd name="T8" fmla="*/ 30 w 60"/>
                  <a:gd name="T9" fmla="*/ 0 h 67"/>
                  <a:gd name="T10" fmla="*/ 30 w 60"/>
                  <a:gd name="T11" fmla="*/ 57 h 67"/>
                  <a:gd name="T12" fmla="*/ 11 w 60"/>
                  <a:gd name="T13" fmla="*/ 33 h 67"/>
                  <a:gd name="T14" fmla="*/ 30 w 60"/>
                  <a:gd name="T15" fmla="*/ 10 h 67"/>
                  <a:gd name="T16" fmla="*/ 49 w 60"/>
                  <a:gd name="T17" fmla="*/ 33 h 67"/>
                  <a:gd name="T18" fmla="*/ 30 w 60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67">
                    <a:moveTo>
                      <a:pt x="30" y="0"/>
                    </a:move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7" y="67"/>
                      <a:pt x="60" y="53"/>
                      <a:pt x="60" y="33"/>
                    </a:cubicBezTo>
                    <a:cubicBezTo>
                      <a:pt x="60" y="14"/>
                      <a:pt x="47" y="0"/>
                      <a:pt x="30" y="0"/>
                    </a:cubicBezTo>
                    <a:moveTo>
                      <a:pt x="30" y="57"/>
                    </a:moveTo>
                    <a:cubicBezTo>
                      <a:pt x="19" y="57"/>
                      <a:pt x="11" y="47"/>
                      <a:pt x="11" y="33"/>
                    </a:cubicBezTo>
                    <a:cubicBezTo>
                      <a:pt x="11" y="20"/>
                      <a:pt x="19" y="10"/>
                      <a:pt x="30" y="10"/>
                    </a:cubicBezTo>
                    <a:cubicBezTo>
                      <a:pt x="41" y="10"/>
                      <a:pt x="49" y="20"/>
                      <a:pt x="49" y="33"/>
                    </a:cubicBezTo>
                    <a:cubicBezTo>
                      <a:pt x="49" y="47"/>
                      <a:pt x="41" y="57"/>
                      <a:pt x="30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2" name="Freeform 146">
                <a:extLst>
                  <a:ext uri="{FF2B5EF4-FFF2-40B4-BE49-F238E27FC236}">
                    <a16:creationId xmlns:a16="http://schemas.microsoft.com/office/drawing/2014/main" id="{953A22B2-C40A-439E-BCAE-50BF3707099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5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8 w 31"/>
                  <a:gd name="T3" fmla="*/ 49 h 49"/>
                  <a:gd name="T4" fmla="*/ 8 w 31"/>
                  <a:gd name="T5" fmla="*/ 30 h 49"/>
                  <a:gd name="T6" fmla="*/ 29 w 31"/>
                  <a:gd name="T7" fmla="*/ 30 h 49"/>
                  <a:gd name="T8" fmla="*/ 29 w 31"/>
                  <a:gd name="T9" fmla="*/ 22 h 49"/>
                  <a:gd name="T10" fmla="*/ 8 w 31"/>
                  <a:gd name="T11" fmla="*/ 22 h 49"/>
                  <a:gd name="T12" fmla="*/ 8 w 31"/>
                  <a:gd name="T13" fmla="*/ 8 h 49"/>
                  <a:gd name="T14" fmla="*/ 31 w 31"/>
                  <a:gd name="T15" fmla="*/ 8 h 49"/>
                  <a:gd name="T16" fmla="*/ 31 w 31"/>
                  <a:gd name="T17" fmla="*/ 0 h 49"/>
                  <a:gd name="T18" fmla="*/ 0 w 31"/>
                  <a:gd name="T19" fmla="*/ 0 h 49"/>
                  <a:gd name="T20" fmla="*/ 0 w 31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8" y="49"/>
                    </a:lnTo>
                    <a:lnTo>
                      <a:pt x="8" y="30"/>
                    </a:lnTo>
                    <a:lnTo>
                      <a:pt x="29" y="30"/>
                    </a:lnTo>
                    <a:lnTo>
                      <a:pt x="29" y="22"/>
                    </a:lnTo>
                    <a:lnTo>
                      <a:pt x="8" y="22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3" name="Freeform 147">
                <a:extLst>
                  <a:ext uri="{FF2B5EF4-FFF2-40B4-BE49-F238E27FC236}">
                    <a16:creationId xmlns:a16="http://schemas.microsoft.com/office/drawing/2014/main" id="{60B667CD-F8FC-4059-A486-B6B736A3604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22" y="8105"/>
                <a:ext cx="30" cy="49"/>
              </a:xfrm>
              <a:custGeom>
                <a:avLst/>
                <a:gdLst>
                  <a:gd name="T0" fmla="*/ 0 w 30"/>
                  <a:gd name="T1" fmla="*/ 49 h 49"/>
                  <a:gd name="T2" fmla="*/ 30 w 30"/>
                  <a:gd name="T3" fmla="*/ 49 h 49"/>
                  <a:gd name="T4" fmla="*/ 30 w 30"/>
                  <a:gd name="T5" fmla="*/ 41 h 49"/>
                  <a:gd name="T6" fmla="*/ 7 w 30"/>
                  <a:gd name="T7" fmla="*/ 41 h 49"/>
                  <a:gd name="T8" fmla="*/ 7 w 30"/>
                  <a:gd name="T9" fmla="*/ 27 h 49"/>
                  <a:gd name="T10" fmla="*/ 29 w 30"/>
                  <a:gd name="T11" fmla="*/ 27 h 49"/>
                  <a:gd name="T12" fmla="*/ 29 w 30"/>
                  <a:gd name="T13" fmla="*/ 21 h 49"/>
                  <a:gd name="T14" fmla="*/ 7 w 30"/>
                  <a:gd name="T15" fmla="*/ 21 h 49"/>
                  <a:gd name="T16" fmla="*/ 7 w 30"/>
                  <a:gd name="T17" fmla="*/ 8 h 49"/>
                  <a:gd name="T18" fmla="*/ 30 w 30"/>
                  <a:gd name="T19" fmla="*/ 8 h 49"/>
                  <a:gd name="T20" fmla="*/ 30 w 30"/>
                  <a:gd name="T21" fmla="*/ 0 h 49"/>
                  <a:gd name="T22" fmla="*/ 0 w 30"/>
                  <a:gd name="T23" fmla="*/ 0 h 49"/>
                  <a:gd name="T24" fmla="*/ 0 w 30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9">
                    <a:moveTo>
                      <a:pt x="0" y="49"/>
                    </a:moveTo>
                    <a:lnTo>
                      <a:pt x="30" y="49"/>
                    </a:lnTo>
                    <a:lnTo>
                      <a:pt x="30" y="41"/>
                    </a:lnTo>
                    <a:lnTo>
                      <a:pt x="7" y="41"/>
                    </a:lnTo>
                    <a:lnTo>
                      <a:pt x="7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7" y="21"/>
                    </a:lnTo>
                    <a:lnTo>
                      <a:pt x="7" y="8"/>
                    </a:lnTo>
                    <a:lnTo>
                      <a:pt x="30" y="8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4" name="Freeform 148">
                <a:extLst>
                  <a:ext uri="{FF2B5EF4-FFF2-40B4-BE49-F238E27FC236}">
                    <a16:creationId xmlns:a16="http://schemas.microsoft.com/office/drawing/2014/main" id="{DB34BEEF-1A63-4EA3-B2EB-174862C82A3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65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4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4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7" y="10"/>
                      <a:pt x="42" y="15"/>
                      <a:pt x="44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3" y="0"/>
                      <a:pt x="29" y="0"/>
                    </a:cubicBez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3" y="67"/>
                      <a:pt x="53" y="58"/>
                      <a:pt x="5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52"/>
                      <a:pt x="37" y="57"/>
                      <a:pt x="29" y="57"/>
                    </a:cubicBezTo>
                    <a:cubicBezTo>
                      <a:pt x="17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5" name="Freeform 149">
                <a:extLst>
                  <a:ext uri="{FF2B5EF4-FFF2-40B4-BE49-F238E27FC236}">
                    <a16:creationId xmlns:a16="http://schemas.microsoft.com/office/drawing/2014/main" id="{B5B0A966-B4C6-4D08-BA29-17D7509EB8F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617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6" name="Freeform 150">
                <a:extLst>
                  <a:ext uri="{FF2B5EF4-FFF2-40B4-BE49-F238E27FC236}">
                    <a16:creationId xmlns:a16="http://schemas.microsoft.com/office/drawing/2014/main" id="{76FCAFAE-ED3E-44B7-A1F5-E3AA13E0529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75" y="8105"/>
                <a:ext cx="31" cy="49"/>
              </a:xfrm>
              <a:custGeom>
                <a:avLst/>
                <a:gdLst>
                  <a:gd name="T0" fmla="*/ 8 w 31"/>
                  <a:gd name="T1" fmla="*/ 0 h 49"/>
                  <a:gd name="T2" fmla="*/ 0 w 31"/>
                  <a:gd name="T3" fmla="*/ 0 h 49"/>
                  <a:gd name="T4" fmla="*/ 0 w 31"/>
                  <a:gd name="T5" fmla="*/ 49 h 49"/>
                  <a:gd name="T6" fmla="*/ 31 w 31"/>
                  <a:gd name="T7" fmla="*/ 49 h 49"/>
                  <a:gd name="T8" fmla="*/ 31 w 31"/>
                  <a:gd name="T9" fmla="*/ 41 h 49"/>
                  <a:gd name="T10" fmla="*/ 8 w 31"/>
                  <a:gd name="T11" fmla="*/ 41 h 49"/>
                  <a:gd name="T12" fmla="*/ 8 w 31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9">
                    <a:moveTo>
                      <a:pt x="8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7" name="Freeform 151">
                <a:extLst>
                  <a:ext uri="{FF2B5EF4-FFF2-40B4-BE49-F238E27FC236}">
                    <a16:creationId xmlns:a16="http://schemas.microsoft.com/office/drawing/2014/main" id="{732237BC-B840-4ACF-BE5F-B7E3B423CAD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715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8" name="Freeform 152">
                <a:extLst>
                  <a:ext uri="{FF2B5EF4-FFF2-40B4-BE49-F238E27FC236}">
                    <a16:creationId xmlns:a16="http://schemas.microsoft.com/office/drawing/2014/main" id="{D79C9934-DC00-4911-937F-092BD99A3F8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1" y="8105"/>
                <a:ext cx="43" cy="50"/>
              </a:xfrm>
              <a:custGeom>
                <a:avLst/>
                <a:gdLst>
                  <a:gd name="T0" fmla="*/ 33 w 57"/>
                  <a:gd name="T1" fmla="*/ 42 h 67"/>
                  <a:gd name="T2" fmla="*/ 47 w 57"/>
                  <a:gd name="T3" fmla="*/ 42 h 67"/>
                  <a:gd name="T4" fmla="*/ 30 w 57"/>
                  <a:gd name="T5" fmla="*/ 57 h 67"/>
                  <a:gd name="T6" fmla="*/ 11 w 57"/>
                  <a:gd name="T7" fmla="*/ 33 h 67"/>
                  <a:gd name="T8" fmla="*/ 29 w 57"/>
                  <a:gd name="T9" fmla="*/ 10 h 67"/>
                  <a:gd name="T10" fmla="*/ 45 w 57"/>
                  <a:gd name="T11" fmla="*/ 21 h 67"/>
                  <a:gd name="T12" fmla="*/ 56 w 57"/>
                  <a:gd name="T13" fmla="*/ 21 h 67"/>
                  <a:gd name="T14" fmla="*/ 29 w 57"/>
                  <a:gd name="T15" fmla="*/ 0 h 67"/>
                  <a:gd name="T16" fmla="*/ 0 w 57"/>
                  <a:gd name="T17" fmla="*/ 33 h 67"/>
                  <a:gd name="T18" fmla="*/ 30 w 57"/>
                  <a:gd name="T19" fmla="*/ 67 h 67"/>
                  <a:gd name="T20" fmla="*/ 57 w 57"/>
                  <a:gd name="T21" fmla="*/ 37 h 67"/>
                  <a:gd name="T22" fmla="*/ 57 w 57"/>
                  <a:gd name="T23" fmla="*/ 32 h 67"/>
                  <a:gd name="T24" fmla="*/ 33 w 57"/>
                  <a:gd name="T25" fmla="*/ 32 h 67"/>
                  <a:gd name="T26" fmla="*/ 33 w 57"/>
                  <a:gd name="T27" fmla="*/ 4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7">
                    <a:moveTo>
                      <a:pt x="33" y="42"/>
                    </a:moveTo>
                    <a:cubicBezTo>
                      <a:pt x="47" y="42"/>
                      <a:pt x="47" y="42"/>
                      <a:pt x="47" y="42"/>
                    </a:cubicBezTo>
                    <a:cubicBezTo>
                      <a:pt x="45" y="51"/>
                      <a:pt x="39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38" y="10"/>
                      <a:pt x="42" y="15"/>
                      <a:pt x="45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5" y="67"/>
                      <a:pt x="57" y="55"/>
                      <a:pt x="57" y="37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33" y="32"/>
                      <a:pt x="33" y="32"/>
                      <a:pt x="33" y="32"/>
                    </a:cubicBezTo>
                    <a:lnTo>
                      <a:pt x="33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9" name="Rectangle 153">
                <a:extLst>
                  <a:ext uri="{FF2B5EF4-FFF2-40B4-BE49-F238E27FC236}">
                    <a16:creationId xmlns:a16="http://schemas.microsoft.com/office/drawing/2014/main" id="{960D83C9-F312-475A-9F74-DB93C2A39D9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28" y="8105"/>
                <a:ext cx="7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0" name="Freeform 154">
                <a:extLst>
                  <a:ext uri="{FF2B5EF4-FFF2-40B4-BE49-F238E27FC236}">
                    <a16:creationId xmlns:a16="http://schemas.microsoft.com/office/drawing/2014/main" id="{9D035142-13A0-43FD-A2A1-291F8073027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49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5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5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8" y="10"/>
                      <a:pt x="42" y="15"/>
                      <a:pt x="4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29" y="67"/>
                    </a:cubicBezTo>
                    <a:cubicBezTo>
                      <a:pt x="44" y="67"/>
                      <a:pt x="53" y="58"/>
                      <a:pt x="5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2" y="52"/>
                      <a:pt x="38" y="57"/>
                      <a:pt x="29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1" name="Freeform 155">
                <a:extLst>
                  <a:ext uri="{FF2B5EF4-FFF2-40B4-BE49-F238E27FC236}">
                    <a16:creationId xmlns:a16="http://schemas.microsoft.com/office/drawing/2014/main" id="{1B83ADFF-5896-4EDE-AEF0-DF7CD15ABC0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99" y="8105"/>
                <a:ext cx="45" cy="49"/>
              </a:xfrm>
              <a:custGeom>
                <a:avLst/>
                <a:gdLst>
                  <a:gd name="T0" fmla="*/ 19 w 45"/>
                  <a:gd name="T1" fmla="*/ 0 h 49"/>
                  <a:gd name="T2" fmla="*/ 0 w 45"/>
                  <a:gd name="T3" fmla="*/ 49 h 49"/>
                  <a:gd name="T4" fmla="*/ 8 w 45"/>
                  <a:gd name="T5" fmla="*/ 49 h 49"/>
                  <a:gd name="T6" fmla="*/ 14 w 45"/>
                  <a:gd name="T7" fmla="*/ 36 h 49"/>
                  <a:gd name="T8" fmla="*/ 31 w 45"/>
                  <a:gd name="T9" fmla="*/ 36 h 49"/>
                  <a:gd name="T10" fmla="*/ 37 w 45"/>
                  <a:gd name="T11" fmla="*/ 49 h 49"/>
                  <a:gd name="T12" fmla="*/ 45 w 45"/>
                  <a:gd name="T13" fmla="*/ 49 h 49"/>
                  <a:gd name="T14" fmla="*/ 26 w 45"/>
                  <a:gd name="T15" fmla="*/ 0 h 49"/>
                  <a:gd name="T16" fmla="*/ 19 w 45"/>
                  <a:gd name="T17" fmla="*/ 0 h 49"/>
                  <a:gd name="T18" fmla="*/ 16 w 45"/>
                  <a:gd name="T19" fmla="*/ 28 h 49"/>
                  <a:gd name="T20" fmla="*/ 22 w 45"/>
                  <a:gd name="T21" fmla="*/ 11 h 49"/>
                  <a:gd name="T22" fmla="*/ 29 w 45"/>
                  <a:gd name="T23" fmla="*/ 28 h 49"/>
                  <a:gd name="T24" fmla="*/ 16 w 45"/>
                  <a:gd name="T25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9">
                    <a:moveTo>
                      <a:pt x="19" y="0"/>
                    </a:moveTo>
                    <a:lnTo>
                      <a:pt x="0" y="49"/>
                    </a:lnTo>
                    <a:lnTo>
                      <a:pt x="8" y="49"/>
                    </a:lnTo>
                    <a:lnTo>
                      <a:pt x="14" y="36"/>
                    </a:lnTo>
                    <a:lnTo>
                      <a:pt x="31" y="36"/>
                    </a:lnTo>
                    <a:lnTo>
                      <a:pt x="37" y="49"/>
                    </a:lnTo>
                    <a:lnTo>
                      <a:pt x="45" y="49"/>
                    </a:lnTo>
                    <a:lnTo>
                      <a:pt x="26" y="0"/>
                    </a:lnTo>
                    <a:lnTo>
                      <a:pt x="19" y="0"/>
                    </a:lnTo>
                    <a:close/>
                    <a:moveTo>
                      <a:pt x="16" y="28"/>
                    </a:moveTo>
                    <a:lnTo>
                      <a:pt x="22" y="11"/>
                    </a:lnTo>
                    <a:lnTo>
                      <a:pt x="29" y="28"/>
                    </a:lnTo>
                    <a:lnTo>
                      <a:pt x="16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2" name="Freeform 156">
                <a:extLst>
                  <a:ext uri="{FF2B5EF4-FFF2-40B4-BE49-F238E27FC236}">
                    <a16:creationId xmlns:a16="http://schemas.microsoft.com/office/drawing/2014/main" id="{32F28592-C01E-478B-817C-7D74242FBEA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6" y="8105"/>
                <a:ext cx="32" cy="49"/>
              </a:xfrm>
              <a:custGeom>
                <a:avLst/>
                <a:gdLst>
                  <a:gd name="T0" fmla="*/ 9 w 32"/>
                  <a:gd name="T1" fmla="*/ 0 h 49"/>
                  <a:gd name="T2" fmla="*/ 0 w 32"/>
                  <a:gd name="T3" fmla="*/ 0 h 49"/>
                  <a:gd name="T4" fmla="*/ 0 w 32"/>
                  <a:gd name="T5" fmla="*/ 49 h 49"/>
                  <a:gd name="T6" fmla="*/ 32 w 32"/>
                  <a:gd name="T7" fmla="*/ 49 h 49"/>
                  <a:gd name="T8" fmla="*/ 32 w 32"/>
                  <a:gd name="T9" fmla="*/ 41 h 49"/>
                  <a:gd name="T10" fmla="*/ 9 w 32"/>
                  <a:gd name="T11" fmla="*/ 41 h 49"/>
                  <a:gd name="T12" fmla="*/ 9 w 3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9">
                    <a:moveTo>
                      <a:pt x="9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2" y="49"/>
                    </a:lnTo>
                    <a:lnTo>
                      <a:pt x="32" y="41"/>
                    </a:lnTo>
                    <a:lnTo>
                      <a:pt x="9" y="41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3" name="Freeform 157">
                <a:extLst>
                  <a:ext uri="{FF2B5EF4-FFF2-40B4-BE49-F238E27FC236}">
                    <a16:creationId xmlns:a16="http://schemas.microsoft.com/office/drawing/2014/main" id="{F548FC56-7AC2-47DF-8A52-98F29D4AF5E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2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31 w 31"/>
                  <a:gd name="T3" fmla="*/ 49 h 49"/>
                  <a:gd name="T4" fmla="*/ 31 w 31"/>
                  <a:gd name="T5" fmla="*/ 41 h 49"/>
                  <a:gd name="T6" fmla="*/ 8 w 31"/>
                  <a:gd name="T7" fmla="*/ 41 h 49"/>
                  <a:gd name="T8" fmla="*/ 8 w 31"/>
                  <a:gd name="T9" fmla="*/ 27 h 49"/>
                  <a:gd name="T10" fmla="*/ 29 w 31"/>
                  <a:gd name="T11" fmla="*/ 27 h 49"/>
                  <a:gd name="T12" fmla="*/ 29 w 31"/>
                  <a:gd name="T13" fmla="*/ 21 h 49"/>
                  <a:gd name="T14" fmla="*/ 8 w 31"/>
                  <a:gd name="T15" fmla="*/ 21 h 49"/>
                  <a:gd name="T16" fmla="*/ 8 w 31"/>
                  <a:gd name="T17" fmla="*/ 8 h 49"/>
                  <a:gd name="T18" fmla="*/ 31 w 31"/>
                  <a:gd name="T19" fmla="*/ 8 h 49"/>
                  <a:gd name="T20" fmla="*/ 31 w 31"/>
                  <a:gd name="T21" fmla="*/ 0 h 49"/>
                  <a:gd name="T22" fmla="*/ 0 w 31"/>
                  <a:gd name="T23" fmla="*/ 0 h 49"/>
                  <a:gd name="T24" fmla="*/ 0 w 31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8" y="21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4" name="Freeform 158">
                <a:extLst>
                  <a:ext uri="{FF2B5EF4-FFF2-40B4-BE49-F238E27FC236}">
                    <a16:creationId xmlns:a16="http://schemas.microsoft.com/office/drawing/2014/main" id="{49F5C5FE-BA1D-483A-8B65-F1925E75088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5" name="Freeform 159">
                <a:extLst>
                  <a:ext uri="{FF2B5EF4-FFF2-40B4-BE49-F238E27FC236}">
                    <a16:creationId xmlns:a16="http://schemas.microsoft.com/office/drawing/2014/main" id="{1BF4FF4E-1CCD-4A44-94C2-7D6AEB09887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12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6" name="Freeform 160">
                <a:extLst>
                  <a:ext uri="{FF2B5EF4-FFF2-40B4-BE49-F238E27FC236}">
                    <a16:creationId xmlns:a16="http://schemas.microsoft.com/office/drawing/2014/main" id="{5CEDCADF-1122-43D7-8356-B09135A057B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77" y="8105"/>
                <a:ext cx="39" cy="49"/>
              </a:xfrm>
              <a:custGeom>
                <a:avLst/>
                <a:gdLst>
                  <a:gd name="T0" fmla="*/ 32 w 39"/>
                  <a:gd name="T1" fmla="*/ 34 h 49"/>
                  <a:gd name="T2" fmla="*/ 9 w 39"/>
                  <a:gd name="T3" fmla="*/ 0 h 49"/>
                  <a:gd name="T4" fmla="*/ 0 w 39"/>
                  <a:gd name="T5" fmla="*/ 0 h 49"/>
                  <a:gd name="T6" fmla="*/ 0 w 39"/>
                  <a:gd name="T7" fmla="*/ 49 h 49"/>
                  <a:gd name="T8" fmla="*/ 9 w 39"/>
                  <a:gd name="T9" fmla="*/ 49 h 49"/>
                  <a:gd name="T10" fmla="*/ 9 w 39"/>
                  <a:gd name="T11" fmla="*/ 14 h 49"/>
                  <a:gd name="T12" fmla="*/ 33 w 39"/>
                  <a:gd name="T13" fmla="*/ 49 h 49"/>
                  <a:gd name="T14" fmla="*/ 39 w 39"/>
                  <a:gd name="T15" fmla="*/ 49 h 49"/>
                  <a:gd name="T16" fmla="*/ 39 w 39"/>
                  <a:gd name="T17" fmla="*/ 0 h 49"/>
                  <a:gd name="T18" fmla="*/ 32 w 39"/>
                  <a:gd name="T19" fmla="*/ 0 h 49"/>
                  <a:gd name="T20" fmla="*/ 32 w 39"/>
                  <a:gd name="T21" fmla="*/ 3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9">
                    <a:moveTo>
                      <a:pt x="32" y="34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9" y="49"/>
                    </a:lnTo>
                    <a:lnTo>
                      <a:pt x="9" y="14"/>
                    </a:lnTo>
                    <a:lnTo>
                      <a:pt x="33" y="49"/>
                    </a:lnTo>
                    <a:lnTo>
                      <a:pt x="39" y="49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32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7" name="Freeform 161">
                <a:extLst>
                  <a:ext uri="{FF2B5EF4-FFF2-40B4-BE49-F238E27FC236}">
                    <a16:creationId xmlns:a16="http://schemas.microsoft.com/office/drawing/2014/main" id="{58567F41-7EBB-46D3-9A01-20E60D55359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23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8" name="Freeform 162">
                <a:extLst>
                  <a:ext uri="{FF2B5EF4-FFF2-40B4-BE49-F238E27FC236}">
                    <a16:creationId xmlns:a16="http://schemas.microsoft.com/office/drawing/2014/main" id="{1891701A-543D-4584-A9FF-58E4469FB60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88" y="8105"/>
                <a:ext cx="47" cy="49"/>
              </a:xfrm>
              <a:custGeom>
                <a:avLst/>
                <a:gdLst>
                  <a:gd name="T0" fmla="*/ 23 w 47"/>
                  <a:gd name="T1" fmla="*/ 38 h 49"/>
                  <a:gd name="T2" fmla="*/ 9 w 47"/>
                  <a:gd name="T3" fmla="*/ 0 h 49"/>
                  <a:gd name="T4" fmla="*/ 0 w 47"/>
                  <a:gd name="T5" fmla="*/ 0 h 49"/>
                  <a:gd name="T6" fmla="*/ 0 w 47"/>
                  <a:gd name="T7" fmla="*/ 49 h 49"/>
                  <a:gd name="T8" fmla="*/ 8 w 47"/>
                  <a:gd name="T9" fmla="*/ 49 h 49"/>
                  <a:gd name="T10" fmla="*/ 8 w 47"/>
                  <a:gd name="T11" fmla="*/ 15 h 49"/>
                  <a:gd name="T12" fmla="*/ 20 w 47"/>
                  <a:gd name="T13" fmla="*/ 49 h 49"/>
                  <a:gd name="T14" fmla="*/ 26 w 47"/>
                  <a:gd name="T15" fmla="*/ 49 h 49"/>
                  <a:gd name="T16" fmla="*/ 39 w 47"/>
                  <a:gd name="T17" fmla="*/ 15 h 49"/>
                  <a:gd name="T18" fmla="*/ 39 w 47"/>
                  <a:gd name="T19" fmla="*/ 49 h 49"/>
                  <a:gd name="T20" fmla="*/ 47 w 47"/>
                  <a:gd name="T21" fmla="*/ 49 h 49"/>
                  <a:gd name="T22" fmla="*/ 47 w 47"/>
                  <a:gd name="T23" fmla="*/ 0 h 49"/>
                  <a:gd name="T24" fmla="*/ 38 w 47"/>
                  <a:gd name="T25" fmla="*/ 0 h 49"/>
                  <a:gd name="T26" fmla="*/ 23 w 47"/>
                  <a:gd name="T2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9">
                    <a:moveTo>
                      <a:pt x="23" y="38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8" y="49"/>
                    </a:lnTo>
                    <a:lnTo>
                      <a:pt x="8" y="15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39" y="15"/>
                    </a:lnTo>
                    <a:lnTo>
                      <a:pt x="39" y="49"/>
                    </a:lnTo>
                    <a:lnTo>
                      <a:pt x="47" y="49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3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9" name="Rectangle 163">
                <a:extLst>
                  <a:ext uri="{FF2B5EF4-FFF2-40B4-BE49-F238E27FC236}">
                    <a16:creationId xmlns:a16="http://schemas.microsoft.com/office/drawing/2014/main" id="{FB3C82E5-2CBD-463D-B32B-3AE10F7043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8105"/>
                <a:ext cx="8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0" name="Freeform 164">
                <a:extLst>
                  <a:ext uri="{FF2B5EF4-FFF2-40B4-BE49-F238E27FC236}">
                    <a16:creationId xmlns:a16="http://schemas.microsoft.com/office/drawing/2014/main" id="{C0D0CDDA-5D67-40BA-BAEA-ACC9E2C1F7B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73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1" name="Freeform 165">
                <a:extLst>
                  <a:ext uri="{FF2B5EF4-FFF2-40B4-BE49-F238E27FC236}">
                    <a16:creationId xmlns:a16="http://schemas.microsoft.com/office/drawing/2014/main" id="{A7BE14D2-0CC7-4E54-8034-D9640274295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5" y="8105"/>
                <a:ext cx="36" cy="50"/>
              </a:xfrm>
              <a:custGeom>
                <a:avLst/>
                <a:gdLst>
                  <a:gd name="T0" fmla="*/ 31 w 48"/>
                  <a:gd name="T1" fmla="*/ 29 h 67"/>
                  <a:gd name="T2" fmla="*/ 20 w 48"/>
                  <a:gd name="T3" fmla="*/ 27 h 67"/>
                  <a:gd name="T4" fmla="*/ 12 w 48"/>
                  <a:gd name="T5" fmla="*/ 18 h 67"/>
                  <a:gd name="T6" fmla="*/ 23 w 48"/>
                  <a:gd name="T7" fmla="*/ 10 h 67"/>
                  <a:gd name="T8" fmla="*/ 37 w 48"/>
                  <a:gd name="T9" fmla="*/ 18 h 67"/>
                  <a:gd name="T10" fmla="*/ 48 w 48"/>
                  <a:gd name="T11" fmla="*/ 18 h 67"/>
                  <a:gd name="T12" fmla="*/ 23 w 48"/>
                  <a:gd name="T13" fmla="*/ 0 h 67"/>
                  <a:gd name="T14" fmla="*/ 1 w 48"/>
                  <a:gd name="T15" fmla="*/ 19 h 67"/>
                  <a:gd name="T16" fmla="*/ 17 w 48"/>
                  <a:gd name="T17" fmla="*/ 37 h 67"/>
                  <a:gd name="T18" fmla="*/ 28 w 48"/>
                  <a:gd name="T19" fmla="*/ 39 h 67"/>
                  <a:gd name="T20" fmla="*/ 38 w 48"/>
                  <a:gd name="T21" fmla="*/ 48 h 67"/>
                  <a:gd name="T22" fmla="*/ 25 w 48"/>
                  <a:gd name="T23" fmla="*/ 57 h 67"/>
                  <a:gd name="T24" fmla="*/ 11 w 48"/>
                  <a:gd name="T25" fmla="*/ 48 h 67"/>
                  <a:gd name="T26" fmla="*/ 0 w 48"/>
                  <a:gd name="T27" fmla="*/ 48 h 67"/>
                  <a:gd name="T28" fmla="*/ 25 w 48"/>
                  <a:gd name="T29" fmla="*/ 67 h 67"/>
                  <a:gd name="T30" fmla="*/ 48 w 48"/>
                  <a:gd name="T31" fmla="*/ 47 h 67"/>
                  <a:gd name="T32" fmla="*/ 31 w 48"/>
                  <a:gd name="T33" fmla="*/ 2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7">
                    <a:moveTo>
                      <a:pt x="31" y="29"/>
                    </a:moveTo>
                    <a:cubicBezTo>
                      <a:pt x="20" y="27"/>
                      <a:pt x="20" y="27"/>
                      <a:pt x="20" y="27"/>
                    </a:cubicBezTo>
                    <a:cubicBezTo>
                      <a:pt x="14" y="25"/>
                      <a:pt x="12" y="23"/>
                      <a:pt x="12" y="18"/>
                    </a:cubicBezTo>
                    <a:cubicBezTo>
                      <a:pt x="12" y="13"/>
                      <a:pt x="16" y="10"/>
                      <a:pt x="23" y="10"/>
                    </a:cubicBezTo>
                    <a:cubicBezTo>
                      <a:pt x="31" y="10"/>
                      <a:pt x="35" y="13"/>
                      <a:pt x="3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7"/>
                      <a:pt x="37" y="0"/>
                      <a:pt x="23" y="0"/>
                    </a:cubicBezTo>
                    <a:cubicBezTo>
                      <a:pt x="10" y="0"/>
                      <a:pt x="1" y="9"/>
                      <a:pt x="1" y="19"/>
                    </a:cubicBezTo>
                    <a:cubicBezTo>
                      <a:pt x="1" y="30"/>
                      <a:pt x="9" y="35"/>
                      <a:pt x="17" y="37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5" y="41"/>
                      <a:pt x="38" y="43"/>
                      <a:pt x="38" y="48"/>
                    </a:cubicBezTo>
                    <a:cubicBezTo>
                      <a:pt x="38" y="54"/>
                      <a:pt x="33" y="57"/>
                      <a:pt x="25" y="57"/>
                    </a:cubicBezTo>
                    <a:cubicBezTo>
                      <a:pt x="18" y="57"/>
                      <a:pt x="13" y="54"/>
                      <a:pt x="1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12" y="67"/>
                      <a:pt x="25" y="67"/>
                    </a:cubicBezTo>
                    <a:cubicBezTo>
                      <a:pt x="38" y="67"/>
                      <a:pt x="48" y="59"/>
                      <a:pt x="48" y="47"/>
                    </a:cubicBezTo>
                    <a:cubicBezTo>
                      <a:pt x="48" y="38"/>
                      <a:pt x="41" y="32"/>
                      <a:pt x="31" y="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2" name="Freeform 166">
                <a:extLst>
                  <a:ext uri="{FF2B5EF4-FFF2-40B4-BE49-F238E27FC236}">
                    <a16:creationId xmlns:a16="http://schemas.microsoft.com/office/drawing/2014/main" id="{DCDB547F-E41A-4D55-892E-992A36C7792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7895"/>
                <a:ext cx="144" cy="144"/>
              </a:xfrm>
              <a:custGeom>
                <a:avLst/>
                <a:gdLst>
                  <a:gd name="T0" fmla="*/ 191 w 193"/>
                  <a:gd name="T1" fmla="*/ 189 h 193"/>
                  <a:gd name="T2" fmla="*/ 193 w 193"/>
                  <a:gd name="T3" fmla="*/ 188 h 193"/>
                  <a:gd name="T4" fmla="*/ 193 w 193"/>
                  <a:gd name="T5" fmla="*/ 146 h 193"/>
                  <a:gd name="T6" fmla="*/ 189 w 193"/>
                  <a:gd name="T7" fmla="*/ 147 h 193"/>
                  <a:gd name="T8" fmla="*/ 180 w 193"/>
                  <a:gd name="T9" fmla="*/ 147 h 193"/>
                  <a:gd name="T10" fmla="*/ 171 w 193"/>
                  <a:gd name="T11" fmla="*/ 130 h 193"/>
                  <a:gd name="T12" fmla="*/ 171 w 193"/>
                  <a:gd name="T13" fmla="*/ 0 h 193"/>
                  <a:gd name="T14" fmla="*/ 120 w 193"/>
                  <a:gd name="T15" fmla="*/ 0 h 193"/>
                  <a:gd name="T16" fmla="*/ 120 w 193"/>
                  <a:gd name="T17" fmla="*/ 108 h 193"/>
                  <a:gd name="T18" fmla="*/ 84 w 193"/>
                  <a:gd name="T19" fmla="*/ 147 h 193"/>
                  <a:gd name="T20" fmla="*/ 51 w 193"/>
                  <a:gd name="T21" fmla="*/ 110 h 193"/>
                  <a:gd name="T22" fmla="*/ 51 w 193"/>
                  <a:gd name="T23" fmla="*/ 0 h 193"/>
                  <a:gd name="T24" fmla="*/ 0 w 193"/>
                  <a:gd name="T25" fmla="*/ 0 h 193"/>
                  <a:gd name="T26" fmla="*/ 0 w 193"/>
                  <a:gd name="T27" fmla="*/ 116 h 193"/>
                  <a:gd name="T28" fmla="*/ 73 w 193"/>
                  <a:gd name="T29" fmla="*/ 193 h 193"/>
                  <a:gd name="T30" fmla="*/ 127 w 193"/>
                  <a:gd name="T31" fmla="*/ 170 h 193"/>
                  <a:gd name="T32" fmla="*/ 139 w 193"/>
                  <a:gd name="T33" fmla="*/ 184 h 193"/>
                  <a:gd name="T34" fmla="*/ 168 w 193"/>
                  <a:gd name="T35" fmla="*/ 192 h 193"/>
                  <a:gd name="T36" fmla="*/ 191 w 193"/>
                  <a:gd name="T37" fmla="*/ 18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3" h="193">
                    <a:moveTo>
                      <a:pt x="191" y="189"/>
                    </a:move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6"/>
                      <a:pt x="193" y="146"/>
                      <a:pt x="193" y="146"/>
                    </a:cubicBezTo>
                    <a:cubicBezTo>
                      <a:pt x="189" y="147"/>
                      <a:pt x="189" y="147"/>
                      <a:pt x="189" y="147"/>
                    </a:cubicBezTo>
                    <a:cubicBezTo>
                      <a:pt x="186" y="147"/>
                      <a:pt x="183" y="147"/>
                      <a:pt x="180" y="147"/>
                    </a:cubicBezTo>
                    <a:cubicBezTo>
                      <a:pt x="175" y="147"/>
                      <a:pt x="171" y="146"/>
                      <a:pt x="171" y="13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31"/>
                      <a:pt x="105" y="147"/>
                      <a:pt x="84" y="147"/>
                    </a:cubicBezTo>
                    <a:cubicBezTo>
                      <a:pt x="63" y="147"/>
                      <a:pt x="51" y="133"/>
                      <a:pt x="51" y="11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63"/>
                      <a:pt x="28" y="193"/>
                      <a:pt x="73" y="193"/>
                    </a:cubicBezTo>
                    <a:cubicBezTo>
                      <a:pt x="103" y="193"/>
                      <a:pt x="119" y="181"/>
                      <a:pt x="127" y="170"/>
                    </a:cubicBezTo>
                    <a:cubicBezTo>
                      <a:pt x="130" y="176"/>
                      <a:pt x="134" y="180"/>
                      <a:pt x="139" y="184"/>
                    </a:cubicBezTo>
                    <a:cubicBezTo>
                      <a:pt x="146" y="190"/>
                      <a:pt x="156" y="192"/>
                      <a:pt x="168" y="192"/>
                    </a:cubicBezTo>
                    <a:cubicBezTo>
                      <a:pt x="175" y="192"/>
                      <a:pt x="184" y="192"/>
                      <a:pt x="191" y="18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3" name="Oval 167">
                <a:extLst>
                  <a:ext uri="{FF2B5EF4-FFF2-40B4-BE49-F238E27FC236}">
                    <a16:creationId xmlns:a16="http://schemas.microsoft.com/office/drawing/2014/main" id="{1B3EABC4-0610-4B61-931A-F1BB32A179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4" name="Freeform 168">
                <a:extLst>
                  <a:ext uri="{FF2B5EF4-FFF2-40B4-BE49-F238E27FC236}">
                    <a16:creationId xmlns:a16="http://schemas.microsoft.com/office/drawing/2014/main" id="{D59120A2-01A5-4F89-8803-0102C9B3FB3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4" y="7657"/>
                <a:ext cx="6" cy="8"/>
              </a:xfrm>
              <a:custGeom>
                <a:avLst/>
                <a:gdLst>
                  <a:gd name="T0" fmla="*/ 3 w 8"/>
                  <a:gd name="T1" fmla="*/ 11 h 11"/>
                  <a:gd name="T2" fmla="*/ 8 w 8"/>
                  <a:gd name="T3" fmla="*/ 6 h 11"/>
                  <a:gd name="T4" fmla="*/ 3 w 8"/>
                  <a:gd name="T5" fmla="*/ 0 h 11"/>
                  <a:gd name="T6" fmla="*/ 0 w 8"/>
                  <a:gd name="T7" fmla="*/ 1 h 11"/>
                  <a:gd name="T8" fmla="*/ 0 w 8"/>
                  <a:gd name="T9" fmla="*/ 11 h 11"/>
                  <a:gd name="T10" fmla="*/ 3 w 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6" y="11"/>
                      <a:pt x="8" y="9"/>
                      <a:pt x="8" y="6"/>
                    </a:cubicBezTo>
                    <a:cubicBezTo>
                      <a:pt x="8" y="2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4"/>
                      <a:pt x="0" y="8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5" name="Oval 169">
                <a:extLst>
                  <a:ext uri="{FF2B5EF4-FFF2-40B4-BE49-F238E27FC236}">
                    <a16:creationId xmlns:a16="http://schemas.microsoft.com/office/drawing/2014/main" id="{CE435EAE-8707-4BD3-B3A6-244C9DD1525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80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6" name="Oval 170">
                <a:extLst>
                  <a:ext uri="{FF2B5EF4-FFF2-40B4-BE49-F238E27FC236}">
                    <a16:creationId xmlns:a16="http://schemas.microsoft.com/office/drawing/2014/main" id="{C9A1CB6A-DF26-4A9C-A08B-D55A8A9D8E7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3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7" name="Oval 171">
                <a:extLst>
                  <a:ext uri="{FF2B5EF4-FFF2-40B4-BE49-F238E27FC236}">
                    <a16:creationId xmlns:a16="http://schemas.microsoft.com/office/drawing/2014/main" id="{4E503411-77CE-48BF-B21F-DDE30E2FAA4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6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8" name="Oval 172">
                <a:extLst>
                  <a:ext uri="{FF2B5EF4-FFF2-40B4-BE49-F238E27FC236}">
                    <a16:creationId xmlns:a16="http://schemas.microsoft.com/office/drawing/2014/main" id="{2142E9F8-F783-4784-9356-AED5009767F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8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9" name="Oval 173">
                <a:extLst>
                  <a:ext uri="{FF2B5EF4-FFF2-40B4-BE49-F238E27FC236}">
                    <a16:creationId xmlns:a16="http://schemas.microsoft.com/office/drawing/2014/main" id="{8217FFF4-9DAF-49B8-B916-A808BE5F044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9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0" name="Oval 174">
                <a:extLst>
                  <a:ext uri="{FF2B5EF4-FFF2-40B4-BE49-F238E27FC236}">
                    <a16:creationId xmlns:a16="http://schemas.microsoft.com/office/drawing/2014/main" id="{9831C663-A83B-4BA3-9FA6-CCF3D5FB475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7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1" name="Oval 175">
                <a:extLst>
                  <a:ext uri="{FF2B5EF4-FFF2-40B4-BE49-F238E27FC236}">
                    <a16:creationId xmlns:a16="http://schemas.microsoft.com/office/drawing/2014/main" id="{09B48372-1B74-4EE4-B1F9-C621B4D6F9B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3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2" name="Oval 176">
                <a:extLst>
                  <a:ext uri="{FF2B5EF4-FFF2-40B4-BE49-F238E27FC236}">
                    <a16:creationId xmlns:a16="http://schemas.microsoft.com/office/drawing/2014/main" id="{1686B23F-AE0A-49BA-9512-CA6E08F9F7A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69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3" name="Oval 177">
                <a:extLst>
                  <a:ext uri="{FF2B5EF4-FFF2-40B4-BE49-F238E27FC236}">
                    <a16:creationId xmlns:a16="http://schemas.microsoft.com/office/drawing/2014/main" id="{4920D5B3-B7F7-4269-9846-BE5EB34BD4C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4" name="Oval 178">
                <a:extLst>
                  <a:ext uri="{FF2B5EF4-FFF2-40B4-BE49-F238E27FC236}">
                    <a16:creationId xmlns:a16="http://schemas.microsoft.com/office/drawing/2014/main" id="{40B4008D-21DF-4DE0-A9FB-619B5C527B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50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5" name="Oval 179">
                <a:extLst>
                  <a:ext uri="{FF2B5EF4-FFF2-40B4-BE49-F238E27FC236}">
                    <a16:creationId xmlns:a16="http://schemas.microsoft.com/office/drawing/2014/main" id="{3A0A328F-5881-45A0-B9A7-94B83849420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0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6" name="Oval 180">
                <a:extLst>
                  <a:ext uri="{FF2B5EF4-FFF2-40B4-BE49-F238E27FC236}">
                    <a16:creationId xmlns:a16="http://schemas.microsoft.com/office/drawing/2014/main" id="{75BC1388-A58D-4C1F-9C76-FFDAC3F2B5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5" y="77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7" name="Oval 181">
                <a:extLst>
                  <a:ext uri="{FF2B5EF4-FFF2-40B4-BE49-F238E27FC236}">
                    <a16:creationId xmlns:a16="http://schemas.microsoft.com/office/drawing/2014/main" id="{0ED9B31B-B0BF-4E67-AC7A-F2F8B97638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9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8" name="Oval 182">
                <a:extLst>
                  <a:ext uri="{FF2B5EF4-FFF2-40B4-BE49-F238E27FC236}">
                    <a16:creationId xmlns:a16="http://schemas.microsoft.com/office/drawing/2014/main" id="{B7E0CE26-8759-439D-B55A-9CE71FCCE91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2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9" name="Oval 183">
                <a:extLst>
                  <a:ext uri="{FF2B5EF4-FFF2-40B4-BE49-F238E27FC236}">
                    <a16:creationId xmlns:a16="http://schemas.microsoft.com/office/drawing/2014/main" id="{D8ADD6A6-4B0A-4834-A0B9-30B295D7FD9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1" y="75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0" name="Oval 184">
                <a:extLst>
                  <a:ext uri="{FF2B5EF4-FFF2-40B4-BE49-F238E27FC236}">
                    <a16:creationId xmlns:a16="http://schemas.microsoft.com/office/drawing/2014/main" id="{7EB8A62B-E51B-40FC-86D5-5D0C41CC01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6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1" name="Oval 185">
                <a:extLst>
                  <a:ext uri="{FF2B5EF4-FFF2-40B4-BE49-F238E27FC236}">
                    <a16:creationId xmlns:a16="http://schemas.microsoft.com/office/drawing/2014/main" id="{7B566245-D45C-473A-83F2-E8B64D424A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3" y="76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2" name="Oval 186">
                <a:extLst>
                  <a:ext uri="{FF2B5EF4-FFF2-40B4-BE49-F238E27FC236}">
                    <a16:creationId xmlns:a16="http://schemas.microsoft.com/office/drawing/2014/main" id="{2D3D57A0-F770-4C92-A10A-D7C1C258F8B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0" y="777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3" name="Oval 187">
                <a:extLst>
                  <a:ext uri="{FF2B5EF4-FFF2-40B4-BE49-F238E27FC236}">
                    <a16:creationId xmlns:a16="http://schemas.microsoft.com/office/drawing/2014/main" id="{6A94A863-0C38-4639-BD6A-B20AD81A169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0" y="77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4" name="Oval 188">
                <a:extLst>
                  <a:ext uri="{FF2B5EF4-FFF2-40B4-BE49-F238E27FC236}">
                    <a16:creationId xmlns:a16="http://schemas.microsoft.com/office/drawing/2014/main" id="{607345F2-F502-4985-A27B-027CE14EFDE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5" name="Freeform 189">
                <a:extLst>
                  <a:ext uri="{FF2B5EF4-FFF2-40B4-BE49-F238E27FC236}">
                    <a16:creationId xmlns:a16="http://schemas.microsoft.com/office/drawing/2014/main" id="{99C71AA0-8D67-458E-98AC-8692EDAC242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8" y="7761"/>
                <a:ext cx="9" cy="8"/>
              </a:xfrm>
              <a:custGeom>
                <a:avLst/>
                <a:gdLst>
                  <a:gd name="T0" fmla="*/ 6 w 12"/>
                  <a:gd name="T1" fmla="*/ 0 h 11"/>
                  <a:gd name="T2" fmla="*/ 0 w 12"/>
                  <a:gd name="T3" fmla="*/ 6 h 11"/>
                  <a:gd name="T4" fmla="*/ 5 w 12"/>
                  <a:gd name="T5" fmla="*/ 11 h 11"/>
                  <a:gd name="T6" fmla="*/ 12 w 12"/>
                  <a:gd name="T7" fmla="*/ 4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8"/>
                      <a:pt x="3" y="11"/>
                      <a:pt x="5" y="11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6" name="Oval 190">
                <a:extLst>
                  <a:ext uri="{FF2B5EF4-FFF2-40B4-BE49-F238E27FC236}">
                    <a16:creationId xmlns:a16="http://schemas.microsoft.com/office/drawing/2014/main" id="{FC0D10FC-B476-497F-9E8B-3E5B74E074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8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7" name="Oval 191">
                <a:extLst>
                  <a:ext uri="{FF2B5EF4-FFF2-40B4-BE49-F238E27FC236}">
                    <a16:creationId xmlns:a16="http://schemas.microsoft.com/office/drawing/2014/main" id="{B59471DC-BEF7-4FFB-9F16-9F58E3CB15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8" name="Oval 192">
                <a:extLst>
                  <a:ext uri="{FF2B5EF4-FFF2-40B4-BE49-F238E27FC236}">
                    <a16:creationId xmlns:a16="http://schemas.microsoft.com/office/drawing/2014/main" id="{FFB84FBC-CE6B-4AD8-BFDA-C9D186DDC9C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2" y="756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9" name="Oval 193">
                <a:extLst>
                  <a:ext uri="{FF2B5EF4-FFF2-40B4-BE49-F238E27FC236}">
                    <a16:creationId xmlns:a16="http://schemas.microsoft.com/office/drawing/2014/main" id="{08748233-280C-436C-83A4-DB6E3EB8E6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77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0" name="Oval 194">
                <a:extLst>
                  <a:ext uri="{FF2B5EF4-FFF2-40B4-BE49-F238E27FC236}">
                    <a16:creationId xmlns:a16="http://schemas.microsoft.com/office/drawing/2014/main" id="{E70FBD9E-53CA-47CD-BD0D-78E9ECEF04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76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1" name="Oval 195">
                <a:extLst>
                  <a:ext uri="{FF2B5EF4-FFF2-40B4-BE49-F238E27FC236}">
                    <a16:creationId xmlns:a16="http://schemas.microsoft.com/office/drawing/2014/main" id="{A5768E4B-4FCC-44EC-B294-B00E1EFD4A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67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2" name="Oval 196">
                <a:extLst>
                  <a:ext uri="{FF2B5EF4-FFF2-40B4-BE49-F238E27FC236}">
                    <a16:creationId xmlns:a16="http://schemas.microsoft.com/office/drawing/2014/main" id="{F402D6F9-E002-4DD5-AD71-BC1C64B6021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3" name="Oval 197">
                <a:extLst>
                  <a:ext uri="{FF2B5EF4-FFF2-40B4-BE49-F238E27FC236}">
                    <a16:creationId xmlns:a16="http://schemas.microsoft.com/office/drawing/2014/main" id="{660E1457-6220-440E-B082-6058CE017C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1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4" name="Oval 198">
                <a:extLst>
                  <a:ext uri="{FF2B5EF4-FFF2-40B4-BE49-F238E27FC236}">
                    <a16:creationId xmlns:a16="http://schemas.microsoft.com/office/drawing/2014/main" id="{F49E982C-C4B2-4B60-8718-F95EEA3161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6" y="772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5" name="Oval 199">
                <a:extLst>
                  <a:ext uri="{FF2B5EF4-FFF2-40B4-BE49-F238E27FC236}">
                    <a16:creationId xmlns:a16="http://schemas.microsoft.com/office/drawing/2014/main" id="{54C365AD-AF46-4920-B466-8793439CF5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6" name="Oval 200">
                <a:extLst>
                  <a:ext uri="{FF2B5EF4-FFF2-40B4-BE49-F238E27FC236}">
                    <a16:creationId xmlns:a16="http://schemas.microsoft.com/office/drawing/2014/main" id="{7CF41E6C-07CC-48B1-AA4F-473A766152B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9" y="781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7" name="Oval 201">
                <a:extLst>
                  <a:ext uri="{FF2B5EF4-FFF2-40B4-BE49-F238E27FC236}">
                    <a16:creationId xmlns:a16="http://schemas.microsoft.com/office/drawing/2014/main" id="{C43413BA-6B2A-44A4-9A06-7E08B63BF97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1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8" name="Oval 202">
                <a:extLst>
                  <a:ext uri="{FF2B5EF4-FFF2-40B4-BE49-F238E27FC236}">
                    <a16:creationId xmlns:a16="http://schemas.microsoft.com/office/drawing/2014/main" id="{148FBC4C-901A-4168-AC14-65930200715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56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9" name="Freeform 203">
                <a:extLst>
                  <a:ext uri="{FF2B5EF4-FFF2-40B4-BE49-F238E27FC236}">
                    <a16:creationId xmlns:a16="http://schemas.microsoft.com/office/drawing/2014/main" id="{010CBFA1-FFA0-4767-ADF7-B05975A033F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0" y="7771"/>
                <a:ext cx="8" cy="8"/>
              </a:xfrm>
              <a:custGeom>
                <a:avLst/>
                <a:gdLst>
                  <a:gd name="T0" fmla="*/ 0 w 10"/>
                  <a:gd name="T1" fmla="*/ 6 h 10"/>
                  <a:gd name="T2" fmla="*/ 2 w 10"/>
                  <a:gd name="T3" fmla="*/ 10 h 10"/>
                  <a:gd name="T4" fmla="*/ 10 w 10"/>
                  <a:gd name="T5" fmla="*/ 2 h 10"/>
                  <a:gd name="T6" fmla="*/ 6 w 10"/>
                  <a:gd name="T7" fmla="*/ 0 h 10"/>
                  <a:gd name="T8" fmla="*/ 0 w 10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0" y="8"/>
                      <a:pt x="1" y="9"/>
                      <a:pt x="2" y="10"/>
                    </a:cubicBezTo>
                    <a:cubicBezTo>
                      <a:pt x="5" y="8"/>
                      <a:pt x="7" y="5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50" name="Oval 204">
                <a:extLst>
                  <a:ext uri="{FF2B5EF4-FFF2-40B4-BE49-F238E27FC236}">
                    <a16:creationId xmlns:a16="http://schemas.microsoft.com/office/drawing/2014/main" id="{D3C6560F-E0EB-419A-9FD0-CAD3189F12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5" y="767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grpSp>
          <p:nvGrpSpPr>
            <p:cNvPr id="150" name="Group 406">
              <a:extLst>
                <a:ext uri="{FF2B5EF4-FFF2-40B4-BE49-F238E27FC236}">
                  <a16:creationId xmlns:a16="http://schemas.microsoft.com/office/drawing/2014/main" id="{8BE1DF3A-31F0-426D-BFB0-668EEA379A71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3471863" y="11942763"/>
              <a:ext cx="525463" cy="471488"/>
              <a:chOff x="2187" y="7523"/>
              <a:chExt cx="331" cy="297"/>
            </a:xfrm>
            <a:grpFill/>
          </p:grpSpPr>
          <p:sp>
            <p:nvSpPr>
              <p:cNvPr id="251" name="Oval 206">
                <a:extLst>
                  <a:ext uri="{FF2B5EF4-FFF2-40B4-BE49-F238E27FC236}">
                    <a16:creationId xmlns:a16="http://schemas.microsoft.com/office/drawing/2014/main" id="{61050596-5A50-425D-B044-F43625D5B39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4" y="77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2" name="Oval 207">
                <a:extLst>
                  <a:ext uri="{FF2B5EF4-FFF2-40B4-BE49-F238E27FC236}">
                    <a16:creationId xmlns:a16="http://schemas.microsoft.com/office/drawing/2014/main" id="{D6EC363E-6EE8-4D8F-9EAF-27974BDCB6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0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3" name="Oval 208">
                <a:extLst>
                  <a:ext uri="{FF2B5EF4-FFF2-40B4-BE49-F238E27FC236}">
                    <a16:creationId xmlns:a16="http://schemas.microsoft.com/office/drawing/2014/main" id="{C3FD319F-C171-4A33-BE66-EE0DBDBADD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0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4" name="Oval 209">
                <a:extLst>
                  <a:ext uri="{FF2B5EF4-FFF2-40B4-BE49-F238E27FC236}">
                    <a16:creationId xmlns:a16="http://schemas.microsoft.com/office/drawing/2014/main" id="{13EEF565-0E9C-4BCF-905B-D82A34977B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5" name="Oval 210">
                <a:extLst>
                  <a:ext uri="{FF2B5EF4-FFF2-40B4-BE49-F238E27FC236}">
                    <a16:creationId xmlns:a16="http://schemas.microsoft.com/office/drawing/2014/main" id="{952DBE68-078F-4AC5-86A0-EA4D3B2417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6" name="Oval 211">
                <a:extLst>
                  <a:ext uri="{FF2B5EF4-FFF2-40B4-BE49-F238E27FC236}">
                    <a16:creationId xmlns:a16="http://schemas.microsoft.com/office/drawing/2014/main" id="{6965C62A-B0D9-4DB7-8744-BB00315AB3B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8" y="77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7" name="Oval 212">
                <a:extLst>
                  <a:ext uri="{FF2B5EF4-FFF2-40B4-BE49-F238E27FC236}">
                    <a16:creationId xmlns:a16="http://schemas.microsoft.com/office/drawing/2014/main" id="{46DC9042-3F85-4CFF-B889-2B8FFD5EDB4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6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8" name="Oval 213">
                <a:extLst>
                  <a:ext uri="{FF2B5EF4-FFF2-40B4-BE49-F238E27FC236}">
                    <a16:creationId xmlns:a16="http://schemas.microsoft.com/office/drawing/2014/main" id="{A5CC69F4-BA88-4078-B3CA-BB8A4542E92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2" y="76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9" name="Oval 214">
                <a:extLst>
                  <a:ext uri="{FF2B5EF4-FFF2-40B4-BE49-F238E27FC236}">
                    <a16:creationId xmlns:a16="http://schemas.microsoft.com/office/drawing/2014/main" id="{3AC29E9F-EB56-47E3-8FDD-91970D43F7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7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0" name="Freeform 215">
                <a:extLst>
                  <a:ext uri="{FF2B5EF4-FFF2-40B4-BE49-F238E27FC236}">
                    <a16:creationId xmlns:a16="http://schemas.microsoft.com/office/drawing/2014/main" id="{4C6008D2-B995-4C82-88B3-B765738EEF6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78" y="7752"/>
                <a:ext cx="8" cy="8"/>
              </a:xfrm>
              <a:custGeom>
                <a:avLst/>
                <a:gdLst>
                  <a:gd name="T0" fmla="*/ 0 w 10"/>
                  <a:gd name="T1" fmla="*/ 6 h 11"/>
                  <a:gd name="T2" fmla="*/ 3 w 10"/>
                  <a:gd name="T3" fmla="*/ 11 h 11"/>
                  <a:gd name="T4" fmla="*/ 10 w 10"/>
                  <a:gd name="T5" fmla="*/ 1 h 11"/>
                  <a:gd name="T6" fmla="*/ 6 w 10"/>
                  <a:gd name="T7" fmla="*/ 0 h 11"/>
                  <a:gd name="T8" fmla="*/ 0 w 10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cubicBezTo>
                      <a:pt x="0" y="8"/>
                      <a:pt x="1" y="9"/>
                      <a:pt x="3" y="11"/>
                    </a:cubicBezTo>
                    <a:cubicBezTo>
                      <a:pt x="5" y="8"/>
                      <a:pt x="8" y="4"/>
                      <a:pt x="10" y="1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1" name="Oval 216">
                <a:extLst>
                  <a:ext uri="{FF2B5EF4-FFF2-40B4-BE49-F238E27FC236}">
                    <a16:creationId xmlns:a16="http://schemas.microsoft.com/office/drawing/2014/main" id="{A455CBEE-D0A3-4D7E-B16B-B38AF0E4FF5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0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2" name="Oval 217">
                <a:extLst>
                  <a:ext uri="{FF2B5EF4-FFF2-40B4-BE49-F238E27FC236}">
                    <a16:creationId xmlns:a16="http://schemas.microsoft.com/office/drawing/2014/main" id="{707E9CEC-3C20-4995-B229-A25DD91B6B6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1" y="766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3" name="Oval 218">
                <a:extLst>
                  <a:ext uri="{FF2B5EF4-FFF2-40B4-BE49-F238E27FC236}">
                    <a16:creationId xmlns:a16="http://schemas.microsoft.com/office/drawing/2014/main" id="{68A642F8-90D5-41EE-A8E7-C36D3520570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4" name="Oval 219">
                <a:extLst>
                  <a:ext uri="{FF2B5EF4-FFF2-40B4-BE49-F238E27FC236}">
                    <a16:creationId xmlns:a16="http://schemas.microsoft.com/office/drawing/2014/main" id="{1CC2163E-05C1-46B0-B564-AB546AFA97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4" y="769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5" name="Oval 220">
                <a:extLst>
                  <a:ext uri="{FF2B5EF4-FFF2-40B4-BE49-F238E27FC236}">
                    <a16:creationId xmlns:a16="http://schemas.microsoft.com/office/drawing/2014/main" id="{C1D2B5F1-51D2-486E-99B7-8CAEDD77C19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71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6" name="Oval 221">
                <a:extLst>
                  <a:ext uri="{FF2B5EF4-FFF2-40B4-BE49-F238E27FC236}">
                    <a16:creationId xmlns:a16="http://schemas.microsoft.com/office/drawing/2014/main" id="{04E39326-1775-4BF9-9591-7AF00CCD0C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7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7" name="Oval 222">
                <a:extLst>
                  <a:ext uri="{FF2B5EF4-FFF2-40B4-BE49-F238E27FC236}">
                    <a16:creationId xmlns:a16="http://schemas.microsoft.com/office/drawing/2014/main" id="{6CCA6A8A-FC17-482C-9AF8-A7C35C9308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4" y="770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8" name="Oval 223">
                <a:extLst>
                  <a:ext uri="{FF2B5EF4-FFF2-40B4-BE49-F238E27FC236}">
                    <a16:creationId xmlns:a16="http://schemas.microsoft.com/office/drawing/2014/main" id="{FF8CECE8-C11C-48A0-B183-93C60783A85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4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9" name="Oval 224">
                <a:extLst>
                  <a:ext uri="{FF2B5EF4-FFF2-40B4-BE49-F238E27FC236}">
                    <a16:creationId xmlns:a16="http://schemas.microsoft.com/office/drawing/2014/main" id="{BBAB38B0-7C7F-4DEF-A9DC-32AE5F9C1AE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3" y="769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0" name="Oval 225">
                <a:extLst>
                  <a:ext uri="{FF2B5EF4-FFF2-40B4-BE49-F238E27FC236}">
                    <a16:creationId xmlns:a16="http://schemas.microsoft.com/office/drawing/2014/main" id="{3836EE07-1573-4399-86B2-D41F9580DAD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1" name="Oval 226">
                <a:extLst>
                  <a:ext uri="{FF2B5EF4-FFF2-40B4-BE49-F238E27FC236}">
                    <a16:creationId xmlns:a16="http://schemas.microsoft.com/office/drawing/2014/main" id="{11E9F834-EE03-4E69-806B-897184FA1BB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74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2" name="Oval 227">
                <a:extLst>
                  <a:ext uri="{FF2B5EF4-FFF2-40B4-BE49-F238E27FC236}">
                    <a16:creationId xmlns:a16="http://schemas.microsoft.com/office/drawing/2014/main" id="{D52258DC-C6B7-4B0B-BC19-7AC613AA3AB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75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3" name="Oval 228">
                <a:extLst>
                  <a:ext uri="{FF2B5EF4-FFF2-40B4-BE49-F238E27FC236}">
                    <a16:creationId xmlns:a16="http://schemas.microsoft.com/office/drawing/2014/main" id="{E073CF7C-3004-451E-B747-C5929B2004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57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4" name="Oval 229">
                <a:extLst>
                  <a:ext uri="{FF2B5EF4-FFF2-40B4-BE49-F238E27FC236}">
                    <a16:creationId xmlns:a16="http://schemas.microsoft.com/office/drawing/2014/main" id="{7FB2C704-A32F-4EFE-A6F2-4D217BFFA25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9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5" name="Oval 230">
                <a:extLst>
                  <a:ext uri="{FF2B5EF4-FFF2-40B4-BE49-F238E27FC236}">
                    <a16:creationId xmlns:a16="http://schemas.microsoft.com/office/drawing/2014/main" id="{F98C8610-9252-482B-A979-86285B49831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6" name="Oval 231">
                <a:extLst>
                  <a:ext uri="{FF2B5EF4-FFF2-40B4-BE49-F238E27FC236}">
                    <a16:creationId xmlns:a16="http://schemas.microsoft.com/office/drawing/2014/main" id="{E7DD7252-3C20-47A2-8E5F-A25D9A944D0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0" y="77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7" name="Oval 232">
                <a:extLst>
                  <a:ext uri="{FF2B5EF4-FFF2-40B4-BE49-F238E27FC236}">
                    <a16:creationId xmlns:a16="http://schemas.microsoft.com/office/drawing/2014/main" id="{59D3C2F4-FD2D-49D7-83C2-A133D9C017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4" y="76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8" name="Oval 233">
                <a:extLst>
                  <a:ext uri="{FF2B5EF4-FFF2-40B4-BE49-F238E27FC236}">
                    <a16:creationId xmlns:a16="http://schemas.microsoft.com/office/drawing/2014/main" id="{40CB7513-7AD5-495A-9005-3DEA1B3E267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8" y="778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9" name="Oval 234">
                <a:extLst>
                  <a:ext uri="{FF2B5EF4-FFF2-40B4-BE49-F238E27FC236}">
                    <a16:creationId xmlns:a16="http://schemas.microsoft.com/office/drawing/2014/main" id="{4F9D7D6E-A787-4321-A646-479181DD1E4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1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0" name="Oval 235">
                <a:extLst>
                  <a:ext uri="{FF2B5EF4-FFF2-40B4-BE49-F238E27FC236}">
                    <a16:creationId xmlns:a16="http://schemas.microsoft.com/office/drawing/2014/main" id="{DDD203ED-698D-431C-B7BF-D8EF372D1C6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1" name="Oval 236">
                <a:extLst>
                  <a:ext uri="{FF2B5EF4-FFF2-40B4-BE49-F238E27FC236}">
                    <a16:creationId xmlns:a16="http://schemas.microsoft.com/office/drawing/2014/main" id="{AB1033C6-BA0F-4A52-8827-AFC20DFA63D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81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2" name="Oval 237">
                <a:extLst>
                  <a:ext uri="{FF2B5EF4-FFF2-40B4-BE49-F238E27FC236}">
                    <a16:creationId xmlns:a16="http://schemas.microsoft.com/office/drawing/2014/main" id="{62AC1C52-E706-400E-9E4A-D25D99C559B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1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3" name="Oval 238">
                <a:extLst>
                  <a:ext uri="{FF2B5EF4-FFF2-40B4-BE49-F238E27FC236}">
                    <a16:creationId xmlns:a16="http://schemas.microsoft.com/office/drawing/2014/main" id="{D22B8CDA-B5B6-463D-8C36-9B332512A6A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2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4" name="Oval 239">
                <a:extLst>
                  <a:ext uri="{FF2B5EF4-FFF2-40B4-BE49-F238E27FC236}">
                    <a16:creationId xmlns:a16="http://schemas.microsoft.com/office/drawing/2014/main" id="{2B0E5A0A-FB41-4B73-9F75-38C31987E3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1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5" name="Oval 240">
                <a:extLst>
                  <a:ext uri="{FF2B5EF4-FFF2-40B4-BE49-F238E27FC236}">
                    <a16:creationId xmlns:a16="http://schemas.microsoft.com/office/drawing/2014/main" id="{14E5A246-0364-4F65-B1CC-A2C80A601C5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7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6" name="Oval 241">
                <a:extLst>
                  <a:ext uri="{FF2B5EF4-FFF2-40B4-BE49-F238E27FC236}">
                    <a16:creationId xmlns:a16="http://schemas.microsoft.com/office/drawing/2014/main" id="{E8978FBA-BA18-4490-AF3F-60E48A4E95F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7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7" name="Oval 242">
                <a:extLst>
                  <a:ext uri="{FF2B5EF4-FFF2-40B4-BE49-F238E27FC236}">
                    <a16:creationId xmlns:a16="http://schemas.microsoft.com/office/drawing/2014/main" id="{E6B0F94F-C31D-4465-948A-DA034B27A1C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7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8" name="Oval 243">
                <a:extLst>
                  <a:ext uri="{FF2B5EF4-FFF2-40B4-BE49-F238E27FC236}">
                    <a16:creationId xmlns:a16="http://schemas.microsoft.com/office/drawing/2014/main" id="{9D660847-911B-4C2B-9D14-04C24733F78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5" y="770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9" name="Oval 244">
                <a:extLst>
                  <a:ext uri="{FF2B5EF4-FFF2-40B4-BE49-F238E27FC236}">
                    <a16:creationId xmlns:a16="http://schemas.microsoft.com/office/drawing/2014/main" id="{8CCED364-D10F-4D2A-B245-F8335809D5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9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0" name="Oval 245">
                <a:extLst>
                  <a:ext uri="{FF2B5EF4-FFF2-40B4-BE49-F238E27FC236}">
                    <a16:creationId xmlns:a16="http://schemas.microsoft.com/office/drawing/2014/main" id="{626780C2-BCAE-472F-B80D-DF57642A269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9" y="774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1" name="Oval 246">
                <a:extLst>
                  <a:ext uri="{FF2B5EF4-FFF2-40B4-BE49-F238E27FC236}">
                    <a16:creationId xmlns:a16="http://schemas.microsoft.com/office/drawing/2014/main" id="{3A7B18A8-BB1B-4B5E-8217-82DE7E6D8E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2" name="Oval 247">
                <a:extLst>
                  <a:ext uri="{FF2B5EF4-FFF2-40B4-BE49-F238E27FC236}">
                    <a16:creationId xmlns:a16="http://schemas.microsoft.com/office/drawing/2014/main" id="{891AC4FC-8B06-4DC2-98DB-C778B503AC0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198" y="762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3" name="Oval 248">
                <a:extLst>
                  <a:ext uri="{FF2B5EF4-FFF2-40B4-BE49-F238E27FC236}">
                    <a16:creationId xmlns:a16="http://schemas.microsoft.com/office/drawing/2014/main" id="{644AC642-2775-403B-9394-CB1BC76BE23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7" y="76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4" name="Freeform 249">
                <a:extLst>
                  <a:ext uri="{FF2B5EF4-FFF2-40B4-BE49-F238E27FC236}">
                    <a16:creationId xmlns:a16="http://schemas.microsoft.com/office/drawing/2014/main" id="{561BD2CB-0230-4529-B473-A463B2FEFDC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04" y="7810"/>
                <a:ext cx="8" cy="6"/>
              </a:xfrm>
              <a:custGeom>
                <a:avLst/>
                <a:gdLst>
                  <a:gd name="T0" fmla="*/ 11 w 11"/>
                  <a:gd name="T1" fmla="*/ 5 h 8"/>
                  <a:gd name="T2" fmla="*/ 5 w 11"/>
                  <a:gd name="T3" fmla="*/ 0 h 8"/>
                  <a:gd name="T4" fmla="*/ 0 w 11"/>
                  <a:gd name="T5" fmla="*/ 5 h 8"/>
                  <a:gd name="T6" fmla="*/ 10 w 11"/>
                  <a:gd name="T7" fmla="*/ 8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3" y="6"/>
                      <a:pt x="7" y="7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5" name="Oval 250">
                <a:extLst>
                  <a:ext uri="{FF2B5EF4-FFF2-40B4-BE49-F238E27FC236}">
                    <a16:creationId xmlns:a16="http://schemas.microsoft.com/office/drawing/2014/main" id="{F2317314-D545-4737-BC57-362F20444CD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9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6" name="Oval 251">
                <a:extLst>
                  <a:ext uri="{FF2B5EF4-FFF2-40B4-BE49-F238E27FC236}">
                    <a16:creationId xmlns:a16="http://schemas.microsoft.com/office/drawing/2014/main" id="{CFEE6F02-180A-4423-8DEC-9CAB6EF1C4C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3" y="770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7" name="Oval 252">
                <a:extLst>
                  <a:ext uri="{FF2B5EF4-FFF2-40B4-BE49-F238E27FC236}">
                    <a16:creationId xmlns:a16="http://schemas.microsoft.com/office/drawing/2014/main" id="{10556BF9-3659-47F4-9922-1E49C282AA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1" y="767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8" name="Oval 253">
                <a:extLst>
                  <a:ext uri="{FF2B5EF4-FFF2-40B4-BE49-F238E27FC236}">
                    <a16:creationId xmlns:a16="http://schemas.microsoft.com/office/drawing/2014/main" id="{5BA64F96-1E02-4533-A7C0-2251625FB9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74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9" name="Oval 254">
                <a:extLst>
                  <a:ext uri="{FF2B5EF4-FFF2-40B4-BE49-F238E27FC236}">
                    <a16:creationId xmlns:a16="http://schemas.microsoft.com/office/drawing/2014/main" id="{8C13AD79-A3C3-4716-A40B-52280F6766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0" name="Oval 255">
                <a:extLst>
                  <a:ext uri="{FF2B5EF4-FFF2-40B4-BE49-F238E27FC236}">
                    <a16:creationId xmlns:a16="http://schemas.microsoft.com/office/drawing/2014/main" id="{EAE05D01-C775-4709-9164-ADB68195B7C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3" y="776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1" name="Oval 256">
                <a:extLst>
                  <a:ext uri="{FF2B5EF4-FFF2-40B4-BE49-F238E27FC236}">
                    <a16:creationId xmlns:a16="http://schemas.microsoft.com/office/drawing/2014/main" id="{31F6E0C4-786E-47FA-A4A0-274575B9AF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65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2" name="Oval 257">
                <a:extLst>
                  <a:ext uri="{FF2B5EF4-FFF2-40B4-BE49-F238E27FC236}">
                    <a16:creationId xmlns:a16="http://schemas.microsoft.com/office/drawing/2014/main" id="{5AF0E032-6A11-4672-9461-A24793E4F6A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9" y="765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3" name="Oval 258">
                <a:extLst>
                  <a:ext uri="{FF2B5EF4-FFF2-40B4-BE49-F238E27FC236}">
                    <a16:creationId xmlns:a16="http://schemas.microsoft.com/office/drawing/2014/main" id="{FA552B3D-D4DC-412D-81B2-A14E1229B4C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0" y="76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4" name="Freeform 259">
                <a:extLst>
                  <a:ext uri="{FF2B5EF4-FFF2-40B4-BE49-F238E27FC236}">
                    <a16:creationId xmlns:a16="http://schemas.microsoft.com/office/drawing/2014/main" id="{B8C1C6E7-14FF-48B3-B79C-7C611D6609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46" y="7779"/>
                <a:ext cx="9" cy="9"/>
              </a:xfrm>
              <a:custGeom>
                <a:avLst/>
                <a:gdLst>
                  <a:gd name="T0" fmla="*/ 8 w 12"/>
                  <a:gd name="T1" fmla="*/ 12 h 12"/>
                  <a:gd name="T2" fmla="*/ 12 w 12"/>
                  <a:gd name="T3" fmla="*/ 6 h 12"/>
                  <a:gd name="T4" fmla="*/ 6 w 12"/>
                  <a:gd name="T5" fmla="*/ 0 h 12"/>
                  <a:gd name="T6" fmla="*/ 0 w 12"/>
                  <a:gd name="T7" fmla="*/ 6 h 12"/>
                  <a:gd name="T8" fmla="*/ 0 w 12"/>
                  <a:gd name="T9" fmla="*/ 6 h 12"/>
                  <a:gd name="T10" fmla="*/ 8 w 1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5" name="Oval 260">
                <a:extLst>
                  <a:ext uri="{FF2B5EF4-FFF2-40B4-BE49-F238E27FC236}">
                    <a16:creationId xmlns:a16="http://schemas.microsoft.com/office/drawing/2014/main" id="{38470746-4BFF-4EC8-9403-E8462F747A9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1" y="769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6" name="Oval 261">
                <a:extLst>
                  <a:ext uri="{FF2B5EF4-FFF2-40B4-BE49-F238E27FC236}">
                    <a16:creationId xmlns:a16="http://schemas.microsoft.com/office/drawing/2014/main" id="{8903DF15-184F-4592-BF89-D857B92A2EA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1" y="779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7" name="Oval 262">
                <a:extLst>
                  <a:ext uri="{FF2B5EF4-FFF2-40B4-BE49-F238E27FC236}">
                    <a16:creationId xmlns:a16="http://schemas.microsoft.com/office/drawing/2014/main" id="{74008BF8-D0B0-4013-8218-7F47224F8C3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9" y="778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8" name="Oval 263">
                <a:extLst>
                  <a:ext uri="{FF2B5EF4-FFF2-40B4-BE49-F238E27FC236}">
                    <a16:creationId xmlns:a16="http://schemas.microsoft.com/office/drawing/2014/main" id="{E8FAC6A9-8BF3-4FE6-BC5C-13D4FD52DB3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8" y="762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9" name="Oval 264">
                <a:extLst>
                  <a:ext uri="{FF2B5EF4-FFF2-40B4-BE49-F238E27FC236}">
                    <a16:creationId xmlns:a16="http://schemas.microsoft.com/office/drawing/2014/main" id="{18D0AECA-D947-4C1D-886D-A1EF7B9A8B1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6" y="75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0" name="Freeform 265">
                <a:extLst>
                  <a:ext uri="{FF2B5EF4-FFF2-40B4-BE49-F238E27FC236}">
                    <a16:creationId xmlns:a16="http://schemas.microsoft.com/office/drawing/2014/main" id="{2C6701E4-EDD6-4538-BF88-2483ED7479F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69" y="7794"/>
                <a:ext cx="8" cy="9"/>
              </a:xfrm>
              <a:custGeom>
                <a:avLst/>
                <a:gdLst>
                  <a:gd name="T0" fmla="*/ 11 w 11"/>
                  <a:gd name="T1" fmla="*/ 6 h 11"/>
                  <a:gd name="T2" fmla="*/ 5 w 11"/>
                  <a:gd name="T3" fmla="*/ 0 h 11"/>
                  <a:gd name="T4" fmla="*/ 0 w 11"/>
                  <a:gd name="T5" fmla="*/ 6 h 11"/>
                  <a:gd name="T6" fmla="*/ 9 w 11"/>
                  <a:gd name="T7" fmla="*/ 11 h 11"/>
                  <a:gd name="T8" fmla="*/ 11 w 11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0" y="9"/>
                      <a:pt x="11" y="8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1" name="Oval 266">
                <a:extLst>
                  <a:ext uri="{FF2B5EF4-FFF2-40B4-BE49-F238E27FC236}">
                    <a16:creationId xmlns:a16="http://schemas.microsoft.com/office/drawing/2014/main" id="{9800A918-6062-4815-8C8D-AF2690016B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2" name="Oval 267">
                <a:extLst>
                  <a:ext uri="{FF2B5EF4-FFF2-40B4-BE49-F238E27FC236}">
                    <a16:creationId xmlns:a16="http://schemas.microsoft.com/office/drawing/2014/main" id="{4B93148F-5E2E-4C95-9E2E-0EB3872C664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75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3" name="Oval 268">
                <a:extLst>
                  <a:ext uri="{FF2B5EF4-FFF2-40B4-BE49-F238E27FC236}">
                    <a16:creationId xmlns:a16="http://schemas.microsoft.com/office/drawing/2014/main" id="{6A7883B7-0D18-445E-8538-B1BB207175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55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4" name="Oval 269">
                <a:extLst>
                  <a:ext uri="{FF2B5EF4-FFF2-40B4-BE49-F238E27FC236}">
                    <a16:creationId xmlns:a16="http://schemas.microsoft.com/office/drawing/2014/main" id="{4864E833-B2D2-4D0C-A38F-C3528B3B2B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7" y="77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5" name="Oval 270">
                <a:extLst>
                  <a:ext uri="{FF2B5EF4-FFF2-40B4-BE49-F238E27FC236}">
                    <a16:creationId xmlns:a16="http://schemas.microsoft.com/office/drawing/2014/main" id="{AC44E687-A89A-449C-BA61-F33D8561CB0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3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6" name="Oval 271">
                <a:extLst>
                  <a:ext uri="{FF2B5EF4-FFF2-40B4-BE49-F238E27FC236}">
                    <a16:creationId xmlns:a16="http://schemas.microsoft.com/office/drawing/2014/main" id="{32B358F4-0B27-498A-831A-4147C432459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5" y="77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7" name="Oval 272">
                <a:extLst>
                  <a:ext uri="{FF2B5EF4-FFF2-40B4-BE49-F238E27FC236}">
                    <a16:creationId xmlns:a16="http://schemas.microsoft.com/office/drawing/2014/main" id="{11CFBF85-DF5C-416A-9CE0-8380BC3ED55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8" y="765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8" name="Oval 273">
                <a:extLst>
                  <a:ext uri="{FF2B5EF4-FFF2-40B4-BE49-F238E27FC236}">
                    <a16:creationId xmlns:a16="http://schemas.microsoft.com/office/drawing/2014/main" id="{9239BA49-10FC-4529-A850-DCE891C859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7" y="77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9" name="Oval 274">
                <a:extLst>
                  <a:ext uri="{FF2B5EF4-FFF2-40B4-BE49-F238E27FC236}">
                    <a16:creationId xmlns:a16="http://schemas.microsoft.com/office/drawing/2014/main" id="{68032F29-6BED-447B-9AC8-490BD3618CE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0" y="780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0" name="Oval 275">
                <a:extLst>
                  <a:ext uri="{FF2B5EF4-FFF2-40B4-BE49-F238E27FC236}">
                    <a16:creationId xmlns:a16="http://schemas.microsoft.com/office/drawing/2014/main" id="{4E7F6766-7260-4904-A45E-1C82311ABD9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2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1" name="Oval 276">
                <a:extLst>
                  <a:ext uri="{FF2B5EF4-FFF2-40B4-BE49-F238E27FC236}">
                    <a16:creationId xmlns:a16="http://schemas.microsoft.com/office/drawing/2014/main" id="{C1D4F745-C502-4A81-B43A-C7C2D3A62F3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8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2" name="Oval 277">
                <a:extLst>
                  <a:ext uri="{FF2B5EF4-FFF2-40B4-BE49-F238E27FC236}">
                    <a16:creationId xmlns:a16="http://schemas.microsoft.com/office/drawing/2014/main" id="{720EFF90-7662-4AAC-B95E-5A970B19424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3" name="Oval 278">
                <a:extLst>
                  <a:ext uri="{FF2B5EF4-FFF2-40B4-BE49-F238E27FC236}">
                    <a16:creationId xmlns:a16="http://schemas.microsoft.com/office/drawing/2014/main" id="{502DCDAC-4122-4232-AF10-5E9DC961919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4" name="Oval 279">
                <a:extLst>
                  <a:ext uri="{FF2B5EF4-FFF2-40B4-BE49-F238E27FC236}">
                    <a16:creationId xmlns:a16="http://schemas.microsoft.com/office/drawing/2014/main" id="{240E77B5-ACAB-46A2-B4CB-D1E1D8E1984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5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5" name="Oval 280">
                <a:extLst>
                  <a:ext uri="{FF2B5EF4-FFF2-40B4-BE49-F238E27FC236}">
                    <a16:creationId xmlns:a16="http://schemas.microsoft.com/office/drawing/2014/main" id="{B169C9BD-F5D1-4CEE-8CA1-7F5A543597C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3" y="760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6" name="Freeform 281">
                <a:extLst>
                  <a:ext uri="{FF2B5EF4-FFF2-40B4-BE49-F238E27FC236}">
                    <a16:creationId xmlns:a16="http://schemas.microsoft.com/office/drawing/2014/main" id="{25FF3762-32F8-4291-BEE3-6B322A015C2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91" y="7700"/>
                <a:ext cx="5" cy="8"/>
              </a:xfrm>
              <a:custGeom>
                <a:avLst/>
                <a:gdLst>
                  <a:gd name="T0" fmla="*/ 7 w 7"/>
                  <a:gd name="T1" fmla="*/ 6 h 11"/>
                  <a:gd name="T2" fmla="*/ 2 w 7"/>
                  <a:gd name="T3" fmla="*/ 0 h 11"/>
                  <a:gd name="T4" fmla="*/ 0 w 7"/>
                  <a:gd name="T5" fmla="*/ 1 h 11"/>
                  <a:gd name="T6" fmla="*/ 3 w 7"/>
                  <a:gd name="T7" fmla="*/ 11 h 11"/>
                  <a:gd name="T8" fmla="*/ 7 w 7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6"/>
                    </a:moveTo>
                    <a:cubicBezTo>
                      <a:pt x="7" y="3"/>
                      <a:pt x="5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6" y="11"/>
                      <a:pt x="7" y="9"/>
                      <a:pt x="7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7" name="Oval 282">
                <a:extLst>
                  <a:ext uri="{FF2B5EF4-FFF2-40B4-BE49-F238E27FC236}">
                    <a16:creationId xmlns:a16="http://schemas.microsoft.com/office/drawing/2014/main" id="{3A6A5C8F-84C9-4A0F-AA5B-CA4D7DCA3D1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8" name="Oval 283">
                <a:extLst>
                  <a:ext uri="{FF2B5EF4-FFF2-40B4-BE49-F238E27FC236}">
                    <a16:creationId xmlns:a16="http://schemas.microsoft.com/office/drawing/2014/main" id="{F9ECBD68-83EA-4C1D-9F01-DDC7EBE5773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8" y="775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9" name="Oval 284">
                <a:extLst>
                  <a:ext uri="{FF2B5EF4-FFF2-40B4-BE49-F238E27FC236}">
                    <a16:creationId xmlns:a16="http://schemas.microsoft.com/office/drawing/2014/main" id="{F88C549D-0BAF-483B-8C02-E4382603B2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2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0" name="Oval 285">
                <a:extLst>
                  <a:ext uri="{FF2B5EF4-FFF2-40B4-BE49-F238E27FC236}">
                    <a16:creationId xmlns:a16="http://schemas.microsoft.com/office/drawing/2014/main" id="{BA2C25E2-C198-4E36-A77C-DDE61421719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70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1" name="Oval 286">
                <a:extLst>
                  <a:ext uri="{FF2B5EF4-FFF2-40B4-BE49-F238E27FC236}">
                    <a16:creationId xmlns:a16="http://schemas.microsoft.com/office/drawing/2014/main" id="{ABBE0722-14ED-478A-813A-4C071946F78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4" y="75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2" name="Freeform 287">
                <a:extLst>
                  <a:ext uri="{FF2B5EF4-FFF2-40B4-BE49-F238E27FC236}">
                    <a16:creationId xmlns:a16="http://schemas.microsoft.com/office/drawing/2014/main" id="{AD7D2AC5-A1D8-4B2F-992E-CD2D75CAE83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0" y="7802"/>
                <a:ext cx="9" cy="7"/>
              </a:xfrm>
              <a:custGeom>
                <a:avLst/>
                <a:gdLst>
                  <a:gd name="T0" fmla="*/ 12 w 12"/>
                  <a:gd name="T1" fmla="*/ 6 h 10"/>
                  <a:gd name="T2" fmla="*/ 12 w 12"/>
                  <a:gd name="T3" fmla="*/ 6 h 10"/>
                  <a:gd name="T4" fmla="*/ 6 w 12"/>
                  <a:gd name="T5" fmla="*/ 0 h 10"/>
                  <a:gd name="T6" fmla="*/ 0 w 12"/>
                  <a:gd name="T7" fmla="*/ 6 h 10"/>
                  <a:gd name="T8" fmla="*/ 2 w 12"/>
                  <a:gd name="T9" fmla="*/ 10 h 10"/>
                  <a:gd name="T10" fmla="*/ 12 w 12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5" y="9"/>
                      <a:pt x="9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3" name="Oval 288">
                <a:extLst>
                  <a:ext uri="{FF2B5EF4-FFF2-40B4-BE49-F238E27FC236}">
                    <a16:creationId xmlns:a16="http://schemas.microsoft.com/office/drawing/2014/main" id="{BE0B9588-4898-4F6A-A5A2-EC164EFD6A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8" y="761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4" name="Oval 289">
                <a:extLst>
                  <a:ext uri="{FF2B5EF4-FFF2-40B4-BE49-F238E27FC236}">
                    <a16:creationId xmlns:a16="http://schemas.microsoft.com/office/drawing/2014/main" id="{5072FC73-0F29-4E46-8C4F-3044C98E9F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3" y="773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5" name="Oval 290">
                <a:extLst>
                  <a:ext uri="{FF2B5EF4-FFF2-40B4-BE49-F238E27FC236}">
                    <a16:creationId xmlns:a16="http://schemas.microsoft.com/office/drawing/2014/main" id="{E7DAB431-D15A-4E9A-997F-415F9D6DBA6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2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6" name="Oval 291">
                <a:extLst>
                  <a:ext uri="{FF2B5EF4-FFF2-40B4-BE49-F238E27FC236}">
                    <a16:creationId xmlns:a16="http://schemas.microsoft.com/office/drawing/2014/main" id="{38C839A3-7D18-4A50-A13C-A5BDD1B6943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4" y="766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7" name="Oval 292">
                <a:extLst>
                  <a:ext uri="{FF2B5EF4-FFF2-40B4-BE49-F238E27FC236}">
                    <a16:creationId xmlns:a16="http://schemas.microsoft.com/office/drawing/2014/main" id="{20E7390E-72DF-46A1-BE33-D50E14F89D9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5" y="774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8" name="Oval 293">
                <a:extLst>
                  <a:ext uri="{FF2B5EF4-FFF2-40B4-BE49-F238E27FC236}">
                    <a16:creationId xmlns:a16="http://schemas.microsoft.com/office/drawing/2014/main" id="{B9F400C6-7B1B-4C33-908A-2E19EB9DC9C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52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9" name="Oval 294">
                <a:extLst>
                  <a:ext uri="{FF2B5EF4-FFF2-40B4-BE49-F238E27FC236}">
                    <a16:creationId xmlns:a16="http://schemas.microsoft.com/office/drawing/2014/main" id="{A40455ED-2CF0-45FB-9F6C-576DA4EAA66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2" y="757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0" name="Oval 295">
                <a:extLst>
                  <a:ext uri="{FF2B5EF4-FFF2-40B4-BE49-F238E27FC236}">
                    <a16:creationId xmlns:a16="http://schemas.microsoft.com/office/drawing/2014/main" id="{D57CCC70-7217-4E5A-832A-206F527BD11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2" y="771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1" name="Oval 296">
                <a:extLst>
                  <a:ext uri="{FF2B5EF4-FFF2-40B4-BE49-F238E27FC236}">
                    <a16:creationId xmlns:a16="http://schemas.microsoft.com/office/drawing/2014/main" id="{17795D8E-EF1D-405C-A4B4-A48F021BB4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2" y="76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2" name="Oval 297">
                <a:extLst>
                  <a:ext uri="{FF2B5EF4-FFF2-40B4-BE49-F238E27FC236}">
                    <a16:creationId xmlns:a16="http://schemas.microsoft.com/office/drawing/2014/main" id="{A23E028B-E182-4C38-A481-A2ABEF8075F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0" y="76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3" name="Oval 298">
                <a:extLst>
                  <a:ext uri="{FF2B5EF4-FFF2-40B4-BE49-F238E27FC236}">
                    <a16:creationId xmlns:a16="http://schemas.microsoft.com/office/drawing/2014/main" id="{871BE4E4-41E0-4DEA-A93B-9AF1F30E46D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5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4" name="Oval 299">
                <a:extLst>
                  <a:ext uri="{FF2B5EF4-FFF2-40B4-BE49-F238E27FC236}">
                    <a16:creationId xmlns:a16="http://schemas.microsoft.com/office/drawing/2014/main" id="{CD5169AB-97BF-4A26-9FB1-29FB1FFB11D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2" y="767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5" name="Oval 300">
                <a:extLst>
                  <a:ext uri="{FF2B5EF4-FFF2-40B4-BE49-F238E27FC236}">
                    <a16:creationId xmlns:a16="http://schemas.microsoft.com/office/drawing/2014/main" id="{6CFFD2F7-47A2-4E0D-B6D6-4F79648028B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8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6" name="Oval 301">
                <a:extLst>
                  <a:ext uri="{FF2B5EF4-FFF2-40B4-BE49-F238E27FC236}">
                    <a16:creationId xmlns:a16="http://schemas.microsoft.com/office/drawing/2014/main" id="{617E1BA7-FCC4-4F34-8A8B-F7550FD4A9B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7" name="Oval 302">
                <a:extLst>
                  <a:ext uri="{FF2B5EF4-FFF2-40B4-BE49-F238E27FC236}">
                    <a16:creationId xmlns:a16="http://schemas.microsoft.com/office/drawing/2014/main" id="{B15191B6-16F4-4294-92D6-625C4A1BC29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0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8" name="Oval 303">
                <a:extLst>
                  <a:ext uri="{FF2B5EF4-FFF2-40B4-BE49-F238E27FC236}">
                    <a16:creationId xmlns:a16="http://schemas.microsoft.com/office/drawing/2014/main" id="{0FA8BF0B-9E22-4B67-88BA-84022DDBAA9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9" y="757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9" name="Oval 304">
                <a:extLst>
                  <a:ext uri="{FF2B5EF4-FFF2-40B4-BE49-F238E27FC236}">
                    <a16:creationId xmlns:a16="http://schemas.microsoft.com/office/drawing/2014/main" id="{A62D8E51-1164-45D3-B1EE-122E4DB2BFD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75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0" name="Oval 305">
                <a:extLst>
                  <a:ext uri="{FF2B5EF4-FFF2-40B4-BE49-F238E27FC236}">
                    <a16:creationId xmlns:a16="http://schemas.microsoft.com/office/drawing/2014/main" id="{7F0C570B-E477-4A5F-830A-C6B55F2323A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4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1" name="Oval 306">
                <a:extLst>
                  <a:ext uri="{FF2B5EF4-FFF2-40B4-BE49-F238E27FC236}">
                    <a16:creationId xmlns:a16="http://schemas.microsoft.com/office/drawing/2014/main" id="{CA676A67-831E-48F2-9248-36EC9929C5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6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2" name="Oval 307">
                <a:extLst>
                  <a:ext uri="{FF2B5EF4-FFF2-40B4-BE49-F238E27FC236}">
                    <a16:creationId xmlns:a16="http://schemas.microsoft.com/office/drawing/2014/main" id="{ABD1F230-37F3-4E5D-B74A-05C3F87C37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8" y="778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3" name="Oval 308">
                <a:extLst>
                  <a:ext uri="{FF2B5EF4-FFF2-40B4-BE49-F238E27FC236}">
                    <a16:creationId xmlns:a16="http://schemas.microsoft.com/office/drawing/2014/main" id="{B094E0F4-DAE3-4DC6-8236-FDD0026AEFF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7" y="76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4" name="Oval 309">
                <a:extLst>
                  <a:ext uri="{FF2B5EF4-FFF2-40B4-BE49-F238E27FC236}">
                    <a16:creationId xmlns:a16="http://schemas.microsoft.com/office/drawing/2014/main" id="{339542D5-0D16-43AF-9C2C-A8A71F9E14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7" y="756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5" name="Oval 310">
                <a:extLst>
                  <a:ext uri="{FF2B5EF4-FFF2-40B4-BE49-F238E27FC236}">
                    <a16:creationId xmlns:a16="http://schemas.microsoft.com/office/drawing/2014/main" id="{061345DA-AFDE-4410-B68E-6B3797B4065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7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6" name="Oval 311">
                <a:extLst>
                  <a:ext uri="{FF2B5EF4-FFF2-40B4-BE49-F238E27FC236}">
                    <a16:creationId xmlns:a16="http://schemas.microsoft.com/office/drawing/2014/main" id="{FCC85A77-43F0-4F9B-A139-7A5CB86C6EA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7" name="Oval 312">
                <a:extLst>
                  <a:ext uri="{FF2B5EF4-FFF2-40B4-BE49-F238E27FC236}">
                    <a16:creationId xmlns:a16="http://schemas.microsoft.com/office/drawing/2014/main" id="{9D98ECC9-C179-4975-B196-17E47D52467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9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8" name="Oval 313">
                <a:extLst>
                  <a:ext uri="{FF2B5EF4-FFF2-40B4-BE49-F238E27FC236}">
                    <a16:creationId xmlns:a16="http://schemas.microsoft.com/office/drawing/2014/main" id="{BD92F472-CF1E-4ABA-BB93-0695D9D8F1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0" y="76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9" name="Oval 314">
                <a:extLst>
                  <a:ext uri="{FF2B5EF4-FFF2-40B4-BE49-F238E27FC236}">
                    <a16:creationId xmlns:a16="http://schemas.microsoft.com/office/drawing/2014/main" id="{0B9A5257-3070-4246-90CD-5B242EB2A8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5" y="768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0" name="Oval 315">
                <a:extLst>
                  <a:ext uri="{FF2B5EF4-FFF2-40B4-BE49-F238E27FC236}">
                    <a16:creationId xmlns:a16="http://schemas.microsoft.com/office/drawing/2014/main" id="{98DD9F20-AFE4-4C94-8D27-41424459268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1" name="Oval 316">
                <a:extLst>
                  <a:ext uri="{FF2B5EF4-FFF2-40B4-BE49-F238E27FC236}">
                    <a16:creationId xmlns:a16="http://schemas.microsoft.com/office/drawing/2014/main" id="{A5D4FBF0-E474-481E-9A55-1BAF7092C5F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2" name="Oval 317">
                <a:extLst>
                  <a:ext uri="{FF2B5EF4-FFF2-40B4-BE49-F238E27FC236}">
                    <a16:creationId xmlns:a16="http://schemas.microsoft.com/office/drawing/2014/main" id="{30BBCEB3-5826-465A-8470-1BCE0E7FA6C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3" name="Freeform 318">
                <a:extLst>
                  <a:ext uri="{FF2B5EF4-FFF2-40B4-BE49-F238E27FC236}">
                    <a16:creationId xmlns:a16="http://schemas.microsoft.com/office/drawing/2014/main" id="{E317F8EE-37C7-4250-BFFA-CC224FB57BA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3" y="7797"/>
                <a:ext cx="8" cy="7"/>
              </a:xfrm>
              <a:custGeom>
                <a:avLst/>
                <a:gdLst>
                  <a:gd name="T0" fmla="*/ 11 w 11"/>
                  <a:gd name="T1" fmla="*/ 4 h 9"/>
                  <a:gd name="T2" fmla="*/ 6 w 11"/>
                  <a:gd name="T3" fmla="*/ 0 h 9"/>
                  <a:gd name="T4" fmla="*/ 0 w 11"/>
                  <a:gd name="T5" fmla="*/ 6 h 9"/>
                  <a:gd name="T6" fmla="*/ 1 w 11"/>
                  <a:gd name="T7" fmla="*/ 9 h 9"/>
                  <a:gd name="T8" fmla="*/ 11 w 11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2"/>
                      <a:pt x="8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7"/>
                      <a:pt x="8" y="6"/>
                      <a:pt x="1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4" name="Oval 319">
                <a:extLst>
                  <a:ext uri="{FF2B5EF4-FFF2-40B4-BE49-F238E27FC236}">
                    <a16:creationId xmlns:a16="http://schemas.microsoft.com/office/drawing/2014/main" id="{F9A9C8BD-1517-4707-8AE6-ABBD91D538A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63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5" name="Oval 320">
                <a:extLst>
                  <a:ext uri="{FF2B5EF4-FFF2-40B4-BE49-F238E27FC236}">
                    <a16:creationId xmlns:a16="http://schemas.microsoft.com/office/drawing/2014/main" id="{655EC413-874F-40C4-A00C-366159D888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4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6" name="Oval 321">
                <a:extLst>
                  <a:ext uri="{FF2B5EF4-FFF2-40B4-BE49-F238E27FC236}">
                    <a16:creationId xmlns:a16="http://schemas.microsoft.com/office/drawing/2014/main" id="{B0AC6B8B-E225-4CB9-B6BF-84188E91DA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3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7" name="Freeform 322">
                <a:extLst>
                  <a:ext uri="{FF2B5EF4-FFF2-40B4-BE49-F238E27FC236}">
                    <a16:creationId xmlns:a16="http://schemas.microsoft.com/office/drawing/2014/main" id="{B6498000-5E29-4707-938C-FA539776414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6" y="7810"/>
                <a:ext cx="8" cy="7"/>
              </a:xfrm>
              <a:custGeom>
                <a:avLst/>
                <a:gdLst>
                  <a:gd name="T0" fmla="*/ 11 w 11"/>
                  <a:gd name="T1" fmla="*/ 6 h 9"/>
                  <a:gd name="T2" fmla="*/ 11 w 11"/>
                  <a:gd name="T3" fmla="*/ 6 h 9"/>
                  <a:gd name="T4" fmla="*/ 5 w 11"/>
                  <a:gd name="T5" fmla="*/ 0 h 9"/>
                  <a:gd name="T6" fmla="*/ 0 w 11"/>
                  <a:gd name="T7" fmla="*/ 6 h 9"/>
                  <a:gd name="T8" fmla="*/ 1 w 11"/>
                  <a:gd name="T9" fmla="*/ 9 h 9"/>
                  <a:gd name="T10" fmla="*/ 11 w 11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8"/>
                      <a:pt x="8" y="7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8" name="Oval 323">
                <a:extLst>
                  <a:ext uri="{FF2B5EF4-FFF2-40B4-BE49-F238E27FC236}">
                    <a16:creationId xmlns:a16="http://schemas.microsoft.com/office/drawing/2014/main" id="{C0D8D76F-E8BC-4186-B9D1-175D4C5D5F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2" y="769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9" name="Oval 324">
                <a:extLst>
                  <a:ext uri="{FF2B5EF4-FFF2-40B4-BE49-F238E27FC236}">
                    <a16:creationId xmlns:a16="http://schemas.microsoft.com/office/drawing/2014/main" id="{584DF845-120F-4D22-A72A-019BD7364C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0" name="Freeform 325">
                <a:extLst>
                  <a:ext uri="{FF2B5EF4-FFF2-40B4-BE49-F238E27FC236}">
                    <a16:creationId xmlns:a16="http://schemas.microsoft.com/office/drawing/2014/main" id="{95F579A2-F51A-4F12-AA39-FCA67C54F2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27" y="7764"/>
                <a:ext cx="7" cy="7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2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3"/>
                      <a:pt x="7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1" name="Oval 326">
                <a:extLst>
                  <a:ext uri="{FF2B5EF4-FFF2-40B4-BE49-F238E27FC236}">
                    <a16:creationId xmlns:a16="http://schemas.microsoft.com/office/drawing/2014/main" id="{142639BB-C7A8-4F74-A51E-C39D63BF838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2" name="Oval 327">
                <a:extLst>
                  <a:ext uri="{FF2B5EF4-FFF2-40B4-BE49-F238E27FC236}">
                    <a16:creationId xmlns:a16="http://schemas.microsoft.com/office/drawing/2014/main" id="{DF947083-548B-4083-BC14-BB55E226F1C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9" y="769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3" name="Freeform 328">
                <a:extLst>
                  <a:ext uri="{FF2B5EF4-FFF2-40B4-BE49-F238E27FC236}">
                    <a16:creationId xmlns:a16="http://schemas.microsoft.com/office/drawing/2014/main" id="{F6577961-8507-4D7F-8249-56BAEBE5EA4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36" y="7770"/>
                <a:ext cx="8" cy="9"/>
              </a:xfrm>
              <a:custGeom>
                <a:avLst/>
                <a:gdLst>
                  <a:gd name="T0" fmla="*/ 12 w 12"/>
                  <a:gd name="T1" fmla="*/ 6 h 11"/>
                  <a:gd name="T2" fmla="*/ 6 w 12"/>
                  <a:gd name="T3" fmla="*/ 0 h 11"/>
                  <a:gd name="T4" fmla="*/ 0 w 12"/>
                  <a:gd name="T5" fmla="*/ 5 h 11"/>
                  <a:gd name="T6" fmla="*/ 7 w 12"/>
                  <a:gd name="T7" fmla="*/ 11 h 11"/>
                  <a:gd name="T8" fmla="*/ 12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3" y="7"/>
                      <a:pt x="5" y="9"/>
                      <a:pt x="7" y="11"/>
                    </a:cubicBezTo>
                    <a:cubicBezTo>
                      <a:pt x="10" y="10"/>
                      <a:pt x="12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4" name="Oval 329">
                <a:extLst>
                  <a:ext uri="{FF2B5EF4-FFF2-40B4-BE49-F238E27FC236}">
                    <a16:creationId xmlns:a16="http://schemas.microsoft.com/office/drawing/2014/main" id="{0F885D4D-4640-4E5F-A6E2-1345EE02D6C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2" y="768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5" name="Oval 330">
                <a:extLst>
                  <a:ext uri="{FF2B5EF4-FFF2-40B4-BE49-F238E27FC236}">
                    <a16:creationId xmlns:a16="http://schemas.microsoft.com/office/drawing/2014/main" id="{B3ED05C1-56B6-4B3A-A7FA-87794FA700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3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6" name="Oval 331">
                <a:extLst>
                  <a:ext uri="{FF2B5EF4-FFF2-40B4-BE49-F238E27FC236}">
                    <a16:creationId xmlns:a16="http://schemas.microsoft.com/office/drawing/2014/main" id="{79364689-E752-4690-B75A-66900F1FC24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5" y="776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7" name="Oval 332">
                <a:extLst>
                  <a:ext uri="{FF2B5EF4-FFF2-40B4-BE49-F238E27FC236}">
                    <a16:creationId xmlns:a16="http://schemas.microsoft.com/office/drawing/2014/main" id="{D3931200-C7BE-42DB-9058-04DA29B62B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3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8" name="Oval 333">
                <a:extLst>
                  <a:ext uri="{FF2B5EF4-FFF2-40B4-BE49-F238E27FC236}">
                    <a16:creationId xmlns:a16="http://schemas.microsoft.com/office/drawing/2014/main" id="{86D79897-7278-424B-8CBB-3DA800B98B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6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9" name="Oval 334">
                <a:extLst>
                  <a:ext uri="{FF2B5EF4-FFF2-40B4-BE49-F238E27FC236}">
                    <a16:creationId xmlns:a16="http://schemas.microsoft.com/office/drawing/2014/main" id="{7D9AC808-3C70-4300-B1E3-AD55F5B6369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5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0" name="Oval 335">
                <a:extLst>
                  <a:ext uri="{FF2B5EF4-FFF2-40B4-BE49-F238E27FC236}">
                    <a16:creationId xmlns:a16="http://schemas.microsoft.com/office/drawing/2014/main" id="{24A280E1-3834-4542-9496-BE85244F049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1" name="Oval 336">
                <a:extLst>
                  <a:ext uri="{FF2B5EF4-FFF2-40B4-BE49-F238E27FC236}">
                    <a16:creationId xmlns:a16="http://schemas.microsoft.com/office/drawing/2014/main" id="{D47D6137-1E4D-4FCE-8209-87F064630ED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2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2" name="Oval 337">
                <a:extLst>
                  <a:ext uri="{FF2B5EF4-FFF2-40B4-BE49-F238E27FC236}">
                    <a16:creationId xmlns:a16="http://schemas.microsoft.com/office/drawing/2014/main" id="{AA29E501-347D-47F2-A4C0-3601AADF0D9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2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3" name="Oval 338">
                <a:extLst>
                  <a:ext uri="{FF2B5EF4-FFF2-40B4-BE49-F238E27FC236}">
                    <a16:creationId xmlns:a16="http://schemas.microsoft.com/office/drawing/2014/main" id="{F020BFA6-8198-4A8C-AD77-66EE2006943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5" y="75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4" name="Freeform 339">
                <a:extLst>
                  <a:ext uri="{FF2B5EF4-FFF2-40B4-BE49-F238E27FC236}">
                    <a16:creationId xmlns:a16="http://schemas.microsoft.com/office/drawing/2014/main" id="{E3022DEB-70F9-401F-BF4E-7D5ED57527A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7" y="7685"/>
                <a:ext cx="8" cy="9"/>
              </a:xfrm>
              <a:custGeom>
                <a:avLst/>
                <a:gdLst>
                  <a:gd name="T0" fmla="*/ 10 w 10"/>
                  <a:gd name="T1" fmla="*/ 5 h 11"/>
                  <a:gd name="T2" fmla="*/ 4 w 10"/>
                  <a:gd name="T3" fmla="*/ 0 h 11"/>
                  <a:gd name="T4" fmla="*/ 0 w 10"/>
                  <a:gd name="T5" fmla="*/ 1 h 11"/>
                  <a:gd name="T6" fmla="*/ 3 w 10"/>
                  <a:gd name="T7" fmla="*/ 11 h 11"/>
                  <a:gd name="T8" fmla="*/ 4 w 10"/>
                  <a:gd name="T9" fmla="*/ 11 h 11"/>
                  <a:gd name="T10" fmla="*/ 10 w 10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5"/>
                    </a:moveTo>
                    <a:cubicBezTo>
                      <a:pt x="10" y="2"/>
                      <a:pt x="7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7" y="11"/>
                      <a:pt x="10" y="9"/>
                      <a:pt x="1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5" name="Oval 340">
                <a:extLst>
                  <a:ext uri="{FF2B5EF4-FFF2-40B4-BE49-F238E27FC236}">
                    <a16:creationId xmlns:a16="http://schemas.microsoft.com/office/drawing/2014/main" id="{9F52F849-FB93-4AB7-8F11-50BFDFD8B50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803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6" name="Oval 341">
                <a:extLst>
                  <a:ext uri="{FF2B5EF4-FFF2-40B4-BE49-F238E27FC236}">
                    <a16:creationId xmlns:a16="http://schemas.microsoft.com/office/drawing/2014/main" id="{07145C5E-0C71-4335-B18C-7D1B4ED163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5" y="765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7" name="Freeform 342">
                <a:extLst>
                  <a:ext uri="{FF2B5EF4-FFF2-40B4-BE49-F238E27FC236}">
                    <a16:creationId xmlns:a16="http://schemas.microsoft.com/office/drawing/2014/main" id="{B8A77DA7-49BF-4E08-926F-BEDA693D12E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1" y="7815"/>
                <a:ext cx="9" cy="5"/>
              </a:xfrm>
              <a:custGeom>
                <a:avLst/>
                <a:gdLst>
                  <a:gd name="T0" fmla="*/ 12 w 12"/>
                  <a:gd name="T1" fmla="*/ 6 h 7"/>
                  <a:gd name="T2" fmla="*/ 6 w 12"/>
                  <a:gd name="T3" fmla="*/ 0 h 7"/>
                  <a:gd name="T4" fmla="*/ 0 w 12"/>
                  <a:gd name="T5" fmla="*/ 6 h 7"/>
                  <a:gd name="T6" fmla="*/ 0 w 12"/>
                  <a:gd name="T7" fmla="*/ 7 h 7"/>
                  <a:gd name="T8" fmla="*/ 12 w 12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4" y="6"/>
                      <a:pt x="8" y="6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8" name="Freeform 343">
                <a:extLst>
                  <a:ext uri="{FF2B5EF4-FFF2-40B4-BE49-F238E27FC236}">
                    <a16:creationId xmlns:a16="http://schemas.microsoft.com/office/drawing/2014/main" id="{1720B0DD-F474-411E-9995-47D94A3213C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95" y="7718"/>
                <a:ext cx="8" cy="9"/>
              </a:xfrm>
              <a:custGeom>
                <a:avLst/>
                <a:gdLst>
                  <a:gd name="T0" fmla="*/ 6 w 11"/>
                  <a:gd name="T1" fmla="*/ 0 h 12"/>
                  <a:gd name="T2" fmla="*/ 0 w 11"/>
                  <a:gd name="T3" fmla="*/ 6 h 12"/>
                  <a:gd name="T4" fmla="*/ 6 w 11"/>
                  <a:gd name="T5" fmla="*/ 12 h 12"/>
                  <a:gd name="T6" fmla="*/ 8 w 11"/>
                  <a:gd name="T7" fmla="*/ 11 h 12"/>
                  <a:gd name="T8" fmla="*/ 11 w 11"/>
                  <a:gd name="T9" fmla="*/ 5 h 12"/>
                  <a:gd name="T10" fmla="*/ 6 w 1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7" y="12"/>
                      <a:pt x="7" y="12"/>
                      <a:pt x="8" y="11"/>
                    </a:cubicBezTo>
                    <a:cubicBezTo>
                      <a:pt x="9" y="9"/>
                      <a:pt x="10" y="7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9" name="Oval 344">
                <a:extLst>
                  <a:ext uri="{FF2B5EF4-FFF2-40B4-BE49-F238E27FC236}">
                    <a16:creationId xmlns:a16="http://schemas.microsoft.com/office/drawing/2014/main" id="{075AA6D3-78FF-441E-998F-AF41F6715DE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67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0" name="Oval 345">
                <a:extLst>
                  <a:ext uri="{FF2B5EF4-FFF2-40B4-BE49-F238E27FC236}">
                    <a16:creationId xmlns:a16="http://schemas.microsoft.com/office/drawing/2014/main" id="{575921E4-6D38-4A63-B234-8185B947791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1" name="Oval 346">
                <a:extLst>
                  <a:ext uri="{FF2B5EF4-FFF2-40B4-BE49-F238E27FC236}">
                    <a16:creationId xmlns:a16="http://schemas.microsoft.com/office/drawing/2014/main" id="{23E0AA10-045D-4C53-BE4D-17BDED72C5A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9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2" name="Oval 347">
                <a:extLst>
                  <a:ext uri="{FF2B5EF4-FFF2-40B4-BE49-F238E27FC236}">
                    <a16:creationId xmlns:a16="http://schemas.microsoft.com/office/drawing/2014/main" id="{56EA2FF1-5261-42B9-9EA8-B2CD7FAB1A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3" y="77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3" name="Oval 348">
                <a:extLst>
                  <a:ext uri="{FF2B5EF4-FFF2-40B4-BE49-F238E27FC236}">
                    <a16:creationId xmlns:a16="http://schemas.microsoft.com/office/drawing/2014/main" id="{CD146C36-0582-4CFB-A541-C85F2403E37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0" y="771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4" name="Oval 349">
                <a:extLst>
                  <a:ext uri="{FF2B5EF4-FFF2-40B4-BE49-F238E27FC236}">
                    <a16:creationId xmlns:a16="http://schemas.microsoft.com/office/drawing/2014/main" id="{B4A69FF7-0E51-45BA-981B-EB9565C5DF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5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5" name="Oval 350">
                <a:extLst>
                  <a:ext uri="{FF2B5EF4-FFF2-40B4-BE49-F238E27FC236}">
                    <a16:creationId xmlns:a16="http://schemas.microsoft.com/office/drawing/2014/main" id="{7F4B00DA-F749-4A6A-BEE0-05F75666F40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6" y="77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6" name="Oval 351">
                <a:extLst>
                  <a:ext uri="{FF2B5EF4-FFF2-40B4-BE49-F238E27FC236}">
                    <a16:creationId xmlns:a16="http://schemas.microsoft.com/office/drawing/2014/main" id="{3AACBC4F-CAAA-4800-AC38-6D2B140A8D1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8" y="77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7" name="Oval 352">
                <a:extLst>
                  <a:ext uri="{FF2B5EF4-FFF2-40B4-BE49-F238E27FC236}">
                    <a16:creationId xmlns:a16="http://schemas.microsoft.com/office/drawing/2014/main" id="{B67CAAF6-BC40-4825-A9A0-55DA94CBCEF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77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8" name="Freeform 353">
                <a:extLst>
                  <a:ext uri="{FF2B5EF4-FFF2-40B4-BE49-F238E27FC236}">
                    <a16:creationId xmlns:a16="http://schemas.microsoft.com/office/drawing/2014/main" id="{78E6ED6B-F40D-4A87-A206-3FEEB605D48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36" y="7790"/>
                <a:ext cx="8" cy="7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5 h 9"/>
                  <a:gd name="T4" fmla="*/ 2 w 11"/>
                  <a:gd name="T5" fmla="*/ 9 h 9"/>
                  <a:gd name="T6" fmla="*/ 11 w 11"/>
                  <a:gd name="T7" fmla="*/ 3 h 9"/>
                  <a:gd name="T8" fmla="*/ 6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5" y="7"/>
                      <a:pt x="8" y="6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9" name="Oval 354">
                <a:extLst>
                  <a:ext uri="{FF2B5EF4-FFF2-40B4-BE49-F238E27FC236}">
                    <a16:creationId xmlns:a16="http://schemas.microsoft.com/office/drawing/2014/main" id="{25F77461-49FD-472F-923D-9715D7A872B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7" y="76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0" name="Oval 355">
                <a:extLst>
                  <a:ext uri="{FF2B5EF4-FFF2-40B4-BE49-F238E27FC236}">
                    <a16:creationId xmlns:a16="http://schemas.microsoft.com/office/drawing/2014/main" id="{1090DDE2-81EF-4404-923D-57305C70C6F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7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1" name="Oval 356">
                <a:extLst>
                  <a:ext uri="{FF2B5EF4-FFF2-40B4-BE49-F238E27FC236}">
                    <a16:creationId xmlns:a16="http://schemas.microsoft.com/office/drawing/2014/main" id="{C007DE56-14D1-4811-97BB-5CF2797E3B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4" y="776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2" name="Oval 357">
                <a:extLst>
                  <a:ext uri="{FF2B5EF4-FFF2-40B4-BE49-F238E27FC236}">
                    <a16:creationId xmlns:a16="http://schemas.microsoft.com/office/drawing/2014/main" id="{1F09B6A9-B5DA-40C5-9E76-AB56FD76782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3" y="76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3" name="Oval 358">
                <a:extLst>
                  <a:ext uri="{FF2B5EF4-FFF2-40B4-BE49-F238E27FC236}">
                    <a16:creationId xmlns:a16="http://schemas.microsoft.com/office/drawing/2014/main" id="{A0B25CD1-570D-4146-B235-A55D6AA37CB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6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4" name="Oval 359">
                <a:extLst>
                  <a:ext uri="{FF2B5EF4-FFF2-40B4-BE49-F238E27FC236}">
                    <a16:creationId xmlns:a16="http://schemas.microsoft.com/office/drawing/2014/main" id="{572FDA0C-83C2-4581-BC98-D9A8384FCD8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8" y="773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5" name="Oval 360">
                <a:extLst>
                  <a:ext uri="{FF2B5EF4-FFF2-40B4-BE49-F238E27FC236}">
                    <a16:creationId xmlns:a16="http://schemas.microsoft.com/office/drawing/2014/main" id="{3687F6B3-BC5A-4E27-B979-9140C3CB543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64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6" name="Freeform 361">
                <a:extLst>
                  <a:ext uri="{FF2B5EF4-FFF2-40B4-BE49-F238E27FC236}">
                    <a16:creationId xmlns:a16="http://schemas.microsoft.com/office/drawing/2014/main" id="{8014580C-6E0E-42FE-A4AF-0014DBCEB66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3" y="7743"/>
                <a:ext cx="8" cy="9"/>
              </a:xfrm>
              <a:custGeom>
                <a:avLst/>
                <a:gdLst>
                  <a:gd name="T0" fmla="*/ 5 w 11"/>
                  <a:gd name="T1" fmla="*/ 12 h 12"/>
                  <a:gd name="T2" fmla="*/ 11 w 11"/>
                  <a:gd name="T3" fmla="*/ 6 h 12"/>
                  <a:gd name="T4" fmla="*/ 5 w 11"/>
                  <a:gd name="T5" fmla="*/ 0 h 12"/>
                  <a:gd name="T6" fmla="*/ 0 w 11"/>
                  <a:gd name="T7" fmla="*/ 6 h 12"/>
                  <a:gd name="T8" fmla="*/ 4 w 11"/>
                  <a:gd name="T9" fmla="*/ 11 h 12"/>
                  <a:gd name="T10" fmla="*/ 5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8"/>
                      <a:pt x="3" y="10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7" name="Freeform 362">
                <a:extLst>
                  <a:ext uri="{FF2B5EF4-FFF2-40B4-BE49-F238E27FC236}">
                    <a16:creationId xmlns:a16="http://schemas.microsoft.com/office/drawing/2014/main" id="{0C9D3CF7-01CB-4248-9FD8-35D7C5AB1C6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9" y="7754"/>
                <a:ext cx="7" cy="8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1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2"/>
                      <a:pt x="7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8" name="Oval 363">
                <a:extLst>
                  <a:ext uri="{FF2B5EF4-FFF2-40B4-BE49-F238E27FC236}">
                    <a16:creationId xmlns:a16="http://schemas.microsoft.com/office/drawing/2014/main" id="{F29B6422-24E3-4F1E-B460-97966B6255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6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9" name="Oval 364">
                <a:extLst>
                  <a:ext uri="{FF2B5EF4-FFF2-40B4-BE49-F238E27FC236}">
                    <a16:creationId xmlns:a16="http://schemas.microsoft.com/office/drawing/2014/main" id="{196B1A55-FD99-4E97-A496-F87CC3D99B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0" name="Oval 365">
                <a:extLst>
                  <a:ext uri="{FF2B5EF4-FFF2-40B4-BE49-F238E27FC236}">
                    <a16:creationId xmlns:a16="http://schemas.microsoft.com/office/drawing/2014/main" id="{A6DFC94E-7E6A-46B7-BA88-51F7162189B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7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1" name="Oval 366">
                <a:extLst>
                  <a:ext uri="{FF2B5EF4-FFF2-40B4-BE49-F238E27FC236}">
                    <a16:creationId xmlns:a16="http://schemas.microsoft.com/office/drawing/2014/main" id="{B696F6F9-66D1-4654-B535-2F9513F682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2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2" name="Oval 367">
                <a:extLst>
                  <a:ext uri="{FF2B5EF4-FFF2-40B4-BE49-F238E27FC236}">
                    <a16:creationId xmlns:a16="http://schemas.microsoft.com/office/drawing/2014/main" id="{2A69D4D7-8A19-41AF-88B2-FD494727C8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3" name="Oval 368">
                <a:extLst>
                  <a:ext uri="{FF2B5EF4-FFF2-40B4-BE49-F238E27FC236}">
                    <a16:creationId xmlns:a16="http://schemas.microsoft.com/office/drawing/2014/main" id="{FCD1FC36-8749-4393-A1CC-C9B8F01513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1" y="76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4" name="Freeform 369">
                <a:extLst>
                  <a:ext uri="{FF2B5EF4-FFF2-40B4-BE49-F238E27FC236}">
                    <a16:creationId xmlns:a16="http://schemas.microsoft.com/office/drawing/2014/main" id="{B26A63E0-44D3-4BE6-A366-F60A82B78C6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06" y="7697"/>
                <a:ext cx="6" cy="9"/>
              </a:xfrm>
              <a:custGeom>
                <a:avLst/>
                <a:gdLst>
                  <a:gd name="T0" fmla="*/ 0 w 8"/>
                  <a:gd name="T1" fmla="*/ 6 h 12"/>
                  <a:gd name="T2" fmla="*/ 5 w 8"/>
                  <a:gd name="T3" fmla="*/ 12 h 12"/>
                  <a:gd name="T4" fmla="*/ 8 w 8"/>
                  <a:gd name="T5" fmla="*/ 1 h 12"/>
                  <a:gd name="T6" fmla="*/ 6 w 8"/>
                  <a:gd name="T7" fmla="*/ 0 h 12"/>
                  <a:gd name="T8" fmla="*/ 0 w 8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6"/>
                    </a:moveTo>
                    <a:cubicBezTo>
                      <a:pt x="0" y="9"/>
                      <a:pt x="2" y="11"/>
                      <a:pt x="5" y="12"/>
                    </a:cubicBezTo>
                    <a:cubicBezTo>
                      <a:pt x="6" y="8"/>
                      <a:pt x="7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5" name="Oval 370">
                <a:extLst>
                  <a:ext uri="{FF2B5EF4-FFF2-40B4-BE49-F238E27FC236}">
                    <a16:creationId xmlns:a16="http://schemas.microsoft.com/office/drawing/2014/main" id="{1350EF93-A6CF-4410-9650-46589DC074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9" y="773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6" name="Oval 371">
                <a:extLst>
                  <a:ext uri="{FF2B5EF4-FFF2-40B4-BE49-F238E27FC236}">
                    <a16:creationId xmlns:a16="http://schemas.microsoft.com/office/drawing/2014/main" id="{618DA40E-7249-4CD5-BE50-1503F00DC95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6" y="77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7" name="Oval 372">
                <a:extLst>
                  <a:ext uri="{FF2B5EF4-FFF2-40B4-BE49-F238E27FC236}">
                    <a16:creationId xmlns:a16="http://schemas.microsoft.com/office/drawing/2014/main" id="{7D42F236-C150-465C-AF79-98CD41B529A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58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8" name="Oval 373">
                <a:extLst>
                  <a:ext uri="{FF2B5EF4-FFF2-40B4-BE49-F238E27FC236}">
                    <a16:creationId xmlns:a16="http://schemas.microsoft.com/office/drawing/2014/main" id="{94D32C49-F24E-4FB6-98A1-A3BF2AFD5DA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4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9" name="Oval 374">
                <a:extLst>
                  <a:ext uri="{FF2B5EF4-FFF2-40B4-BE49-F238E27FC236}">
                    <a16:creationId xmlns:a16="http://schemas.microsoft.com/office/drawing/2014/main" id="{6020B3EC-AA47-4632-B07B-283B22F1C2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3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0" name="Oval 375">
                <a:extLst>
                  <a:ext uri="{FF2B5EF4-FFF2-40B4-BE49-F238E27FC236}">
                    <a16:creationId xmlns:a16="http://schemas.microsoft.com/office/drawing/2014/main" id="{F2EB511B-C63E-43DE-8B9F-F304A0ED374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61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1" name="Oval 376">
                <a:extLst>
                  <a:ext uri="{FF2B5EF4-FFF2-40B4-BE49-F238E27FC236}">
                    <a16:creationId xmlns:a16="http://schemas.microsoft.com/office/drawing/2014/main" id="{C75E7B38-2580-4581-9ED0-50AF877A8C7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56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2" name="Freeform 377">
                <a:extLst>
                  <a:ext uri="{FF2B5EF4-FFF2-40B4-BE49-F238E27FC236}">
                    <a16:creationId xmlns:a16="http://schemas.microsoft.com/office/drawing/2014/main" id="{687B5481-F157-4C3B-A157-B10BCFDB630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64"/>
                <a:ext cx="6" cy="8"/>
              </a:xfrm>
              <a:custGeom>
                <a:avLst/>
                <a:gdLst>
                  <a:gd name="T0" fmla="*/ 0 w 8"/>
                  <a:gd name="T1" fmla="*/ 5 h 11"/>
                  <a:gd name="T2" fmla="*/ 6 w 8"/>
                  <a:gd name="T3" fmla="*/ 11 h 11"/>
                  <a:gd name="T4" fmla="*/ 7 w 8"/>
                  <a:gd name="T5" fmla="*/ 11 h 11"/>
                  <a:gd name="T6" fmla="*/ 8 w 8"/>
                  <a:gd name="T7" fmla="*/ 0 h 11"/>
                  <a:gd name="T8" fmla="*/ 6 w 8"/>
                  <a:gd name="T9" fmla="*/ 0 h 11"/>
                  <a:gd name="T10" fmla="*/ 0 w 8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5"/>
                    </a:moveTo>
                    <a:cubicBezTo>
                      <a:pt x="0" y="9"/>
                      <a:pt x="2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7"/>
                      <a:pt x="8" y="4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3" name="Oval 378">
                <a:extLst>
                  <a:ext uri="{FF2B5EF4-FFF2-40B4-BE49-F238E27FC236}">
                    <a16:creationId xmlns:a16="http://schemas.microsoft.com/office/drawing/2014/main" id="{D50C29E6-0F0C-4F15-82A1-62C1B78D6D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4" name="Freeform 379">
                <a:extLst>
                  <a:ext uri="{FF2B5EF4-FFF2-40B4-BE49-F238E27FC236}">
                    <a16:creationId xmlns:a16="http://schemas.microsoft.com/office/drawing/2014/main" id="{F82A8D0D-23EC-4D9B-A938-2430F0F6030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37"/>
                <a:ext cx="6" cy="8"/>
              </a:xfrm>
              <a:custGeom>
                <a:avLst/>
                <a:gdLst>
                  <a:gd name="T0" fmla="*/ 6 w 9"/>
                  <a:gd name="T1" fmla="*/ 0 h 11"/>
                  <a:gd name="T2" fmla="*/ 0 w 9"/>
                  <a:gd name="T3" fmla="*/ 6 h 11"/>
                  <a:gd name="T4" fmla="*/ 6 w 9"/>
                  <a:gd name="T5" fmla="*/ 11 h 11"/>
                  <a:gd name="T6" fmla="*/ 9 w 9"/>
                  <a:gd name="T7" fmla="*/ 10 h 11"/>
                  <a:gd name="T8" fmla="*/ 8 w 9"/>
                  <a:gd name="T9" fmla="*/ 1 h 11"/>
                  <a:gd name="T10" fmla="*/ 6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9" y="7"/>
                      <a:pt x="9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5" name="Oval 380">
                <a:extLst>
                  <a:ext uri="{FF2B5EF4-FFF2-40B4-BE49-F238E27FC236}">
                    <a16:creationId xmlns:a16="http://schemas.microsoft.com/office/drawing/2014/main" id="{D60B2ABB-5B0B-4D5B-86CF-3B31AF67191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6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E215A2CC-E96D-488F-A7B0-65E9BDFF24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7" name="Oval 382">
                <a:extLst>
                  <a:ext uri="{FF2B5EF4-FFF2-40B4-BE49-F238E27FC236}">
                    <a16:creationId xmlns:a16="http://schemas.microsoft.com/office/drawing/2014/main" id="{A6F98476-1941-4277-A7C4-635DF11E4C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8" name="Oval 383">
                <a:extLst>
                  <a:ext uri="{FF2B5EF4-FFF2-40B4-BE49-F238E27FC236}">
                    <a16:creationId xmlns:a16="http://schemas.microsoft.com/office/drawing/2014/main" id="{119B12FD-12F5-4E8E-B51B-B1C501AFBDF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8" y="765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9" name="Oval 384">
                <a:extLst>
                  <a:ext uri="{FF2B5EF4-FFF2-40B4-BE49-F238E27FC236}">
                    <a16:creationId xmlns:a16="http://schemas.microsoft.com/office/drawing/2014/main" id="{E179C413-DF36-4452-A1FF-C4D2A69F63B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5" y="774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B1022225-7A39-45FB-AC53-C6443CEC169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64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1" name="Oval 386">
                <a:extLst>
                  <a:ext uri="{FF2B5EF4-FFF2-40B4-BE49-F238E27FC236}">
                    <a16:creationId xmlns:a16="http://schemas.microsoft.com/office/drawing/2014/main" id="{F4824778-F765-42C2-A4BC-7FB54CAAD6E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2" name="Oval 387">
                <a:extLst>
                  <a:ext uri="{FF2B5EF4-FFF2-40B4-BE49-F238E27FC236}">
                    <a16:creationId xmlns:a16="http://schemas.microsoft.com/office/drawing/2014/main" id="{2D70D9B8-9AC6-4399-96EA-D23146ECE45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74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3" name="Oval 388">
                <a:extLst>
                  <a:ext uri="{FF2B5EF4-FFF2-40B4-BE49-F238E27FC236}">
                    <a16:creationId xmlns:a16="http://schemas.microsoft.com/office/drawing/2014/main" id="{1EC8A69D-DD0C-4F96-94F9-86314DAD06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4" name="Oval 389">
                <a:extLst>
                  <a:ext uri="{FF2B5EF4-FFF2-40B4-BE49-F238E27FC236}">
                    <a16:creationId xmlns:a16="http://schemas.microsoft.com/office/drawing/2014/main" id="{527EB7D3-8269-414B-81D2-481622899B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68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5" name="Oval 390">
                <a:extLst>
                  <a:ext uri="{FF2B5EF4-FFF2-40B4-BE49-F238E27FC236}">
                    <a16:creationId xmlns:a16="http://schemas.microsoft.com/office/drawing/2014/main" id="{BF337F5E-AF39-4627-8E92-149B12DD9C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8" y="77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6" name="Oval 391">
                <a:extLst>
                  <a:ext uri="{FF2B5EF4-FFF2-40B4-BE49-F238E27FC236}">
                    <a16:creationId xmlns:a16="http://schemas.microsoft.com/office/drawing/2014/main" id="{04112636-A038-44A6-945D-584F91F28C6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4" y="753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7" name="Oval 392">
                <a:extLst>
                  <a:ext uri="{FF2B5EF4-FFF2-40B4-BE49-F238E27FC236}">
                    <a16:creationId xmlns:a16="http://schemas.microsoft.com/office/drawing/2014/main" id="{62C02F8A-7546-4A90-9A68-1FF66C674DF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8" name="Oval 393">
                <a:extLst>
                  <a:ext uri="{FF2B5EF4-FFF2-40B4-BE49-F238E27FC236}">
                    <a16:creationId xmlns:a16="http://schemas.microsoft.com/office/drawing/2014/main" id="{AD69B5A8-FC4A-4FBD-966B-69A7BFE461E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6" y="76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9" name="Oval 394">
                <a:extLst>
                  <a:ext uri="{FF2B5EF4-FFF2-40B4-BE49-F238E27FC236}">
                    <a16:creationId xmlns:a16="http://schemas.microsoft.com/office/drawing/2014/main" id="{D14B7781-4657-4E6D-9716-66DF51290E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4" y="767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0" name="Oval 395">
                <a:extLst>
                  <a:ext uri="{FF2B5EF4-FFF2-40B4-BE49-F238E27FC236}">
                    <a16:creationId xmlns:a16="http://schemas.microsoft.com/office/drawing/2014/main" id="{2A613158-78BB-4492-8A78-264B1E0FE5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74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1" name="Oval 396">
                <a:extLst>
                  <a:ext uri="{FF2B5EF4-FFF2-40B4-BE49-F238E27FC236}">
                    <a16:creationId xmlns:a16="http://schemas.microsoft.com/office/drawing/2014/main" id="{263B6C45-F7C0-445C-B7F7-E908A94719D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4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2" name="Oval 397">
                <a:extLst>
                  <a:ext uri="{FF2B5EF4-FFF2-40B4-BE49-F238E27FC236}">
                    <a16:creationId xmlns:a16="http://schemas.microsoft.com/office/drawing/2014/main" id="{3E1762A6-D761-41D0-A053-96466915EDC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77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3" name="Oval 398">
                <a:extLst>
                  <a:ext uri="{FF2B5EF4-FFF2-40B4-BE49-F238E27FC236}">
                    <a16:creationId xmlns:a16="http://schemas.microsoft.com/office/drawing/2014/main" id="{6E0D0B50-F6DD-489D-992F-2D1227D8150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9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4" name="Oval 399">
                <a:extLst>
                  <a:ext uri="{FF2B5EF4-FFF2-40B4-BE49-F238E27FC236}">
                    <a16:creationId xmlns:a16="http://schemas.microsoft.com/office/drawing/2014/main" id="{0A49A2B6-278A-4308-AA8F-BD1449FB33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73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5" name="Oval 400">
                <a:extLst>
                  <a:ext uri="{FF2B5EF4-FFF2-40B4-BE49-F238E27FC236}">
                    <a16:creationId xmlns:a16="http://schemas.microsoft.com/office/drawing/2014/main" id="{3BE1E4BC-0202-43B8-A727-7D6E8C324D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9" y="774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6" name="Oval 401">
                <a:extLst>
                  <a:ext uri="{FF2B5EF4-FFF2-40B4-BE49-F238E27FC236}">
                    <a16:creationId xmlns:a16="http://schemas.microsoft.com/office/drawing/2014/main" id="{0B54B296-EADB-4DBD-ADD0-45FDDEE6EB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9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7" name="Oval 402">
                <a:extLst>
                  <a:ext uri="{FF2B5EF4-FFF2-40B4-BE49-F238E27FC236}">
                    <a16:creationId xmlns:a16="http://schemas.microsoft.com/office/drawing/2014/main" id="{C027E302-C358-43C2-A3DC-F714A9073C0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74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8" name="Oval 403">
                <a:extLst>
                  <a:ext uri="{FF2B5EF4-FFF2-40B4-BE49-F238E27FC236}">
                    <a16:creationId xmlns:a16="http://schemas.microsoft.com/office/drawing/2014/main" id="{055DEA04-6495-433C-8497-24A507694C8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1" y="772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9" name="Freeform 404">
                <a:extLst>
                  <a:ext uri="{FF2B5EF4-FFF2-40B4-BE49-F238E27FC236}">
                    <a16:creationId xmlns:a16="http://schemas.microsoft.com/office/drawing/2014/main" id="{76D3A244-9E05-4FD1-BCBA-1F6945649BA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04" y="7730"/>
                <a:ext cx="6" cy="8"/>
              </a:xfrm>
              <a:custGeom>
                <a:avLst/>
                <a:gdLst>
                  <a:gd name="T0" fmla="*/ 8 w 8"/>
                  <a:gd name="T1" fmla="*/ 6 h 11"/>
                  <a:gd name="T2" fmla="*/ 3 w 8"/>
                  <a:gd name="T3" fmla="*/ 0 h 11"/>
                  <a:gd name="T4" fmla="*/ 0 w 8"/>
                  <a:gd name="T5" fmla="*/ 1 h 11"/>
                  <a:gd name="T6" fmla="*/ 5 w 8"/>
                  <a:gd name="T7" fmla="*/ 11 h 11"/>
                  <a:gd name="T8" fmla="*/ 8 w 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6"/>
                    </a:moveTo>
                    <a:cubicBezTo>
                      <a:pt x="8" y="2"/>
                      <a:pt x="6" y="0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7" y="10"/>
                      <a:pt x="8" y="8"/>
                      <a:pt x="8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0" name="Oval 405">
                <a:extLst>
                  <a:ext uri="{FF2B5EF4-FFF2-40B4-BE49-F238E27FC236}">
                    <a16:creationId xmlns:a16="http://schemas.microsoft.com/office/drawing/2014/main" id="{9CC7F9AE-FD5C-45DC-B6B9-C3D9DBFCA53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sp>
          <p:nvSpPr>
            <p:cNvPr id="151" name="Oval 407">
              <a:extLst>
                <a:ext uri="{FF2B5EF4-FFF2-40B4-BE49-F238E27FC236}">
                  <a16:creationId xmlns:a16="http://schemas.microsoft.com/office/drawing/2014/main" id="{6ECA3919-A131-4E9F-8957-B165F2B2787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2" name="Oval 408">
              <a:extLst>
                <a:ext uri="{FF2B5EF4-FFF2-40B4-BE49-F238E27FC236}">
                  <a16:creationId xmlns:a16="http://schemas.microsoft.com/office/drawing/2014/main" id="{5A2C4F2F-B0C9-4FFF-99F3-68B205F5E4C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7301" y="123634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3" name="Oval 409">
              <a:extLst>
                <a:ext uri="{FF2B5EF4-FFF2-40B4-BE49-F238E27FC236}">
                  <a16:creationId xmlns:a16="http://schemas.microsoft.com/office/drawing/2014/main" id="{36EC7BFA-D8D5-41B7-91C6-94315465E5E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17913" y="1206341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4" name="Oval 410">
              <a:extLst>
                <a:ext uri="{FF2B5EF4-FFF2-40B4-BE49-F238E27FC236}">
                  <a16:creationId xmlns:a16="http://schemas.microsoft.com/office/drawing/2014/main" id="{70CBE824-AA86-4BD3-A29E-695D71CD292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8088" y="1231265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5" name="Oval 411">
              <a:extLst>
                <a:ext uri="{FF2B5EF4-FFF2-40B4-BE49-F238E27FC236}">
                  <a16:creationId xmlns:a16="http://schemas.microsoft.com/office/drawing/2014/main" id="{597C9387-0DEE-4FC9-852D-53C8EFDFF03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2363" y="121808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6" name="Oval 412">
              <a:extLst>
                <a:ext uri="{FF2B5EF4-FFF2-40B4-BE49-F238E27FC236}">
                  <a16:creationId xmlns:a16="http://schemas.microsoft.com/office/drawing/2014/main" id="{D7D23219-C8BD-4F66-B8E3-2C72F29E55F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25876" y="122697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7" name="Oval 413">
              <a:extLst>
                <a:ext uri="{FF2B5EF4-FFF2-40B4-BE49-F238E27FC236}">
                  <a16:creationId xmlns:a16="http://schemas.microsoft.com/office/drawing/2014/main" id="{308B114A-6067-4FFA-8A6A-3655DC5534F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14776" y="121697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8" name="Oval 414">
              <a:extLst>
                <a:ext uri="{FF2B5EF4-FFF2-40B4-BE49-F238E27FC236}">
                  <a16:creationId xmlns:a16="http://schemas.microsoft.com/office/drawing/2014/main" id="{4AC5E201-77D3-4B05-B284-5BF75C4B412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6038" y="119491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9" name="Freeform 415">
              <a:extLst>
                <a:ext uri="{FF2B5EF4-FFF2-40B4-BE49-F238E27FC236}">
                  <a16:creationId xmlns:a16="http://schemas.microsoft.com/office/drawing/2014/main" id="{650E3CC9-6025-4B87-95F6-F3C29263F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1401" y="12365038"/>
              <a:ext cx="12700" cy="9525"/>
            </a:xfrm>
            <a:custGeom>
              <a:avLst/>
              <a:gdLst>
                <a:gd name="T0" fmla="*/ 10 w 10"/>
                <a:gd name="T1" fmla="*/ 6 h 8"/>
                <a:gd name="T2" fmla="*/ 4 w 10"/>
                <a:gd name="T3" fmla="*/ 0 h 8"/>
                <a:gd name="T4" fmla="*/ 0 w 10"/>
                <a:gd name="T5" fmla="*/ 2 h 8"/>
                <a:gd name="T6" fmla="*/ 9 w 10"/>
                <a:gd name="T7" fmla="*/ 8 h 8"/>
                <a:gd name="T8" fmla="*/ 10 w 10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0" y="7"/>
                    <a:pt x="10" y="7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0" name="Oval 416">
              <a:extLst>
                <a:ext uri="{FF2B5EF4-FFF2-40B4-BE49-F238E27FC236}">
                  <a16:creationId xmlns:a16="http://schemas.microsoft.com/office/drawing/2014/main" id="{CE120DCF-A892-4C6B-A7A1-524CFDC8738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6176" y="123571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1" name="Oval 417">
              <a:extLst>
                <a:ext uri="{FF2B5EF4-FFF2-40B4-BE49-F238E27FC236}">
                  <a16:creationId xmlns:a16="http://schemas.microsoft.com/office/drawing/2014/main" id="{253EBF0A-6E97-4F75-A2A9-335A4B1335B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89376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2" name="Oval 418">
              <a:extLst>
                <a:ext uri="{FF2B5EF4-FFF2-40B4-BE49-F238E27FC236}">
                  <a16:creationId xmlns:a16="http://schemas.microsoft.com/office/drawing/2014/main" id="{F0DE3C66-1E2D-4A5B-9FCE-FBBE882E605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5563" y="12096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3" name="Oval 419">
              <a:extLst>
                <a:ext uri="{FF2B5EF4-FFF2-40B4-BE49-F238E27FC236}">
                  <a16:creationId xmlns:a16="http://schemas.microsoft.com/office/drawing/2014/main" id="{8A95BECC-ADE8-4F9E-8C1C-60041C69341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23063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4" name="Oval 420">
              <a:extLst>
                <a:ext uri="{FF2B5EF4-FFF2-40B4-BE49-F238E27FC236}">
                  <a16:creationId xmlns:a16="http://schemas.microsoft.com/office/drawing/2014/main" id="{94FC09D4-413D-48A4-B443-A15F711CEE3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21076" y="121840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5" name="Oval 421">
              <a:extLst>
                <a:ext uri="{FF2B5EF4-FFF2-40B4-BE49-F238E27FC236}">
                  <a16:creationId xmlns:a16="http://schemas.microsoft.com/office/drawing/2014/main" id="{A4522972-4555-4F48-A451-6FD0A49E3EE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8063" y="121539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6" name="Oval 422">
              <a:extLst>
                <a:ext uri="{FF2B5EF4-FFF2-40B4-BE49-F238E27FC236}">
                  <a16:creationId xmlns:a16="http://schemas.microsoft.com/office/drawing/2014/main" id="{3DD03B94-18AB-4052-B087-50615332E33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8076" y="12082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7" name="Oval 423">
              <a:extLst>
                <a:ext uri="{FF2B5EF4-FFF2-40B4-BE49-F238E27FC236}">
                  <a16:creationId xmlns:a16="http://schemas.microsoft.com/office/drawing/2014/main" id="{356A2596-4EEB-46D4-A9D9-FB1A864E9A3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9688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8" name="Oval 424">
              <a:extLst>
                <a:ext uri="{FF2B5EF4-FFF2-40B4-BE49-F238E27FC236}">
                  <a16:creationId xmlns:a16="http://schemas.microsoft.com/office/drawing/2014/main" id="{D4E87B8B-857D-47A7-933C-E05A69600B7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9" name="Oval 425">
              <a:extLst>
                <a:ext uri="{FF2B5EF4-FFF2-40B4-BE49-F238E27FC236}">
                  <a16:creationId xmlns:a16="http://schemas.microsoft.com/office/drawing/2014/main" id="{5801A3EA-71C2-4497-A9EF-44342625EA2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03613" y="12015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0" name="Oval 426">
              <a:extLst>
                <a:ext uri="{FF2B5EF4-FFF2-40B4-BE49-F238E27FC236}">
                  <a16:creationId xmlns:a16="http://schemas.microsoft.com/office/drawing/2014/main" id="{3E861831-4F97-460F-B3D8-EACECA2C065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7763" y="11952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1" name="Oval 427">
              <a:extLst>
                <a:ext uri="{FF2B5EF4-FFF2-40B4-BE49-F238E27FC236}">
                  <a16:creationId xmlns:a16="http://schemas.microsoft.com/office/drawing/2014/main" id="{460E727A-CC15-48AF-86C0-922230D0B0A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4601" y="123825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2" name="Oval 428">
              <a:extLst>
                <a:ext uri="{FF2B5EF4-FFF2-40B4-BE49-F238E27FC236}">
                  <a16:creationId xmlns:a16="http://schemas.microsoft.com/office/drawing/2014/main" id="{852F763F-4FC1-4A0B-99A6-9281AB6113D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8726" y="12396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3" name="Oval 429">
              <a:extLst>
                <a:ext uri="{FF2B5EF4-FFF2-40B4-BE49-F238E27FC236}">
                  <a16:creationId xmlns:a16="http://schemas.microsoft.com/office/drawing/2014/main" id="{1BBAB813-D052-45C3-8AFB-81D0E7E8DC4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43351" y="122348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4" name="Oval 430">
              <a:extLst>
                <a:ext uri="{FF2B5EF4-FFF2-40B4-BE49-F238E27FC236}">
                  <a16:creationId xmlns:a16="http://schemas.microsoft.com/office/drawing/2014/main" id="{4B4E278C-9A4C-489D-9E7D-E16C9F2A920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1263" y="123904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5" name="Oval 431">
              <a:extLst>
                <a:ext uri="{FF2B5EF4-FFF2-40B4-BE49-F238E27FC236}">
                  <a16:creationId xmlns:a16="http://schemas.microsoft.com/office/drawing/2014/main" id="{CD2E287B-35CF-4324-87BB-6986EA1467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197451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6" name="Oval 432">
              <a:extLst>
                <a:ext uri="{FF2B5EF4-FFF2-40B4-BE49-F238E27FC236}">
                  <a16:creationId xmlns:a16="http://schemas.microsoft.com/office/drawing/2014/main" id="{29E5C3CB-9F1C-4900-A0E4-C51F0325160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63938" y="120792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7" name="Oval 433">
              <a:extLst>
                <a:ext uri="{FF2B5EF4-FFF2-40B4-BE49-F238E27FC236}">
                  <a16:creationId xmlns:a16="http://schemas.microsoft.com/office/drawing/2014/main" id="{BF2CA34E-B494-4E84-9E90-B294FAE2820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9651" y="122586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8" name="Freeform 434">
              <a:extLst>
                <a:ext uri="{FF2B5EF4-FFF2-40B4-BE49-F238E27FC236}">
                  <a16:creationId xmlns:a16="http://schemas.microsoft.com/office/drawing/2014/main" id="{5A8BB654-DCB0-4EF5-A398-9C49B23749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57638" y="12271375"/>
              <a:ext cx="9525" cy="12700"/>
            </a:xfrm>
            <a:custGeom>
              <a:avLst/>
              <a:gdLst>
                <a:gd name="T0" fmla="*/ 0 w 8"/>
                <a:gd name="T1" fmla="*/ 6 h 11"/>
                <a:gd name="T2" fmla="*/ 3 w 8"/>
                <a:gd name="T3" fmla="*/ 11 h 11"/>
                <a:gd name="T4" fmla="*/ 8 w 8"/>
                <a:gd name="T5" fmla="*/ 1 h 11"/>
                <a:gd name="T6" fmla="*/ 5 w 8"/>
                <a:gd name="T7" fmla="*/ 0 h 11"/>
                <a:gd name="T8" fmla="*/ 0 w 8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0" y="8"/>
                    <a:pt x="1" y="10"/>
                    <a:pt x="3" y="11"/>
                  </a:cubicBezTo>
                  <a:cubicBezTo>
                    <a:pt x="5" y="8"/>
                    <a:pt x="7" y="5"/>
                    <a:pt x="8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9" name="Freeform 435">
              <a:extLst>
                <a:ext uri="{FF2B5EF4-FFF2-40B4-BE49-F238E27FC236}">
                  <a16:creationId xmlns:a16="http://schemas.microsoft.com/office/drawing/2014/main" id="{80EE7733-9DAB-4893-B06C-FA13714FD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89326" y="12250738"/>
              <a:ext cx="11113" cy="14288"/>
            </a:xfrm>
            <a:custGeom>
              <a:avLst/>
              <a:gdLst>
                <a:gd name="T0" fmla="*/ 10 w 10"/>
                <a:gd name="T1" fmla="*/ 6 h 12"/>
                <a:gd name="T2" fmla="*/ 4 w 10"/>
                <a:gd name="T3" fmla="*/ 0 h 12"/>
                <a:gd name="T4" fmla="*/ 0 w 10"/>
                <a:gd name="T5" fmla="*/ 2 h 12"/>
                <a:gd name="T6" fmla="*/ 5 w 10"/>
                <a:gd name="T7" fmla="*/ 12 h 12"/>
                <a:gd name="T8" fmla="*/ 10 w 10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3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5"/>
                    <a:pt x="3" y="8"/>
                    <a:pt x="5" y="12"/>
                  </a:cubicBezTo>
                  <a:cubicBezTo>
                    <a:pt x="8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0" name="Oval 436">
              <a:extLst>
                <a:ext uri="{FF2B5EF4-FFF2-40B4-BE49-F238E27FC236}">
                  <a16:creationId xmlns:a16="http://schemas.microsoft.com/office/drawing/2014/main" id="{6A3C658F-F6FF-40C1-BA46-19B31B14D8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0288" y="12266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1" name="Oval 437">
              <a:extLst>
                <a:ext uri="{FF2B5EF4-FFF2-40B4-BE49-F238E27FC236}">
                  <a16:creationId xmlns:a16="http://schemas.microsoft.com/office/drawing/2014/main" id="{3D75061A-0E6C-4C0B-9A46-78971A9BD43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21666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2" name="Oval 438">
              <a:extLst>
                <a:ext uri="{FF2B5EF4-FFF2-40B4-BE49-F238E27FC236}">
                  <a16:creationId xmlns:a16="http://schemas.microsoft.com/office/drawing/2014/main" id="{42A26185-25FF-43E4-9864-ED8D9EB3AB8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6801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3" name="Freeform 439">
              <a:extLst>
                <a:ext uri="{FF2B5EF4-FFF2-40B4-BE49-F238E27FC236}">
                  <a16:creationId xmlns:a16="http://schemas.microsoft.com/office/drawing/2014/main" id="{E726C83B-4E0C-40F0-9ADA-9F4BEFF2A7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9863" y="12088813"/>
              <a:ext cx="12700" cy="1270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11 h 11"/>
                <a:gd name="T4" fmla="*/ 11 w 11"/>
                <a:gd name="T5" fmla="*/ 8 h 11"/>
                <a:gd name="T6" fmla="*/ 10 w 11"/>
                <a:gd name="T7" fmla="*/ 1 h 11"/>
                <a:gd name="T8" fmla="*/ 6 w 11"/>
                <a:gd name="T9" fmla="*/ 0 h 11"/>
                <a:gd name="T10" fmla="*/ 0 w 1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9"/>
                    <a:pt x="3" y="11"/>
                    <a:pt x="6" y="11"/>
                  </a:cubicBezTo>
                  <a:cubicBezTo>
                    <a:pt x="8" y="11"/>
                    <a:pt x="10" y="10"/>
                    <a:pt x="11" y="8"/>
                  </a:cubicBezTo>
                  <a:cubicBezTo>
                    <a:pt x="11" y="6"/>
                    <a:pt x="10" y="3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4" name="Oval 440">
              <a:extLst>
                <a:ext uri="{FF2B5EF4-FFF2-40B4-BE49-F238E27FC236}">
                  <a16:creationId xmlns:a16="http://schemas.microsoft.com/office/drawing/2014/main" id="{997487A6-47DA-4483-8C1A-EE813D00880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7932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5" name="Oval 441">
              <a:extLst>
                <a:ext uri="{FF2B5EF4-FFF2-40B4-BE49-F238E27FC236}">
                  <a16:creationId xmlns:a16="http://schemas.microsoft.com/office/drawing/2014/main" id="{1F1E6C74-26C9-4789-93B1-C93CE40A08D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300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6" name="Oval 442">
              <a:extLst>
                <a:ext uri="{FF2B5EF4-FFF2-40B4-BE49-F238E27FC236}">
                  <a16:creationId xmlns:a16="http://schemas.microsoft.com/office/drawing/2014/main" id="{E5D798CD-8A50-4FB5-9EF5-3471511389E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3380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7" name="Oval 443">
              <a:extLst>
                <a:ext uri="{FF2B5EF4-FFF2-40B4-BE49-F238E27FC236}">
                  <a16:creationId xmlns:a16="http://schemas.microsoft.com/office/drawing/2014/main" id="{7718DC4E-0CC4-4950-8B19-95EB9986E5B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2201" y="12303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8" name="Oval 444">
              <a:extLst>
                <a:ext uri="{FF2B5EF4-FFF2-40B4-BE49-F238E27FC236}">
                  <a16:creationId xmlns:a16="http://schemas.microsoft.com/office/drawing/2014/main" id="{CA34AF82-0586-4478-9E86-F57D1ED1F6D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52826" y="121269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9" name="Oval 445">
              <a:extLst>
                <a:ext uri="{FF2B5EF4-FFF2-40B4-BE49-F238E27FC236}">
                  <a16:creationId xmlns:a16="http://schemas.microsoft.com/office/drawing/2014/main" id="{9E010E9F-C7C8-4196-859F-B12E8A4FA09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56051" y="120856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0" name="Oval 446">
              <a:extLst>
                <a:ext uri="{FF2B5EF4-FFF2-40B4-BE49-F238E27FC236}">
                  <a16:creationId xmlns:a16="http://schemas.microsoft.com/office/drawing/2014/main" id="{D0135740-3858-4D0A-84D6-6685C1AC5BF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223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1" name="Oval 447">
              <a:extLst>
                <a:ext uri="{FF2B5EF4-FFF2-40B4-BE49-F238E27FC236}">
                  <a16:creationId xmlns:a16="http://schemas.microsoft.com/office/drawing/2014/main" id="{9AE5BDB1-13BF-4D1E-B90F-EF7B7C77A90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67163" y="122332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2" name="Oval 448">
              <a:extLst>
                <a:ext uri="{FF2B5EF4-FFF2-40B4-BE49-F238E27FC236}">
                  <a16:creationId xmlns:a16="http://schemas.microsoft.com/office/drawing/2014/main" id="{C3B246FE-2541-4A06-9859-26741997F06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6676" y="12333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3" name="Oval 449">
              <a:extLst>
                <a:ext uri="{FF2B5EF4-FFF2-40B4-BE49-F238E27FC236}">
                  <a16:creationId xmlns:a16="http://schemas.microsoft.com/office/drawing/2014/main" id="{EF147F53-7EDA-47EE-96FD-85C2D4B9EBB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1876" y="1224756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4" name="Oval 450">
              <a:extLst>
                <a:ext uri="{FF2B5EF4-FFF2-40B4-BE49-F238E27FC236}">
                  <a16:creationId xmlns:a16="http://schemas.microsoft.com/office/drawing/2014/main" id="{D74C81FC-B858-45FA-A494-CD92333E6CB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0476" y="120554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5" name="Oval 451">
              <a:extLst>
                <a:ext uri="{FF2B5EF4-FFF2-40B4-BE49-F238E27FC236}">
                  <a16:creationId xmlns:a16="http://schemas.microsoft.com/office/drawing/2014/main" id="{41A60C64-E08D-46E6-B729-3C0FE68056E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19840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6" name="Oval 452">
              <a:extLst>
                <a:ext uri="{FF2B5EF4-FFF2-40B4-BE49-F238E27FC236}">
                  <a16:creationId xmlns:a16="http://schemas.microsoft.com/office/drawing/2014/main" id="{5028B1D3-D04F-48B0-AB99-4FB1B27B53D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86163" y="11968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7" name="Oval 453">
              <a:extLst>
                <a:ext uri="{FF2B5EF4-FFF2-40B4-BE49-F238E27FC236}">
                  <a16:creationId xmlns:a16="http://schemas.microsoft.com/office/drawing/2014/main" id="{6B28F23D-657F-4DBF-A034-8A10FB25A1F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8563" y="12349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8" name="Oval 454">
              <a:extLst>
                <a:ext uri="{FF2B5EF4-FFF2-40B4-BE49-F238E27FC236}">
                  <a16:creationId xmlns:a16="http://schemas.microsoft.com/office/drawing/2014/main" id="{0245FB29-AE92-47EB-82F8-17D6202F018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1713" y="122396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9" name="Oval 455">
              <a:extLst>
                <a:ext uri="{FF2B5EF4-FFF2-40B4-BE49-F238E27FC236}">
                  <a16:creationId xmlns:a16="http://schemas.microsoft.com/office/drawing/2014/main" id="{CE9FD317-36AF-4B16-84DB-6B92992EA61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932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0" name="Oval 456">
              <a:extLst>
                <a:ext uri="{FF2B5EF4-FFF2-40B4-BE49-F238E27FC236}">
                  <a16:creationId xmlns:a16="http://schemas.microsoft.com/office/drawing/2014/main" id="{2C7D72AB-75AC-48F2-B5C9-8746AF4C97F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2838" y="1229836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1" name="Oval 457">
              <a:extLst>
                <a:ext uri="{FF2B5EF4-FFF2-40B4-BE49-F238E27FC236}">
                  <a16:creationId xmlns:a16="http://schemas.microsoft.com/office/drawing/2014/main" id="{3F44C136-30DC-4A57-897C-4CB96D112FA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5676" y="121999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2" name="Oval 458">
              <a:extLst>
                <a:ext uri="{FF2B5EF4-FFF2-40B4-BE49-F238E27FC236}">
                  <a16:creationId xmlns:a16="http://schemas.microsoft.com/office/drawing/2014/main" id="{5E7D5735-FF30-4508-AE13-8C913FA739E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6313" y="12209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3" name="Oval 459">
              <a:extLst>
                <a:ext uri="{FF2B5EF4-FFF2-40B4-BE49-F238E27FC236}">
                  <a16:creationId xmlns:a16="http://schemas.microsoft.com/office/drawing/2014/main" id="{69C03549-1A56-48D5-9D72-6F40BAF7B6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0926" y="122618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4" name="Oval 460">
              <a:extLst>
                <a:ext uri="{FF2B5EF4-FFF2-40B4-BE49-F238E27FC236}">
                  <a16:creationId xmlns:a16="http://schemas.microsoft.com/office/drawing/2014/main" id="{8AB7EDC0-3499-4E16-A1BB-7A873BB3BA0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0313" y="123348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5" name="Oval 461">
              <a:extLst>
                <a:ext uri="{FF2B5EF4-FFF2-40B4-BE49-F238E27FC236}">
                  <a16:creationId xmlns:a16="http://schemas.microsoft.com/office/drawing/2014/main" id="{38400A7C-8F5A-4869-A3D7-39E1A8DBFFF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4263" y="123586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6" name="Oval 462">
              <a:extLst>
                <a:ext uri="{FF2B5EF4-FFF2-40B4-BE49-F238E27FC236}">
                  <a16:creationId xmlns:a16="http://schemas.microsoft.com/office/drawing/2014/main" id="{7D3673FC-F3DB-435A-BCD4-74AC0CAD4E9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2713" y="122761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7" name="Oval 463">
              <a:extLst>
                <a:ext uri="{FF2B5EF4-FFF2-40B4-BE49-F238E27FC236}">
                  <a16:creationId xmlns:a16="http://schemas.microsoft.com/office/drawing/2014/main" id="{D5CA8680-6773-4239-9DED-F0D5887FD7E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4438" y="121666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8" name="Freeform 464">
              <a:extLst>
                <a:ext uri="{FF2B5EF4-FFF2-40B4-BE49-F238E27FC236}">
                  <a16:creationId xmlns:a16="http://schemas.microsoft.com/office/drawing/2014/main" id="{F16E0655-B912-45D5-9694-AA7AA094C6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0338" y="12055475"/>
              <a:ext cx="12700" cy="14288"/>
            </a:xfrm>
            <a:custGeom>
              <a:avLst/>
              <a:gdLst>
                <a:gd name="T0" fmla="*/ 6 w 12"/>
                <a:gd name="T1" fmla="*/ 12 h 12"/>
                <a:gd name="T2" fmla="*/ 12 w 12"/>
                <a:gd name="T3" fmla="*/ 6 h 12"/>
                <a:gd name="T4" fmla="*/ 11 w 12"/>
                <a:gd name="T5" fmla="*/ 4 h 12"/>
                <a:gd name="T6" fmla="*/ 11 w 12"/>
                <a:gd name="T7" fmla="*/ 4 h 12"/>
                <a:gd name="T8" fmla="*/ 6 w 12"/>
                <a:gd name="T9" fmla="*/ 0 h 12"/>
                <a:gd name="T10" fmla="*/ 0 w 12"/>
                <a:gd name="T11" fmla="*/ 6 h 12"/>
                <a:gd name="T12" fmla="*/ 6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9" y="12"/>
                    <a:pt x="12" y="9"/>
                    <a:pt x="12" y="6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9" name="Freeform 465">
              <a:extLst>
                <a:ext uri="{FF2B5EF4-FFF2-40B4-BE49-F238E27FC236}">
                  <a16:creationId xmlns:a16="http://schemas.microsoft.com/office/drawing/2014/main" id="{4803B132-EB9A-4C43-BDC1-B1E493E46E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6963" y="12392025"/>
              <a:ext cx="14288" cy="9525"/>
            </a:xfrm>
            <a:custGeom>
              <a:avLst/>
              <a:gdLst>
                <a:gd name="T0" fmla="*/ 11 w 11"/>
                <a:gd name="T1" fmla="*/ 6 h 8"/>
                <a:gd name="T2" fmla="*/ 5 w 11"/>
                <a:gd name="T3" fmla="*/ 0 h 8"/>
                <a:gd name="T4" fmla="*/ 0 w 11"/>
                <a:gd name="T5" fmla="*/ 4 h 8"/>
                <a:gd name="T6" fmla="*/ 11 w 11"/>
                <a:gd name="T7" fmla="*/ 8 h 8"/>
                <a:gd name="T8" fmla="*/ 11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7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0" name="Oval 466">
              <a:extLst>
                <a:ext uri="{FF2B5EF4-FFF2-40B4-BE49-F238E27FC236}">
                  <a16:creationId xmlns:a16="http://schemas.microsoft.com/office/drawing/2014/main" id="{AD5310C7-D146-48B9-9EB4-0D93A285E14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3976" y="122904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1" name="Oval 467">
              <a:extLst>
                <a:ext uri="{FF2B5EF4-FFF2-40B4-BE49-F238E27FC236}">
                  <a16:creationId xmlns:a16="http://schemas.microsoft.com/office/drawing/2014/main" id="{F5A7C0E2-7EC2-4F6B-9335-70DE9EC2E1B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0463" y="123412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2" name="Oval 468">
              <a:extLst>
                <a:ext uri="{FF2B5EF4-FFF2-40B4-BE49-F238E27FC236}">
                  <a16:creationId xmlns:a16="http://schemas.microsoft.com/office/drawing/2014/main" id="{ACA76AB8-B9A7-4B00-97D2-F4D19769B6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8551" y="12339638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3" name="Oval 469">
              <a:extLst>
                <a:ext uri="{FF2B5EF4-FFF2-40B4-BE49-F238E27FC236}">
                  <a16:creationId xmlns:a16="http://schemas.microsoft.com/office/drawing/2014/main" id="{9E6FDF20-E9AC-467B-B260-A1C58EFA05E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00488" y="122570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4" name="Oval 470">
              <a:extLst>
                <a:ext uri="{FF2B5EF4-FFF2-40B4-BE49-F238E27FC236}">
                  <a16:creationId xmlns:a16="http://schemas.microsoft.com/office/drawing/2014/main" id="{EED25258-0F1D-47F2-8554-98A24099C47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9813" y="121332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5" name="Oval 471">
              <a:extLst>
                <a:ext uri="{FF2B5EF4-FFF2-40B4-BE49-F238E27FC236}">
                  <a16:creationId xmlns:a16="http://schemas.microsoft.com/office/drawing/2014/main" id="{62369B2E-7416-47BA-8673-28B2EA1129D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5538" y="1215072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6" name="Oval 472">
              <a:extLst>
                <a:ext uri="{FF2B5EF4-FFF2-40B4-BE49-F238E27FC236}">
                  <a16:creationId xmlns:a16="http://schemas.microsoft.com/office/drawing/2014/main" id="{4F17E756-04F2-4656-B086-1649054D5B7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9363" y="123444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7" name="Oval 473">
              <a:extLst>
                <a:ext uri="{FF2B5EF4-FFF2-40B4-BE49-F238E27FC236}">
                  <a16:creationId xmlns:a16="http://schemas.microsoft.com/office/drawing/2014/main" id="{167DF620-BF4F-4111-A139-A3F08C575E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1088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8" name="Oval 474">
              <a:extLst>
                <a:ext uri="{FF2B5EF4-FFF2-40B4-BE49-F238E27FC236}">
                  <a16:creationId xmlns:a16="http://schemas.microsoft.com/office/drawing/2014/main" id="{F7867208-0055-41C0-8EA5-9F7F01059DF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19513" y="123396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9" name="Oval 475">
              <a:extLst>
                <a:ext uri="{FF2B5EF4-FFF2-40B4-BE49-F238E27FC236}">
                  <a16:creationId xmlns:a16="http://schemas.microsoft.com/office/drawing/2014/main" id="{5E5D4082-6194-4C90-A334-E1B7EB14140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8263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0" name="Oval 476">
              <a:extLst>
                <a:ext uri="{FF2B5EF4-FFF2-40B4-BE49-F238E27FC236}">
                  <a16:creationId xmlns:a16="http://schemas.microsoft.com/office/drawing/2014/main" id="{C6804AF2-6B0E-435B-BB50-74F1EA8E547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9213" y="12180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1" name="Oval 477">
              <a:extLst>
                <a:ext uri="{FF2B5EF4-FFF2-40B4-BE49-F238E27FC236}">
                  <a16:creationId xmlns:a16="http://schemas.microsoft.com/office/drawing/2014/main" id="{752F0092-152A-4F4C-9473-4BA8D2C4756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3001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2" name="Oval 478">
              <a:extLst>
                <a:ext uri="{FF2B5EF4-FFF2-40B4-BE49-F238E27FC236}">
                  <a16:creationId xmlns:a16="http://schemas.microsoft.com/office/drawing/2014/main" id="{41FCF920-D28D-45DA-B026-AAF06780C87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0163" y="12247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3" name="Oval 479">
              <a:extLst>
                <a:ext uri="{FF2B5EF4-FFF2-40B4-BE49-F238E27FC236}">
                  <a16:creationId xmlns:a16="http://schemas.microsoft.com/office/drawing/2014/main" id="{C19F779D-186E-4C70-8868-2BB005172E6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4763" y="123507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4" name="Oval 480">
              <a:extLst>
                <a:ext uri="{FF2B5EF4-FFF2-40B4-BE49-F238E27FC236}">
                  <a16:creationId xmlns:a16="http://schemas.microsoft.com/office/drawing/2014/main" id="{F426ED58-9F10-4F78-897A-F90E3CE3D73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3176" y="12372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5" name="Oval 481">
              <a:extLst>
                <a:ext uri="{FF2B5EF4-FFF2-40B4-BE49-F238E27FC236}">
                  <a16:creationId xmlns:a16="http://schemas.microsoft.com/office/drawing/2014/main" id="{FD290605-E3E5-4195-B1FD-B4758E7DC5A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5701" y="12390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6" name="Oval 482">
              <a:extLst>
                <a:ext uri="{FF2B5EF4-FFF2-40B4-BE49-F238E27FC236}">
                  <a16:creationId xmlns:a16="http://schemas.microsoft.com/office/drawing/2014/main" id="{6AF17E15-714E-45A2-B8FE-C5C0690F056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2976" y="120729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7" name="Freeform 483">
              <a:extLst>
                <a:ext uri="{FF2B5EF4-FFF2-40B4-BE49-F238E27FC236}">
                  <a16:creationId xmlns:a16="http://schemas.microsoft.com/office/drawing/2014/main" id="{09EFBCEB-77B4-4ACF-A19F-CBAE935D5F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70276" y="12096750"/>
              <a:ext cx="11113" cy="14288"/>
            </a:xfrm>
            <a:custGeom>
              <a:avLst/>
              <a:gdLst>
                <a:gd name="T0" fmla="*/ 10 w 10"/>
                <a:gd name="T1" fmla="*/ 6 h 11"/>
                <a:gd name="T2" fmla="*/ 4 w 10"/>
                <a:gd name="T3" fmla="*/ 0 h 11"/>
                <a:gd name="T4" fmla="*/ 2 w 10"/>
                <a:gd name="T5" fmla="*/ 0 h 11"/>
                <a:gd name="T6" fmla="*/ 0 w 10"/>
                <a:gd name="T7" fmla="*/ 10 h 11"/>
                <a:gd name="T8" fmla="*/ 4 w 10"/>
                <a:gd name="T9" fmla="*/ 11 h 11"/>
                <a:gd name="T10" fmla="*/ 10 w 10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3"/>
                    <a:pt x="1" y="7"/>
                    <a:pt x="0" y="10"/>
                  </a:cubicBezTo>
                  <a:cubicBezTo>
                    <a:pt x="1" y="11"/>
                    <a:pt x="3" y="11"/>
                    <a:pt x="4" y="11"/>
                  </a:cubicBezTo>
                  <a:cubicBezTo>
                    <a:pt x="7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8" name="Freeform 484">
              <a:extLst>
                <a:ext uri="{FF2B5EF4-FFF2-40B4-BE49-F238E27FC236}">
                  <a16:creationId xmlns:a16="http://schemas.microsoft.com/office/drawing/2014/main" id="{FD3E1FE9-9CB7-4483-B478-9FBC19D29C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86201" y="12349163"/>
              <a:ext cx="14288" cy="14288"/>
            </a:xfrm>
            <a:custGeom>
              <a:avLst/>
              <a:gdLst>
                <a:gd name="T0" fmla="*/ 3 w 11"/>
                <a:gd name="T1" fmla="*/ 11 h 11"/>
                <a:gd name="T2" fmla="*/ 11 w 11"/>
                <a:gd name="T3" fmla="*/ 5 h 11"/>
                <a:gd name="T4" fmla="*/ 5 w 11"/>
                <a:gd name="T5" fmla="*/ 0 h 11"/>
                <a:gd name="T6" fmla="*/ 0 w 11"/>
                <a:gd name="T7" fmla="*/ 6 h 11"/>
                <a:gd name="T8" fmla="*/ 3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6" y="9"/>
                    <a:pt x="8" y="7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3" y="11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9" name="Oval 485">
              <a:extLst>
                <a:ext uri="{FF2B5EF4-FFF2-40B4-BE49-F238E27FC236}">
                  <a16:creationId xmlns:a16="http://schemas.microsoft.com/office/drawing/2014/main" id="{6404194E-1FAB-4F92-A1E4-B1382961331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25863" y="120142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0" name="Freeform 486">
              <a:extLst>
                <a:ext uri="{FF2B5EF4-FFF2-40B4-BE49-F238E27FC236}">
                  <a16:creationId xmlns:a16="http://schemas.microsoft.com/office/drawing/2014/main" id="{C2FC0036-FECF-4473-B5E7-6B8138E410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86213" y="12193588"/>
              <a:ext cx="7938" cy="12700"/>
            </a:xfrm>
            <a:custGeom>
              <a:avLst/>
              <a:gdLst>
                <a:gd name="T0" fmla="*/ 0 w 7"/>
                <a:gd name="T1" fmla="*/ 5 h 11"/>
                <a:gd name="T2" fmla="*/ 5 w 7"/>
                <a:gd name="T3" fmla="*/ 11 h 11"/>
                <a:gd name="T4" fmla="*/ 7 w 7"/>
                <a:gd name="T5" fmla="*/ 0 h 11"/>
                <a:gd name="T6" fmla="*/ 5 w 7"/>
                <a:gd name="T7" fmla="*/ 0 h 11"/>
                <a:gd name="T8" fmla="*/ 0 w 7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6" y="7"/>
                    <a:pt x="6" y="4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1" name="Oval 487">
              <a:extLst>
                <a:ext uri="{FF2B5EF4-FFF2-40B4-BE49-F238E27FC236}">
                  <a16:creationId xmlns:a16="http://schemas.microsoft.com/office/drawing/2014/main" id="{31BD1456-E310-4B0D-A989-8B7F89B79E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6963" y="12139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2" name="Freeform 488">
              <a:extLst>
                <a:ext uri="{FF2B5EF4-FFF2-40B4-BE49-F238E27FC236}">
                  <a16:creationId xmlns:a16="http://schemas.microsoft.com/office/drawing/2014/main" id="{D675E930-9578-405B-8A8D-84C0B22C22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9351" y="12404725"/>
              <a:ext cx="14288" cy="9525"/>
            </a:xfrm>
            <a:custGeom>
              <a:avLst/>
              <a:gdLst>
                <a:gd name="T0" fmla="*/ 12 w 12"/>
                <a:gd name="T1" fmla="*/ 6 h 7"/>
                <a:gd name="T2" fmla="*/ 6 w 12"/>
                <a:gd name="T3" fmla="*/ 0 h 7"/>
                <a:gd name="T4" fmla="*/ 0 w 12"/>
                <a:gd name="T5" fmla="*/ 5 h 7"/>
                <a:gd name="T6" fmla="*/ 11 w 12"/>
                <a:gd name="T7" fmla="*/ 7 h 7"/>
                <a:gd name="T8" fmla="*/ 12 w 1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4" y="6"/>
                    <a:pt x="8" y="6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3" name="Oval 489">
              <a:extLst>
                <a:ext uri="{FF2B5EF4-FFF2-40B4-BE49-F238E27FC236}">
                  <a16:creationId xmlns:a16="http://schemas.microsoft.com/office/drawing/2014/main" id="{1EF5CF3A-946E-4281-8CAD-1EF4C06DEEF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8851" y="12176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4" name="Oval 490">
              <a:extLst>
                <a:ext uri="{FF2B5EF4-FFF2-40B4-BE49-F238E27FC236}">
                  <a16:creationId xmlns:a16="http://schemas.microsoft.com/office/drawing/2014/main" id="{213042EA-80F4-4317-A98D-51CCDFAF2FE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4426" y="12118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5" name="Oval 491">
              <a:extLst>
                <a:ext uri="{FF2B5EF4-FFF2-40B4-BE49-F238E27FC236}">
                  <a16:creationId xmlns:a16="http://schemas.microsoft.com/office/drawing/2014/main" id="{22F9FBC6-7AA0-421A-8C2D-D86821CDB0D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747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6" name="Oval 492">
              <a:extLst>
                <a:ext uri="{FF2B5EF4-FFF2-40B4-BE49-F238E27FC236}">
                  <a16:creationId xmlns:a16="http://schemas.microsoft.com/office/drawing/2014/main" id="{FC021A6F-B306-4D05-AB7B-76F42B2AE13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0788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7" name="Oval 493">
              <a:extLst>
                <a:ext uri="{FF2B5EF4-FFF2-40B4-BE49-F238E27FC236}">
                  <a16:creationId xmlns:a16="http://schemas.microsoft.com/office/drawing/2014/main" id="{99D3DB6A-CBA5-4459-8BC2-3FB85F50C12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1205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8" name="Oval 494">
              <a:extLst>
                <a:ext uri="{FF2B5EF4-FFF2-40B4-BE49-F238E27FC236}">
                  <a16:creationId xmlns:a16="http://schemas.microsoft.com/office/drawing/2014/main" id="{C586965E-1C41-4679-9F0B-82E7A76255A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5688" y="120935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9" name="Oval 495">
              <a:extLst>
                <a:ext uri="{FF2B5EF4-FFF2-40B4-BE49-F238E27FC236}">
                  <a16:creationId xmlns:a16="http://schemas.microsoft.com/office/drawing/2014/main" id="{EA3C49E9-3006-40C1-A9F9-780ACE63B9C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5713" y="121380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0" name="Oval 496">
              <a:extLst>
                <a:ext uri="{FF2B5EF4-FFF2-40B4-BE49-F238E27FC236}">
                  <a16:creationId xmlns:a16="http://schemas.microsoft.com/office/drawing/2014/main" id="{E95C5246-4AB7-42E4-90AA-5031962349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777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1" name="Oval 497">
              <a:extLst>
                <a:ext uri="{FF2B5EF4-FFF2-40B4-BE49-F238E27FC236}">
                  <a16:creationId xmlns:a16="http://schemas.microsoft.com/office/drawing/2014/main" id="{7EDCA4A1-E283-4401-8369-908BF3F832D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4726" y="121554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2" name="Oval 498">
              <a:extLst>
                <a:ext uri="{FF2B5EF4-FFF2-40B4-BE49-F238E27FC236}">
                  <a16:creationId xmlns:a16="http://schemas.microsoft.com/office/drawing/2014/main" id="{999CCDF7-F2D7-4BDB-875F-73FC3FD64B2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5238" y="121142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3" name="Oval 499">
              <a:extLst>
                <a:ext uri="{FF2B5EF4-FFF2-40B4-BE49-F238E27FC236}">
                  <a16:creationId xmlns:a16="http://schemas.microsoft.com/office/drawing/2014/main" id="{00EC724C-1B0C-418F-B7CD-9F4B39E253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3801" y="121173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4" name="Oval 500">
              <a:extLst>
                <a:ext uri="{FF2B5EF4-FFF2-40B4-BE49-F238E27FC236}">
                  <a16:creationId xmlns:a16="http://schemas.microsoft.com/office/drawing/2014/main" id="{F4CF54CA-241D-4855-A682-63AE70908A1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2376" y="12009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5" name="Oval 501">
              <a:extLst>
                <a:ext uri="{FF2B5EF4-FFF2-40B4-BE49-F238E27FC236}">
                  <a16:creationId xmlns:a16="http://schemas.microsoft.com/office/drawing/2014/main" id="{86B32BE4-0897-4A0C-BAEF-CB316763CB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5076" y="12120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6" name="Oval 502">
              <a:extLst>
                <a:ext uri="{FF2B5EF4-FFF2-40B4-BE49-F238E27FC236}">
                  <a16:creationId xmlns:a16="http://schemas.microsoft.com/office/drawing/2014/main" id="{A6B37B49-B1B6-46A4-B73B-F177D8BDEA7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6488" y="120523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7" name="Oval 503">
              <a:extLst>
                <a:ext uri="{FF2B5EF4-FFF2-40B4-BE49-F238E27FC236}">
                  <a16:creationId xmlns:a16="http://schemas.microsoft.com/office/drawing/2014/main" id="{AEA5BB7D-2BFD-4458-BD69-E39C17A1F1C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6813" y="120650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8" name="Oval 504">
              <a:extLst>
                <a:ext uri="{FF2B5EF4-FFF2-40B4-BE49-F238E27FC236}">
                  <a16:creationId xmlns:a16="http://schemas.microsoft.com/office/drawing/2014/main" id="{59D040F8-8533-4039-975B-CF77D3692EF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2526" y="120173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9" name="Oval 505">
              <a:extLst>
                <a:ext uri="{FF2B5EF4-FFF2-40B4-BE49-F238E27FC236}">
                  <a16:creationId xmlns:a16="http://schemas.microsoft.com/office/drawing/2014/main" id="{9752DB39-40B6-4BA4-B009-422E12E592E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1738" y="119697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50" name="Oval 506">
              <a:extLst>
                <a:ext uri="{FF2B5EF4-FFF2-40B4-BE49-F238E27FC236}">
                  <a16:creationId xmlns:a16="http://schemas.microsoft.com/office/drawing/2014/main" id="{A0FB2A41-ADB5-41DB-8AAA-DB5AE0CBA2B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2213" y="119157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</p:spTree>
    <p:extLst>
      <p:ext uri="{BB962C8B-B14F-4D97-AF65-F5344CB8AC3E}">
        <p14:creationId xmlns:p14="http://schemas.microsoft.com/office/powerpoint/2010/main" val="19947004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ubriksida, Beijer, GEDB, SRC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4" name="Bildobjekt 833" descr="En bild som visar elektronik, stereo, dator&#10;&#10;Automatiskt genererad beskrivning">
            <a:extLst>
              <a:ext uri="{FF2B5EF4-FFF2-40B4-BE49-F238E27FC236}">
                <a16:creationId xmlns:a16="http://schemas.microsoft.com/office/drawing/2014/main" id="{CDCA3CA7-A937-49F6-B31F-6B170643042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9"/>
          <a:stretch/>
        </p:blipFill>
        <p:spPr>
          <a:xfrm>
            <a:off x="0" y="0"/>
            <a:ext cx="24382413" cy="13716000"/>
          </a:xfrm>
          <a:prstGeom prst="rect">
            <a:avLst/>
          </a:prstGeom>
        </p:spPr>
      </p:pic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2231374" y="9228829"/>
            <a:ext cx="19536425" cy="1433738"/>
          </a:xfrm>
        </p:spPr>
        <p:txBody>
          <a:bodyPr/>
          <a:lstStyle>
            <a:lvl1pPr marL="0" indent="0" algn="l">
              <a:buNone/>
              <a:defRPr sz="2600" spc="130" baseline="0">
                <a:solidFill>
                  <a:srgbClr val="F9F2E8"/>
                </a:solidFill>
              </a:defRPr>
            </a:lvl1pPr>
            <a:lvl2pPr marL="914354" indent="0" algn="ctr">
              <a:buNone/>
              <a:defRPr sz="4000"/>
            </a:lvl2pPr>
            <a:lvl3pPr marL="1828709" indent="0" algn="ctr">
              <a:buNone/>
              <a:defRPr sz="3600"/>
            </a:lvl3pPr>
            <a:lvl4pPr marL="2743063" indent="0" algn="ctr">
              <a:buNone/>
              <a:defRPr sz="3200"/>
            </a:lvl4pPr>
            <a:lvl5pPr marL="3657417" indent="0" algn="ctr">
              <a:buNone/>
              <a:defRPr sz="3200"/>
            </a:lvl5pPr>
            <a:lvl6pPr marL="4571771" indent="0" algn="ctr">
              <a:buNone/>
              <a:defRPr sz="3200"/>
            </a:lvl6pPr>
            <a:lvl7pPr marL="5486126" indent="0" algn="ctr">
              <a:buNone/>
              <a:defRPr sz="3200"/>
            </a:lvl7pPr>
            <a:lvl8pPr marL="6400480" indent="0" algn="ctr">
              <a:buNone/>
              <a:defRPr sz="3200"/>
            </a:lvl8pPr>
            <a:lvl9pPr marL="7314834" indent="0" algn="ctr">
              <a:buNone/>
              <a:defRPr sz="3200"/>
            </a:lvl9pPr>
          </a:lstStyle>
          <a:p>
            <a:r>
              <a:rPr lang="sv-SE"/>
              <a:t>Name of the Event</a:t>
            </a:r>
            <a:endParaRPr lang="en-US" dirty="0"/>
          </a:p>
        </p:txBody>
      </p:sp>
      <p:sp>
        <p:nvSpPr>
          <p:cNvPr id="10" name="Platshållare för datum 10">
            <a:extLst>
              <a:ext uri="{FF2B5EF4-FFF2-40B4-BE49-F238E27FC236}">
                <a16:creationId xmlns:a16="http://schemas.microsoft.com/office/drawing/2014/main" id="{4D47032E-1A68-42DF-8187-0EEE959B00A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7899" y="8352967"/>
            <a:ext cx="5486400" cy="73025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2600" spc="150" baseline="0">
                <a:solidFill>
                  <a:srgbClr val="F9F2E8"/>
                </a:solidFill>
              </a:defRPr>
            </a:lvl1pPr>
          </a:lstStyle>
          <a:p>
            <a:fld id="{628A2FC5-2FA7-4770-A32E-ADB0A4CD6EB2}" type="datetime1">
              <a:rPr lang="sv-SE" smtClean="0"/>
              <a:pPr/>
              <a:t>2024-03-11</a:t>
            </a:fld>
            <a:endParaRPr lang="sv-SE"/>
          </a:p>
        </p:txBody>
      </p:sp>
      <p:sp>
        <p:nvSpPr>
          <p:cNvPr id="9" name="Rektangel 8">
            <a:extLst>
              <a:ext uri="{FF2B5EF4-FFF2-40B4-BE49-F238E27FC236}">
                <a16:creationId xmlns:a16="http://schemas.microsoft.com/office/drawing/2014/main" id="{70020DC2-2E6B-46EF-84B0-FBE4A812C457}"/>
              </a:ext>
            </a:extLst>
          </p:cNvPr>
          <p:cNvSpPr/>
          <p:nvPr userDrawn="1"/>
        </p:nvSpPr>
        <p:spPr>
          <a:xfrm>
            <a:off x="13835672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bg1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bg1"/>
              </a:solidFill>
            </a:endParaRPr>
          </a:p>
        </p:txBody>
      </p:sp>
      <p:grpSp>
        <p:nvGrpSpPr>
          <p:cNvPr id="515" name="Grupp 514">
            <a:extLst>
              <a:ext uri="{FF2B5EF4-FFF2-40B4-BE49-F238E27FC236}">
                <a16:creationId xmlns:a16="http://schemas.microsoft.com/office/drawing/2014/main" id="{4437605C-C1DC-454A-BC42-3575165237E7}"/>
              </a:ext>
            </a:extLst>
          </p:cNvPr>
          <p:cNvGrpSpPr/>
          <p:nvPr userDrawn="1"/>
        </p:nvGrpSpPr>
        <p:grpSpPr>
          <a:xfrm>
            <a:off x="2216151" y="11869738"/>
            <a:ext cx="4795838" cy="1100138"/>
            <a:chOff x="2216151" y="11869738"/>
            <a:chExt cx="4795838" cy="1100138"/>
          </a:xfrm>
          <a:solidFill>
            <a:srgbClr val="F9F2E8"/>
          </a:solidFill>
        </p:grpSpPr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4F52FD30-20E7-4001-9C80-5BFFDED68669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2216151" y="11869738"/>
              <a:ext cx="4795838" cy="1100138"/>
              <a:chOff x="1396" y="7477"/>
              <a:chExt cx="3021" cy="693"/>
            </a:xfrm>
            <a:grpFill/>
          </p:grpSpPr>
          <p:sp>
            <p:nvSpPr>
              <p:cNvPr id="315" name="Rectangle 5">
                <a:extLst>
                  <a:ext uri="{FF2B5EF4-FFF2-40B4-BE49-F238E27FC236}">
                    <a16:creationId xmlns:a16="http://schemas.microsoft.com/office/drawing/2014/main" id="{2AC2E646-D9CE-4EFF-AE2E-8F1489A730C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664" y="7477"/>
                <a:ext cx="5" cy="69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6" name="Rectangle 6">
                <a:extLst>
                  <a:ext uri="{FF2B5EF4-FFF2-40B4-BE49-F238E27FC236}">
                    <a16:creationId xmlns:a16="http://schemas.microsoft.com/office/drawing/2014/main" id="{C6A9B270-004A-4214-925A-3F394E16C0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4394" y="7791"/>
                <a:ext cx="23" cy="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7" name="Freeform 7">
                <a:extLst>
                  <a:ext uri="{FF2B5EF4-FFF2-40B4-BE49-F238E27FC236}">
                    <a16:creationId xmlns:a16="http://schemas.microsoft.com/office/drawing/2014/main" id="{3E1CA14E-EAFB-4E5A-8A96-A52E9467E6C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91" y="7547"/>
                <a:ext cx="101" cy="117"/>
              </a:xfrm>
              <a:custGeom>
                <a:avLst/>
                <a:gdLst>
                  <a:gd name="T0" fmla="*/ 58 w 136"/>
                  <a:gd name="T1" fmla="*/ 153 h 157"/>
                  <a:gd name="T2" fmla="*/ 39 w 136"/>
                  <a:gd name="T3" fmla="*/ 133 h 157"/>
                  <a:gd name="T4" fmla="*/ 39 w 136"/>
                  <a:gd name="T5" fmla="*/ 78 h 157"/>
                  <a:gd name="T6" fmla="*/ 39 w 136"/>
                  <a:gd name="T7" fmla="*/ 78 h 157"/>
                  <a:gd name="T8" fmla="*/ 81 w 136"/>
                  <a:gd name="T9" fmla="*/ 134 h 157"/>
                  <a:gd name="T10" fmla="*/ 89 w 136"/>
                  <a:gd name="T11" fmla="*/ 147 h 157"/>
                  <a:gd name="T12" fmla="*/ 76 w 136"/>
                  <a:gd name="T13" fmla="*/ 153 h 157"/>
                  <a:gd name="T14" fmla="*/ 76 w 136"/>
                  <a:gd name="T15" fmla="*/ 157 h 157"/>
                  <a:gd name="T16" fmla="*/ 136 w 136"/>
                  <a:gd name="T17" fmla="*/ 157 h 157"/>
                  <a:gd name="T18" fmla="*/ 136 w 136"/>
                  <a:gd name="T19" fmla="*/ 153 h 157"/>
                  <a:gd name="T20" fmla="*/ 100 w 136"/>
                  <a:gd name="T21" fmla="*/ 128 h 157"/>
                  <a:gd name="T22" fmla="*/ 54 w 136"/>
                  <a:gd name="T23" fmla="*/ 69 h 157"/>
                  <a:gd name="T24" fmla="*/ 95 w 136"/>
                  <a:gd name="T25" fmla="*/ 21 h 157"/>
                  <a:gd name="T26" fmla="*/ 127 w 136"/>
                  <a:gd name="T27" fmla="*/ 4 h 157"/>
                  <a:gd name="T28" fmla="*/ 127 w 136"/>
                  <a:gd name="T29" fmla="*/ 0 h 157"/>
                  <a:gd name="T30" fmla="*/ 75 w 136"/>
                  <a:gd name="T31" fmla="*/ 0 h 157"/>
                  <a:gd name="T32" fmla="*/ 75 w 136"/>
                  <a:gd name="T33" fmla="*/ 4 h 157"/>
                  <a:gd name="T34" fmla="*/ 88 w 136"/>
                  <a:gd name="T35" fmla="*/ 10 h 157"/>
                  <a:gd name="T36" fmla="*/ 83 w 136"/>
                  <a:gd name="T37" fmla="*/ 19 h 157"/>
                  <a:gd name="T38" fmla="*/ 39 w 136"/>
                  <a:gd name="T39" fmla="*/ 71 h 157"/>
                  <a:gd name="T40" fmla="*/ 39 w 136"/>
                  <a:gd name="T41" fmla="*/ 24 h 157"/>
                  <a:gd name="T42" fmla="*/ 58 w 136"/>
                  <a:gd name="T43" fmla="*/ 4 h 157"/>
                  <a:gd name="T44" fmla="*/ 58 w 136"/>
                  <a:gd name="T45" fmla="*/ 0 h 157"/>
                  <a:gd name="T46" fmla="*/ 0 w 136"/>
                  <a:gd name="T47" fmla="*/ 0 h 157"/>
                  <a:gd name="T48" fmla="*/ 0 w 136"/>
                  <a:gd name="T49" fmla="*/ 4 h 157"/>
                  <a:gd name="T50" fmla="*/ 19 w 136"/>
                  <a:gd name="T51" fmla="*/ 24 h 157"/>
                  <a:gd name="T52" fmla="*/ 19 w 136"/>
                  <a:gd name="T53" fmla="*/ 133 h 157"/>
                  <a:gd name="T54" fmla="*/ 0 w 136"/>
                  <a:gd name="T55" fmla="*/ 153 h 157"/>
                  <a:gd name="T56" fmla="*/ 0 w 136"/>
                  <a:gd name="T57" fmla="*/ 157 h 157"/>
                  <a:gd name="T58" fmla="*/ 58 w 136"/>
                  <a:gd name="T59" fmla="*/ 157 h 157"/>
                  <a:gd name="T60" fmla="*/ 58 w 136"/>
                  <a:gd name="T61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7">
                    <a:moveTo>
                      <a:pt x="58" y="153"/>
                    </a:moveTo>
                    <a:cubicBezTo>
                      <a:pt x="46" y="153"/>
                      <a:pt x="39" y="151"/>
                      <a:pt x="39" y="13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0"/>
                      <a:pt x="89" y="144"/>
                      <a:pt x="89" y="147"/>
                    </a:cubicBezTo>
                    <a:cubicBezTo>
                      <a:pt x="89" y="151"/>
                      <a:pt x="85" y="153"/>
                      <a:pt x="76" y="153"/>
                    </a:cubicBezTo>
                    <a:cubicBezTo>
                      <a:pt x="76" y="157"/>
                      <a:pt x="76" y="157"/>
                      <a:pt x="76" y="157"/>
                    </a:cubicBezTo>
                    <a:cubicBezTo>
                      <a:pt x="136" y="157"/>
                      <a:pt x="136" y="157"/>
                      <a:pt x="136" y="157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1"/>
                      <a:pt x="100" y="12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7"/>
                      <a:pt x="115" y="4"/>
                      <a:pt x="127" y="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84" y="4"/>
                      <a:pt x="88" y="6"/>
                      <a:pt x="88" y="10"/>
                    </a:cubicBezTo>
                    <a:cubicBezTo>
                      <a:pt x="88" y="12"/>
                      <a:pt x="85" y="16"/>
                      <a:pt x="83" y="19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8" y="157"/>
                      <a:pt x="58" y="157"/>
                      <a:pt x="58" y="157"/>
                    </a:cubicBezTo>
                    <a:lnTo>
                      <a:pt x="58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8" name="Freeform 8">
                <a:extLst>
                  <a:ext uri="{FF2B5EF4-FFF2-40B4-BE49-F238E27FC236}">
                    <a16:creationId xmlns:a16="http://schemas.microsoft.com/office/drawing/2014/main" id="{799F0C0D-6D07-40F2-B16E-AFC6CE36123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9" y="7547"/>
                <a:ext cx="105" cy="119"/>
              </a:xfrm>
              <a:custGeom>
                <a:avLst/>
                <a:gdLst>
                  <a:gd name="T0" fmla="*/ 19 w 142"/>
                  <a:gd name="T1" fmla="*/ 24 h 160"/>
                  <a:gd name="T2" fmla="*/ 19 w 142"/>
                  <a:gd name="T3" fmla="*/ 103 h 160"/>
                  <a:gd name="T4" fmla="*/ 72 w 142"/>
                  <a:gd name="T5" fmla="*/ 160 h 160"/>
                  <a:gd name="T6" fmla="*/ 122 w 142"/>
                  <a:gd name="T7" fmla="*/ 103 h 160"/>
                  <a:gd name="T8" fmla="*/ 122 w 142"/>
                  <a:gd name="T9" fmla="*/ 24 h 160"/>
                  <a:gd name="T10" fmla="*/ 142 w 142"/>
                  <a:gd name="T11" fmla="*/ 4 h 160"/>
                  <a:gd name="T12" fmla="*/ 142 w 142"/>
                  <a:gd name="T13" fmla="*/ 0 h 160"/>
                  <a:gd name="T14" fmla="*/ 90 w 142"/>
                  <a:gd name="T15" fmla="*/ 0 h 160"/>
                  <a:gd name="T16" fmla="*/ 90 w 142"/>
                  <a:gd name="T17" fmla="*/ 4 h 160"/>
                  <a:gd name="T18" fmla="*/ 110 w 142"/>
                  <a:gd name="T19" fmla="*/ 24 h 160"/>
                  <a:gd name="T20" fmla="*/ 110 w 142"/>
                  <a:gd name="T21" fmla="*/ 103 h 160"/>
                  <a:gd name="T22" fmla="*/ 73 w 142"/>
                  <a:gd name="T23" fmla="*/ 150 h 160"/>
                  <a:gd name="T24" fmla="*/ 39 w 142"/>
                  <a:gd name="T25" fmla="*/ 103 h 160"/>
                  <a:gd name="T26" fmla="*/ 39 w 142"/>
                  <a:gd name="T27" fmla="*/ 24 h 160"/>
                  <a:gd name="T28" fmla="*/ 58 w 142"/>
                  <a:gd name="T29" fmla="*/ 4 h 160"/>
                  <a:gd name="T30" fmla="*/ 58 w 142"/>
                  <a:gd name="T31" fmla="*/ 0 h 160"/>
                  <a:gd name="T32" fmla="*/ 0 w 142"/>
                  <a:gd name="T33" fmla="*/ 0 h 160"/>
                  <a:gd name="T34" fmla="*/ 0 w 142"/>
                  <a:gd name="T35" fmla="*/ 4 h 160"/>
                  <a:gd name="T36" fmla="*/ 19 w 142"/>
                  <a:gd name="T37" fmla="*/ 2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60">
                    <a:moveTo>
                      <a:pt x="19" y="24"/>
                    </a:moveTo>
                    <a:cubicBezTo>
                      <a:pt x="19" y="103"/>
                      <a:pt x="19" y="103"/>
                      <a:pt x="19" y="103"/>
                    </a:cubicBezTo>
                    <a:cubicBezTo>
                      <a:pt x="19" y="136"/>
                      <a:pt x="26" y="160"/>
                      <a:pt x="72" y="160"/>
                    </a:cubicBezTo>
                    <a:cubicBezTo>
                      <a:pt x="118" y="160"/>
                      <a:pt x="122" y="135"/>
                      <a:pt x="122" y="10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4"/>
                      <a:pt x="142" y="4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10" y="6"/>
                      <a:pt x="110" y="24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0" y="131"/>
                      <a:pt x="105" y="150"/>
                      <a:pt x="73" y="150"/>
                    </a:cubicBezTo>
                    <a:cubicBezTo>
                      <a:pt x="44" y="150"/>
                      <a:pt x="39" y="127"/>
                      <a:pt x="39" y="10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9" name="Freeform 9">
                <a:extLst>
                  <a:ext uri="{FF2B5EF4-FFF2-40B4-BE49-F238E27FC236}">
                    <a16:creationId xmlns:a16="http://schemas.microsoft.com/office/drawing/2014/main" id="{96590C6A-8168-4C91-9D23-D7DCD54962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6" y="7547"/>
                <a:ext cx="105" cy="117"/>
              </a:xfrm>
              <a:custGeom>
                <a:avLst/>
                <a:gdLst>
                  <a:gd name="T0" fmla="*/ 51 w 141"/>
                  <a:gd name="T1" fmla="*/ 153 h 157"/>
                  <a:gd name="T2" fmla="*/ 32 w 141"/>
                  <a:gd name="T3" fmla="*/ 133 h 157"/>
                  <a:gd name="T4" fmla="*/ 32 w 141"/>
                  <a:gd name="T5" fmla="*/ 21 h 157"/>
                  <a:gd name="T6" fmla="*/ 32 w 141"/>
                  <a:gd name="T7" fmla="*/ 21 h 157"/>
                  <a:gd name="T8" fmla="*/ 105 w 141"/>
                  <a:gd name="T9" fmla="*/ 157 h 157"/>
                  <a:gd name="T10" fmla="*/ 121 w 141"/>
                  <a:gd name="T11" fmla="*/ 157 h 157"/>
                  <a:gd name="T12" fmla="*/ 121 w 141"/>
                  <a:gd name="T13" fmla="*/ 24 h 157"/>
                  <a:gd name="T14" fmla="*/ 141 w 141"/>
                  <a:gd name="T15" fmla="*/ 4 h 157"/>
                  <a:gd name="T16" fmla="*/ 141 w 141"/>
                  <a:gd name="T17" fmla="*/ 0 h 157"/>
                  <a:gd name="T18" fmla="*/ 90 w 141"/>
                  <a:gd name="T19" fmla="*/ 0 h 157"/>
                  <a:gd name="T20" fmla="*/ 90 w 141"/>
                  <a:gd name="T21" fmla="*/ 4 h 157"/>
                  <a:gd name="T22" fmla="*/ 109 w 141"/>
                  <a:gd name="T23" fmla="*/ 24 h 157"/>
                  <a:gd name="T24" fmla="*/ 109 w 141"/>
                  <a:gd name="T25" fmla="*/ 127 h 157"/>
                  <a:gd name="T26" fmla="*/ 108 w 141"/>
                  <a:gd name="T27" fmla="*/ 127 h 157"/>
                  <a:gd name="T28" fmla="*/ 40 w 141"/>
                  <a:gd name="T29" fmla="*/ 0 h 157"/>
                  <a:gd name="T30" fmla="*/ 0 w 141"/>
                  <a:gd name="T31" fmla="*/ 0 h 157"/>
                  <a:gd name="T32" fmla="*/ 0 w 141"/>
                  <a:gd name="T33" fmla="*/ 4 h 157"/>
                  <a:gd name="T34" fmla="*/ 19 w 141"/>
                  <a:gd name="T35" fmla="*/ 24 h 157"/>
                  <a:gd name="T36" fmla="*/ 19 w 141"/>
                  <a:gd name="T37" fmla="*/ 133 h 157"/>
                  <a:gd name="T38" fmla="*/ 0 w 141"/>
                  <a:gd name="T39" fmla="*/ 153 h 157"/>
                  <a:gd name="T40" fmla="*/ 0 w 141"/>
                  <a:gd name="T41" fmla="*/ 157 h 157"/>
                  <a:gd name="T42" fmla="*/ 51 w 141"/>
                  <a:gd name="T43" fmla="*/ 157 h 157"/>
                  <a:gd name="T44" fmla="*/ 51 w 141"/>
                  <a:gd name="T45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7">
                    <a:moveTo>
                      <a:pt x="51" y="153"/>
                    </a:moveTo>
                    <a:cubicBezTo>
                      <a:pt x="39" y="153"/>
                      <a:pt x="32" y="151"/>
                      <a:pt x="32" y="133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105" y="157"/>
                      <a:pt x="105" y="157"/>
                      <a:pt x="105" y="157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1" y="6"/>
                      <a:pt x="128" y="4"/>
                      <a:pt x="141" y="4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8" y="127"/>
                      <a:pt x="108" y="127"/>
                      <a:pt x="108" y="1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1" y="157"/>
                      <a:pt x="51" y="157"/>
                      <a:pt x="51" y="157"/>
                    </a:cubicBezTo>
                    <a:lnTo>
                      <a:pt x="51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0" name="Freeform 10">
                <a:extLst>
                  <a:ext uri="{FF2B5EF4-FFF2-40B4-BE49-F238E27FC236}">
                    <a16:creationId xmlns:a16="http://schemas.microsoft.com/office/drawing/2014/main" id="{4111E67A-5931-40A9-A74D-E0E1C02B984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40" y="7544"/>
                <a:ext cx="97" cy="122"/>
              </a:xfrm>
              <a:custGeom>
                <a:avLst/>
                <a:gdLst>
                  <a:gd name="T0" fmla="*/ 69 w 129"/>
                  <a:gd name="T1" fmla="*/ 163 h 163"/>
                  <a:gd name="T2" fmla="*/ 111 w 129"/>
                  <a:gd name="T3" fmla="*/ 156 h 163"/>
                  <a:gd name="T4" fmla="*/ 111 w 129"/>
                  <a:gd name="T5" fmla="*/ 97 h 163"/>
                  <a:gd name="T6" fmla="*/ 129 w 129"/>
                  <a:gd name="T7" fmla="*/ 78 h 163"/>
                  <a:gd name="T8" fmla="*/ 129 w 129"/>
                  <a:gd name="T9" fmla="*/ 73 h 163"/>
                  <a:gd name="T10" fmla="*/ 72 w 129"/>
                  <a:gd name="T11" fmla="*/ 73 h 163"/>
                  <a:gd name="T12" fmla="*/ 72 w 129"/>
                  <a:gd name="T13" fmla="*/ 78 h 163"/>
                  <a:gd name="T14" fmla="*/ 91 w 129"/>
                  <a:gd name="T15" fmla="*/ 97 h 163"/>
                  <a:gd name="T16" fmla="*/ 91 w 129"/>
                  <a:gd name="T17" fmla="*/ 150 h 163"/>
                  <a:gd name="T18" fmla="*/ 73 w 129"/>
                  <a:gd name="T19" fmla="*/ 152 h 163"/>
                  <a:gd name="T20" fmla="*/ 22 w 129"/>
                  <a:gd name="T21" fmla="*/ 74 h 163"/>
                  <a:gd name="T22" fmla="*/ 62 w 129"/>
                  <a:gd name="T23" fmla="*/ 10 h 163"/>
                  <a:gd name="T24" fmla="*/ 104 w 129"/>
                  <a:gd name="T25" fmla="*/ 44 h 163"/>
                  <a:gd name="T26" fmla="*/ 110 w 129"/>
                  <a:gd name="T27" fmla="*/ 44 h 163"/>
                  <a:gd name="T28" fmla="*/ 108 w 129"/>
                  <a:gd name="T29" fmla="*/ 7 h 163"/>
                  <a:gd name="T30" fmla="*/ 65 w 129"/>
                  <a:gd name="T31" fmla="*/ 0 h 163"/>
                  <a:gd name="T32" fmla="*/ 0 w 129"/>
                  <a:gd name="T33" fmla="*/ 77 h 163"/>
                  <a:gd name="T34" fmla="*/ 69 w 129"/>
                  <a:gd name="T3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163">
                    <a:moveTo>
                      <a:pt x="69" y="163"/>
                    </a:moveTo>
                    <a:cubicBezTo>
                      <a:pt x="88" y="163"/>
                      <a:pt x="101" y="159"/>
                      <a:pt x="111" y="156"/>
                    </a:cubicBezTo>
                    <a:cubicBezTo>
                      <a:pt x="111" y="97"/>
                      <a:pt x="111" y="97"/>
                      <a:pt x="111" y="97"/>
                    </a:cubicBezTo>
                    <a:cubicBezTo>
                      <a:pt x="111" y="79"/>
                      <a:pt x="118" y="78"/>
                      <a:pt x="129" y="78"/>
                    </a:cubicBezTo>
                    <a:cubicBezTo>
                      <a:pt x="129" y="73"/>
                      <a:pt x="129" y="73"/>
                      <a:pt x="129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83" y="78"/>
                      <a:pt x="91" y="79"/>
                      <a:pt x="91" y="97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87" y="151"/>
                      <a:pt x="83" y="152"/>
                      <a:pt x="73" y="152"/>
                    </a:cubicBezTo>
                    <a:cubicBezTo>
                      <a:pt x="27" y="152"/>
                      <a:pt x="22" y="104"/>
                      <a:pt x="22" y="74"/>
                    </a:cubicBezTo>
                    <a:cubicBezTo>
                      <a:pt x="22" y="46"/>
                      <a:pt x="24" y="10"/>
                      <a:pt x="62" y="10"/>
                    </a:cubicBezTo>
                    <a:cubicBezTo>
                      <a:pt x="93" y="10"/>
                      <a:pt x="102" y="30"/>
                      <a:pt x="104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97" y="4"/>
                      <a:pt x="83" y="0"/>
                      <a:pt x="65" y="0"/>
                    </a:cubicBezTo>
                    <a:cubicBezTo>
                      <a:pt x="14" y="0"/>
                      <a:pt x="0" y="27"/>
                      <a:pt x="0" y="77"/>
                    </a:cubicBezTo>
                    <a:cubicBezTo>
                      <a:pt x="0" y="132"/>
                      <a:pt x="23" y="163"/>
                      <a:pt x="69" y="1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1" name="Freeform 11">
                <a:extLst>
                  <a:ext uri="{FF2B5EF4-FFF2-40B4-BE49-F238E27FC236}">
                    <a16:creationId xmlns:a16="http://schemas.microsoft.com/office/drawing/2014/main" id="{7A738680-7EB6-43B3-815C-18E53BF7BA0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2" y="7547"/>
                <a:ext cx="75" cy="117"/>
              </a:xfrm>
              <a:custGeom>
                <a:avLst/>
                <a:gdLst>
                  <a:gd name="T0" fmla="*/ 100 w 100"/>
                  <a:gd name="T1" fmla="*/ 123 h 157"/>
                  <a:gd name="T2" fmla="*/ 95 w 100"/>
                  <a:gd name="T3" fmla="*/ 123 h 157"/>
                  <a:gd name="T4" fmla="*/ 68 w 100"/>
                  <a:gd name="T5" fmla="*/ 148 h 157"/>
                  <a:gd name="T6" fmla="*/ 54 w 100"/>
                  <a:gd name="T7" fmla="*/ 148 h 157"/>
                  <a:gd name="T8" fmla="*/ 39 w 100"/>
                  <a:gd name="T9" fmla="*/ 133 h 157"/>
                  <a:gd name="T10" fmla="*/ 39 w 100"/>
                  <a:gd name="T11" fmla="*/ 24 h 157"/>
                  <a:gd name="T12" fmla="*/ 58 w 100"/>
                  <a:gd name="T13" fmla="*/ 4 h 157"/>
                  <a:gd name="T14" fmla="*/ 58 w 100"/>
                  <a:gd name="T15" fmla="*/ 0 h 157"/>
                  <a:gd name="T16" fmla="*/ 0 w 100"/>
                  <a:gd name="T17" fmla="*/ 0 h 157"/>
                  <a:gd name="T18" fmla="*/ 0 w 100"/>
                  <a:gd name="T19" fmla="*/ 4 h 157"/>
                  <a:gd name="T20" fmla="*/ 19 w 100"/>
                  <a:gd name="T21" fmla="*/ 24 h 157"/>
                  <a:gd name="T22" fmla="*/ 19 w 100"/>
                  <a:gd name="T23" fmla="*/ 133 h 157"/>
                  <a:gd name="T24" fmla="*/ 0 w 100"/>
                  <a:gd name="T25" fmla="*/ 153 h 157"/>
                  <a:gd name="T26" fmla="*/ 0 w 100"/>
                  <a:gd name="T27" fmla="*/ 157 h 157"/>
                  <a:gd name="T28" fmla="*/ 99 w 100"/>
                  <a:gd name="T29" fmla="*/ 157 h 157"/>
                  <a:gd name="T30" fmla="*/ 100 w 100"/>
                  <a:gd name="T31" fmla="*/ 1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157">
                    <a:moveTo>
                      <a:pt x="100" y="123"/>
                    </a:moveTo>
                    <a:cubicBezTo>
                      <a:pt x="95" y="123"/>
                      <a:pt x="95" y="123"/>
                      <a:pt x="95" y="123"/>
                    </a:cubicBezTo>
                    <a:cubicBezTo>
                      <a:pt x="91" y="141"/>
                      <a:pt x="87" y="148"/>
                      <a:pt x="68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40" y="148"/>
                      <a:pt x="39" y="147"/>
                      <a:pt x="39" y="13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99" y="157"/>
                      <a:pt x="99" y="157"/>
                      <a:pt x="99" y="157"/>
                    </a:cubicBezTo>
                    <a:lnTo>
                      <a:pt x="100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2" name="Oval 12">
                <a:extLst>
                  <a:ext uri="{FF2B5EF4-FFF2-40B4-BE49-F238E27FC236}">
                    <a16:creationId xmlns:a16="http://schemas.microsoft.com/office/drawing/2014/main" id="{3D016703-0DB4-4FB0-BA53-CB08D338511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3943" y="7647"/>
                <a:ext cx="18" cy="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3" name="Freeform 13">
                <a:extLst>
                  <a:ext uri="{FF2B5EF4-FFF2-40B4-BE49-F238E27FC236}">
                    <a16:creationId xmlns:a16="http://schemas.microsoft.com/office/drawing/2014/main" id="{54C42F7D-C142-497D-867B-D0333D6E16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86" y="7728"/>
                <a:ext cx="115" cy="119"/>
              </a:xfrm>
              <a:custGeom>
                <a:avLst/>
                <a:gdLst>
                  <a:gd name="T0" fmla="*/ 25 w 154"/>
                  <a:gd name="T1" fmla="*/ 26 h 160"/>
                  <a:gd name="T2" fmla="*/ 71 w 154"/>
                  <a:gd name="T3" fmla="*/ 160 h 160"/>
                  <a:gd name="T4" fmla="*/ 84 w 154"/>
                  <a:gd name="T5" fmla="*/ 160 h 160"/>
                  <a:gd name="T6" fmla="*/ 129 w 154"/>
                  <a:gd name="T7" fmla="*/ 30 h 160"/>
                  <a:gd name="T8" fmla="*/ 154 w 154"/>
                  <a:gd name="T9" fmla="*/ 5 h 160"/>
                  <a:gd name="T10" fmla="*/ 154 w 154"/>
                  <a:gd name="T11" fmla="*/ 0 h 160"/>
                  <a:gd name="T12" fmla="*/ 105 w 154"/>
                  <a:gd name="T13" fmla="*/ 0 h 160"/>
                  <a:gd name="T14" fmla="*/ 105 w 154"/>
                  <a:gd name="T15" fmla="*/ 5 h 160"/>
                  <a:gd name="T16" fmla="*/ 121 w 154"/>
                  <a:gd name="T17" fmla="*/ 13 h 160"/>
                  <a:gd name="T18" fmla="*/ 118 w 154"/>
                  <a:gd name="T19" fmla="*/ 22 h 160"/>
                  <a:gd name="T20" fmla="*/ 81 w 154"/>
                  <a:gd name="T21" fmla="*/ 131 h 160"/>
                  <a:gd name="T22" fmla="*/ 46 w 154"/>
                  <a:gd name="T23" fmla="*/ 27 h 160"/>
                  <a:gd name="T24" fmla="*/ 43 w 154"/>
                  <a:gd name="T25" fmla="*/ 14 h 160"/>
                  <a:gd name="T26" fmla="*/ 58 w 154"/>
                  <a:gd name="T27" fmla="*/ 5 h 160"/>
                  <a:gd name="T28" fmla="*/ 58 w 154"/>
                  <a:gd name="T29" fmla="*/ 0 h 160"/>
                  <a:gd name="T30" fmla="*/ 0 w 154"/>
                  <a:gd name="T31" fmla="*/ 0 h 160"/>
                  <a:gd name="T32" fmla="*/ 0 w 154"/>
                  <a:gd name="T33" fmla="*/ 5 h 160"/>
                  <a:gd name="T34" fmla="*/ 25 w 154"/>
                  <a:gd name="T3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0">
                    <a:moveTo>
                      <a:pt x="25" y="26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84" y="160"/>
                      <a:pt x="84" y="160"/>
                      <a:pt x="84" y="16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4" y="15"/>
                      <a:pt x="140" y="5"/>
                      <a:pt x="154" y="5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14" y="5"/>
                      <a:pt x="121" y="6"/>
                      <a:pt x="121" y="13"/>
                    </a:cubicBezTo>
                    <a:cubicBezTo>
                      <a:pt x="121" y="15"/>
                      <a:pt x="120" y="19"/>
                      <a:pt x="118" y="22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1"/>
                      <a:pt x="43" y="18"/>
                      <a:pt x="43" y="14"/>
                    </a:cubicBezTo>
                    <a:cubicBezTo>
                      <a:pt x="43" y="8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10"/>
                      <a:pt x="25" y="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4" name="Freeform 14">
                <a:extLst>
                  <a:ext uri="{FF2B5EF4-FFF2-40B4-BE49-F238E27FC236}">
                    <a16:creationId xmlns:a16="http://schemas.microsoft.com/office/drawing/2014/main" id="{1383BB63-030C-4464-970B-6982D14950A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08" y="7728"/>
                <a:ext cx="78" cy="118"/>
              </a:xfrm>
              <a:custGeom>
                <a:avLst/>
                <a:gdLst>
                  <a:gd name="T0" fmla="*/ 0 w 105"/>
                  <a:gd name="T1" fmla="*/ 153 h 158"/>
                  <a:gd name="T2" fmla="*/ 0 w 105"/>
                  <a:gd name="T3" fmla="*/ 158 h 158"/>
                  <a:gd name="T4" fmla="*/ 104 w 105"/>
                  <a:gd name="T5" fmla="*/ 158 h 158"/>
                  <a:gd name="T6" fmla="*/ 105 w 105"/>
                  <a:gd name="T7" fmla="*/ 126 h 158"/>
                  <a:gd name="T8" fmla="*/ 100 w 105"/>
                  <a:gd name="T9" fmla="*/ 126 h 158"/>
                  <a:gd name="T10" fmla="*/ 73 w 105"/>
                  <a:gd name="T11" fmla="*/ 148 h 158"/>
                  <a:gd name="T12" fmla="*/ 51 w 105"/>
                  <a:gd name="T13" fmla="*/ 148 h 158"/>
                  <a:gd name="T14" fmla="*/ 39 w 105"/>
                  <a:gd name="T15" fmla="*/ 129 h 158"/>
                  <a:gd name="T16" fmla="*/ 39 w 105"/>
                  <a:gd name="T17" fmla="*/ 80 h 158"/>
                  <a:gd name="T18" fmla="*/ 68 w 105"/>
                  <a:gd name="T19" fmla="*/ 80 h 158"/>
                  <a:gd name="T20" fmla="*/ 88 w 105"/>
                  <a:gd name="T21" fmla="*/ 100 h 158"/>
                  <a:gd name="T22" fmla="*/ 93 w 105"/>
                  <a:gd name="T23" fmla="*/ 100 h 158"/>
                  <a:gd name="T24" fmla="*/ 93 w 105"/>
                  <a:gd name="T25" fmla="*/ 51 h 158"/>
                  <a:gd name="T26" fmla="*/ 88 w 105"/>
                  <a:gd name="T27" fmla="*/ 51 h 158"/>
                  <a:gd name="T28" fmla="*/ 68 w 105"/>
                  <a:gd name="T29" fmla="*/ 71 h 158"/>
                  <a:gd name="T30" fmla="*/ 39 w 105"/>
                  <a:gd name="T31" fmla="*/ 71 h 158"/>
                  <a:gd name="T32" fmla="*/ 39 w 105"/>
                  <a:gd name="T33" fmla="*/ 29 h 158"/>
                  <a:gd name="T34" fmla="*/ 51 w 105"/>
                  <a:gd name="T35" fmla="*/ 9 h 158"/>
                  <a:gd name="T36" fmla="*/ 71 w 105"/>
                  <a:gd name="T37" fmla="*/ 9 h 158"/>
                  <a:gd name="T38" fmla="*/ 97 w 105"/>
                  <a:gd name="T39" fmla="*/ 29 h 158"/>
                  <a:gd name="T40" fmla="*/ 102 w 105"/>
                  <a:gd name="T41" fmla="*/ 29 h 158"/>
                  <a:gd name="T42" fmla="*/ 101 w 105"/>
                  <a:gd name="T43" fmla="*/ 0 h 158"/>
                  <a:gd name="T44" fmla="*/ 0 w 105"/>
                  <a:gd name="T45" fmla="*/ 0 h 158"/>
                  <a:gd name="T46" fmla="*/ 0 w 105"/>
                  <a:gd name="T47" fmla="*/ 5 h 158"/>
                  <a:gd name="T48" fmla="*/ 20 w 105"/>
                  <a:gd name="T49" fmla="*/ 24 h 158"/>
                  <a:gd name="T50" fmla="*/ 20 w 105"/>
                  <a:gd name="T51" fmla="*/ 134 h 158"/>
                  <a:gd name="T52" fmla="*/ 0 w 105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6"/>
                      <a:pt x="105" y="126"/>
                      <a:pt x="105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5" name="Freeform 15">
                <a:extLst>
                  <a:ext uri="{FF2B5EF4-FFF2-40B4-BE49-F238E27FC236}">
                    <a16:creationId xmlns:a16="http://schemas.microsoft.com/office/drawing/2014/main" id="{56547846-6E95-48B4-97E9-3C44F6790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98" y="7728"/>
                <a:ext cx="84" cy="118"/>
              </a:xfrm>
              <a:custGeom>
                <a:avLst/>
                <a:gdLst>
                  <a:gd name="T0" fmla="*/ 79 w 114"/>
                  <a:gd name="T1" fmla="*/ 9 h 158"/>
                  <a:gd name="T2" fmla="*/ 108 w 114"/>
                  <a:gd name="T3" fmla="*/ 32 h 158"/>
                  <a:gd name="T4" fmla="*/ 114 w 114"/>
                  <a:gd name="T5" fmla="*/ 32 h 158"/>
                  <a:gd name="T6" fmla="*/ 112 w 114"/>
                  <a:gd name="T7" fmla="*/ 0 h 158"/>
                  <a:gd name="T8" fmla="*/ 2 w 114"/>
                  <a:gd name="T9" fmla="*/ 0 h 158"/>
                  <a:gd name="T10" fmla="*/ 0 w 114"/>
                  <a:gd name="T11" fmla="*/ 32 h 158"/>
                  <a:gd name="T12" fmla="*/ 5 w 114"/>
                  <a:gd name="T13" fmla="*/ 32 h 158"/>
                  <a:gd name="T14" fmla="*/ 34 w 114"/>
                  <a:gd name="T15" fmla="*/ 9 h 158"/>
                  <a:gd name="T16" fmla="*/ 47 w 114"/>
                  <a:gd name="T17" fmla="*/ 9 h 158"/>
                  <a:gd name="T18" fmla="*/ 47 w 114"/>
                  <a:gd name="T19" fmla="*/ 134 h 158"/>
                  <a:gd name="T20" fmla="*/ 26 w 114"/>
                  <a:gd name="T21" fmla="*/ 153 h 158"/>
                  <a:gd name="T22" fmla="*/ 26 w 114"/>
                  <a:gd name="T23" fmla="*/ 158 h 158"/>
                  <a:gd name="T24" fmla="*/ 88 w 114"/>
                  <a:gd name="T25" fmla="*/ 158 h 158"/>
                  <a:gd name="T26" fmla="*/ 88 w 114"/>
                  <a:gd name="T27" fmla="*/ 153 h 158"/>
                  <a:gd name="T28" fmla="*/ 67 w 114"/>
                  <a:gd name="T29" fmla="*/ 134 h 158"/>
                  <a:gd name="T30" fmla="*/ 67 w 114"/>
                  <a:gd name="T31" fmla="*/ 9 h 158"/>
                  <a:gd name="T32" fmla="*/ 79 w 114"/>
                  <a:gd name="T33" fmla="*/ 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58">
                    <a:moveTo>
                      <a:pt x="79" y="9"/>
                    </a:moveTo>
                    <a:cubicBezTo>
                      <a:pt x="100" y="9"/>
                      <a:pt x="107" y="17"/>
                      <a:pt x="108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9"/>
                      <a:pt x="11" y="9"/>
                      <a:pt x="34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134"/>
                      <a:pt x="47" y="134"/>
                      <a:pt x="47" y="134"/>
                    </a:cubicBezTo>
                    <a:cubicBezTo>
                      <a:pt x="47" y="151"/>
                      <a:pt x="39" y="153"/>
                      <a:pt x="26" y="153"/>
                    </a:cubicBezTo>
                    <a:cubicBezTo>
                      <a:pt x="26" y="158"/>
                      <a:pt x="26" y="158"/>
                      <a:pt x="26" y="158"/>
                    </a:cubicBezTo>
                    <a:cubicBezTo>
                      <a:pt x="88" y="158"/>
                      <a:pt x="88" y="158"/>
                      <a:pt x="88" y="158"/>
                    </a:cubicBezTo>
                    <a:cubicBezTo>
                      <a:pt x="88" y="153"/>
                      <a:pt x="88" y="153"/>
                      <a:pt x="88" y="153"/>
                    </a:cubicBezTo>
                    <a:cubicBezTo>
                      <a:pt x="75" y="153"/>
                      <a:pt x="67" y="151"/>
                      <a:pt x="67" y="134"/>
                    </a:cubicBezTo>
                    <a:cubicBezTo>
                      <a:pt x="67" y="9"/>
                      <a:pt x="67" y="9"/>
                      <a:pt x="67" y="9"/>
                    </a:cubicBezTo>
                    <a:lnTo>
                      <a:pt x="79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6" name="Freeform 16">
                <a:extLst>
                  <a:ext uri="{FF2B5EF4-FFF2-40B4-BE49-F238E27FC236}">
                    <a16:creationId xmlns:a16="http://schemas.microsoft.com/office/drawing/2014/main" id="{4F8FB8F6-FC21-488C-9E0D-219E4DEA23B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92" y="7728"/>
                <a:ext cx="79" cy="118"/>
              </a:xfrm>
              <a:custGeom>
                <a:avLst/>
                <a:gdLst>
                  <a:gd name="T0" fmla="*/ 0 w 106"/>
                  <a:gd name="T1" fmla="*/ 153 h 158"/>
                  <a:gd name="T2" fmla="*/ 0 w 106"/>
                  <a:gd name="T3" fmla="*/ 158 h 158"/>
                  <a:gd name="T4" fmla="*/ 104 w 106"/>
                  <a:gd name="T5" fmla="*/ 158 h 158"/>
                  <a:gd name="T6" fmla="*/ 106 w 106"/>
                  <a:gd name="T7" fmla="*/ 126 h 158"/>
                  <a:gd name="T8" fmla="*/ 100 w 106"/>
                  <a:gd name="T9" fmla="*/ 126 h 158"/>
                  <a:gd name="T10" fmla="*/ 73 w 106"/>
                  <a:gd name="T11" fmla="*/ 148 h 158"/>
                  <a:gd name="T12" fmla="*/ 51 w 106"/>
                  <a:gd name="T13" fmla="*/ 148 h 158"/>
                  <a:gd name="T14" fmla="*/ 39 w 106"/>
                  <a:gd name="T15" fmla="*/ 129 h 158"/>
                  <a:gd name="T16" fmla="*/ 39 w 106"/>
                  <a:gd name="T17" fmla="*/ 80 h 158"/>
                  <a:gd name="T18" fmla="*/ 68 w 106"/>
                  <a:gd name="T19" fmla="*/ 80 h 158"/>
                  <a:gd name="T20" fmla="*/ 88 w 106"/>
                  <a:gd name="T21" fmla="*/ 100 h 158"/>
                  <a:gd name="T22" fmla="*/ 93 w 106"/>
                  <a:gd name="T23" fmla="*/ 100 h 158"/>
                  <a:gd name="T24" fmla="*/ 93 w 106"/>
                  <a:gd name="T25" fmla="*/ 51 h 158"/>
                  <a:gd name="T26" fmla="*/ 88 w 106"/>
                  <a:gd name="T27" fmla="*/ 51 h 158"/>
                  <a:gd name="T28" fmla="*/ 68 w 106"/>
                  <a:gd name="T29" fmla="*/ 71 h 158"/>
                  <a:gd name="T30" fmla="*/ 39 w 106"/>
                  <a:gd name="T31" fmla="*/ 71 h 158"/>
                  <a:gd name="T32" fmla="*/ 39 w 106"/>
                  <a:gd name="T33" fmla="*/ 29 h 158"/>
                  <a:gd name="T34" fmla="*/ 51 w 106"/>
                  <a:gd name="T35" fmla="*/ 9 h 158"/>
                  <a:gd name="T36" fmla="*/ 71 w 106"/>
                  <a:gd name="T37" fmla="*/ 9 h 158"/>
                  <a:gd name="T38" fmla="*/ 97 w 106"/>
                  <a:gd name="T39" fmla="*/ 29 h 158"/>
                  <a:gd name="T40" fmla="*/ 102 w 106"/>
                  <a:gd name="T41" fmla="*/ 29 h 158"/>
                  <a:gd name="T42" fmla="*/ 101 w 106"/>
                  <a:gd name="T43" fmla="*/ 0 h 158"/>
                  <a:gd name="T44" fmla="*/ 0 w 106"/>
                  <a:gd name="T45" fmla="*/ 0 h 158"/>
                  <a:gd name="T46" fmla="*/ 0 w 106"/>
                  <a:gd name="T47" fmla="*/ 5 h 158"/>
                  <a:gd name="T48" fmla="*/ 20 w 106"/>
                  <a:gd name="T49" fmla="*/ 24 h 158"/>
                  <a:gd name="T50" fmla="*/ 20 w 106"/>
                  <a:gd name="T51" fmla="*/ 134 h 158"/>
                  <a:gd name="T52" fmla="*/ 0 w 106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6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7" name="Freeform 17">
                <a:extLst>
                  <a:ext uri="{FF2B5EF4-FFF2-40B4-BE49-F238E27FC236}">
                    <a16:creationId xmlns:a16="http://schemas.microsoft.com/office/drawing/2014/main" id="{3E74182A-9FD2-4018-94FA-AC350264C51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88" y="7728"/>
                <a:ext cx="105" cy="118"/>
              </a:xfrm>
              <a:custGeom>
                <a:avLst/>
                <a:gdLst>
                  <a:gd name="T0" fmla="*/ 33 w 141"/>
                  <a:gd name="T1" fmla="*/ 22 h 158"/>
                  <a:gd name="T2" fmla="*/ 105 w 141"/>
                  <a:gd name="T3" fmla="*/ 158 h 158"/>
                  <a:gd name="T4" fmla="*/ 122 w 141"/>
                  <a:gd name="T5" fmla="*/ 158 h 158"/>
                  <a:gd name="T6" fmla="*/ 122 w 141"/>
                  <a:gd name="T7" fmla="*/ 24 h 158"/>
                  <a:gd name="T8" fmla="*/ 141 w 141"/>
                  <a:gd name="T9" fmla="*/ 5 h 158"/>
                  <a:gd name="T10" fmla="*/ 141 w 141"/>
                  <a:gd name="T11" fmla="*/ 0 h 158"/>
                  <a:gd name="T12" fmla="*/ 90 w 141"/>
                  <a:gd name="T13" fmla="*/ 0 h 158"/>
                  <a:gd name="T14" fmla="*/ 90 w 141"/>
                  <a:gd name="T15" fmla="*/ 5 h 158"/>
                  <a:gd name="T16" fmla="*/ 109 w 141"/>
                  <a:gd name="T17" fmla="*/ 24 h 158"/>
                  <a:gd name="T18" fmla="*/ 109 w 141"/>
                  <a:gd name="T19" fmla="*/ 127 h 158"/>
                  <a:gd name="T20" fmla="*/ 109 w 141"/>
                  <a:gd name="T21" fmla="*/ 127 h 158"/>
                  <a:gd name="T22" fmla="*/ 41 w 141"/>
                  <a:gd name="T23" fmla="*/ 0 h 158"/>
                  <a:gd name="T24" fmla="*/ 0 w 141"/>
                  <a:gd name="T25" fmla="*/ 0 h 158"/>
                  <a:gd name="T26" fmla="*/ 0 w 141"/>
                  <a:gd name="T27" fmla="*/ 5 h 158"/>
                  <a:gd name="T28" fmla="*/ 20 w 141"/>
                  <a:gd name="T29" fmla="*/ 24 h 158"/>
                  <a:gd name="T30" fmla="*/ 20 w 141"/>
                  <a:gd name="T31" fmla="*/ 134 h 158"/>
                  <a:gd name="T32" fmla="*/ 0 w 141"/>
                  <a:gd name="T33" fmla="*/ 153 h 158"/>
                  <a:gd name="T34" fmla="*/ 0 w 141"/>
                  <a:gd name="T35" fmla="*/ 158 h 158"/>
                  <a:gd name="T36" fmla="*/ 52 w 141"/>
                  <a:gd name="T37" fmla="*/ 158 h 158"/>
                  <a:gd name="T38" fmla="*/ 52 w 141"/>
                  <a:gd name="T39" fmla="*/ 153 h 158"/>
                  <a:gd name="T40" fmla="*/ 32 w 141"/>
                  <a:gd name="T41" fmla="*/ 134 h 158"/>
                  <a:gd name="T42" fmla="*/ 32 w 141"/>
                  <a:gd name="T43" fmla="*/ 22 h 158"/>
                  <a:gd name="T44" fmla="*/ 33 w 141"/>
                  <a:gd name="T45" fmla="*/ 2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33" y="22"/>
                    </a:move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102" y="5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39" y="153"/>
                      <a:pt x="32" y="151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lnTo>
                      <a:pt x="3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8" name="Freeform 18">
                <a:extLst>
                  <a:ext uri="{FF2B5EF4-FFF2-40B4-BE49-F238E27FC236}">
                    <a16:creationId xmlns:a16="http://schemas.microsoft.com/office/drawing/2014/main" id="{7B344BB4-416F-4B46-9DE8-61BD871169B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09" y="7726"/>
                <a:ext cx="70" cy="121"/>
              </a:xfrm>
              <a:custGeom>
                <a:avLst/>
                <a:gdLst>
                  <a:gd name="T0" fmla="*/ 2 w 94"/>
                  <a:gd name="T1" fmla="*/ 40 h 162"/>
                  <a:gd name="T2" fmla="*/ 16 w 94"/>
                  <a:gd name="T3" fmla="*/ 71 h 162"/>
                  <a:gd name="T4" fmla="*/ 73 w 94"/>
                  <a:gd name="T5" fmla="*/ 122 h 162"/>
                  <a:gd name="T6" fmla="*/ 41 w 94"/>
                  <a:gd name="T7" fmla="*/ 151 h 162"/>
                  <a:gd name="T8" fmla="*/ 5 w 94"/>
                  <a:gd name="T9" fmla="*/ 124 h 162"/>
                  <a:gd name="T10" fmla="*/ 0 w 94"/>
                  <a:gd name="T11" fmla="*/ 124 h 162"/>
                  <a:gd name="T12" fmla="*/ 1 w 94"/>
                  <a:gd name="T13" fmla="*/ 158 h 162"/>
                  <a:gd name="T14" fmla="*/ 39 w 94"/>
                  <a:gd name="T15" fmla="*/ 162 h 162"/>
                  <a:gd name="T16" fmla="*/ 94 w 94"/>
                  <a:gd name="T17" fmla="*/ 118 h 162"/>
                  <a:gd name="T18" fmla="*/ 65 w 94"/>
                  <a:gd name="T19" fmla="*/ 75 h 162"/>
                  <a:gd name="T20" fmla="*/ 19 w 94"/>
                  <a:gd name="T21" fmla="*/ 35 h 162"/>
                  <a:gd name="T22" fmla="*/ 47 w 94"/>
                  <a:gd name="T23" fmla="*/ 9 h 162"/>
                  <a:gd name="T24" fmla="*/ 82 w 94"/>
                  <a:gd name="T25" fmla="*/ 36 h 162"/>
                  <a:gd name="T26" fmla="*/ 87 w 94"/>
                  <a:gd name="T27" fmla="*/ 36 h 162"/>
                  <a:gd name="T28" fmla="*/ 86 w 94"/>
                  <a:gd name="T29" fmla="*/ 4 h 162"/>
                  <a:gd name="T30" fmla="*/ 51 w 94"/>
                  <a:gd name="T31" fmla="*/ 0 h 162"/>
                  <a:gd name="T32" fmla="*/ 2 w 94"/>
                  <a:gd name="T33" fmla="*/ 4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2" y="40"/>
                    </a:move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3" y="96"/>
                      <a:pt x="73" y="122"/>
                    </a:cubicBezTo>
                    <a:cubicBezTo>
                      <a:pt x="73" y="138"/>
                      <a:pt x="61" y="151"/>
                      <a:pt x="41" y="151"/>
                    </a:cubicBezTo>
                    <a:cubicBezTo>
                      <a:pt x="18" y="151"/>
                      <a:pt x="7" y="137"/>
                      <a:pt x="5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7" y="159"/>
                      <a:pt x="24" y="162"/>
                      <a:pt x="39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2" y="86"/>
                      <a:pt x="65" y="75"/>
                    </a:cubicBezTo>
                    <a:cubicBezTo>
                      <a:pt x="46" y="63"/>
                      <a:pt x="19" y="56"/>
                      <a:pt x="19" y="35"/>
                    </a:cubicBezTo>
                    <a:cubicBezTo>
                      <a:pt x="19" y="19"/>
                      <a:pt x="32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1" y="0"/>
                    </a:cubicBezTo>
                    <a:cubicBezTo>
                      <a:pt x="24" y="0"/>
                      <a:pt x="2" y="11"/>
                      <a:pt x="2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9" name="Freeform 19">
                <a:extLst>
                  <a:ext uri="{FF2B5EF4-FFF2-40B4-BE49-F238E27FC236}">
                    <a16:creationId xmlns:a16="http://schemas.microsoft.com/office/drawing/2014/main" id="{0C8C6B04-2DE5-41CB-AB90-7FACAC0DF45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97" y="7726"/>
                <a:ext cx="209" cy="120"/>
              </a:xfrm>
              <a:custGeom>
                <a:avLst/>
                <a:gdLst>
                  <a:gd name="T0" fmla="*/ 224 w 282"/>
                  <a:gd name="T1" fmla="*/ 155 h 160"/>
                  <a:gd name="T2" fmla="*/ 224 w 282"/>
                  <a:gd name="T3" fmla="*/ 160 h 160"/>
                  <a:gd name="T4" fmla="*/ 282 w 282"/>
                  <a:gd name="T5" fmla="*/ 160 h 160"/>
                  <a:gd name="T6" fmla="*/ 282 w 282"/>
                  <a:gd name="T7" fmla="*/ 155 h 160"/>
                  <a:gd name="T8" fmla="*/ 256 w 282"/>
                  <a:gd name="T9" fmla="*/ 131 h 160"/>
                  <a:gd name="T10" fmla="*/ 210 w 282"/>
                  <a:gd name="T11" fmla="*/ 0 h 160"/>
                  <a:gd name="T12" fmla="*/ 198 w 282"/>
                  <a:gd name="T13" fmla="*/ 0 h 160"/>
                  <a:gd name="T14" fmla="*/ 152 w 282"/>
                  <a:gd name="T15" fmla="*/ 129 h 160"/>
                  <a:gd name="T16" fmla="*/ 131 w 282"/>
                  <a:gd name="T17" fmla="*/ 155 h 160"/>
                  <a:gd name="T18" fmla="*/ 100 w 282"/>
                  <a:gd name="T19" fmla="*/ 131 h 160"/>
                  <a:gd name="T20" fmla="*/ 54 w 282"/>
                  <a:gd name="T21" fmla="*/ 71 h 160"/>
                  <a:gd name="T22" fmla="*/ 95 w 282"/>
                  <a:gd name="T23" fmla="*/ 23 h 160"/>
                  <a:gd name="T24" fmla="*/ 127 w 282"/>
                  <a:gd name="T25" fmla="*/ 7 h 160"/>
                  <a:gd name="T26" fmla="*/ 127 w 282"/>
                  <a:gd name="T27" fmla="*/ 2 h 160"/>
                  <a:gd name="T28" fmla="*/ 75 w 282"/>
                  <a:gd name="T29" fmla="*/ 2 h 160"/>
                  <a:gd name="T30" fmla="*/ 75 w 282"/>
                  <a:gd name="T31" fmla="*/ 7 h 160"/>
                  <a:gd name="T32" fmla="*/ 88 w 282"/>
                  <a:gd name="T33" fmla="*/ 12 h 160"/>
                  <a:gd name="T34" fmla="*/ 83 w 282"/>
                  <a:gd name="T35" fmla="*/ 21 h 160"/>
                  <a:gd name="T36" fmla="*/ 39 w 282"/>
                  <a:gd name="T37" fmla="*/ 73 h 160"/>
                  <a:gd name="T38" fmla="*/ 39 w 282"/>
                  <a:gd name="T39" fmla="*/ 26 h 160"/>
                  <a:gd name="T40" fmla="*/ 58 w 282"/>
                  <a:gd name="T41" fmla="*/ 7 h 160"/>
                  <a:gd name="T42" fmla="*/ 58 w 282"/>
                  <a:gd name="T43" fmla="*/ 2 h 160"/>
                  <a:gd name="T44" fmla="*/ 0 w 282"/>
                  <a:gd name="T45" fmla="*/ 2 h 160"/>
                  <a:gd name="T46" fmla="*/ 0 w 282"/>
                  <a:gd name="T47" fmla="*/ 7 h 160"/>
                  <a:gd name="T48" fmla="*/ 19 w 282"/>
                  <a:gd name="T49" fmla="*/ 26 h 160"/>
                  <a:gd name="T50" fmla="*/ 19 w 282"/>
                  <a:gd name="T51" fmla="*/ 136 h 160"/>
                  <a:gd name="T52" fmla="*/ 0 w 282"/>
                  <a:gd name="T53" fmla="*/ 155 h 160"/>
                  <a:gd name="T54" fmla="*/ 0 w 282"/>
                  <a:gd name="T55" fmla="*/ 160 h 160"/>
                  <a:gd name="T56" fmla="*/ 58 w 282"/>
                  <a:gd name="T57" fmla="*/ 160 h 160"/>
                  <a:gd name="T58" fmla="*/ 58 w 282"/>
                  <a:gd name="T59" fmla="*/ 155 h 160"/>
                  <a:gd name="T60" fmla="*/ 39 w 282"/>
                  <a:gd name="T61" fmla="*/ 136 h 160"/>
                  <a:gd name="T62" fmla="*/ 39 w 282"/>
                  <a:gd name="T63" fmla="*/ 80 h 160"/>
                  <a:gd name="T64" fmla="*/ 39 w 282"/>
                  <a:gd name="T65" fmla="*/ 80 h 160"/>
                  <a:gd name="T66" fmla="*/ 81 w 282"/>
                  <a:gd name="T67" fmla="*/ 136 h 160"/>
                  <a:gd name="T68" fmla="*/ 89 w 282"/>
                  <a:gd name="T69" fmla="*/ 149 h 160"/>
                  <a:gd name="T70" fmla="*/ 76 w 282"/>
                  <a:gd name="T71" fmla="*/ 155 h 160"/>
                  <a:gd name="T72" fmla="*/ 76 w 282"/>
                  <a:gd name="T73" fmla="*/ 160 h 160"/>
                  <a:gd name="T74" fmla="*/ 125 w 282"/>
                  <a:gd name="T75" fmla="*/ 160 h 160"/>
                  <a:gd name="T76" fmla="*/ 136 w 282"/>
                  <a:gd name="T77" fmla="*/ 160 h 160"/>
                  <a:gd name="T78" fmla="*/ 175 w 282"/>
                  <a:gd name="T79" fmla="*/ 160 h 160"/>
                  <a:gd name="T80" fmla="*/ 175 w 282"/>
                  <a:gd name="T81" fmla="*/ 155 h 160"/>
                  <a:gd name="T82" fmla="*/ 160 w 282"/>
                  <a:gd name="T83" fmla="*/ 147 h 160"/>
                  <a:gd name="T84" fmla="*/ 162 w 282"/>
                  <a:gd name="T85" fmla="*/ 136 h 160"/>
                  <a:gd name="T86" fmla="*/ 172 w 282"/>
                  <a:gd name="T87" fmla="*/ 107 h 160"/>
                  <a:gd name="T88" fmla="*/ 227 w 282"/>
                  <a:gd name="T89" fmla="*/ 107 h 160"/>
                  <a:gd name="T90" fmla="*/ 238 w 282"/>
                  <a:gd name="T91" fmla="*/ 137 h 160"/>
                  <a:gd name="T92" fmla="*/ 240 w 282"/>
                  <a:gd name="T93" fmla="*/ 147 h 160"/>
                  <a:gd name="T94" fmla="*/ 224 w 282"/>
                  <a:gd name="T95" fmla="*/ 155 h 160"/>
                  <a:gd name="T96" fmla="*/ 175 w 282"/>
                  <a:gd name="T97" fmla="*/ 98 h 160"/>
                  <a:gd name="T98" fmla="*/ 200 w 282"/>
                  <a:gd name="T99" fmla="*/ 26 h 160"/>
                  <a:gd name="T100" fmla="*/ 224 w 282"/>
                  <a:gd name="T101" fmla="*/ 98 h 160"/>
                  <a:gd name="T102" fmla="*/ 175 w 282"/>
                  <a:gd name="T103" fmla="*/ 9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160">
                    <a:moveTo>
                      <a:pt x="224" y="155"/>
                    </a:move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82" y="160"/>
                      <a:pt x="282" y="160"/>
                      <a:pt x="282" y="160"/>
                    </a:cubicBezTo>
                    <a:cubicBezTo>
                      <a:pt x="282" y="155"/>
                      <a:pt x="282" y="155"/>
                      <a:pt x="282" y="155"/>
                    </a:cubicBezTo>
                    <a:cubicBezTo>
                      <a:pt x="267" y="155"/>
                      <a:pt x="262" y="145"/>
                      <a:pt x="256" y="13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52" y="129"/>
                      <a:pt x="152" y="129"/>
                      <a:pt x="152" y="129"/>
                    </a:cubicBezTo>
                    <a:cubicBezTo>
                      <a:pt x="146" y="145"/>
                      <a:pt x="144" y="153"/>
                      <a:pt x="131" y="155"/>
                    </a:cubicBezTo>
                    <a:cubicBezTo>
                      <a:pt x="119" y="152"/>
                      <a:pt x="109" y="142"/>
                      <a:pt x="100" y="13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106" y="10"/>
                      <a:pt x="115" y="7"/>
                      <a:pt x="127" y="7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84" y="7"/>
                      <a:pt x="88" y="9"/>
                      <a:pt x="88" y="12"/>
                    </a:cubicBezTo>
                    <a:cubicBezTo>
                      <a:pt x="88" y="14"/>
                      <a:pt x="85" y="18"/>
                      <a:pt x="83" y="21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8"/>
                      <a:pt x="46" y="7"/>
                      <a:pt x="58" y="7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7"/>
                      <a:pt x="19" y="8"/>
                      <a:pt x="19" y="2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53"/>
                      <a:pt x="12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8" y="160"/>
                      <a:pt x="58" y="160"/>
                      <a:pt x="58" y="160"/>
                    </a:cubicBezTo>
                    <a:cubicBezTo>
                      <a:pt x="58" y="155"/>
                      <a:pt x="58" y="155"/>
                      <a:pt x="58" y="155"/>
                    </a:cubicBezTo>
                    <a:cubicBezTo>
                      <a:pt x="46" y="155"/>
                      <a:pt x="39" y="153"/>
                      <a:pt x="39" y="136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81" y="136"/>
                      <a:pt x="81" y="136"/>
                      <a:pt x="81" y="136"/>
                    </a:cubicBezTo>
                    <a:cubicBezTo>
                      <a:pt x="86" y="142"/>
                      <a:pt x="89" y="147"/>
                      <a:pt x="89" y="149"/>
                    </a:cubicBezTo>
                    <a:cubicBezTo>
                      <a:pt x="89" y="153"/>
                      <a:pt x="85" y="155"/>
                      <a:pt x="76" y="155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75" y="160"/>
                      <a:pt x="175" y="160"/>
                      <a:pt x="175" y="160"/>
                    </a:cubicBezTo>
                    <a:cubicBezTo>
                      <a:pt x="175" y="155"/>
                      <a:pt x="175" y="155"/>
                      <a:pt x="175" y="155"/>
                    </a:cubicBezTo>
                    <a:cubicBezTo>
                      <a:pt x="167" y="155"/>
                      <a:pt x="160" y="154"/>
                      <a:pt x="160" y="147"/>
                    </a:cubicBezTo>
                    <a:cubicBezTo>
                      <a:pt x="160" y="144"/>
                      <a:pt x="161" y="140"/>
                      <a:pt x="162" y="136"/>
                    </a:cubicBezTo>
                    <a:cubicBezTo>
                      <a:pt x="172" y="107"/>
                      <a:pt x="172" y="107"/>
                      <a:pt x="172" y="107"/>
                    </a:cubicBezTo>
                    <a:cubicBezTo>
                      <a:pt x="227" y="107"/>
                      <a:pt x="227" y="107"/>
                      <a:pt x="227" y="107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39" y="140"/>
                      <a:pt x="240" y="144"/>
                      <a:pt x="240" y="147"/>
                    </a:cubicBezTo>
                    <a:cubicBezTo>
                      <a:pt x="240" y="153"/>
                      <a:pt x="231" y="155"/>
                      <a:pt x="224" y="155"/>
                    </a:cubicBezTo>
                    <a:moveTo>
                      <a:pt x="175" y="98"/>
                    </a:moveTo>
                    <a:cubicBezTo>
                      <a:pt x="200" y="26"/>
                      <a:pt x="200" y="26"/>
                      <a:pt x="200" y="26"/>
                    </a:cubicBezTo>
                    <a:cubicBezTo>
                      <a:pt x="224" y="98"/>
                      <a:pt x="224" y="98"/>
                      <a:pt x="224" y="98"/>
                    </a:cubicBezTo>
                    <a:lnTo>
                      <a:pt x="175" y="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0" name="Freeform 20">
                <a:extLst>
                  <a:ext uri="{FF2B5EF4-FFF2-40B4-BE49-F238E27FC236}">
                    <a16:creationId xmlns:a16="http://schemas.microsoft.com/office/drawing/2014/main" id="{E4D19948-AAAC-4381-9266-E9D61EE6CF0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209" y="7728"/>
                <a:ext cx="82" cy="118"/>
              </a:xfrm>
              <a:custGeom>
                <a:avLst/>
                <a:gdLst>
                  <a:gd name="T0" fmla="*/ 58 w 110"/>
                  <a:gd name="T1" fmla="*/ 153 h 158"/>
                  <a:gd name="T2" fmla="*/ 39 w 110"/>
                  <a:gd name="T3" fmla="*/ 134 h 158"/>
                  <a:gd name="T4" fmla="*/ 39 w 110"/>
                  <a:gd name="T5" fmla="*/ 82 h 158"/>
                  <a:gd name="T6" fmla="*/ 51 w 110"/>
                  <a:gd name="T7" fmla="*/ 82 h 158"/>
                  <a:gd name="T8" fmla="*/ 110 w 110"/>
                  <a:gd name="T9" fmla="*/ 41 h 158"/>
                  <a:gd name="T10" fmla="*/ 58 w 110"/>
                  <a:gd name="T11" fmla="*/ 0 h 158"/>
                  <a:gd name="T12" fmla="*/ 0 w 110"/>
                  <a:gd name="T13" fmla="*/ 0 h 158"/>
                  <a:gd name="T14" fmla="*/ 0 w 110"/>
                  <a:gd name="T15" fmla="*/ 5 h 158"/>
                  <a:gd name="T16" fmla="*/ 19 w 110"/>
                  <a:gd name="T17" fmla="*/ 24 h 158"/>
                  <a:gd name="T18" fmla="*/ 19 w 110"/>
                  <a:gd name="T19" fmla="*/ 134 h 158"/>
                  <a:gd name="T20" fmla="*/ 0 w 110"/>
                  <a:gd name="T21" fmla="*/ 153 h 158"/>
                  <a:gd name="T22" fmla="*/ 0 w 110"/>
                  <a:gd name="T23" fmla="*/ 158 h 158"/>
                  <a:gd name="T24" fmla="*/ 58 w 110"/>
                  <a:gd name="T25" fmla="*/ 158 h 158"/>
                  <a:gd name="T26" fmla="*/ 58 w 110"/>
                  <a:gd name="T27" fmla="*/ 153 h 158"/>
                  <a:gd name="T28" fmla="*/ 39 w 110"/>
                  <a:gd name="T29" fmla="*/ 29 h 158"/>
                  <a:gd name="T30" fmla="*/ 58 w 110"/>
                  <a:gd name="T31" fmla="*/ 9 h 158"/>
                  <a:gd name="T32" fmla="*/ 90 w 110"/>
                  <a:gd name="T33" fmla="*/ 41 h 158"/>
                  <a:gd name="T34" fmla="*/ 51 w 110"/>
                  <a:gd name="T35" fmla="*/ 72 h 158"/>
                  <a:gd name="T36" fmla="*/ 39 w 110"/>
                  <a:gd name="T37" fmla="*/ 72 h 158"/>
                  <a:gd name="T38" fmla="*/ 39 w 110"/>
                  <a:gd name="T39" fmla="*/ 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158">
                    <a:moveTo>
                      <a:pt x="58" y="153"/>
                    </a:moveTo>
                    <a:cubicBezTo>
                      <a:pt x="46" y="153"/>
                      <a:pt x="39" y="151"/>
                      <a:pt x="39" y="134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75" y="82"/>
                      <a:pt x="110" y="82"/>
                      <a:pt x="110" y="41"/>
                    </a:cubicBezTo>
                    <a:cubicBezTo>
                      <a:pt x="110" y="5"/>
                      <a:pt x="87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6"/>
                      <a:pt x="19" y="24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lnTo>
                      <a:pt x="58" y="153"/>
                    </a:lnTo>
                    <a:close/>
                    <a:moveTo>
                      <a:pt x="39" y="29"/>
                    </a:moveTo>
                    <a:cubicBezTo>
                      <a:pt x="39" y="10"/>
                      <a:pt x="40" y="9"/>
                      <a:pt x="58" y="9"/>
                    </a:cubicBezTo>
                    <a:cubicBezTo>
                      <a:pt x="78" y="9"/>
                      <a:pt x="90" y="18"/>
                      <a:pt x="90" y="41"/>
                    </a:cubicBezTo>
                    <a:cubicBezTo>
                      <a:pt x="90" y="68"/>
                      <a:pt x="74" y="72"/>
                      <a:pt x="51" y="72"/>
                    </a:cubicBezTo>
                    <a:cubicBezTo>
                      <a:pt x="39" y="72"/>
                      <a:pt x="39" y="72"/>
                      <a:pt x="39" y="72"/>
                    </a:cubicBezTo>
                    <a:lnTo>
                      <a:pt x="39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1" name="Freeform 21">
                <a:extLst>
                  <a:ext uri="{FF2B5EF4-FFF2-40B4-BE49-F238E27FC236}">
                    <a16:creationId xmlns:a16="http://schemas.microsoft.com/office/drawing/2014/main" id="{1011ADC6-5CA0-4FA8-B499-58780FD6BF7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0" y="7726"/>
                <a:ext cx="70" cy="121"/>
              </a:xfrm>
              <a:custGeom>
                <a:avLst/>
                <a:gdLst>
                  <a:gd name="T0" fmla="*/ 41 w 94"/>
                  <a:gd name="T1" fmla="*/ 151 h 162"/>
                  <a:gd name="T2" fmla="*/ 6 w 94"/>
                  <a:gd name="T3" fmla="*/ 124 h 162"/>
                  <a:gd name="T4" fmla="*/ 0 w 94"/>
                  <a:gd name="T5" fmla="*/ 124 h 162"/>
                  <a:gd name="T6" fmla="*/ 2 w 94"/>
                  <a:gd name="T7" fmla="*/ 158 h 162"/>
                  <a:gd name="T8" fmla="*/ 40 w 94"/>
                  <a:gd name="T9" fmla="*/ 162 h 162"/>
                  <a:gd name="T10" fmla="*/ 94 w 94"/>
                  <a:gd name="T11" fmla="*/ 118 h 162"/>
                  <a:gd name="T12" fmla="*/ 65 w 94"/>
                  <a:gd name="T13" fmla="*/ 75 h 162"/>
                  <a:gd name="T14" fmla="*/ 20 w 94"/>
                  <a:gd name="T15" fmla="*/ 35 h 162"/>
                  <a:gd name="T16" fmla="*/ 47 w 94"/>
                  <a:gd name="T17" fmla="*/ 9 h 162"/>
                  <a:gd name="T18" fmla="*/ 82 w 94"/>
                  <a:gd name="T19" fmla="*/ 36 h 162"/>
                  <a:gd name="T20" fmla="*/ 87 w 94"/>
                  <a:gd name="T21" fmla="*/ 36 h 162"/>
                  <a:gd name="T22" fmla="*/ 86 w 94"/>
                  <a:gd name="T23" fmla="*/ 4 h 162"/>
                  <a:gd name="T24" fmla="*/ 52 w 94"/>
                  <a:gd name="T25" fmla="*/ 0 h 162"/>
                  <a:gd name="T26" fmla="*/ 2 w 94"/>
                  <a:gd name="T27" fmla="*/ 40 h 162"/>
                  <a:gd name="T28" fmla="*/ 16 w 94"/>
                  <a:gd name="T29" fmla="*/ 71 h 162"/>
                  <a:gd name="T30" fmla="*/ 74 w 94"/>
                  <a:gd name="T31" fmla="*/ 122 h 162"/>
                  <a:gd name="T32" fmla="*/ 41 w 94"/>
                  <a:gd name="T33" fmla="*/ 15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41" y="151"/>
                    </a:moveTo>
                    <a:cubicBezTo>
                      <a:pt x="18" y="151"/>
                      <a:pt x="7" y="137"/>
                      <a:pt x="6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7" y="159"/>
                      <a:pt x="25" y="162"/>
                      <a:pt x="40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3" y="86"/>
                      <a:pt x="65" y="75"/>
                    </a:cubicBezTo>
                    <a:cubicBezTo>
                      <a:pt x="46" y="63"/>
                      <a:pt x="20" y="56"/>
                      <a:pt x="20" y="35"/>
                    </a:cubicBezTo>
                    <a:cubicBezTo>
                      <a:pt x="20" y="19"/>
                      <a:pt x="33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2" y="0"/>
                    </a:cubicBezTo>
                    <a:cubicBezTo>
                      <a:pt x="24" y="0"/>
                      <a:pt x="2" y="11"/>
                      <a:pt x="2" y="40"/>
                    </a:cubicBez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4" y="96"/>
                      <a:pt x="74" y="122"/>
                    </a:cubicBezTo>
                    <a:cubicBezTo>
                      <a:pt x="74" y="138"/>
                      <a:pt x="61" y="151"/>
                      <a:pt x="41" y="1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2" name="Freeform 22">
                <a:extLst>
                  <a:ext uri="{FF2B5EF4-FFF2-40B4-BE49-F238E27FC236}">
                    <a16:creationId xmlns:a16="http://schemas.microsoft.com/office/drawing/2014/main" id="{C387AC01-AAE0-450A-A9E1-54C7EB028C3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87" y="7907"/>
                <a:ext cx="116" cy="119"/>
              </a:xfrm>
              <a:custGeom>
                <a:avLst/>
                <a:gdLst>
                  <a:gd name="T0" fmla="*/ 35 w 156"/>
                  <a:gd name="T1" fmla="*/ 147 h 160"/>
                  <a:gd name="T2" fmla="*/ 37 w 156"/>
                  <a:gd name="T3" fmla="*/ 136 h 160"/>
                  <a:gd name="T4" fmla="*/ 47 w 156"/>
                  <a:gd name="T5" fmla="*/ 108 h 160"/>
                  <a:gd name="T6" fmla="*/ 102 w 156"/>
                  <a:gd name="T7" fmla="*/ 108 h 160"/>
                  <a:gd name="T8" fmla="*/ 113 w 156"/>
                  <a:gd name="T9" fmla="*/ 138 h 160"/>
                  <a:gd name="T10" fmla="*/ 115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3 w 156"/>
                  <a:gd name="T25" fmla="*/ 0 h 160"/>
                  <a:gd name="T26" fmla="*/ 27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5 w 156"/>
                  <a:gd name="T37" fmla="*/ 147 h 160"/>
                  <a:gd name="T38" fmla="*/ 75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5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5" y="147"/>
                    </a:moveTo>
                    <a:cubicBezTo>
                      <a:pt x="35" y="144"/>
                      <a:pt x="36" y="140"/>
                      <a:pt x="37" y="136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3" y="140"/>
                      <a:pt x="115" y="144"/>
                      <a:pt x="115" y="148"/>
                    </a:cubicBezTo>
                    <a:cubicBezTo>
                      <a:pt x="115" y="154"/>
                      <a:pt x="106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2" y="155"/>
                      <a:pt x="35" y="154"/>
                      <a:pt x="35" y="147"/>
                    </a:cubicBezTo>
                    <a:moveTo>
                      <a:pt x="75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5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3" name="Freeform 23">
                <a:extLst>
                  <a:ext uri="{FF2B5EF4-FFF2-40B4-BE49-F238E27FC236}">
                    <a16:creationId xmlns:a16="http://schemas.microsoft.com/office/drawing/2014/main" id="{C32C490E-1FDB-487E-95A1-A1016435D61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12" y="7908"/>
                <a:ext cx="101" cy="118"/>
              </a:xfrm>
              <a:custGeom>
                <a:avLst/>
                <a:gdLst>
                  <a:gd name="T0" fmla="*/ 39 w 136"/>
                  <a:gd name="T1" fmla="*/ 134 h 158"/>
                  <a:gd name="T2" fmla="*/ 39 w 136"/>
                  <a:gd name="T3" fmla="*/ 79 h 158"/>
                  <a:gd name="T4" fmla="*/ 39 w 136"/>
                  <a:gd name="T5" fmla="*/ 79 h 158"/>
                  <a:gd name="T6" fmla="*/ 81 w 136"/>
                  <a:gd name="T7" fmla="*/ 134 h 158"/>
                  <a:gd name="T8" fmla="*/ 89 w 136"/>
                  <a:gd name="T9" fmla="*/ 148 h 158"/>
                  <a:gd name="T10" fmla="*/ 76 w 136"/>
                  <a:gd name="T11" fmla="*/ 153 h 158"/>
                  <a:gd name="T12" fmla="*/ 76 w 136"/>
                  <a:gd name="T13" fmla="*/ 158 h 158"/>
                  <a:gd name="T14" fmla="*/ 136 w 136"/>
                  <a:gd name="T15" fmla="*/ 158 h 158"/>
                  <a:gd name="T16" fmla="*/ 136 w 136"/>
                  <a:gd name="T17" fmla="*/ 153 h 158"/>
                  <a:gd name="T18" fmla="*/ 100 w 136"/>
                  <a:gd name="T19" fmla="*/ 129 h 158"/>
                  <a:gd name="T20" fmla="*/ 54 w 136"/>
                  <a:gd name="T21" fmla="*/ 69 h 158"/>
                  <a:gd name="T22" fmla="*/ 95 w 136"/>
                  <a:gd name="T23" fmla="*/ 21 h 158"/>
                  <a:gd name="T24" fmla="*/ 127 w 136"/>
                  <a:gd name="T25" fmla="*/ 5 h 158"/>
                  <a:gd name="T26" fmla="*/ 127 w 136"/>
                  <a:gd name="T27" fmla="*/ 0 h 158"/>
                  <a:gd name="T28" fmla="*/ 76 w 136"/>
                  <a:gd name="T29" fmla="*/ 0 h 158"/>
                  <a:gd name="T30" fmla="*/ 76 w 136"/>
                  <a:gd name="T31" fmla="*/ 5 h 158"/>
                  <a:gd name="T32" fmla="*/ 88 w 136"/>
                  <a:gd name="T33" fmla="*/ 10 h 158"/>
                  <a:gd name="T34" fmla="*/ 83 w 136"/>
                  <a:gd name="T35" fmla="*/ 19 h 158"/>
                  <a:gd name="T36" fmla="*/ 39 w 136"/>
                  <a:gd name="T37" fmla="*/ 72 h 158"/>
                  <a:gd name="T38" fmla="*/ 39 w 136"/>
                  <a:gd name="T39" fmla="*/ 25 h 158"/>
                  <a:gd name="T40" fmla="*/ 58 w 136"/>
                  <a:gd name="T41" fmla="*/ 5 h 158"/>
                  <a:gd name="T42" fmla="*/ 58 w 136"/>
                  <a:gd name="T43" fmla="*/ 0 h 158"/>
                  <a:gd name="T44" fmla="*/ 0 w 136"/>
                  <a:gd name="T45" fmla="*/ 0 h 158"/>
                  <a:gd name="T46" fmla="*/ 0 w 136"/>
                  <a:gd name="T47" fmla="*/ 5 h 158"/>
                  <a:gd name="T48" fmla="*/ 19 w 136"/>
                  <a:gd name="T49" fmla="*/ 25 h 158"/>
                  <a:gd name="T50" fmla="*/ 19 w 136"/>
                  <a:gd name="T51" fmla="*/ 134 h 158"/>
                  <a:gd name="T52" fmla="*/ 0 w 136"/>
                  <a:gd name="T53" fmla="*/ 153 h 158"/>
                  <a:gd name="T54" fmla="*/ 0 w 136"/>
                  <a:gd name="T55" fmla="*/ 158 h 158"/>
                  <a:gd name="T56" fmla="*/ 58 w 136"/>
                  <a:gd name="T57" fmla="*/ 158 h 158"/>
                  <a:gd name="T58" fmla="*/ 58 w 136"/>
                  <a:gd name="T59" fmla="*/ 153 h 158"/>
                  <a:gd name="T60" fmla="*/ 39 w 136"/>
                  <a:gd name="T61" fmla="*/ 13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8">
                    <a:moveTo>
                      <a:pt x="39" y="134"/>
                    </a:moveTo>
                    <a:cubicBezTo>
                      <a:pt x="39" y="79"/>
                      <a:pt x="39" y="79"/>
                      <a:pt x="39" y="79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1"/>
                      <a:pt x="89" y="145"/>
                      <a:pt x="89" y="148"/>
                    </a:cubicBezTo>
                    <a:cubicBezTo>
                      <a:pt x="89" y="152"/>
                      <a:pt x="85" y="153"/>
                      <a:pt x="76" y="153"/>
                    </a:cubicBezTo>
                    <a:cubicBezTo>
                      <a:pt x="76" y="158"/>
                      <a:pt x="76" y="158"/>
                      <a:pt x="76" y="158"/>
                    </a:cubicBezTo>
                    <a:cubicBezTo>
                      <a:pt x="136" y="158"/>
                      <a:pt x="136" y="158"/>
                      <a:pt x="136" y="158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2"/>
                      <a:pt x="100" y="12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8"/>
                      <a:pt x="115" y="5"/>
                      <a:pt x="127" y="5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84" y="5"/>
                      <a:pt x="88" y="7"/>
                      <a:pt x="88" y="10"/>
                    </a:cubicBezTo>
                    <a:cubicBezTo>
                      <a:pt x="88" y="13"/>
                      <a:pt x="86" y="16"/>
                      <a:pt x="83" y="19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4" name="Freeform 24">
                <a:extLst>
                  <a:ext uri="{FF2B5EF4-FFF2-40B4-BE49-F238E27FC236}">
                    <a16:creationId xmlns:a16="http://schemas.microsoft.com/office/drawing/2014/main" id="{22FD38FE-AF76-40FE-A770-D0B562C9B76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16" y="7907"/>
                <a:ext cx="116" cy="119"/>
              </a:xfrm>
              <a:custGeom>
                <a:avLst/>
                <a:gdLst>
                  <a:gd name="T0" fmla="*/ 34 w 156"/>
                  <a:gd name="T1" fmla="*/ 147 h 160"/>
                  <a:gd name="T2" fmla="*/ 37 w 156"/>
                  <a:gd name="T3" fmla="*/ 136 h 160"/>
                  <a:gd name="T4" fmla="*/ 46 w 156"/>
                  <a:gd name="T5" fmla="*/ 108 h 160"/>
                  <a:gd name="T6" fmla="*/ 102 w 156"/>
                  <a:gd name="T7" fmla="*/ 108 h 160"/>
                  <a:gd name="T8" fmla="*/ 112 w 156"/>
                  <a:gd name="T9" fmla="*/ 138 h 160"/>
                  <a:gd name="T10" fmla="*/ 114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2 w 156"/>
                  <a:gd name="T25" fmla="*/ 0 h 160"/>
                  <a:gd name="T26" fmla="*/ 26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4 w 156"/>
                  <a:gd name="T37" fmla="*/ 147 h 160"/>
                  <a:gd name="T38" fmla="*/ 74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4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4" y="147"/>
                    </a:moveTo>
                    <a:cubicBezTo>
                      <a:pt x="34" y="144"/>
                      <a:pt x="36" y="140"/>
                      <a:pt x="37" y="136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40"/>
                      <a:pt x="114" y="144"/>
                      <a:pt x="114" y="148"/>
                    </a:cubicBezTo>
                    <a:cubicBezTo>
                      <a:pt x="114" y="154"/>
                      <a:pt x="105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1" y="155"/>
                      <a:pt x="34" y="154"/>
                      <a:pt x="34" y="147"/>
                    </a:cubicBezTo>
                    <a:moveTo>
                      <a:pt x="74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4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5" name="Freeform 25">
                <a:extLst>
                  <a:ext uri="{FF2B5EF4-FFF2-40B4-BE49-F238E27FC236}">
                    <a16:creationId xmlns:a16="http://schemas.microsoft.com/office/drawing/2014/main" id="{7978F02D-E6D4-4B03-9F9A-44FAC83A799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41" y="7908"/>
                <a:ext cx="96" cy="118"/>
              </a:xfrm>
              <a:custGeom>
                <a:avLst/>
                <a:gdLst>
                  <a:gd name="T0" fmla="*/ 128 w 128"/>
                  <a:gd name="T1" fmla="*/ 80 h 158"/>
                  <a:gd name="T2" fmla="*/ 52 w 128"/>
                  <a:gd name="T3" fmla="*/ 0 h 158"/>
                  <a:gd name="T4" fmla="*/ 0 w 128"/>
                  <a:gd name="T5" fmla="*/ 0 h 158"/>
                  <a:gd name="T6" fmla="*/ 0 w 128"/>
                  <a:gd name="T7" fmla="*/ 5 h 158"/>
                  <a:gd name="T8" fmla="*/ 20 w 128"/>
                  <a:gd name="T9" fmla="*/ 25 h 158"/>
                  <a:gd name="T10" fmla="*/ 20 w 128"/>
                  <a:gd name="T11" fmla="*/ 134 h 158"/>
                  <a:gd name="T12" fmla="*/ 0 w 128"/>
                  <a:gd name="T13" fmla="*/ 153 h 158"/>
                  <a:gd name="T14" fmla="*/ 0 w 128"/>
                  <a:gd name="T15" fmla="*/ 158 h 158"/>
                  <a:gd name="T16" fmla="*/ 52 w 128"/>
                  <a:gd name="T17" fmla="*/ 158 h 158"/>
                  <a:gd name="T18" fmla="*/ 128 w 128"/>
                  <a:gd name="T19" fmla="*/ 80 h 158"/>
                  <a:gd name="T20" fmla="*/ 39 w 128"/>
                  <a:gd name="T21" fmla="*/ 129 h 158"/>
                  <a:gd name="T22" fmla="*/ 39 w 128"/>
                  <a:gd name="T23" fmla="*/ 30 h 158"/>
                  <a:gd name="T24" fmla="*/ 52 w 128"/>
                  <a:gd name="T25" fmla="*/ 10 h 158"/>
                  <a:gd name="T26" fmla="*/ 106 w 128"/>
                  <a:gd name="T27" fmla="*/ 80 h 158"/>
                  <a:gd name="T28" fmla="*/ 52 w 128"/>
                  <a:gd name="T29" fmla="*/ 149 h 158"/>
                  <a:gd name="T30" fmla="*/ 39 w 128"/>
                  <a:gd name="T31" fmla="*/ 1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158">
                    <a:moveTo>
                      <a:pt x="128" y="80"/>
                    </a:moveTo>
                    <a:cubicBezTo>
                      <a:pt x="128" y="9"/>
                      <a:pt x="89" y="0"/>
                      <a:pt x="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87" y="158"/>
                      <a:pt x="128" y="150"/>
                      <a:pt x="128" y="80"/>
                    </a:cubicBezTo>
                    <a:moveTo>
                      <a:pt x="39" y="1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1"/>
                      <a:pt x="41" y="10"/>
                      <a:pt x="52" y="10"/>
                    </a:cubicBezTo>
                    <a:cubicBezTo>
                      <a:pt x="94" y="10"/>
                      <a:pt x="106" y="36"/>
                      <a:pt x="106" y="80"/>
                    </a:cubicBezTo>
                    <a:cubicBezTo>
                      <a:pt x="106" y="127"/>
                      <a:pt x="90" y="149"/>
                      <a:pt x="52" y="149"/>
                    </a:cubicBezTo>
                    <a:cubicBezTo>
                      <a:pt x="41" y="149"/>
                      <a:pt x="39" y="146"/>
                      <a:pt x="39" y="1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6" name="Freeform 26">
                <a:extLst>
                  <a:ext uri="{FF2B5EF4-FFF2-40B4-BE49-F238E27FC236}">
                    <a16:creationId xmlns:a16="http://schemas.microsoft.com/office/drawing/2014/main" id="{F7AC82CD-6CDF-4575-A594-3012D621B45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7" y="7908"/>
                <a:ext cx="78" cy="118"/>
              </a:xfrm>
              <a:custGeom>
                <a:avLst/>
                <a:gdLst>
                  <a:gd name="T0" fmla="*/ 72 w 105"/>
                  <a:gd name="T1" fmla="*/ 149 h 158"/>
                  <a:gd name="T2" fmla="*/ 51 w 105"/>
                  <a:gd name="T3" fmla="*/ 149 h 158"/>
                  <a:gd name="T4" fmla="*/ 38 w 105"/>
                  <a:gd name="T5" fmla="*/ 129 h 158"/>
                  <a:gd name="T6" fmla="*/ 38 w 105"/>
                  <a:gd name="T7" fmla="*/ 80 h 158"/>
                  <a:gd name="T8" fmla="*/ 67 w 105"/>
                  <a:gd name="T9" fmla="*/ 80 h 158"/>
                  <a:gd name="T10" fmla="*/ 87 w 105"/>
                  <a:gd name="T11" fmla="*/ 100 h 158"/>
                  <a:gd name="T12" fmla="*/ 92 w 105"/>
                  <a:gd name="T13" fmla="*/ 100 h 158"/>
                  <a:gd name="T14" fmla="*/ 92 w 105"/>
                  <a:gd name="T15" fmla="*/ 51 h 158"/>
                  <a:gd name="T16" fmla="*/ 87 w 105"/>
                  <a:gd name="T17" fmla="*/ 51 h 158"/>
                  <a:gd name="T18" fmla="*/ 67 w 105"/>
                  <a:gd name="T19" fmla="*/ 71 h 158"/>
                  <a:gd name="T20" fmla="*/ 38 w 105"/>
                  <a:gd name="T21" fmla="*/ 71 h 158"/>
                  <a:gd name="T22" fmla="*/ 38 w 105"/>
                  <a:gd name="T23" fmla="*/ 30 h 158"/>
                  <a:gd name="T24" fmla="*/ 51 w 105"/>
                  <a:gd name="T25" fmla="*/ 10 h 158"/>
                  <a:gd name="T26" fmla="*/ 70 w 105"/>
                  <a:gd name="T27" fmla="*/ 10 h 158"/>
                  <a:gd name="T28" fmla="*/ 96 w 105"/>
                  <a:gd name="T29" fmla="*/ 29 h 158"/>
                  <a:gd name="T30" fmla="*/ 101 w 105"/>
                  <a:gd name="T31" fmla="*/ 29 h 158"/>
                  <a:gd name="T32" fmla="*/ 100 w 105"/>
                  <a:gd name="T33" fmla="*/ 0 h 158"/>
                  <a:gd name="T34" fmla="*/ 0 w 105"/>
                  <a:gd name="T35" fmla="*/ 0 h 158"/>
                  <a:gd name="T36" fmla="*/ 0 w 105"/>
                  <a:gd name="T37" fmla="*/ 5 h 158"/>
                  <a:gd name="T38" fmla="*/ 19 w 105"/>
                  <a:gd name="T39" fmla="*/ 25 h 158"/>
                  <a:gd name="T40" fmla="*/ 19 w 105"/>
                  <a:gd name="T41" fmla="*/ 134 h 158"/>
                  <a:gd name="T42" fmla="*/ 0 w 105"/>
                  <a:gd name="T43" fmla="*/ 153 h 158"/>
                  <a:gd name="T44" fmla="*/ 0 w 105"/>
                  <a:gd name="T45" fmla="*/ 158 h 158"/>
                  <a:gd name="T46" fmla="*/ 103 w 105"/>
                  <a:gd name="T47" fmla="*/ 158 h 158"/>
                  <a:gd name="T48" fmla="*/ 105 w 105"/>
                  <a:gd name="T49" fmla="*/ 127 h 158"/>
                  <a:gd name="T50" fmla="*/ 99 w 105"/>
                  <a:gd name="T51" fmla="*/ 127 h 158"/>
                  <a:gd name="T52" fmla="*/ 72 w 105"/>
                  <a:gd name="T53" fmla="*/ 14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72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8" y="147"/>
                      <a:pt x="38" y="129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82" y="80"/>
                      <a:pt x="87" y="87"/>
                      <a:pt x="87" y="100"/>
                    </a:cubicBezTo>
                    <a:cubicBezTo>
                      <a:pt x="92" y="100"/>
                      <a:pt x="92" y="100"/>
                      <a:pt x="92" y="100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67"/>
                      <a:pt x="82" y="71"/>
                      <a:pt x="67" y="71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12"/>
                      <a:pt x="39" y="10"/>
                      <a:pt x="5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6" y="10"/>
                      <a:pt x="93" y="15"/>
                      <a:pt x="96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1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3" y="158"/>
                      <a:pt x="103" y="158"/>
                      <a:pt x="103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6" y="143"/>
                      <a:pt x="89" y="149"/>
                      <a:pt x="72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7" name="Freeform 27">
                <a:extLst>
                  <a:ext uri="{FF2B5EF4-FFF2-40B4-BE49-F238E27FC236}">
                    <a16:creationId xmlns:a16="http://schemas.microsoft.com/office/drawing/2014/main" id="{5466A1EF-3155-439C-B2A3-DF2E656F44C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60" y="7908"/>
                <a:ext cx="133" cy="118"/>
              </a:xfrm>
              <a:custGeom>
                <a:avLst/>
                <a:gdLst>
                  <a:gd name="T0" fmla="*/ 141 w 178"/>
                  <a:gd name="T1" fmla="*/ 14 h 158"/>
                  <a:gd name="T2" fmla="*/ 141 w 178"/>
                  <a:gd name="T3" fmla="*/ 134 h 158"/>
                  <a:gd name="T4" fmla="*/ 121 w 178"/>
                  <a:gd name="T5" fmla="*/ 153 h 158"/>
                  <a:gd name="T6" fmla="*/ 121 w 178"/>
                  <a:gd name="T7" fmla="*/ 158 h 158"/>
                  <a:gd name="T8" fmla="*/ 178 w 178"/>
                  <a:gd name="T9" fmla="*/ 158 h 158"/>
                  <a:gd name="T10" fmla="*/ 178 w 178"/>
                  <a:gd name="T11" fmla="*/ 153 h 158"/>
                  <a:gd name="T12" fmla="*/ 159 w 178"/>
                  <a:gd name="T13" fmla="*/ 134 h 158"/>
                  <a:gd name="T14" fmla="*/ 159 w 178"/>
                  <a:gd name="T15" fmla="*/ 25 h 158"/>
                  <a:gd name="T16" fmla="*/ 178 w 178"/>
                  <a:gd name="T17" fmla="*/ 5 h 158"/>
                  <a:gd name="T18" fmla="*/ 178 w 178"/>
                  <a:gd name="T19" fmla="*/ 0 h 158"/>
                  <a:gd name="T20" fmla="*/ 133 w 178"/>
                  <a:gd name="T21" fmla="*/ 0 h 158"/>
                  <a:gd name="T22" fmla="*/ 90 w 178"/>
                  <a:gd name="T23" fmla="*/ 135 h 158"/>
                  <a:gd name="T24" fmla="*/ 89 w 178"/>
                  <a:gd name="T25" fmla="*/ 135 h 158"/>
                  <a:gd name="T26" fmla="*/ 46 w 178"/>
                  <a:gd name="T27" fmla="*/ 0 h 158"/>
                  <a:gd name="T28" fmla="*/ 0 w 178"/>
                  <a:gd name="T29" fmla="*/ 0 h 158"/>
                  <a:gd name="T30" fmla="*/ 0 w 178"/>
                  <a:gd name="T31" fmla="*/ 5 h 158"/>
                  <a:gd name="T32" fmla="*/ 19 w 178"/>
                  <a:gd name="T33" fmla="*/ 25 h 158"/>
                  <a:gd name="T34" fmla="*/ 19 w 178"/>
                  <a:gd name="T35" fmla="*/ 134 h 158"/>
                  <a:gd name="T36" fmla="*/ 0 w 178"/>
                  <a:gd name="T37" fmla="*/ 153 h 158"/>
                  <a:gd name="T38" fmla="*/ 0 w 178"/>
                  <a:gd name="T39" fmla="*/ 158 h 158"/>
                  <a:gd name="T40" fmla="*/ 51 w 178"/>
                  <a:gd name="T41" fmla="*/ 158 h 158"/>
                  <a:gd name="T42" fmla="*/ 51 w 178"/>
                  <a:gd name="T43" fmla="*/ 153 h 158"/>
                  <a:gd name="T44" fmla="*/ 32 w 178"/>
                  <a:gd name="T45" fmla="*/ 134 h 158"/>
                  <a:gd name="T46" fmla="*/ 32 w 178"/>
                  <a:gd name="T47" fmla="*/ 14 h 158"/>
                  <a:gd name="T48" fmla="*/ 32 w 178"/>
                  <a:gd name="T49" fmla="*/ 14 h 158"/>
                  <a:gd name="T50" fmla="*/ 78 w 178"/>
                  <a:gd name="T51" fmla="*/ 158 h 158"/>
                  <a:gd name="T52" fmla="*/ 94 w 178"/>
                  <a:gd name="T53" fmla="*/ 158 h 158"/>
                  <a:gd name="T54" fmla="*/ 140 w 178"/>
                  <a:gd name="T55" fmla="*/ 14 h 158"/>
                  <a:gd name="T56" fmla="*/ 141 w 178"/>
                  <a:gd name="T57" fmla="*/ 1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58">
                    <a:moveTo>
                      <a:pt x="141" y="14"/>
                    </a:moveTo>
                    <a:cubicBezTo>
                      <a:pt x="141" y="134"/>
                      <a:pt x="141" y="134"/>
                      <a:pt x="141" y="134"/>
                    </a:cubicBezTo>
                    <a:cubicBezTo>
                      <a:pt x="141" y="152"/>
                      <a:pt x="133" y="153"/>
                      <a:pt x="121" y="153"/>
                    </a:cubicBezTo>
                    <a:cubicBezTo>
                      <a:pt x="121" y="158"/>
                      <a:pt x="121" y="158"/>
                      <a:pt x="121" y="158"/>
                    </a:cubicBezTo>
                    <a:cubicBezTo>
                      <a:pt x="178" y="158"/>
                      <a:pt x="178" y="158"/>
                      <a:pt x="178" y="158"/>
                    </a:cubicBezTo>
                    <a:cubicBezTo>
                      <a:pt x="178" y="153"/>
                      <a:pt x="178" y="153"/>
                      <a:pt x="178" y="153"/>
                    </a:cubicBezTo>
                    <a:cubicBezTo>
                      <a:pt x="166" y="153"/>
                      <a:pt x="159" y="152"/>
                      <a:pt x="159" y="134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7"/>
                      <a:pt x="166" y="5"/>
                      <a:pt x="178" y="5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94" y="158"/>
                      <a:pt x="94" y="158"/>
                      <a:pt x="94" y="158"/>
                    </a:cubicBezTo>
                    <a:cubicBezTo>
                      <a:pt x="140" y="14"/>
                      <a:pt x="140" y="14"/>
                      <a:pt x="140" y="14"/>
                    </a:cubicBezTo>
                    <a:lnTo>
                      <a:pt x="14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8" name="Freeform 28">
                <a:extLst>
                  <a:ext uri="{FF2B5EF4-FFF2-40B4-BE49-F238E27FC236}">
                    <a16:creationId xmlns:a16="http://schemas.microsoft.com/office/drawing/2014/main" id="{E341D308-77A0-40BC-AE55-AA4A84AD6F6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16" y="7908"/>
                <a:ext cx="44" cy="118"/>
              </a:xfrm>
              <a:custGeom>
                <a:avLst/>
                <a:gdLst>
                  <a:gd name="T0" fmla="*/ 0 w 58"/>
                  <a:gd name="T1" fmla="*/ 5 h 158"/>
                  <a:gd name="T2" fmla="*/ 19 w 58"/>
                  <a:gd name="T3" fmla="*/ 25 h 158"/>
                  <a:gd name="T4" fmla="*/ 19 w 58"/>
                  <a:gd name="T5" fmla="*/ 134 h 158"/>
                  <a:gd name="T6" fmla="*/ 0 w 58"/>
                  <a:gd name="T7" fmla="*/ 153 h 158"/>
                  <a:gd name="T8" fmla="*/ 0 w 58"/>
                  <a:gd name="T9" fmla="*/ 158 h 158"/>
                  <a:gd name="T10" fmla="*/ 58 w 58"/>
                  <a:gd name="T11" fmla="*/ 158 h 158"/>
                  <a:gd name="T12" fmla="*/ 58 w 58"/>
                  <a:gd name="T13" fmla="*/ 153 h 158"/>
                  <a:gd name="T14" fmla="*/ 39 w 58"/>
                  <a:gd name="T15" fmla="*/ 134 h 158"/>
                  <a:gd name="T16" fmla="*/ 39 w 58"/>
                  <a:gd name="T17" fmla="*/ 25 h 158"/>
                  <a:gd name="T18" fmla="*/ 58 w 58"/>
                  <a:gd name="T19" fmla="*/ 5 h 158"/>
                  <a:gd name="T20" fmla="*/ 58 w 58"/>
                  <a:gd name="T21" fmla="*/ 0 h 158"/>
                  <a:gd name="T22" fmla="*/ 0 w 58"/>
                  <a:gd name="T23" fmla="*/ 0 h 158"/>
                  <a:gd name="T24" fmla="*/ 0 w 58"/>
                  <a:gd name="T2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58">
                    <a:moveTo>
                      <a:pt x="0" y="5"/>
                    </a:move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9" name="Freeform 29">
                <a:extLst>
                  <a:ext uri="{FF2B5EF4-FFF2-40B4-BE49-F238E27FC236}">
                    <a16:creationId xmlns:a16="http://schemas.microsoft.com/office/drawing/2014/main" id="{6B699AFD-9A5A-49F2-BC39-A7983ED7CAF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83" y="7908"/>
                <a:ext cx="78" cy="118"/>
              </a:xfrm>
              <a:custGeom>
                <a:avLst/>
                <a:gdLst>
                  <a:gd name="T0" fmla="*/ 100 w 105"/>
                  <a:gd name="T1" fmla="*/ 127 h 158"/>
                  <a:gd name="T2" fmla="*/ 73 w 105"/>
                  <a:gd name="T3" fmla="*/ 149 h 158"/>
                  <a:gd name="T4" fmla="*/ 51 w 105"/>
                  <a:gd name="T5" fmla="*/ 149 h 158"/>
                  <a:gd name="T6" fmla="*/ 39 w 105"/>
                  <a:gd name="T7" fmla="*/ 129 h 158"/>
                  <a:gd name="T8" fmla="*/ 39 w 105"/>
                  <a:gd name="T9" fmla="*/ 80 h 158"/>
                  <a:gd name="T10" fmla="*/ 68 w 105"/>
                  <a:gd name="T11" fmla="*/ 80 h 158"/>
                  <a:gd name="T12" fmla="*/ 88 w 105"/>
                  <a:gd name="T13" fmla="*/ 100 h 158"/>
                  <a:gd name="T14" fmla="*/ 93 w 105"/>
                  <a:gd name="T15" fmla="*/ 100 h 158"/>
                  <a:gd name="T16" fmla="*/ 93 w 105"/>
                  <a:gd name="T17" fmla="*/ 51 h 158"/>
                  <a:gd name="T18" fmla="*/ 88 w 105"/>
                  <a:gd name="T19" fmla="*/ 51 h 158"/>
                  <a:gd name="T20" fmla="*/ 68 w 105"/>
                  <a:gd name="T21" fmla="*/ 71 h 158"/>
                  <a:gd name="T22" fmla="*/ 39 w 105"/>
                  <a:gd name="T23" fmla="*/ 71 h 158"/>
                  <a:gd name="T24" fmla="*/ 39 w 105"/>
                  <a:gd name="T25" fmla="*/ 30 h 158"/>
                  <a:gd name="T26" fmla="*/ 51 w 105"/>
                  <a:gd name="T27" fmla="*/ 10 h 158"/>
                  <a:gd name="T28" fmla="*/ 71 w 105"/>
                  <a:gd name="T29" fmla="*/ 10 h 158"/>
                  <a:gd name="T30" fmla="*/ 97 w 105"/>
                  <a:gd name="T31" fmla="*/ 29 h 158"/>
                  <a:gd name="T32" fmla="*/ 102 w 105"/>
                  <a:gd name="T33" fmla="*/ 29 h 158"/>
                  <a:gd name="T34" fmla="*/ 101 w 105"/>
                  <a:gd name="T35" fmla="*/ 0 h 158"/>
                  <a:gd name="T36" fmla="*/ 0 w 105"/>
                  <a:gd name="T37" fmla="*/ 0 h 158"/>
                  <a:gd name="T38" fmla="*/ 0 w 105"/>
                  <a:gd name="T39" fmla="*/ 5 h 158"/>
                  <a:gd name="T40" fmla="*/ 20 w 105"/>
                  <a:gd name="T41" fmla="*/ 25 h 158"/>
                  <a:gd name="T42" fmla="*/ 20 w 105"/>
                  <a:gd name="T43" fmla="*/ 134 h 158"/>
                  <a:gd name="T44" fmla="*/ 0 w 105"/>
                  <a:gd name="T45" fmla="*/ 153 h 158"/>
                  <a:gd name="T46" fmla="*/ 0 w 105"/>
                  <a:gd name="T47" fmla="*/ 158 h 158"/>
                  <a:gd name="T48" fmla="*/ 104 w 105"/>
                  <a:gd name="T49" fmla="*/ 158 h 158"/>
                  <a:gd name="T50" fmla="*/ 105 w 105"/>
                  <a:gd name="T51" fmla="*/ 127 h 158"/>
                  <a:gd name="T52" fmla="*/ 100 w 105"/>
                  <a:gd name="T53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100" y="127"/>
                    </a:moveTo>
                    <a:cubicBezTo>
                      <a:pt x="97" y="143"/>
                      <a:pt x="90" y="149"/>
                      <a:pt x="73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7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2"/>
                      <a:pt x="40" y="10"/>
                      <a:pt x="5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87" y="10"/>
                      <a:pt x="94" y="15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lnTo>
                      <a:pt x="100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0" name="Freeform 30">
                <a:extLst>
                  <a:ext uri="{FF2B5EF4-FFF2-40B4-BE49-F238E27FC236}">
                    <a16:creationId xmlns:a16="http://schemas.microsoft.com/office/drawing/2014/main" id="{F7D43083-332E-43A1-A709-E7E114D97F1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85" y="7908"/>
                <a:ext cx="105" cy="118"/>
              </a:xfrm>
              <a:custGeom>
                <a:avLst/>
                <a:gdLst>
                  <a:gd name="T0" fmla="*/ 90 w 141"/>
                  <a:gd name="T1" fmla="*/ 5 h 158"/>
                  <a:gd name="T2" fmla="*/ 109 w 141"/>
                  <a:gd name="T3" fmla="*/ 25 h 158"/>
                  <a:gd name="T4" fmla="*/ 109 w 141"/>
                  <a:gd name="T5" fmla="*/ 128 h 158"/>
                  <a:gd name="T6" fmla="*/ 109 w 141"/>
                  <a:gd name="T7" fmla="*/ 128 h 158"/>
                  <a:gd name="T8" fmla="*/ 40 w 141"/>
                  <a:gd name="T9" fmla="*/ 0 h 158"/>
                  <a:gd name="T10" fmla="*/ 0 w 141"/>
                  <a:gd name="T11" fmla="*/ 0 h 158"/>
                  <a:gd name="T12" fmla="*/ 0 w 141"/>
                  <a:gd name="T13" fmla="*/ 5 h 158"/>
                  <a:gd name="T14" fmla="*/ 19 w 141"/>
                  <a:gd name="T15" fmla="*/ 25 h 158"/>
                  <a:gd name="T16" fmla="*/ 19 w 141"/>
                  <a:gd name="T17" fmla="*/ 134 h 158"/>
                  <a:gd name="T18" fmla="*/ 0 w 141"/>
                  <a:gd name="T19" fmla="*/ 153 h 158"/>
                  <a:gd name="T20" fmla="*/ 0 w 141"/>
                  <a:gd name="T21" fmla="*/ 158 h 158"/>
                  <a:gd name="T22" fmla="*/ 51 w 141"/>
                  <a:gd name="T23" fmla="*/ 158 h 158"/>
                  <a:gd name="T24" fmla="*/ 51 w 141"/>
                  <a:gd name="T25" fmla="*/ 153 h 158"/>
                  <a:gd name="T26" fmla="*/ 32 w 141"/>
                  <a:gd name="T27" fmla="*/ 134 h 158"/>
                  <a:gd name="T28" fmla="*/ 32 w 141"/>
                  <a:gd name="T29" fmla="*/ 22 h 158"/>
                  <a:gd name="T30" fmla="*/ 33 w 141"/>
                  <a:gd name="T31" fmla="*/ 22 h 158"/>
                  <a:gd name="T32" fmla="*/ 105 w 141"/>
                  <a:gd name="T33" fmla="*/ 158 h 158"/>
                  <a:gd name="T34" fmla="*/ 122 w 141"/>
                  <a:gd name="T35" fmla="*/ 158 h 158"/>
                  <a:gd name="T36" fmla="*/ 122 w 141"/>
                  <a:gd name="T37" fmla="*/ 25 h 158"/>
                  <a:gd name="T38" fmla="*/ 141 w 141"/>
                  <a:gd name="T39" fmla="*/ 5 h 158"/>
                  <a:gd name="T40" fmla="*/ 141 w 141"/>
                  <a:gd name="T41" fmla="*/ 0 h 158"/>
                  <a:gd name="T42" fmla="*/ 90 w 141"/>
                  <a:gd name="T43" fmla="*/ 0 h 158"/>
                  <a:gd name="T44" fmla="*/ 90 w 141"/>
                  <a:gd name="T4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90" y="5"/>
                    </a:moveTo>
                    <a:cubicBezTo>
                      <a:pt x="102" y="5"/>
                      <a:pt x="109" y="7"/>
                      <a:pt x="109" y="25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2" y="7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9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1" name="Freeform 31">
                <a:extLst>
                  <a:ext uri="{FF2B5EF4-FFF2-40B4-BE49-F238E27FC236}">
                    <a16:creationId xmlns:a16="http://schemas.microsoft.com/office/drawing/2014/main" id="{74A05A0E-8D74-4059-A356-6633019C405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859" y="7508"/>
                <a:ext cx="457" cy="550"/>
              </a:xfrm>
              <a:custGeom>
                <a:avLst/>
                <a:gdLst>
                  <a:gd name="T0" fmla="*/ 597 w 614"/>
                  <a:gd name="T1" fmla="*/ 482 h 737"/>
                  <a:gd name="T2" fmla="*/ 611 w 614"/>
                  <a:gd name="T3" fmla="*/ 353 h 737"/>
                  <a:gd name="T4" fmla="*/ 588 w 614"/>
                  <a:gd name="T5" fmla="*/ 227 h 737"/>
                  <a:gd name="T6" fmla="*/ 510 w 614"/>
                  <a:gd name="T7" fmla="*/ 95 h 737"/>
                  <a:gd name="T8" fmla="*/ 379 w 614"/>
                  <a:gd name="T9" fmla="*/ 12 h 737"/>
                  <a:gd name="T10" fmla="*/ 248 w 614"/>
                  <a:gd name="T11" fmla="*/ 8 h 737"/>
                  <a:gd name="T12" fmla="*/ 131 w 614"/>
                  <a:gd name="T13" fmla="*/ 69 h 737"/>
                  <a:gd name="T14" fmla="*/ 39 w 614"/>
                  <a:gd name="T15" fmla="*/ 192 h 737"/>
                  <a:gd name="T16" fmla="*/ 2 w 614"/>
                  <a:gd name="T17" fmla="*/ 329 h 737"/>
                  <a:gd name="T18" fmla="*/ 9 w 614"/>
                  <a:gd name="T19" fmla="*/ 447 h 737"/>
                  <a:gd name="T20" fmla="*/ 52 w 614"/>
                  <a:gd name="T21" fmla="*/ 570 h 737"/>
                  <a:gd name="T22" fmla="*/ 155 w 614"/>
                  <a:gd name="T23" fmla="*/ 686 h 737"/>
                  <a:gd name="T24" fmla="*/ 300 w 614"/>
                  <a:gd name="T25" fmla="*/ 735 h 737"/>
                  <a:gd name="T26" fmla="*/ 428 w 614"/>
                  <a:gd name="T27" fmla="*/ 705 h 737"/>
                  <a:gd name="T28" fmla="*/ 549 w 614"/>
                  <a:gd name="T29" fmla="*/ 585 h 737"/>
                  <a:gd name="T30" fmla="*/ 568 w 614"/>
                  <a:gd name="T31" fmla="*/ 533 h 737"/>
                  <a:gd name="T32" fmla="*/ 596 w 614"/>
                  <a:gd name="T33" fmla="*/ 465 h 737"/>
                  <a:gd name="T34" fmla="*/ 605 w 614"/>
                  <a:gd name="T35" fmla="*/ 415 h 737"/>
                  <a:gd name="T36" fmla="*/ 607 w 614"/>
                  <a:gd name="T37" fmla="*/ 336 h 737"/>
                  <a:gd name="T38" fmla="*/ 584 w 614"/>
                  <a:gd name="T39" fmla="*/ 248 h 737"/>
                  <a:gd name="T40" fmla="*/ 565 w 614"/>
                  <a:gd name="T41" fmla="*/ 201 h 737"/>
                  <a:gd name="T42" fmla="*/ 531 w 614"/>
                  <a:gd name="T43" fmla="*/ 135 h 737"/>
                  <a:gd name="T44" fmla="*/ 500 w 614"/>
                  <a:gd name="T45" fmla="*/ 95 h 737"/>
                  <a:gd name="T46" fmla="*/ 471 w 614"/>
                  <a:gd name="T47" fmla="*/ 63 h 737"/>
                  <a:gd name="T48" fmla="*/ 433 w 614"/>
                  <a:gd name="T49" fmla="*/ 38 h 737"/>
                  <a:gd name="T50" fmla="*/ 348 w 614"/>
                  <a:gd name="T51" fmla="*/ 11 h 737"/>
                  <a:gd name="T52" fmla="*/ 281 w 614"/>
                  <a:gd name="T53" fmla="*/ 6 h 737"/>
                  <a:gd name="T54" fmla="*/ 219 w 614"/>
                  <a:gd name="T55" fmla="*/ 30 h 737"/>
                  <a:gd name="T56" fmla="*/ 175 w 614"/>
                  <a:gd name="T57" fmla="*/ 52 h 737"/>
                  <a:gd name="T58" fmla="*/ 135 w 614"/>
                  <a:gd name="T59" fmla="*/ 81 h 737"/>
                  <a:gd name="T60" fmla="*/ 98 w 614"/>
                  <a:gd name="T61" fmla="*/ 117 h 737"/>
                  <a:gd name="T62" fmla="*/ 55 w 614"/>
                  <a:gd name="T63" fmla="*/ 167 h 737"/>
                  <a:gd name="T64" fmla="*/ 41 w 614"/>
                  <a:gd name="T65" fmla="*/ 215 h 737"/>
                  <a:gd name="T66" fmla="*/ 21 w 614"/>
                  <a:gd name="T67" fmla="*/ 295 h 737"/>
                  <a:gd name="T68" fmla="*/ 15 w 614"/>
                  <a:gd name="T69" fmla="*/ 373 h 737"/>
                  <a:gd name="T70" fmla="*/ 13 w 614"/>
                  <a:gd name="T71" fmla="*/ 437 h 737"/>
                  <a:gd name="T72" fmla="*/ 33 w 614"/>
                  <a:gd name="T73" fmla="*/ 500 h 737"/>
                  <a:gd name="T74" fmla="*/ 52 w 614"/>
                  <a:gd name="T75" fmla="*/ 548 h 737"/>
                  <a:gd name="T76" fmla="*/ 76 w 614"/>
                  <a:gd name="T77" fmla="*/ 592 h 737"/>
                  <a:gd name="T78" fmla="*/ 127 w 614"/>
                  <a:gd name="T79" fmla="*/ 648 h 737"/>
                  <a:gd name="T80" fmla="*/ 152 w 614"/>
                  <a:gd name="T81" fmla="*/ 680 h 737"/>
                  <a:gd name="T82" fmla="*/ 202 w 614"/>
                  <a:gd name="T83" fmla="*/ 708 h 737"/>
                  <a:gd name="T84" fmla="*/ 254 w 614"/>
                  <a:gd name="T85" fmla="*/ 723 h 737"/>
                  <a:gd name="T86" fmla="*/ 331 w 614"/>
                  <a:gd name="T87" fmla="*/ 721 h 737"/>
                  <a:gd name="T88" fmla="*/ 394 w 614"/>
                  <a:gd name="T89" fmla="*/ 716 h 737"/>
                  <a:gd name="T90" fmla="*/ 445 w 614"/>
                  <a:gd name="T91" fmla="*/ 691 h 737"/>
                  <a:gd name="T92" fmla="*/ 487 w 614"/>
                  <a:gd name="T93" fmla="*/ 659 h 737"/>
                  <a:gd name="T94" fmla="*/ 519 w 614"/>
                  <a:gd name="T95" fmla="*/ 626 h 737"/>
                  <a:gd name="T96" fmla="*/ 535 w 614"/>
                  <a:gd name="T97" fmla="*/ 581 h 737"/>
                  <a:gd name="T98" fmla="*/ 429 w 614"/>
                  <a:gd name="T99" fmla="*/ 685 h 737"/>
                  <a:gd name="T100" fmla="*/ 300 w 614"/>
                  <a:gd name="T101" fmla="*/ 720 h 737"/>
                  <a:gd name="T102" fmla="*/ 182 w 614"/>
                  <a:gd name="T103" fmla="*/ 686 h 737"/>
                  <a:gd name="T104" fmla="*/ 76 w 614"/>
                  <a:gd name="T105" fmla="*/ 580 h 737"/>
                  <a:gd name="T106" fmla="*/ 29 w 614"/>
                  <a:gd name="T107" fmla="*/ 461 h 737"/>
                  <a:gd name="T108" fmla="*/ 19 w 614"/>
                  <a:gd name="T109" fmla="*/ 341 h 737"/>
                  <a:gd name="T110" fmla="*/ 55 w 614"/>
                  <a:gd name="T111" fmla="*/ 198 h 737"/>
                  <a:gd name="T112" fmla="*/ 144 w 614"/>
                  <a:gd name="T113" fmla="*/ 79 h 737"/>
                  <a:gd name="T114" fmla="*/ 255 w 614"/>
                  <a:gd name="T115" fmla="*/ 23 h 737"/>
                  <a:gd name="T116" fmla="*/ 375 w 614"/>
                  <a:gd name="T117" fmla="*/ 27 h 737"/>
                  <a:gd name="T118" fmla="*/ 499 w 614"/>
                  <a:gd name="T119" fmla="*/ 106 h 737"/>
                  <a:gd name="T120" fmla="*/ 574 w 614"/>
                  <a:gd name="T121" fmla="*/ 235 h 737"/>
                  <a:gd name="T122" fmla="*/ 595 w 614"/>
                  <a:gd name="T123" fmla="*/ 359 h 737"/>
                  <a:gd name="T124" fmla="*/ 580 w 614"/>
                  <a:gd name="T125" fmla="*/ 482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4" h="737">
                    <a:moveTo>
                      <a:pt x="542" y="602"/>
                    </a:move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6" y="598"/>
                      <a:pt x="549" y="595"/>
                      <a:pt x="551" y="591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4" y="587"/>
                      <a:pt x="555" y="583"/>
                      <a:pt x="556" y="579"/>
                    </a:cubicBezTo>
                    <a:cubicBezTo>
                      <a:pt x="556" y="579"/>
                      <a:pt x="556" y="579"/>
                      <a:pt x="556" y="579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62" y="573"/>
                      <a:pt x="566" y="567"/>
                      <a:pt x="568" y="556"/>
                    </a:cubicBezTo>
                    <a:cubicBezTo>
                      <a:pt x="568" y="556"/>
                      <a:pt x="568" y="556"/>
                      <a:pt x="568" y="556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74" y="550"/>
                      <a:pt x="578" y="544"/>
                      <a:pt x="579" y="533"/>
                    </a:cubicBezTo>
                    <a:cubicBezTo>
                      <a:pt x="579" y="533"/>
                      <a:pt x="579" y="533"/>
                      <a:pt x="579" y="533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2" y="529"/>
                      <a:pt x="584" y="526"/>
                      <a:pt x="586" y="521"/>
                    </a:cubicBezTo>
                    <a:cubicBezTo>
                      <a:pt x="586" y="521"/>
                      <a:pt x="586" y="521"/>
                      <a:pt x="586" y="521"/>
                    </a:cubicBezTo>
                    <a:cubicBezTo>
                      <a:pt x="587" y="518"/>
                      <a:pt x="588" y="513"/>
                      <a:pt x="589" y="508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93" y="502"/>
                      <a:pt x="596" y="495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600" y="477"/>
                      <a:pt x="602" y="471"/>
                      <a:pt x="602" y="462"/>
                    </a:cubicBezTo>
                    <a:cubicBezTo>
                      <a:pt x="602" y="461"/>
                      <a:pt x="602" y="460"/>
                      <a:pt x="602" y="459"/>
                    </a:cubicBezTo>
                    <a:cubicBezTo>
                      <a:pt x="602" y="459"/>
                      <a:pt x="602" y="459"/>
                      <a:pt x="602" y="459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5" y="454"/>
                      <a:pt x="606" y="450"/>
                      <a:pt x="607" y="446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3"/>
                      <a:pt x="607" y="441"/>
                      <a:pt x="607" y="440"/>
                    </a:cubicBezTo>
                    <a:cubicBezTo>
                      <a:pt x="607" y="437"/>
                      <a:pt x="607" y="435"/>
                      <a:pt x="607" y="433"/>
                    </a:cubicBezTo>
                    <a:cubicBezTo>
                      <a:pt x="607" y="432"/>
                      <a:pt x="607" y="432"/>
                      <a:pt x="607" y="432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9" y="427"/>
                      <a:pt x="611" y="422"/>
                      <a:pt x="611" y="416"/>
                    </a:cubicBezTo>
                    <a:cubicBezTo>
                      <a:pt x="611" y="414"/>
                      <a:pt x="610" y="411"/>
                      <a:pt x="610" y="407"/>
                    </a:cubicBezTo>
                    <a:cubicBezTo>
                      <a:pt x="610" y="407"/>
                      <a:pt x="610" y="407"/>
                      <a:pt x="610" y="407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2" y="402"/>
                      <a:pt x="613" y="398"/>
                      <a:pt x="613" y="393"/>
                    </a:cubicBezTo>
                    <a:cubicBezTo>
                      <a:pt x="613" y="389"/>
                      <a:pt x="612" y="386"/>
                      <a:pt x="611" y="382"/>
                    </a:cubicBezTo>
                    <a:cubicBezTo>
                      <a:pt x="611" y="382"/>
                      <a:pt x="611" y="382"/>
                      <a:pt x="611" y="382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3" y="377"/>
                      <a:pt x="614" y="373"/>
                      <a:pt x="614" y="368"/>
                    </a:cubicBezTo>
                    <a:cubicBezTo>
                      <a:pt x="614" y="368"/>
                      <a:pt x="614" y="368"/>
                      <a:pt x="614" y="368"/>
                    </a:cubicBezTo>
                    <a:cubicBezTo>
                      <a:pt x="614" y="367"/>
                      <a:pt x="614" y="367"/>
                      <a:pt x="614" y="367"/>
                    </a:cubicBezTo>
                    <a:cubicBezTo>
                      <a:pt x="613" y="364"/>
                      <a:pt x="613" y="360"/>
                      <a:pt x="611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2" y="350"/>
                      <a:pt x="613" y="348"/>
                      <a:pt x="613" y="344"/>
                    </a:cubicBezTo>
                    <a:cubicBezTo>
                      <a:pt x="613" y="340"/>
                      <a:pt x="612" y="335"/>
                      <a:pt x="610" y="330"/>
                    </a:cubicBezTo>
                    <a:cubicBezTo>
                      <a:pt x="610" y="329"/>
                      <a:pt x="610" y="329"/>
                      <a:pt x="610" y="329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5"/>
                      <a:pt x="611" y="323"/>
                      <a:pt x="611" y="320"/>
                    </a:cubicBezTo>
                    <a:cubicBezTo>
                      <a:pt x="611" y="316"/>
                      <a:pt x="610" y="310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0"/>
                      <a:pt x="607" y="298"/>
                      <a:pt x="607" y="296"/>
                    </a:cubicBezTo>
                    <a:cubicBezTo>
                      <a:pt x="607" y="294"/>
                      <a:pt x="607" y="293"/>
                      <a:pt x="607" y="291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6"/>
                      <a:pt x="604" y="282"/>
                      <a:pt x="602" y="278"/>
                    </a:cubicBezTo>
                    <a:cubicBezTo>
                      <a:pt x="602" y="278"/>
                      <a:pt x="602" y="278"/>
                      <a:pt x="602" y="278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5"/>
                      <a:pt x="602" y="273"/>
                      <a:pt x="602" y="272"/>
                    </a:cubicBezTo>
                    <a:cubicBezTo>
                      <a:pt x="602" y="267"/>
                      <a:pt x="601" y="260"/>
                      <a:pt x="596" y="253"/>
                    </a:cubicBezTo>
                    <a:cubicBezTo>
                      <a:pt x="596" y="253"/>
                      <a:pt x="596" y="253"/>
                      <a:pt x="596" y="253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0"/>
                      <a:pt x="596" y="249"/>
                      <a:pt x="596" y="248"/>
                    </a:cubicBezTo>
                    <a:cubicBezTo>
                      <a:pt x="596" y="243"/>
                      <a:pt x="594" y="236"/>
                      <a:pt x="589" y="229"/>
                    </a:cubicBezTo>
                    <a:cubicBezTo>
                      <a:pt x="589" y="229"/>
                      <a:pt x="589" y="229"/>
                      <a:pt x="589" y="229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6"/>
                      <a:pt x="588" y="226"/>
                      <a:pt x="588" y="226"/>
                    </a:cubicBezTo>
                    <a:cubicBezTo>
                      <a:pt x="588" y="223"/>
                      <a:pt x="587" y="219"/>
                      <a:pt x="586" y="215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4" y="211"/>
                      <a:pt x="582" y="207"/>
                      <a:pt x="579" y="204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8" y="196"/>
                      <a:pt x="576" y="189"/>
                      <a:pt x="569" y="180"/>
                    </a:cubicBezTo>
                    <a:cubicBezTo>
                      <a:pt x="569" y="180"/>
                      <a:pt x="569" y="180"/>
                      <a:pt x="569" y="180"/>
                    </a:cubicBezTo>
                    <a:cubicBezTo>
                      <a:pt x="568" y="179"/>
                      <a:pt x="568" y="179"/>
                      <a:pt x="568" y="179"/>
                    </a:cubicBezTo>
                    <a:cubicBezTo>
                      <a:pt x="568" y="178"/>
                      <a:pt x="568" y="178"/>
                      <a:pt x="568" y="178"/>
                    </a:cubicBezTo>
                    <a:cubicBezTo>
                      <a:pt x="567" y="172"/>
                      <a:pt x="564" y="165"/>
                      <a:pt x="557" y="158"/>
                    </a:cubicBezTo>
                    <a:cubicBezTo>
                      <a:pt x="556" y="158"/>
                      <a:pt x="556" y="158"/>
                      <a:pt x="556" y="158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5" y="156"/>
                      <a:pt x="555" y="156"/>
                      <a:pt x="555" y="156"/>
                    </a:cubicBezTo>
                    <a:cubicBezTo>
                      <a:pt x="555" y="153"/>
                      <a:pt x="554" y="149"/>
                      <a:pt x="551" y="145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48" y="141"/>
                      <a:pt x="546" y="138"/>
                      <a:pt x="542" y="135"/>
                    </a:cubicBezTo>
                    <a:cubicBezTo>
                      <a:pt x="542" y="135"/>
                      <a:pt x="542" y="135"/>
                      <a:pt x="542" y="135"/>
                    </a:cubicBezTo>
                    <a:cubicBezTo>
                      <a:pt x="541" y="134"/>
                      <a:pt x="541" y="134"/>
                      <a:pt x="541" y="134"/>
                    </a:cubicBezTo>
                    <a:cubicBezTo>
                      <a:pt x="541" y="133"/>
                      <a:pt x="541" y="133"/>
                      <a:pt x="541" y="133"/>
                    </a:cubicBezTo>
                    <a:cubicBezTo>
                      <a:pt x="540" y="127"/>
                      <a:pt x="536" y="121"/>
                      <a:pt x="527" y="115"/>
                    </a:cubicBezTo>
                    <a:cubicBezTo>
                      <a:pt x="527" y="114"/>
                      <a:pt x="527" y="114"/>
                      <a:pt x="527" y="114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4" y="107"/>
                      <a:pt x="519" y="101"/>
                      <a:pt x="510" y="95"/>
                    </a:cubicBezTo>
                    <a:cubicBezTo>
                      <a:pt x="510" y="95"/>
                      <a:pt x="510" y="95"/>
                      <a:pt x="510" y="95"/>
                    </a:cubicBezTo>
                    <a:cubicBezTo>
                      <a:pt x="509" y="94"/>
                      <a:pt x="509" y="94"/>
                      <a:pt x="509" y="94"/>
                    </a:cubicBezTo>
                    <a:cubicBezTo>
                      <a:pt x="509" y="93"/>
                      <a:pt x="509" y="93"/>
                      <a:pt x="509" y="93"/>
                    </a:cubicBezTo>
                    <a:cubicBezTo>
                      <a:pt x="507" y="90"/>
                      <a:pt x="505" y="87"/>
                      <a:pt x="502" y="84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499" y="81"/>
                      <a:pt x="495" y="78"/>
                      <a:pt x="491" y="76"/>
                    </a:cubicBezTo>
                    <a:cubicBezTo>
                      <a:pt x="491" y="76"/>
                      <a:pt x="491" y="76"/>
                      <a:pt x="491" y="76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87" y="69"/>
                      <a:pt x="482" y="63"/>
                      <a:pt x="471" y="59"/>
                    </a:cubicBezTo>
                    <a:cubicBezTo>
                      <a:pt x="471" y="59"/>
                      <a:pt x="471" y="59"/>
                      <a:pt x="471" y="59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67" y="53"/>
                      <a:pt x="461" y="48"/>
                      <a:pt x="450" y="45"/>
                    </a:cubicBezTo>
                    <a:cubicBezTo>
                      <a:pt x="450" y="44"/>
                      <a:pt x="450" y="44"/>
                      <a:pt x="450" y="44"/>
                    </a:cubicBezTo>
                    <a:cubicBezTo>
                      <a:pt x="449" y="44"/>
                      <a:pt x="449" y="44"/>
                      <a:pt x="449" y="44"/>
                    </a:cubicBezTo>
                    <a:cubicBezTo>
                      <a:pt x="449" y="43"/>
                      <a:pt x="449" y="43"/>
                      <a:pt x="449" y="43"/>
                    </a:cubicBezTo>
                    <a:cubicBezTo>
                      <a:pt x="446" y="41"/>
                      <a:pt x="444" y="38"/>
                      <a:pt x="440" y="36"/>
                    </a:cubicBezTo>
                    <a:cubicBezTo>
                      <a:pt x="440" y="36"/>
                      <a:pt x="440" y="36"/>
                      <a:pt x="440" y="36"/>
                    </a:cubicBezTo>
                    <a:cubicBezTo>
                      <a:pt x="436" y="34"/>
                      <a:pt x="432" y="32"/>
                      <a:pt x="427" y="31"/>
                    </a:cubicBezTo>
                    <a:cubicBezTo>
                      <a:pt x="427" y="31"/>
                      <a:pt x="427" y="31"/>
                      <a:pt x="427" y="31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1" y="26"/>
                      <a:pt x="414" y="21"/>
                      <a:pt x="403" y="20"/>
                    </a:cubicBezTo>
                    <a:cubicBezTo>
                      <a:pt x="403" y="20"/>
                      <a:pt x="403" y="20"/>
                      <a:pt x="403" y="20"/>
                    </a:cubicBezTo>
                    <a:cubicBezTo>
                      <a:pt x="402" y="20"/>
                      <a:pt x="402" y="20"/>
                      <a:pt x="402" y="20"/>
                    </a:cubicBezTo>
                    <a:cubicBezTo>
                      <a:pt x="401" y="19"/>
                      <a:pt x="401" y="19"/>
                      <a:pt x="401" y="19"/>
                    </a:cubicBezTo>
                    <a:cubicBezTo>
                      <a:pt x="397" y="15"/>
                      <a:pt x="390" y="12"/>
                      <a:pt x="379" y="12"/>
                    </a:cubicBezTo>
                    <a:cubicBezTo>
                      <a:pt x="379" y="12"/>
                      <a:pt x="379" y="12"/>
                      <a:pt x="379" y="12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4" y="9"/>
                      <a:pt x="371" y="7"/>
                      <a:pt x="366" y="6"/>
                    </a:cubicBezTo>
                    <a:cubicBezTo>
                      <a:pt x="366" y="6"/>
                      <a:pt x="366" y="6"/>
                      <a:pt x="366" y="6"/>
                    </a:cubicBezTo>
                    <a:cubicBezTo>
                      <a:pt x="363" y="6"/>
                      <a:pt x="360" y="5"/>
                      <a:pt x="357" y="5"/>
                    </a:cubicBezTo>
                    <a:cubicBezTo>
                      <a:pt x="355" y="5"/>
                      <a:pt x="354" y="5"/>
                      <a:pt x="352" y="5"/>
                    </a:cubicBezTo>
                    <a:cubicBezTo>
                      <a:pt x="352" y="5"/>
                      <a:pt x="352" y="5"/>
                      <a:pt x="352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0" y="5"/>
                      <a:pt x="350" y="5"/>
                      <a:pt x="350" y="5"/>
                    </a:cubicBezTo>
                    <a:cubicBezTo>
                      <a:pt x="347" y="3"/>
                      <a:pt x="342" y="1"/>
                      <a:pt x="335" y="1"/>
                    </a:cubicBezTo>
                    <a:cubicBezTo>
                      <a:pt x="333" y="1"/>
                      <a:pt x="330" y="2"/>
                      <a:pt x="327" y="2"/>
                    </a:cubicBezTo>
                    <a:cubicBezTo>
                      <a:pt x="327" y="2"/>
                      <a:pt x="327" y="2"/>
                      <a:pt x="327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1" y="1"/>
                      <a:pt x="318" y="0"/>
                      <a:pt x="313" y="0"/>
                    </a:cubicBezTo>
                    <a:cubicBezTo>
                      <a:pt x="309" y="0"/>
                      <a:pt x="305" y="0"/>
                      <a:pt x="301" y="2"/>
                    </a:cubicBezTo>
                    <a:cubicBezTo>
                      <a:pt x="301" y="2"/>
                      <a:pt x="301" y="2"/>
                      <a:pt x="301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6" y="1"/>
                      <a:pt x="293" y="0"/>
                      <a:pt x="290" y="0"/>
                    </a:cubicBezTo>
                    <a:cubicBezTo>
                      <a:pt x="289" y="0"/>
                      <a:pt x="288" y="0"/>
                      <a:pt x="287" y="0"/>
                    </a:cubicBezTo>
                    <a:cubicBezTo>
                      <a:pt x="287" y="0"/>
                      <a:pt x="287" y="0"/>
                      <a:pt x="287" y="0"/>
                    </a:cubicBezTo>
                    <a:cubicBezTo>
                      <a:pt x="283" y="1"/>
                      <a:pt x="279" y="1"/>
                      <a:pt x="274" y="4"/>
                    </a:cubicBezTo>
                    <a:cubicBezTo>
                      <a:pt x="274" y="4"/>
                      <a:pt x="274" y="4"/>
                      <a:pt x="274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0" y="3"/>
                      <a:pt x="268" y="3"/>
                      <a:pt x="266" y="3"/>
                    </a:cubicBezTo>
                    <a:cubicBezTo>
                      <a:pt x="261" y="3"/>
                      <a:pt x="255" y="4"/>
                      <a:pt x="248" y="8"/>
                    </a:cubicBezTo>
                    <a:cubicBezTo>
                      <a:pt x="248" y="8"/>
                      <a:pt x="248" y="8"/>
                      <a:pt x="248" y="8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5" y="8"/>
                      <a:pt x="244" y="8"/>
                      <a:pt x="243" y="8"/>
                    </a:cubicBezTo>
                    <a:cubicBezTo>
                      <a:pt x="238" y="8"/>
                      <a:pt x="231" y="10"/>
                      <a:pt x="223" y="15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2" y="16"/>
                      <a:pt x="222" y="16"/>
                      <a:pt x="222" y="16"/>
                    </a:cubicBezTo>
                    <a:cubicBezTo>
                      <a:pt x="221" y="16"/>
                      <a:pt x="221" y="16"/>
                      <a:pt x="221" y="16"/>
                    </a:cubicBezTo>
                    <a:cubicBezTo>
                      <a:pt x="221" y="16"/>
                      <a:pt x="221" y="16"/>
                      <a:pt x="220" y="16"/>
                    </a:cubicBezTo>
                    <a:cubicBezTo>
                      <a:pt x="217" y="16"/>
                      <a:pt x="213" y="17"/>
                      <a:pt x="210" y="18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5" y="20"/>
                      <a:pt x="202" y="22"/>
                      <a:pt x="198" y="25"/>
                    </a:cubicBezTo>
                    <a:cubicBezTo>
                      <a:pt x="198" y="25"/>
                      <a:pt x="198" y="25"/>
                      <a:pt x="198" y="25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0" y="27"/>
                      <a:pt x="183" y="29"/>
                      <a:pt x="175" y="37"/>
                    </a:cubicBezTo>
                    <a:cubicBezTo>
                      <a:pt x="175" y="37"/>
                      <a:pt x="175" y="37"/>
                      <a:pt x="175" y="37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67" y="39"/>
                      <a:pt x="160" y="43"/>
                      <a:pt x="153" y="51"/>
                    </a:cubicBezTo>
                    <a:cubicBezTo>
                      <a:pt x="153" y="51"/>
                      <a:pt x="153" y="51"/>
                      <a:pt x="153" y="51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48" y="53"/>
                      <a:pt x="145" y="55"/>
                      <a:pt x="141" y="58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37" y="61"/>
                      <a:pt x="135" y="64"/>
                      <a:pt x="132" y="68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30" y="69"/>
                      <a:pt x="130" y="69"/>
                      <a:pt x="130" y="69"/>
                    </a:cubicBezTo>
                    <a:cubicBezTo>
                      <a:pt x="125" y="71"/>
                      <a:pt x="119" y="75"/>
                      <a:pt x="113" y="85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06" y="89"/>
                      <a:pt x="100" y="94"/>
                      <a:pt x="96" y="104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1" y="107"/>
                      <a:pt x="88" y="109"/>
                      <a:pt x="85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2" y="117"/>
                      <a:pt x="80" y="120"/>
                      <a:pt x="79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8" y="126"/>
                      <a:pt x="78" y="126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2" y="130"/>
                      <a:pt x="67" y="135"/>
                      <a:pt x="64" y="146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58" y="151"/>
                      <a:pt x="54" y="157"/>
                      <a:pt x="51" y="168"/>
                    </a:cubicBezTo>
                    <a:cubicBezTo>
                      <a:pt x="51" y="168"/>
                      <a:pt x="51" y="168"/>
                      <a:pt x="51" y="168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48" y="172"/>
                      <a:pt x="45" y="175"/>
                      <a:pt x="43" y="179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1" y="184"/>
                      <a:pt x="40" y="187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4" y="198"/>
                      <a:pt x="30" y="205"/>
                      <a:pt x="29" y="216"/>
                    </a:cubicBezTo>
                    <a:cubicBezTo>
                      <a:pt x="29" y="216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29" y="218"/>
                      <a:pt x="29" y="218"/>
                      <a:pt x="29" y="218"/>
                    </a:cubicBezTo>
                    <a:cubicBezTo>
                      <a:pt x="24" y="222"/>
                      <a:pt x="21" y="229"/>
                      <a:pt x="21" y="240"/>
                    </a:cubicBezTo>
                    <a:cubicBezTo>
                      <a:pt x="21" y="240"/>
                      <a:pt x="21" y="240"/>
                      <a:pt x="21" y="240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0" y="242"/>
                      <a:pt x="20" y="242"/>
                      <a:pt x="20" y="242"/>
                    </a:cubicBezTo>
                    <a:cubicBezTo>
                      <a:pt x="18" y="244"/>
                      <a:pt x="17" y="248"/>
                      <a:pt x="15" y="252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4" y="256"/>
                      <a:pt x="14" y="259"/>
                      <a:pt x="14" y="263"/>
                    </a:cubicBezTo>
                    <a:cubicBezTo>
                      <a:pt x="14" y="264"/>
                      <a:pt x="14" y="265"/>
                      <a:pt x="14" y="265"/>
                    </a:cubicBezTo>
                    <a:cubicBezTo>
                      <a:pt x="14" y="266"/>
                      <a:pt x="14" y="266"/>
                      <a:pt x="14" y="266"/>
                    </a:cubicBezTo>
                    <a:cubicBezTo>
                      <a:pt x="14" y="267"/>
                      <a:pt x="14" y="267"/>
                      <a:pt x="14" y="267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1" y="272"/>
                      <a:pt x="8" y="277"/>
                      <a:pt x="8" y="285"/>
                    </a:cubicBezTo>
                    <a:cubicBezTo>
                      <a:pt x="8" y="287"/>
                      <a:pt x="9" y="289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6" y="296"/>
                      <a:pt x="4" y="301"/>
                      <a:pt x="4" y="308"/>
                    </a:cubicBezTo>
                    <a:cubicBezTo>
                      <a:pt x="4" y="310"/>
                      <a:pt x="5" y="313"/>
                      <a:pt x="5" y="316"/>
                    </a:cubicBezTo>
                    <a:cubicBezTo>
                      <a:pt x="5" y="316"/>
                      <a:pt x="5" y="316"/>
                      <a:pt x="5" y="316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3" y="321"/>
                      <a:pt x="2" y="325"/>
                      <a:pt x="2" y="329"/>
                    </a:cubicBezTo>
                    <a:cubicBezTo>
                      <a:pt x="2" y="329"/>
                      <a:pt x="2" y="329"/>
                      <a:pt x="2" y="329"/>
                    </a:cubicBezTo>
                    <a:cubicBezTo>
                      <a:pt x="1" y="330"/>
                      <a:pt x="1" y="331"/>
                      <a:pt x="1" y="332"/>
                    </a:cubicBezTo>
                    <a:cubicBezTo>
                      <a:pt x="1" y="335"/>
                      <a:pt x="2" y="339"/>
                      <a:pt x="3" y="342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3" y="344"/>
                      <a:pt x="3" y="344"/>
                      <a:pt x="3" y="344"/>
                    </a:cubicBezTo>
                    <a:cubicBezTo>
                      <a:pt x="2" y="344"/>
                      <a:pt x="2" y="344"/>
                      <a:pt x="2" y="344"/>
                    </a:cubicBezTo>
                    <a:cubicBezTo>
                      <a:pt x="1" y="348"/>
                      <a:pt x="0" y="351"/>
                      <a:pt x="0" y="356"/>
                    </a:cubicBezTo>
                    <a:cubicBezTo>
                      <a:pt x="0" y="359"/>
                      <a:pt x="1" y="363"/>
                      <a:pt x="2" y="368"/>
                    </a:cubicBezTo>
                    <a:cubicBezTo>
                      <a:pt x="2" y="368"/>
                      <a:pt x="2" y="368"/>
                      <a:pt x="2" y="368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1" y="373"/>
                      <a:pt x="0" y="376"/>
                      <a:pt x="0" y="380"/>
                    </a:cubicBezTo>
                    <a:cubicBezTo>
                      <a:pt x="0" y="384"/>
                      <a:pt x="1" y="388"/>
                      <a:pt x="3" y="393"/>
                    </a:cubicBezTo>
                    <a:cubicBezTo>
                      <a:pt x="3" y="394"/>
                      <a:pt x="3" y="394"/>
                      <a:pt x="3" y="394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2" y="398"/>
                      <a:pt x="1" y="401"/>
                      <a:pt x="1" y="404"/>
                    </a:cubicBezTo>
                    <a:cubicBezTo>
                      <a:pt x="1" y="405"/>
                      <a:pt x="1" y="406"/>
                      <a:pt x="2" y="407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12"/>
                      <a:pt x="3" y="416"/>
                      <a:pt x="5" y="420"/>
                    </a:cubicBezTo>
                    <a:cubicBezTo>
                      <a:pt x="5" y="420"/>
                      <a:pt x="5" y="420"/>
                      <a:pt x="5" y="420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4"/>
                      <a:pt x="4" y="426"/>
                      <a:pt x="4" y="428"/>
                    </a:cubicBezTo>
                    <a:cubicBezTo>
                      <a:pt x="4" y="433"/>
                      <a:pt x="5" y="439"/>
                      <a:pt x="9" y="445"/>
                    </a:cubicBezTo>
                    <a:cubicBezTo>
                      <a:pt x="9" y="445"/>
                      <a:pt x="9" y="445"/>
                      <a:pt x="9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9"/>
                      <a:pt x="8" y="450"/>
                      <a:pt x="8" y="452"/>
                    </a:cubicBezTo>
                    <a:cubicBezTo>
                      <a:pt x="8" y="457"/>
                      <a:pt x="10" y="463"/>
                      <a:pt x="14" y="470"/>
                    </a:cubicBezTo>
                    <a:cubicBezTo>
                      <a:pt x="14" y="470"/>
                      <a:pt x="14" y="470"/>
                      <a:pt x="14" y="470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3"/>
                      <a:pt x="14" y="475"/>
                      <a:pt x="14" y="476"/>
                    </a:cubicBezTo>
                    <a:cubicBezTo>
                      <a:pt x="14" y="478"/>
                      <a:pt x="14" y="481"/>
                      <a:pt x="15" y="484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7" y="489"/>
                      <a:pt x="18" y="492"/>
                      <a:pt x="21" y="496"/>
                    </a:cubicBezTo>
                    <a:cubicBezTo>
                      <a:pt x="21" y="496"/>
                      <a:pt x="21" y="496"/>
                      <a:pt x="21" y="496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1" y="499"/>
                      <a:pt x="21" y="499"/>
                      <a:pt x="21" y="500"/>
                    </a:cubicBezTo>
                    <a:cubicBezTo>
                      <a:pt x="21" y="505"/>
                      <a:pt x="23" y="512"/>
                      <a:pt x="29" y="520"/>
                    </a:cubicBezTo>
                    <a:cubicBezTo>
                      <a:pt x="29" y="520"/>
                      <a:pt x="29" y="520"/>
                      <a:pt x="29" y="520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3"/>
                      <a:pt x="30" y="523"/>
                    </a:cubicBezTo>
                    <a:cubicBezTo>
                      <a:pt x="30" y="529"/>
                      <a:pt x="32" y="536"/>
                      <a:pt x="39" y="544"/>
                    </a:cubicBezTo>
                    <a:cubicBezTo>
                      <a:pt x="39" y="544"/>
                      <a:pt x="39" y="544"/>
                      <a:pt x="39" y="544"/>
                    </a:cubicBezTo>
                    <a:cubicBezTo>
                      <a:pt x="40" y="545"/>
                      <a:pt x="40" y="545"/>
                      <a:pt x="40" y="545"/>
                    </a:cubicBezTo>
                    <a:cubicBezTo>
                      <a:pt x="40" y="546"/>
                      <a:pt x="40" y="546"/>
                      <a:pt x="40" y="546"/>
                    </a:cubicBezTo>
                    <a:cubicBezTo>
                      <a:pt x="40" y="549"/>
                      <a:pt x="41" y="553"/>
                      <a:pt x="43" y="557"/>
                    </a:cubicBezTo>
                    <a:cubicBezTo>
                      <a:pt x="43" y="557"/>
                      <a:pt x="43" y="557"/>
                      <a:pt x="43" y="557"/>
                    </a:cubicBezTo>
                    <a:cubicBezTo>
                      <a:pt x="45" y="560"/>
                      <a:pt x="47" y="564"/>
                      <a:pt x="51" y="568"/>
                    </a:cubicBezTo>
                    <a:cubicBezTo>
                      <a:pt x="51" y="568"/>
                      <a:pt x="51" y="568"/>
                      <a:pt x="51" y="568"/>
                    </a:cubicBezTo>
                    <a:cubicBezTo>
                      <a:pt x="52" y="569"/>
                      <a:pt x="52" y="569"/>
                      <a:pt x="52" y="569"/>
                    </a:cubicBezTo>
                    <a:cubicBezTo>
                      <a:pt x="52" y="570"/>
                      <a:pt x="52" y="570"/>
                      <a:pt x="52" y="570"/>
                    </a:cubicBezTo>
                    <a:cubicBezTo>
                      <a:pt x="53" y="576"/>
                      <a:pt x="56" y="583"/>
                      <a:pt x="64" y="590"/>
                    </a:cubicBezTo>
                    <a:cubicBezTo>
                      <a:pt x="64" y="590"/>
                      <a:pt x="64" y="590"/>
                      <a:pt x="64" y="590"/>
                    </a:cubicBezTo>
                    <a:cubicBezTo>
                      <a:pt x="65" y="591"/>
                      <a:pt x="65" y="591"/>
                      <a:pt x="65" y="591"/>
                    </a:cubicBezTo>
                    <a:cubicBezTo>
                      <a:pt x="65" y="592"/>
                      <a:pt x="65" y="592"/>
                      <a:pt x="65" y="592"/>
                    </a:cubicBezTo>
                    <a:cubicBezTo>
                      <a:pt x="66" y="598"/>
                      <a:pt x="70" y="604"/>
                      <a:pt x="78" y="611"/>
                    </a:cubicBezTo>
                    <a:cubicBezTo>
                      <a:pt x="78" y="611"/>
                      <a:pt x="78" y="611"/>
                      <a:pt x="78" y="611"/>
                    </a:cubicBezTo>
                    <a:cubicBezTo>
                      <a:pt x="79" y="613"/>
                      <a:pt x="79" y="613"/>
                      <a:pt x="79" y="613"/>
                    </a:cubicBezTo>
                    <a:cubicBezTo>
                      <a:pt x="80" y="613"/>
                      <a:pt x="80" y="613"/>
                      <a:pt x="80" y="613"/>
                    </a:cubicBezTo>
                    <a:cubicBezTo>
                      <a:pt x="80" y="616"/>
                      <a:pt x="82" y="620"/>
                      <a:pt x="85" y="623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8" y="627"/>
                      <a:pt x="91" y="630"/>
                      <a:pt x="95" y="632"/>
                    </a:cubicBezTo>
                    <a:cubicBezTo>
                      <a:pt x="95" y="632"/>
                      <a:pt x="95" y="632"/>
                      <a:pt x="95" y="632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8" y="640"/>
                      <a:pt x="103" y="646"/>
                      <a:pt x="113" y="651"/>
                    </a:cubicBezTo>
                    <a:cubicBezTo>
                      <a:pt x="113" y="651"/>
                      <a:pt x="113" y="651"/>
                      <a:pt x="113" y="651"/>
                    </a:cubicBezTo>
                    <a:cubicBezTo>
                      <a:pt x="114" y="652"/>
                      <a:pt x="114" y="652"/>
                      <a:pt x="114" y="652"/>
                    </a:cubicBezTo>
                    <a:cubicBezTo>
                      <a:pt x="114" y="653"/>
                      <a:pt x="114" y="653"/>
                      <a:pt x="114" y="653"/>
                    </a:cubicBezTo>
                    <a:cubicBezTo>
                      <a:pt x="117" y="658"/>
                      <a:pt x="122" y="664"/>
                      <a:pt x="132" y="668"/>
                    </a:cubicBezTo>
                    <a:cubicBezTo>
                      <a:pt x="132" y="668"/>
                      <a:pt x="132" y="668"/>
                      <a:pt x="132" y="668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5" y="673"/>
                      <a:pt x="137" y="676"/>
                      <a:pt x="141" y="679"/>
                    </a:cubicBezTo>
                    <a:cubicBezTo>
                      <a:pt x="141" y="679"/>
                      <a:pt x="141" y="679"/>
                      <a:pt x="141" y="679"/>
                    </a:cubicBezTo>
                    <a:cubicBezTo>
                      <a:pt x="144" y="681"/>
                      <a:pt x="148" y="683"/>
                      <a:pt x="153" y="685"/>
                    </a:cubicBezTo>
                    <a:cubicBezTo>
                      <a:pt x="153" y="685"/>
                      <a:pt x="153" y="685"/>
                      <a:pt x="153" y="685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8" y="691"/>
                      <a:pt x="164" y="696"/>
                      <a:pt x="175" y="699"/>
                    </a:cubicBezTo>
                    <a:cubicBezTo>
                      <a:pt x="175" y="699"/>
                      <a:pt x="175" y="699"/>
                      <a:pt x="175" y="699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80" y="705"/>
                      <a:pt x="187" y="709"/>
                      <a:pt x="198" y="711"/>
                    </a:cubicBezTo>
                    <a:cubicBezTo>
                      <a:pt x="198" y="711"/>
                      <a:pt x="198" y="711"/>
                      <a:pt x="198" y="711"/>
                    </a:cubicBezTo>
                    <a:cubicBezTo>
                      <a:pt x="199" y="711"/>
                      <a:pt x="199" y="711"/>
                      <a:pt x="199" y="711"/>
                    </a:cubicBezTo>
                    <a:cubicBezTo>
                      <a:pt x="200" y="712"/>
                      <a:pt x="200" y="712"/>
                      <a:pt x="200" y="712"/>
                    </a:cubicBezTo>
                    <a:cubicBezTo>
                      <a:pt x="202" y="714"/>
                      <a:pt x="205" y="716"/>
                      <a:pt x="210" y="718"/>
                    </a:cubicBezTo>
                    <a:cubicBezTo>
                      <a:pt x="210" y="718"/>
                      <a:pt x="210" y="718"/>
                      <a:pt x="210" y="718"/>
                    </a:cubicBezTo>
                    <a:cubicBezTo>
                      <a:pt x="213" y="720"/>
                      <a:pt x="217" y="720"/>
                      <a:pt x="223" y="721"/>
                    </a:cubicBezTo>
                    <a:cubicBezTo>
                      <a:pt x="223" y="721"/>
                      <a:pt x="223" y="721"/>
                      <a:pt x="223" y="721"/>
                    </a:cubicBezTo>
                    <a:cubicBezTo>
                      <a:pt x="225" y="721"/>
                      <a:pt x="225" y="721"/>
                      <a:pt x="225" y="721"/>
                    </a:cubicBezTo>
                    <a:cubicBezTo>
                      <a:pt x="225" y="722"/>
                      <a:pt x="225" y="722"/>
                      <a:pt x="225" y="722"/>
                    </a:cubicBezTo>
                    <a:cubicBezTo>
                      <a:pt x="229" y="725"/>
                      <a:pt x="236" y="728"/>
                      <a:pt x="246" y="728"/>
                    </a:cubicBezTo>
                    <a:cubicBezTo>
                      <a:pt x="247" y="728"/>
                      <a:pt x="247" y="728"/>
                      <a:pt x="248" y="728"/>
                    </a:cubicBezTo>
                    <a:cubicBezTo>
                      <a:pt x="248" y="728"/>
                      <a:pt x="248" y="728"/>
                      <a:pt x="248" y="728"/>
                    </a:cubicBezTo>
                    <a:cubicBezTo>
                      <a:pt x="250" y="728"/>
                      <a:pt x="250" y="728"/>
                      <a:pt x="250" y="728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254" y="731"/>
                      <a:pt x="259" y="733"/>
                      <a:pt x="267" y="733"/>
                    </a:cubicBezTo>
                    <a:cubicBezTo>
                      <a:pt x="269" y="733"/>
                      <a:pt x="271" y="733"/>
                      <a:pt x="273" y="733"/>
                    </a:cubicBezTo>
                    <a:cubicBezTo>
                      <a:pt x="273" y="733"/>
                      <a:pt x="273" y="733"/>
                      <a:pt x="273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8" y="735"/>
                      <a:pt x="282" y="736"/>
                      <a:pt x="287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9" y="736"/>
                      <a:pt x="289" y="736"/>
                      <a:pt x="290" y="736"/>
                    </a:cubicBezTo>
                    <a:cubicBezTo>
                      <a:pt x="293" y="736"/>
                      <a:pt x="296" y="736"/>
                      <a:pt x="300" y="735"/>
                    </a:cubicBezTo>
                    <a:cubicBezTo>
                      <a:pt x="300" y="735"/>
                      <a:pt x="300" y="735"/>
                      <a:pt x="300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5" y="736"/>
                      <a:pt x="308" y="737"/>
                      <a:pt x="312" y="737"/>
                    </a:cubicBezTo>
                    <a:cubicBezTo>
                      <a:pt x="316" y="737"/>
                      <a:pt x="321" y="736"/>
                      <a:pt x="326" y="734"/>
                    </a:cubicBezTo>
                    <a:cubicBezTo>
                      <a:pt x="326" y="734"/>
                      <a:pt x="326" y="734"/>
                      <a:pt x="326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30" y="735"/>
                      <a:pt x="333" y="735"/>
                      <a:pt x="336" y="735"/>
                    </a:cubicBezTo>
                    <a:cubicBezTo>
                      <a:pt x="340" y="735"/>
                      <a:pt x="346" y="734"/>
                      <a:pt x="352" y="731"/>
                    </a:cubicBezTo>
                    <a:cubicBezTo>
                      <a:pt x="352" y="731"/>
                      <a:pt x="352" y="731"/>
                      <a:pt x="352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5" y="731"/>
                      <a:pt x="357" y="731"/>
                      <a:pt x="358" y="731"/>
                    </a:cubicBezTo>
                    <a:cubicBezTo>
                      <a:pt x="361" y="731"/>
                      <a:pt x="363" y="731"/>
                      <a:pt x="366" y="730"/>
                    </a:cubicBezTo>
                    <a:cubicBezTo>
                      <a:pt x="366" y="730"/>
                      <a:pt x="366" y="730"/>
                      <a:pt x="366" y="730"/>
                    </a:cubicBezTo>
                    <a:cubicBezTo>
                      <a:pt x="370" y="729"/>
                      <a:pt x="374" y="727"/>
                      <a:pt x="378" y="725"/>
                    </a:cubicBezTo>
                    <a:cubicBezTo>
                      <a:pt x="379" y="725"/>
                      <a:pt x="379" y="725"/>
                      <a:pt x="379" y="725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1" y="724"/>
                      <a:pt x="382" y="724"/>
                      <a:pt x="382" y="724"/>
                    </a:cubicBezTo>
                    <a:cubicBezTo>
                      <a:pt x="388" y="724"/>
                      <a:pt x="395" y="722"/>
                      <a:pt x="403" y="716"/>
                    </a:cubicBezTo>
                    <a:cubicBezTo>
                      <a:pt x="403" y="716"/>
                      <a:pt x="403" y="716"/>
                      <a:pt x="403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11" y="716"/>
                      <a:pt x="418" y="713"/>
                      <a:pt x="426" y="706"/>
                    </a:cubicBezTo>
                    <a:cubicBezTo>
                      <a:pt x="427" y="705"/>
                      <a:pt x="427" y="705"/>
                      <a:pt x="427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32" y="704"/>
                      <a:pt x="435" y="703"/>
                      <a:pt x="440" y="701"/>
                    </a:cubicBezTo>
                    <a:cubicBezTo>
                      <a:pt x="440" y="701"/>
                      <a:pt x="440" y="701"/>
                      <a:pt x="440" y="701"/>
                    </a:cubicBezTo>
                    <a:cubicBezTo>
                      <a:pt x="443" y="699"/>
                      <a:pt x="446" y="696"/>
                      <a:pt x="450" y="692"/>
                    </a:cubicBezTo>
                    <a:cubicBezTo>
                      <a:pt x="450" y="692"/>
                      <a:pt x="450" y="692"/>
                      <a:pt x="450" y="692"/>
                    </a:cubicBezTo>
                    <a:cubicBezTo>
                      <a:pt x="451" y="691"/>
                      <a:pt x="451" y="691"/>
                      <a:pt x="451" y="691"/>
                    </a:cubicBezTo>
                    <a:cubicBezTo>
                      <a:pt x="452" y="691"/>
                      <a:pt x="452" y="691"/>
                      <a:pt x="452" y="691"/>
                    </a:cubicBezTo>
                    <a:cubicBezTo>
                      <a:pt x="458" y="690"/>
                      <a:pt x="464" y="686"/>
                      <a:pt x="471" y="677"/>
                    </a:cubicBezTo>
                    <a:cubicBezTo>
                      <a:pt x="471" y="677"/>
                      <a:pt x="471" y="677"/>
                      <a:pt x="471" y="677"/>
                    </a:cubicBezTo>
                    <a:cubicBezTo>
                      <a:pt x="472" y="676"/>
                      <a:pt x="472" y="676"/>
                      <a:pt x="472" y="676"/>
                    </a:cubicBezTo>
                    <a:cubicBezTo>
                      <a:pt x="473" y="676"/>
                      <a:pt x="473" y="676"/>
                      <a:pt x="473" y="676"/>
                    </a:cubicBezTo>
                    <a:cubicBezTo>
                      <a:pt x="479" y="674"/>
                      <a:pt x="485" y="670"/>
                      <a:pt x="491" y="661"/>
                    </a:cubicBezTo>
                    <a:cubicBezTo>
                      <a:pt x="491" y="661"/>
                      <a:pt x="491" y="661"/>
                      <a:pt x="491" y="661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6" y="658"/>
                      <a:pt x="499" y="656"/>
                      <a:pt x="502" y="653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5" y="649"/>
                      <a:pt x="508" y="646"/>
                      <a:pt x="510" y="642"/>
                    </a:cubicBezTo>
                    <a:cubicBezTo>
                      <a:pt x="510" y="642"/>
                      <a:pt x="510" y="642"/>
                      <a:pt x="510" y="642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7" y="637"/>
                      <a:pt x="522" y="632"/>
                      <a:pt x="527" y="622"/>
                    </a:cubicBezTo>
                    <a:cubicBezTo>
                      <a:pt x="527" y="622"/>
                      <a:pt x="527" y="622"/>
                      <a:pt x="527" y="622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33" y="618"/>
                      <a:pt x="538" y="612"/>
                      <a:pt x="542" y="602"/>
                    </a:cubicBezTo>
                    <a:close/>
                    <a:moveTo>
                      <a:pt x="551" y="581"/>
                    </a:moveTo>
                    <a:cubicBezTo>
                      <a:pt x="550" y="583"/>
                      <a:pt x="549" y="584"/>
                      <a:pt x="549" y="585"/>
                    </a:cubicBezTo>
                    <a:cubicBezTo>
                      <a:pt x="548" y="585"/>
                      <a:pt x="548" y="585"/>
                      <a:pt x="548" y="585"/>
                    </a:cubicBezTo>
                    <a:cubicBezTo>
                      <a:pt x="548" y="585"/>
                      <a:pt x="547" y="584"/>
                      <a:pt x="546" y="583"/>
                    </a:cubicBezTo>
                    <a:cubicBezTo>
                      <a:pt x="545" y="582"/>
                      <a:pt x="545" y="581"/>
                      <a:pt x="545" y="578"/>
                    </a:cubicBezTo>
                    <a:cubicBezTo>
                      <a:pt x="545" y="578"/>
                      <a:pt x="545" y="578"/>
                      <a:pt x="545" y="577"/>
                    </a:cubicBezTo>
                    <a:cubicBezTo>
                      <a:pt x="545" y="575"/>
                      <a:pt x="545" y="572"/>
                      <a:pt x="546" y="571"/>
                    </a:cubicBezTo>
                    <a:cubicBezTo>
                      <a:pt x="547" y="569"/>
                      <a:pt x="548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50" y="567"/>
                      <a:pt x="551" y="568"/>
                    </a:cubicBezTo>
                    <a:cubicBezTo>
                      <a:pt x="552" y="569"/>
                      <a:pt x="552" y="571"/>
                      <a:pt x="553" y="573"/>
                    </a:cubicBezTo>
                    <a:cubicBezTo>
                      <a:pt x="553" y="573"/>
                      <a:pt x="553" y="574"/>
                      <a:pt x="553" y="574"/>
                    </a:cubicBezTo>
                    <a:cubicBezTo>
                      <a:pt x="553" y="576"/>
                      <a:pt x="552" y="579"/>
                      <a:pt x="551" y="581"/>
                    </a:cubicBezTo>
                    <a:moveTo>
                      <a:pt x="564" y="558"/>
                    </a:moveTo>
                    <a:cubicBezTo>
                      <a:pt x="563" y="560"/>
                      <a:pt x="562" y="561"/>
                      <a:pt x="562" y="562"/>
                    </a:cubicBezTo>
                    <a:cubicBezTo>
                      <a:pt x="562" y="562"/>
                      <a:pt x="562" y="562"/>
                      <a:pt x="562" y="562"/>
                    </a:cubicBezTo>
                    <a:cubicBezTo>
                      <a:pt x="561" y="562"/>
                      <a:pt x="561" y="562"/>
                      <a:pt x="561" y="562"/>
                    </a:cubicBezTo>
                    <a:cubicBezTo>
                      <a:pt x="561" y="562"/>
                      <a:pt x="560" y="561"/>
                      <a:pt x="559" y="560"/>
                    </a:cubicBezTo>
                    <a:cubicBezTo>
                      <a:pt x="558" y="559"/>
                      <a:pt x="557" y="558"/>
                      <a:pt x="557" y="556"/>
                    </a:cubicBezTo>
                    <a:cubicBezTo>
                      <a:pt x="557" y="555"/>
                      <a:pt x="557" y="555"/>
                      <a:pt x="557" y="554"/>
                    </a:cubicBezTo>
                    <a:cubicBezTo>
                      <a:pt x="557" y="552"/>
                      <a:pt x="558" y="549"/>
                      <a:pt x="558" y="548"/>
                    </a:cubicBezTo>
                    <a:cubicBezTo>
                      <a:pt x="559" y="546"/>
                      <a:pt x="560" y="544"/>
                      <a:pt x="560" y="544"/>
                    </a:cubicBezTo>
                    <a:cubicBezTo>
                      <a:pt x="560" y="544"/>
                      <a:pt x="561" y="544"/>
                      <a:pt x="561" y="544"/>
                    </a:cubicBezTo>
                    <a:cubicBezTo>
                      <a:pt x="562" y="544"/>
                      <a:pt x="564" y="546"/>
                      <a:pt x="565" y="550"/>
                    </a:cubicBezTo>
                    <a:cubicBezTo>
                      <a:pt x="565" y="551"/>
                      <a:pt x="565" y="551"/>
                      <a:pt x="565" y="552"/>
                    </a:cubicBezTo>
                    <a:cubicBezTo>
                      <a:pt x="565" y="554"/>
                      <a:pt x="564" y="557"/>
                      <a:pt x="564" y="558"/>
                    </a:cubicBezTo>
                    <a:moveTo>
                      <a:pt x="575" y="535"/>
                    </a:moveTo>
                    <a:cubicBezTo>
                      <a:pt x="574" y="537"/>
                      <a:pt x="573" y="538"/>
                      <a:pt x="573" y="538"/>
                    </a:cubicBezTo>
                    <a:cubicBezTo>
                      <a:pt x="573" y="538"/>
                      <a:pt x="573" y="538"/>
                      <a:pt x="572" y="538"/>
                    </a:cubicBezTo>
                    <a:cubicBezTo>
                      <a:pt x="572" y="538"/>
                      <a:pt x="569" y="536"/>
                      <a:pt x="568" y="533"/>
                    </a:cubicBezTo>
                    <a:cubicBezTo>
                      <a:pt x="568" y="531"/>
                      <a:pt x="568" y="530"/>
                      <a:pt x="568" y="529"/>
                    </a:cubicBezTo>
                    <a:cubicBezTo>
                      <a:pt x="568" y="527"/>
                      <a:pt x="568" y="525"/>
                      <a:pt x="569" y="524"/>
                    </a:cubicBezTo>
                    <a:cubicBezTo>
                      <a:pt x="569" y="522"/>
                      <a:pt x="570" y="521"/>
                      <a:pt x="571" y="520"/>
                    </a:cubicBezTo>
                    <a:cubicBezTo>
                      <a:pt x="571" y="520"/>
                      <a:pt x="571" y="520"/>
                      <a:pt x="571" y="520"/>
                    </a:cubicBezTo>
                    <a:cubicBezTo>
                      <a:pt x="572" y="520"/>
                      <a:pt x="575" y="522"/>
                      <a:pt x="575" y="526"/>
                    </a:cubicBezTo>
                    <a:cubicBezTo>
                      <a:pt x="576" y="527"/>
                      <a:pt x="576" y="528"/>
                      <a:pt x="576" y="529"/>
                    </a:cubicBezTo>
                    <a:cubicBezTo>
                      <a:pt x="576" y="531"/>
                      <a:pt x="575" y="533"/>
                      <a:pt x="575" y="535"/>
                    </a:cubicBezTo>
                    <a:moveTo>
                      <a:pt x="582" y="515"/>
                    </a:move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1" y="515"/>
                      <a:pt x="578" y="514"/>
                      <a:pt x="577" y="510"/>
                    </a:cubicBezTo>
                    <a:cubicBezTo>
                      <a:pt x="577" y="509"/>
                      <a:pt x="577" y="507"/>
                      <a:pt x="577" y="505"/>
                    </a:cubicBezTo>
                    <a:cubicBezTo>
                      <a:pt x="577" y="502"/>
                      <a:pt x="578" y="498"/>
                      <a:pt x="579" y="498"/>
                    </a:cubicBezTo>
                    <a:cubicBezTo>
                      <a:pt x="579" y="498"/>
                      <a:pt x="579" y="497"/>
                      <a:pt x="579" y="497"/>
                    </a:cubicBezTo>
                    <a:cubicBezTo>
                      <a:pt x="580" y="497"/>
                      <a:pt x="583" y="499"/>
                      <a:pt x="584" y="503"/>
                    </a:cubicBezTo>
                    <a:cubicBezTo>
                      <a:pt x="584" y="504"/>
                      <a:pt x="584" y="506"/>
                      <a:pt x="584" y="507"/>
                    </a:cubicBezTo>
                    <a:cubicBezTo>
                      <a:pt x="584" y="511"/>
                      <a:pt x="583" y="515"/>
                      <a:pt x="582" y="515"/>
                    </a:cubicBezTo>
                    <a:moveTo>
                      <a:pt x="590" y="490"/>
                    </a:moveTo>
                    <a:cubicBezTo>
                      <a:pt x="590" y="490"/>
                      <a:pt x="590" y="490"/>
                      <a:pt x="590" y="490"/>
                    </a:cubicBezTo>
                    <a:cubicBezTo>
                      <a:pt x="589" y="490"/>
                      <a:pt x="586" y="489"/>
                      <a:pt x="585" y="485"/>
                    </a:cubicBezTo>
                    <a:cubicBezTo>
                      <a:pt x="584" y="484"/>
                      <a:pt x="584" y="482"/>
                      <a:pt x="584" y="480"/>
                    </a:cubicBezTo>
                    <a:cubicBezTo>
                      <a:pt x="584" y="477"/>
                      <a:pt x="585" y="474"/>
                      <a:pt x="586" y="473"/>
                    </a:cubicBezTo>
                    <a:cubicBezTo>
                      <a:pt x="586" y="473"/>
                      <a:pt x="586" y="473"/>
                      <a:pt x="587" y="473"/>
                    </a:cubicBezTo>
                    <a:cubicBezTo>
                      <a:pt x="587" y="473"/>
                      <a:pt x="587" y="473"/>
                      <a:pt x="587" y="473"/>
                    </a:cubicBezTo>
                    <a:cubicBezTo>
                      <a:pt x="588" y="473"/>
                      <a:pt x="590" y="474"/>
                      <a:pt x="591" y="478"/>
                    </a:cubicBezTo>
                    <a:cubicBezTo>
                      <a:pt x="592" y="480"/>
                      <a:pt x="592" y="482"/>
                      <a:pt x="592" y="483"/>
                    </a:cubicBezTo>
                    <a:cubicBezTo>
                      <a:pt x="592" y="487"/>
                      <a:pt x="591" y="490"/>
                      <a:pt x="590" y="490"/>
                    </a:cubicBezTo>
                    <a:moveTo>
                      <a:pt x="597" y="465"/>
                    </a:moveTo>
                    <a:cubicBezTo>
                      <a:pt x="597" y="465"/>
                      <a:pt x="597" y="465"/>
                      <a:pt x="596" y="465"/>
                    </a:cubicBezTo>
                    <a:cubicBezTo>
                      <a:pt x="595" y="465"/>
                      <a:pt x="593" y="464"/>
                      <a:pt x="591" y="460"/>
                    </a:cubicBezTo>
                    <a:cubicBezTo>
                      <a:pt x="591" y="458"/>
                      <a:pt x="590" y="456"/>
                      <a:pt x="590" y="453"/>
                    </a:cubicBezTo>
                    <a:cubicBezTo>
                      <a:pt x="590" y="451"/>
                      <a:pt x="591" y="448"/>
                      <a:pt x="591" y="448"/>
                    </a:cubicBezTo>
                    <a:cubicBezTo>
                      <a:pt x="592" y="448"/>
                      <a:pt x="592" y="448"/>
                      <a:pt x="592" y="448"/>
                    </a:cubicBezTo>
                    <a:cubicBezTo>
                      <a:pt x="593" y="448"/>
                      <a:pt x="596" y="449"/>
                      <a:pt x="597" y="452"/>
                    </a:cubicBezTo>
                    <a:cubicBezTo>
                      <a:pt x="598" y="454"/>
                      <a:pt x="598" y="457"/>
                      <a:pt x="598" y="459"/>
                    </a:cubicBezTo>
                    <a:cubicBezTo>
                      <a:pt x="598" y="462"/>
                      <a:pt x="598" y="464"/>
                      <a:pt x="597" y="465"/>
                    </a:cubicBezTo>
                    <a:moveTo>
                      <a:pt x="602" y="441"/>
                    </a:moveTo>
                    <a:cubicBezTo>
                      <a:pt x="602" y="441"/>
                      <a:pt x="602" y="441"/>
                      <a:pt x="601" y="441"/>
                    </a:cubicBezTo>
                    <a:cubicBezTo>
                      <a:pt x="600" y="441"/>
                      <a:pt x="597" y="439"/>
                      <a:pt x="596" y="436"/>
                    </a:cubicBezTo>
                    <a:cubicBezTo>
                      <a:pt x="595" y="434"/>
                      <a:pt x="594" y="431"/>
                      <a:pt x="594" y="429"/>
                    </a:cubicBezTo>
                    <a:cubicBezTo>
                      <a:pt x="594" y="426"/>
                      <a:pt x="595" y="425"/>
                      <a:pt x="595" y="424"/>
                    </a:cubicBezTo>
                    <a:cubicBezTo>
                      <a:pt x="595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7" y="424"/>
                      <a:pt x="600" y="425"/>
                      <a:pt x="601" y="428"/>
                    </a:cubicBezTo>
                    <a:cubicBezTo>
                      <a:pt x="602" y="430"/>
                      <a:pt x="603" y="434"/>
                      <a:pt x="603" y="436"/>
                    </a:cubicBezTo>
                    <a:cubicBezTo>
                      <a:pt x="603" y="438"/>
                      <a:pt x="602" y="440"/>
                      <a:pt x="602" y="441"/>
                    </a:cubicBezTo>
                    <a:moveTo>
                      <a:pt x="605" y="415"/>
                    </a:moveTo>
                    <a:cubicBezTo>
                      <a:pt x="605" y="415"/>
                      <a:pt x="605" y="415"/>
                      <a:pt x="604" y="415"/>
                    </a:cubicBezTo>
                    <a:cubicBezTo>
                      <a:pt x="603" y="415"/>
                      <a:pt x="601" y="414"/>
                      <a:pt x="599" y="411"/>
                    </a:cubicBezTo>
                    <a:cubicBezTo>
                      <a:pt x="598" y="408"/>
                      <a:pt x="597" y="405"/>
                      <a:pt x="597" y="402"/>
                    </a:cubicBezTo>
                    <a:cubicBezTo>
                      <a:pt x="597" y="400"/>
                      <a:pt x="598" y="399"/>
                      <a:pt x="598" y="398"/>
                    </a:cubicBezTo>
                    <a:cubicBezTo>
                      <a:pt x="598" y="398"/>
                      <a:pt x="598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600" y="398"/>
                      <a:pt x="602" y="399"/>
                      <a:pt x="604" y="402"/>
                    </a:cubicBezTo>
                    <a:cubicBezTo>
                      <a:pt x="606" y="405"/>
                      <a:pt x="606" y="408"/>
                      <a:pt x="606" y="411"/>
                    </a:cubicBezTo>
                    <a:cubicBezTo>
                      <a:pt x="606" y="412"/>
                      <a:pt x="606" y="414"/>
                      <a:pt x="605" y="415"/>
                    </a:cubicBezTo>
                    <a:moveTo>
                      <a:pt x="607" y="388"/>
                    </a:moveTo>
                    <a:cubicBezTo>
                      <a:pt x="607" y="389"/>
                      <a:pt x="607" y="389"/>
                      <a:pt x="606" y="389"/>
                    </a:cubicBezTo>
                    <a:cubicBezTo>
                      <a:pt x="605" y="389"/>
                      <a:pt x="603" y="388"/>
                      <a:pt x="601" y="385"/>
                    </a:cubicBezTo>
                    <a:cubicBezTo>
                      <a:pt x="599" y="382"/>
                      <a:pt x="598" y="378"/>
                      <a:pt x="598" y="376"/>
                    </a:cubicBezTo>
                    <a:cubicBezTo>
                      <a:pt x="598" y="374"/>
                      <a:pt x="599" y="373"/>
                      <a:pt x="599" y="373"/>
                    </a:cubicBezTo>
                    <a:cubicBezTo>
                      <a:pt x="599" y="373"/>
                      <a:pt x="599" y="372"/>
                      <a:pt x="600" y="372"/>
                    </a:cubicBezTo>
                    <a:cubicBezTo>
                      <a:pt x="600" y="372"/>
                      <a:pt x="600" y="372"/>
                      <a:pt x="600" y="372"/>
                    </a:cubicBezTo>
                    <a:cubicBezTo>
                      <a:pt x="601" y="372"/>
                      <a:pt x="603" y="373"/>
                      <a:pt x="605" y="376"/>
                    </a:cubicBezTo>
                    <a:cubicBezTo>
                      <a:pt x="607" y="379"/>
                      <a:pt x="608" y="383"/>
                      <a:pt x="608" y="386"/>
                    </a:cubicBezTo>
                    <a:cubicBezTo>
                      <a:pt x="608" y="387"/>
                      <a:pt x="608" y="388"/>
                      <a:pt x="607" y="388"/>
                    </a:cubicBezTo>
                    <a:moveTo>
                      <a:pt x="608" y="364"/>
                    </a:moveTo>
                    <a:cubicBezTo>
                      <a:pt x="608" y="364"/>
                      <a:pt x="607" y="364"/>
                      <a:pt x="607" y="364"/>
                    </a:cubicBezTo>
                    <a:cubicBezTo>
                      <a:pt x="605" y="364"/>
                      <a:pt x="603" y="363"/>
                      <a:pt x="601" y="361"/>
                    </a:cubicBezTo>
                    <a:cubicBezTo>
                      <a:pt x="599" y="358"/>
                      <a:pt x="598" y="354"/>
                      <a:pt x="598" y="351"/>
                    </a:cubicBezTo>
                    <a:cubicBezTo>
                      <a:pt x="598" y="350"/>
                      <a:pt x="598" y="349"/>
                      <a:pt x="599" y="348"/>
                    </a:cubicBezTo>
                    <a:cubicBezTo>
                      <a:pt x="599" y="348"/>
                      <a:pt x="599" y="348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1" y="348"/>
                      <a:pt x="603" y="349"/>
                      <a:pt x="605" y="352"/>
                    </a:cubicBezTo>
                    <a:cubicBezTo>
                      <a:pt x="607" y="354"/>
                      <a:pt x="608" y="359"/>
                      <a:pt x="608" y="362"/>
                    </a:cubicBezTo>
                    <a:cubicBezTo>
                      <a:pt x="608" y="363"/>
                      <a:pt x="608" y="363"/>
                      <a:pt x="608" y="364"/>
                    </a:cubicBezTo>
                    <a:moveTo>
                      <a:pt x="607" y="336"/>
                    </a:moveTo>
                    <a:cubicBezTo>
                      <a:pt x="607" y="337"/>
                      <a:pt x="607" y="337"/>
                      <a:pt x="607" y="337"/>
                    </a:cubicBezTo>
                    <a:cubicBezTo>
                      <a:pt x="607" y="338"/>
                      <a:pt x="606" y="338"/>
                      <a:pt x="605" y="338"/>
                    </a:cubicBezTo>
                    <a:cubicBezTo>
                      <a:pt x="604" y="338"/>
                      <a:pt x="602" y="337"/>
                      <a:pt x="600" y="335"/>
                    </a:cubicBezTo>
                    <a:cubicBezTo>
                      <a:pt x="598" y="332"/>
                      <a:pt x="596" y="327"/>
                      <a:pt x="596" y="324"/>
                    </a:cubicBezTo>
                    <a:cubicBezTo>
                      <a:pt x="596" y="324"/>
                      <a:pt x="596" y="323"/>
                      <a:pt x="596" y="323"/>
                    </a:cubicBezTo>
                    <a:cubicBezTo>
                      <a:pt x="597" y="323"/>
                      <a:pt x="597" y="322"/>
                      <a:pt x="598" y="322"/>
                    </a:cubicBezTo>
                    <a:cubicBezTo>
                      <a:pt x="599" y="322"/>
                      <a:pt x="601" y="323"/>
                      <a:pt x="603" y="325"/>
                    </a:cubicBezTo>
                    <a:cubicBezTo>
                      <a:pt x="606" y="328"/>
                      <a:pt x="607" y="333"/>
                      <a:pt x="607" y="336"/>
                    </a:cubicBezTo>
                    <a:moveTo>
                      <a:pt x="604" y="310"/>
                    </a:moveTo>
                    <a:cubicBezTo>
                      <a:pt x="604" y="311"/>
                      <a:pt x="604" y="311"/>
                      <a:pt x="604" y="311"/>
                    </a:cubicBezTo>
                    <a:cubicBezTo>
                      <a:pt x="604" y="312"/>
                      <a:pt x="604" y="312"/>
                      <a:pt x="603" y="312"/>
                    </a:cubicBezTo>
                    <a:cubicBezTo>
                      <a:pt x="601" y="312"/>
                      <a:pt x="599" y="311"/>
                      <a:pt x="597" y="309"/>
                    </a:cubicBezTo>
                    <a:cubicBezTo>
                      <a:pt x="594" y="306"/>
                      <a:pt x="593" y="301"/>
                      <a:pt x="593" y="299"/>
                    </a:cubicBezTo>
                    <a:cubicBezTo>
                      <a:pt x="593" y="298"/>
                      <a:pt x="593" y="298"/>
                      <a:pt x="593" y="297"/>
                    </a:cubicBezTo>
                    <a:cubicBezTo>
                      <a:pt x="593" y="297"/>
                      <a:pt x="593" y="297"/>
                      <a:pt x="595" y="297"/>
                    </a:cubicBezTo>
                    <a:cubicBezTo>
                      <a:pt x="595" y="297"/>
                      <a:pt x="595" y="297"/>
                      <a:pt x="595" y="297"/>
                    </a:cubicBezTo>
                    <a:cubicBezTo>
                      <a:pt x="596" y="297"/>
                      <a:pt x="598" y="298"/>
                      <a:pt x="600" y="300"/>
                    </a:cubicBezTo>
                    <a:cubicBezTo>
                      <a:pt x="603" y="303"/>
                      <a:pt x="604" y="308"/>
                      <a:pt x="604" y="310"/>
                    </a:cubicBezTo>
                    <a:moveTo>
                      <a:pt x="600" y="286"/>
                    </a:moveTo>
                    <a:cubicBezTo>
                      <a:pt x="600" y="286"/>
                      <a:pt x="600" y="287"/>
                      <a:pt x="600" y="287"/>
                    </a:cubicBezTo>
                    <a:cubicBezTo>
                      <a:pt x="600" y="287"/>
                      <a:pt x="600" y="288"/>
                      <a:pt x="599" y="288"/>
                    </a:cubicBezTo>
                    <a:cubicBezTo>
                      <a:pt x="597" y="288"/>
                      <a:pt x="595" y="287"/>
                      <a:pt x="593" y="285"/>
                    </a:cubicBezTo>
                    <a:cubicBezTo>
                      <a:pt x="590" y="282"/>
                      <a:pt x="588" y="277"/>
                      <a:pt x="588" y="274"/>
                    </a:cubicBezTo>
                    <a:cubicBezTo>
                      <a:pt x="588" y="274"/>
                      <a:pt x="588" y="274"/>
                      <a:pt x="588" y="274"/>
                    </a:cubicBezTo>
                    <a:cubicBezTo>
                      <a:pt x="588" y="273"/>
                      <a:pt x="589" y="273"/>
                      <a:pt x="590" y="273"/>
                    </a:cubicBezTo>
                    <a:cubicBezTo>
                      <a:pt x="590" y="273"/>
                      <a:pt x="590" y="273"/>
                      <a:pt x="590" y="273"/>
                    </a:cubicBezTo>
                    <a:cubicBezTo>
                      <a:pt x="591" y="273"/>
                      <a:pt x="593" y="274"/>
                      <a:pt x="595" y="275"/>
                    </a:cubicBezTo>
                    <a:cubicBezTo>
                      <a:pt x="599" y="278"/>
                      <a:pt x="600" y="284"/>
                      <a:pt x="600" y="286"/>
                    </a:cubicBezTo>
                    <a:moveTo>
                      <a:pt x="589" y="250"/>
                    </a:moveTo>
                    <a:cubicBezTo>
                      <a:pt x="592" y="253"/>
                      <a:pt x="595" y="259"/>
                      <a:pt x="595" y="261"/>
                    </a:cubicBezTo>
                    <a:cubicBezTo>
                      <a:pt x="595" y="261"/>
                      <a:pt x="595" y="261"/>
                      <a:pt x="595" y="261"/>
                    </a:cubicBezTo>
                    <a:cubicBezTo>
                      <a:pt x="595" y="262"/>
                      <a:pt x="594" y="262"/>
                      <a:pt x="593" y="262"/>
                    </a:cubicBezTo>
                    <a:cubicBezTo>
                      <a:pt x="591" y="262"/>
                      <a:pt x="589" y="261"/>
                      <a:pt x="587" y="260"/>
                    </a:cubicBezTo>
                    <a:cubicBezTo>
                      <a:pt x="584" y="257"/>
                      <a:pt x="582" y="251"/>
                      <a:pt x="582" y="249"/>
                    </a:cubicBezTo>
                    <a:cubicBezTo>
                      <a:pt x="582" y="249"/>
                      <a:pt x="582" y="249"/>
                      <a:pt x="582" y="249"/>
                    </a:cubicBezTo>
                    <a:cubicBezTo>
                      <a:pt x="582" y="249"/>
                      <a:pt x="582" y="248"/>
                      <a:pt x="582" y="248"/>
                    </a:cubicBezTo>
                    <a:cubicBezTo>
                      <a:pt x="583" y="248"/>
                      <a:pt x="583" y="248"/>
                      <a:pt x="584" y="248"/>
                    </a:cubicBezTo>
                    <a:cubicBezTo>
                      <a:pt x="585" y="248"/>
                      <a:pt x="587" y="249"/>
                      <a:pt x="589" y="250"/>
                    </a:cubicBezTo>
                    <a:moveTo>
                      <a:pt x="580" y="225"/>
                    </a:moveTo>
                    <a:cubicBezTo>
                      <a:pt x="580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3" y="227"/>
                      <a:pt x="585" y="229"/>
                      <a:pt x="586" y="231"/>
                    </a:cubicBezTo>
                    <a:cubicBezTo>
                      <a:pt x="587" y="233"/>
                      <a:pt x="587" y="235"/>
                      <a:pt x="587" y="236"/>
                    </a:cubicBezTo>
                    <a:cubicBezTo>
                      <a:pt x="587" y="236"/>
                      <a:pt x="587" y="236"/>
                      <a:pt x="587" y="236"/>
                    </a:cubicBezTo>
                    <a:cubicBezTo>
                      <a:pt x="587" y="236"/>
                      <a:pt x="587" y="236"/>
                      <a:pt x="587" y="237"/>
                    </a:cubicBezTo>
                    <a:cubicBezTo>
                      <a:pt x="586" y="237"/>
                      <a:pt x="586" y="237"/>
                      <a:pt x="585" y="237"/>
                    </a:cubicBezTo>
                    <a:cubicBezTo>
                      <a:pt x="584" y="237"/>
                      <a:pt x="582" y="236"/>
                      <a:pt x="580" y="235"/>
                    </a:cubicBezTo>
                    <a:cubicBezTo>
                      <a:pt x="578" y="234"/>
                      <a:pt x="577" y="231"/>
                      <a:pt x="575" y="229"/>
                    </a:cubicBezTo>
                    <a:cubicBezTo>
                      <a:pt x="574" y="227"/>
                      <a:pt x="574" y="225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5" y="224"/>
                      <a:pt x="575" y="223"/>
                      <a:pt x="576" y="223"/>
                    </a:cubicBezTo>
                    <a:cubicBezTo>
                      <a:pt x="576" y="223"/>
                      <a:pt x="576" y="223"/>
                      <a:pt x="576" y="223"/>
                    </a:cubicBezTo>
                    <a:cubicBezTo>
                      <a:pt x="577" y="223"/>
                      <a:pt x="579" y="224"/>
                      <a:pt x="580" y="225"/>
                    </a:cubicBezTo>
                    <a:moveTo>
                      <a:pt x="572" y="202"/>
                    </a:moveTo>
                    <a:cubicBezTo>
                      <a:pt x="574" y="204"/>
                      <a:pt x="576" y="206"/>
                      <a:pt x="577" y="208"/>
                    </a:cubicBezTo>
                    <a:cubicBezTo>
                      <a:pt x="578" y="210"/>
                      <a:pt x="579" y="212"/>
                      <a:pt x="579" y="213"/>
                    </a:cubicBezTo>
                    <a:cubicBezTo>
                      <a:pt x="579" y="213"/>
                      <a:pt x="579" y="213"/>
                      <a:pt x="579" y="213"/>
                    </a:cubicBezTo>
                    <a:cubicBezTo>
                      <a:pt x="579" y="213"/>
                      <a:pt x="579" y="213"/>
                      <a:pt x="578" y="213"/>
                    </a:cubicBezTo>
                    <a:cubicBezTo>
                      <a:pt x="578" y="214"/>
                      <a:pt x="577" y="214"/>
                      <a:pt x="577" y="214"/>
                    </a:cubicBezTo>
                    <a:cubicBezTo>
                      <a:pt x="575" y="214"/>
                      <a:pt x="573" y="213"/>
                      <a:pt x="572" y="212"/>
                    </a:cubicBezTo>
                    <a:cubicBezTo>
                      <a:pt x="570" y="211"/>
                      <a:pt x="568" y="209"/>
                      <a:pt x="567" y="207"/>
                    </a:cubicBezTo>
                    <a:cubicBezTo>
                      <a:pt x="565" y="205"/>
                      <a:pt x="565" y="203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1"/>
                    </a:cubicBezTo>
                    <a:cubicBezTo>
                      <a:pt x="566" y="201"/>
                      <a:pt x="566" y="201"/>
                      <a:pt x="567" y="201"/>
                    </a:cubicBezTo>
                    <a:cubicBezTo>
                      <a:pt x="569" y="201"/>
                      <a:pt x="570" y="201"/>
                      <a:pt x="572" y="202"/>
                    </a:cubicBezTo>
                    <a:moveTo>
                      <a:pt x="567" y="184"/>
                    </a:moveTo>
                    <a:cubicBezTo>
                      <a:pt x="568" y="186"/>
                      <a:pt x="569" y="188"/>
                      <a:pt x="569" y="189"/>
                    </a:cubicBezTo>
                    <a:cubicBezTo>
                      <a:pt x="569" y="189"/>
                      <a:pt x="568" y="189"/>
                      <a:pt x="568" y="189"/>
                    </a:cubicBezTo>
                    <a:cubicBezTo>
                      <a:pt x="568" y="190"/>
                      <a:pt x="567" y="190"/>
                      <a:pt x="566" y="190"/>
                    </a:cubicBezTo>
                    <a:cubicBezTo>
                      <a:pt x="564" y="190"/>
                      <a:pt x="563" y="189"/>
                      <a:pt x="561" y="189"/>
                    </a:cubicBezTo>
                    <a:cubicBezTo>
                      <a:pt x="559" y="187"/>
                      <a:pt x="557" y="185"/>
                      <a:pt x="556" y="183"/>
                    </a:cubicBezTo>
                    <a:cubicBezTo>
                      <a:pt x="554" y="181"/>
                      <a:pt x="554" y="179"/>
                      <a:pt x="554" y="179"/>
                    </a:cubicBezTo>
                    <a:cubicBezTo>
                      <a:pt x="554" y="179"/>
                      <a:pt x="554" y="178"/>
                      <a:pt x="554" y="178"/>
                    </a:cubicBezTo>
                    <a:cubicBezTo>
                      <a:pt x="555" y="178"/>
                      <a:pt x="555" y="178"/>
                      <a:pt x="557" y="178"/>
                    </a:cubicBezTo>
                    <a:cubicBezTo>
                      <a:pt x="558" y="178"/>
                      <a:pt x="559" y="178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3" y="180"/>
                      <a:pt x="565" y="182"/>
                      <a:pt x="567" y="184"/>
                    </a:cubicBezTo>
                    <a:moveTo>
                      <a:pt x="548" y="156"/>
                    </a:moveTo>
                    <a:cubicBezTo>
                      <a:pt x="550" y="157"/>
                      <a:pt x="553" y="159"/>
                      <a:pt x="554" y="161"/>
                    </a:cubicBezTo>
                    <a:cubicBezTo>
                      <a:pt x="556" y="163"/>
                      <a:pt x="556" y="164"/>
                      <a:pt x="557" y="165"/>
                    </a:cubicBezTo>
                    <a:cubicBezTo>
                      <a:pt x="557" y="165"/>
                      <a:pt x="557" y="165"/>
                      <a:pt x="557" y="165"/>
                    </a:cubicBezTo>
                    <a:cubicBezTo>
                      <a:pt x="557" y="165"/>
                      <a:pt x="556" y="166"/>
                      <a:pt x="556" y="166"/>
                    </a:cubicBezTo>
                    <a:cubicBezTo>
                      <a:pt x="555" y="166"/>
                      <a:pt x="554" y="167"/>
                      <a:pt x="553" y="167"/>
                    </a:cubicBezTo>
                    <a:cubicBezTo>
                      <a:pt x="552" y="167"/>
                      <a:pt x="551" y="166"/>
                      <a:pt x="549" y="166"/>
                    </a:cubicBezTo>
                    <a:cubicBezTo>
                      <a:pt x="547" y="165"/>
                      <a:pt x="545" y="163"/>
                      <a:pt x="543" y="161"/>
                    </a:cubicBezTo>
                    <a:cubicBezTo>
                      <a:pt x="542" y="159"/>
                      <a:pt x="541" y="157"/>
                      <a:pt x="541" y="156"/>
                    </a:cubicBezTo>
                    <a:cubicBezTo>
                      <a:pt x="541" y="156"/>
                      <a:pt x="541" y="156"/>
                      <a:pt x="541" y="156"/>
                    </a:cubicBezTo>
                    <a:cubicBezTo>
                      <a:pt x="541" y="156"/>
                      <a:pt x="541" y="156"/>
                      <a:pt x="542" y="156"/>
                    </a:cubicBezTo>
                    <a:cubicBezTo>
                      <a:pt x="542" y="155"/>
                      <a:pt x="543" y="155"/>
                      <a:pt x="544" y="155"/>
                    </a:cubicBezTo>
                    <a:cubicBezTo>
                      <a:pt x="545" y="155"/>
                      <a:pt x="547" y="155"/>
                      <a:pt x="548" y="156"/>
                    </a:cubicBezTo>
                    <a:moveTo>
                      <a:pt x="531" y="135"/>
                    </a:moveTo>
                    <a:cubicBezTo>
                      <a:pt x="531" y="135"/>
                      <a:pt x="531" y="135"/>
                      <a:pt x="531" y="135"/>
                    </a:cubicBezTo>
                    <a:cubicBezTo>
                      <a:pt x="532" y="135"/>
                      <a:pt x="534" y="135"/>
                      <a:pt x="535" y="135"/>
                    </a:cubicBezTo>
                    <a:cubicBezTo>
                      <a:pt x="535" y="135"/>
                      <a:pt x="535" y="135"/>
                      <a:pt x="535" y="135"/>
                    </a:cubicBezTo>
                    <a:cubicBezTo>
                      <a:pt x="537" y="136"/>
                      <a:pt x="539" y="138"/>
                      <a:pt x="541" y="140"/>
                    </a:cubicBezTo>
                    <a:cubicBezTo>
                      <a:pt x="543" y="141"/>
                      <a:pt x="544" y="143"/>
                      <a:pt x="544" y="144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4" y="144"/>
                      <a:pt x="544" y="145"/>
                      <a:pt x="543" y="145"/>
                    </a:cubicBezTo>
                    <a:cubicBezTo>
                      <a:pt x="542" y="145"/>
                      <a:pt x="541" y="146"/>
                      <a:pt x="540" y="146"/>
                    </a:cubicBezTo>
                    <a:cubicBezTo>
                      <a:pt x="539" y="146"/>
                      <a:pt x="538" y="145"/>
                      <a:pt x="536" y="145"/>
                    </a:cubicBezTo>
                    <a:cubicBezTo>
                      <a:pt x="534" y="144"/>
                      <a:pt x="532" y="142"/>
                      <a:pt x="530" y="141"/>
                    </a:cubicBezTo>
                    <a:cubicBezTo>
                      <a:pt x="529" y="139"/>
                      <a:pt x="528" y="137"/>
                      <a:pt x="528" y="136"/>
                    </a:cubicBezTo>
                    <a:cubicBezTo>
                      <a:pt x="528" y="136"/>
                      <a:pt x="528" y="136"/>
                      <a:pt x="528" y="136"/>
                    </a:cubicBezTo>
                    <a:cubicBezTo>
                      <a:pt x="528" y="136"/>
                      <a:pt x="528" y="136"/>
                      <a:pt x="528" y="135"/>
                    </a:cubicBezTo>
                    <a:cubicBezTo>
                      <a:pt x="529" y="135"/>
                      <a:pt x="530" y="135"/>
                      <a:pt x="531" y="135"/>
                    </a:cubicBezTo>
                    <a:close/>
                    <a:moveTo>
                      <a:pt x="513" y="115"/>
                    </a:moveTo>
                    <a:cubicBezTo>
                      <a:pt x="514" y="114"/>
                      <a:pt x="515" y="114"/>
                      <a:pt x="516" y="114"/>
                    </a:cubicBezTo>
                    <a:cubicBezTo>
                      <a:pt x="517" y="114"/>
                      <a:pt x="518" y="114"/>
                      <a:pt x="519" y="115"/>
                    </a:cubicBezTo>
                    <a:cubicBezTo>
                      <a:pt x="521" y="115"/>
                      <a:pt x="524" y="117"/>
                      <a:pt x="526" y="118"/>
                    </a:cubicBezTo>
                    <a:cubicBezTo>
                      <a:pt x="527" y="120"/>
                      <a:pt x="529" y="122"/>
                      <a:pt x="529" y="123"/>
                    </a:cubicBezTo>
                    <a:cubicBezTo>
                      <a:pt x="529" y="123"/>
                      <a:pt x="529" y="123"/>
                      <a:pt x="529" y="123"/>
                    </a:cubicBezTo>
                    <a:cubicBezTo>
                      <a:pt x="529" y="123"/>
                      <a:pt x="528" y="123"/>
                      <a:pt x="528" y="124"/>
                    </a:cubicBezTo>
                    <a:cubicBezTo>
                      <a:pt x="527" y="124"/>
                      <a:pt x="526" y="124"/>
                      <a:pt x="524" y="124"/>
                    </a:cubicBezTo>
                    <a:cubicBezTo>
                      <a:pt x="523" y="124"/>
                      <a:pt x="522" y="124"/>
                      <a:pt x="521" y="124"/>
                    </a:cubicBezTo>
                    <a:cubicBezTo>
                      <a:pt x="519" y="123"/>
                      <a:pt x="517" y="122"/>
                      <a:pt x="515" y="120"/>
                    </a:cubicBezTo>
                    <a:cubicBezTo>
                      <a:pt x="513" y="119"/>
                      <a:pt x="512" y="117"/>
                      <a:pt x="512" y="116"/>
                    </a:cubicBezTo>
                    <a:cubicBezTo>
                      <a:pt x="512" y="116"/>
                      <a:pt x="512" y="116"/>
                      <a:pt x="512" y="116"/>
                    </a:cubicBezTo>
                    <a:cubicBezTo>
                      <a:pt x="512" y="116"/>
                      <a:pt x="512" y="115"/>
                      <a:pt x="513" y="115"/>
                    </a:cubicBezTo>
                    <a:moveTo>
                      <a:pt x="496" y="96"/>
                    </a:moveTo>
                    <a:cubicBezTo>
                      <a:pt x="497" y="95"/>
                      <a:pt x="498" y="95"/>
                      <a:pt x="500" y="95"/>
                    </a:cubicBezTo>
                    <a:cubicBezTo>
                      <a:pt x="500" y="95"/>
                      <a:pt x="500" y="95"/>
                      <a:pt x="500" y="95"/>
                    </a:cubicBezTo>
                    <a:cubicBezTo>
                      <a:pt x="500" y="95"/>
                      <a:pt x="501" y="95"/>
                      <a:pt x="502" y="95"/>
                    </a:cubicBezTo>
                    <a:cubicBezTo>
                      <a:pt x="504" y="95"/>
                      <a:pt x="507" y="97"/>
                      <a:pt x="509" y="98"/>
                    </a:cubicBezTo>
                    <a:cubicBezTo>
                      <a:pt x="511" y="100"/>
                      <a:pt x="512" y="102"/>
                      <a:pt x="512" y="102"/>
                    </a:cubicBezTo>
                    <a:cubicBezTo>
                      <a:pt x="512" y="102"/>
                      <a:pt x="512" y="102"/>
                      <a:pt x="512" y="102"/>
                    </a:cubicBezTo>
                    <a:cubicBezTo>
                      <a:pt x="512" y="103"/>
                      <a:pt x="512" y="103"/>
                      <a:pt x="511" y="104"/>
                    </a:cubicBezTo>
                    <a:cubicBezTo>
                      <a:pt x="510" y="104"/>
                      <a:pt x="509" y="105"/>
                      <a:pt x="507" y="104"/>
                    </a:cubicBezTo>
                    <a:cubicBezTo>
                      <a:pt x="506" y="104"/>
                      <a:pt x="506" y="104"/>
                      <a:pt x="505" y="104"/>
                    </a:cubicBezTo>
                    <a:cubicBezTo>
                      <a:pt x="502" y="104"/>
                      <a:pt x="500" y="102"/>
                      <a:pt x="498" y="101"/>
                    </a:cubicBezTo>
                    <a:cubicBezTo>
                      <a:pt x="496" y="99"/>
                      <a:pt x="495" y="98"/>
                      <a:pt x="495" y="97"/>
                    </a:cubicBezTo>
                    <a:cubicBezTo>
                      <a:pt x="495" y="97"/>
                      <a:pt x="495" y="97"/>
                      <a:pt x="495" y="97"/>
                    </a:cubicBezTo>
                    <a:cubicBezTo>
                      <a:pt x="495" y="97"/>
                      <a:pt x="495" y="96"/>
                      <a:pt x="496" y="96"/>
                    </a:cubicBezTo>
                    <a:moveTo>
                      <a:pt x="477" y="80"/>
                    </a:moveTo>
                    <a:cubicBezTo>
                      <a:pt x="477" y="80"/>
                      <a:pt x="478" y="79"/>
                      <a:pt x="478" y="79"/>
                    </a:cubicBezTo>
                    <a:cubicBezTo>
                      <a:pt x="479" y="78"/>
                      <a:pt x="481" y="78"/>
                      <a:pt x="483" y="78"/>
                    </a:cubicBezTo>
                    <a:cubicBezTo>
                      <a:pt x="483" y="78"/>
                      <a:pt x="483" y="78"/>
                      <a:pt x="483" y="78"/>
                    </a:cubicBezTo>
                    <a:cubicBezTo>
                      <a:pt x="483" y="78"/>
                      <a:pt x="484" y="78"/>
                      <a:pt x="484" y="78"/>
                    </a:cubicBezTo>
                    <a:cubicBezTo>
                      <a:pt x="484" y="78"/>
                      <a:pt x="484" y="78"/>
                      <a:pt x="484" y="78"/>
                    </a:cubicBezTo>
                    <a:cubicBezTo>
                      <a:pt x="487" y="78"/>
                      <a:pt x="489" y="79"/>
                      <a:pt x="491" y="81"/>
                    </a:cubicBezTo>
                    <a:cubicBezTo>
                      <a:pt x="493" y="82"/>
                      <a:pt x="494" y="84"/>
                      <a:pt x="495" y="84"/>
                    </a:cubicBezTo>
                    <a:cubicBezTo>
                      <a:pt x="495" y="84"/>
                      <a:pt x="495" y="84"/>
                      <a:pt x="495" y="85"/>
                    </a:cubicBezTo>
                    <a:cubicBezTo>
                      <a:pt x="495" y="85"/>
                      <a:pt x="494" y="85"/>
                      <a:pt x="493" y="86"/>
                    </a:cubicBezTo>
                    <a:cubicBezTo>
                      <a:pt x="493" y="87"/>
                      <a:pt x="491" y="87"/>
                      <a:pt x="489" y="87"/>
                    </a:cubicBezTo>
                    <a:cubicBezTo>
                      <a:pt x="489" y="87"/>
                      <a:pt x="488" y="87"/>
                      <a:pt x="488" y="87"/>
                    </a:cubicBezTo>
                    <a:cubicBezTo>
                      <a:pt x="485" y="86"/>
                      <a:pt x="483" y="85"/>
                      <a:pt x="481" y="84"/>
                    </a:cubicBezTo>
                    <a:cubicBezTo>
                      <a:pt x="479" y="83"/>
                      <a:pt x="478" y="81"/>
                      <a:pt x="477" y="80"/>
                    </a:cubicBezTo>
                    <a:close/>
                    <a:moveTo>
                      <a:pt x="459" y="62"/>
                    </a:moveTo>
                    <a:cubicBezTo>
                      <a:pt x="460" y="62"/>
                      <a:pt x="461" y="61"/>
                      <a:pt x="463" y="61"/>
                    </a:cubicBezTo>
                    <a:cubicBezTo>
                      <a:pt x="463" y="61"/>
                      <a:pt x="464" y="61"/>
                      <a:pt x="464" y="61"/>
                    </a:cubicBezTo>
                    <a:cubicBezTo>
                      <a:pt x="466" y="61"/>
                      <a:pt x="469" y="62"/>
                      <a:pt x="471" y="63"/>
                    </a:cubicBezTo>
                    <a:cubicBezTo>
                      <a:pt x="473" y="65"/>
                      <a:pt x="475" y="66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8"/>
                      <a:pt x="474" y="69"/>
                    </a:cubicBezTo>
                    <a:cubicBezTo>
                      <a:pt x="473" y="69"/>
                      <a:pt x="471" y="70"/>
                      <a:pt x="469" y="70"/>
                    </a:cubicBezTo>
                    <a:cubicBezTo>
                      <a:pt x="469" y="70"/>
                      <a:pt x="468" y="70"/>
                      <a:pt x="468" y="70"/>
                    </a:cubicBezTo>
                    <a:cubicBezTo>
                      <a:pt x="466" y="70"/>
                      <a:pt x="463" y="69"/>
                      <a:pt x="461" y="68"/>
                    </a:cubicBezTo>
                    <a:cubicBezTo>
                      <a:pt x="459" y="67"/>
                      <a:pt x="458" y="65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8" y="63"/>
                      <a:pt x="459" y="62"/>
                    </a:cubicBezTo>
                    <a:moveTo>
                      <a:pt x="437" y="48"/>
                    </a:moveTo>
                    <a:cubicBezTo>
                      <a:pt x="438" y="47"/>
                      <a:pt x="440" y="47"/>
                      <a:pt x="442" y="47"/>
                    </a:cubicBezTo>
                    <a:cubicBezTo>
                      <a:pt x="443" y="47"/>
                      <a:pt x="443" y="47"/>
                      <a:pt x="443" y="47"/>
                    </a:cubicBezTo>
                    <a:cubicBezTo>
                      <a:pt x="445" y="47"/>
                      <a:pt x="448" y="47"/>
                      <a:pt x="450" y="48"/>
                    </a:cubicBezTo>
                    <a:cubicBezTo>
                      <a:pt x="452" y="49"/>
                      <a:pt x="454" y="50"/>
                      <a:pt x="454" y="51"/>
                    </a:cubicBezTo>
                    <a:cubicBezTo>
                      <a:pt x="454" y="51"/>
                      <a:pt x="454" y="51"/>
                      <a:pt x="454" y="51"/>
                    </a:cubicBezTo>
                    <a:cubicBezTo>
                      <a:pt x="454" y="52"/>
                      <a:pt x="454" y="53"/>
                      <a:pt x="452" y="53"/>
                    </a:cubicBezTo>
                    <a:cubicBezTo>
                      <a:pt x="451" y="54"/>
                      <a:pt x="450" y="55"/>
                      <a:pt x="448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44" y="55"/>
                      <a:pt x="442" y="54"/>
                      <a:pt x="440" y="53"/>
                    </a:cubicBezTo>
                    <a:cubicBezTo>
                      <a:pt x="438" y="52"/>
                      <a:pt x="436" y="51"/>
                      <a:pt x="436" y="50"/>
                    </a:cubicBezTo>
                    <a:cubicBezTo>
                      <a:pt x="436" y="50"/>
                      <a:pt x="436" y="50"/>
                      <a:pt x="436" y="50"/>
                    </a:cubicBezTo>
                    <a:cubicBezTo>
                      <a:pt x="436" y="50"/>
                      <a:pt x="436" y="49"/>
                      <a:pt x="437" y="48"/>
                    </a:cubicBezTo>
                    <a:moveTo>
                      <a:pt x="421" y="35"/>
                    </a:moveTo>
                    <a:cubicBezTo>
                      <a:pt x="421" y="35"/>
                      <a:pt x="421" y="35"/>
                      <a:pt x="421" y="35"/>
                    </a:cubicBezTo>
                    <a:cubicBezTo>
                      <a:pt x="421" y="34"/>
                      <a:pt x="422" y="34"/>
                      <a:pt x="423" y="34"/>
                    </a:cubicBezTo>
                    <a:cubicBezTo>
                      <a:pt x="425" y="34"/>
                      <a:pt x="427" y="35"/>
                      <a:pt x="429" y="36"/>
                    </a:cubicBezTo>
                    <a:cubicBezTo>
                      <a:pt x="431" y="37"/>
                      <a:pt x="432" y="38"/>
                      <a:pt x="433" y="38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33" y="39"/>
                      <a:pt x="432" y="40"/>
                      <a:pt x="431" y="41"/>
                    </a:cubicBezTo>
                    <a:cubicBezTo>
                      <a:pt x="430" y="41"/>
                      <a:pt x="429" y="42"/>
                      <a:pt x="427" y="42"/>
                    </a:cubicBezTo>
                    <a:cubicBezTo>
                      <a:pt x="426" y="42"/>
                      <a:pt x="426" y="42"/>
                      <a:pt x="425" y="42"/>
                    </a:cubicBezTo>
                    <a:cubicBezTo>
                      <a:pt x="423" y="42"/>
                      <a:pt x="420" y="42"/>
                      <a:pt x="419" y="41"/>
                    </a:cubicBezTo>
                    <a:cubicBezTo>
                      <a:pt x="417" y="40"/>
                      <a:pt x="415" y="39"/>
                      <a:pt x="415" y="39"/>
                    </a:cubicBezTo>
                    <a:cubicBezTo>
                      <a:pt x="415" y="39"/>
                      <a:pt x="415" y="39"/>
                      <a:pt x="415" y="39"/>
                    </a:cubicBezTo>
                    <a:cubicBezTo>
                      <a:pt x="415" y="38"/>
                      <a:pt x="416" y="35"/>
                      <a:pt x="421" y="35"/>
                    </a:cubicBezTo>
                    <a:moveTo>
                      <a:pt x="397" y="24"/>
                    </a:moveTo>
                    <a:cubicBezTo>
                      <a:pt x="398" y="24"/>
                      <a:pt x="399" y="24"/>
                      <a:pt x="400" y="24"/>
                    </a:cubicBezTo>
                    <a:cubicBezTo>
                      <a:pt x="402" y="24"/>
                      <a:pt x="404" y="24"/>
                      <a:pt x="406" y="25"/>
                    </a:cubicBezTo>
                    <a:cubicBezTo>
                      <a:pt x="407" y="25"/>
                      <a:pt x="409" y="26"/>
                      <a:pt x="409" y="26"/>
                    </a:cubicBezTo>
                    <a:cubicBezTo>
                      <a:pt x="409" y="26"/>
                      <a:pt x="409" y="27"/>
                      <a:pt x="409" y="27"/>
                    </a:cubicBezTo>
                    <a:cubicBezTo>
                      <a:pt x="409" y="28"/>
                      <a:pt x="407" y="30"/>
                      <a:pt x="403" y="31"/>
                    </a:cubicBezTo>
                    <a:cubicBezTo>
                      <a:pt x="402" y="31"/>
                      <a:pt x="401" y="32"/>
                      <a:pt x="400" y="31"/>
                    </a:cubicBezTo>
                    <a:cubicBezTo>
                      <a:pt x="396" y="31"/>
                      <a:pt x="392" y="30"/>
                      <a:pt x="391" y="29"/>
                    </a:cubicBezTo>
                    <a:cubicBezTo>
                      <a:pt x="391" y="29"/>
                      <a:pt x="391" y="29"/>
                      <a:pt x="391" y="28"/>
                    </a:cubicBezTo>
                    <a:cubicBezTo>
                      <a:pt x="391" y="27"/>
                      <a:pt x="393" y="25"/>
                      <a:pt x="397" y="24"/>
                    </a:cubicBezTo>
                    <a:moveTo>
                      <a:pt x="372" y="16"/>
                    </a:moveTo>
                    <a:cubicBezTo>
                      <a:pt x="373" y="15"/>
                      <a:pt x="376" y="15"/>
                      <a:pt x="377" y="15"/>
                    </a:cubicBezTo>
                    <a:cubicBezTo>
                      <a:pt x="381" y="15"/>
                      <a:pt x="384" y="16"/>
                      <a:pt x="384" y="17"/>
                    </a:cubicBezTo>
                    <a:cubicBezTo>
                      <a:pt x="384" y="17"/>
                      <a:pt x="384" y="17"/>
                      <a:pt x="384" y="18"/>
                    </a:cubicBezTo>
                    <a:cubicBezTo>
                      <a:pt x="384" y="19"/>
                      <a:pt x="383" y="21"/>
                      <a:pt x="379" y="22"/>
                    </a:cubicBezTo>
                    <a:cubicBezTo>
                      <a:pt x="377" y="23"/>
                      <a:pt x="376" y="23"/>
                      <a:pt x="374" y="23"/>
                    </a:cubicBezTo>
                    <a:cubicBezTo>
                      <a:pt x="371" y="23"/>
                      <a:pt x="368" y="22"/>
                      <a:pt x="367" y="21"/>
                    </a:cubicBezTo>
                    <a:cubicBezTo>
                      <a:pt x="367" y="21"/>
                      <a:pt x="367" y="21"/>
                      <a:pt x="367" y="21"/>
                    </a:cubicBezTo>
                    <a:cubicBezTo>
                      <a:pt x="367" y="20"/>
                      <a:pt x="368" y="17"/>
                      <a:pt x="372" y="16"/>
                    </a:cubicBezTo>
                    <a:moveTo>
                      <a:pt x="348" y="11"/>
                    </a:moveTo>
                    <a:cubicBezTo>
                      <a:pt x="348" y="11"/>
                      <a:pt x="348" y="11"/>
                      <a:pt x="348" y="11"/>
                    </a:cubicBezTo>
                    <a:cubicBezTo>
                      <a:pt x="350" y="10"/>
                      <a:pt x="352" y="9"/>
                      <a:pt x="355" y="9"/>
                    </a:cubicBezTo>
                    <a:cubicBezTo>
                      <a:pt x="357" y="9"/>
                      <a:pt x="360" y="10"/>
                      <a:pt x="360" y="11"/>
                    </a:cubicBezTo>
                    <a:cubicBezTo>
                      <a:pt x="360" y="11"/>
                      <a:pt x="360" y="11"/>
                      <a:pt x="360" y="11"/>
                    </a:cubicBezTo>
                    <a:cubicBezTo>
                      <a:pt x="360" y="12"/>
                      <a:pt x="359" y="15"/>
                      <a:pt x="356" y="16"/>
                    </a:cubicBezTo>
                    <a:cubicBezTo>
                      <a:pt x="353" y="17"/>
                      <a:pt x="351" y="18"/>
                      <a:pt x="348" y="18"/>
                    </a:cubicBezTo>
                    <a:cubicBezTo>
                      <a:pt x="346" y="18"/>
                      <a:pt x="344" y="17"/>
                      <a:pt x="343" y="17"/>
                    </a:cubicBezTo>
                    <a:cubicBezTo>
                      <a:pt x="343" y="17"/>
                      <a:pt x="343" y="16"/>
                      <a:pt x="343" y="16"/>
                    </a:cubicBezTo>
                    <a:cubicBezTo>
                      <a:pt x="343" y="15"/>
                      <a:pt x="344" y="12"/>
                      <a:pt x="348" y="11"/>
                    </a:cubicBezTo>
                    <a:moveTo>
                      <a:pt x="322" y="8"/>
                    </a:moveTo>
                    <a:cubicBezTo>
                      <a:pt x="324" y="6"/>
                      <a:pt x="328" y="6"/>
                      <a:pt x="330" y="6"/>
                    </a:cubicBezTo>
                    <a:cubicBezTo>
                      <a:pt x="332" y="6"/>
                      <a:pt x="334" y="6"/>
                      <a:pt x="334" y="6"/>
                    </a:cubicBezTo>
                    <a:cubicBezTo>
                      <a:pt x="334" y="7"/>
                      <a:pt x="334" y="7"/>
                      <a:pt x="334" y="7"/>
                    </a:cubicBezTo>
                    <a:cubicBezTo>
                      <a:pt x="334" y="8"/>
                      <a:pt x="333" y="11"/>
                      <a:pt x="330" y="13"/>
                    </a:cubicBezTo>
                    <a:cubicBezTo>
                      <a:pt x="328" y="14"/>
                      <a:pt x="324" y="15"/>
                      <a:pt x="322" y="15"/>
                    </a:cubicBezTo>
                    <a:cubicBezTo>
                      <a:pt x="320" y="15"/>
                      <a:pt x="319" y="14"/>
                      <a:pt x="318" y="14"/>
                    </a:cubicBezTo>
                    <a:cubicBezTo>
                      <a:pt x="318" y="14"/>
                      <a:pt x="318" y="14"/>
                      <a:pt x="318" y="13"/>
                    </a:cubicBezTo>
                    <a:cubicBezTo>
                      <a:pt x="318" y="12"/>
                      <a:pt x="319" y="10"/>
                      <a:pt x="322" y="8"/>
                    </a:cubicBezTo>
                    <a:moveTo>
                      <a:pt x="295" y="8"/>
                    </a:moveTo>
                    <a:cubicBezTo>
                      <a:pt x="298" y="5"/>
                      <a:pt x="303" y="4"/>
                      <a:pt x="306" y="4"/>
                    </a:cubicBezTo>
                    <a:cubicBezTo>
                      <a:pt x="307" y="4"/>
                      <a:pt x="307" y="5"/>
                      <a:pt x="308" y="5"/>
                    </a:cubicBezTo>
                    <a:cubicBezTo>
                      <a:pt x="308" y="5"/>
                      <a:pt x="308" y="5"/>
                      <a:pt x="308" y="6"/>
                    </a:cubicBezTo>
                    <a:cubicBezTo>
                      <a:pt x="308" y="7"/>
                      <a:pt x="307" y="10"/>
                      <a:pt x="304" y="11"/>
                    </a:cubicBezTo>
                    <a:cubicBezTo>
                      <a:pt x="302" y="14"/>
                      <a:pt x="297" y="15"/>
                      <a:pt x="295" y="15"/>
                    </a:cubicBezTo>
                    <a:cubicBezTo>
                      <a:pt x="294" y="15"/>
                      <a:pt x="293" y="14"/>
                      <a:pt x="292" y="14"/>
                    </a:cubicBezTo>
                    <a:cubicBezTo>
                      <a:pt x="292" y="14"/>
                      <a:pt x="292" y="14"/>
                      <a:pt x="292" y="13"/>
                    </a:cubicBezTo>
                    <a:cubicBezTo>
                      <a:pt x="292" y="12"/>
                      <a:pt x="293" y="10"/>
                      <a:pt x="295" y="8"/>
                    </a:cubicBezTo>
                    <a:close/>
                    <a:moveTo>
                      <a:pt x="271" y="10"/>
                    </a:moveTo>
                    <a:cubicBezTo>
                      <a:pt x="271" y="10"/>
                      <a:pt x="271" y="10"/>
                      <a:pt x="271" y="10"/>
                    </a:cubicBezTo>
                    <a:cubicBezTo>
                      <a:pt x="274" y="7"/>
                      <a:pt x="279" y="6"/>
                      <a:pt x="281" y="6"/>
                    </a:cubicBezTo>
                    <a:cubicBezTo>
                      <a:pt x="282" y="6"/>
                      <a:pt x="283" y="6"/>
                      <a:pt x="283" y="6"/>
                    </a:cubicBezTo>
                    <a:cubicBezTo>
                      <a:pt x="283" y="6"/>
                      <a:pt x="283" y="6"/>
                      <a:pt x="283" y="7"/>
                    </a:cubicBezTo>
                    <a:cubicBezTo>
                      <a:pt x="283" y="9"/>
                      <a:pt x="282" y="11"/>
                      <a:pt x="280" y="13"/>
                    </a:cubicBezTo>
                    <a:cubicBezTo>
                      <a:pt x="277" y="16"/>
                      <a:pt x="272" y="17"/>
                      <a:pt x="270" y="17"/>
                    </a:cubicBezTo>
                    <a:cubicBezTo>
                      <a:pt x="269" y="17"/>
                      <a:pt x="269" y="17"/>
                      <a:pt x="269" y="17"/>
                    </a:cubicBezTo>
                    <a:cubicBezTo>
                      <a:pt x="268" y="17"/>
                      <a:pt x="268" y="16"/>
                      <a:pt x="268" y="15"/>
                    </a:cubicBezTo>
                    <a:cubicBezTo>
                      <a:pt x="268" y="14"/>
                      <a:pt x="269" y="12"/>
                      <a:pt x="271" y="10"/>
                    </a:cubicBezTo>
                    <a:moveTo>
                      <a:pt x="245" y="15"/>
                    </a:moveTo>
                    <a:cubicBezTo>
                      <a:pt x="248" y="12"/>
                      <a:pt x="254" y="10"/>
                      <a:pt x="256" y="10"/>
                    </a:cubicBezTo>
                    <a:cubicBezTo>
                      <a:pt x="256" y="10"/>
                      <a:pt x="257" y="10"/>
                      <a:pt x="257" y="10"/>
                    </a:cubicBezTo>
                    <a:cubicBezTo>
                      <a:pt x="257" y="10"/>
                      <a:pt x="257" y="10"/>
                      <a:pt x="257" y="10"/>
                    </a:cubicBezTo>
                    <a:cubicBezTo>
                      <a:pt x="257" y="11"/>
                      <a:pt x="257" y="11"/>
                      <a:pt x="257" y="12"/>
                    </a:cubicBezTo>
                    <a:cubicBezTo>
                      <a:pt x="257" y="13"/>
                      <a:pt x="257" y="15"/>
                      <a:pt x="255" y="17"/>
                    </a:cubicBezTo>
                    <a:cubicBezTo>
                      <a:pt x="252" y="20"/>
                      <a:pt x="246" y="22"/>
                      <a:pt x="244" y="22"/>
                    </a:cubicBezTo>
                    <a:cubicBezTo>
                      <a:pt x="244" y="22"/>
                      <a:pt x="244" y="22"/>
                      <a:pt x="244" y="22"/>
                    </a:cubicBezTo>
                    <a:cubicBezTo>
                      <a:pt x="243" y="22"/>
                      <a:pt x="243" y="22"/>
                      <a:pt x="243" y="22"/>
                    </a:cubicBezTo>
                    <a:cubicBezTo>
                      <a:pt x="243" y="21"/>
                      <a:pt x="243" y="21"/>
                      <a:pt x="243" y="20"/>
                    </a:cubicBezTo>
                    <a:cubicBezTo>
                      <a:pt x="243" y="19"/>
                      <a:pt x="244" y="17"/>
                      <a:pt x="245" y="15"/>
                    </a:cubicBezTo>
                    <a:moveTo>
                      <a:pt x="220" y="23"/>
                    </a:moveTo>
                    <a:cubicBezTo>
                      <a:pt x="222" y="21"/>
                      <a:pt x="224" y="19"/>
                      <a:pt x="226" y="18"/>
                    </a:cubicBezTo>
                    <a:cubicBezTo>
                      <a:pt x="228" y="17"/>
                      <a:pt x="230" y="16"/>
                      <a:pt x="231" y="16"/>
                    </a:cubicBezTo>
                    <a:cubicBezTo>
                      <a:pt x="231" y="16"/>
                      <a:pt x="231" y="16"/>
                      <a:pt x="231" y="16"/>
                    </a:cubicBezTo>
                    <a:cubicBezTo>
                      <a:pt x="231" y="16"/>
                      <a:pt x="231" y="17"/>
                      <a:pt x="232" y="17"/>
                    </a:cubicBezTo>
                    <a:cubicBezTo>
                      <a:pt x="232" y="17"/>
                      <a:pt x="232" y="18"/>
                      <a:pt x="232" y="19"/>
                    </a:cubicBezTo>
                    <a:cubicBezTo>
                      <a:pt x="232" y="20"/>
                      <a:pt x="231" y="22"/>
                      <a:pt x="230" y="24"/>
                    </a:cubicBezTo>
                    <a:cubicBezTo>
                      <a:pt x="229" y="26"/>
                      <a:pt x="226" y="27"/>
                      <a:pt x="224" y="28"/>
                    </a:cubicBezTo>
                    <a:cubicBezTo>
                      <a:pt x="222" y="29"/>
                      <a:pt x="220" y="30"/>
                      <a:pt x="220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29"/>
                    </a:cubicBezTo>
                    <a:cubicBezTo>
                      <a:pt x="219" y="29"/>
                      <a:pt x="218" y="28"/>
                      <a:pt x="218" y="28"/>
                    </a:cubicBezTo>
                    <a:cubicBezTo>
                      <a:pt x="218" y="26"/>
                      <a:pt x="219" y="25"/>
                      <a:pt x="220" y="23"/>
                    </a:cubicBezTo>
                    <a:moveTo>
                      <a:pt x="197" y="32"/>
                    </a:moveTo>
                    <a:cubicBezTo>
                      <a:pt x="199" y="30"/>
                      <a:pt x="201" y="28"/>
                      <a:pt x="203" y="27"/>
                    </a:cubicBezTo>
                    <a:cubicBezTo>
                      <a:pt x="205" y="26"/>
                      <a:pt x="207" y="25"/>
                      <a:pt x="207" y="25"/>
                    </a:cubicBezTo>
                    <a:cubicBezTo>
                      <a:pt x="207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6"/>
                    </a:cubicBezTo>
                    <a:cubicBezTo>
                      <a:pt x="209" y="26"/>
                      <a:pt x="209" y="27"/>
                      <a:pt x="209" y="28"/>
                    </a:cubicBezTo>
                    <a:cubicBezTo>
                      <a:pt x="209" y="29"/>
                      <a:pt x="208" y="31"/>
                      <a:pt x="207" y="32"/>
                    </a:cubicBezTo>
                    <a:cubicBezTo>
                      <a:pt x="206" y="34"/>
                      <a:pt x="204" y="36"/>
                      <a:pt x="202" y="38"/>
                    </a:cubicBezTo>
                    <a:cubicBezTo>
                      <a:pt x="200" y="39"/>
                      <a:pt x="198" y="40"/>
                      <a:pt x="197" y="40"/>
                    </a:cubicBezTo>
                    <a:cubicBezTo>
                      <a:pt x="197" y="40"/>
                      <a:pt x="197" y="40"/>
                      <a:pt x="197" y="40"/>
                    </a:cubicBezTo>
                    <a:cubicBezTo>
                      <a:pt x="197" y="40"/>
                      <a:pt x="197" y="39"/>
                      <a:pt x="197" y="39"/>
                    </a:cubicBezTo>
                    <a:cubicBezTo>
                      <a:pt x="196" y="39"/>
                      <a:pt x="196" y="38"/>
                      <a:pt x="196" y="37"/>
                    </a:cubicBezTo>
                    <a:cubicBezTo>
                      <a:pt x="196" y="36"/>
                      <a:pt x="197" y="34"/>
                      <a:pt x="197" y="32"/>
                    </a:cubicBezTo>
                    <a:moveTo>
                      <a:pt x="174" y="45"/>
                    </a:moveTo>
                    <a:cubicBezTo>
                      <a:pt x="174" y="45"/>
                      <a:pt x="174" y="45"/>
                      <a:pt x="174" y="45"/>
                    </a:cubicBezTo>
                    <a:cubicBezTo>
                      <a:pt x="175" y="42"/>
                      <a:pt x="177" y="40"/>
                      <a:pt x="179" y="39"/>
                    </a:cubicBezTo>
                    <a:cubicBezTo>
                      <a:pt x="181" y="37"/>
                      <a:pt x="183" y="36"/>
                      <a:pt x="184" y="36"/>
                    </a:cubicBezTo>
                    <a:cubicBezTo>
                      <a:pt x="184" y="36"/>
                      <a:pt x="184" y="37"/>
                      <a:pt x="185" y="37"/>
                    </a:cubicBezTo>
                    <a:cubicBezTo>
                      <a:pt x="185" y="38"/>
                      <a:pt x="185" y="39"/>
                      <a:pt x="185" y="40"/>
                    </a:cubicBezTo>
                    <a:cubicBezTo>
                      <a:pt x="185" y="41"/>
                      <a:pt x="185" y="42"/>
                      <a:pt x="184" y="44"/>
                    </a:cubicBezTo>
                    <a:cubicBezTo>
                      <a:pt x="183" y="46"/>
                      <a:pt x="181" y="48"/>
                      <a:pt x="179" y="50"/>
                    </a:cubicBezTo>
                    <a:cubicBezTo>
                      <a:pt x="178" y="51"/>
                      <a:pt x="176" y="52"/>
                      <a:pt x="175" y="52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5" y="52"/>
                      <a:pt x="174" y="52"/>
                      <a:pt x="174" y="51"/>
                    </a:cubicBezTo>
                    <a:cubicBezTo>
                      <a:pt x="174" y="51"/>
                      <a:pt x="173" y="50"/>
                      <a:pt x="173" y="49"/>
                    </a:cubicBezTo>
                    <a:cubicBezTo>
                      <a:pt x="173" y="48"/>
                      <a:pt x="174" y="46"/>
                      <a:pt x="174" y="45"/>
                    </a:cubicBezTo>
                    <a:moveTo>
                      <a:pt x="153" y="59"/>
                    </a:moveTo>
                    <a:cubicBezTo>
                      <a:pt x="153" y="57"/>
                      <a:pt x="155" y="55"/>
                      <a:pt x="157" y="53"/>
                    </a:cubicBezTo>
                    <a:cubicBezTo>
                      <a:pt x="159" y="51"/>
                      <a:pt x="161" y="50"/>
                      <a:pt x="161" y="50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1" y="50"/>
                      <a:pt x="162" y="50"/>
                      <a:pt x="162" y="51"/>
                    </a:cubicBezTo>
                    <a:cubicBezTo>
                      <a:pt x="163" y="51"/>
                      <a:pt x="163" y="53"/>
                      <a:pt x="163" y="54"/>
                    </a:cubicBezTo>
                    <a:cubicBezTo>
                      <a:pt x="163" y="55"/>
                      <a:pt x="163" y="56"/>
                      <a:pt x="162" y="57"/>
                    </a:cubicBezTo>
                    <a:cubicBezTo>
                      <a:pt x="161" y="60"/>
                      <a:pt x="160" y="62"/>
                      <a:pt x="158" y="63"/>
                    </a:cubicBezTo>
                    <a:cubicBezTo>
                      <a:pt x="156" y="65"/>
                      <a:pt x="154" y="66"/>
                      <a:pt x="154" y="66"/>
                    </a:cubicBezTo>
                    <a:cubicBezTo>
                      <a:pt x="154" y="66"/>
                      <a:pt x="154" y="66"/>
                      <a:pt x="154" y="66"/>
                    </a:cubicBezTo>
                    <a:cubicBezTo>
                      <a:pt x="153" y="66"/>
                      <a:pt x="153" y="66"/>
                      <a:pt x="153" y="65"/>
                    </a:cubicBezTo>
                    <a:cubicBezTo>
                      <a:pt x="152" y="65"/>
                      <a:pt x="152" y="64"/>
                      <a:pt x="152" y="62"/>
                    </a:cubicBezTo>
                    <a:cubicBezTo>
                      <a:pt x="152" y="61"/>
                      <a:pt x="152" y="60"/>
                      <a:pt x="153" y="59"/>
                    </a:cubicBezTo>
                    <a:moveTo>
                      <a:pt x="133" y="75"/>
                    </a:move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2"/>
                      <a:pt x="135" y="70"/>
                      <a:pt x="137" y="68"/>
                    </a:cubicBezTo>
                    <a:cubicBezTo>
                      <a:pt x="139" y="66"/>
                      <a:pt x="140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2" y="65"/>
                      <a:pt x="142" y="66"/>
                    </a:cubicBezTo>
                    <a:cubicBezTo>
                      <a:pt x="143" y="66"/>
                      <a:pt x="143" y="68"/>
                      <a:pt x="143" y="69"/>
                    </a:cubicBezTo>
                    <a:cubicBezTo>
                      <a:pt x="143" y="70"/>
                      <a:pt x="143" y="71"/>
                      <a:pt x="143" y="72"/>
                    </a:cubicBezTo>
                    <a:cubicBezTo>
                      <a:pt x="142" y="74"/>
                      <a:pt x="141" y="77"/>
                      <a:pt x="139" y="78"/>
                    </a:cubicBezTo>
                    <a:cubicBezTo>
                      <a:pt x="138" y="80"/>
                      <a:pt x="136" y="81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1"/>
                      <a:pt x="134" y="81"/>
                      <a:pt x="134" y="81"/>
                    </a:cubicBezTo>
                    <a:cubicBezTo>
                      <a:pt x="133" y="80"/>
                      <a:pt x="133" y="79"/>
                      <a:pt x="133" y="77"/>
                    </a:cubicBezTo>
                    <a:cubicBezTo>
                      <a:pt x="133" y="76"/>
                      <a:pt x="133" y="75"/>
                      <a:pt x="133" y="75"/>
                    </a:cubicBezTo>
                    <a:moveTo>
                      <a:pt x="114" y="92"/>
                    </a:moveTo>
                    <a:cubicBezTo>
                      <a:pt x="114" y="92"/>
                      <a:pt x="114" y="92"/>
                      <a:pt x="114" y="92"/>
                    </a:cubicBezTo>
                    <a:cubicBezTo>
                      <a:pt x="115" y="90"/>
                      <a:pt x="116" y="87"/>
                      <a:pt x="117" y="85"/>
                    </a:cubicBezTo>
                    <a:cubicBezTo>
                      <a:pt x="119" y="84"/>
                      <a:pt x="121" y="82"/>
                      <a:pt x="121" y="82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2" y="82"/>
                      <a:pt x="122" y="82"/>
                      <a:pt x="123" y="83"/>
                    </a:cubicBezTo>
                    <a:cubicBezTo>
                      <a:pt x="123" y="84"/>
                      <a:pt x="124" y="85"/>
                      <a:pt x="124" y="87"/>
                    </a:cubicBezTo>
                    <a:cubicBezTo>
                      <a:pt x="124" y="88"/>
                      <a:pt x="124" y="88"/>
                      <a:pt x="123" y="89"/>
                    </a:cubicBezTo>
                    <a:cubicBezTo>
                      <a:pt x="123" y="91"/>
                      <a:pt x="122" y="94"/>
                      <a:pt x="120" y="96"/>
                    </a:cubicBezTo>
                    <a:cubicBezTo>
                      <a:pt x="119" y="98"/>
                      <a:pt x="117" y="99"/>
                      <a:pt x="117" y="99"/>
                    </a:cubicBezTo>
                    <a:cubicBezTo>
                      <a:pt x="117" y="99"/>
                      <a:pt x="116" y="99"/>
                      <a:pt x="116" y="99"/>
                    </a:cubicBezTo>
                    <a:cubicBezTo>
                      <a:pt x="116" y="99"/>
                      <a:pt x="116" y="99"/>
                      <a:pt x="115" y="98"/>
                    </a:cubicBezTo>
                    <a:cubicBezTo>
                      <a:pt x="114" y="97"/>
                      <a:pt x="114" y="96"/>
                      <a:pt x="114" y="94"/>
                    </a:cubicBezTo>
                    <a:cubicBezTo>
                      <a:pt x="114" y="94"/>
                      <a:pt x="114" y="93"/>
                      <a:pt x="114" y="92"/>
                    </a:cubicBezTo>
                    <a:moveTo>
                      <a:pt x="97" y="112"/>
                    </a:moveTo>
                    <a:cubicBezTo>
                      <a:pt x="97" y="112"/>
                      <a:pt x="97" y="112"/>
                      <a:pt x="97" y="112"/>
                    </a:cubicBezTo>
                    <a:cubicBezTo>
                      <a:pt x="97" y="109"/>
                      <a:pt x="98" y="107"/>
                      <a:pt x="99" y="105"/>
                    </a:cubicBezTo>
                    <a:cubicBezTo>
                      <a:pt x="101" y="103"/>
                      <a:pt x="102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4" y="101"/>
                      <a:pt x="105" y="102"/>
                    </a:cubicBezTo>
                    <a:cubicBezTo>
                      <a:pt x="105" y="103"/>
                      <a:pt x="106" y="105"/>
                      <a:pt x="106" y="107"/>
                    </a:cubicBezTo>
                    <a:cubicBezTo>
                      <a:pt x="106" y="107"/>
                      <a:pt x="106" y="107"/>
                      <a:pt x="106" y="108"/>
                    </a:cubicBezTo>
                    <a:cubicBezTo>
                      <a:pt x="105" y="110"/>
                      <a:pt x="104" y="113"/>
                      <a:pt x="103" y="115"/>
                    </a:cubicBezTo>
                    <a:cubicBezTo>
                      <a:pt x="102" y="117"/>
                      <a:pt x="100" y="118"/>
                      <a:pt x="100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9" y="118"/>
                      <a:pt x="98" y="118"/>
                      <a:pt x="98" y="117"/>
                    </a:cubicBezTo>
                    <a:cubicBezTo>
                      <a:pt x="97" y="116"/>
                      <a:pt x="97" y="115"/>
                      <a:pt x="97" y="113"/>
                    </a:cubicBezTo>
                    <a:cubicBezTo>
                      <a:pt x="97" y="112"/>
                      <a:pt x="97" y="112"/>
                      <a:pt x="97" y="112"/>
                    </a:cubicBezTo>
                    <a:moveTo>
                      <a:pt x="82" y="131"/>
                    </a:moveTo>
                    <a:cubicBezTo>
                      <a:pt x="82" y="129"/>
                      <a:pt x="83" y="126"/>
                      <a:pt x="84" y="124"/>
                    </a:cubicBezTo>
                    <a:cubicBezTo>
                      <a:pt x="85" y="122"/>
                      <a:pt x="86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8" y="120"/>
                      <a:pt x="89" y="121"/>
                    </a:cubicBezTo>
                    <a:cubicBezTo>
                      <a:pt x="90" y="122"/>
                      <a:pt x="90" y="124"/>
                      <a:pt x="90" y="126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90" y="129"/>
                      <a:pt x="89" y="132"/>
                      <a:pt x="88" y="134"/>
                    </a:cubicBezTo>
                    <a:cubicBezTo>
                      <a:pt x="87" y="136"/>
                      <a:pt x="86" y="137"/>
                      <a:pt x="85" y="138"/>
                    </a:cubicBezTo>
                    <a:cubicBezTo>
                      <a:pt x="85" y="138"/>
                      <a:pt x="85" y="138"/>
                      <a:pt x="85" y="138"/>
                    </a:cubicBezTo>
                    <a:cubicBezTo>
                      <a:pt x="84" y="138"/>
                      <a:pt x="84" y="137"/>
                      <a:pt x="83" y="136"/>
                    </a:cubicBezTo>
                    <a:cubicBezTo>
                      <a:pt x="82" y="135"/>
                      <a:pt x="82" y="133"/>
                      <a:pt x="82" y="131"/>
                    </a:cubicBezTo>
                    <a:close/>
                    <a:moveTo>
                      <a:pt x="69" y="145"/>
                    </a:moveTo>
                    <a:cubicBezTo>
                      <a:pt x="70" y="143"/>
                      <a:pt x="71" y="142"/>
                      <a:pt x="72" y="141"/>
                    </a:cubicBezTo>
                    <a:cubicBezTo>
                      <a:pt x="72" y="141"/>
                      <a:pt x="72" y="141"/>
                      <a:pt x="72" y="141"/>
                    </a:cubicBezTo>
                    <a:cubicBezTo>
                      <a:pt x="72" y="141"/>
                      <a:pt x="73" y="142"/>
                      <a:pt x="74" y="143"/>
                    </a:cubicBezTo>
                    <a:cubicBezTo>
                      <a:pt x="75" y="144"/>
                      <a:pt x="75" y="145"/>
                      <a:pt x="75" y="148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75" y="151"/>
                      <a:pt x="75" y="153"/>
                      <a:pt x="74" y="155"/>
                    </a:cubicBezTo>
                    <a:cubicBezTo>
                      <a:pt x="73" y="157"/>
                      <a:pt x="71" y="159"/>
                      <a:pt x="71" y="159"/>
                    </a:cubicBezTo>
                    <a:cubicBezTo>
                      <a:pt x="71" y="159"/>
                      <a:pt x="71" y="159"/>
                      <a:pt x="71" y="159"/>
                    </a:cubicBezTo>
                    <a:cubicBezTo>
                      <a:pt x="70" y="159"/>
                      <a:pt x="69" y="159"/>
                      <a:pt x="69" y="158"/>
                    </a:cubicBezTo>
                    <a:cubicBezTo>
                      <a:pt x="68" y="157"/>
                      <a:pt x="67" y="155"/>
                      <a:pt x="67" y="153"/>
                    </a:cubicBezTo>
                    <a:cubicBezTo>
                      <a:pt x="67" y="153"/>
                      <a:pt x="67" y="152"/>
                      <a:pt x="67" y="152"/>
                    </a:cubicBezTo>
                    <a:cubicBezTo>
                      <a:pt x="67" y="150"/>
                      <a:pt x="68" y="147"/>
                      <a:pt x="69" y="145"/>
                    </a:cubicBezTo>
                    <a:moveTo>
                      <a:pt x="55" y="167"/>
                    </a:moveTo>
                    <a:cubicBezTo>
                      <a:pt x="56" y="165"/>
                      <a:pt x="57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9" y="164"/>
                      <a:pt x="59" y="164"/>
                      <a:pt x="60" y="165"/>
                    </a:cubicBezTo>
                    <a:cubicBezTo>
                      <a:pt x="61" y="166"/>
                      <a:pt x="62" y="168"/>
                      <a:pt x="62" y="170"/>
                    </a:cubicBezTo>
                    <a:cubicBezTo>
                      <a:pt x="62" y="170"/>
                      <a:pt x="62" y="171"/>
                      <a:pt x="62" y="172"/>
                    </a:cubicBezTo>
                    <a:cubicBezTo>
                      <a:pt x="62" y="174"/>
                      <a:pt x="61" y="176"/>
                      <a:pt x="61" y="178"/>
                    </a:cubicBezTo>
                    <a:cubicBezTo>
                      <a:pt x="60" y="180"/>
                      <a:pt x="59" y="181"/>
                      <a:pt x="58" y="181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8" y="182"/>
                      <a:pt x="57" y="181"/>
                      <a:pt x="56" y="180"/>
                    </a:cubicBezTo>
                    <a:cubicBezTo>
                      <a:pt x="55" y="179"/>
                      <a:pt x="55" y="178"/>
                      <a:pt x="54" y="176"/>
                    </a:cubicBezTo>
                    <a:cubicBezTo>
                      <a:pt x="54" y="175"/>
                      <a:pt x="54" y="174"/>
                      <a:pt x="54" y="174"/>
                    </a:cubicBezTo>
                    <a:cubicBezTo>
                      <a:pt x="54" y="171"/>
                      <a:pt x="55" y="169"/>
                      <a:pt x="55" y="167"/>
                    </a:cubicBezTo>
                    <a:moveTo>
                      <a:pt x="44" y="189"/>
                    </a:moveTo>
                    <a:cubicBezTo>
                      <a:pt x="45" y="187"/>
                      <a:pt x="46" y="186"/>
                      <a:pt x="46" y="186"/>
                    </a:cubicBezTo>
                    <a:cubicBezTo>
                      <a:pt x="47" y="186"/>
                      <a:pt x="47" y="185"/>
                      <a:pt x="47" y="185"/>
                    </a:cubicBezTo>
                    <a:cubicBezTo>
                      <a:pt x="47" y="185"/>
                      <a:pt x="48" y="186"/>
                      <a:pt x="49" y="187"/>
                    </a:cubicBezTo>
                    <a:cubicBezTo>
                      <a:pt x="50" y="188"/>
                      <a:pt x="51" y="189"/>
                      <a:pt x="51" y="191"/>
                    </a:cubicBezTo>
                    <a:cubicBezTo>
                      <a:pt x="51" y="192"/>
                      <a:pt x="51" y="193"/>
                      <a:pt x="51" y="194"/>
                    </a:cubicBezTo>
                    <a:cubicBezTo>
                      <a:pt x="51" y="196"/>
                      <a:pt x="51" y="198"/>
                      <a:pt x="50" y="200"/>
                    </a:cubicBezTo>
                    <a:cubicBezTo>
                      <a:pt x="49" y="202"/>
                      <a:pt x="48" y="203"/>
                      <a:pt x="48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47" y="204"/>
                      <a:pt x="44" y="202"/>
                      <a:pt x="44" y="198"/>
                    </a:cubicBezTo>
                    <a:cubicBezTo>
                      <a:pt x="43" y="197"/>
                      <a:pt x="43" y="196"/>
                      <a:pt x="43" y="195"/>
                    </a:cubicBezTo>
                    <a:cubicBezTo>
                      <a:pt x="43" y="193"/>
                      <a:pt x="44" y="191"/>
                      <a:pt x="44" y="189"/>
                    </a:cubicBezTo>
                    <a:moveTo>
                      <a:pt x="34" y="213"/>
                    </a:moveTo>
                    <a:cubicBezTo>
                      <a:pt x="35" y="211"/>
                      <a:pt x="35" y="210"/>
                      <a:pt x="36" y="210"/>
                    </a:cubicBezTo>
                    <a:cubicBezTo>
                      <a:pt x="36" y="209"/>
                      <a:pt x="36" y="209"/>
                      <a:pt x="36" y="209"/>
                    </a:cubicBezTo>
                    <a:cubicBezTo>
                      <a:pt x="37" y="209"/>
                      <a:pt x="40" y="211"/>
                      <a:pt x="41" y="215"/>
                    </a:cubicBezTo>
                    <a:cubicBezTo>
                      <a:pt x="41" y="216"/>
                      <a:pt x="41" y="218"/>
                      <a:pt x="41" y="219"/>
                    </a:cubicBezTo>
                    <a:cubicBezTo>
                      <a:pt x="41" y="223"/>
                      <a:pt x="40" y="227"/>
                      <a:pt x="39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7" y="227"/>
                      <a:pt x="35" y="226"/>
                      <a:pt x="34" y="222"/>
                    </a:cubicBezTo>
                    <a:cubicBezTo>
                      <a:pt x="33" y="221"/>
                      <a:pt x="33" y="219"/>
                      <a:pt x="33" y="218"/>
                    </a:cubicBezTo>
                    <a:cubicBezTo>
                      <a:pt x="33" y="216"/>
                      <a:pt x="34" y="214"/>
                      <a:pt x="34" y="213"/>
                    </a:cubicBezTo>
                    <a:moveTo>
                      <a:pt x="27" y="234"/>
                    </a:moveTo>
                    <a:cubicBezTo>
                      <a:pt x="27" y="234"/>
                      <a:pt x="27" y="234"/>
                      <a:pt x="27" y="234"/>
                    </a:cubicBezTo>
                    <a:cubicBezTo>
                      <a:pt x="28" y="234"/>
                      <a:pt x="31" y="236"/>
                      <a:pt x="32" y="239"/>
                    </a:cubicBezTo>
                    <a:cubicBezTo>
                      <a:pt x="32" y="241"/>
                      <a:pt x="33" y="243"/>
                      <a:pt x="33" y="244"/>
                    </a:cubicBezTo>
                    <a:cubicBezTo>
                      <a:pt x="33" y="248"/>
                      <a:pt x="31" y="251"/>
                      <a:pt x="31" y="252"/>
                    </a:cubicBezTo>
                    <a:cubicBezTo>
                      <a:pt x="31" y="252"/>
                      <a:pt x="31" y="252"/>
                      <a:pt x="30" y="252"/>
                    </a:cubicBezTo>
                    <a:cubicBezTo>
                      <a:pt x="29" y="252"/>
                      <a:pt x="27" y="250"/>
                      <a:pt x="26" y="247"/>
                    </a:cubicBezTo>
                    <a:cubicBezTo>
                      <a:pt x="25" y="245"/>
                      <a:pt x="25" y="243"/>
                      <a:pt x="25" y="242"/>
                    </a:cubicBezTo>
                    <a:cubicBezTo>
                      <a:pt x="25" y="238"/>
                      <a:pt x="26" y="235"/>
                      <a:pt x="27" y="234"/>
                    </a:cubicBezTo>
                    <a:moveTo>
                      <a:pt x="20" y="258"/>
                    </a:moveTo>
                    <a:cubicBezTo>
                      <a:pt x="20" y="258"/>
                      <a:pt x="20" y="258"/>
                      <a:pt x="20" y="258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1" y="258"/>
                      <a:pt x="24" y="259"/>
                      <a:pt x="25" y="263"/>
                    </a:cubicBezTo>
                    <a:cubicBezTo>
                      <a:pt x="26" y="265"/>
                      <a:pt x="26" y="267"/>
                      <a:pt x="26" y="269"/>
                    </a:cubicBezTo>
                    <a:cubicBezTo>
                      <a:pt x="26" y="272"/>
                      <a:pt x="25" y="275"/>
                      <a:pt x="25" y="275"/>
                    </a:cubicBezTo>
                    <a:cubicBezTo>
                      <a:pt x="25" y="275"/>
                      <a:pt x="25" y="275"/>
                      <a:pt x="24" y="275"/>
                    </a:cubicBezTo>
                    <a:cubicBezTo>
                      <a:pt x="23" y="275"/>
                      <a:pt x="21" y="274"/>
                      <a:pt x="19" y="270"/>
                    </a:cubicBezTo>
                    <a:cubicBezTo>
                      <a:pt x="19" y="268"/>
                      <a:pt x="18" y="266"/>
                      <a:pt x="18" y="264"/>
                    </a:cubicBezTo>
                    <a:cubicBezTo>
                      <a:pt x="18" y="261"/>
                      <a:pt x="19" y="259"/>
                      <a:pt x="20" y="258"/>
                    </a:cubicBezTo>
                    <a:moveTo>
                      <a:pt x="14" y="284"/>
                    </a:moveTo>
                    <a:cubicBezTo>
                      <a:pt x="14" y="283"/>
                      <a:pt x="14" y="283"/>
                      <a:pt x="15" y="283"/>
                    </a:cubicBezTo>
                    <a:cubicBezTo>
                      <a:pt x="16" y="283"/>
                      <a:pt x="18" y="285"/>
                      <a:pt x="20" y="288"/>
                    </a:cubicBezTo>
                    <a:cubicBezTo>
                      <a:pt x="21" y="290"/>
                      <a:pt x="21" y="293"/>
                      <a:pt x="21" y="295"/>
                    </a:cubicBezTo>
                    <a:cubicBezTo>
                      <a:pt x="21" y="297"/>
                      <a:pt x="20" y="300"/>
                      <a:pt x="20" y="300"/>
                    </a:cubicBezTo>
                    <a:cubicBezTo>
                      <a:pt x="20" y="301"/>
                      <a:pt x="20" y="301"/>
                      <a:pt x="19" y="301"/>
                    </a:cubicBezTo>
                    <a:cubicBezTo>
                      <a:pt x="18" y="301"/>
                      <a:pt x="16" y="299"/>
                      <a:pt x="14" y="296"/>
                    </a:cubicBezTo>
                    <a:cubicBezTo>
                      <a:pt x="13" y="294"/>
                      <a:pt x="13" y="291"/>
                      <a:pt x="13" y="289"/>
                    </a:cubicBezTo>
                    <a:cubicBezTo>
                      <a:pt x="13" y="286"/>
                      <a:pt x="13" y="284"/>
                      <a:pt x="14" y="284"/>
                    </a:cubicBezTo>
                    <a:moveTo>
                      <a:pt x="10" y="310"/>
                    </a:moveTo>
                    <a:cubicBezTo>
                      <a:pt x="10" y="310"/>
                      <a:pt x="10" y="310"/>
                      <a:pt x="10" y="310"/>
                    </a:cubicBezTo>
                    <a:cubicBezTo>
                      <a:pt x="10" y="309"/>
                      <a:pt x="10" y="309"/>
                      <a:pt x="10" y="309"/>
                    </a:cubicBezTo>
                    <a:cubicBezTo>
                      <a:pt x="12" y="309"/>
                      <a:pt x="14" y="310"/>
                      <a:pt x="16" y="314"/>
                    </a:cubicBezTo>
                    <a:cubicBezTo>
                      <a:pt x="17" y="316"/>
                      <a:pt x="18" y="319"/>
                      <a:pt x="17" y="322"/>
                    </a:cubicBezTo>
                    <a:cubicBezTo>
                      <a:pt x="17" y="324"/>
                      <a:pt x="17" y="325"/>
                      <a:pt x="17" y="326"/>
                    </a:cubicBezTo>
                    <a:cubicBezTo>
                      <a:pt x="17" y="326"/>
                      <a:pt x="16" y="326"/>
                      <a:pt x="16" y="326"/>
                    </a:cubicBezTo>
                    <a:cubicBezTo>
                      <a:pt x="15" y="326"/>
                      <a:pt x="12" y="325"/>
                      <a:pt x="11" y="322"/>
                    </a:cubicBezTo>
                    <a:cubicBezTo>
                      <a:pt x="9" y="319"/>
                      <a:pt x="9" y="316"/>
                      <a:pt x="9" y="313"/>
                    </a:cubicBezTo>
                    <a:cubicBezTo>
                      <a:pt x="9" y="312"/>
                      <a:pt x="9" y="310"/>
                      <a:pt x="10" y="310"/>
                    </a:cubicBezTo>
                    <a:moveTo>
                      <a:pt x="7" y="334"/>
                    </a:moveTo>
                    <a:cubicBezTo>
                      <a:pt x="7" y="334"/>
                      <a:pt x="7" y="334"/>
                      <a:pt x="7" y="334"/>
                    </a:cubicBezTo>
                    <a:cubicBezTo>
                      <a:pt x="7" y="334"/>
                      <a:pt x="7" y="334"/>
                      <a:pt x="8" y="334"/>
                    </a:cubicBezTo>
                    <a:cubicBezTo>
                      <a:pt x="9" y="334"/>
                      <a:pt x="12" y="335"/>
                      <a:pt x="13" y="338"/>
                    </a:cubicBezTo>
                    <a:cubicBezTo>
                      <a:pt x="15" y="340"/>
                      <a:pt x="16" y="344"/>
                      <a:pt x="16" y="347"/>
                    </a:cubicBezTo>
                    <a:cubicBezTo>
                      <a:pt x="16" y="348"/>
                      <a:pt x="15" y="350"/>
                      <a:pt x="15" y="350"/>
                    </a:cubicBezTo>
                    <a:cubicBezTo>
                      <a:pt x="15" y="350"/>
                      <a:pt x="15" y="350"/>
                      <a:pt x="14" y="350"/>
                    </a:cubicBezTo>
                    <a:cubicBezTo>
                      <a:pt x="13" y="350"/>
                      <a:pt x="10" y="349"/>
                      <a:pt x="9" y="346"/>
                    </a:cubicBezTo>
                    <a:cubicBezTo>
                      <a:pt x="7" y="344"/>
                      <a:pt x="6" y="340"/>
                      <a:pt x="6" y="337"/>
                    </a:cubicBezTo>
                    <a:cubicBezTo>
                      <a:pt x="6" y="336"/>
                      <a:pt x="7" y="334"/>
                      <a:pt x="7" y="334"/>
                    </a:cubicBezTo>
                    <a:moveTo>
                      <a:pt x="6" y="360"/>
                    </a:moveTo>
                    <a:cubicBezTo>
                      <a:pt x="6" y="360"/>
                      <a:pt x="6" y="360"/>
                      <a:pt x="7" y="360"/>
                    </a:cubicBezTo>
                    <a:cubicBezTo>
                      <a:pt x="8" y="360"/>
                      <a:pt x="11" y="361"/>
                      <a:pt x="12" y="364"/>
                    </a:cubicBezTo>
                    <a:cubicBezTo>
                      <a:pt x="14" y="367"/>
                      <a:pt x="15" y="371"/>
                      <a:pt x="15" y="373"/>
                    </a:cubicBezTo>
                    <a:cubicBezTo>
                      <a:pt x="15" y="375"/>
                      <a:pt x="15" y="375"/>
                      <a:pt x="15" y="376"/>
                    </a:cubicBezTo>
                    <a:cubicBezTo>
                      <a:pt x="15" y="376"/>
                      <a:pt x="14" y="376"/>
                      <a:pt x="14" y="376"/>
                    </a:cubicBezTo>
                    <a:cubicBezTo>
                      <a:pt x="12" y="376"/>
                      <a:pt x="10" y="375"/>
                      <a:pt x="8" y="373"/>
                    </a:cubicBezTo>
                    <a:cubicBezTo>
                      <a:pt x="6" y="370"/>
                      <a:pt x="5" y="366"/>
                      <a:pt x="5" y="363"/>
                    </a:cubicBezTo>
                    <a:cubicBezTo>
                      <a:pt x="5" y="362"/>
                      <a:pt x="6" y="361"/>
                      <a:pt x="6" y="360"/>
                    </a:cubicBezTo>
                    <a:moveTo>
                      <a:pt x="6" y="387"/>
                    </a:moveTo>
                    <a:cubicBezTo>
                      <a:pt x="6" y="386"/>
                      <a:pt x="6" y="386"/>
                      <a:pt x="7" y="386"/>
                    </a:cubicBezTo>
                    <a:cubicBezTo>
                      <a:pt x="9" y="386"/>
                      <a:pt x="11" y="387"/>
                      <a:pt x="13" y="389"/>
                    </a:cubicBezTo>
                    <a:cubicBezTo>
                      <a:pt x="15" y="392"/>
                      <a:pt x="16" y="397"/>
                      <a:pt x="16" y="400"/>
                    </a:cubicBezTo>
                    <a:cubicBezTo>
                      <a:pt x="16" y="400"/>
                      <a:pt x="16" y="401"/>
                      <a:pt x="16" y="401"/>
                    </a:cubicBezTo>
                    <a:cubicBezTo>
                      <a:pt x="16" y="402"/>
                      <a:pt x="15" y="402"/>
                      <a:pt x="15" y="402"/>
                    </a:cubicBezTo>
                    <a:cubicBezTo>
                      <a:pt x="13" y="402"/>
                      <a:pt x="11" y="401"/>
                      <a:pt x="9" y="399"/>
                    </a:cubicBezTo>
                    <a:cubicBezTo>
                      <a:pt x="7" y="396"/>
                      <a:pt x="6" y="391"/>
                      <a:pt x="6" y="388"/>
                    </a:cubicBezTo>
                    <a:cubicBezTo>
                      <a:pt x="6" y="387"/>
                      <a:pt x="6" y="387"/>
                      <a:pt x="6" y="387"/>
                    </a:cubicBezTo>
                    <a:moveTo>
                      <a:pt x="8" y="412"/>
                    </a:moveTo>
                    <a:cubicBezTo>
                      <a:pt x="8" y="412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9" y="411"/>
                    </a:cubicBezTo>
                    <a:cubicBezTo>
                      <a:pt x="11" y="411"/>
                      <a:pt x="13" y="412"/>
                      <a:pt x="15" y="414"/>
                    </a:cubicBezTo>
                    <a:cubicBezTo>
                      <a:pt x="17" y="417"/>
                      <a:pt x="19" y="422"/>
                      <a:pt x="19" y="424"/>
                    </a:cubicBezTo>
                    <a:cubicBezTo>
                      <a:pt x="19" y="425"/>
                      <a:pt x="18" y="425"/>
                      <a:pt x="18" y="426"/>
                    </a:cubicBezTo>
                    <a:cubicBezTo>
                      <a:pt x="18" y="426"/>
                      <a:pt x="18" y="426"/>
                      <a:pt x="17" y="426"/>
                    </a:cubicBezTo>
                    <a:cubicBezTo>
                      <a:pt x="16" y="426"/>
                      <a:pt x="14" y="425"/>
                      <a:pt x="12" y="423"/>
                    </a:cubicBezTo>
                    <a:cubicBezTo>
                      <a:pt x="9" y="420"/>
                      <a:pt x="8" y="415"/>
                      <a:pt x="8" y="412"/>
                    </a:cubicBezTo>
                    <a:moveTo>
                      <a:pt x="16" y="449"/>
                    </a:moveTo>
                    <a:cubicBezTo>
                      <a:pt x="13" y="446"/>
                      <a:pt x="11" y="441"/>
                      <a:pt x="11" y="438"/>
                    </a:cubicBezTo>
                    <a:cubicBezTo>
                      <a:pt x="11" y="438"/>
                      <a:pt x="11" y="437"/>
                      <a:pt x="11" y="437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1" y="437"/>
                      <a:pt x="12" y="437"/>
                      <a:pt x="13" y="437"/>
                    </a:cubicBezTo>
                    <a:cubicBezTo>
                      <a:pt x="14" y="437"/>
                      <a:pt x="16" y="437"/>
                      <a:pt x="18" y="439"/>
                    </a:cubicBezTo>
                    <a:cubicBezTo>
                      <a:pt x="21" y="442"/>
                      <a:pt x="23" y="448"/>
                      <a:pt x="23" y="450"/>
                    </a:cubicBezTo>
                    <a:cubicBezTo>
                      <a:pt x="23" y="450"/>
                      <a:pt x="23" y="451"/>
                      <a:pt x="23" y="451"/>
                    </a:cubicBezTo>
                    <a:cubicBezTo>
                      <a:pt x="23" y="451"/>
                      <a:pt x="22" y="451"/>
                      <a:pt x="21" y="451"/>
                    </a:cubicBezTo>
                    <a:cubicBezTo>
                      <a:pt x="20" y="451"/>
                      <a:pt x="18" y="451"/>
                      <a:pt x="16" y="449"/>
                    </a:cubicBezTo>
                    <a:moveTo>
                      <a:pt x="21" y="474"/>
                    </a:moveTo>
                    <a:cubicBezTo>
                      <a:pt x="18" y="471"/>
                      <a:pt x="16" y="466"/>
                      <a:pt x="16" y="464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7" y="462"/>
                      <a:pt x="17" y="462"/>
                      <a:pt x="18" y="462"/>
                    </a:cubicBezTo>
                    <a:cubicBezTo>
                      <a:pt x="19" y="462"/>
                      <a:pt x="21" y="463"/>
                      <a:pt x="23" y="465"/>
                    </a:cubicBezTo>
                    <a:cubicBezTo>
                      <a:pt x="27" y="468"/>
                      <a:pt x="28" y="473"/>
                      <a:pt x="28" y="475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7"/>
                      <a:pt x="27" y="477"/>
                      <a:pt x="27" y="477"/>
                    </a:cubicBezTo>
                    <a:cubicBezTo>
                      <a:pt x="25" y="477"/>
                      <a:pt x="23" y="476"/>
                      <a:pt x="21" y="474"/>
                    </a:cubicBezTo>
                    <a:moveTo>
                      <a:pt x="28" y="498"/>
                    </a:moveTo>
                    <a:cubicBezTo>
                      <a:pt x="24" y="495"/>
                      <a:pt x="22" y="490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3" y="486"/>
                    </a:cubicBezTo>
                    <a:cubicBezTo>
                      <a:pt x="23" y="486"/>
                      <a:pt x="23" y="486"/>
                      <a:pt x="24" y="486"/>
                    </a:cubicBezTo>
                    <a:cubicBezTo>
                      <a:pt x="26" y="486"/>
                      <a:pt x="27" y="487"/>
                      <a:pt x="29" y="488"/>
                    </a:cubicBezTo>
                    <a:cubicBezTo>
                      <a:pt x="31" y="490"/>
                      <a:pt x="33" y="492"/>
                      <a:pt x="34" y="494"/>
                    </a:cubicBezTo>
                    <a:cubicBezTo>
                      <a:pt x="35" y="496"/>
                      <a:pt x="35" y="498"/>
                      <a:pt x="35" y="499"/>
                    </a:cubicBezTo>
                    <a:cubicBezTo>
                      <a:pt x="35" y="499"/>
                      <a:pt x="35" y="499"/>
                      <a:pt x="35" y="499"/>
                    </a:cubicBezTo>
                    <a:cubicBezTo>
                      <a:pt x="35" y="499"/>
                      <a:pt x="35" y="499"/>
                      <a:pt x="35" y="500"/>
                    </a:cubicBezTo>
                    <a:cubicBezTo>
                      <a:pt x="34" y="500"/>
                      <a:pt x="34" y="500"/>
                      <a:pt x="33" y="500"/>
                    </a:cubicBezTo>
                    <a:cubicBezTo>
                      <a:pt x="32" y="500"/>
                      <a:pt x="30" y="499"/>
                      <a:pt x="28" y="498"/>
                    </a:cubicBezTo>
                    <a:moveTo>
                      <a:pt x="37" y="523"/>
                    </a:moveTo>
                    <a:cubicBezTo>
                      <a:pt x="35" y="521"/>
                      <a:pt x="33" y="519"/>
                      <a:pt x="32" y="517"/>
                    </a:cubicBezTo>
                    <a:cubicBezTo>
                      <a:pt x="31" y="515"/>
                      <a:pt x="30" y="513"/>
                      <a:pt x="30" y="512"/>
                    </a:cubicBezTo>
                    <a:cubicBezTo>
                      <a:pt x="30" y="512"/>
                      <a:pt x="30" y="512"/>
                      <a:pt x="30" y="512"/>
                    </a:cubicBezTo>
                    <a:cubicBezTo>
                      <a:pt x="30" y="512"/>
                      <a:pt x="30" y="512"/>
                      <a:pt x="31" y="511"/>
                    </a:cubicBezTo>
                    <a:cubicBezTo>
                      <a:pt x="31" y="511"/>
                      <a:pt x="32" y="511"/>
                      <a:pt x="33" y="511"/>
                    </a:cubicBezTo>
                    <a:cubicBezTo>
                      <a:pt x="34" y="511"/>
                      <a:pt x="36" y="512"/>
                      <a:pt x="37" y="513"/>
                    </a:cubicBezTo>
                    <a:cubicBezTo>
                      <a:pt x="39" y="514"/>
                      <a:pt x="41" y="516"/>
                      <a:pt x="42" y="518"/>
                    </a:cubicBezTo>
                    <a:cubicBezTo>
                      <a:pt x="43" y="520"/>
                      <a:pt x="44" y="522"/>
                      <a:pt x="44" y="523"/>
                    </a:cubicBezTo>
                    <a:cubicBezTo>
                      <a:pt x="44" y="523"/>
                      <a:pt x="44" y="523"/>
                      <a:pt x="44" y="523"/>
                    </a:cubicBezTo>
                    <a:cubicBezTo>
                      <a:pt x="44" y="523"/>
                      <a:pt x="44" y="524"/>
                      <a:pt x="44" y="524"/>
                    </a:cubicBezTo>
                    <a:cubicBezTo>
                      <a:pt x="43" y="524"/>
                      <a:pt x="42" y="524"/>
                      <a:pt x="42" y="524"/>
                    </a:cubicBezTo>
                    <a:cubicBezTo>
                      <a:pt x="40" y="524"/>
                      <a:pt x="39" y="524"/>
                      <a:pt x="37" y="523"/>
                    </a:cubicBezTo>
                    <a:moveTo>
                      <a:pt x="47" y="546"/>
                    </a:moveTo>
                    <a:cubicBezTo>
                      <a:pt x="45" y="545"/>
                      <a:pt x="43" y="543"/>
                      <a:pt x="42" y="541"/>
                    </a:cubicBezTo>
                    <a:cubicBezTo>
                      <a:pt x="40" y="539"/>
                      <a:pt x="40" y="537"/>
                      <a:pt x="40" y="537"/>
                    </a:cubicBezTo>
                    <a:cubicBezTo>
                      <a:pt x="40" y="537"/>
                      <a:pt x="40" y="537"/>
                      <a:pt x="40" y="537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1" y="535"/>
                      <a:pt x="42" y="535"/>
                      <a:pt x="42" y="535"/>
                    </a:cubicBezTo>
                    <a:cubicBezTo>
                      <a:pt x="42" y="535"/>
                      <a:pt x="42" y="535"/>
                      <a:pt x="42" y="535"/>
                    </a:cubicBezTo>
                    <a:cubicBezTo>
                      <a:pt x="44" y="535"/>
                      <a:pt x="45" y="536"/>
                      <a:pt x="47" y="537"/>
                    </a:cubicBezTo>
                    <a:cubicBezTo>
                      <a:pt x="49" y="538"/>
                      <a:pt x="51" y="540"/>
                      <a:pt x="52" y="542"/>
                    </a:cubicBezTo>
                    <a:cubicBezTo>
                      <a:pt x="54" y="544"/>
                      <a:pt x="54" y="546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3" y="548"/>
                      <a:pt x="53" y="548"/>
                      <a:pt x="52" y="548"/>
                    </a:cubicBezTo>
                    <a:cubicBezTo>
                      <a:pt x="50" y="548"/>
                      <a:pt x="49" y="547"/>
                      <a:pt x="47" y="546"/>
                    </a:cubicBezTo>
                    <a:close/>
                    <a:moveTo>
                      <a:pt x="58" y="568"/>
                    </a:moveTo>
                    <a:cubicBezTo>
                      <a:pt x="56" y="567"/>
                      <a:pt x="54" y="565"/>
                      <a:pt x="53" y="563"/>
                    </a:cubicBezTo>
                    <a:cubicBezTo>
                      <a:pt x="51" y="561"/>
                      <a:pt x="50" y="559"/>
                      <a:pt x="50" y="559"/>
                    </a:cubicBezTo>
                    <a:cubicBezTo>
                      <a:pt x="50" y="559"/>
                      <a:pt x="50" y="559"/>
                      <a:pt x="50" y="559"/>
                    </a:cubicBezTo>
                    <a:cubicBezTo>
                      <a:pt x="50" y="559"/>
                      <a:pt x="50" y="558"/>
                      <a:pt x="51" y="558"/>
                    </a:cubicBezTo>
                    <a:cubicBezTo>
                      <a:pt x="51" y="558"/>
                      <a:pt x="52" y="557"/>
                      <a:pt x="53" y="557"/>
                    </a:cubicBezTo>
                    <a:cubicBezTo>
                      <a:pt x="55" y="557"/>
                      <a:pt x="56" y="558"/>
                      <a:pt x="58" y="559"/>
                    </a:cubicBezTo>
                    <a:cubicBezTo>
                      <a:pt x="60" y="560"/>
                      <a:pt x="62" y="562"/>
                      <a:pt x="63" y="564"/>
                    </a:cubicBezTo>
                    <a:cubicBezTo>
                      <a:pt x="65" y="565"/>
                      <a:pt x="65" y="567"/>
                      <a:pt x="66" y="568"/>
                    </a:cubicBezTo>
                    <a:cubicBezTo>
                      <a:pt x="66" y="568"/>
                      <a:pt x="66" y="568"/>
                      <a:pt x="66" y="568"/>
                    </a:cubicBezTo>
                    <a:cubicBezTo>
                      <a:pt x="66" y="568"/>
                      <a:pt x="65" y="569"/>
                      <a:pt x="65" y="569"/>
                    </a:cubicBezTo>
                    <a:cubicBezTo>
                      <a:pt x="64" y="569"/>
                      <a:pt x="64" y="570"/>
                      <a:pt x="62" y="570"/>
                    </a:cubicBezTo>
                    <a:cubicBezTo>
                      <a:pt x="61" y="569"/>
                      <a:pt x="60" y="569"/>
                      <a:pt x="58" y="568"/>
                    </a:cubicBezTo>
                    <a:moveTo>
                      <a:pt x="72" y="591"/>
                    </a:moveTo>
                    <a:cubicBezTo>
                      <a:pt x="72" y="591"/>
                      <a:pt x="72" y="591"/>
                      <a:pt x="72" y="591"/>
                    </a:cubicBezTo>
                    <a:cubicBezTo>
                      <a:pt x="70" y="590"/>
                      <a:pt x="67" y="588"/>
                      <a:pt x="66" y="586"/>
                    </a:cubicBezTo>
                    <a:cubicBezTo>
                      <a:pt x="64" y="584"/>
                      <a:pt x="63" y="583"/>
                      <a:pt x="63" y="582"/>
                    </a:cubicBezTo>
                    <a:cubicBezTo>
                      <a:pt x="63" y="582"/>
                      <a:pt x="63" y="582"/>
                      <a:pt x="63" y="582"/>
                    </a:cubicBezTo>
                    <a:cubicBezTo>
                      <a:pt x="63" y="582"/>
                      <a:pt x="63" y="581"/>
                      <a:pt x="64" y="581"/>
                    </a:cubicBezTo>
                    <a:cubicBezTo>
                      <a:pt x="64" y="580"/>
                      <a:pt x="65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8" y="580"/>
                      <a:pt x="69" y="580"/>
                      <a:pt x="70" y="581"/>
                    </a:cubicBezTo>
                    <a:cubicBezTo>
                      <a:pt x="73" y="582"/>
                      <a:pt x="75" y="584"/>
                      <a:pt x="76" y="586"/>
                    </a:cubicBezTo>
                    <a:cubicBezTo>
                      <a:pt x="78" y="587"/>
                      <a:pt x="79" y="589"/>
                      <a:pt x="79" y="590"/>
                    </a:cubicBezTo>
                    <a:cubicBezTo>
                      <a:pt x="79" y="590"/>
                      <a:pt x="79" y="590"/>
                      <a:pt x="79" y="590"/>
                    </a:cubicBezTo>
                    <a:cubicBezTo>
                      <a:pt x="79" y="590"/>
                      <a:pt x="79" y="591"/>
                      <a:pt x="78" y="591"/>
                    </a:cubicBezTo>
                    <a:cubicBezTo>
                      <a:pt x="78" y="591"/>
                      <a:pt x="77" y="592"/>
                      <a:pt x="76" y="592"/>
                    </a:cubicBezTo>
                    <a:cubicBezTo>
                      <a:pt x="74" y="592"/>
                      <a:pt x="73" y="591"/>
                      <a:pt x="72" y="591"/>
                    </a:cubicBezTo>
                    <a:moveTo>
                      <a:pt x="90" y="613"/>
                    </a:moveTo>
                    <a:cubicBezTo>
                      <a:pt x="89" y="613"/>
                      <a:pt x="88" y="613"/>
                      <a:pt x="87" y="612"/>
                    </a:cubicBezTo>
                    <a:cubicBezTo>
                      <a:pt x="84" y="611"/>
                      <a:pt x="82" y="610"/>
                      <a:pt x="80" y="608"/>
                    </a:cubicBezTo>
                    <a:cubicBezTo>
                      <a:pt x="79" y="606"/>
                      <a:pt x="78" y="604"/>
                      <a:pt x="78" y="604"/>
                    </a:cubicBezTo>
                    <a:cubicBezTo>
                      <a:pt x="78" y="604"/>
                      <a:pt x="78" y="604"/>
                      <a:pt x="78" y="604"/>
                    </a:cubicBezTo>
                    <a:cubicBezTo>
                      <a:pt x="78" y="603"/>
                      <a:pt x="78" y="603"/>
                      <a:pt x="78" y="603"/>
                    </a:cubicBezTo>
                    <a:cubicBezTo>
                      <a:pt x="79" y="602"/>
                      <a:pt x="80" y="602"/>
                      <a:pt x="82" y="602"/>
                    </a:cubicBezTo>
                    <a:cubicBezTo>
                      <a:pt x="82" y="602"/>
                      <a:pt x="82" y="602"/>
                      <a:pt x="82" y="602"/>
                    </a:cubicBezTo>
                    <a:cubicBezTo>
                      <a:pt x="83" y="602"/>
                      <a:pt x="84" y="602"/>
                      <a:pt x="85" y="603"/>
                    </a:cubicBezTo>
                    <a:cubicBezTo>
                      <a:pt x="87" y="603"/>
                      <a:pt x="89" y="605"/>
                      <a:pt x="91" y="607"/>
                    </a:cubicBezTo>
                    <a:cubicBezTo>
                      <a:pt x="93" y="608"/>
                      <a:pt x="94" y="610"/>
                      <a:pt x="94" y="611"/>
                    </a:cubicBezTo>
                    <a:cubicBezTo>
                      <a:pt x="94" y="611"/>
                      <a:pt x="94" y="611"/>
                      <a:pt x="94" y="611"/>
                    </a:cubicBezTo>
                    <a:cubicBezTo>
                      <a:pt x="94" y="611"/>
                      <a:pt x="94" y="612"/>
                      <a:pt x="93" y="612"/>
                    </a:cubicBezTo>
                    <a:cubicBezTo>
                      <a:pt x="92" y="612"/>
                      <a:pt x="91" y="613"/>
                      <a:pt x="90" y="613"/>
                    </a:cubicBezTo>
                    <a:moveTo>
                      <a:pt x="108" y="631"/>
                    </a:moveTo>
                    <a:cubicBezTo>
                      <a:pt x="108" y="631"/>
                      <a:pt x="106" y="632"/>
                      <a:pt x="105" y="632"/>
                    </a:cubicBezTo>
                    <a:cubicBezTo>
                      <a:pt x="104" y="632"/>
                      <a:pt x="103" y="631"/>
                      <a:pt x="102" y="631"/>
                    </a:cubicBezTo>
                    <a:cubicBezTo>
                      <a:pt x="100" y="631"/>
                      <a:pt x="98" y="629"/>
                      <a:pt x="96" y="628"/>
                    </a:cubicBezTo>
                    <a:cubicBezTo>
                      <a:pt x="94" y="626"/>
                      <a:pt x="93" y="624"/>
                      <a:pt x="93" y="624"/>
                    </a:cubicBezTo>
                    <a:cubicBezTo>
                      <a:pt x="93" y="624"/>
                      <a:pt x="93" y="623"/>
                      <a:pt x="93" y="623"/>
                    </a:cubicBezTo>
                    <a:cubicBezTo>
                      <a:pt x="93" y="623"/>
                      <a:pt x="93" y="623"/>
                      <a:pt x="93" y="622"/>
                    </a:cubicBezTo>
                    <a:cubicBezTo>
                      <a:pt x="94" y="622"/>
                      <a:pt x="95" y="621"/>
                      <a:pt x="97" y="621"/>
                    </a:cubicBezTo>
                    <a:cubicBezTo>
                      <a:pt x="98" y="621"/>
                      <a:pt x="99" y="622"/>
                      <a:pt x="100" y="622"/>
                    </a:cubicBezTo>
                    <a:cubicBezTo>
                      <a:pt x="102" y="622"/>
                      <a:pt x="104" y="624"/>
                      <a:pt x="106" y="625"/>
                    </a:cubicBezTo>
                    <a:cubicBezTo>
                      <a:pt x="108" y="627"/>
                      <a:pt x="109" y="629"/>
                      <a:pt x="109" y="629"/>
                    </a:cubicBezTo>
                    <a:cubicBezTo>
                      <a:pt x="109" y="629"/>
                      <a:pt x="109" y="629"/>
                      <a:pt x="109" y="630"/>
                    </a:cubicBezTo>
                    <a:cubicBezTo>
                      <a:pt x="109" y="630"/>
                      <a:pt x="109" y="630"/>
                      <a:pt x="108" y="631"/>
                    </a:cubicBezTo>
                    <a:moveTo>
                      <a:pt x="127" y="648"/>
                    </a:moveTo>
                    <a:cubicBezTo>
                      <a:pt x="127" y="648"/>
                      <a:pt x="127" y="649"/>
                      <a:pt x="126" y="649"/>
                    </a:cubicBezTo>
                    <a:cubicBezTo>
                      <a:pt x="125" y="650"/>
                      <a:pt x="124" y="650"/>
                      <a:pt x="122" y="650"/>
                    </a:cubicBezTo>
                    <a:cubicBezTo>
                      <a:pt x="122" y="650"/>
                      <a:pt x="121" y="650"/>
                      <a:pt x="121" y="650"/>
                    </a:cubicBezTo>
                    <a:cubicBezTo>
                      <a:pt x="120" y="650"/>
                      <a:pt x="120" y="650"/>
                      <a:pt x="120" y="650"/>
                    </a:cubicBezTo>
                    <a:cubicBezTo>
                      <a:pt x="118" y="650"/>
                      <a:pt x="115" y="648"/>
                      <a:pt x="113" y="647"/>
                    </a:cubicBezTo>
                    <a:cubicBezTo>
                      <a:pt x="112" y="646"/>
                      <a:pt x="110" y="644"/>
                      <a:pt x="110" y="643"/>
                    </a:cubicBezTo>
                    <a:cubicBezTo>
                      <a:pt x="110" y="643"/>
                      <a:pt x="110" y="643"/>
                      <a:pt x="110" y="643"/>
                    </a:cubicBezTo>
                    <a:cubicBezTo>
                      <a:pt x="110" y="643"/>
                      <a:pt x="110" y="642"/>
                      <a:pt x="111" y="642"/>
                    </a:cubicBezTo>
                    <a:cubicBezTo>
                      <a:pt x="112" y="641"/>
                      <a:pt x="113" y="641"/>
                      <a:pt x="115" y="641"/>
                    </a:cubicBezTo>
                    <a:cubicBezTo>
                      <a:pt x="116" y="641"/>
                      <a:pt x="116" y="641"/>
                      <a:pt x="117" y="641"/>
                    </a:cubicBezTo>
                    <a:cubicBezTo>
                      <a:pt x="119" y="641"/>
                      <a:pt x="122" y="643"/>
                      <a:pt x="124" y="644"/>
                    </a:cubicBezTo>
                    <a:cubicBezTo>
                      <a:pt x="126" y="645"/>
                      <a:pt x="127" y="647"/>
                      <a:pt x="127" y="648"/>
                    </a:cubicBezTo>
                    <a:close/>
                    <a:moveTo>
                      <a:pt x="145" y="666"/>
                    </a:moveTo>
                    <a:cubicBezTo>
                      <a:pt x="144" y="667"/>
                      <a:pt x="143" y="668"/>
                      <a:pt x="141" y="667"/>
                    </a:cubicBezTo>
                    <a:cubicBezTo>
                      <a:pt x="140" y="667"/>
                      <a:pt x="140" y="667"/>
                      <a:pt x="140" y="667"/>
                    </a:cubicBezTo>
                    <a:cubicBezTo>
                      <a:pt x="137" y="667"/>
                      <a:pt x="135" y="666"/>
                      <a:pt x="133" y="665"/>
                    </a:cubicBezTo>
                    <a:cubicBezTo>
                      <a:pt x="131" y="664"/>
                      <a:pt x="129" y="662"/>
                      <a:pt x="129" y="661"/>
                    </a:cubicBezTo>
                    <a:cubicBezTo>
                      <a:pt x="129" y="661"/>
                      <a:pt x="129" y="661"/>
                      <a:pt x="129" y="661"/>
                    </a:cubicBezTo>
                    <a:cubicBezTo>
                      <a:pt x="129" y="661"/>
                      <a:pt x="129" y="660"/>
                      <a:pt x="130" y="660"/>
                    </a:cubicBezTo>
                    <a:cubicBezTo>
                      <a:pt x="131" y="659"/>
                      <a:pt x="133" y="658"/>
                      <a:pt x="135" y="659"/>
                    </a:cubicBezTo>
                    <a:cubicBezTo>
                      <a:pt x="135" y="659"/>
                      <a:pt x="135" y="659"/>
                      <a:pt x="136" y="659"/>
                    </a:cubicBezTo>
                    <a:cubicBezTo>
                      <a:pt x="138" y="659"/>
                      <a:pt x="141" y="660"/>
                      <a:pt x="143" y="661"/>
                    </a:cubicBezTo>
                    <a:cubicBezTo>
                      <a:pt x="145" y="662"/>
                      <a:pt x="146" y="664"/>
                      <a:pt x="147" y="665"/>
                    </a:cubicBezTo>
                    <a:cubicBezTo>
                      <a:pt x="147" y="665"/>
                      <a:pt x="147" y="665"/>
                      <a:pt x="147" y="665"/>
                    </a:cubicBezTo>
                    <a:cubicBezTo>
                      <a:pt x="147" y="665"/>
                      <a:pt x="146" y="666"/>
                      <a:pt x="145" y="666"/>
                    </a:cubicBezTo>
                    <a:moveTo>
                      <a:pt x="165" y="681"/>
                    </a:moveTo>
                    <a:cubicBezTo>
                      <a:pt x="164" y="682"/>
                      <a:pt x="162" y="682"/>
                      <a:pt x="160" y="682"/>
                    </a:cubicBezTo>
                    <a:cubicBezTo>
                      <a:pt x="160" y="682"/>
                      <a:pt x="160" y="682"/>
                      <a:pt x="160" y="682"/>
                    </a:cubicBezTo>
                    <a:cubicBezTo>
                      <a:pt x="157" y="682"/>
                      <a:pt x="154" y="681"/>
                      <a:pt x="152" y="680"/>
                    </a:cubicBezTo>
                    <a:cubicBezTo>
                      <a:pt x="150" y="679"/>
                      <a:pt x="149" y="678"/>
                      <a:pt x="148" y="677"/>
                    </a:cubicBezTo>
                    <a:cubicBezTo>
                      <a:pt x="148" y="677"/>
                      <a:pt x="148" y="677"/>
                      <a:pt x="148" y="677"/>
                    </a:cubicBezTo>
                    <a:cubicBezTo>
                      <a:pt x="148" y="676"/>
                      <a:pt x="149" y="676"/>
                      <a:pt x="150" y="675"/>
                    </a:cubicBezTo>
                    <a:cubicBezTo>
                      <a:pt x="151" y="674"/>
                      <a:pt x="153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7" y="674"/>
                      <a:pt x="160" y="675"/>
                      <a:pt x="162" y="676"/>
                    </a:cubicBezTo>
                    <a:cubicBezTo>
                      <a:pt x="164" y="677"/>
                      <a:pt x="166" y="678"/>
                      <a:pt x="166" y="679"/>
                    </a:cubicBezTo>
                    <a:cubicBezTo>
                      <a:pt x="166" y="679"/>
                      <a:pt x="166" y="679"/>
                      <a:pt x="166" y="679"/>
                    </a:cubicBezTo>
                    <a:cubicBezTo>
                      <a:pt x="166" y="679"/>
                      <a:pt x="166" y="680"/>
                      <a:pt x="165" y="681"/>
                    </a:cubicBezTo>
                    <a:moveTo>
                      <a:pt x="187" y="694"/>
                    </a:moveTo>
                    <a:cubicBezTo>
                      <a:pt x="186" y="695"/>
                      <a:pt x="184" y="696"/>
                      <a:pt x="182" y="696"/>
                    </a:cubicBezTo>
                    <a:cubicBezTo>
                      <a:pt x="182" y="696"/>
                      <a:pt x="182" y="696"/>
                      <a:pt x="182" y="696"/>
                    </a:cubicBezTo>
                    <a:cubicBezTo>
                      <a:pt x="181" y="696"/>
                      <a:pt x="181" y="696"/>
                      <a:pt x="180" y="696"/>
                    </a:cubicBezTo>
                    <a:cubicBezTo>
                      <a:pt x="178" y="696"/>
                      <a:pt x="176" y="695"/>
                      <a:pt x="174" y="694"/>
                    </a:cubicBezTo>
                    <a:cubicBezTo>
                      <a:pt x="172" y="694"/>
                      <a:pt x="170" y="692"/>
                      <a:pt x="170" y="692"/>
                    </a:cubicBezTo>
                    <a:cubicBezTo>
                      <a:pt x="170" y="692"/>
                      <a:pt x="170" y="692"/>
                      <a:pt x="170" y="692"/>
                    </a:cubicBezTo>
                    <a:cubicBezTo>
                      <a:pt x="170" y="691"/>
                      <a:pt x="170" y="690"/>
                      <a:pt x="171" y="690"/>
                    </a:cubicBezTo>
                    <a:cubicBezTo>
                      <a:pt x="173" y="689"/>
                      <a:pt x="174" y="688"/>
                      <a:pt x="176" y="688"/>
                    </a:cubicBezTo>
                    <a:cubicBezTo>
                      <a:pt x="177" y="688"/>
                      <a:pt x="177" y="688"/>
                      <a:pt x="177" y="688"/>
                    </a:cubicBezTo>
                    <a:cubicBezTo>
                      <a:pt x="179" y="688"/>
                      <a:pt x="182" y="689"/>
                      <a:pt x="184" y="689"/>
                    </a:cubicBezTo>
                    <a:cubicBezTo>
                      <a:pt x="186" y="690"/>
                      <a:pt x="188" y="691"/>
                      <a:pt x="188" y="692"/>
                    </a:cubicBezTo>
                    <a:cubicBezTo>
                      <a:pt x="188" y="692"/>
                      <a:pt x="188" y="692"/>
                      <a:pt x="188" y="692"/>
                    </a:cubicBezTo>
                    <a:cubicBezTo>
                      <a:pt x="188" y="693"/>
                      <a:pt x="188" y="694"/>
                      <a:pt x="187" y="694"/>
                    </a:cubicBezTo>
                    <a:moveTo>
                      <a:pt x="205" y="708"/>
                    </a:moveTo>
                    <a:cubicBezTo>
                      <a:pt x="204" y="708"/>
                      <a:pt x="203" y="708"/>
                      <a:pt x="202" y="708"/>
                    </a:cubicBezTo>
                    <a:cubicBezTo>
                      <a:pt x="200" y="708"/>
                      <a:pt x="198" y="707"/>
                      <a:pt x="197" y="707"/>
                    </a:cubicBezTo>
                    <a:cubicBezTo>
                      <a:pt x="195" y="706"/>
                      <a:pt x="194" y="705"/>
                      <a:pt x="193" y="705"/>
                    </a:cubicBezTo>
                    <a:cubicBezTo>
                      <a:pt x="193" y="705"/>
                      <a:pt x="193" y="704"/>
                      <a:pt x="193" y="704"/>
                    </a:cubicBezTo>
                    <a:cubicBezTo>
                      <a:pt x="193" y="704"/>
                      <a:pt x="193" y="703"/>
                      <a:pt x="194" y="702"/>
                    </a:cubicBezTo>
                    <a:cubicBezTo>
                      <a:pt x="195" y="701"/>
                      <a:pt x="197" y="701"/>
                      <a:pt x="199" y="700"/>
                    </a:cubicBezTo>
                    <a:cubicBezTo>
                      <a:pt x="200" y="700"/>
                      <a:pt x="201" y="700"/>
                      <a:pt x="202" y="700"/>
                    </a:cubicBezTo>
                    <a:cubicBezTo>
                      <a:pt x="204" y="700"/>
                      <a:pt x="206" y="701"/>
                      <a:pt x="208" y="701"/>
                    </a:cubicBezTo>
                    <a:cubicBezTo>
                      <a:pt x="209" y="702"/>
                      <a:pt x="211" y="703"/>
                      <a:pt x="211" y="703"/>
                    </a:cubicBezTo>
                    <a:cubicBezTo>
                      <a:pt x="211" y="703"/>
                      <a:pt x="211" y="703"/>
                      <a:pt x="211" y="703"/>
                    </a:cubicBezTo>
                    <a:cubicBezTo>
                      <a:pt x="211" y="704"/>
                      <a:pt x="209" y="707"/>
                      <a:pt x="205" y="708"/>
                    </a:cubicBezTo>
                    <a:moveTo>
                      <a:pt x="228" y="716"/>
                    </a:moveTo>
                    <a:cubicBezTo>
                      <a:pt x="227" y="717"/>
                      <a:pt x="225" y="717"/>
                      <a:pt x="224" y="717"/>
                    </a:cubicBezTo>
                    <a:cubicBezTo>
                      <a:pt x="222" y="717"/>
                      <a:pt x="220" y="717"/>
                      <a:pt x="219" y="716"/>
                    </a:cubicBezTo>
                    <a:cubicBezTo>
                      <a:pt x="217" y="716"/>
                      <a:pt x="216" y="715"/>
                      <a:pt x="216" y="715"/>
                    </a:cubicBezTo>
                    <a:cubicBezTo>
                      <a:pt x="216" y="715"/>
                      <a:pt x="216" y="714"/>
                      <a:pt x="216" y="714"/>
                    </a:cubicBezTo>
                    <a:cubicBezTo>
                      <a:pt x="216" y="713"/>
                      <a:pt x="218" y="711"/>
                      <a:pt x="221" y="710"/>
                    </a:cubicBezTo>
                    <a:cubicBezTo>
                      <a:pt x="223" y="709"/>
                      <a:pt x="224" y="709"/>
                      <a:pt x="226" y="709"/>
                    </a:cubicBezTo>
                    <a:cubicBezTo>
                      <a:pt x="229" y="709"/>
                      <a:pt x="233" y="710"/>
                      <a:pt x="234" y="711"/>
                    </a:cubicBezTo>
                    <a:cubicBezTo>
                      <a:pt x="234" y="711"/>
                      <a:pt x="234" y="712"/>
                      <a:pt x="234" y="712"/>
                    </a:cubicBezTo>
                    <a:cubicBezTo>
                      <a:pt x="234" y="713"/>
                      <a:pt x="232" y="715"/>
                      <a:pt x="228" y="716"/>
                    </a:cubicBezTo>
                    <a:moveTo>
                      <a:pt x="254" y="723"/>
                    </a:moveTo>
                    <a:cubicBezTo>
                      <a:pt x="252" y="724"/>
                      <a:pt x="249" y="724"/>
                      <a:pt x="247" y="724"/>
                    </a:cubicBezTo>
                    <a:cubicBezTo>
                      <a:pt x="244" y="724"/>
                      <a:pt x="242" y="723"/>
                      <a:pt x="241" y="723"/>
                    </a:cubicBezTo>
                    <a:cubicBezTo>
                      <a:pt x="241" y="723"/>
                      <a:pt x="241" y="723"/>
                      <a:pt x="241" y="722"/>
                    </a:cubicBezTo>
                    <a:cubicBezTo>
                      <a:pt x="241" y="721"/>
                      <a:pt x="243" y="718"/>
                      <a:pt x="246" y="717"/>
                    </a:cubicBezTo>
                    <a:cubicBezTo>
                      <a:pt x="248" y="717"/>
                      <a:pt x="250" y="716"/>
                      <a:pt x="252" y="716"/>
                    </a:cubicBezTo>
                    <a:cubicBezTo>
                      <a:pt x="255" y="716"/>
                      <a:pt x="258" y="717"/>
                      <a:pt x="258" y="718"/>
                    </a:cubicBezTo>
                    <a:cubicBezTo>
                      <a:pt x="258" y="718"/>
                      <a:pt x="258" y="718"/>
                      <a:pt x="258" y="718"/>
                    </a:cubicBezTo>
                    <a:cubicBezTo>
                      <a:pt x="259" y="719"/>
                      <a:pt x="257" y="722"/>
                      <a:pt x="254" y="723"/>
                    </a:cubicBezTo>
                    <a:moveTo>
                      <a:pt x="280" y="727"/>
                    </a:moveTo>
                    <a:cubicBezTo>
                      <a:pt x="280" y="727"/>
                      <a:pt x="280" y="727"/>
                      <a:pt x="280" y="727"/>
                    </a:cubicBezTo>
                    <a:cubicBezTo>
                      <a:pt x="277" y="729"/>
                      <a:pt x="274" y="729"/>
                      <a:pt x="272" y="729"/>
                    </a:cubicBezTo>
                    <a:cubicBezTo>
                      <a:pt x="270" y="729"/>
                      <a:pt x="268" y="729"/>
                      <a:pt x="267" y="728"/>
                    </a:cubicBezTo>
                    <a:cubicBezTo>
                      <a:pt x="267" y="728"/>
                      <a:pt x="267" y="728"/>
                      <a:pt x="267" y="727"/>
                    </a:cubicBezTo>
                    <a:cubicBezTo>
                      <a:pt x="267" y="726"/>
                      <a:pt x="268" y="724"/>
                      <a:pt x="271" y="722"/>
                    </a:cubicBezTo>
                    <a:cubicBezTo>
                      <a:pt x="274" y="721"/>
                      <a:pt x="277" y="721"/>
                      <a:pt x="279" y="721"/>
                    </a:cubicBezTo>
                    <a:cubicBezTo>
                      <a:pt x="279" y="721"/>
                      <a:pt x="279" y="721"/>
                      <a:pt x="279" y="721"/>
                    </a:cubicBezTo>
                    <a:cubicBezTo>
                      <a:pt x="281" y="721"/>
                      <a:pt x="283" y="721"/>
                      <a:pt x="284" y="721"/>
                    </a:cubicBezTo>
                    <a:cubicBezTo>
                      <a:pt x="284" y="721"/>
                      <a:pt x="284" y="722"/>
                      <a:pt x="284" y="722"/>
                    </a:cubicBezTo>
                    <a:cubicBezTo>
                      <a:pt x="284" y="723"/>
                      <a:pt x="283" y="726"/>
                      <a:pt x="280" y="727"/>
                    </a:cubicBezTo>
                    <a:moveTo>
                      <a:pt x="304" y="729"/>
                    </a:moveTo>
                    <a:cubicBezTo>
                      <a:pt x="301" y="731"/>
                      <a:pt x="297" y="732"/>
                      <a:pt x="295" y="731"/>
                    </a:cubicBezTo>
                    <a:cubicBezTo>
                      <a:pt x="293" y="731"/>
                      <a:pt x="292" y="731"/>
                      <a:pt x="292" y="731"/>
                    </a:cubicBezTo>
                    <a:cubicBezTo>
                      <a:pt x="292" y="731"/>
                      <a:pt x="291" y="731"/>
                      <a:pt x="291" y="730"/>
                    </a:cubicBezTo>
                    <a:cubicBezTo>
                      <a:pt x="291" y="729"/>
                      <a:pt x="293" y="726"/>
                      <a:pt x="295" y="725"/>
                    </a:cubicBezTo>
                    <a:cubicBezTo>
                      <a:pt x="298" y="723"/>
                      <a:pt x="302" y="722"/>
                      <a:pt x="305" y="722"/>
                    </a:cubicBezTo>
                    <a:cubicBezTo>
                      <a:pt x="305" y="722"/>
                      <a:pt x="305" y="722"/>
                      <a:pt x="305" y="722"/>
                    </a:cubicBezTo>
                    <a:cubicBezTo>
                      <a:pt x="306" y="722"/>
                      <a:pt x="307" y="722"/>
                      <a:pt x="307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4"/>
                    </a:cubicBezTo>
                    <a:cubicBezTo>
                      <a:pt x="308" y="725"/>
                      <a:pt x="307" y="727"/>
                      <a:pt x="304" y="729"/>
                    </a:cubicBezTo>
                    <a:moveTo>
                      <a:pt x="330" y="728"/>
                    </a:moveTo>
                    <a:cubicBezTo>
                      <a:pt x="327" y="730"/>
                      <a:pt x="323" y="732"/>
                      <a:pt x="320" y="731"/>
                    </a:cubicBezTo>
                    <a:cubicBezTo>
                      <a:pt x="319" y="731"/>
                      <a:pt x="319" y="731"/>
                      <a:pt x="318" y="731"/>
                    </a:cubicBezTo>
                    <a:cubicBezTo>
                      <a:pt x="318" y="731"/>
                      <a:pt x="318" y="731"/>
                      <a:pt x="318" y="730"/>
                    </a:cubicBezTo>
                    <a:cubicBezTo>
                      <a:pt x="318" y="729"/>
                      <a:pt x="319" y="726"/>
                      <a:pt x="321" y="724"/>
                    </a:cubicBezTo>
                    <a:cubicBezTo>
                      <a:pt x="324" y="722"/>
                      <a:pt x="329" y="721"/>
                      <a:pt x="331" y="721"/>
                    </a:cubicBezTo>
                    <a:cubicBezTo>
                      <a:pt x="332" y="721"/>
                      <a:pt x="333" y="721"/>
                      <a:pt x="333" y="721"/>
                    </a:cubicBezTo>
                    <a:cubicBezTo>
                      <a:pt x="333" y="721"/>
                      <a:pt x="333" y="721"/>
                      <a:pt x="334" y="722"/>
                    </a:cubicBezTo>
                    <a:cubicBezTo>
                      <a:pt x="334" y="724"/>
                      <a:pt x="333" y="726"/>
                      <a:pt x="330" y="728"/>
                    </a:cubicBezTo>
                    <a:moveTo>
                      <a:pt x="356" y="724"/>
                    </a:moveTo>
                    <a:cubicBezTo>
                      <a:pt x="356" y="724"/>
                      <a:pt x="356" y="724"/>
                      <a:pt x="356" y="724"/>
                    </a:cubicBezTo>
                    <a:cubicBezTo>
                      <a:pt x="353" y="727"/>
                      <a:pt x="348" y="729"/>
                      <a:pt x="346" y="729"/>
                    </a:cubicBezTo>
                    <a:cubicBezTo>
                      <a:pt x="345" y="729"/>
                      <a:pt x="345" y="729"/>
                      <a:pt x="345" y="729"/>
                    </a:cubicBezTo>
                    <a:cubicBezTo>
                      <a:pt x="344" y="728"/>
                      <a:pt x="344" y="728"/>
                      <a:pt x="344" y="727"/>
                    </a:cubicBezTo>
                    <a:cubicBezTo>
                      <a:pt x="344" y="726"/>
                      <a:pt x="345" y="723"/>
                      <a:pt x="347" y="722"/>
                    </a:cubicBezTo>
                    <a:cubicBezTo>
                      <a:pt x="350" y="719"/>
                      <a:pt x="355" y="717"/>
                      <a:pt x="357" y="717"/>
                    </a:cubicBezTo>
                    <a:cubicBezTo>
                      <a:pt x="358" y="717"/>
                      <a:pt x="358" y="717"/>
                      <a:pt x="358" y="717"/>
                    </a:cubicBezTo>
                    <a:cubicBezTo>
                      <a:pt x="358" y="717"/>
                      <a:pt x="359" y="717"/>
                      <a:pt x="359" y="719"/>
                    </a:cubicBezTo>
                    <a:cubicBezTo>
                      <a:pt x="359" y="720"/>
                      <a:pt x="358" y="722"/>
                      <a:pt x="356" y="724"/>
                    </a:cubicBezTo>
                    <a:moveTo>
                      <a:pt x="380" y="718"/>
                    </a:moveTo>
                    <a:cubicBezTo>
                      <a:pt x="377" y="721"/>
                      <a:pt x="372" y="724"/>
                      <a:pt x="369" y="724"/>
                    </a:cubicBezTo>
                    <a:cubicBezTo>
                      <a:pt x="369" y="724"/>
                      <a:pt x="369" y="724"/>
                      <a:pt x="369" y="724"/>
                    </a:cubicBezTo>
                    <a:cubicBezTo>
                      <a:pt x="369" y="724"/>
                      <a:pt x="369" y="724"/>
                      <a:pt x="369" y="723"/>
                    </a:cubicBezTo>
                    <a:cubicBezTo>
                      <a:pt x="368" y="723"/>
                      <a:pt x="368" y="722"/>
                      <a:pt x="368" y="722"/>
                    </a:cubicBezTo>
                    <a:cubicBezTo>
                      <a:pt x="368" y="720"/>
                      <a:pt x="369" y="718"/>
                      <a:pt x="370" y="716"/>
                    </a:cubicBezTo>
                    <a:cubicBezTo>
                      <a:pt x="373" y="713"/>
                      <a:pt x="379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2" y="711"/>
                      <a:pt x="382" y="711"/>
                      <a:pt x="382" y="711"/>
                    </a:cubicBezTo>
                    <a:cubicBezTo>
                      <a:pt x="382" y="712"/>
                      <a:pt x="382" y="712"/>
                      <a:pt x="382" y="713"/>
                    </a:cubicBezTo>
                    <a:cubicBezTo>
                      <a:pt x="382" y="714"/>
                      <a:pt x="382" y="716"/>
                      <a:pt x="380" y="718"/>
                    </a:cubicBezTo>
                    <a:moveTo>
                      <a:pt x="405" y="709"/>
                    </a:moveTo>
                    <a:cubicBezTo>
                      <a:pt x="403" y="711"/>
                      <a:pt x="401" y="713"/>
                      <a:pt x="399" y="714"/>
                    </a:cubicBezTo>
                    <a:cubicBezTo>
                      <a:pt x="397" y="715"/>
                      <a:pt x="395" y="716"/>
                      <a:pt x="395" y="716"/>
                    </a:cubicBezTo>
                    <a:cubicBezTo>
                      <a:pt x="394" y="716"/>
                      <a:pt x="394" y="716"/>
                      <a:pt x="394" y="716"/>
                    </a:cubicBezTo>
                    <a:cubicBezTo>
                      <a:pt x="394" y="716"/>
                      <a:pt x="394" y="716"/>
                      <a:pt x="394" y="715"/>
                    </a:cubicBezTo>
                    <a:cubicBezTo>
                      <a:pt x="393" y="715"/>
                      <a:pt x="393" y="714"/>
                      <a:pt x="393" y="713"/>
                    </a:cubicBezTo>
                    <a:cubicBezTo>
                      <a:pt x="393" y="712"/>
                      <a:pt x="394" y="710"/>
                      <a:pt x="395" y="709"/>
                    </a:cubicBezTo>
                    <a:cubicBezTo>
                      <a:pt x="396" y="707"/>
                      <a:pt x="398" y="705"/>
                      <a:pt x="400" y="704"/>
                    </a:cubicBezTo>
                    <a:cubicBezTo>
                      <a:pt x="402" y="702"/>
                      <a:pt x="404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6" y="702"/>
                      <a:pt x="406" y="702"/>
                    </a:cubicBezTo>
                    <a:cubicBezTo>
                      <a:pt x="406" y="703"/>
                      <a:pt x="406" y="703"/>
                      <a:pt x="406" y="704"/>
                    </a:cubicBezTo>
                    <a:cubicBezTo>
                      <a:pt x="406" y="706"/>
                      <a:pt x="406" y="707"/>
                      <a:pt x="405" y="709"/>
                    </a:cubicBezTo>
                    <a:moveTo>
                      <a:pt x="428" y="698"/>
                    </a:moveTo>
                    <a:cubicBezTo>
                      <a:pt x="428" y="698"/>
                      <a:pt x="428" y="698"/>
                      <a:pt x="428" y="698"/>
                    </a:cubicBezTo>
                    <a:cubicBezTo>
                      <a:pt x="427" y="700"/>
                      <a:pt x="425" y="702"/>
                      <a:pt x="423" y="703"/>
                    </a:cubicBezTo>
                    <a:cubicBezTo>
                      <a:pt x="421" y="705"/>
                      <a:pt x="419" y="706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8" y="705"/>
                      <a:pt x="418" y="705"/>
                      <a:pt x="418" y="705"/>
                    </a:cubicBezTo>
                    <a:cubicBezTo>
                      <a:pt x="418" y="704"/>
                      <a:pt x="417" y="704"/>
                      <a:pt x="417" y="703"/>
                    </a:cubicBezTo>
                    <a:cubicBezTo>
                      <a:pt x="417" y="701"/>
                      <a:pt x="418" y="700"/>
                      <a:pt x="419" y="698"/>
                    </a:cubicBezTo>
                    <a:cubicBezTo>
                      <a:pt x="420" y="696"/>
                      <a:pt x="422" y="694"/>
                      <a:pt x="424" y="693"/>
                    </a:cubicBezTo>
                    <a:cubicBezTo>
                      <a:pt x="426" y="691"/>
                      <a:pt x="427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9" y="691"/>
                      <a:pt x="429" y="691"/>
                    </a:cubicBezTo>
                    <a:cubicBezTo>
                      <a:pt x="429" y="692"/>
                      <a:pt x="429" y="692"/>
                      <a:pt x="429" y="693"/>
                    </a:cubicBezTo>
                    <a:cubicBezTo>
                      <a:pt x="429" y="695"/>
                      <a:pt x="429" y="696"/>
                      <a:pt x="428" y="698"/>
                    </a:cubicBezTo>
                    <a:moveTo>
                      <a:pt x="450" y="685"/>
                    </a:moveTo>
                    <a:cubicBezTo>
                      <a:pt x="449" y="687"/>
                      <a:pt x="447" y="690"/>
                      <a:pt x="445" y="691"/>
                    </a:cubicBezTo>
                    <a:cubicBezTo>
                      <a:pt x="445" y="691"/>
                      <a:pt x="445" y="692"/>
                      <a:pt x="444" y="692"/>
                    </a:cubicBezTo>
                    <a:cubicBezTo>
                      <a:pt x="443" y="693"/>
                      <a:pt x="441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3"/>
                    </a:cubicBezTo>
                    <a:cubicBezTo>
                      <a:pt x="439" y="692"/>
                      <a:pt x="439" y="691"/>
                      <a:pt x="439" y="690"/>
                    </a:cubicBezTo>
                    <a:cubicBezTo>
                      <a:pt x="439" y="689"/>
                      <a:pt x="439" y="688"/>
                      <a:pt x="440" y="686"/>
                    </a:cubicBezTo>
                    <a:cubicBezTo>
                      <a:pt x="441" y="684"/>
                      <a:pt x="443" y="682"/>
                      <a:pt x="444" y="680"/>
                    </a:cubicBezTo>
                    <a:cubicBezTo>
                      <a:pt x="446" y="679"/>
                      <a:pt x="448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50" y="679"/>
                    </a:cubicBezTo>
                    <a:cubicBezTo>
                      <a:pt x="450" y="679"/>
                      <a:pt x="450" y="680"/>
                      <a:pt x="450" y="681"/>
                    </a:cubicBezTo>
                    <a:cubicBezTo>
                      <a:pt x="450" y="683"/>
                      <a:pt x="450" y="684"/>
                      <a:pt x="450" y="685"/>
                    </a:cubicBezTo>
                    <a:moveTo>
                      <a:pt x="471" y="670"/>
                    </a:moveTo>
                    <a:cubicBezTo>
                      <a:pt x="470" y="672"/>
                      <a:pt x="468" y="674"/>
                      <a:pt x="467" y="676"/>
                    </a:cubicBezTo>
                    <a:cubicBezTo>
                      <a:pt x="465" y="678"/>
                      <a:pt x="463" y="679"/>
                      <a:pt x="463" y="679"/>
                    </a:cubicBezTo>
                    <a:cubicBezTo>
                      <a:pt x="462" y="679"/>
                      <a:pt x="462" y="679"/>
                      <a:pt x="462" y="679"/>
                    </a:cubicBezTo>
                    <a:cubicBezTo>
                      <a:pt x="462" y="679"/>
                      <a:pt x="462" y="679"/>
                      <a:pt x="461" y="678"/>
                    </a:cubicBezTo>
                    <a:cubicBezTo>
                      <a:pt x="461" y="678"/>
                      <a:pt x="461" y="676"/>
                      <a:pt x="461" y="675"/>
                    </a:cubicBezTo>
                    <a:cubicBezTo>
                      <a:pt x="461" y="674"/>
                      <a:pt x="461" y="673"/>
                      <a:pt x="461" y="672"/>
                    </a:cubicBezTo>
                    <a:cubicBezTo>
                      <a:pt x="462" y="670"/>
                      <a:pt x="463" y="667"/>
                      <a:pt x="465" y="666"/>
                    </a:cubicBezTo>
                    <a:cubicBezTo>
                      <a:pt x="467" y="664"/>
                      <a:pt x="469" y="663"/>
                      <a:pt x="469" y="663"/>
                    </a:cubicBezTo>
                    <a:cubicBezTo>
                      <a:pt x="469" y="663"/>
                      <a:pt x="469" y="663"/>
                      <a:pt x="469" y="663"/>
                    </a:cubicBezTo>
                    <a:cubicBezTo>
                      <a:pt x="470" y="663"/>
                      <a:pt x="470" y="663"/>
                      <a:pt x="470" y="663"/>
                    </a:cubicBezTo>
                    <a:cubicBezTo>
                      <a:pt x="471" y="664"/>
                      <a:pt x="471" y="665"/>
                      <a:pt x="471" y="667"/>
                    </a:cubicBezTo>
                    <a:cubicBezTo>
                      <a:pt x="471" y="668"/>
                      <a:pt x="471" y="669"/>
                      <a:pt x="471" y="670"/>
                    </a:cubicBezTo>
                    <a:moveTo>
                      <a:pt x="490" y="653"/>
                    </a:moveTo>
                    <a:cubicBezTo>
                      <a:pt x="490" y="653"/>
                      <a:pt x="490" y="653"/>
                      <a:pt x="490" y="653"/>
                    </a:cubicBezTo>
                    <a:cubicBezTo>
                      <a:pt x="490" y="655"/>
                      <a:pt x="489" y="658"/>
                      <a:pt x="487" y="659"/>
                    </a:cubicBezTo>
                    <a:cubicBezTo>
                      <a:pt x="486" y="661"/>
                      <a:pt x="484" y="663"/>
                      <a:pt x="483" y="663"/>
                    </a:cubicBezTo>
                    <a:cubicBezTo>
                      <a:pt x="483" y="663"/>
                      <a:pt x="483" y="663"/>
                      <a:pt x="483" y="663"/>
                    </a:cubicBezTo>
                    <a:cubicBezTo>
                      <a:pt x="483" y="663"/>
                      <a:pt x="482" y="662"/>
                      <a:pt x="482" y="662"/>
                    </a:cubicBezTo>
                    <a:cubicBezTo>
                      <a:pt x="481" y="661"/>
                      <a:pt x="481" y="660"/>
                      <a:pt x="481" y="658"/>
                    </a:cubicBezTo>
                    <a:cubicBezTo>
                      <a:pt x="481" y="657"/>
                      <a:pt x="481" y="656"/>
                      <a:pt x="481" y="656"/>
                    </a:cubicBezTo>
                    <a:cubicBezTo>
                      <a:pt x="482" y="653"/>
                      <a:pt x="483" y="651"/>
                      <a:pt x="485" y="649"/>
                    </a:cubicBezTo>
                    <a:cubicBezTo>
                      <a:pt x="486" y="647"/>
                      <a:pt x="488" y="646"/>
                      <a:pt x="488" y="646"/>
                    </a:cubicBezTo>
                    <a:cubicBezTo>
                      <a:pt x="488" y="646"/>
                      <a:pt x="488" y="646"/>
                      <a:pt x="489" y="646"/>
                    </a:cubicBezTo>
                    <a:cubicBezTo>
                      <a:pt x="489" y="646"/>
                      <a:pt x="489" y="646"/>
                      <a:pt x="489" y="646"/>
                    </a:cubicBezTo>
                    <a:cubicBezTo>
                      <a:pt x="489" y="646"/>
                      <a:pt x="489" y="646"/>
                      <a:pt x="490" y="647"/>
                    </a:cubicBezTo>
                    <a:cubicBezTo>
                      <a:pt x="490" y="647"/>
                      <a:pt x="491" y="649"/>
                      <a:pt x="491" y="650"/>
                    </a:cubicBezTo>
                    <a:cubicBezTo>
                      <a:pt x="491" y="651"/>
                      <a:pt x="491" y="652"/>
                      <a:pt x="490" y="653"/>
                    </a:cubicBezTo>
                    <a:moveTo>
                      <a:pt x="508" y="635"/>
                    </a:moveTo>
                    <a:cubicBezTo>
                      <a:pt x="507" y="638"/>
                      <a:pt x="506" y="640"/>
                      <a:pt x="505" y="642"/>
                    </a:cubicBezTo>
                    <a:cubicBezTo>
                      <a:pt x="503" y="644"/>
                      <a:pt x="502" y="645"/>
                      <a:pt x="501" y="646"/>
                    </a:cubicBezTo>
                    <a:cubicBezTo>
                      <a:pt x="501" y="646"/>
                      <a:pt x="501" y="646"/>
                      <a:pt x="501" y="646"/>
                    </a:cubicBezTo>
                    <a:cubicBezTo>
                      <a:pt x="501" y="646"/>
                      <a:pt x="500" y="645"/>
                      <a:pt x="499" y="644"/>
                    </a:cubicBezTo>
                    <a:cubicBezTo>
                      <a:pt x="499" y="643"/>
                      <a:pt x="498" y="642"/>
                      <a:pt x="498" y="640"/>
                    </a:cubicBezTo>
                    <a:cubicBezTo>
                      <a:pt x="498" y="640"/>
                      <a:pt x="499" y="639"/>
                      <a:pt x="499" y="639"/>
                    </a:cubicBezTo>
                    <a:cubicBezTo>
                      <a:pt x="499" y="636"/>
                      <a:pt x="500" y="634"/>
                      <a:pt x="502" y="632"/>
                    </a:cubicBezTo>
                    <a:cubicBezTo>
                      <a:pt x="503" y="630"/>
                      <a:pt x="504" y="629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6" y="628"/>
                      <a:pt x="506" y="629"/>
                      <a:pt x="507" y="629"/>
                    </a:cubicBezTo>
                    <a:cubicBezTo>
                      <a:pt x="507" y="630"/>
                      <a:pt x="508" y="632"/>
                      <a:pt x="508" y="634"/>
                    </a:cubicBezTo>
                    <a:cubicBezTo>
                      <a:pt x="508" y="634"/>
                      <a:pt x="508" y="635"/>
                      <a:pt x="508" y="635"/>
                    </a:cubicBezTo>
                    <a:moveTo>
                      <a:pt x="524" y="615"/>
                    </a:moveTo>
                    <a:cubicBezTo>
                      <a:pt x="524" y="617"/>
                      <a:pt x="523" y="620"/>
                      <a:pt x="522" y="622"/>
                    </a:cubicBezTo>
                    <a:cubicBezTo>
                      <a:pt x="521" y="624"/>
                      <a:pt x="519" y="626"/>
                      <a:pt x="519" y="626"/>
                    </a:cubicBezTo>
                    <a:cubicBezTo>
                      <a:pt x="519" y="626"/>
                      <a:pt x="519" y="626"/>
                      <a:pt x="519" y="626"/>
                    </a:cubicBezTo>
                    <a:cubicBezTo>
                      <a:pt x="518" y="626"/>
                      <a:pt x="517" y="626"/>
                      <a:pt x="517" y="625"/>
                    </a:cubicBezTo>
                    <a:cubicBezTo>
                      <a:pt x="516" y="624"/>
                      <a:pt x="516" y="622"/>
                      <a:pt x="516" y="620"/>
                    </a:cubicBezTo>
                    <a:cubicBezTo>
                      <a:pt x="516" y="620"/>
                      <a:pt x="516" y="620"/>
                      <a:pt x="516" y="620"/>
                    </a:cubicBezTo>
                    <a:cubicBezTo>
                      <a:pt x="516" y="617"/>
                      <a:pt x="517" y="614"/>
                      <a:pt x="518" y="612"/>
                    </a:cubicBezTo>
                    <a:cubicBezTo>
                      <a:pt x="519" y="610"/>
                      <a:pt x="521" y="609"/>
                      <a:pt x="521" y="608"/>
                    </a:cubicBezTo>
                    <a:cubicBezTo>
                      <a:pt x="521" y="608"/>
                      <a:pt x="522" y="608"/>
                      <a:pt x="522" y="608"/>
                    </a:cubicBezTo>
                    <a:cubicBezTo>
                      <a:pt x="522" y="608"/>
                      <a:pt x="522" y="608"/>
                      <a:pt x="522" y="608"/>
                    </a:cubicBezTo>
                    <a:cubicBezTo>
                      <a:pt x="522" y="608"/>
                      <a:pt x="523" y="609"/>
                      <a:pt x="523" y="610"/>
                    </a:cubicBezTo>
                    <a:cubicBezTo>
                      <a:pt x="524" y="611"/>
                      <a:pt x="524" y="612"/>
                      <a:pt x="524" y="614"/>
                    </a:cubicBezTo>
                    <a:cubicBezTo>
                      <a:pt x="524" y="615"/>
                      <a:pt x="524" y="615"/>
                      <a:pt x="524" y="615"/>
                    </a:cubicBezTo>
                    <a:moveTo>
                      <a:pt x="540" y="595"/>
                    </a:moveTo>
                    <a:cubicBezTo>
                      <a:pt x="540" y="597"/>
                      <a:pt x="539" y="599"/>
                      <a:pt x="538" y="601"/>
                    </a:cubicBezTo>
                    <a:cubicBezTo>
                      <a:pt x="537" y="603"/>
                      <a:pt x="535" y="605"/>
                      <a:pt x="535" y="605"/>
                    </a:cubicBezTo>
                    <a:cubicBezTo>
                      <a:pt x="535" y="605"/>
                      <a:pt x="535" y="605"/>
                      <a:pt x="535" y="605"/>
                    </a:cubicBezTo>
                    <a:cubicBezTo>
                      <a:pt x="534" y="605"/>
                      <a:pt x="533" y="605"/>
                      <a:pt x="533" y="604"/>
                    </a:cubicBezTo>
                    <a:cubicBezTo>
                      <a:pt x="532" y="603"/>
                      <a:pt x="531" y="601"/>
                      <a:pt x="531" y="599"/>
                    </a:cubicBezTo>
                    <a:cubicBezTo>
                      <a:pt x="531" y="596"/>
                      <a:pt x="532" y="594"/>
                      <a:pt x="533" y="592"/>
                    </a:cubicBezTo>
                    <a:cubicBezTo>
                      <a:pt x="534" y="589"/>
                      <a:pt x="536" y="588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7" y="587"/>
                      <a:pt x="538" y="588"/>
                      <a:pt x="538" y="589"/>
                    </a:cubicBezTo>
                    <a:cubicBezTo>
                      <a:pt x="539" y="590"/>
                      <a:pt x="540" y="592"/>
                      <a:pt x="540" y="594"/>
                    </a:cubicBezTo>
                    <a:lnTo>
                      <a:pt x="540" y="595"/>
                    </a:lnTo>
                    <a:close/>
                    <a:moveTo>
                      <a:pt x="541" y="573"/>
                    </a:move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39" y="576"/>
                      <a:pt x="537" y="578"/>
                      <a:pt x="535" y="581"/>
                    </a:cubicBezTo>
                    <a:cubicBezTo>
                      <a:pt x="535" y="581"/>
                      <a:pt x="535" y="581"/>
                      <a:pt x="535" y="581"/>
                    </a:cubicBezTo>
                    <a:cubicBezTo>
                      <a:pt x="534" y="582"/>
                      <a:pt x="534" y="582"/>
                      <a:pt x="534" y="582"/>
                    </a:cubicBezTo>
                    <a:cubicBezTo>
                      <a:pt x="532" y="585"/>
                      <a:pt x="530" y="589"/>
                      <a:pt x="528" y="595"/>
                    </a:cubicBezTo>
                    <a:cubicBezTo>
                      <a:pt x="528" y="595"/>
                      <a:pt x="528" y="595"/>
                      <a:pt x="528" y="595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2" y="599"/>
                      <a:pt x="518" y="605"/>
                      <a:pt x="513" y="614"/>
                    </a:cubicBezTo>
                    <a:cubicBezTo>
                      <a:pt x="513" y="614"/>
                      <a:pt x="513" y="614"/>
                      <a:pt x="513" y="614"/>
                    </a:cubicBezTo>
                    <a:cubicBezTo>
                      <a:pt x="512" y="615"/>
                      <a:pt x="512" y="615"/>
                      <a:pt x="512" y="615"/>
                    </a:cubicBezTo>
                    <a:cubicBezTo>
                      <a:pt x="512" y="616"/>
                      <a:pt x="512" y="616"/>
                      <a:pt x="512" y="616"/>
                    </a:cubicBezTo>
                    <a:cubicBezTo>
                      <a:pt x="507" y="619"/>
                      <a:pt x="502" y="624"/>
                      <a:pt x="497" y="633"/>
                    </a:cubicBezTo>
                    <a:cubicBezTo>
                      <a:pt x="497" y="633"/>
                      <a:pt x="497" y="633"/>
                      <a:pt x="497" y="633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3" y="635"/>
                      <a:pt x="491" y="637"/>
                      <a:pt x="489" y="639"/>
                    </a:cubicBezTo>
                    <a:cubicBezTo>
                      <a:pt x="489" y="639"/>
                      <a:pt x="489" y="639"/>
                      <a:pt x="489" y="639"/>
                    </a:cubicBezTo>
                    <a:cubicBezTo>
                      <a:pt x="488" y="640"/>
                      <a:pt x="488" y="640"/>
                      <a:pt x="488" y="640"/>
                    </a:cubicBezTo>
                    <a:cubicBezTo>
                      <a:pt x="485" y="642"/>
                      <a:pt x="482" y="646"/>
                      <a:pt x="479" y="651"/>
                    </a:cubicBez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78" y="652"/>
                      <a:pt x="478" y="652"/>
                      <a:pt x="478" y="652"/>
                    </a:cubicBezTo>
                    <a:cubicBezTo>
                      <a:pt x="477" y="652"/>
                      <a:pt x="477" y="652"/>
                      <a:pt x="477" y="652"/>
                    </a:cubicBezTo>
                    <a:cubicBezTo>
                      <a:pt x="472" y="654"/>
                      <a:pt x="467" y="658"/>
                      <a:pt x="460" y="666"/>
                    </a:cubicBezTo>
                    <a:cubicBezTo>
                      <a:pt x="460" y="666"/>
                      <a:pt x="460" y="666"/>
                      <a:pt x="460" y="666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3" y="669"/>
                      <a:pt x="447" y="673"/>
                      <a:pt x="440" y="680"/>
                    </a:cubicBezTo>
                    <a:cubicBezTo>
                      <a:pt x="440" y="680"/>
                      <a:pt x="440" y="680"/>
                      <a:pt x="440" y="680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6" y="682"/>
                      <a:pt x="433" y="683"/>
                      <a:pt x="429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26" y="687"/>
                      <a:pt x="422" y="689"/>
                      <a:pt x="418" y="693"/>
                    </a:cubicBezTo>
                    <a:cubicBezTo>
                      <a:pt x="418" y="693"/>
                      <a:pt x="418" y="693"/>
                      <a:pt x="418" y="693"/>
                    </a:cubicBezTo>
                    <a:cubicBezTo>
                      <a:pt x="417" y="694"/>
                      <a:pt x="417" y="694"/>
                      <a:pt x="417" y="694"/>
                    </a:cubicBezTo>
                    <a:cubicBezTo>
                      <a:pt x="416" y="694"/>
                      <a:pt x="416" y="694"/>
                      <a:pt x="416" y="694"/>
                    </a:cubicBezTo>
                    <a:cubicBezTo>
                      <a:pt x="411" y="694"/>
                      <a:pt x="404" y="697"/>
                      <a:pt x="396" y="703"/>
                    </a:cubicBezTo>
                    <a:cubicBezTo>
                      <a:pt x="396" y="703"/>
                      <a:pt x="396" y="703"/>
                      <a:pt x="396" y="703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88" y="704"/>
                      <a:pt x="382" y="706"/>
                      <a:pt x="373" y="711"/>
                    </a:cubicBezTo>
                    <a:cubicBezTo>
                      <a:pt x="373" y="711"/>
                      <a:pt x="373" y="711"/>
                      <a:pt x="373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0" y="711"/>
                      <a:pt x="370" y="711"/>
                      <a:pt x="369" y="711"/>
                    </a:cubicBezTo>
                    <a:cubicBezTo>
                      <a:pt x="367" y="711"/>
                      <a:pt x="365" y="711"/>
                      <a:pt x="363" y="712"/>
                    </a:cubicBezTo>
                    <a:cubicBezTo>
                      <a:pt x="363" y="712"/>
                      <a:pt x="363" y="712"/>
                      <a:pt x="363" y="712"/>
                    </a:cubicBezTo>
                    <a:cubicBezTo>
                      <a:pt x="361" y="712"/>
                      <a:pt x="361" y="712"/>
                      <a:pt x="361" y="712"/>
                    </a:cubicBezTo>
                    <a:cubicBezTo>
                      <a:pt x="357" y="713"/>
                      <a:pt x="353" y="714"/>
                      <a:pt x="348" y="716"/>
                    </a:cubicBezTo>
                    <a:cubicBezTo>
                      <a:pt x="348" y="716"/>
                      <a:pt x="348" y="716"/>
                      <a:pt x="348" y="716"/>
                    </a:cubicBezTo>
                    <a:cubicBezTo>
                      <a:pt x="347" y="717"/>
                      <a:pt x="347" y="717"/>
                      <a:pt x="347" y="717"/>
                    </a:cubicBezTo>
                    <a:cubicBezTo>
                      <a:pt x="346" y="717"/>
                      <a:pt x="346" y="717"/>
                      <a:pt x="346" y="717"/>
                    </a:cubicBezTo>
                    <a:cubicBezTo>
                      <a:pt x="345" y="716"/>
                      <a:pt x="343" y="716"/>
                      <a:pt x="341" y="716"/>
                    </a:cubicBezTo>
                    <a:cubicBezTo>
                      <a:pt x="336" y="716"/>
                      <a:pt x="331" y="717"/>
                      <a:pt x="324" y="719"/>
                    </a:cubicBezTo>
                    <a:cubicBezTo>
                      <a:pt x="324" y="719"/>
                      <a:pt x="324" y="719"/>
                      <a:pt x="324" y="719"/>
                    </a:cubicBezTo>
                    <a:cubicBezTo>
                      <a:pt x="322" y="720"/>
                      <a:pt x="322" y="720"/>
                      <a:pt x="322" y="720"/>
                    </a:cubicBezTo>
                    <a:cubicBezTo>
                      <a:pt x="322" y="719"/>
                      <a:pt x="322" y="719"/>
                      <a:pt x="322" y="719"/>
                    </a:cubicBezTo>
                    <a:cubicBezTo>
                      <a:pt x="320" y="719"/>
                      <a:pt x="317" y="718"/>
                      <a:pt x="314" y="718"/>
                    </a:cubicBezTo>
                    <a:cubicBezTo>
                      <a:pt x="310" y="718"/>
                      <a:pt x="305" y="719"/>
                      <a:pt x="300" y="720"/>
                    </a:cubicBezTo>
                    <a:cubicBezTo>
                      <a:pt x="300" y="720"/>
                      <a:pt x="300" y="720"/>
                      <a:pt x="300" y="720"/>
                    </a:cubicBezTo>
                    <a:cubicBezTo>
                      <a:pt x="299" y="720"/>
                      <a:pt x="299" y="720"/>
                      <a:pt x="299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6" y="719"/>
                      <a:pt x="293" y="718"/>
                      <a:pt x="290" y="718"/>
                    </a:cubicBezTo>
                    <a:cubicBezTo>
                      <a:pt x="290" y="718"/>
                      <a:pt x="290" y="718"/>
                      <a:pt x="290" y="718"/>
                    </a:cubicBezTo>
                    <a:cubicBezTo>
                      <a:pt x="288" y="718"/>
                      <a:pt x="288" y="718"/>
                      <a:pt x="288" y="718"/>
                    </a:cubicBezTo>
                    <a:cubicBezTo>
                      <a:pt x="287" y="717"/>
                      <a:pt x="285" y="717"/>
                      <a:pt x="284" y="717"/>
                    </a:cubicBezTo>
                    <a:cubicBezTo>
                      <a:pt x="281" y="717"/>
                      <a:pt x="278" y="717"/>
                      <a:pt x="274" y="718"/>
                    </a:cubicBezTo>
                    <a:cubicBezTo>
                      <a:pt x="274" y="718"/>
                      <a:pt x="274" y="718"/>
                      <a:pt x="274" y="718"/>
                    </a:cubicBezTo>
                    <a:cubicBezTo>
                      <a:pt x="273" y="718"/>
                      <a:pt x="273" y="718"/>
                      <a:pt x="273" y="718"/>
                    </a:cubicBezTo>
                    <a:cubicBezTo>
                      <a:pt x="273" y="717"/>
                      <a:pt x="273" y="717"/>
                      <a:pt x="273" y="717"/>
                    </a:cubicBezTo>
                    <a:cubicBezTo>
                      <a:pt x="268" y="715"/>
                      <a:pt x="262" y="713"/>
                      <a:pt x="252" y="713"/>
                    </a:cubicBezTo>
                    <a:cubicBezTo>
                      <a:pt x="251" y="713"/>
                      <a:pt x="251" y="713"/>
                      <a:pt x="251" y="713"/>
                    </a:cubicBezTo>
                    <a:cubicBezTo>
                      <a:pt x="250" y="713"/>
                      <a:pt x="250" y="713"/>
                      <a:pt x="250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4" y="709"/>
                      <a:pt x="238" y="708"/>
                      <a:pt x="227" y="706"/>
                    </a:cubicBezTo>
                    <a:cubicBezTo>
                      <a:pt x="227" y="706"/>
                      <a:pt x="227" y="706"/>
                      <a:pt x="227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4" y="704"/>
                      <a:pt x="221" y="703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7" y="701"/>
                      <a:pt x="217" y="701"/>
                      <a:pt x="217" y="701"/>
                    </a:cubicBezTo>
                    <a:cubicBezTo>
                      <a:pt x="214" y="699"/>
                      <a:pt x="209" y="698"/>
                      <a:pt x="204" y="697"/>
                    </a:cubicBezTo>
                    <a:cubicBezTo>
                      <a:pt x="204" y="697"/>
                      <a:pt x="204" y="697"/>
                      <a:pt x="204" y="697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198" y="692"/>
                      <a:pt x="192" y="688"/>
                      <a:pt x="182" y="686"/>
                    </a:cubicBezTo>
                    <a:cubicBezTo>
                      <a:pt x="182" y="686"/>
                      <a:pt x="182" y="686"/>
                      <a:pt x="182" y="686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77" y="680"/>
                      <a:pt x="172" y="676"/>
                      <a:pt x="162" y="672"/>
                    </a:cubicBezTo>
                    <a:cubicBezTo>
                      <a:pt x="162" y="672"/>
                      <a:pt x="162" y="672"/>
                      <a:pt x="162" y="672"/>
                    </a:cubicBezTo>
                    <a:cubicBezTo>
                      <a:pt x="161" y="672"/>
                      <a:pt x="161" y="672"/>
                      <a:pt x="161" y="672"/>
                    </a:cubicBezTo>
                    <a:cubicBezTo>
                      <a:pt x="160" y="671"/>
                      <a:pt x="160" y="671"/>
                      <a:pt x="160" y="671"/>
                    </a:cubicBezTo>
                    <a:cubicBezTo>
                      <a:pt x="159" y="669"/>
                      <a:pt x="157" y="667"/>
                      <a:pt x="154" y="664"/>
                    </a:cubicBezTo>
                    <a:cubicBezTo>
                      <a:pt x="154" y="664"/>
                      <a:pt x="154" y="664"/>
                      <a:pt x="154" y="664"/>
                    </a:cubicBezTo>
                    <a:cubicBezTo>
                      <a:pt x="151" y="662"/>
                      <a:pt x="147" y="659"/>
                      <a:pt x="142" y="657"/>
                    </a:cubicBezTo>
                    <a:cubicBezTo>
                      <a:pt x="141" y="657"/>
                      <a:pt x="141" y="657"/>
                      <a:pt x="141" y="657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37" y="651"/>
                      <a:pt x="133" y="645"/>
                      <a:pt x="124" y="640"/>
                    </a:cubicBezTo>
                    <a:cubicBezTo>
                      <a:pt x="123" y="640"/>
                      <a:pt x="123" y="640"/>
                      <a:pt x="123" y="640"/>
                    </a:cubicBezTo>
                    <a:cubicBezTo>
                      <a:pt x="123" y="639"/>
                      <a:pt x="123" y="639"/>
                      <a:pt x="123" y="639"/>
                    </a:cubicBezTo>
                    <a:cubicBezTo>
                      <a:pt x="122" y="639"/>
                      <a:pt x="122" y="639"/>
                      <a:pt x="122" y="639"/>
                    </a:cubicBezTo>
                    <a:cubicBezTo>
                      <a:pt x="120" y="634"/>
                      <a:pt x="116" y="628"/>
                      <a:pt x="107" y="622"/>
                    </a:cubicBezTo>
                    <a:cubicBezTo>
                      <a:pt x="107" y="622"/>
                      <a:pt x="107" y="622"/>
                      <a:pt x="107" y="622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5" y="618"/>
                      <a:pt x="104" y="616"/>
                      <a:pt x="101" y="613"/>
                    </a:cubicBezTo>
                    <a:cubicBezTo>
                      <a:pt x="100" y="611"/>
                      <a:pt x="100" y="611"/>
                      <a:pt x="100" y="611"/>
                    </a:cubicBezTo>
                    <a:cubicBezTo>
                      <a:pt x="98" y="608"/>
                      <a:pt x="95" y="605"/>
                      <a:pt x="91" y="602"/>
                    </a:cubicBezTo>
                    <a:cubicBezTo>
                      <a:pt x="91" y="602"/>
                      <a:pt x="91" y="602"/>
                      <a:pt x="91" y="602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89" y="595"/>
                      <a:pt x="85" y="589"/>
                      <a:pt x="77" y="582"/>
                    </a:cubicBezTo>
                    <a:cubicBezTo>
                      <a:pt x="77" y="582"/>
                      <a:pt x="77" y="582"/>
                      <a:pt x="77" y="582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5" y="574"/>
                      <a:pt x="72" y="568"/>
                      <a:pt x="65" y="560"/>
                    </a:cubicBezTo>
                    <a:cubicBezTo>
                      <a:pt x="65" y="560"/>
                      <a:pt x="65" y="560"/>
                      <a:pt x="65" y="560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6"/>
                      <a:pt x="63" y="554"/>
                      <a:pt x="62" y="551"/>
                    </a:cubicBezTo>
                    <a:cubicBezTo>
                      <a:pt x="62" y="551"/>
                      <a:pt x="62" y="551"/>
                      <a:pt x="62" y="551"/>
                    </a:cubicBezTo>
                    <a:cubicBezTo>
                      <a:pt x="61" y="549"/>
                      <a:pt x="61" y="549"/>
                      <a:pt x="61" y="549"/>
                    </a:cubicBezTo>
                    <a:cubicBezTo>
                      <a:pt x="60" y="546"/>
                      <a:pt x="57" y="542"/>
                      <a:pt x="54" y="537"/>
                    </a:cubicBezTo>
                    <a:cubicBezTo>
                      <a:pt x="53" y="537"/>
                      <a:pt x="53" y="537"/>
                      <a:pt x="53" y="537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0"/>
                      <a:pt x="50" y="523"/>
                      <a:pt x="44" y="515"/>
                    </a:cubicBezTo>
                    <a:cubicBezTo>
                      <a:pt x="44" y="514"/>
                      <a:pt x="44" y="514"/>
                      <a:pt x="44" y="514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07"/>
                      <a:pt x="42" y="500"/>
                      <a:pt x="36" y="491"/>
                    </a:cubicBezTo>
                    <a:cubicBezTo>
                      <a:pt x="36" y="491"/>
                      <a:pt x="36" y="491"/>
                      <a:pt x="36" y="491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89"/>
                      <a:pt x="36" y="488"/>
                      <a:pt x="36" y="487"/>
                    </a:cubicBezTo>
                    <a:cubicBezTo>
                      <a:pt x="36" y="486"/>
                      <a:pt x="36" y="483"/>
                      <a:pt x="35" y="481"/>
                    </a:cubicBezTo>
                    <a:cubicBezTo>
                      <a:pt x="35" y="481"/>
                      <a:pt x="35" y="481"/>
                      <a:pt x="35" y="481"/>
                    </a:cubicBezTo>
                    <a:cubicBezTo>
                      <a:pt x="35" y="480"/>
                      <a:pt x="35" y="480"/>
                      <a:pt x="35" y="480"/>
                    </a:cubicBezTo>
                    <a:cubicBezTo>
                      <a:pt x="34" y="476"/>
                      <a:pt x="32" y="471"/>
                      <a:pt x="30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4"/>
                      <a:pt x="29" y="462"/>
                      <a:pt x="29" y="461"/>
                    </a:cubicBezTo>
                    <a:cubicBezTo>
                      <a:pt x="29" y="456"/>
                      <a:pt x="28" y="450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4" y="440"/>
                      <a:pt x="24" y="440"/>
                      <a:pt x="24" y="440"/>
                    </a:cubicBezTo>
                    <a:cubicBezTo>
                      <a:pt x="25" y="439"/>
                      <a:pt x="25" y="437"/>
                      <a:pt x="25" y="435"/>
                    </a:cubicBezTo>
                    <a:cubicBezTo>
                      <a:pt x="25" y="430"/>
                      <a:pt x="24" y="425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4"/>
                      <a:pt x="22" y="412"/>
                      <a:pt x="22" y="409"/>
                    </a:cubicBezTo>
                    <a:cubicBezTo>
                      <a:pt x="22" y="409"/>
                      <a:pt x="22" y="408"/>
                      <a:pt x="22" y="407"/>
                    </a:cubicBezTo>
                    <a:cubicBezTo>
                      <a:pt x="22" y="407"/>
                      <a:pt x="22" y="407"/>
                      <a:pt x="22" y="407"/>
                    </a:cubicBezTo>
                    <a:cubicBezTo>
                      <a:pt x="21" y="406"/>
                      <a:pt x="21" y="406"/>
                      <a:pt x="21" y="406"/>
                    </a:cubicBezTo>
                    <a:cubicBezTo>
                      <a:pt x="21" y="402"/>
                      <a:pt x="21" y="397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1"/>
                      <a:pt x="19" y="391"/>
                      <a:pt x="19" y="391"/>
                    </a:cubicBezTo>
                    <a:cubicBezTo>
                      <a:pt x="19" y="390"/>
                      <a:pt x="19" y="390"/>
                      <a:pt x="19" y="390"/>
                    </a:cubicBezTo>
                    <a:cubicBezTo>
                      <a:pt x="20" y="388"/>
                      <a:pt x="20" y="384"/>
                      <a:pt x="20" y="381"/>
                    </a:cubicBezTo>
                    <a:cubicBezTo>
                      <a:pt x="20" y="377"/>
                      <a:pt x="20" y="373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9" y="362"/>
                      <a:pt x="20" y="359"/>
                      <a:pt x="20" y="354"/>
                    </a:cubicBezTo>
                    <a:cubicBezTo>
                      <a:pt x="20" y="351"/>
                      <a:pt x="20" y="347"/>
                      <a:pt x="19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20" y="338"/>
                      <a:pt x="21" y="335"/>
                      <a:pt x="21" y="331"/>
                    </a:cubicBezTo>
                    <a:cubicBezTo>
                      <a:pt x="21" y="331"/>
                      <a:pt x="21" y="331"/>
                      <a:pt x="21" y="331"/>
                    </a:cubicBezTo>
                    <a:cubicBezTo>
                      <a:pt x="22" y="329"/>
                      <a:pt x="22" y="327"/>
                      <a:pt x="22" y="325"/>
                    </a:cubicBezTo>
                    <a:cubicBezTo>
                      <a:pt x="22" y="323"/>
                      <a:pt x="22" y="320"/>
                      <a:pt x="21" y="317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2" y="315"/>
                      <a:pt x="22" y="315"/>
                      <a:pt x="22" y="315"/>
                    </a:cubicBezTo>
                    <a:cubicBezTo>
                      <a:pt x="24" y="311"/>
                      <a:pt x="25" y="305"/>
                      <a:pt x="25" y="297"/>
                    </a:cubicBezTo>
                    <a:cubicBezTo>
                      <a:pt x="25" y="296"/>
                      <a:pt x="25" y="294"/>
                      <a:pt x="25" y="292"/>
                    </a:cubicBezTo>
                    <a:cubicBezTo>
                      <a:pt x="25" y="292"/>
                      <a:pt x="25" y="292"/>
                      <a:pt x="25" y="292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8" y="286"/>
                      <a:pt x="30" y="279"/>
                      <a:pt x="30" y="269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7"/>
                      <a:pt x="30" y="267"/>
                      <a:pt x="30" y="267"/>
                    </a:cubicBezTo>
                    <a:cubicBezTo>
                      <a:pt x="31" y="267"/>
                      <a:pt x="31" y="267"/>
                      <a:pt x="31" y="267"/>
                    </a:cubicBezTo>
                    <a:cubicBezTo>
                      <a:pt x="32" y="265"/>
                      <a:pt x="33" y="262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4"/>
                      <a:pt x="37" y="249"/>
                      <a:pt x="37" y="243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7" y="242"/>
                      <a:pt x="37" y="242"/>
                      <a:pt x="37" y="242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41" y="237"/>
                      <a:pt x="44" y="231"/>
                      <a:pt x="45" y="220"/>
                    </a:cubicBezTo>
                    <a:cubicBezTo>
                      <a:pt x="45" y="220"/>
                      <a:pt x="45" y="220"/>
                      <a:pt x="45" y="220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50" y="214"/>
                      <a:pt x="53" y="208"/>
                      <a:pt x="55" y="198"/>
                    </a:cubicBezTo>
                    <a:cubicBezTo>
                      <a:pt x="55" y="197"/>
                      <a:pt x="55" y="197"/>
                      <a:pt x="55" y="197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7" y="194"/>
                      <a:pt x="59" y="192"/>
                      <a:pt x="61" y="189"/>
                    </a:cubicBezTo>
                    <a:cubicBezTo>
                      <a:pt x="61" y="189"/>
                      <a:pt x="61" y="189"/>
                      <a:pt x="61" y="189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4"/>
                      <a:pt x="65" y="180"/>
                      <a:pt x="66" y="175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72" y="169"/>
                      <a:pt x="75" y="163"/>
                      <a:pt x="79" y="153"/>
                    </a:cubicBezTo>
                    <a:cubicBezTo>
                      <a:pt x="79" y="153"/>
                      <a:pt x="79" y="153"/>
                      <a:pt x="79" y="153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4" y="148"/>
                      <a:pt x="89" y="143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2"/>
                      <a:pt x="93" y="132"/>
                      <a:pt x="93" y="132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6" y="130"/>
                      <a:pt x="98" y="129"/>
                      <a:pt x="100" y="126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4" y="122"/>
                      <a:pt x="106" y="118"/>
                      <a:pt x="109" y="113"/>
                    </a:cubicBez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5" y="109"/>
                      <a:pt x="120" y="104"/>
                      <a:pt x="125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32" y="92"/>
                      <a:pt x="137" y="87"/>
                      <a:pt x="144" y="79"/>
                    </a:cubicBezTo>
                    <a:cubicBezTo>
                      <a:pt x="144" y="79"/>
                      <a:pt x="144" y="79"/>
                      <a:pt x="144" y="79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7"/>
                      <a:pt x="150" y="76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7" y="71"/>
                      <a:pt x="160" y="68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71" y="61"/>
                      <a:pt x="177" y="58"/>
                      <a:pt x="184" y="50"/>
                    </a:cubicBezTo>
                    <a:cubicBezTo>
                      <a:pt x="185" y="50"/>
                      <a:pt x="185" y="50"/>
                      <a:pt x="185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92" y="49"/>
                      <a:pt x="198" y="46"/>
                      <a:pt x="206" y="39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39"/>
                      <a:pt x="207" y="39"/>
                      <a:pt x="207" y="39"/>
                    </a:cubicBezTo>
                    <a:cubicBezTo>
                      <a:pt x="208" y="39"/>
                      <a:pt x="208" y="39"/>
                      <a:pt x="208" y="39"/>
                    </a:cubicBezTo>
                    <a:cubicBezTo>
                      <a:pt x="210" y="38"/>
                      <a:pt x="213" y="38"/>
                      <a:pt x="216" y="37"/>
                    </a:cubicBezTo>
                    <a:cubicBezTo>
                      <a:pt x="216" y="37"/>
                      <a:pt x="216" y="37"/>
                      <a:pt x="216" y="37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21" y="35"/>
                      <a:pt x="225" y="33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2" y="29"/>
                      <a:pt x="232" y="29"/>
                      <a:pt x="232" y="29"/>
                    </a:cubicBezTo>
                    <a:cubicBezTo>
                      <a:pt x="238" y="29"/>
                      <a:pt x="244" y="28"/>
                      <a:pt x="253" y="23"/>
                    </a:cubicBezTo>
                    <a:cubicBezTo>
                      <a:pt x="253" y="23"/>
                      <a:pt x="253" y="23"/>
                      <a:pt x="253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6" y="23"/>
                      <a:pt x="257" y="23"/>
                      <a:pt x="259" y="23"/>
                    </a:cubicBezTo>
                    <a:cubicBezTo>
                      <a:pt x="264" y="23"/>
                      <a:pt x="269" y="22"/>
                      <a:pt x="277" y="19"/>
                    </a:cubicBezTo>
                    <a:cubicBezTo>
                      <a:pt x="277" y="19"/>
                      <a:pt x="277" y="19"/>
                      <a:pt x="277" y="19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81" y="19"/>
                      <a:pt x="283" y="20"/>
                      <a:pt x="286" y="20"/>
                    </a:cubicBezTo>
                    <a:cubicBezTo>
                      <a:pt x="286" y="20"/>
                      <a:pt x="287" y="20"/>
                      <a:pt x="287" y="20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92" y="19"/>
                      <a:pt x="297" y="19"/>
                      <a:pt x="302" y="17"/>
                    </a:cubicBezTo>
                    <a:cubicBezTo>
                      <a:pt x="302" y="17"/>
                      <a:pt x="302" y="17"/>
                      <a:pt x="302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7" y="18"/>
                      <a:pt x="311" y="19"/>
                      <a:pt x="315" y="19"/>
                    </a:cubicBezTo>
                    <a:cubicBezTo>
                      <a:pt x="319" y="19"/>
                      <a:pt x="322" y="19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32" y="20"/>
                      <a:pt x="337" y="21"/>
                      <a:pt x="345" y="21"/>
                    </a:cubicBezTo>
                    <a:cubicBezTo>
                      <a:pt x="346" y="21"/>
                      <a:pt x="348" y="21"/>
                      <a:pt x="351" y="21"/>
                    </a:cubicBezTo>
                    <a:cubicBezTo>
                      <a:pt x="351" y="21"/>
                      <a:pt x="351" y="21"/>
                      <a:pt x="351" y="21"/>
                    </a:cubicBezTo>
                    <a:cubicBezTo>
                      <a:pt x="352" y="21"/>
                      <a:pt x="352" y="21"/>
                      <a:pt x="352" y="21"/>
                    </a:cubicBezTo>
                    <a:cubicBezTo>
                      <a:pt x="352" y="22"/>
                      <a:pt x="352" y="22"/>
                      <a:pt x="352" y="22"/>
                    </a:cubicBezTo>
                    <a:cubicBezTo>
                      <a:pt x="354" y="23"/>
                      <a:pt x="357" y="24"/>
                      <a:pt x="360" y="25"/>
                    </a:cubicBezTo>
                    <a:cubicBezTo>
                      <a:pt x="360" y="25"/>
                      <a:pt x="360" y="25"/>
                      <a:pt x="360" y="25"/>
                    </a:cubicBezTo>
                    <a:cubicBezTo>
                      <a:pt x="361" y="25"/>
                      <a:pt x="361" y="25"/>
                      <a:pt x="361" y="25"/>
                    </a:cubicBezTo>
                    <a:cubicBezTo>
                      <a:pt x="365" y="26"/>
                      <a:pt x="370" y="27"/>
                      <a:pt x="375" y="27"/>
                    </a:cubicBezTo>
                    <a:cubicBezTo>
                      <a:pt x="375" y="27"/>
                      <a:pt x="375" y="27"/>
                      <a:pt x="375" y="27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81" y="31"/>
                      <a:pt x="388" y="34"/>
                      <a:pt x="398" y="35"/>
                    </a:cubicBezTo>
                    <a:cubicBezTo>
                      <a:pt x="398" y="35"/>
                      <a:pt x="398" y="35"/>
                      <a:pt x="398" y="35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4" y="40"/>
                      <a:pt x="410" y="43"/>
                      <a:pt x="420" y="45"/>
                    </a:cubicBezTo>
                    <a:cubicBezTo>
                      <a:pt x="420" y="45"/>
                      <a:pt x="420" y="45"/>
                      <a:pt x="420" y="45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3" y="48"/>
                      <a:pt x="425" y="50"/>
                      <a:pt x="428" y="52"/>
                    </a:cubicBezTo>
                    <a:cubicBezTo>
                      <a:pt x="428" y="52"/>
                      <a:pt x="428" y="52"/>
                      <a:pt x="428" y="52"/>
                    </a:cubicBezTo>
                    <a:cubicBezTo>
                      <a:pt x="429" y="52"/>
                      <a:pt x="429" y="52"/>
                      <a:pt x="429" y="52"/>
                    </a:cubicBezTo>
                    <a:cubicBezTo>
                      <a:pt x="433" y="55"/>
                      <a:pt x="437" y="57"/>
                      <a:pt x="442" y="58"/>
                    </a:cubicBezTo>
                    <a:cubicBezTo>
                      <a:pt x="442" y="58"/>
                      <a:pt x="442" y="58"/>
                      <a:pt x="442" y="58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9"/>
                    </a:cubicBezTo>
                    <a:cubicBezTo>
                      <a:pt x="447" y="64"/>
                      <a:pt x="452" y="68"/>
                      <a:pt x="462" y="72"/>
                    </a:cubicBezTo>
                    <a:cubicBezTo>
                      <a:pt x="462" y="73"/>
                      <a:pt x="462" y="73"/>
                      <a:pt x="462" y="73"/>
                    </a:cubicBezTo>
                    <a:cubicBezTo>
                      <a:pt x="463" y="73"/>
                      <a:pt x="463" y="73"/>
                      <a:pt x="463" y="73"/>
                    </a:cubicBezTo>
                    <a:cubicBezTo>
                      <a:pt x="463" y="74"/>
                      <a:pt x="463" y="74"/>
                      <a:pt x="463" y="74"/>
                    </a:cubicBezTo>
                    <a:cubicBezTo>
                      <a:pt x="466" y="78"/>
                      <a:pt x="471" y="83"/>
                      <a:pt x="481" y="88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3" y="92"/>
                      <a:pt x="485" y="94"/>
                      <a:pt x="487" y="96"/>
                    </a:cubicBezTo>
                    <a:cubicBezTo>
                      <a:pt x="488" y="98"/>
                      <a:pt x="488" y="98"/>
                      <a:pt x="488" y="98"/>
                    </a:cubicBezTo>
                    <a:cubicBezTo>
                      <a:pt x="491" y="101"/>
                      <a:pt x="494" y="103"/>
                      <a:pt x="499" y="106"/>
                    </a:cubicBezTo>
                    <a:cubicBezTo>
                      <a:pt x="499" y="106"/>
                      <a:pt x="499" y="106"/>
                      <a:pt x="499" y="106"/>
                    </a:cubicBezTo>
                    <a:cubicBezTo>
                      <a:pt x="500" y="107"/>
                      <a:pt x="500" y="107"/>
                      <a:pt x="500" y="107"/>
                    </a:cubicBezTo>
                    <a:cubicBezTo>
                      <a:pt x="500" y="108"/>
                      <a:pt x="500" y="108"/>
                      <a:pt x="500" y="108"/>
                    </a:cubicBezTo>
                    <a:cubicBezTo>
                      <a:pt x="502" y="113"/>
                      <a:pt x="506" y="118"/>
                      <a:pt x="515" y="125"/>
                    </a:cubicBezTo>
                    <a:cubicBezTo>
                      <a:pt x="515" y="125"/>
                      <a:pt x="515" y="125"/>
                      <a:pt x="515" y="125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8" y="132"/>
                      <a:pt x="521" y="138"/>
                      <a:pt x="529" y="145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1" y="149"/>
                      <a:pt x="532" y="152"/>
                      <a:pt x="534" y="155"/>
                    </a:cubicBezTo>
                    <a:cubicBezTo>
                      <a:pt x="534" y="155"/>
                      <a:pt x="534" y="155"/>
                      <a:pt x="534" y="155"/>
                    </a:cubicBezTo>
                    <a:cubicBezTo>
                      <a:pt x="536" y="159"/>
                      <a:pt x="539" y="163"/>
                      <a:pt x="543" y="167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5" y="174"/>
                      <a:pt x="548" y="180"/>
                      <a:pt x="555" y="188"/>
                    </a:cubicBezTo>
                    <a:cubicBezTo>
                      <a:pt x="555" y="188"/>
                      <a:pt x="555" y="188"/>
                      <a:pt x="555" y="188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6"/>
                      <a:pt x="558" y="202"/>
                      <a:pt x="565" y="211"/>
                    </a:cubicBezTo>
                    <a:cubicBezTo>
                      <a:pt x="565" y="211"/>
                      <a:pt x="565" y="211"/>
                      <a:pt x="565" y="211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5"/>
                      <a:pt x="566" y="218"/>
                      <a:pt x="567" y="222"/>
                    </a:cubicBezTo>
                    <a:cubicBezTo>
                      <a:pt x="567" y="222"/>
                      <a:pt x="567" y="222"/>
                      <a:pt x="567" y="222"/>
                    </a:cubicBezTo>
                    <a:cubicBezTo>
                      <a:pt x="568" y="226"/>
                      <a:pt x="571" y="230"/>
                      <a:pt x="574" y="235"/>
                    </a:cubicBezTo>
                    <a:cubicBezTo>
                      <a:pt x="574" y="235"/>
                      <a:pt x="574" y="235"/>
                      <a:pt x="574" y="235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7"/>
                      <a:pt x="574" y="237"/>
                      <a:pt x="574" y="237"/>
                    </a:cubicBezTo>
                    <a:cubicBezTo>
                      <a:pt x="574" y="243"/>
                      <a:pt x="576" y="250"/>
                      <a:pt x="581" y="258"/>
                    </a:cubicBezTo>
                    <a:cubicBezTo>
                      <a:pt x="581" y="259"/>
                      <a:pt x="581" y="259"/>
                      <a:pt x="581" y="259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1"/>
                      <a:pt x="581" y="262"/>
                      <a:pt x="581" y="262"/>
                    </a:cubicBezTo>
                    <a:cubicBezTo>
                      <a:pt x="581" y="268"/>
                      <a:pt x="583" y="274"/>
                      <a:pt x="587" y="282"/>
                    </a:cubicBezTo>
                    <a:cubicBezTo>
                      <a:pt x="587" y="283"/>
                      <a:pt x="587" y="283"/>
                      <a:pt x="587" y="283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5"/>
                      <a:pt x="587" y="287"/>
                      <a:pt x="587" y="288"/>
                    </a:cubicBezTo>
                    <a:cubicBezTo>
                      <a:pt x="587" y="290"/>
                      <a:pt x="587" y="292"/>
                      <a:pt x="587" y="294"/>
                    </a:cubicBezTo>
                    <a:cubicBezTo>
                      <a:pt x="588" y="298"/>
                      <a:pt x="589" y="303"/>
                      <a:pt x="591" y="308"/>
                    </a:cubicBezTo>
                    <a:cubicBezTo>
                      <a:pt x="591" y="308"/>
                      <a:pt x="591" y="308"/>
                      <a:pt x="591" y="308"/>
                    </a:cubicBezTo>
                    <a:cubicBezTo>
                      <a:pt x="591" y="309"/>
                      <a:pt x="591" y="309"/>
                      <a:pt x="591" y="309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1" y="311"/>
                      <a:pt x="591" y="314"/>
                      <a:pt x="591" y="316"/>
                    </a:cubicBezTo>
                    <a:cubicBezTo>
                      <a:pt x="591" y="320"/>
                      <a:pt x="592" y="326"/>
                      <a:pt x="594" y="332"/>
                    </a:cubicBezTo>
                    <a:cubicBezTo>
                      <a:pt x="594" y="332"/>
                      <a:pt x="594" y="332"/>
                      <a:pt x="594" y="332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3" y="336"/>
                      <a:pt x="593" y="339"/>
                      <a:pt x="593" y="342"/>
                    </a:cubicBezTo>
                    <a:cubicBezTo>
                      <a:pt x="593" y="346"/>
                      <a:pt x="594" y="351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4" y="361"/>
                      <a:pt x="594" y="364"/>
                      <a:pt x="594" y="367"/>
                    </a:cubicBezTo>
                    <a:cubicBezTo>
                      <a:pt x="594" y="367"/>
                      <a:pt x="594" y="367"/>
                      <a:pt x="594" y="367"/>
                    </a:cubicBezTo>
                    <a:cubicBezTo>
                      <a:pt x="594" y="369"/>
                      <a:pt x="594" y="369"/>
                      <a:pt x="594" y="369"/>
                    </a:cubicBezTo>
                    <a:cubicBezTo>
                      <a:pt x="594" y="369"/>
                      <a:pt x="594" y="370"/>
                      <a:pt x="594" y="371"/>
                    </a:cubicBezTo>
                    <a:cubicBezTo>
                      <a:pt x="594" y="374"/>
                      <a:pt x="594" y="378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4"/>
                      <a:pt x="595" y="384"/>
                      <a:pt x="595" y="384"/>
                    </a:cubicBezTo>
                    <a:cubicBezTo>
                      <a:pt x="595" y="385"/>
                      <a:pt x="595" y="385"/>
                      <a:pt x="595" y="385"/>
                    </a:cubicBezTo>
                    <a:cubicBezTo>
                      <a:pt x="594" y="388"/>
                      <a:pt x="593" y="392"/>
                      <a:pt x="593" y="398"/>
                    </a:cubicBezTo>
                    <a:cubicBezTo>
                      <a:pt x="593" y="400"/>
                      <a:pt x="593" y="404"/>
                      <a:pt x="594" y="407"/>
                    </a:cubicBezTo>
                    <a:cubicBezTo>
                      <a:pt x="594" y="408"/>
                      <a:pt x="594" y="408"/>
                      <a:pt x="594" y="408"/>
                    </a:cubicBezTo>
                    <a:cubicBezTo>
                      <a:pt x="594" y="409"/>
                      <a:pt x="594" y="409"/>
                      <a:pt x="594" y="409"/>
                    </a:cubicBezTo>
                    <a:cubicBezTo>
                      <a:pt x="593" y="409"/>
                      <a:pt x="593" y="409"/>
                      <a:pt x="593" y="409"/>
                    </a:cubicBezTo>
                    <a:cubicBezTo>
                      <a:pt x="591" y="413"/>
                      <a:pt x="590" y="418"/>
                      <a:pt x="590" y="425"/>
                    </a:cubicBezTo>
                    <a:cubicBezTo>
                      <a:pt x="590" y="427"/>
                      <a:pt x="590" y="430"/>
                      <a:pt x="591" y="432"/>
                    </a:cubicBezTo>
                    <a:cubicBezTo>
                      <a:pt x="591" y="432"/>
                      <a:pt x="591" y="432"/>
                      <a:pt x="591" y="432"/>
                    </a:cubicBezTo>
                    <a:cubicBezTo>
                      <a:pt x="591" y="433"/>
                      <a:pt x="591" y="433"/>
                      <a:pt x="591" y="433"/>
                    </a:cubicBezTo>
                    <a:cubicBezTo>
                      <a:pt x="590" y="434"/>
                      <a:pt x="590" y="434"/>
                      <a:pt x="590" y="434"/>
                    </a:cubicBezTo>
                    <a:cubicBezTo>
                      <a:pt x="589" y="436"/>
                      <a:pt x="588" y="439"/>
                      <a:pt x="587" y="442"/>
                    </a:cubicBezTo>
                    <a:cubicBezTo>
                      <a:pt x="587" y="442"/>
                      <a:pt x="587" y="442"/>
                      <a:pt x="587" y="442"/>
                    </a:cubicBezTo>
                    <a:cubicBezTo>
                      <a:pt x="587" y="443"/>
                      <a:pt x="587" y="443"/>
                      <a:pt x="587" y="443"/>
                    </a:cubicBezTo>
                    <a:cubicBezTo>
                      <a:pt x="586" y="446"/>
                      <a:pt x="586" y="450"/>
                      <a:pt x="586" y="454"/>
                    </a:cubicBezTo>
                    <a:cubicBezTo>
                      <a:pt x="586" y="455"/>
                      <a:pt x="586" y="456"/>
                      <a:pt x="586" y="457"/>
                    </a:cubicBezTo>
                    <a:cubicBezTo>
                      <a:pt x="586" y="458"/>
                      <a:pt x="586" y="458"/>
                      <a:pt x="586" y="458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2" y="464"/>
                      <a:pt x="581" y="471"/>
                      <a:pt x="580" y="481"/>
                    </a:cubicBezTo>
                    <a:cubicBezTo>
                      <a:pt x="580" y="482"/>
                      <a:pt x="580" y="482"/>
                      <a:pt x="580" y="482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76" y="488"/>
                      <a:pt x="574" y="494"/>
                      <a:pt x="573" y="505"/>
                    </a:cubicBezTo>
                    <a:cubicBezTo>
                      <a:pt x="573" y="505"/>
                      <a:pt x="573" y="505"/>
                      <a:pt x="573" y="505"/>
                    </a:cubicBezTo>
                    <a:cubicBezTo>
                      <a:pt x="573" y="506"/>
                      <a:pt x="573" y="506"/>
                      <a:pt x="573" y="506"/>
                    </a:cubicBezTo>
                    <a:cubicBezTo>
                      <a:pt x="572" y="507"/>
                      <a:pt x="572" y="507"/>
                      <a:pt x="572" y="507"/>
                    </a:cubicBezTo>
                    <a:cubicBezTo>
                      <a:pt x="571" y="509"/>
                      <a:pt x="569" y="511"/>
                      <a:pt x="568" y="514"/>
                    </a:cubicBezTo>
                    <a:cubicBezTo>
                      <a:pt x="567" y="515"/>
                      <a:pt x="567" y="515"/>
                      <a:pt x="567" y="515"/>
                    </a:cubicBezTo>
                    <a:cubicBezTo>
                      <a:pt x="566" y="519"/>
                      <a:pt x="565" y="523"/>
                      <a:pt x="564" y="529"/>
                    </a:cubicBezTo>
                    <a:cubicBezTo>
                      <a:pt x="564" y="529"/>
                      <a:pt x="564" y="529"/>
                      <a:pt x="564" y="529"/>
                    </a:cubicBezTo>
                    <a:cubicBezTo>
                      <a:pt x="563" y="530"/>
                      <a:pt x="563" y="530"/>
                      <a:pt x="563" y="530"/>
                    </a:cubicBezTo>
                    <a:cubicBezTo>
                      <a:pt x="563" y="531"/>
                      <a:pt x="563" y="531"/>
                      <a:pt x="563" y="531"/>
                    </a:cubicBezTo>
                    <a:cubicBezTo>
                      <a:pt x="559" y="535"/>
                      <a:pt x="556" y="541"/>
                      <a:pt x="553" y="551"/>
                    </a:cubicBezTo>
                    <a:cubicBezTo>
                      <a:pt x="553" y="552"/>
                      <a:pt x="553" y="552"/>
                      <a:pt x="553" y="552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48" y="557"/>
                      <a:pt x="545" y="563"/>
                      <a:pt x="542" y="573"/>
                    </a:cubicBezTo>
                    <a:lnTo>
                      <a:pt x="541" y="5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2" name="Freeform 32">
                <a:extLst>
                  <a:ext uri="{FF2B5EF4-FFF2-40B4-BE49-F238E27FC236}">
                    <a16:creationId xmlns:a16="http://schemas.microsoft.com/office/drawing/2014/main" id="{4DAA2876-312D-427E-998D-BA0346BA987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56" y="7911"/>
                <a:ext cx="62" cy="36"/>
              </a:xfrm>
              <a:custGeom>
                <a:avLst/>
                <a:gdLst>
                  <a:gd name="T0" fmla="*/ 83 w 83"/>
                  <a:gd name="T1" fmla="*/ 10 h 48"/>
                  <a:gd name="T2" fmla="*/ 67 w 83"/>
                  <a:gd name="T3" fmla="*/ 11 h 48"/>
                  <a:gd name="T4" fmla="*/ 61 w 83"/>
                  <a:gd name="T5" fmla="*/ 19 h 48"/>
                  <a:gd name="T6" fmla="*/ 54 w 83"/>
                  <a:gd name="T7" fmla="*/ 21 h 48"/>
                  <a:gd name="T8" fmla="*/ 48 w 83"/>
                  <a:gd name="T9" fmla="*/ 7 h 48"/>
                  <a:gd name="T10" fmla="*/ 42 w 83"/>
                  <a:gd name="T11" fmla="*/ 0 h 48"/>
                  <a:gd name="T12" fmla="*/ 41 w 83"/>
                  <a:gd name="T13" fmla="*/ 0 h 48"/>
                  <a:gd name="T14" fmla="*/ 36 w 83"/>
                  <a:gd name="T15" fmla="*/ 7 h 48"/>
                  <a:gd name="T16" fmla="*/ 34 w 83"/>
                  <a:gd name="T17" fmla="*/ 19 h 48"/>
                  <a:gd name="T18" fmla="*/ 23 w 83"/>
                  <a:gd name="T19" fmla="*/ 20 h 48"/>
                  <a:gd name="T20" fmla="*/ 25 w 83"/>
                  <a:gd name="T21" fmla="*/ 13 h 48"/>
                  <a:gd name="T22" fmla="*/ 7 w 83"/>
                  <a:gd name="T23" fmla="*/ 6 h 48"/>
                  <a:gd name="T24" fmla="*/ 10 w 83"/>
                  <a:gd name="T25" fmla="*/ 19 h 48"/>
                  <a:gd name="T26" fmla="*/ 38 w 83"/>
                  <a:gd name="T27" fmla="*/ 48 h 48"/>
                  <a:gd name="T28" fmla="*/ 41 w 83"/>
                  <a:gd name="T29" fmla="*/ 48 h 48"/>
                  <a:gd name="T30" fmla="*/ 64 w 83"/>
                  <a:gd name="T31" fmla="*/ 42 h 48"/>
                  <a:gd name="T32" fmla="*/ 46 w 83"/>
                  <a:gd name="T33" fmla="*/ 10 h 48"/>
                  <a:gd name="T34" fmla="*/ 47 w 83"/>
                  <a:gd name="T35" fmla="*/ 17 h 48"/>
                  <a:gd name="T36" fmla="*/ 46 w 83"/>
                  <a:gd name="T37" fmla="*/ 10 h 48"/>
                  <a:gd name="T38" fmla="*/ 37 w 83"/>
                  <a:gd name="T39" fmla="*/ 9 h 48"/>
                  <a:gd name="T40" fmla="*/ 35 w 83"/>
                  <a:gd name="T41" fmla="*/ 17 h 48"/>
                  <a:gd name="T42" fmla="*/ 14 w 83"/>
                  <a:gd name="T43" fmla="*/ 16 h 48"/>
                  <a:gd name="T44" fmla="*/ 10 w 83"/>
                  <a:gd name="T45" fmla="*/ 10 h 48"/>
                  <a:gd name="T46" fmla="*/ 21 w 83"/>
                  <a:gd name="T47" fmla="*/ 14 h 48"/>
                  <a:gd name="T48" fmla="*/ 19 w 83"/>
                  <a:gd name="T49" fmla="*/ 19 h 48"/>
                  <a:gd name="T50" fmla="*/ 20 w 83"/>
                  <a:gd name="T51" fmla="*/ 33 h 48"/>
                  <a:gd name="T52" fmla="*/ 26 w 83"/>
                  <a:gd name="T53" fmla="*/ 30 h 48"/>
                  <a:gd name="T54" fmla="*/ 17 w 83"/>
                  <a:gd name="T55" fmla="*/ 27 h 48"/>
                  <a:gd name="T56" fmla="*/ 34 w 83"/>
                  <a:gd name="T57" fmla="*/ 27 h 48"/>
                  <a:gd name="T58" fmla="*/ 39 w 83"/>
                  <a:gd name="T59" fmla="*/ 31 h 48"/>
                  <a:gd name="T60" fmla="*/ 19 w 83"/>
                  <a:gd name="T61" fmla="*/ 34 h 48"/>
                  <a:gd name="T62" fmla="*/ 23 w 83"/>
                  <a:gd name="T63" fmla="*/ 43 h 48"/>
                  <a:gd name="T64" fmla="*/ 25 w 83"/>
                  <a:gd name="T65" fmla="*/ 39 h 48"/>
                  <a:gd name="T66" fmla="*/ 26 w 83"/>
                  <a:gd name="T67" fmla="*/ 42 h 48"/>
                  <a:gd name="T68" fmla="*/ 28 w 83"/>
                  <a:gd name="T69" fmla="*/ 38 h 48"/>
                  <a:gd name="T70" fmla="*/ 35 w 83"/>
                  <a:gd name="T71" fmla="*/ 45 h 48"/>
                  <a:gd name="T72" fmla="*/ 35 w 83"/>
                  <a:gd name="T73" fmla="*/ 38 h 48"/>
                  <a:gd name="T74" fmla="*/ 37 w 83"/>
                  <a:gd name="T75" fmla="*/ 45 h 48"/>
                  <a:gd name="T76" fmla="*/ 39 w 83"/>
                  <a:gd name="T77" fmla="*/ 45 h 48"/>
                  <a:gd name="T78" fmla="*/ 38 w 83"/>
                  <a:gd name="T79" fmla="*/ 6 h 48"/>
                  <a:gd name="T80" fmla="*/ 44 w 83"/>
                  <a:gd name="T81" fmla="*/ 8 h 48"/>
                  <a:gd name="T82" fmla="*/ 41 w 83"/>
                  <a:gd name="T83" fmla="*/ 9 h 48"/>
                  <a:gd name="T84" fmla="*/ 42 w 83"/>
                  <a:gd name="T85" fmla="*/ 38 h 48"/>
                  <a:gd name="T86" fmla="*/ 49 w 83"/>
                  <a:gd name="T87" fmla="*/ 45 h 48"/>
                  <a:gd name="T88" fmla="*/ 49 w 83"/>
                  <a:gd name="T89" fmla="*/ 38 h 48"/>
                  <a:gd name="T90" fmla="*/ 52 w 83"/>
                  <a:gd name="T91" fmla="*/ 45 h 48"/>
                  <a:gd name="T92" fmla="*/ 54 w 83"/>
                  <a:gd name="T93" fmla="*/ 44 h 48"/>
                  <a:gd name="T94" fmla="*/ 57 w 83"/>
                  <a:gd name="T95" fmla="*/ 43 h 48"/>
                  <a:gd name="T96" fmla="*/ 57 w 83"/>
                  <a:gd name="T97" fmla="*/ 40 h 48"/>
                  <a:gd name="T98" fmla="*/ 59 w 83"/>
                  <a:gd name="T99" fmla="*/ 43 h 48"/>
                  <a:gd name="T100" fmla="*/ 56 w 83"/>
                  <a:gd name="T101" fmla="*/ 30 h 48"/>
                  <a:gd name="T102" fmla="*/ 62 w 83"/>
                  <a:gd name="T103" fmla="*/ 34 h 48"/>
                  <a:gd name="T104" fmla="*/ 44 w 83"/>
                  <a:gd name="T105" fmla="*/ 35 h 48"/>
                  <a:gd name="T106" fmla="*/ 50 w 83"/>
                  <a:gd name="T107" fmla="*/ 29 h 48"/>
                  <a:gd name="T108" fmla="*/ 44 w 83"/>
                  <a:gd name="T109" fmla="*/ 24 h 48"/>
                  <a:gd name="T110" fmla="*/ 64 w 83"/>
                  <a:gd name="T111" fmla="*/ 19 h 48"/>
                  <a:gd name="T112" fmla="*/ 62 w 83"/>
                  <a:gd name="T113" fmla="*/ 14 h 48"/>
                  <a:gd name="T114" fmla="*/ 73 w 83"/>
                  <a:gd name="T115" fmla="*/ 11 h 48"/>
                  <a:gd name="T116" fmla="*/ 69 w 83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8">
                    <a:moveTo>
                      <a:pt x="73" y="20"/>
                    </a:moveTo>
                    <a:cubicBezTo>
                      <a:pt x="77" y="16"/>
                      <a:pt x="81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3" y="8"/>
                      <a:pt x="78" y="7"/>
                      <a:pt x="76" y="7"/>
                    </a:cubicBezTo>
                    <a:cubicBezTo>
                      <a:pt x="74" y="7"/>
                      <a:pt x="72" y="7"/>
                      <a:pt x="71" y="8"/>
                    </a:cubicBezTo>
                    <a:cubicBezTo>
                      <a:pt x="70" y="9"/>
                      <a:pt x="67" y="11"/>
                      <a:pt x="67" y="11"/>
                    </a:cubicBezTo>
                    <a:cubicBezTo>
                      <a:pt x="64" y="11"/>
                      <a:pt x="59" y="9"/>
                      <a:pt x="58" y="14"/>
                    </a:cubicBezTo>
                    <a:cubicBezTo>
                      <a:pt x="58" y="15"/>
                      <a:pt x="59" y="17"/>
                      <a:pt x="60" y="18"/>
                    </a:cubicBezTo>
                    <a:cubicBezTo>
                      <a:pt x="60" y="18"/>
                      <a:pt x="61" y="19"/>
                      <a:pt x="61" y="19"/>
                    </a:cubicBezTo>
                    <a:cubicBezTo>
                      <a:pt x="61" y="19"/>
                      <a:pt x="61" y="20"/>
                      <a:pt x="60" y="20"/>
                    </a:cubicBezTo>
                    <a:cubicBezTo>
                      <a:pt x="58" y="22"/>
                      <a:pt x="56" y="22"/>
                      <a:pt x="56" y="22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0" y="21"/>
                      <a:pt x="51" y="22"/>
                      <a:pt x="49" y="19"/>
                    </a:cubicBezTo>
                    <a:cubicBezTo>
                      <a:pt x="52" y="19"/>
                      <a:pt x="54" y="16"/>
                      <a:pt x="54" y="13"/>
                    </a:cubicBezTo>
                    <a:cubicBezTo>
                      <a:pt x="54" y="10"/>
                      <a:pt x="51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6"/>
                      <a:pt x="48" y="6"/>
                    </a:cubicBezTo>
                    <a:cubicBezTo>
                      <a:pt x="48" y="3"/>
                      <a:pt x="45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6" y="2"/>
                      <a:pt x="36" y="6"/>
                    </a:cubicBezTo>
                    <a:cubicBezTo>
                      <a:pt x="36" y="6"/>
                      <a:pt x="36" y="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2" y="6"/>
                      <a:pt x="29" y="9"/>
                      <a:pt x="29" y="13"/>
                    </a:cubicBezTo>
                    <a:cubicBezTo>
                      <a:pt x="29" y="16"/>
                      <a:pt x="31" y="18"/>
                      <a:pt x="34" y="19"/>
                    </a:cubicBezTo>
                    <a:cubicBezTo>
                      <a:pt x="32" y="21"/>
                      <a:pt x="32" y="20"/>
                      <a:pt x="28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5" y="21"/>
                      <a:pt x="23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2" y="17"/>
                      <a:pt x="23" y="17"/>
                    </a:cubicBezTo>
                    <a:cubicBezTo>
                      <a:pt x="24" y="16"/>
                      <a:pt x="25" y="14"/>
                      <a:pt x="25" y="13"/>
                    </a:cubicBezTo>
                    <a:cubicBezTo>
                      <a:pt x="25" y="9"/>
                      <a:pt x="19" y="10"/>
                      <a:pt x="17" y="10"/>
                    </a:cubicBezTo>
                    <a:cubicBezTo>
                      <a:pt x="17" y="10"/>
                      <a:pt x="13" y="7"/>
                      <a:pt x="12" y="7"/>
                    </a:cubicBezTo>
                    <a:cubicBezTo>
                      <a:pt x="11" y="6"/>
                      <a:pt x="9" y="6"/>
                      <a:pt x="7" y="6"/>
                    </a:cubicBezTo>
                    <a:cubicBezTo>
                      <a:pt x="5" y="5"/>
                      <a:pt x="1" y="6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6" y="15"/>
                      <a:pt x="10" y="19"/>
                    </a:cubicBezTo>
                    <a:cubicBezTo>
                      <a:pt x="12" y="22"/>
                      <a:pt x="15" y="29"/>
                      <a:pt x="16" y="32"/>
                    </a:cubicBezTo>
                    <a:cubicBezTo>
                      <a:pt x="16" y="32"/>
                      <a:pt x="18" y="41"/>
                      <a:pt x="18" y="41"/>
                    </a:cubicBezTo>
                    <a:cubicBezTo>
                      <a:pt x="19" y="46"/>
                      <a:pt x="30" y="47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51" y="48"/>
                      <a:pt x="63" y="47"/>
                      <a:pt x="64" y="42"/>
                    </a:cubicBezTo>
                    <a:cubicBezTo>
                      <a:pt x="64" y="42"/>
                      <a:pt x="66" y="33"/>
                      <a:pt x="66" y="33"/>
                    </a:cubicBezTo>
                    <a:cubicBezTo>
                      <a:pt x="67" y="30"/>
                      <a:pt x="70" y="24"/>
                      <a:pt x="73" y="20"/>
                    </a:cubicBezTo>
                    <a:moveTo>
                      <a:pt x="46" y="10"/>
                    </a:moveTo>
                    <a:cubicBezTo>
                      <a:pt x="47" y="9"/>
                      <a:pt x="47" y="9"/>
                      <a:pt x="48" y="9"/>
                    </a:cubicBezTo>
                    <a:cubicBezTo>
                      <a:pt x="50" y="9"/>
                      <a:pt x="51" y="11"/>
                      <a:pt x="51" y="13"/>
                    </a:cubicBezTo>
                    <a:cubicBezTo>
                      <a:pt x="51" y="15"/>
                      <a:pt x="50" y="17"/>
                      <a:pt x="47" y="17"/>
                    </a:cubicBezTo>
                    <a:cubicBezTo>
                      <a:pt x="45" y="17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cubicBezTo>
                      <a:pt x="45" y="11"/>
                      <a:pt x="46" y="10"/>
                      <a:pt x="46" y="10"/>
                    </a:cubicBezTo>
                    <a:moveTo>
                      <a:pt x="32" y="13"/>
                    </a:moveTo>
                    <a:cubicBezTo>
                      <a:pt x="32" y="11"/>
                      <a:pt x="33" y="9"/>
                      <a:pt x="35" y="9"/>
                    </a:cubicBezTo>
                    <a:cubicBezTo>
                      <a:pt x="36" y="9"/>
                      <a:pt x="36" y="9"/>
                      <a:pt x="37" y="9"/>
                    </a:cubicBezTo>
                    <a:cubicBezTo>
                      <a:pt x="37" y="10"/>
                      <a:pt x="38" y="11"/>
                      <a:pt x="39" y="11"/>
                    </a:cubicBezTo>
                    <a:cubicBezTo>
                      <a:pt x="39" y="12"/>
                      <a:pt x="39" y="12"/>
                      <a:pt x="39" y="13"/>
                    </a:cubicBezTo>
                    <a:cubicBezTo>
                      <a:pt x="39" y="15"/>
                      <a:pt x="37" y="17"/>
                      <a:pt x="35" y="17"/>
                    </a:cubicBezTo>
                    <a:cubicBezTo>
                      <a:pt x="33" y="17"/>
                      <a:pt x="32" y="15"/>
                      <a:pt x="32" y="13"/>
                    </a:cubicBezTo>
                    <a:moveTo>
                      <a:pt x="16" y="21"/>
                    </a:moveTo>
                    <a:cubicBezTo>
                      <a:pt x="15" y="20"/>
                      <a:pt x="16" y="16"/>
                      <a:pt x="14" y="16"/>
                    </a:cubicBezTo>
                    <a:cubicBezTo>
                      <a:pt x="11" y="17"/>
                      <a:pt x="7" y="11"/>
                      <a:pt x="4" y="9"/>
                    </a:cubicBezTo>
                    <a:cubicBezTo>
                      <a:pt x="5" y="9"/>
                      <a:pt x="6" y="8"/>
                      <a:pt x="7" y="8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1" y="11"/>
                      <a:pt x="12" y="12"/>
                      <a:pt x="14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9" y="19"/>
                    </a:cubicBezTo>
                    <a:cubicBezTo>
                      <a:pt x="20" y="23"/>
                      <a:pt x="17" y="23"/>
                      <a:pt x="16" y="21"/>
                    </a:cubicBezTo>
                    <a:moveTo>
                      <a:pt x="19" y="34"/>
                    </a:moveTo>
                    <a:cubicBezTo>
                      <a:pt x="19" y="34"/>
                      <a:pt x="20" y="34"/>
                      <a:pt x="20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2" y="33"/>
                      <a:pt x="25" y="32"/>
                    </a:cubicBezTo>
                    <a:cubicBezTo>
                      <a:pt x="26" y="32"/>
                      <a:pt x="26" y="31"/>
                      <a:pt x="26" y="30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20" y="29"/>
                      <a:pt x="18" y="30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21" y="25"/>
                      <a:pt x="30" y="24"/>
                      <a:pt x="39" y="24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2" y="28"/>
                      <a:pt x="32" y="29"/>
                    </a:cubicBezTo>
                    <a:cubicBezTo>
                      <a:pt x="32" y="30"/>
                      <a:pt x="33" y="31"/>
                      <a:pt x="34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4" y="36"/>
                      <a:pt x="20" y="38"/>
                    </a:cubicBezTo>
                    <a:cubicBezTo>
                      <a:pt x="20" y="37"/>
                      <a:pt x="20" y="35"/>
                      <a:pt x="19" y="34"/>
                    </a:cubicBezTo>
                    <a:moveTo>
                      <a:pt x="26" y="42"/>
                    </a:moveTo>
                    <a:cubicBezTo>
                      <a:pt x="26" y="42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3" y="43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2" y="41"/>
                      <a:pt x="22" y="40"/>
                      <a:pt x="23" y="40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5" y="39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2"/>
                      <a:pt x="26" y="42"/>
                    </a:cubicBezTo>
                    <a:moveTo>
                      <a:pt x="30" y="44"/>
                    </a:moveTo>
                    <a:cubicBezTo>
                      <a:pt x="29" y="44"/>
                      <a:pt x="28" y="44"/>
                      <a:pt x="27" y="44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9" y="38"/>
                      <a:pt x="30" y="38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3" y="45"/>
                      <a:pt x="33" y="45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4" y="38"/>
                      <a:pt x="35" y="38"/>
                    </a:cubicBezTo>
                    <a:lnTo>
                      <a:pt x="35" y="45"/>
                    </a:lnTo>
                    <a:close/>
                    <a:moveTo>
                      <a:pt x="39" y="45"/>
                    </a:moveTo>
                    <a:cubicBezTo>
                      <a:pt x="39" y="45"/>
                      <a:pt x="37" y="45"/>
                      <a:pt x="37" y="45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8"/>
                      <a:pt x="39" y="38"/>
                    </a:cubicBezTo>
                    <a:lnTo>
                      <a:pt x="39" y="45"/>
                    </a:lnTo>
                    <a:close/>
                    <a:moveTo>
                      <a:pt x="41" y="9"/>
                    </a:moveTo>
                    <a:cubicBezTo>
                      <a:pt x="40" y="9"/>
                      <a:pt x="39" y="8"/>
                      <a:pt x="39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4"/>
                      <a:pt x="40" y="2"/>
                      <a:pt x="42" y="2"/>
                    </a:cubicBezTo>
                    <a:cubicBezTo>
                      <a:pt x="44" y="2"/>
                      <a:pt x="45" y="4"/>
                      <a:pt x="45" y="6"/>
                    </a:cubicBezTo>
                    <a:cubicBezTo>
                      <a:pt x="45" y="7"/>
                      <a:pt x="45" y="7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5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38"/>
                      <a:pt x="42" y="38"/>
                    </a:cubicBezTo>
                    <a:cubicBezTo>
                      <a:pt x="43" y="38"/>
                      <a:pt x="45" y="38"/>
                      <a:pt x="45" y="38"/>
                    </a:cubicBezTo>
                    <a:lnTo>
                      <a:pt x="45" y="45"/>
                    </a:lnTo>
                    <a:close/>
                    <a:moveTo>
                      <a:pt x="49" y="45"/>
                    </a:moveTo>
                    <a:cubicBezTo>
                      <a:pt x="48" y="45"/>
                      <a:pt x="48" y="45"/>
                      <a:pt x="47" y="45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49" y="38"/>
                    </a:cubicBezTo>
                    <a:lnTo>
                      <a:pt x="49" y="45"/>
                    </a:lnTo>
                    <a:close/>
                    <a:moveTo>
                      <a:pt x="54" y="44"/>
                    </a:moveTo>
                    <a:cubicBezTo>
                      <a:pt x="54" y="44"/>
                      <a:pt x="53" y="45"/>
                      <a:pt x="52" y="45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3" y="39"/>
                      <a:pt x="54" y="39"/>
                      <a:pt x="54" y="39"/>
                    </a:cubicBezTo>
                    <a:lnTo>
                      <a:pt x="54" y="44"/>
                    </a:lnTo>
                    <a:close/>
                    <a:moveTo>
                      <a:pt x="59" y="43"/>
                    </a:moveTo>
                    <a:cubicBezTo>
                      <a:pt x="59" y="44"/>
                      <a:pt x="58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7" y="42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8" y="40"/>
                      <a:pt x="59" y="40"/>
                      <a:pt x="59" y="40"/>
                    </a:cubicBezTo>
                    <a:cubicBezTo>
                      <a:pt x="60" y="41"/>
                      <a:pt x="60" y="41"/>
                      <a:pt x="61" y="42"/>
                    </a:cubicBezTo>
                    <a:cubicBezTo>
                      <a:pt x="60" y="42"/>
                      <a:pt x="60" y="43"/>
                      <a:pt x="59" y="43"/>
                    </a:cubicBezTo>
                    <a:moveTo>
                      <a:pt x="64" y="31"/>
                    </a:moveTo>
                    <a:cubicBezTo>
                      <a:pt x="63" y="30"/>
                      <a:pt x="60" y="29"/>
                      <a:pt x="59" y="29"/>
                    </a:cubicBezTo>
                    <a:cubicBezTo>
                      <a:pt x="58" y="28"/>
                      <a:pt x="56" y="29"/>
                      <a:pt x="56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61" y="33"/>
                      <a:pt x="62" y="34"/>
                      <a:pt x="63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3" y="34"/>
                      <a:pt x="63" y="35"/>
                      <a:pt x="63" y="35"/>
                    </a:cubicBezTo>
                    <a:cubicBezTo>
                      <a:pt x="63" y="36"/>
                      <a:pt x="62" y="38"/>
                      <a:pt x="62" y="39"/>
                    </a:cubicBezTo>
                    <a:cubicBezTo>
                      <a:pt x="58" y="36"/>
                      <a:pt x="50" y="35"/>
                      <a:pt x="44" y="35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50" y="31"/>
                      <a:pt x="50" y="29"/>
                    </a:cubicBezTo>
                    <a:cubicBezTo>
                      <a:pt x="50" y="28"/>
                      <a:pt x="49" y="27"/>
                      <a:pt x="48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53" y="24"/>
                      <a:pt x="62" y="26"/>
                      <a:pt x="65" y="28"/>
                    </a:cubicBezTo>
                    <a:cubicBezTo>
                      <a:pt x="65" y="29"/>
                      <a:pt x="65" y="30"/>
                      <a:pt x="64" y="31"/>
                    </a:cubicBezTo>
                    <a:moveTo>
                      <a:pt x="64" y="19"/>
                    </a:moveTo>
                    <a:cubicBezTo>
                      <a:pt x="64" y="18"/>
                      <a:pt x="63" y="16"/>
                      <a:pt x="62" y="16"/>
                    </a:cubicBezTo>
                    <a:cubicBezTo>
                      <a:pt x="62" y="16"/>
                      <a:pt x="61" y="16"/>
                      <a:pt x="62" y="15"/>
                    </a:cubicBezTo>
                    <a:cubicBezTo>
                      <a:pt x="62" y="15"/>
                      <a:pt x="62" y="15"/>
                      <a:pt x="62" y="14"/>
                    </a:cubicBezTo>
                    <a:cubicBezTo>
                      <a:pt x="63" y="14"/>
                      <a:pt x="65" y="14"/>
                      <a:pt x="67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3"/>
                      <a:pt x="72" y="12"/>
                      <a:pt x="73" y="11"/>
                    </a:cubicBezTo>
                    <a:cubicBezTo>
                      <a:pt x="74" y="10"/>
                      <a:pt x="75" y="10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76" y="12"/>
                      <a:pt x="72" y="18"/>
                      <a:pt x="69" y="17"/>
                    </a:cubicBezTo>
                    <a:cubicBezTo>
                      <a:pt x="67" y="17"/>
                      <a:pt x="68" y="21"/>
                      <a:pt x="67" y="22"/>
                    </a:cubicBezTo>
                    <a:cubicBezTo>
                      <a:pt x="66" y="24"/>
                      <a:pt x="62" y="23"/>
                      <a:pt x="64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3" name="Freeform 33">
                <a:extLst>
                  <a:ext uri="{FF2B5EF4-FFF2-40B4-BE49-F238E27FC236}">
                    <a16:creationId xmlns:a16="http://schemas.microsoft.com/office/drawing/2014/main" id="{9DB0CFE9-232C-4585-9B10-6639093998E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5" y="7852"/>
                <a:ext cx="62" cy="36"/>
              </a:xfrm>
              <a:custGeom>
                <a:avLst/>
                <a:gdLst>
                  <a:gd name="T0" fmla="*/ 74 w 83"/>
                  <a:gd name="T1" fmla="*/ 15 h 49"/>
                  <a:gd name="T2" fmla="*/ 75 w 83"/>
                  <a:gd name="T3" fmla="*/ 2 h 49"/>
                  <a:gd name="T4" fmla="*/ 58 w 83"/>
                  <a:gd name="T5" fmla="*/ 11 h 49"/>
                  <a:gd name="T6" fmla="*/ 61 w 83"/>
                  <a:gd name="T7" fmla="*/ 17 h 49"/>
                  <a:gd name="T8" fmla="*/ 50 w 83"/>
                  <a:gd name="T9" fmla="*/ 18 h 49"/>
                  <a:gd name="T10" fmla="*/ 47 w 83"/>
                  <a:gd name="T11" fmla="*/ 6 h 49"/>
                  <a:gd name="T12" fmla="*/ 40 w 83"/>
                  <a:gd name="T13" fmla="*/ 0 h 49"/>
                  <a:gd name="T14" fmla="*/ 39 w 83"/>
                  <a:gd name="T15" fmla="*/ 0 h 49"/>
                  <a:gd name="T16" fmla="*/ 35 w 83"/>
                  <a:gd name="T17" fmla="*/ 8 h 49"/>
                  <a:gd name="T18" fmla="*/ 30 w 83"/>
                  <a:gd name="T19" fmla="*/ 23 h 49"/>
                  <a:gd name="T20" fmla="*/ 23 w 83"/>
                  <a:gd name="T21" fmla="*/ 22 h 49"/>
                  <a:gd name="T22" fmla="*/ 17 w 83"/>
                  <a:gd name="T23" fmla="*/ 14 h 49"/>
                  <a:gd name="T24" fmla="*/ 0 w 83"/>
                  <a:gd name="T25" fmla="*/ 15 h 49"/>
                  <a:gd name="T26" fmla="*/ 19 w 83"/>
                  <a:gd name="T27" fmla="*/ 36 h 49"/>
                  <a:gd name="T28" fmla="*/ 44 w 83"/>
                  <a:gd name="T29" fmla="*/ 48 h 49"/>
                  <a:gd name="T30" fmla="*/ 49 w 83"/>
                  <a:gd name="T31" fmla="*/ 48 h 49"/>
                  <a:gd name="T32" fmla="*/ 52 w 83"/>
                  <a:gd name="T33" fmla="*/ 44 h 49"/>
                  <a:gd name="T34" fmla="*/ 54 w 83"/>
                  <a:gd name="T35" fmla="*/ 44 h 49"/>
                  <a:gd name="T36" fmla="*/ 56 w 83"/>
                  <a:gd name="T37" fmla="*/ 37 h 49"/>
                  <a:gd name="T38" fmla="*/ 57 w 83"/>
                  <a:gd name="T39" fmla="*/ 43 h 49"/>
                  <a:gd name="T40" fmla="*/ 62 w 83"/>
                  <a:gd name="T41" fmla="*/ 40 h 49"/>
                  <a:gd name="T42" fmla="*/ 62 w 83"/>
                  <a:gd name="T43" fmla="*/ 37 h 49"/>
                  <a:gd name="T44" fmla="*/ 64 w 83"/>
                  <a:gd name="T45" fmla="*/ 40 h 49"/>
                  <a:gd name="T46" fmla="*/ 67 w 83"/>
                  <a:gd name="T47" fmla="*/ 10 h 49"/>
                  <a:gd name="T48" fmla="*/ 75 w 83"/>
                  <a:gd name="T49" fmla="*/ 4 h 49"/>
                  <a:gd name="T50" fmla="*/ 68 w 83"/>
                  <a:gd name="T51" fmla="*/ 18 h 49"/>
                  <a:gd name="T52" fmla="*/ 62 w 83"/>
                  <a:gd name="T53" fmla="*/ 12 h 49"/>
                  <a:gd name="T54" fmla="*/ 47 w 83"/>
                  <a:gd name="T55" fmla="*/ 9 h 49"/>
                  <a:gd name="T56" fmla="*/ 44 w 83"/>
                  <a:gd name="T57" fmla="*/ 13 h 49"/>
                  <a:gd name="T58" fmla="*/ 44 w 83"/>
                  <a:gd name="T59" fmla="*/ 6 h 49"/>
                  <a:gd name="T60" fmla="*/ 41 w 83"/>
                  <a:gd name="T61" fmla="*/ 10 h 49"/>
                  <a:gd name="T62" fmla="*/ 37 w 83"/>
                  <a:gd name="T63" fmla="*/ 7 h 49"/>
                  <a:gd name="T64" fmla="*/ 35 w 83"/>
                  <a:gd name="T65" fmla="*/ 11 h 49"/>
                  <a:gd name="T66" fmla="*/ 39 w 83"/>
                  <a:gd name="T67" fmla="*/ 14 h 49"/>
                  <a:gd name="T68" fmla="*/ 17 w 83"/>
                  <a:gd name="T69" fmla="*/ 25 h 49"/>
                  <a:gd name="T70" fmla="*/ 7 w 83"/>
                  <a:gd name="T71" fmla="*/ 14 h 49"/>
                  <a:gd name="T72" fmla="*/ 17 w 83"/>
                  <a:gd name="T73" fmla="*/ 17 h 49"/>
                  <a:gd name="T74" fmla="*/ 22 w 83"/>
                  <a:gd name="T75" fmla="*/ 18 h 49"/>
                  <a:gd name="T76" fmla="*/ 23 w 83"/>
                  <a:gd name="T77" fmla="*/ 38 h 49"/>
                  <a:gd name="T78" fmla="*/ 28 w 83"/>
                  <a:gd name="T79" fmla="*/ 35 h 49"/>
                  <a:gd name="T80" fmla="*/ 21 w 83"/>
                  <a:gd name="T81" fmla="*/ 34 h 49"/>
                  <a:gd name="T82" fmla="*/ 41 w 83"/>
                  <a:gd name="T83" fmla="*/ 28 h 49"/>
                  <a:gd name="T84" fmla="*/ 37 w 83"/>
                  <a:gd name="T85" fmla="*/ 32 h 49"/>
                  <a:gd name="T86" fmla="*/ 25 w 83"/>
                  <a:gd name="T87" fmla="*/ 41 h 49"/>
                  <a:gd name="T88" fmla="*/ 27 w 83"/>
                  <a:gd name="T89" fmla="*/ 45 h 49"/>
                  <a:gd name="T90" fmla="*/ 29 w 83"/>
                  <a:gd name="T91" fmla="*/ 42 h 49"/>
                  <a:gd name="T92" fmla="*/ 30 w 83"/>
                  <a:gd name="T93" fmla="*/ 44 h 49"/>
                  <a:gd name="T94" fmla="*/ 32 w 83"/>
                  <a:gd name="T95" fmla="*/ 41 h 49"/>
                  <a:gd name="T96" fmla="*/ 33 w 83"/>
                  <a:gd name="T97" fmla="*/ 46 h 49"/>
                  <a:gd name="T98" fmla="*/ 39 w 83"/>
                  <a:gd name="T99" fmla="*/ 39 h 49"/>
                  <a:gd name="T100" fmla="*/ 42 w 83"/>
                  <a:gd name="T101" fmla="*/ 46 h 49"/>
                  <a:gd name="T102" fmla="*/ 45 w 83"/>
                  <a:gd name="T103" fmla="*/ 45 h 49"/>
                  <a:gd name="T104" fmla="*/ 45 w 83"/>
                  <a:gd name="T105" fmla="*/ 24 h 49"/>
                  <a:gd name="T106" fmla="*/ 61 w 83"/>
                  <a:gd name="T107" fmla="*/ 26 h 49"/>
                  <a:gd name="T108" fmla="*/ 66 w 83"/>
                  <a:gd name="T109" fmla="*/ 31 h 49"/>
                  <a:gd name="T110" fmla="*/ 66 w 83"/>
                  <a:gd name="T111" fmla="*/ 36 h 49"/>
                  <a:gd name="T112" fmla="*/ 51 w 83"/>
                  <a:gd name="T113" fmla="*/ 31 h 49"/>
                  <a:gd name="T114" fmla="*/ 46 w 83"/>
                  <a:gd name="T115" fmla="*/ 27 h 49"/>
                  <a:gd name="T116" fmla="*/ 50 w 83"/>
                  <a:gd name="T1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9">
                    <a:moveTo>
                      <a:pt x="68" y="38"/>
                    </a:moveTo>
                    <a:cubicBezTo>
                      <a:pt x="68" y="38"/>
                      <a:pt x="69" y="29"/>
                      <a:pt x="69" y="29"/>
                    </a:cubicBezTo>
                    <a:cubicBezTo>
                      <a:pt x="70" y="26"/>
                      <a:pt x="72" y="19"/>
                      <a:pt x="74" y="15"/>
                    </a:cubicBezTo>
                    <a:cubicBezTo>
                      <a:pt x="77" y="11"/>
                      <a:pt x="80" y="6"/>
                      <a:pt x="82" y="6"/>
                    </a:cubicBezTo>
                    <a:cubicBezTo>
                      <a:pt x="82" y="5"/>
                      <a:pt x="83" y="4"/>
                      <a:pt x="82" y="4"/>
                    </a:cubicBezTo>
                    <a:cubicBezTo>
                      <a:pt x="82" y="2"/>
                      <a:pt x="77" y="1"/>
                      <a:pt x="75" y="2"/>
                    </a:cubicBezTo>
                    <a:cubicBezTo>
                      <a:pt x="73" y="2"/>
                      <a:pt x="71" y="2"/>
                      <a:pt x="70" y="3"/>
                    </a:cubicBezTo>
                    <a:cubicBezTo>
                      <a:pt x="69" y="4"/>
                      <a:pt x="66" y="7"/>
                      <a:pt x="66" y="7"/>
                    </a:cubicBezTo>
                    <a:cubicBezTo>
                      <a:pt x="64" y="8"/>
                      <a:pt x="58" y="7"/>
                      <a:pt x="58" y="11"/>
                    </a:cubicBezTo>
                    <a:cubicBezTo>
                      <a:pt x="58" y="12"/>
                      <a:pt x="60" y="15"/>
                      <a:pt x="61" y="15"/>
                    </a:cubicBezTo>
                    <a:cubicBezTo>
                      <a:pt x="61" y="15"/>
                      <a:pt x="62" y="16"/>
                      <a:pt x="62" y="16"/>
                    </a:cubicBezTo>
                    <a:cubicBezTo>
                      <a:pt x="62" y="17"/>
                      <a:pt x="62" y="17"/>
                      <a:pt x="61" y="17"/>
                    </a:cubicBezTo>
                    <a:cubicBezTo>
                      <a:pt x="59" y="19"/>
                      <a:pt x="57" y="20"/>
                      <a:pt x="57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2" y="19"/>
                      <a:pt x="52" y="20"/>
                      <a:pt x="50" y="18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3" y="8"/>
                      <a:pt x="50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6" y="2"/>
                      <a:pt x="43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1"/>
                      <a:pt x="34" y="4"/>
                      <a:pt x="35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8"/>
                      <a:pt x="29" y="12"/>
                      <a:pt x="29" y="15"/>
                    </a:cubicBezTo>
                    <a:cubicBezTo>
                      <a:pt x="30" y="18"/>
                      <a:pt x="32" y="20"/>
                      <a:pt x="35" y="20"/>
                    </a:cubicBezTo>
                    <a:cubicBezTo>
                      <a:pt x="33" y="23"/>
                      <a:pt x="34" y="22"/>
                      <a:pt x="30" y="23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6" y="24"/>
                      <a:pt x="24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1"/>
                      <a:pt x="23" y="21"/>
                      <a:pt x="24" y="20"/>
                    </a:cubicBezTo>
                    <a:cubicBezTo>
                      <a:pt x="25" y="20"/>
                      <a:pt x="26" y="17"/>
                      <a:pt x="25" y="16"/>
                    </a:cubicBezTo>
                    <a:cubicBezTo>
                      <a:pt x="24" y="12"/>
                      <a:pt x="19" y="14"/>
                      <a:pt x="17" y="14"/>
                    </a:cubicBezTo>
                    <a:cubicBezTo>
                      <a:pt x="17" y="14"/>
                      <a:pt x="13" y="12"/>
                      <a:pt x="12" y="12"/>
                    </a:cubicBezTo>
                    <a:cubicBezTo>
                      <a:pt x="10" y="11"/>
                      <a:pt x="9" y="11"/>
                      <a:pt x="7" y="12"/>
                    </a:cubicBezTo>
                    <a:cubicBezTo>
                      <a:pt x="5" y="12"/>
                      <a:pt x="0" y="13"/>
                      <a:pt x="0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3" y="18"/>
                      <a:pt x="7" y="21"/>
                      <a:pt x="11" y="24"/>
                    </a:cubicBezTo>
                    <a:cubicBezTo>
                      <a:pt x="14" y="27"/>
                      <a:pt x="18" y="33"/>
                      <a:pt x="19" y="36"/>
                    </a:cubicBezTo>
                    <a:cubicBezTo>
                      <a:pt x="19" y="36"/>
                      <a:pt x="23" y="44"/>
                      <a:pt x="23" y="45"/>
                    </a:cubicBezTo>
                    <a:cubicBezTo>
                      <a:pt x="24" y="49"/>
                      <a:pt x="36" y="49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7" y="46"/>
                      <a:pt x="68" y="43"/>
                      <a:pt x="68" y="38"/>
                    </a:cubicBezTo>
                    <a:moveTo>
                      <a:pt x="52" y="44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7"/>
                      <a:pt x="53" y="37"/>
                      <a:pt x="53" y="37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2" y="44"/>
                    </a:cubicBezTo>
                    <a:moveTo>
                      <a:pt x="57" y="43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7"/>
                      <a:pt x="58" y="37"/>
                      <a:pt x="59" y="37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9" y="42"/>
                      <a:pt x="58" y="43"/>
                      <a:pt x="57" y="43"/>
                    </a:cubicBezTo>
                    <a:moveTo>
                      <a:pt x="64" y="40"/>
                    </a:moveTo>
                    <a:cubicBezTo>
                      <a:pt x="64" y="41"/>
                      <a:pt x="63" y="41"/>
                      <a:pt x="62" y="41"/>
                    </a:cubicBezTo>
                    <a:cubicBezTo>
                      <a:pt x="62" y="41"/>
                      <a:pt x="62" y="40"/>
                      <a:pt x="62" y="40"/>
                    </a:cubicBezTo>
                    <a:cubicBezTo>
                      <a:pt x="61" y="40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1" y="37"/>
                      <a:pt x="62" y="37"/>
                    </a:cubicBezTo>
                    <a:cubicBezTo>
                      <a:pt x="62" y="37"/>
                      <a:pt x="63" y="37"/>
                      <a:pt x="64" y="37"/>
                    </a:cubicBezTo>
                    <a:cubicBezTo>
                      <a:pt x="64" y="38"/>
                      <a:pt x="65" y="38"/>
                      <a:pt x="65" y="39"/>
                    </a:cubicBezTo>
                    <a:cubicBezTo>
                      <a:pt x="65" y="39"/>
                      <a:pt x="65" y="40"/>
                      <a:pt x="64" y="40"/>
                    </a:cubicBezTo>
                    <a:moveTo>
                      <a:pt x="62" y="12"/>
                    </a:moveTo>
                    <a:cubicBezTo>
                      <a:pt x="62" y="12"/>
                      <a:pt x="62" y="12"/>
                      <a:pt x="62" y="11"/>
                    </a:cubicBezTo>
                    <a:cubicBezTo>
                      <a:pt x="63" y="11"/>
                      <a:pt x="65" y="10"/>
                      <a:pt x="67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9"/>
                      <a:pt x="71" y="8"/>
                      <a:pt x="72" y="7"/>
                    </a:cubicBezTo>
                    <a:cubicBezTo>
                      <a:pt x="73" y="6"/>
                      <a:pt x="74" y="5"/>
                      <a:pt x="75" y="4"/>
                    </a:cubicBezTo>
                    <a:cubicBezTo>
                      <a:pt x="76" y="4"/>
                      <a:pt x="78" y="4"/>
                      <a:pt x="79" y="5"/>
                    </a:cubicBezTo>
                    <a:cubicBezTo>
                      <a:pt x="75" y="7"/>
                      <a:pt x="73" y="14"/>
                      <a:pt x="70" y="13"/>
                    </a:cubicBezTo>
                    <a:cubicBezTo>
                      <a:pt x="67" y="13"/>
                      <a:pt x="69" y="17"/>
                      <a:pt x="68" y="18"/>
                    </a:cubicBezTo>
                    <a:cubicBezTo>
                      <a:pt x="67" y="20"/>
                      <a:pt x="64" y="20"/>
                      <a:pt x="64" y="16"/>
                    </a:cubicBezTo>
                    <a:cubicBezTo>
                      <a:pt x="65" y="14"/>
                      <a:pt x="63" y="13"/>
                      <a:pt x="62" y="13"/>
                    </a:cubicBezTo>
                    <a:cubicBezTo>
                      <a:pt x="62" y="13"/>
                      <a:pt x="62" y="13"/>
                      <a:pt x="62" y="12"/>
                    </a:cubicBezTo>
                    <a:moveTo>
                      <a:pt x="44" y="11"/>
                    </a:moveTo>
                    <a:cubicBezTo>
                      <a:pt x="45" y="11"/>
                      <a:pt x="45" y="10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9" y="9"/>
                      <a:pt x="51" y="10"/>
                      <a:pt x="51" y="12"/>
                    </a:cubicBezTo>
                    <a:cubicBezTo>
                      <a:pt x="52" y="14"/>
                      <a:pt x="50" y="16"/>
                      <a:pt x="48" y="16"/>
                    </a:cubicBezTo>
                    <a:cubicBezTo>
                      <a:pt x="46" y="16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moveTo>
                      <a:pt x="40" y="3"/>
                    </a:moveTo>
                    <a:cubicBezTo>
                      <a:pt x="42" y="3"/>
                      <a:pt x="44" y="4"/>
                      <a:pt x="44" y="6"/>
                    </a:cubicBezTo>
                    <a:cubicBezTo>
                      <a:pt x="44" y="6"/>
                      <a:pt x="44" y="7"/>
                      <a:pt x="44" y="7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10"/>
                      <a:pt x="40" y="10"/>
                      <a:pt x="40" y="10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8" y="8"/>
                      <a:pt x="37" y="7"/>
                      <a:pt x="37" y="7"/>
                    </a:cubicBezTo>
                    <a:cubicBezTo>
                      <a:pt x="37" y="5"/>
                      <a:pt x="38" y="3"/>
                      <a:pt x="40" y="3"/>
                    </a:cubicBezTo>
                    <a:moveTo>
                      <a:pt x="32" y="15"/>
                    </a:moveTo>
                    <a:cubicBezTo>
                      <a:pt x="32" y="13"/>
                      <a:pt x="33" y="11"/>
                      <a:pt x="35" y="11"/>
                    </a:cubicBezTo>
                    <a:cubicBezTo>
                      <a:pt x="36" y="10"/>
                      <a:pt x="36" y="10"/>
                      <a:pt x="36" y="11"/>
                    </a:cubicBezTo>
                    <a:cubicBezTo>
                      <a:pt x="37" y="11"/>
                      <a:pt x="38" y="12"/>
                      <a:pt x="39" y="12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40" y="16"/>
                      <a:pt x="38" y="17"/>
                      <a:pt x="36" y="18"/>
                    </a:cubicBezTo>
                    <a:cubicBezTo>
                      <a:pt x="34" y="18"/>
                      <a:pt x="32" y="17"/>
                      <a:pt x="32" y="15"/>
                    </a:cubicBezTo>
                    <a:moveTo>
                      <a:pt x="17" y="25"/>
                    </a:moveTo>
                    <a:cubicBezTo>
                      <a:pt x="17" y="24"/>
                      <a:pt x="17" y="20"/>
                      <a:pt x="15" y="21"/>
                    </a:cubicBezTo>
                    <a:cubicBezTo>
                      <a:pt x="12" y="22"/>
                      <a:pt x="8" y="17"/>
                      <a:pt x="3" y="15"/>
                    </a:cubicBezTo>
                    <a:cubicBezTo>
                      <a:pt x="4" y="15"/>
                      <a:pt x="6" y="14"/>
                      <a:pt x="7" y="14"/>
                    </a:cubicBezTo>
                    <a:cubicBezTo>
                      <a:pt x="8" y="14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21" y="17"/>
                      <a:pt x="21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9"/>
                      <a:pt x="20" y="21"/>
                      <a:pt x="21" y="22"/>
                    </a:cubicBezTo>
                    <a:cubicBezTo>
                      <a:pt x="22" y="26"/>
                      <a:pt x="19" y="27"/>
                      <a:pt x="17" y="25"/>
                    </a:cubicBezTo>
                    <a:moveTo>
                      <a:pt x="23" y="38"/>
                    </a:move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5" y="36"/>
                      <a:pt x="28" y="35"/>
                    </a:cubicBezTo>
                    <a:cubicBezTo>
                      <a:pt x="29" y="34"/>
                      <a:pt x="30" y="33"/>
                      <a:pt x="29" y="32"/>
                    </a:cubicBezTo>
                    <a:cubicBezTo>
                      <a:pt x="29" y="31"/>
                      <a:pt x="28" y="30"/>
                      <a:pt x="26" y="31"/>
                    </a:cubicBezTo>
                    <a:cubicBezTo>
                      <a:pt x="25" y="31"/>
                      <a:pt x="23" y="32"/>
                      <a:pt x="21" y="34"/>
                    </a:cubicBezTo>
                    <a:cubicBezTo>
                      <a:pt x="21" y="33"/>
                      <a:pt x="20" y="32"/>
                      <a:pt x="20" y="31"/>
                    </a:cubicBezTo>
                    <a:cubicBezTo>
                      <a:pt x="23" y="28"/>
                      <a:pt x="32" y="26"/>
                      <a:pt x="41" y="24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28"/>
                      <a:pt x="35" y="30"/>
                      <a:pt x="35" y="31"/>
                    </a:cubicBezTo>
                    <a:cubicBezTo>
                      <a:pt x="35" y="32"/>
                      <a:pt x="36" y="33"/>
                      <a:pt x="37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36" y="36"/>
                      <a:pt x="28" y="38"/>
                      <a:pt x="25" y="41"/>
                    </a:cubicBezTo>
                    <a:cubicBezTo>
                      <a:pt x="24" y="40"/>
                      <a:pt x="24" y="39"/>
                      <a:pt x="23" y="38"/>
                    </a:cubicBezTo>
                    <a:moveTo>
                      <a:pt x="30" y="46"/>
                    </a:moveTo>
                    <a:cubicBezTo>
                      <a:pt x="29" y="46"/>
                      <a:pt x="28" y="46"/>
                      <a:pt x="27" y="45"/>
                    </a:cubicBezTo>
                    <a:cubicBezTo>
                      <a:pt x="27" y="45"/>
                      <a:pt x="26" y="45"/>
                      <a:pt x="26" y="44"/>
                    </a:cubicBezTo>
                    <a:cubicBezTo>
                      <a:pt x="26" y="44"/>
                      <a:pt x="26" y="43"/>
                      <a:pt x="27" y="43"/>
                    </a:cubicBezTo>
                    <a:cubicBezTo>
                      <a:pt x="27" y="42"/>
                      <a:pt x="28" y="42"/>
                      <a:pt x="29" y="42"/>
                    </a:cubicBezTo>
                    <a:cubicBezTo>
                      <a:pt x="29" y="42"/>
                      <a:pt x="30" y="42"/>
                      <a:pt x="30" y="43"/>
                    </a:cubicBezTo>
                    <a:cubicBezTo>
                      <a:pt x="30" y="43"/>
                      <a:pt x="30" y="43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5"/>
                      <a:pt x="30" y="46"/>
                    </a:cubicBezTo>
                    <a:moveTo>
                      <a:pt x="33" y="46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0"/>
                      <a:pt x="33" y="40"/>
                      <a:pt x="34" y="40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4" y="46"/>
                      <a:pt x="33" y="46"/>
                      <a:pt x="33" y="46"/>
                    </a:cubicBezTo>
                    <a:moveTo>
                      <a:pt x="38" y="46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8" y="39"/>
                      <a:pt x="38" y="39"/>
                      <a:pt x="39" y="39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6"/>
                      <a:pt x="39" y="46"/>
                      <a:pt x="38" y="46"/>
                    </a:cubicBezTo>
                    <a:moveTo>
                      <a:pt x="42" y="46"/>
                    </a:move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38"/>
                      <a:pt x="43" y="38"/>
                      <a:pt x="43" y="38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2" y="46"/>
                      <a:pt x="42" y="46"/>
                    </a:cubicBezTo>
                    <a:moveTo>
                      <a:pt x="46" y="27"/>
                    </a:moveTo>
                    <a:cubicBezTo>
                      <a:pt x="45" y="24"/>
                      <a:pt x="45" y="24"/>
                      <a:pt x="45" y="24"/>
                    </a:cubicBezTo>
                    <a:cubicBezTo>
                      <a:pt x="55" y="22"/>
                      <a:pt x="63" y="23"/>
                      <a:pt x="68" y="24"/>
                    </a:cubicBezTo>
                    <a:cubicBezTo>
                      <a:pt x="67" y="25"/>
                      <a:pt x="67" y="26"/>
                      <a:pt x="67" y="27"/>
                    </a:cubicBezTo>
                    <a:cubicBezTo>
                      <a:pt x="65" y="26"/>
                      <a:pt x="62" y="26"/>
                      <a:pt x="61" y="26"/>
                    </a:cubicBezTo>
                    <a:cubicBezTo>
                      <a:pt x="60" y="26"/>
                      <a:pt x="59" y="27"/>
                      <a:pt x="59" y="28"/>
                    </a:cubicBezTo>
                    <a:cubicBezTo>
                      <a:pt x="59" y="29"/>
                      <a:pt x="60" y="30"/>
                      <a:pt x="61" y="30"/>
                    </a:cubicBezTo>
                    <a:cubicBezTo>
                      <a:pt x="64" y="30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3"/>
                      <a:pt x="66" y="34"/>
                      <a:pt x="66" y="36"/>
                    </a:cubicBezTo>
                    <a:cubicBezTo>
                      <a:pt x="62" y="34"/>
                      <a:pt x="53" y="34"/>
                      <a:pt x="47" y="35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0"/>
                      <a:pt x="53" y="29"/>
                      <a:pt x="53" y="28"/>
                    </a:cubicBezTo>
                    <a:cubicBezTo>
                      <a:pt x="53" y="27"/>
                      <a:pt x="52" y="26"/>
                      <a:pt x="51" y="26"/>
                    </a:cubicBezTo>
                    <a:lnTo>
                      <a:pt x="46" y="27"/>
                    </a:lnTo>
                    <a:close/>
                    <a:moveTo>
                      <a:pt x="46" y="37"/>
                    </a:moveTo>
                    <a:cubicBezTo>
                      <a:pt x="47" y="37"/>
                      <a:pt x="49" y="37"/>
                      <a:pt x="49" y="37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48" y="45"/>
                      <a:pt x="47" y="45"/>
                    </a:cubicBezTo>
                    <a:cubicBezTo>
                      <a:pt x="47" y="43"/>
                      <a:pt x="46" y="38"/>
                      <a:pt x="46" y="3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4" name="Freeform 34">
                <a:extLst>
                  <a:ext uri="{FF2B5EF4-FFF2-40B4-BE49-F238E27FC236}">
                    <a16:creationId xmlns:a16="http://schemas.microsoft.com/office/drawing/2014/main" id="{EA9350C9-3256-41B7-BF2F-7F4ECCAA154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97" y="7852"/>
                <a:ext cx="61" cy="36"/>
              </a:xfrm>
              <a:custGeom>
                <a:avLst/>
                <a:gdLst>
                  <a:gd name="T0" fmla="*/ 14 w 82"/>
                  <a:gd name="T1" fmla="*/ 38 h 49"/>
                  <a:gd name="T2" fmla="*/ 35 w 82"/>
                  <a:gd name="T3" fmla="*/ 48 h 49"/>
                  <a:gd name="T4" fmla="*/ 38 w 82"/>
                  <a:gd name="T5" fmla="*/ 48 h 49"/>
                  <a:gd name="T6" fmla="*/ 71 w 82"/>
                  <a:gd name="T7" fmla="*/ 24 h 49"/>
                  <a:gd name="T8" fmla="*/ 75 w 82"/>
                  <a:gd name="T9" fmla="*/ 11 h 49"/>
                  <a:gd name="T10" fmla="*/ 57 w 82"/>
                  <a:gd name="T11" fmla="*/ 15 h 49"/>
                  <a:gd name="T12" fmla="*/ 58 w 82"/>
                  <a:gd name="T13" fmla="*/ 22 h 49"/>
                  <a:gd name="T14" fmla="*/ 47 w 82"/>
                  <a:gd name="T15" fmla="*/ 20 h 49"/>
                  <a:gd name="T16" fmla="*/ 47 w 82"/>
                  <a:gd name="T17" fmla="*/ 8 h 49"/>
                  <a:gd name="T18" fmla="*/ 43 w 82"/>
                  <a:gd name="T19" fmla="*/ 0 h 49"/>
                  <a:gd name="T20" fmla="*/ 42 w 82"/>
                  <a:gd name="T21" fmla="*/ 0 h 49"/>
                  <a:gd name="T22" fmla="*/ 35 w 82"/>
                  <a:gd name="T23" fmla="*/ 6 h 49"/>
                  <a:gd name="T24" fmla="*/ 27 w 82"/>
                  <a:gd name="T25" fmla="*/ 19 h 49"/>
                  <a:gd name="T26" fmla="*/ 20 w 82"/>
                  <a:gd name="T27" fmla="*/ 16 h 49"/>
                  <a:gd name="T28" fmla="*/ 16 w 82"/>
                  <a:gd name="T29" fmla="*/ 7 h 49"/>
                  <a:gd name="T30" fmla="*/ 0 w 82"/>
                  <a:gd name="T31" fmla="*/ 3 h 49"/>
                  <a:gd name="T32" fmla="*/ 21 w 82"/>
                  <a:gd name="T33" fmla="*/ 39 h 49"/>
                  <a:gd name="T34" fmla="*/ 18 w 82"/>
                  <a:gd name="T35" fmla="*/ 40 h 49"/>
                  <a:gd name="T36" fmla="*/ 20 w 82"/>
                  <a:gd name="T37" fmla="*/ 37 h 49"/>
                  <a:gd name="T38" fmla="*/ 25 w 82"/>
                  <a:gd name="T39" fmla="*/ 43 h 49"/>
                  <a:gd name="T40" fmla="*/ 26 w 82"/>
                  <a:gd name="T41" fmla="*/ 36 h 49"/>
                  <a:gd name="T42" fmla="*/ 28 w 82"/>
                  <a:gd name="T43" fmla="*/ 43 h 49"/>
                  <a:gd name="T44" fmla="*/ 30 w 82"/>
                  <a:gd name="T45" fmla="*/ 44 h 49"/>
                  <a:gd name="T46" fmla="*/ 33 w 82"/>
                  <a:gd name="T47" fmla="*/ 37 h 49"/>
                  <a:gd name="T48" fmla="*/ 40 w 82"/>
                  <a:gd name="T49" fmla="*/ 45 h 49"/>
                  <a:gd name="T50" fmla="*/ 41 w 82"/>
                  <a:gd name="T51" fmla="*/ 38 h 49"/>
                  <a:gd name="T52" fmla="*/ 42 w 82"/>
                  <a:gd name="T53" fmla="*/ 46 h 49"/>
                  <a:gd name="T54" fmla="*/ 44 w 82"/>
                  <a:gd name="T55" fmla="*/ 46 h 49"/>
                  <a:gd name="T56" fmla="*/ 48 w 82"/>
                  <a:gd name="T57" fmla="*/ 40 h 49"/>
                  <a:gd name="T58" fmla="*/ 55 w 82"/>
                  <a:gd name="T59" fmla="*/ 45 h 49"/>
                  <a:gd name="T60" fmla="*/ 52 w 82"/>
                  <a:gd name="T61" fmla="*/ 43 h 49"/>
                  <a:gd name="T62" fmla="*/ 55 w 82"/>
                  <a:gd name="T63" fmla="*/ 42 h 49"/>
                  <a:gd name="T64" fmla="*/ 61 w 82"/>
                  <a:gd name="T65" fmla="*/ 17 h 49"/>
                  <a:gd name="T66" fmla="*/ 72 w 82"/>
                  <a:gd name="T67" fmla="*/ 15 h 49"/>
                  <a:gd name="T68" fmla="*/ 67 w 82"/>
                  <a:gd name="T69" fmla="*/ 21 h 49"/>
                  <a:gd name="T70" fmla="*/ 60 w 82"/>
                  <a:gd name="T71" fmla="*/ 18 h 49"/>
                  <a:gd name="T72" fmla="*/ 62 w 82"/>
                  <a:gd name="T73" fmla="*/ 31 h 49"/>
                  <a:gd name="T74" fmla="*/ 53 w 82"/>
                  <a:gd name="T75" fmla="*/ 32 h 49"/>
                  <a:gd name="T76" fmla="*/ 59 w 82"/>
                  <a:gd name="T77" fmla="*/ 36 h 49"/>
                  <a:gd name="T78" fmla="*/ 40 w 82"/>
                  <a:gd name="T79" fmla="*/ 35 h 49"/>
                  <a:gd name="T80" fmla="*/ 47 w 82"/>
                  <a:gd name="T81" fmla="*/ 30 h 49"/>
                  <a:gd name="T82" fmla="*/ 41 w 82"/>
                  <a:gd name="T83" fmla="*/ 24 h 49"/>
                  <a:gd name="T84" fmla="*/ 47 w 82"/>
                  <a:gd name="T85" fmla="*/ 10 h 49"/>
                  <a:gd name="T86" fmla="*/ 43 w 82"/>
                  <a:gd name="T87" fmla="*/ 13 h 49"/>
                  <a:gd name="T88" fmla="*/ 42 w 82"/>
                  <a:gd name="T89" fmla="*/ 2 h 49"/>
                  <a:gd name="T90" fmla="*/ 42 w 82"/>
                  <a:gd name="T91" fmla="*/ 9 h 49"/>
                  <a:gd name="T92" fmla="*/ 38 w 82"/>
                  <a:gd name="T93" fmla="*/ 7 h 49"/>
                  <a:gd name="T94" fmla="*/ 31 w 82"/>
                  <a:gd name="T95" fmla="*/ 12 h 49"/>
                  <a:gd name="T96" fmla="*/ 38 w 82"/>
                  <a:gd name="T97" fmla="*/ 11 h 49"/>
                  <a:gd name="T98" fmla="*/ 31 w 82"/>
                  <a:gd name="T99" fmla="*/ 12 h 49"/>
                  <a:gd name="T100" fmla="*/ 31 w 82"/>
                  <a:gd name="T101" fmla="*/ 26 h 49"/>
                  <a:gd name="T102" fmla="*/ 35 w 82"/>
                  <a:gd name="T103" fmla="*/ 31 h 49"/>
                  <a:gd name="T104" fmla="*/ 16 w 82"/>
                  <a:gd name="T105" fmla="*/ 31 h 49"/>
                  <a:gd name="T106" fmla="*/ 21 w 82"/>
                  <a:gd name="T107" fmla="*/ 30 h 49"/>
                  <a:gd name="T108" fmla="*/ 15 w 82"/>
                  <a:gd name="T109" fmla="*/ 27 h 49"/>
                  <a:gd name="T110" fmla="*/ 7 w 82"/>
                  <a:gd name="T111" fmla="*/ 4 h 49"/>
                  <a:gd name="T112" fmla="*/ 15 w 82"/>
                  <a:gd name="T113" fmla="*/ 10 h 49"/>
                  <a:gd name="T114" fmla="*/ 20 w 82"/>
                  <a:gd name="T115" fmla="*/ 12 h 49"/>
                  <a:gd name="T116" fmla="*/ 12 w 82"/>
                  <a:gd name="T117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49">
                    <a:moveTo>
                      <a:pt x="8" y="15"/>
                    </a:moveTo>
                    <a:cubicBezTo>
                      <a:pt x="10" y="19"/>
                      <a:pt x="12" y="26"/>
                      <a:pt x="13" y="28"/>
                    </a:cubicBezTo>
                    <a:cubicBezTo>
                      <a:pt x="13" y="29"/>
                      <a:pt x="14" y="38"/>
                      <a:pt x="14" y="38"/>
                    </a:cubicBezTo>
                    <a:cubicBezTo>
                      <a:pt x="14" y="43"/>
                      <a:pt x="25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6" y="49"/>
                      <a:pt x="58" y="49"/>
                      <a:pt x="59" y="45"/>
                    </a:cubicBezTo>
                    <a:cubicBezTo>
                      <a:pt x="59" y="44"/>
                      <a:pt x="63" y="36"/>
                      <a:pt x="63" y="36"/>
                    </a:cubicBezTo>
                    <a:cubicBezTo>
                      <a:pt x="64" y="33"/>
                      <a:pt x="68" y="27"/>
                      <a:pt x="71" y="24"/>
                    </a:cubicBezTo>
                    <a:cubicBezTo>
                      <a:pt x="75" y="20"/>
                      <a:pt x="80" y="17"/>
                      <a:pt x="81" y="17"/>
                    </a:cubicBezTo>
                    <a:cubicBezTo>
                      <a:pt x="82" y="17"/>
                      <a:pt x="82" y="16"/>
                      <a:pt x="82" y="15"/>
                    </a:cubicBezTo>
                    <a:cubicBezTo>
                      <a:pt x="82" y="13"/>
                      <a:pt x="77" y="11"/>
                      <a:pt x="75" y="11"/>
                    </a:cubicBezTo>
                    <a:cubicBezTo>
                      <a:pt x="74" y="11"/>
                      <a:pt x="72" y="11"/>
                      <a:pt x="70" y="12"/>
                    </a:cubicBezTo>
                    <a:cubicBezTo>
                      <a:pt x="69" y="12"/>
                      <a:pt x="66" y="14"/>
                      <a:pt x="66" y="14"/>
                    </a:cubicBezTo>
                    <a:cubicBezTo>
                      <a:pt x="63" y="14"/>
                      <a:pt x="58" y="12"/>
                      <a:pt x="57" y="15"/>
                    </a:cubicBezTo>
                    <a:cubicBezTo>
                      <a:pt x="56" y="17"/>
                      <a:pt x="57" y="19"/>
                      <a:pt x="58" y="20"/>
                    </a:cubicBezTo>
                    <a:cubicBezTo>
                      <a:pt x="59" y="20"/>
                      <a:pt x="59" y="21"/>
                      <a:pt x="59" y="22"/>
                    </a:cubicBezTo>
                    <a:cubicBezTo>
                      <a:pt x="59" y="22"/>
                      <a:pt x="59" y="22"/>
                      <a:pt x="58" y="22"/>
                    </a:cubicBezTo>
                    <a:cubicBezTo>
                      <a:pt x="56" y="23"/>
                      <a:pt x="53" y="24"/>
                      <a:pt x="53" y="24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8" y="22"/>
                      <a:pt x="49" y="23"/>
                      <a:pt x="47" y="20"/>
                    </a:cubicBezTo>
                    <a:cubicBezTo>
                      <a:pt x="50" y="20"/>
                      <a:pt x="52" y="18"/>
                      <a:pt x="53" y="15"/>
                    </a:cubicBezTo>
                    <a:cubicBezTo>
                      <a:pt x="53" y="11"/>
                      <a:pt x="51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4"/>
                      <a:pt x="46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6" y="2"/>
                      <a:pt x="36" y="5"/>
                    </a:cubicBezTo>
                    <a:cubicBezTo>
                      <a:pt x="35" y="5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2" y="5"/>
                      <a:pt x="29" y="8"/>
                      <a:pt x="28" y="11"/>
                    </a:cubicBezTo>
                    <a:cubicBezTo>
                      <a:pt x="28" y="14"/>
                      <a:pt x="29" y="17"/>
                      <a:pt x="32" y="18"/>
                    </a:cubicBezTo>
                    <a:cubicBezTo>
                      <a:pt x="30" y="20"/>
                      <a:pt x="30" y="19"/>
                      <a:pt x="27" y="19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3" y="19"/>
                      <a:pt x="21" y="17"/>
                    </a:cubicBezTo>
                    <a:cubicBezTo>
                      <a:pt x="20" y="17"/>
                      <a:pt x="20" y="16"/>
                      <a:pt x="20" y="16"/>
                    </a:cubicBezTo>
                    <a:cubicBezTo>
                      <a:pt x="20" y="16"/>
                      <a:pt x="21" y="15"/>
                      <a:pt x="21" y="15"/>
                    </a:cubicBezTo>
                    <a:cubicBezTo>
                      <a:pt x="22" y="14"/>
                      <a:pt x="24" y="12"/>
                      <a:pt x="24" y="11"/>
                    </a:cubicBezTo>
                    <a:cubicBezTo>
                      <a:pt x="24" y="7"/>
                      <a:pt x="18" y="8"/>
                      <a:pt x="16" y="7"/>
                    </a:cubicBezTo>
                    <a:cubicBezTo>
                      <a:pt x="16" y="7"/>
                      <a:pt x="13" y="4"/>
                      <a:pt x="12" y="3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6" y="1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5" y="11"/>
                      <a:pt x="8" y="15"/>
                    </a:cubicBezTo>
                    <a:moveTo>
                      <a:pt x="21" y="39"/>
                    </a:moveTo>
                    <a:cubicBezTo>
                      <a:pt x="21" y="39"/>
                      <a:pt x="21" y="39"/>
                      <a:pt x="21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19" y="41"/>
                      <a:pt x="18" y="40"/>
                      <a:pt x="18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1" y="37"/>
                      <a:pt x="21" y="38"/>
                      <a:pt x="21" y="38"/>
                    </a:cubicBezTo>
                    <a:cubicBezTo>
                      <a:pt x="21" y="38"/>
                      <a:pt x="21" y="39"/>
                      <a:pt x="21" y="39"/>
                    </a:cubicBezTo>
                    <a:moveTo>
                      <a:pt x="25" y="43"/>
                    </a:moveTo>
                    <a:cubicBezTo>
                      <a:pt x="24" y="42"/>
                      <a:pt x="23" y="42"/>
                      <a:pt x="23" y="4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6"/>
                      <a:pt x="26" y="36"/>
                    </a:cubicBezTo>
                    <a:lnTo>
                      <a:pt x="25" y="43"/>
                    </a:lnTo>
                    <a:close/>
                    <a:moveTo>
                      <a:pt x="30" y="44"/>
                    </a:moveTo>
                    <a:cubicBezTo>
                      <a:pt x="29" y="44"/>
                      <a:pt x="28" y="44"/>
                      <a:pt x="28" y="43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1" y="37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2" y="44"/>
                      <a:pt x="32" y="44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4" y="37"/>
                      <a:pt x="35" y="37"/>
                      <a:pt x="36" y="37"/>
                    </a:cubicBezTo>
                    <a:cubicBezTo>
                      <a:pt x="36" y="37"/>
                      <a:pt x="35" y="43"/>
                      <a:pt x="35" y="45"/>
                    </a:cubicBezTo>
                    <a:moveTo>
                      <a:pt x="40" y="45"/>
                    </a:moveTo>
                    <a:cubicBezTo>
                      <a:pt x="40" y="45"/>
                      <a:pt x="37" y="45"/>
                      <a:pt x="38" y="45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41" y="38"/>
                      <a:pt x="41" y="38"/>
                    </a:cubicBezTo>
                    <a:lnTo>
                      <a:pt x="40" y="45"/>
                    </a:lnTo>
                    <a:close/>
                    <a:moveTo>
                      <a:pt x="44" y="46"/>
                    </a:moveTo>
                    <a:cubicBezTo>
                      <a:pt x="43" y="46"/>
                      <a:pt x="43" y="46"/>
                      <a:pt x="42" y="46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9"/>
                      <a:pt x="44" y="39"/>
                      <a:pt x="45" y="39"/>
                    </a:cubicBezTo>
                    <a:lnTo>
                      <a:pt x="44" y="46"/>
                    </a:lnTo>
                    <a:close/>
                    <a:moveTo>
                      <a:pt x="49" y="46"/>
                    </a:moveTo>
                    <a:cubicBezTo>
                      <a:pt x="49" y="46"/>
                      <a:pt x="48" y="46"/>
                      <a:pt x="47" y="46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lnTo>
                      <a:pt x="49" y="46"/>
                    </a:lnTo>
                    <a:close/>
                    <a:moveTo>
                      <a:pt x="55" y="45"/>
                    </a:moveTo>
                    <a:cubicBezTo>
                      <a:pt x="54" y="46"/>
                      <a:pt x="53" y="46"/>
                      <a:pt x="53" y="46"/>
                    </a:cubicBezTo>
                    <a:cubicBezTo>
                      <a:pt x="52" y="45"/>
                      <a:pt x="52" y="45"/>
                      <a:pt x="52" y="44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1"/>
                    </a:cubicBezTo>
                    <a:cubicBezTo>
                      <a:pt x="54" y="41"/>
                      <a:pt x="55" y="42"/>
                      <a:pt x="55" y="42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5" y="45"/>
                      <a:pt x="55" y="45"/>
                    </a:cubicBezTo>
                    <a:moveTo>
                      <a:pt x="61" y="17"/>
                    </a:moveTo>
                    <a:cubicBezTo>
                      <a:pt x="62" y="17"/>
                      <a:pt x="64" y="17"/>
                      <a:pt x="65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9" y="17"/>
                      <a:pt x="71" y="16"/>
                      <a:pt x="72" y="15"/>
                    </a:cubicBezTo>
                    <a:cubicBezTo>
                      <a:pt x="73" y="15"/>
                      <a:pt x="74" y="14"/>
                      <a:pt x="75" y="14"/>
                    </a:cubicBezTo>
                    <a:cubicBezTo>
                      <a:pt x="76" y="14"/>
                      <a:pt x="78" y="15"/>
                      <a:pt x="79" y="15"/>
                    </a:cubicBezTo>
                    <a:cubicBezTo>
                      <a:pt x="74" y="16"/>
                      <a:pt x="70" y="22"/>
                      <a:pt x="67" y="21"/>
                    </a:cubicBezTo>
                    <a:cubicBezTo>
                      <a:pt x="65" y="20"/>
                      <a:pt x="66" y="24"/>
                      <a:pt x="65" y="25"/>
                    </a:cubicBezTo>
                    <a:cubicBezTo>
                      <a:pt x="63" y="27"/>
                      <a:pt x="60" y="26"/>
                      <a:pt x="62" y="22"/>
                    </a:cubicBezTo>
                    <a:cubicBezTo>
                      <a:pt x="62" y="21"/>
                      <a:pt x="61" y="19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1" y="17"/>
                    </a:cubicBezTo>
                    <a:moveTo>
                      <a:pt x="62" y="31"/>
                    </a:moveTo>
                    <a:cubicBezTo>
                      <a:pt x="62" y="32"/>
                      <a:pt x="61" y="33"/>
                      <a:pt x="61" y="33"/>
                    </a:cubicBezTo>
                    <a:cubicBezTo>
                      <a:pt x="59" y="32"/>
                      <a:pt x="57" y="31"/>
                      <a:pt x="56" y="31"/>
                    </a:cubicBezTo>
                    <a:cubicBezTo>
                      <a:pt x="54" y="30"/>
                      <a:pt x="53" y="31"/>
                      <a:pt x="53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7" y="36"/>
                      <a:pt x="59" y="37"/>
                      <a:pt x="59" y="37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9"/>
                      <a:pt x="58" y="40"/>
                      <a:pt x="57" y="41"/>
                    </a:cubicBezTo>
                    <a:cubicBezTo>
                      <a:pt x="54" y="38"/>
                      <a:pt x="46" y="36"/>
                      <a:pt x="40" y="35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2"/>
                      <a:pt x="47" y="32"/>
                      <a:pt x="47" y="30"/>
                    </a:cubicBezTo>
                    <a:cubicBezTo>
                      <a:pt x="47" y="29"/>
                      <a:pt x="47" y="28"/>
                      <a:pt x="45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50" y="25"/>
                      <a:pt x="59" y="28"/>
                      <a:pt x="62" y="31"/>
                    </a:cubicBezTo>
                    <a:moveTo>
                      <a:pt x="46" y="10"/>
                    </a:moveTo>
                    <a:cubicBezTo>
                      <a:pt x="46" y="10"/>
                      <a:pt x="47" y="10"/>
                      <a:pt x="47" y="10"/>
                    </a:cubicBezTo>
                    <a:cubicBezTo>
                      <a:pt x="49" y="11"/>
                      <a:pt x="50" y="12"/>
                      <a:pt x="50" y="14"/>
                    </a:cubicBezTo>
                    <a:cubicBezTo>
                      <a:pt x="50" y="16"/>
                      <a:pt x="48" y="18"/>
                      <a:pt x="46" y="17"/>
                    </a:cubicBezTo>
                    <a:cubicBezTo>
                      <a:pt x="44" y="17"/>
                      <a:pt x="43" y="15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1"/>
                      <a:pt x="45" y="11"/>
                      <a:pt x="46" y="10"/>
                    </a:cubicBezTo>
                    <a:moveTo>
                      <a:pt x="42" y="2"/>
                    </a:moveTo>
                    <a:cubicBezTo>
                      <a:pt x="44" y="3"/>
                      <a:pt x="45" y="5"/>
                      <a:pt x="45" y="6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9"/>
                      <a:pt x="40" y="9"/>
                      <a:pt x="40" y="9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4"/>
                      <a:pt x="40" y="2"/>
                      <a:pt x="42" y="2"/>
                    </a:cubicBezTo>
                    <a:moveTo>
                      <a:pt x="31" y="12"/>
                    </a:moveTo>
                    <a:cubicBezTo>
                      <a:pt x="31" y="10"/>
                      <a:pt x="33" y="8"/>
                      <a:pt x="35" y="9"/>
                    </a:cubicBezTo>
                    <a:cubicBezTo>
                      <a:pt x="35" y="9"/>
                      <a:pt x="36" y="9"/>
                      <a:pt x="36" y="9"/>
                    </a:cubicBezTo>
                    <a:cubicBezTo>
                      <a:pt x="37" y="10"/>
                      <a:pt x="37" y="10"/>
                      <a:pt x="38" y="11"/>
                    </a:cubicBezTo>
                    <a:cubicBezTo>
                      <a:pt x="38" y="11"/>
                      <a:pt x="38" y="12"/>
                      <a:pt x="38" y="13"/>
                    </a:cubicBezTo>
                    <a:cubicBezTo>
                      <a:pt x="38" y="15"/>
                      <a:pt x="36" y="16"/>
                      <a:pt x="34" y="16"/>
                    </a:cubicBezTo>
                    <a:cubicBezTo>
                      <a:pt x="32" y="15"/>
                      <a:pt x="31" y="14"/>
                      <a:pt x="31" y="12"/>
                    </a:cubicBezTo>
                    <a:moveTo>
                      <a:pt x="37" y="23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29" y="27"/>
                      <a:pt x="29" y="28"/>
                    </a:cubicBezTo>
                    <a:cubicBezTo>
                      <a:pt x="29" y="29"/>
                      <a:pt x="30" y="30"/>
                      <a:pt x="31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4"/>
                      <a:pt x="20" y="33"/>
                      <a:pt x="16" y="35"/>
                    </a:cubicBezTo>
                    <a:cubicBezTo>
                      <a:pt x="16" y="34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8" y="30"/>
                      <a:pt x="21" y="30"/>
                    </a:cubicBezTo>
                    <a:cubicBezTo>
                      <a:pt x="22" y="30"/>
                      <a:pt x="23" y="29"/>
                      <a:pt x="23" y="28"/>
                    </a:cubicBezTo>
                    <a:cubicBezTo>
                      <a:pt x="23" y="26"/>
                      <a:pt x="22" y="26"/>
                      <a:pt x="21" y="26"/>
                    </a:cubicBezTo>
                    <a:cubicBezTo>
                      <a:pt x="20" y="26"/>
                      <a:pt x="17" y="26"/>
                      <a:pt x="15" y="27"/>
                    </a:cubicBezTo>
                    <a:cubicBezTo>
                      <a:pt x="15" y="26"/>
                      <a:pt x="15" y="25"/>
                      <a:pt x="14" y="24"/>
                    </a:cubicBezTo>
                    <a:cubicBezTo>
                      <a:pt x="19" y="22"/>
                      <a:pt x="27" y="22"/>
                      <a:pt x="37" y="23"/>
                    </a:cubicBezTo>
                    <a:moveTo>
                      <a:pt x="7" y="4"/>
                    </a:move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0"/>
                      <a:pt x="19" y="11"/>
                      <a:pt x="20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17" y="14"/>
                      <a:pt x="18" y="16"/>
                    </a:cubicBezTo>
                    <a:cubicBezTo>
                      <a:pt x="18" y="20"/>
                      <a:pt x="15" y="20"/>
                      <a:pt x="14" y="18"/>
                    </a:cubicBezTo>
                    <a:cubicBezTo>
                      <a:pt x="13" y="17"/>
                      <a:pt x="15" y="12"/>
                      <a:pt x="12" y="13"/>
                    </a:cubicBezTo>
                    <a:cubicBezTo>
                      <a:pt x="9" y="13"/>
                      <a:pt x="7" y="7"/>
                      <a:pt x="3" y="4"/>
                    </a:cubicBezTo>
                    <a:cubicBezTo>
                      <a:pt x="4" y="4"/>
                      <a:pt x="6" y="4"/>
                      <a:pt x="7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5" name="Freeform 35">
                <a:extLst>
                  <a:ext uri="{FF2B5EF4-FFF2-40B4-BE49-F238E27FC236}">
                    <a16:creationId xmlns:a16="http://schemas.microsoft.com/office/drawing/2014/main" id="{DD08BE70-ED1D-4ABF-9183-1031A55A7B5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0" y="7683"/>
                <a:ext cx="66" cy="52"/>
              </a:xfrm>
              <a:custGeom>
                <a:avLst/>
                <a:gdLst>
                  <a:gd name="T0" fmla="*/ 19 w 89"/>
                  <a:gd name="T1" fmla="*/ 62 h 69"/>
                  <a:gd name="T2" fmla="*/ 88 w 89"/>
                  <a:gd name="T3" fmla="*/ 3 h 69"/>
                  <a:gd name="T4" fmla="*/ 87 w 89"/>
                  <a:gd name="T5" fmla="*/ 1 h 69"/>
                  <a:gd name="T6" fmla="*/ 17 w 89"/>
                  <a:gd name="T7" fmla="*/ 57 h 69"/>
                  <a:gd name="T8" fmla="*/ 14 w 89"/>
                  <a:gd name="T9" fmla="*/ 52 h 69"/>
                  <a:gd name="T10" fmla="*/ 78 w 89"/>
                  <a:gd name="T11" fmla="*/ 6 h 69"/>
                  <a:gd name="T12" fmla="*/ 78 w 89"/>
                  <a:gd name="T13" fmla="*/ 5 h 69"/>
                  <a:gd name="T14" fmla="*/ 12 w 89"/>
                  <a:gd name="T15" fmla="*/ 49 h 69"/>
                  <a:gd name="T16" fmla="*/ 19 w 89"/>
                  <a:gd name="T17" fmla="*/ 6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19" y="62"/>
                    </a:moveTo>
                    <a:cubicBezTo>
                      <a:pt x="24" y="57"/>
                      <a:pt x="85" y="5"/>
                      <a:pt x="88" y="3"/>
                    </a:cubicBezTo>
                    <a:cubicBezTo>
                      <a:pt x="89" y="1"/>
                      <a:pt x="88" y="0"/>
                      <a:pt x="87" y="1"/>
                    </a:cubicBezTo>
                    <a:cubicBezTo>
                      <a:pt x="84" y="3"/>
                      <a:pt x="19" y="56"/>
                      <a:pt x="17" y="57"/>
                    </a:cubicBezTo>
                    <a:cubicBezTo>
                      <a:pt x="14" y="60"/>
                      <a:pt x="10" y="56"/>
                      <a:pt x="14" y="52"/>
                    </a:cubicBezTo>
                    <a:cubicBezTo>
                      <a:pt x="20" y="48"/>
                      <a:pt x="78" y="5"/>
                      <a:pt x="78" y="6"/>
                    </a:cubicBezTo>
                    <a:cubicBezTo>
                      <a:pt x="77" y="7"/>
                      <a:pt x="78" y="5"/>
                      <a:pt x="78" y="5"/>
                    </a:cubicBezTo>
                    <a:cubicBezTo>
                      <a:pt x="77" y="6"/>
                      <a:pt x="24" y="41"/>
                      <a:pt x="12" y="49"/>
                    </a:cubicBezTo>
                    <a:cubicBezTo>
                      <a:pt x="0" y="58"/>
                      <a:pt x="10" y="69"/>
                      <a:pt x="19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6" name="Freeform 36">
                <a:extLst>
                  <a:ext uri="{FF2B5EF4-FFF2-40B4-BE49-F238E27FC236}">
                    <a16:creationId xmlns:a16="http://schemas.microsoft.com/office/drawing/2014/main" id="{ED55C7C9-A87F-458F-8246-B82A7EADE37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7" y="7662"/>
                <a:ext cx="62" cy="38"/>
              </a:xfrm>
              <a:custGeom>
                <a:avLst/>
                <a:gdLst>
                  <a:gd name="T0" fmla="*/ 72 w 83"/>
                  <a:gd name="T1" fmla="*/ 4 h 50"/>
                  <a:gd name="T2" fmla="*/ 12 w 83"/>
                  <a:gd name="T3" fmla="*/ 33 h 50"/>
                  <a:gd name="T4" fmla="*/ 16 w 83"/>
                  <a:gd name="T5" fmla="*/ 45 h 50"/>
                  <a:gd name="T6" fmla="*/ 81 w 83"/>
                  <a:gd name="T7" fmla="*/ 2 h 50"/>
                  <a:gd name="T8" fmla="*/ 81 w 83"/>
                  <a:gd name="T9" fmla="*/ 1 h 50"/>
                  <a:gd name="T10" fmla="*/ 15 w 83"/>
                  <a:gd name="T11" fmla="*/ 41 h 50"/>
                  <a:gd name="T12" fmla="*/ 13 w 83"/>
                  <a:gd name="T13" fmla="*/ 36 h 50"/>
                  <a:gd name="T14" fmla="*/ 72 w 83"/>
                  <a:gd name="T15" fmla="*/ 4 h 50"/>
                  <a:gd name="T16" fmla="*/ 72 w 83"/>
                  <a:gd name="T1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50">
                    <a:moveTo>
                      <a:pt x="72" y="4"/>
                    </a:moveTo>
                    <a:cubicBezTo>
                      <a:pt x="72" y="4"/>
                      <a:pt x="22" y="28"/>
                      <a:pt x="12" y="33"/>
                    </a:cubicBezTo>
                    <a:cubicBezTo>
                      <a:pt x="0" y="39"/>
                      <a:pt x="7" y="50"/>
                      <a:pt x="16" y="45"/>
                    </a:cubicBezTo>
                    <a:cubicBezTo>
                      <a:pt x="20" y="42"/>
                      <a:pt x="79" y="4"/>
                      <a:pt x="81" y="2"/>
                    </a:cubicBezTo>
                    <a:cubicBezTo>
                      <a:pt x="83" y="2"/>
                      <a:pt x="82" y="0"/>
                      <a:pt x="81" y="1"/>
                    </a:cubicBezTo>
                    <a:cubicBezTo>
                      <a:pt x="78" y="2"/>
                      <a:pt x="17" y="40"/>
                      <a:pt x="15" y="41"/>
                    </a:cubicBezTo>
                    <a:cubicBezTo>
                      <a:pt x="11" y="43"/>
                      <a:pt x="9" y="39"/>
                      <a:pt x="13" y="36"/>
                    </a:cubicBezTo>
                    <a:cubicBezTo>
                      <a:pt x="18" y="34"/>
                      <a:pt x="73" y="4"/>
                      <a:pt x="72" y="4"/>
                    </a:cubicBezTo>
                    <a:cubicBezTo>
                      <a:pt x="72" y="5"/>
                      <a:pt x="73" y="3"/>
                      <a:pt x="7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7" name="Freeform 37">
                <a:extLst>
                  <a:ext uri="{FF2B5EF4-FFF2-40B4-BE49-F238E27FC236}">
                    <a16:creationId xmlns:a16="http://schemas.microsoft.com/office/drawing/2014/main" id="{77CBFBE6-38BB-404A-AD66-F5950DF3AA5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78" y="7643"/>
                <a:ext cx="50" cy="19"/>
              </a:xfrm>
              <a:custGeom>
                <a:avLst/>
                <a:gdLst>
                  <a:gd name="T0" fmla="*/ 14 w 68"/>
                  <a:gd name="T1" fmla="*/ 22 h 26"/>
                  <a:gd name="T2" fmla="*/ 67 w 68"/>
                  <a:gd name="T3" fmla="*/ 2 h 26"/>
                  <a:gd name="T4" fmla="*/ 66 w 68"/>
                  <a:gd name="T5" fmla="*/ 1 h 26"/>
                  <a:gd name="T6" fmla="*/ 14 w 68"/>
                  <a:gd name="T7" fmla="*/ 18 h 26"/>
                  <a:gd name="T8" fmla="*/ 14 w 68"/>
                  <a:gd name="T9" fmla="*/ 13 h 26"/>
                  <a:gd name="T10" fmla="*/ 57 w 68"/>
                  <a:gd name="T11" fmla="*/ 2 h 26"/>
                  <a:gd name="T12" fmla="*/ 58 w 68"/>
                  <a:gd name="T13" fmla="*/ 1 h 26"/>
                  <a:gd name="T14" fmla="*/ 13 w 68"/>
                  <a:gd name="T15" fmla="*/ 10 h 26"/>
                  <a:gd name="T16" fmla="*/ 14 w 68"/>
                  <a:gd name="T17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6">
                    <a:moveTo>
                      <a:pt x="14" y="22"/>
                    </a:moveTo>
                    <a:cubicBezTo>
                      <a:pt x="20" y="20"/>
                      <a:pt x="64" y="3"/>
                      <a:pt x="67" y="2"/>
                    </a:cubicBezTo>
                    <a:cubicBezTo>
                      <a:pt x="68" y="2"/>
                      <a:pt x="68" y="0"/>
                      <a:pt x="66" y="1"/>
                    </a:cubicBezTo>
                    <a:cubicBezTo>
                      <a:pt x="64" y="2"/>
                      <a:pt x="17" y="18"/>
                      <a:pt x="14" y="18"/>
                    </a:cubicBezTo>
                    <a:cubicBezTo>
                      <a:pt x="11" y="19"/>
                      <a:pt x="9" y="15"/>
                      <a:pt x="14" y="13"/>
                    </a:cubicBezTo>
                    <a:cubicBezTo>
                      <a:pt x="19" y="12"/>
                      <a:pt x="55" y="3"/>
                      <a:pt x="57" y="2"/>
                    </a:cubicBezTo>
                    <a:cubicBezTo>
                      <a:pt x="57" y="2"/>
                      <a:pt x="58" y="1"/>
                      <a:pt x="58" y="1"/>
                    </a:cubicBezTo>
                    <a:cubicBezTo>
                      <a:pt x="57" y="1"/>
                      <a:pt x="24" y="7"/>
                      <a:pt x="13" y="10"/>
                    </a:cubicBezTo>
                    <a:cubicBezTo>
                      <a:pt x="0" y="13"/>
                      <a:pt x="5" y="26"/>
                      <a:pt x="14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8" name="Freeform 38">
                <a:extLst>
                  <a:ext uri="{FF2B5EF4-FFF2-40B4-BE49-F238E27FC236}">
                    <a16:creationId xmlns:a16="http://schemas.microsoft.com/office/drawing/2014/main" id="{04D584E4-E39B-42BA-81F5-4BFC0362A7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56" y="7687"/>
                <a:ext cx="19" cy="38"/>
              </a:xfrm>
              <a:custGeom>
                <a:avLst/>
                <a:gdLst>
                  <a:gd name="T0" fmla="*/ 10 w 26"/>
                  <a:gd name="T1" fmla="*/ 45 h 51"/>
                  <a:gd name="T2" fmla="*/ 26 w 26"/>
                  <a:gd name="T3" fmla="*/ 1 h 51"/>
                  <a:gd name="T4" fmla="*/ 25 w 26"/>
                  <a:gd name="T5" fmla="*/ 1 h 51"/>
                  <a:gd name="T6" fmla="*/ 8 w 26"/>
                  <a:gd name="T7" fmla="*/ 43 h 51"/>
                  <a:gd name="T8" fmla="*/ 6 w 26"/>
                  <a:gd name="T9" fmla="*/ 42 h 51"/>
                  <a:gd name="T10" fmla="*/ 22 w 26"/>
                  <a:gd name="T11" fmla="*/ 6 h 51"/>
                  <a:gd name="T12" fmla="*/ 22 w 26"/>
                  <a:gd name="T13" fmla="*/ 6 h 51"/>
                  <a:gd name="T14" fmla="*/ 4 w 26"/>
                  <a:gd name="T15" fmla="*/ 41 h 51"/>
                  <a:gd name="T16" fmla="*/ 10 w 26"/>
                  <a:gd name="T17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10" y="45"/>
                    </a:moveTo>
                    <a:cubicBezTo>
                      <a:pt x="11" y="41"/>
                      <a:pt x="25" y="3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4" y="3"/>
                      <a:pt x="9" y="42"/>
                      <a:pt x="8" y="43"/>
                    </a:cubicBezTo>
                    <a:cubicBezTo>
                      <a:pt x="8" y="46"/>
                      <a:pt x="4" y="45"/>
                      <a:pt x="6" y="42"/>
                    </a:cubicBezTo>
                    <a:cubicBezTo>
                      <a:pt x="7" y="38"/>
                      <a:pt x="21" y="8"/>
                      <a:pt x="22" y="6"/>
                    </a:cubicBezTo>
                    <a:cubicBezTo>
                      <a:pt x="22" y="6"/>
                      <a:pt x="22" y="5"/>
                      <a:pt x="22" y="6"/>
                    </a:cubicBezTo>
                    <a:cubicBezTo>
                      <a:pt x="22" y="6"/>
                      <a:pt x="7" y="34"/>
                      <a:pt x="4" y="41"/>
                    </a:cubicBezTo>
                    <a:cubicBezTo>
                      <a:pt x="0" y="49"/>
                      <a:pt x="8" y="51"/>
                      <a:pt x="10" y="4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9" name="Freeform 39">
                <a:extLst>
                  <a:ext uri="{FF2B5EF4-FFF2-40B4-BE49-F238E27FC236}">
                    <a16:creationId xmlns:a16="http://schemas.microsoft.com/office/drawing/2014/main" id="{25B79DBC-3AF3-4002-819E-928C26F8BB3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2" y="7692"/>
                <a:ext cx="21" cy="37"/>
              </a:xfrm>
              <a:custGeom>
                <a:avLst/>
                <a:gdLst>
                  <a:gd name="T0" fmla="*/ 10 w 28"/>
                  <a:gd name="T1" fmla="*/ 44 h 50"/>
                  <a:gd name="T2" fmla="*/ 28 w 28"/>
                  <a:gd name="T3" fmla="*/ 2 h 50"/>
                  <a:gd name="T4" fmla="*/ 27 w 28"/>
                  <a:gd name="T5" fmla="*/ 1 h 50"/>
                  <a:gd name="T6" fmla="*/ 8 w 28"/>
                  <a:gd name="T7" fmla="*/ 42 h 50"/>
                  <a:gd name="T8" fmla="*/ 5 w 28"/>
                  <a:gd name="T9" fmla="*/ 41 h 50"/>
                  <a:gd name="T10" fmla="*/ 24 w 28"/>
                  <a:gd name="T11" fmla="*/ 6 h 50"/>
                  <a:gd name="T12" fmla="*/ 24 w 28"/>
                  <a:gd name="T13" fmla="*/ 6 h 50"/>
                  <a:gd name="T14" fmla="*/ 3 w 28"/>
                  <a:gd name="T15" fmla="*/ 40 h 50"/>
                  <a:gd name="T16" fmla="*/ 10 w 28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10" y="44"/>
                    </a:moveTo>
                    <a:cubicBezTo>
                      <a:pt x="11" y="41"/>
                      <a:pt x="27" y="3"/>
                      <a:pt x="28" y="2"/>
                    </a:cubicBezTo>
                    <a:cubicBezTo>
                      <a:pt x="28" y="1"/>
                      <a:pt x="27" y="0"/>
                      <a:pt x="27" y="1"/>
                    </a:cubicBezTo>
                    <a:cubicBezTo>
                      <a:pt x="26" y="3"/>
                      <a:pt x="9" y="41"/>
                      <a:pt x="8" y="42"/>
                    </a:cubicBezTo>
                    <a:cubicBezTo>
                      <a:pt x="7" y="45"/>
                      <a:pt x="4" y="44"/>
                      <a:pt x="5" y="41"/>
                    </a:cubicBezTo>
                    <a:cubicBezTo>
                      <a:pt x="7" y="37"/>
                      <a:pt x="23" y="7"/>
                      <a:pt x="24" y="6"/>
                    </a:cubicBezTo>
                    <a:cubicBezTo>
                      <a:pt x="24" y="6"/>
                      <a:pt x="24" y="5"/>
                      <a:pt x="24" y="6"/>
                    </a:cubicBezTo>
                    <a:cubicBezTo>
                      <a:pt x="23" y="6"/>
                      <a:pt x="7" y="33"/>
                      <a:pt x="3" y="40"/>
                    </a:cubicBezTo>
                    <a:cubicBezTo>
                      <a:pt x="0" y="47"/>
                      <a:pt x="8" y="50"/>
                      <a:pt x="10" y="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0" name="Freeform 40">
                <a:extLst>
                  <a:ext uri="{FF2B5EF4-FFF2-40B4-BE49-F238E27FC236}">
                    <a16:creationId xmlns:a16="http://schemas.microsoft.com/office/drawing/2014/main" id="{A55A0791-3D79-4FF5-ABAD-4002680DA23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1" y="7693"/>
                <a:ext cx="21" cy="38"/>
              </a:xfrm>
              <a:custGeom>
                <a:avLst/>
                <a:gdLst>
                  <a:gd name="T0" fmla="*/ 24 w 28"/>
                  <a:gd name="T1" fmla="*/ 40 h 51"/>
                  <a:gd name="T2" fmla="*/ 4 w 28"/>
                  <a:gd name="T3" fmla="*/ 6 h 51"/>
                  <a:gd name="T4" fmla="*/ 4 w 28"/>
                  <a:gd name="T5" fmla="*/ 6 h 51"/>
                  <a:gd name="T6" fmla="*/ 22 w 28"/>
                  <a:gd name="T7" fmla="*/ 41 h 51"/>
                  <a:gd name="T8" fmla="*/ 20 w 28"/>
                  <a:gd name="T9" fmla="*/ 43 h 51"/>
                  <a:gd name="T10" fmla="*/ 1 w 28"/>
                  <a:gd name="T11" fmla="*/ 1 h 51"/>
                  <a:gd name="T12" fmla="*/ 0 w 28"/>
                  <a:gd name="T13" fmla="*/ 2 h 51"/>
                  <a:gd name="T14" fmla="*/ 18 w 28"/>
                  <a:gd name="T15" fmla="*/ 44 h 51"/>
                  <a:gd name="T16" fmla="*/ 24 w 28"/>
                  <a:gd name="T17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24" y="40"/>
                    </a:moveTo>
                    <a:cubicBezTo>
                      <a:pt x="21" y="33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8"/>
                      <a:pt x="21" y="38"/>
                      <a:pt x="22" y="41"/>
                    </a:cubicBezTo>
                    <a:cubicBezTo>
                      <a:pt x="24" y="44"/>
                      <a:pt x="21" y="45"/>
                      <a:pt x="20" y="43"/>
                    </a:cubicBezTo>
                    <a:cubicBezTo>
                      <a:pt x="19" y="41"/>
                      <a:pt x="2" y="3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4"/>
                      <a:pt x="17" y="41"/>
                      <a:pt x="18" y="44"/>
                    </a:cubicBezTo>
                    <a:cubicBezTo>
                      <a:pt x="20" y="51"/>
                      <a:pt x="28" y="48"/>
                      <a:pt x="24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1" name="Freeform 41">
                <a:extLst>
                  <a:ext uri="{FF2B5EF4-FFF2-40B4-BE49-F238E27FC236}">
                    <a16:creationId xmlns:a16="http://schemas.microsoft.com/office/drawing/2014/main" id="{0CF72F48-44F7-4071-9665-8B062E3B281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4" y="7688"/>
                <a:ext cx="17" cy="25"/>
              </a:xfrm>
              <a:custGeom>
                <a:avLst/>
                <a:gdLst>
                  <a:gd name="T0" fmla="*/ 19 w 23"/>
                  <a:gd name="T1" fmla="*/ 4 h 33"/>
                  <a:gd name="T2" fmla="*/ 19 w 23"/>
                  <a:gd name="T3" fmla="*/ 4 h 33"/>
                  <a:gd name="T4" fmla="*/ 3 w 23"/>
                  <a:gd name="T5" fmla="*/ 26 h 33"/>
                  <a:gd name="T6" fmla="*/ 8 w 23"/>
                  <a:gd name="T7" fmla="*/ 29 h 33"/>
                  <a:gd name="T8" fmla="*/ 22 w 23"/>
                  <a:gd name="T9" fmla="*/ 1 h 33"/>
                  <a:gd name="T10" fmla="*/ 22 w 23"/>
                  <a:gd name="T11" fmla="*/ 1 h 33"/>
                  <a:gd name="T12" fmla="*/ 7 w 23"/>
                  <a:gd name="T13" fmla="*/ 28 h 33"/>
                  <a:gd name="T14" fmla="*/ 5 w 23"/>
                  <a:gd name="T15" fmla="*/ 27 h 33"/>
                  <a:gd name="T16" fmla="*/ 19 w 23"/>
                  <a:gd name="T1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3">
                    <a:moveTo>
                      <a:pt x="19" y="4"/>
                    </a:move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6" y="22"/>
                      <a:pt x="3" y="26"/>
                    </a:cubicBezTo>
                    <a:cubicBezTo>
                      <a:pt x="0" y="31"/>
                      <a:pt x="7" y="33"/>
                      <a:pt x="8" y="29"/>
                    </a:cubicBezTo>
                    <a:cubicBezTo>
                      <a:pt x="9" y="27"/>
                      <a:pt x="22" y="2"/>
                      <a:pt x="22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1" y="2"/>
                      <a:pt x="7" y="27"/>
                      <a:pt x="7" y="28"/>
                    </a:cubicBezTo>
                    <a:cubicBezTo>
                      <a:pt x="6" y="29"/>
                      <a:pt x="4" y="29"/>
                      <a:pt x="5" y="27"/>
                    </a:cubicBezTo>
                    <a:cubicBezTo>
                      <a:pt x="6" y="25"/>
                      <a:pt x="19" y="4"/>
                      <a:pt x="19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2" name="Freeform 42">
                <a:extLst>
                  <a:ext uri="{FF2B5EF4-FFF2-40B4-BE49-F238E27FC236}">
                    <a16:creationId xmlns:a16="http://schemas.microsoft.com/office/drawing/2014/main" id="{0F2D4BAD-CAC2-46C3-BF78-67128E8B6CD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0" y="7690"/>
                <a:ext cx="18" cy="17"/>
              </a:xfrm>
              <a:custGeom>
                <a:avLst/>
                <a:gdLst>
                  <a:gd name="T0" fmla="*/ 22 w 23"/>
                  <a:gd name="T1" fmla="*/ 1 h 23"/>
                  <a:gd name="T2" fmla="*/ 22 w 23"/>
                  <a:gd name="T3" fmla="*/ 1 h 23"/>
                  <a:gd name="T4" fmla="*/ 9 w 23"/>
                  <a:gd name="T5" fmla="*/ 16 h 23"/>
                  <a:gd name="T6" fmla="*/ 7 w 23"/>
                  <a:gd name="T7" fmla="*/ 13 h 23"/>
                  <a:gd name="T8" fmla="*/ 17 w 23"/>
                  <a:gd name="T9" fmla="*/ 4 h 23"/>
                  <a:gd name="T10" fmla="*/ 17 w 23"/>
                  <a:gd name="T11" fmla="*/ 4 h 23"/>
                  <a:gd name="T12" fmla="*/ 6 w 23"/>
                  <a:gd name="T13" fmla="*/ 12 h 23"/>
                  <a:gd name="T14" fmla="*/ 10 w 23"/>
                  <a:gd name="T15" fmla="*/ 18 h 23"/>
                  <a:gd name="T16" fmla="*/ 22 w 23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1"/>
                    </a:moveTo>
                    <a:cubicBezTo>
                      <a:pt x="23" y="1"/>
                      <a:pt x="22" y="0"/>
                      <a:pt x="22" y="1"/>
                    </a:cubicBezTo>
                    <a:cubicBezTo>
                      <a:pt x="21" y="2"/>
                      <a:pt x="10" y="15"/>
                      <a:pt x="9" y="16"/>
                    </a:cubicBezTo>
                    <a:cubicBezTo>
                      <a:pt x="7" y="18"/>
                      <a:pt x="5" y="16"/>
                      <a:pt x="7" y="13"/>
                    </a:cubicBezTo>
                    <a:cubicBezTo>
                      <a:pt x="9" y="11"/>
                      <a:pt x="17" y="5"/>
                      <a:pt x="17" y="4"/>
                    </a:cubicBezTo>
                    <a:cubicBezTo>
                      <a:pt x="17" y="4"/>
                      <a:pt x="18" y="4"/>
                      <a:pt x="17" y="4"/>
                    </a:cubicBezTo>
                    <a:cubicBezTo>
                      <a:pt x="17" y="4"/>
                      <a:pt x="11" y="6"/>
                      <a:pt x="6" y="12"/>
                    </a:cubicBezTo>
                    <a:cubicBezTo>
                      <a:pt x="0" y="18"/>
                      <a:pt x="6" y="23"/>
                      <a:pt x="10" y="18"/>
                    </a:cubicBezTo>
                    <a:cubicBezTo>
                      <a:pt x="13" y="15"/>
                      <a:pt x="21" y="3"/>
                      <a:pt x="2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3" name="Freeform 43">
                <a:extLst>
                  <a:ext uri="{FF2B5EF4-FFF2-40B4-BE49-F238E27FC236}">
                    <a16:creationId xmlns:a16="http://schemas.microsoft.com/office/drawing/2014/main" id="{1A0B2128-880E-4E75-9F2A-44D284F8F16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26"/>
                <a:ext cx="27" cy="8"/>
              </a:xfrm>
              <a:custGeom>
                <a:avLst/>
                <a:gdLst>
                  <a:gd name="T0" fmla="*/ 29 w 37"/>
                  <a:gd name="T1" fmla="*/ 5 h 11"/>
                  <a:gd name="T2" fmla="*/ 11 w 37"/>
                  <a:gd name="T3" fmla="*/ 1 h 11"/>
                  <a:gd name="T4" fmla="*/ 9 w 37"/>
                  <a:gd name="T5" fmla="*/ 11 h 11"/>
                  <a:gd name="T6" fmla="*/ 36 w 37"/>
                  <a:gd name="T7" fmla="*/ 8 h 11"/>
                  <a:gd name="T8" fmla="*/ 36 w 37"/>
                  <a:gd name="T9" fmla="*/ 7 h 11"/>
                  <a:gd name="T10" fmla="*/ 10 w 37"/>
                  <a:gd name="T11" fmla="*/ 8 h 11"/>
                  <a:gd name="T12" fmla="*/ 11 w 37"/>
                  <a:gd name="T13" fmla="*/ 3 h 11"/>
                  <a:gd name="T14" fmla="*/ 28 w 37"/>
                  <a:gd name="T15" fmla="*/ 6 h 11"/>
                  <a:gd name="T16" fmla="*/ 29 w 37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9" y="5"/>
                    </a:moveTo>
                    <a:cubicBezTo>
                      <a:pt x="28" y="5"/>
                      <a:pt x="21" y="1"/>
                      <a:pt x="11" y="1"/>
                    </a:cubicBezTo>
                    <a:cubicBezTo>
                      <a:pt x="0" y="0"/>
                      <a:pt x="1" y="11"/>
                      <a:pt x="9" y="11"/>
                    </a:cubicBezTo>
                    <a:cubicBezTo>
                      <a:pt x="14" y="10"/>
                      <a:pt x="34" y="9"/>
                      <a:pt x="36" y="8"/>
                    </a:cubicBezTo>
                    <a:cubicBezTo>
                      <a:pt x="37" y="8"/>
                      <a:pt x="37" y="7"/>
                      <a:pt x="36" y="7"/>
                    </a:cubicBezTo>
                    <a:cubicBezTo>
                      <a:pt x="34" y="7"/>
                      <a:pt x="12" y="8"/>
                      <a:pt x="10" y="8"/>
                    </a:cubicBezTo>
                    <a:cubicBezTo>
                      <a:pt x="7" y="7"/>
                      <a:pt x="7" y="3"/>
                      <a:pt x="11" y="3"/>
                    </a:cubicBezTo>
                    <a:cubicBezTo>
                      <a:pt x="16" y="4"/>
                      <a:pt x="28" y="6"/>
                      <a:pt x="28" y="6"/>
                    </a:cubicBezTo>
                    <a:cubicBezTo>
                      <a:pt x="29" y="6"/>
                      <a:pt x="29" y="5"/>
                      <a:pt x="29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4" name="Freeform 44">
                <a:extLst>
                  <a:ext uri="{FF2B5EF4-FFF2-40B4-BE49-F238E27FC236}">
                    <a16:creationId xmlns:a16="http://schemas.microsoft.com/office/drawing/2014/main" id="{528F3988-0CC2-4807-8592-EB70D0E1C19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12"/>
                <a:ext cx="27" cy="10"/>
              </a:xfrm>
              <a:custGeom>
                <a:avLst/>
                <a:gdLst>
                  <a:gd name="T0" fmla="*/ 9 w 37"/>
                  <a:gd name="T1" fmla="*/ 11 h 13"/>
                  <a:gd name="T2" fmla="*/ 36 w 37"/>
                  <a:gd name="T3" fmla="*/ 13 h 13"/>
                  <a:gd name="T4" fmla="*/ 36 w 37"/>
                  <a:gd name="T5" fmla="*/ 11 h 13"/>
                  <a:gd name="T6" fmla="*/ 11 w 37"/>
                  <a:gd name="T7" fmla="*/ 8 h 13"/>
                  <a:gd name="T8" fmla="*/ 12 w 37"/>
                  <a:gd name="T9" fmla="*/ 4 h 13"/>
                  <a:gd name="T10" fmla="*/ 29 w 37"/>
                  <a:gd name="T11" fmla="*/ 9 h 13"/>
                  <a:gd name="T12" fmla="*/ 29 w 37"/>
                  <a:gd name="T13" fmla="*/ 9 h 13"/>
                  <a:gd name="T14" fmla="*/ 12 w 37"/>
                  <a:gd name="T15" fmla="*/ 2 h 13"/>
                  <a:gd name="T16" fmla="*/ 9 w 37"/>
                  <a:gd name="T1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9" y="11"/>
                    </a:moveTo>
                    <a:cubicBezTo>
                      <a:pt x="14" y="12"/>
                      <a:pt x="33" y="12"/>
                      <a:pt x="36" y="13"/>
                    </a:cubicBezTo>
                    <a:cubicBezTo>
                      <a:pt x="37" y="13"/>
                      <a:pt x="37" y="11"/>
                      <a:pt x="36" y="11"/>
                    </a:cubicBezTo>
                    <a:cubicBezTo>
                      <a:pt x="34" y="11"/>
                      <a:pt x="12" y="9"/>
                      <a:pt x="11" y="8"/>
                    </a:cubicBezTo>
                    <a:cubicBezTo>
                      <a:pt x="7" y="8"/>
                      <a:pt x="8" y="4"/>
                      <a:pt x="12" y="4"/>
                    </a:cubicBezTo>
                    <a:cubicBezTo>
                      <a:pt x="16" y="5"/>
                      <a:pt x="28" y="9"/>
                      <a:pt x="29" y="9"/>
                    </a:cubicBezTo>
                    <a:cubicBezTo>
                      <a:pt x="29" y="9"/>
                      <a:pt x="30" y="9"/>
                      <a:pt x="29" y="9"/>
                    </a:cubicBezTo>
                    <a:cubicBezTo>
                      <a:pt x="28" y="8"/>
                      <a:pt x="22" y="4"/>
                      <a:pt x="12" y="2"/>
                    </a:cubicBezTo>
                    <a:cubicBezTo>
                      <a:pt x="1" y="0"/>
                      <a:pt x="0" y="11"/>
                      <a:pt x="9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5" name="Freeform 45">
                <a:extLst>
                  <a:ext uri="{FF2B5EF4-FFF2-40B4-BE49-F238E27FC236}">
                    <a16:creationId xmlns:a16="http://schemas.microsoft.com/office/drawing/2014/main" id="{6E498A97-9877-4F39-8841-9FCCB687F80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3" y="7599"/>
                <a:ext cx="21" cy="13"/>
              </a:xfrm>
              <a:custGeom>
                <a:avLst/>
                <a:gdLst>
                  <a:gd name="T0" fmla="*/ 14 w 27"/>
                  <a:gd name="T1" fmla="*/ 5 h 18"/>
                  <a:gd name="T2" fmla="*/ 7 w 27"/>
                  <a:gd name="T3" fmla="*/ 11 h 18"/>
                  <a:gd name="T4" fmla="*/ 25 w 27"/>
                  <a:gd name="T5" fmla="*/ 18 h 18"/>
                  <a:gd name="T6" fmla="*/ 26 w 27"/>
                  <a:gd name="T7" fmla="*/ 17 h 18"/>
                  <a:gd name="T8" fmla="*/ 10 w 27"/>
                  <a:gd name="T9" fmla="*/ 10 h 18"/>
                  <a:gd name="T10" fmla="*/ 12 w 27"/>
                  <a:gd name="T11" fmla="*/ 7 h 18"/>
                  <a:gd name="T12" fmla="*/ 20 w 27"/>
                  <a:gd name="T13" fmla="*/ 13 h 18"/>
                  <a:gd name="T14" fmla="*/ 21 w 27"/>
                  <a:gd name="T15" fmla="*/ 13 h 18"/>
                  <a:gd name="T16" fmla="*/ 14 w 27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14" y="5"/>
                    </a:moveTo>
                    <a:cubicBezTo>
                      <a:pt x="5" y="0"/>
                      <a:pt x="0" y="8"/>
                      <a:pt x="7" y="11"/>
                    </a:cubicBezTo>
                    <a:cubicBezTo>
                      <a:pt x="11" y="13"/>
                      <a:pt x="23" y="17"/>
                      <a:pt x="25" y="18"/>
                    </a:cubicBezTo>
                    <a:cubicBezTo>
                      <a:pt x="26" y="18"/>
                      <a:pt x="27" y="17"/>
                      <a:pt x="26" y="17"/>
                    </a:cubicBezTo>
                    <a:cubicBezTo>
                      <a:pt x="24" y="16"/>
                      <a:pt x="11" y="10"/>
                      <a:pt x="10" y="10"/>
                    </a:cubicBezTo>
                    <a:cubicBezTo>
                      <a:pt x="7" y="8"/>
                      <a:pt x="9" y="5"/>
                      <a:pt x="12" y="7"/>
                    </a:cubicBezTo>
                    <a:cubicBezTo>
                      <a:pt x="16" y="9"/>
                      <a:pt x="21" y="13"/>
                      <a:pt x="20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2" y="10"/>
                      <a:pt x="14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6" name="Freeform 46">
                <a:extLst>
                  <a:ext uri="{FF2B5EF4-FFF2-40B4-BE49-F238E27FC236}">
                    <a16:creationId xmlns:a16="http://schemas.microsoft.com/office/drawing/2014/main" id="{DCE75A71-6A9A-4472-BB5B-88F41BC84C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6" y="7586"/>
                <a:ext cx="24" cy="20"/>
              </a:xfrm>
              <a:custGeom>
                <a:avLst/>
                <a:gdLst>
                  <a:gd name="T0" fmla="*/ 26 w 32"/>
                  <a:gd name="T1" fmla="*/ 19 h 26"/>
                  <a:gd name="T2" fmla="*/ 13 w 32"/>
                  <a:gd name="T3" fmla="*/ 7 h 26"/>
                  <a:gd name="T4" fmla="*/ 7 w 32"/>
                  <a:gd name="T5" fmla="*/ 14 h 26"/>
                  <a:gd name="T6" fmla="*/ 30 w 32"/>
                  <a:gd name="T7" fmla="*/ 26 h 26"/>
                  <a:gd name="T8" fmla="*/ 31 w 32"/>
                  <a:gd name="T9" fmla="*/ 25 h 26"/>
                  <a:gd name="T10" fmla="*/ 9 w 32"/>
                  <a:gd name="T11" fmla="*/ 12 h 26"/>
                  <a:gd name="T12" fmla="*/ 11 w 32"/>
                  <a:gd name="T13" fmla="*/ 9 h 26"/>
                  <a:gd name="T14" fmla="*/ 26 w 32"/>
                  <a:gd name="T15" fmla="*/ 19 h 26"/>
                  <a:gd name="T16" fmla="*/ 26 w 32"/>
                  <a:gd name="T17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6">
                    <a:moveTo>
                      <a:pt x="26" y="19"/>
                    </a:moveTo>
                    <a:cubicBezTo>
                      <a:pt x="26" y="19"/>
                      <a:pt x="20" y="13"/>
                      <a:pt x="13" y="7"/>
                    </a:cubicBezTo>
                    <a:cubicBezTo>
                      <a:pt x="5" y="0"/>
                      <a:pt x="0" y="10"/>
                      <a:pt x="7" y="14"/>
                    </a:cubicBezTo>
                    <a:cubicBezTo>
                      <a:pt x="10" y="17"/>
                      <a:pt x="28" y="25"/>
                      <a:pt x="30" y="26"/>
                    </a:cubicBezTo>
                    <a:cubicBezTo>
                      <a:pt x="31" y="26"/>
                      <a:pt x="32" y="25"/>
                      <a:pt x="31" y="25"/>
                    </a:cubicBezTo>
                    <a:cubicBezTo>
                      <a:pt x="29" y="23"/>
                      <a:pt x="10" y="13"/>
                      <a:pt x="9" y="12"/>
                    </a:cubicBezTo>
                    <a:cubicBezTo>
                      <a:pt x="7" y="10"/>
                      <a:pt x="8" y="7"/>
                      <a:pt x="11" y="9"/>
                    </a:cubicBezTo>
                    <a:cubicBezTo>
                      <a:pt x="15" y="12"/>
                      <a:pt x="26" y="20"/>
                      <a:pt x="26" y="19"/>
                    </a:cubicBezTo>
                    <a:cubicBezTo>
                      <a:pt x="25" y="19"/>
                      <a:pt x="27" y="20"/>
                      <a:pt x="26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7" name="Freeform 47">
                <a:extLst>
                  <a:ext uri="{FF2B5EF4-FFF2-40B4-BE49-F238E27FC236}">
                    <a16:creationId xmlns:a16="http://schemas.microsoft.com/office/drawing/2014/main" id="{D4175ED7-C84B-4114-A156-C9D8F330B78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2" y="7582"/>
                <a:ext cx="13" cy="15"/>
              </a:xfrm>
              <a:custGeom>
                <a:avLst/>
                <a:gdLst>
                  <a:gd name="T0" fmla="*/ 17 w 18"/>
                  <a:gd name="T1" fmla="*/ 20 h 20"/>
                  <a:gd name="T2" fmla="*/ 17 w 18"/>
                  <a:gd name="T3" fmla="*/ 19 h 20"/>
                  <a:gd name="T4" fmla="*/ 5 w 18"/>
                  <a:gd name="T5" fmla="*/ 8 h 20"/>
                  <a:gd name="T6" fmla="*/ 7 w 18"/>
                  <a:gd name="T7" fmla="*/ 6 h 20"/>
                  <a:gd name="T8" fmla="*/ 15 w 18"/>
                  <a:gd name="T9" fmla="*/ 15 h 20"/>
                  <a:gd name="T10" fmla="*/ 15 w 18"/>
                  <a:gd name="T11" fmla="*/ 15 h 20"/>
                  <a:gd name="T12" fmla="*/ 8 w 18"/>
                  <a:gd name="T13" fmla="*/ 5 h 20"/>
                  <a:gd name="T14" fmla="*/ 3 w 18"/>
                  <a:gd name="T15" fmla="*/ 9 h 20"/>
                  <a:gd name="T16" fmla="*/ 17 w 18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7" y="20"/>
                    </a:moveTo>
                    <a:cubicBezTo>
                      <a:pt x="17" y="20"/>
                      <a:pt x="18" y="20"/>
                      <a:pt x="17" y="19"/>
                    </a:cubicBezTo>
                    <a:cubicBezTo>
                      <a:pt x="17" y="18"/>
                      <a:pt x="6" y="9"/>
                      <a:pt x="5" y="8"/>
                    </a:cubicBezTo>
                    <a:cubicBezTo>
                      <a:pt x="4" y="7"/>
                      <a:pt x="5" y="4"/>
                      <a:pt x="7" y="6"/>
                    </a:cubicBezTo>
                    <a:cubicBezTo>
                      <a:pt x="9" y="9"/>
                      <a:pt x="15" y="15"/>
                      <a:pt x="15" y="15"/>
                    </a:cubicBezTo>
                    <a:cubicBezTo>
                      <a:pt x="15" y="15"/>
                      <a:pt x="16" y="15"/>
                      <a:pt x="15" y="15"/>
                    </a:cubicBezTo>
                    <a:cubicBezTo>
                      <a:pt x="15" y="14"/>
                      <a:pt x="12" y="10"/>
                      <a:pt x="8" y="5"/>
                    </a:cubicBezTo>
                    <a:cubicBezTo>
                      <a:pt x="4" y="0"/>
                      <a:pt x="0" y="6"/>
                      <a:pt x="3" y="9"/>
                    </a:cubicBezTo>
                    <a:cubicBezTo>
                      <a:pt x="5" y="11"/>
                      <a:pt x="16" y="19"/>
                      <a:pt x="17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8" name="Freeform 48">
                <a:extLst>
                  <a:ext uri="{FF2B5EF4-FFF2-40B4-BE49-F238E27FC236}">
                    <a16:creationId xmlns:a16="http://schemas.microsoft.com/office/drawing/2014/main" id="{E8922450-93EE-48AE-A872-AC986B78294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83" y="7580"/>
                <a:ext cx="6" cy="14"/>
              </a:xfrm>
              <a:custGeom>
                <a:avLst/>
                <a:gdLst>
                  <a:gd name="T0" fmla="*/ 5 w 8"/>
                  <a:gd name="T1" fmla="*/ 14 h 19"/>
                  <a:gd name="T2" fmla="*/ 7 w 8"/>
                  <a:gd name="T3" fmla="*/ 6 h 19"/>
                  <a:gd name="T4" fmla="*/ 0 w 8"/>
                  <a:gd name="T5" fmla="*/ 6 h 19"/>
                  <a:gd name="T6" fmla="*/ 3 w 8"/>
                  <a:gd name="T7" fmla="*/ 18 h 19"/>
                  <a:gd name="T8" fmla="*/ 3 w 8"/>
                  <a:gd name="T9" fmla="*/ 18 h 19"/>
                  <a:gd name="T10" fmla="*/ 2 w 8"/>
                  <a:gd name="T11" fmla="*/ 6 h 19"/>
                  <a:gd name="T12" fmla="*/ 5 w 8"/>
                  <a:gd name="T13" fmla="*/ 6 h 19"/>
                  <a:gd name="T14" fmla="*/ 5 w 8"/>
                  <a:gd name="T15" fmla="*/ 13 h 19"/>
                  <a:gd name="T16" fmla="*/ 5 w 8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5" y="14"/>
                    </a:moveTo>
                    <a:cubicBezTo>
                      <a:pt x="5" y="13"/>
                      <a:pt x="6" y="12"/>
                      <a:pt x="7" y="6"/>
                    </a:cubicBezTo>
                    <a:cubicBezTo>
                      <a:pt x="8" y="0"/>
                      <a:pt x="1" y="1"/>
                      <a:pt x="0" y="6"/>
                    </a:cubicBezTo>
                    <a:cubicBezTo>
                      <a:pt x="0" y="9"/>
                      <a:pt x="3" y="17"/>
                      <a:pt x="3" y="18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4" y="17"/>
                      <a:pt x="2" y="7"/>
                      <a:pt x="2" y="6"/>
                    </a:cubicBezTo>
                    <a:cubicBezTo>
                      <a:pt x="3" y="4"/>
                      <a:pt x="5" y="4"/>
                      <a:pt x="5" y="6"/>
                    </a:cubicBezTo>
                    <a:cubicBezTo>
                      <a:pt x="5" y="9"/>
                      <a:pt x="5" y="14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9" name="Freeform 49">
                <a:extLst>
                  <a:ext uri="{FF2B5EF4-FFF2-40B4-BE49-F238E27FC236}">
                    <a16:creationId xmlns:a16="http://schemas.microsoft.com/office/drawing/2014/main" id="{17BD217D-F5EE-4904-B479-6589C0DD56D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0" y="7666"/>
                <a:ext cx="19" cy="15"/>
              </a:xfrm>
              <a:custGeom>
                <a:avLst/>
                <a:gdLst>
                  <a:gd name="T0" fmla="*/ 11 w 26"/>
                  <a:gd name="T1" fmla="*/ 16 h 20"/>
                  <a:gd name="T2" fmla="*/ 26 w 26"/>
                  <a:gd name="T3" fmla="*/ 2 h 20"/>
                  <a:gd name="T4" fmla="*/ 25 w 26"/>
                  <a:gd name="T5" fmla="*/ 1 h 20"/>
                  <a:gd name="T6" fmla="*/ 10 w 26"/>
                  <a:gd name="T7" fmla="*/ 14 h 20"/>
                  <a:gd name="T8" fmla="*/ 8 w 26"/>
                  <a:gd name="T9" fmla="*/ 11 h 20"/>
                  <a:gd name="T10" fmla="*/ 20 w 26"/>
                  <a:gd name="T11" fmla="*/ 4 h 20"/>
                  <a:gd name="T12" fmla="*/ 20 w 26"/>
                  <a:gd name="T13" fmla="*/ 3 h 20"/>
                  <a:gd name="T14" fmla="*/ 7 w 26"/>
                  <a:gd name="T15" fmla="*/ 9 h 20"/>
                  <a:gd name="T16" fmla="*/ 11 w 26"/>
                  <a:gd name="T1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1" y="16"/>
                    </a:moveTo>
                    <a:cubicBezTo>
                      <a:pt x="14" y="13"/>
                      <a:pt x="24" y="3"/>
                      <a:pt x="26" y="2"/>
                    </a:cubicBezTo>
                    <a:cubicBezTo>
                      <a:pt x="26" y="1"/>
                      <a:pt x="26" y="0"/>
                      <a:pt x="25" y="1"/>
                    </a:cubicBezTo>
                    <a:cubicBezTo>
                      <a:pt x="24" y="2"/>
                      <a:pt x="11" y="13"/>
                      <a:pt x="10" y="14"/>
                    </a:cubicBezTo>
                    <a:cubicBezTo>
                      <a:pt x="8" y="15"/>
                      <a:pt x="6" y="13"/>
                      <a:pt x="8" y="11"/>
                    </a:cubicBezTo>
                    <a:cubicBezTo>
                      <a:pt x="11" y="9"/>
                      <a:pt x="21" y="3"/>
                      <a:pt x="20" y="4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3"/>
                      <a:pt x="13" y="4"/>
                      <a:pt x="7" y="9"/>
                    </a:cubicBezTo>
                    <a:cubicBezTo>
                      <a:pt x="0" y="14"/>
                      <a:pt x="6" y="20"/>
                      <a:pt x="11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0" name="Freeform 50">
                <a:extLst>
                  <a:ext uri="{FF2B5EF4-FFF2-40B4-BE49-F238E27FC236}">
                    <a16:creationId xmlns:a16="http://schemas.microsoft.com/office/drawing/2014/main" id="{8D3CAB01-5E4E-4102-9649-43C83E609EA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5" y="7723"/>
                <a:ext cx="12" cy="18"/>
              </a:xfrm>
              <a:custGeom>
                <a:avLst/>
                <a:gdLst>
                  <a:gd name="T0" fmla="*/ 4 w 16"/>
                  <a:gd name="T1" fmla="*/ 13 h 25"/>
                  <a:gd name="T2" fmla="*/ 8 w 16"/>
                  <a:gd name="T3" fmla="*/ 19 h 25"/>
                  <a:gd name="T4" fmla="*/ 16 w 16"/>
                  <a:gd name="T5" fmla="*/ 1 h 25"/>
                  <a:gd name="T6" fmla="*/ 15 w 16"/>
                  <a:gd name="T7" fmla="*/ 0 h 25"/>
                  <a:gd name="T8" fmla="*/ 7 w 16"/>
                  <a:gd name="T9" fmla="*/ 17 h 25"/>
                  <a:gd name="T10" fmla="*/ 6 w 16"/>
                  <a:gd name="T11" fmla="*/ 15 h 25"/>
                  <a:gd name="T12" fmla="*/ 12 w 16"/>
                  <a:gd name="T13" fmla="*/ 5 h 25"/>
                  <a:gd name="T14" fmla="*/ 12 w 16"/>
                  <a:gd name="T15" fmla="*/ 4 h 25"/>
                  <a:gd name="T16" fmla="*/ 4 w 16"/>
                  <a:gd name="T17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13"/>
                    </a:moveTo>
                    <a:cubicBezTo>
                      <a:pt x="0" y="20"/>
                      <a:pt x="6" y="25"/>
                      <a:pt x="8" y="19"/>
                    </a:cubicBezTo>
                    <a:cubicBezTo>
                      <a:pt x="10" y="16"/>
                      <a:pt x="15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2"/>
                      <a:pt x="8" y="16"/>
                      <a:pt x="7" y="17"/>
                    </a:cubicBezTo>
                    <a:cubicBezTo>
                      <a:pt x="6" y="19"/>
                      <a:pt x="4" y="17"/>
                      <a:pt x="6" y="15"/>
                    </a:cubicBezTo>
                    <a:cubicBezTo>
                      <a:pt x="7" y="12"/>
                      <a:pt x="12" y="5"/>
                      <a:pt x="12" y="5"/>
                    </a:cubicBezTo>
                    <a:cubicBezTo>
                      <a:pt x="12" y="5"/>
                      <a:pt x="13" y="4"/>
                      <a:pt x="12" y="4"/>
                    </a:cubicBezTo>
                    <a:cubicBezTo>
                      <a:pt x="12" y="5"/>
                      <a:pt x="8" y="7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1" name="Freeform 51">
                <a:extLst>
                  <a:ext uri="{FF2B5EF4-FFF2-40B4-BE49-F238E27FC236}">
                    <a16:creationId xmlns:a16="http://schemas.microsoft.com/office/drawing/2014/main" id="{907E3786-C261-437D-9C38-C308606BCD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45" y="7647"/>
                <a:ext cx="100" cy="51"/>
              </a:xfrm>
              <a:custGeom>
                <a:avLst/>
                <a:gdLst>
                  <a:gd name="T0" fmla="*/ 18 w 135"/>
                  <a:gd name="T1" fmla="*/ 64 h 69"/>
                  <a:gd name="T2" fmla="*/ 134 w 135"/>
                  <a:gd name="T3" fmla="*/ 3 h 69"/>
                  <a:gd name="T4" fmla="*/ 133 w 135"/>
                  <a:gd name="T5" fmla="*/ 1 h 69"/>
                  <a:gd name="T6" fmla="*/ 18 w 135"/>
                  <a:gd name="T7" fmla="*/ 59 h 69"/>
                  <a:gd name="T8" fmla="*/ 16 w 135"/>
                  <a:gd name="T9" fmla="*/ 54 h 69"/>
                  <a:gd name="T10" fmla="*/ 123 w 135"/>
                  <a:gd name="T11" fmla="*/ 4 h 69"/>
                  <a:gd name="T12" fmla="*/ 123 w 135"/>
                  <a:gd name="T13" fmla="*/ 4 h 69"/>
                  <a:gd name="T14" fmla="*/ 14 w 135"/>
                  <a:gd name="T15" fmla="*/ 50 h 69"/>
                  <a:gd name="T16" fmla="*/ 18 w 135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8" y="64"/>
                    </a:moveTo>
                    <a:cubicBezTo>
                      <a:pt x="24" y="60"/>
                      <a:pt x="131" y="5"/>
                      <a:pt x="134" y="3"/>
                    </a:cubicBezTo>
                    <a:cubicBezTo>
                      <a:pt x="135" y="2"/>
                      <a:pt x="135" y="0"/>
                      <a:pt x="133" y="1"/>
                    </a:cubicBezTo>
                    <a:cubicBezTo>
                      <a:pt x="130" y="3"/>
                      <a:pt x="20" y="58"/>
                      <a:pt x="18" y="59"/>
                    </a:cubicBezTo>
                    <a:cubicBezTo>
                      <a:pt x="13" y="61"/>
                      <a:pt x="11" y="56"/>
                      <a:pt x="16" y="54"/>
                    </a:cubicBezTo>
                    <a:cubicBezTo>
                      <a:pt x="22" y="51"/>
                      <a:pt x="124" y="4"/>
                      <a:pt x="123" y="4"/>
                    </a:cubicBezTo>
                    <a:cubicBezTo>
                      <a:pt x="122" y="5"/>
                      <a:pt x="124" y="3"/>
                      <a:pt x="123" y="4"/>
                    </a:cubicBezTo>
                    <a:cubicBezTo>
                      <a:pt x="122" y="4"/>
                      <a:pt x="27" y="45"/>
                      <a:pt x="14" y="50"/>
                    </a:cubicBezTo>
                    <a:cubicBezTo>
                      <a:pt x="0" y="56"/>
                      <a:pt x="7" y="69"/>
                      <a:pt x="18" y="6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2" name="Freeform 52">
                <a:extLst>
                  <a:ext uri="{FF2B5EF4-FFF2-40B4-BE49-F238E27FC236}">
                    <a16:creationId xmlns:a16="http://schemas.microsoft.com/office/drawing/2014/main" id="{DF2A11FA-A481-4A17-B02D-18C27E13742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8" y="7679"/>
                <a:ext cx="101" cy="112"/>
              </a:xfrm>
              <a:custGeom>
                <a:avLst/>
                <a:gdLst>
                  <a:gd name="T0" fmla="*/ 19 w 135"/>
                  <a:gd name="T1" fmla="*/ 141 h 150"/>
                  <a:gd name="T2" fmla="*/ 51 w 135"/>
                  <a:gd name="T3" fmla="*/ 103 h 150"/>
                  <a:gd name="T4" fmla="*/ 64 w 135"/>
                  <a:gd name="T5" fmla="*/ 104 h 150"/>
                  <a:gd name="T6" fmla="*/ 132 w 135"/>
                  <a:gd name="T7" fmla="*/ 10 h 150"/>
                  <a:gd name="T8" fmla="*/ 131 w 135"/>
                  <a:gd name="T9" fmla="*/ 9 h 150"/>
                  <a:gd name="T10" fmla="*/ 61 w 135"/>
                  <a:gd name="T11" fmla="*/ 100 h 150"/>
                  <a:gd name="T12" fmla="*/ 57 w 135"/>
                  <a:gd name="T13" fmla="*/ 96 h 150"/>
                  <a:gd name="T14" fmla="*/ 115 w 135"/>
                  <a:gd name="T15" fmla="*/ 27 h 150"/>
                  <a:gd name="T16" fmla="*/ 134 w 135"/>
                  <a:gd name="T17" fmla="*/ 3 h 150"/>
                  <a:gd name="T18" fmla="*/ 133 w 135"/>
                  <a:gd name="T19" fmla="*/ 2 h 150"/>
                  <a:gd name="T20" fmla="*/ 17 w 135"/>
                  <a:gd name="T21" fmla="*/ 137 h 150"/>
                  <a:gd name="T22" fmla="*/ 13 w 135"/>
                  <a:gd name="T23" fmla="*/ 132 h 150"/>
                  <a:gd name="T24" fmla="*/ 125 w 135"/>
                  <a:gd name="T25" fmla="*/ 8 h 150"/>
                  <a:gd name="T26" fmla="*/ 125 w 135"/>
                  <a:gd name="T27" fmla="*/ 8 h 150"/>
                  <a:gd name="T28" fmla="*/ 10 w 135"/>
                  <a:gd name="T29" fmla="*/ 129 h 150"/>
                  <a:gd name="T30" fmla="*/ 19 w 135"/>
                  <a:gd name="T31" fmla="*/ 14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9" y="141"/>
                    </a:moveTo>
                    <a:cubicBezTo>
                      <a:pt x="21" y="139"/>
                      <a:pt x="34" y="123"/>
                      <a:pt x="51" y="103"/>
                    </a:cubicBezTo>
                    <a:cubicBezTo>
                      <a:pt x="51" y="109"/>
                      <a:pt x="59" y="111"/>
                      <a:pt x="64" y="104"/>
                    </a:cubicBezTo>
                    <a:cubicBezTo>
                      <a:pt x="67" y="99"/>
                      <a:pt x="130" y="13"/>
                      <a:pt x="132" y="10"/>
                    </a:cubicBezTo>
                    <a:cubicBezTo>
                      <a:pt x="133" y="9"/>
                      <a:pt x="132" y="7"/>
                      <a:pt x="131" y="9"/>
                    </a:cubicBezTo>
                    <a:cubicBezTo>
                      <a:pt x="129" y="11"/>
                      <a:pt x="63" y="98"/>
                      <a:pt x="61" y="100"/>
                    </a:cubicBezTo>
                    <a:cubicBezTo>
                      <a:pt x="58" y="104"/>
                      <a:pt x="54" y="101"/>
                      <a:pt x="57" y="96"/>
                    </a:cubicBezTo>
                    <a:cubicBezTo>
                      <a:pt x="60" y="92"/>
                      <a:pt x="97" y="47"/>
                      <a:pt x="115" y="27"/>
                    </a:cubicBezTo>
                    <a:cubicBezTo>
                      <a:pt x="126" y="13"/>
                      <a:pt x="134" y="4"/>
                      <a:pt x="134" y="3"/>
                    </a:cubicBezTo>
                    <a:cubicBezTo>
                      <a:pt x="135" y="2"/>
                      <a:pt x="134" y="0"/>
                      <a:pt x="133" y="2"/>
                    </a:cubicBezTo>
                    <a:cubicBezTo>
                      <a:pt x="131" y="4"/>
                      <a:pt x="19" y="135"/>
                      <a:pt x="17" y="137"/>
                    </a:cubicBezTo>
                    <a:cubicBezTo>
                      <a:pt x="14" y="140"/>
                      <a:pt x="9" y="137"/>
                      <a:pt x="13" y="132"/>
                    </a:cubicBezTo>
                    <a:cubicBezTo>
                      <a:pt x="17" y="127"/>
                      <a:pt x="126" y="8"/>
                      <a:pt x="125" y="8"/>
                    </a:cubicBezTo>
                    <a:cubicBezTo>
                      <a:pt x="125" y="9"/>
                      <a:pt x="126" y="7"/>
                      <a:pt x="125" y="8"/>
                    </a:cubicBezTo>
                    <a:cubicBezTo>
                      <a:pt x="124" y="8"/>
                      <a:pt x="20" y="119"/>
                      <a:pt x="10" y="129"/>
                    </a:cubicBezTo>
                    <a:cubicBezTo>
                      <a:pt x="0" y="141"/>
                      <a:pt x="12" y="150"/>
                      <a:pt x="19" y="1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3" name="Freeform 53">
                <a:extLst>
                  <a:ext uri="{FF2B5EF4-FFF2-40B4-BE49-F238E27FC236}">
                    <a16:creationId xmlns:a16="http://schemas.microsoft.com/office/drawing/2014/main" id="{6945EBC0-0233-412D-AE34-EC4C58E3D57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1" y="7682"/>
                <a:ext cx="66" cy="51"/>
              </a:xfrm>
              <a:custGeom>
                <a:avLst/>
                <a:gdLst>
                  <a:gd name="T0" fmla="*/ 70 w 89"/>
                  <a:gd name="T1" fmla="*/ 61 h 69"/>
                  <a:gd name="T2" fmla="*/ 77 w 89"/>
                  <a:gd name="T3" fmla="*/ 49 h 69"/>
                  <a:gd name="T4" fmla="*/ 12 w 89"/>
                  <a:gd name="T5" fmla="*/ 5 h 69"/>
                  <a:gd name="T6" fmla="*/ 12 w 89"/>
                  <a:gd name="T7" fmla="*/ 6 h 69"/>
                  <a:gd name="T8" fmla="*/ 75 w 89"/>
                  <a:gd name="T9" fmla="*/ 52 h 69"/>
                  <a:gd name="T10" fmla="*/ 72 w 89"/>
                  <a:gd name="T11" fmla="*/ 57 h 69"/>
                  <a:gd name="T12" fmla="*/ 3 w 89"/>
                  <a:gd name="T13" fmla="*/ 1 h 69"/>
                  <a:gd name="T14" fmla="*/ 1 w 89"/>
                  <a:gd name="T15" fmla="*/ 2 h 69"/>
                  <a:gd name="T16" fmla="*/ 70 w 89"/>
                  <a:gd name="T17" fmla="*/ 6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70" y="61"/>
                    </a:moveTo>
                    <a:cubicBezTo>
                      <a:pt x="80" y="69"/>
                      <a:pt x="89" y="57"/>
                      <a:pt x="77" y="49"/>
                    </a:cubicBezTo>
                    <a:cubicBezTo>
                      <a:pt x="66" y="41"/>
                      <a:pt x="13" y="5"/>
                      <a:pt x="12" y="5"/>
                    </a:cubicBezTo>
                    <a:cubicBezTo>
                      <a:pt x="11" y="5"/>
                      <a:pt x="12" y="7"/>
                      <a:pt x="12" y="6"/>
                    </a:cubicBezTo>
                    <a:cubicBezTo>
                      <a:pt x="11" y="5"/>
                      <a:pt x="69" y="48"/>
                      <a:pt x="75" y="52"/>
                    </a:cubicBezTo>
                    <a:cubicBezTo>
                      <a:pt x="79" y="55"/>
                      <a:pt x="76" y="60"/>
                      <a:pt x="72" y="57"/>
                    </a:cubicBezTo>
                    <a:cubicBezTo>
                      <a:pt x="70" y="56"/>
                      <a:pt x="5" y="3"/>
                      <a:pt x="3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4"/>
                      <a:pt x="65" y="57"/>
                      <a:pt x="70" y="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4" name="Freeform 54">
                <a:extLst>
                  <a:ext uri="{FF2B5EF4-FFF2-40B4-BE49-F238E27FC236}">
                    <a16:creationId xmlns:a16="http://schemas.microsoft.com/office/drawing/2014/main" id="{6C0D1D0E-2E09-4678-84A7-9578128BC12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2" y="7661"/>
                <a:ext cx="61" cy="37"/>
              </a:xfrm>
              <a:custGeom>
                <a:avLst/>
                <a:gdLst>
                  <a:gd name="T0" fmla="*/ 67 w 82"/>
                  <a:gd name="T1" fmla="*/ 41 h 50"/>
                  <a:gd name="T2" fmla="*/ 2 w 82"/>
                  <a:gd name="T3" fmla="*/ 1 h 50"/>
                  <a:gd name="T4" fmla="*/ 1 w 82"/>
                  <a:gd name="T5" fmla="*/ 2 h 50"/>
                  <a:gd name="T6" fmla="*/ 67 w 82"/>
                  <a:gd name="T7" fmla="*/ 44 h 50"/>
                  <a:gd name="T8" fmla="*/ 71 w 82"/>
                  <a:gd name="T9" fmla="*/ 33 h 50"/>
                  <a:gd name="T10" fmla="*/ 10 w 82"/>
                  <a:gd name="T11" fmla="*/ 3 h 50"/>
                  <a:gd name="T12" fmla="*/ 10 w 82"/>
                  <a:gd name="T13" fmla="*/ 4 h 50"/>
                  <a:gd name="T14" fmla="*/ 69 w 82"/>
                  <a:gd name="T15" fmla="*/ 36 h 50"/>
                  <a:gd name="T16" fmla="*/ 67 w 82"/>
                  <a:gd name="T17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50">
                    <a:moveTo>
                      <a:pt x="67" y="41"/>
                    </a:moveTo>
                    <a:cubicBezTo>
                      <a:pt x="65" y="40"/>
                      <a:pt x="4" y="2"/>
                      <a:pt x="2" y="1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3" y="4"/>
                      <a:pt x="62" y="41"/>
                      <a:pt x="67" y="44"/>
                    </a:cubicBezTo>
                    <a:cubicBezTo>
                      <a:pt x="75" y="50"/>
                      <a:pt x="82" y="39"/>
                      <a:pt x="71" y="33"/>
                    </a:cubicBezTo>
                    <a:cubicBezTo>
                      <a:pt x="60" y="28"/>
                      <a:pt x="11" y="3"/>
                      <a:pt x="10" y="3"/>
                    </a:cubicBezTo>
                    <a:cubicBezTo>
                      <a:pt x="9" y="3"/>
                      <a:pt x="11" y="5"/>
                      <a:pt x="10" y="4"/>
                    </a:cubicBezTo>
                    <a:cubicBezTo>
                      <a:pt x="9" y="3"/>
                      <a:pt x="64" y="33"/>
                      <a:pt x="69" y="36"/>
                    </a:cubicBezTo>
                    <a:cubicBezTo>
                      <a:pt x="73" y="38"/>
                      <a:pt x="71" y="43"/>
                      <a:pt x="67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5" name="Freeform 55">
                <a:extLst>
                  <a:ext uri="{FF2B5EF4-FFF2-40B4-BE49-F238E27FC236}">
                    <a16:creationId xmlns:a16="http://schemas.microsoft.com/office/drawing/2014/main" id="{50C15C69-B90F-4095-A7D0-26DC532DF2B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0" y="7644"/>
                <a:ext cx="50" cy="18"/>
              </a:xfrm>
              <a:custGeom>
                <a:avLst/>
                <a:gdLst>
                  <a:gd name="T0" fmla="*/ 55 w 68"/>
                  <a:gd name="T1" fmla="*/ 9 h 25"/>
                  <a:gd name="T2" fmla="*/ 11 w 68"/>
                  <a:gd name="T3" fmla="*/ 1 h 25"/>
                  <a:gd name="T4" fmla="*/ 11 w 68"/>
                  <a:gd name="T5" fmla="*/ 2 h 25"/>
                  <a:gd name="T6" fmla="*/ 54 w 68"/>
                  <a:gd name="T7" fmla="*/ 13 h 25"/>
                  <a:gd name="T8" fmla="*/ 54 w 68"/>
                  <a:gd name="T9" fmla="*/ 18 h 25"/>
                  <a:gd name="T10" fmla="*/ 2 w 68"/>
                  <a:gd name="T11" fmla="*/ 0 h 25"/>
                  <a:gd name="T12" fmla="*/ 2 w 68"/>
                  <a:gd name="T13" fmla="*/ 2 h 25"/>
                  <a:gd name="T14" fmla="*/ 54 w 68"/>
                  <a:gd name="T15" fmla="*/ 21 h 25"/>
                  <a:gd name="T16" fmla="*/ 55 w 68"/>
                  <a:gd name="T17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5">
                    <a:moveTo>
                      <a:pt x="55" y="9"/>
                    </a:moveTo>
                    <a:cubicBezTo>
                      <a:pt x="44" y="6"/>
                      <a:pt x="11" y="1"/>
                      <a:pt x="11" y="1"/>
                    </a:cubicBezTo>
                    <a:cubicBezTo>
                      <a:pt x="10" y="1"/>
                      <a:pt x="12" y="2"/>
                      <a:pt x="11" y="2"/>
                    </a:cubicBezTo>
                    <a:cubicBezTo>
                      <a:pt x="10" y="1"/>
                      <a:pt x="49" y="11"/>
                      <a:pt x="54" y="13"/>
                    </a:cubicBezTo>
                    <a:cubicBezTo>
                      <a:pt x="59" y="14"/>
                      <a:pt x="57" y="19"/>
                      <a:pt x="54" y="18"/>
                    </a:cubicBezTo>
                    <a:cubicBezTo>
                      <a:pt x="52" y="17"/>
                      <a:pt x="5" y="1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  <a:cubicBezTo>
                      <a:pt x="4" y="3"/>
                      <a:pt x="49" y="20"/>
                      <a:pt x="54" y="21"/>
                    </a:cubicBezTo>
                    <a:cubicBezTo>
                      <a:pt x="64" y="25"/>
                      <a:pt x="68" y="13"/>
                      <a:pt x="55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6" name="Freeform 56">
                <a:extLst>
                  <a:ext uri="{FF2B5EF4-FFF2-40B4-BE49-F238E27FC236}">
                    <a16:creationId xmlns:a16="http://schemas.microsoft.com/office/drawing/2014/main" id="{5C085D14-FA6F-49C6-90E7-9550D0000F0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8" y="7688"/>
                <a:ext cx="20" cy="38"/>
              </a:xfrm>
              <a:custGeom>
                <a:avLst/>
                <a:gdLst>
                  <a:gd name="T0" fmla="*/ 22 w 26"/>
                  <a:gd name="T1" fmla="*/ 41 h 51"/>
                  <a:gd name="T2" fmla="*/ 4 w 26"/>
                  <a:gd name="T3" fmla="*/ 5 h 51"/>
                  <a:gd name="T4" fmla="*/ 4 w 26"/>
                  <a:gd name="T5" fmla="*/ 6 h 51"/>
                  <a:gd name="T6" fmla="*/ 20 w 26"/>
                  <a:gd name="T7" fmla="*/ 42 h 51"/>
                  <a:gd name="T8" fmla="*/ 18 w 26"/>
                  <a:gd name="T9" fmla="*/ 43 h 51"/>
                  <a:gd name="T10" fmla="*/ 1 w 26"/>
                  <a:gd name="T11" fmla="*/ 1 h 51"/>
                  <a:gd name="T12" fmla="*/ 0 w 26"/>
                  <a:gd name="T13" fmla="*/ 1 h 51"/>
                  <a:gd name="T14" fmla="*/ 16 w 26"/>
                  <a:gd name="T15" fmla="*/ 45 h 51"/>
                  <a:gd name="T16" fmla="*/ 22 w 26"/>
                  <a:gd name="T17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22" y="41"/>
                    </a:moveTo>
                    <a:cubicBezTo>
                      <a:pt x="20" y="33"/>
                      <a:pt x="5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5" y="7"/>
                      <a:pt x="19" y="38"/>
                      <a:pt x="20" y="42"/>
                    </a:cubicBezTo>
                    <a:cubicBezTo>
                      <a:pt x="22" y="44"/>
                      <a:pt x="19" y="45"/>
                      <a:pt x="18" y="43"/>
                    </a:cubicBezTo>
                    <a:cubicBezTo>
                      <a:pt x="17" y="42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5" y="41"/>
                      <a:pt x="16" y="45"/>
                    </a:cubicBezTo>
                    <a:cubicBezTo>
                      <a:pt x="18" y="51"/>
                      <a:pt x="26" y="48"/>
                      <a:pt x="22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7" name="Freeform 57">
                <a:extLst>
                  <a:ext uri="{FF2B5EF4-FFF2-40B4-BE49-F238E27FC236}">
                    <a16:creationId xmlns:a16="http://schemas.microsoft.com/office/drawing/2014/main" id="{E11027D0-6076-49CF-8B0B-92F624A2AB9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5" y="7691"/>
                <a:ext cx="16" cy="25"/>
              </a:xfrm>
              <a:custGeom>
                <a:avLst/>
                <a:gdLst>
                  <a:gd name="T0" fmla="*/ 16 w 22"/>
                  <a:gd name="T1" fmla="*/ 28 h 33"/>
                  <a:gd name="T2" fmla="*/ 1 w 22"/>
                  <a:gd name="T3" fmla="*/ 1 h 33"/>
                  <a:gd name="T4" fmla="*/ 0 w 22"/>
                  <a:gd name="T5" fmla="*/ 1 h 33"/>
                  <a:gd name="T6" fmla="*/ 14 w 22"/>
                  <a:gd name="T7" fmla="*/ 29 h 33"/>
                  <a:gd name="T8" fmla="*/ 19 w 22"/>
                  <a:gd name="T9" fmla="*/ 26 h 33"/>
                  <a:gd name="T10" fmla="*/ 4 w 22"/>
                  <a:gd name="T11" fmla="*/ 4 h 33"/>
                  <a:gd name="T12" fmla="*/ 3 w 22"/>
                  <a:gd name="T13" fmla="*/ 4 h 33"/>
                  <a:gd name="T14" fmla="*/ 18 w 22"/>
                  <a:gd name="T15" fmla="*/ 27 h 33"/>
                  <a:gd name="T16" fmla="*/ 16 w 22"/>
                  <a:gd name="T17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6" y="28"/>
                    </a:moveTo>
                    <a:cubicBezTo>
                      <a:pt x="15" y="27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3" y="26"/>
                      <a:pt x="14" y="29"/>
                    </a:cubicBezTo>
                    <a:cubicBezTo>
                      <a:pt x="16" y="33"/>
                      <a:pt x="22" y="31"/>
                      <a:pt x="19" y="26"/>
                    </a:cubicBezTo>
                    <a:cubicBezTo>
                      <a:pt x="17" y="21"/>
                      <a:pt x="4" y="4"/>
                      <a:pt x="4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17" y="24"/>
                      <a:pt x="18" y="27"/>
                    </a:cubicBezTo>
                    <a:cubicBezTo>
                      <a:pt x="19" y="28"/>
                      <a:pt x="17" y="29"/>
                      <a:pt x="16" y="2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8" name="Freeform 58">
                <a:extLst>
                  <a:ext uri="{FF2B5EF4-FFF2-40B4-BE49-F238E27FC236}">
                    <a16:creationId xmlns:a16="http://schemas.microsoft.com/office/drawing/2014/main" id="{BB2F96C2-F801-47A9-B5DE-60E30E4F740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3" y="7689"/>
                <a:ext cx="17" cy="17"/>
              </a:xfrm>
              <a:custGeom>
                <a:avLst/>
                <a:gdLst>
                  <a:gd name="T0" fmla="*/ 6 w 23"/>
                  <a:gd name="T1" fmla="*/ 4 h 23"/>
                  <a:gd name="T2" fmla="*/ 6 w 23"/>
                  <a:gd name="T3" fmla="*/ 5 h 23"/>
                  <a:gd name="T4" fmla="*/ 16 w 23"/>
                  <a:gd name="T5" fmla="*/ 14 h 23"/>
                  <a:gd name="T6" fmla="*/ 14 w 23"/>
                  <a:gd name="T7" fmla="*/ 16 h 23"/>
                  <a:gd name="T8" fmla="*/ 1 w 23"/>
                  <a:gd name="T9" fmla="*/ 1 h 23"/>
                  <a:gd name="T10" fmla="*/ 1 w 23"/>
                  <a:gd name="T11" fmla="*/ 1 h 23"/>
                  <a:gd name="T12" fmla="*/ 13 w 23"/>
                  <a:gd name="T13" fmla="*/ 18 h 23"/>
                  <a:gd name="T14" fmla="*/ 18 w 23"/>
                  <a:gd name="T15" fmla="*/ 12 h 23"/>
                  <a:gd name="T16" fmla="*/ 6 w 23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14" y="11"/>
                      <a:pt x="16" y="14"/>
                    </a:cubicBezTo>
                    <a:cubicBezTo>
                      <a:pt x="18" y="16"/>
                      <a:pt x="16" y="18"/>
                      <a:pt x="14" y="16"/>
                    </a:cubicBezTo>
                    <a:cubicBezTo>
                      <a:pt x="13" y="15"/>
                      <a:pt x="3" y="2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3"/>
                      <a:pt x="11" y="15"/>
                      <a:pt x="13" y="18"/>
                    </a:cubicBezTo>
                    <a:cubicBezTo>
                      <a:pt x="17" y="23"/>
                      <a:pt x="23" y="18"/>
                      <a:pt x="18" y="12"/>
                    </a:cubicBezTo>
                    <a:cubicBezTo>
                      <a:pt x="12" y="6"/>
                      <a:pt x="6" y="4"/>
                      <a:pt x="6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9" name="Freeform 59">
                <a:extLst>
                  <a:ext uri="{FF2B5EF4-FFF2-40B4-BE49-F238E27FC236}">
                    <a16:creationId xmlns:a16="http://schemas.microsoft.com/office/drawing/2014/main" id="{93ADC920-9864-4420-97B5-E95BF317E5A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3" y="7626"/>
                <a:ext cx="28" cy="8"/>
              </a:xfrm>
              <a:custGeom>
                <a:avLst/>
                <a:gdLst>
                  <a:gd name="T0" fmla="*/ 27 w 37"/>
                  <a:gd name="T1" fmla="*/ 8 h 11"/>
                  <a:gd name="T2" fmla="*/ 2 w 37"/>
                  <a:gd name="T3" fmla="*/ 7 h 11"/>
                  <a:gd name="T4" fmla="*/ 2 w 37"/>
                  <a:gd name="T5" fmla="*/ 9 h 11"/>
                  <a:gd name="T6" fmla="*/ 28 w 37"/>
                  <a:gd name="T7" fmla="*/ 11 h 11"/>
                  <a:gd name="T8" fmla="*/ 26 w 37"/>
                  <a:gd name="T9" fmla="*/ 1 h 11"/>
                  <a:gd name="T10" fmla="*/ 9 w 37"/>
                  <a:gd name="T11" fmla="*/ 6 h 11"/>
                  <a:gd name="T12" fmla="*/ 9 w 37"/>
                  <a:gd name="T13" fmla="*/ 6 h 11"/>
                  <a:gd name="T14" fmla="*/ 27 w 37"/>
                  <a:gd name="T15" fmla="*/ 4 h 11"/>
                  <a:gd name="T16" fmla="*/ 27 w 37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7" y="8"/>
                    </a:moveTo>
                    <a:cubicBezTo>
                      <a:pt x="26" y="8"/>
                      <a:pt x="4" y="7"/>
                      <a:pt x="2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4" y="9"/>
                      <a:pt x="24" y="11"/>
                      <a:pt x="28" y="11"/>
                    </a:cubicBezTo>
                    <a:cubicBezTo>
                      <a:pt x="37" y="11"/>
                      <a:pt x="37" y="0"/>
                      <a:pt x="26" y="1"/>
                    </a:cubicBezTo>
                    <a:cubicBezTo>
                      <a:pt x="17" y="1"/>
                      <a:pt x="9" y="5"/>
                      <a:pt x="9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22" y="4"/>
                      <a:pt x="27" y="4"/>
                    </a:cubicBezTo>
                    <a:cubicBezTo>
                      <a:pt x="31" y="3"/>
                      <a:pt x="31" y="8"/>
                      <a:pt x="27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0" name="Freeform 60">
                <a:extLst>
                  <a:ext uri="{FF2B5EF4-FFF2-40B4-BE49-F238E27FC236}">
                    <a16:creationId xmlns:a16="http://schemas.microsoft.com/office/drawing/2014/main" id="{2D18B147-FFBC-4F55-9402-B3EDA078B98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612"/>
                <a:ext cx="27" cy="10"/>
              </a:xfrm>
              <a:custGeom>
                <a:avLst/>
                <a:gdLst>
                  <a:gd name="T0" fmla="*/ 27 w 37"/>
                  <a:gd name="T1" fmla="*/ 9 h 13"/>
                  <a:gd name="T2" fmla="*/ 1 w 37"/>
                  <a:gd name="T3" fmla="*/ 11 h 13"/>
                  <a:gd name="T4" fmla="*/ 2 w 37"/>
                  <a:gd name="T5" fmla="*/ 13 h 13"/>
                  <a:gd name="T6" fmla="*/ 28 w 37"/>
                  <a:gd name="T7" fmla="*/ 12 h 13"/>
                  <a:gd name="T8" fmla="*/ 25 w 37"/>
                  <a:gd name="T9" fmla="*/ 2 h 13"/>
                  <a:gd name="T10" fmla="*/ 8 w 37"/>
                  <a:gd name="T11" fmla="*/ 9 h 13"/>
                  <a:gd name="T12" fmla="*/ 8 w 37"/>
                  <a:gd name="T13" fmla="*/ 9 h 13"/>
                  <a:gd name="T14" fmla="*/ 26 w 37"/>
                  <a:gd name="T15" fmla="*/ 5 h 13"/>
                  <a:gd name="T16" fmla="*/ 27 w 37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27" y="9"/>
                    </a:moveTo>
                    <a:cubicBezTo>
                      <a:pt x="25" y="9"/>
                      <a:pt x="3" y="11"/>
                      <a:pt x="1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4" y="13"/>
                      <a:pt x="23" y="12"/>
                      <a:pt x="28" y="12"/>
                    </a:cubicBezTo>
                    <a:cubicBezTo>
                      <a:pt x="37" y="11"/>
                      <a:pt x="36" y="0"/>
                      <a:pt x="25" y="2"/>
                    </a:cubicBezTo>
                    <a:cubicBezTo>
                      <a:pt x="15" y="4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21" y="5"/>
                      <a:pt x="26" y="5"/>
                    </a:cubicBezTo>
                    <a:cubicBezTo>
                      <a:pt x="29" y="4"/>
                      <a:pt x="30" y="8"/>
                      <a:pt x="27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1" name="Freeform 61">
                <a:extLst>
                  <a:ext uri="{FF2B5EF4-FFF2-40B4-BE49-F238E27FC236}">
                    <a16:creationId xmlns:a16="http://schemas.microsoft.com/office/drawing/2014/main" id="{18C1F804-6C8C-4648-845F-654483E995F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8" y="7599"/>
                <a:ext cx="21" cy="13"/>
              </a:xfrm>
              <a:custGeom>
                <a:avLst/>
                <a:gdLst>
                  <a:gd name="T0" fmla="*/ 13 w 28"/>
                  <a:gd name="T1" fmla="*/ 5 h 18"/>
                  <a:gd name="T2" fmla="*/ 6 w 28"/>
                  <a:gd name="T3" fmla="*/ 13 h 18"/>
                  <a:gd name="T4" fmla="*/ 7 w 28"/>
                  <a:gd name="T5" fmla="*/ 13 h 18"/>
                  <a:gd name="T6" fmla="*/ 15 w 28"/>
                  <a:gd name="T7" fmla="*/ 7 h 18"/>
                  <a:gd name="T8" fmla="*/ 18 w 28"/>
                  <a:gd name="T9" fmla="*/ 10 h 18"/>
                  <a:gd name="T10" fmla="*/ 1 w 28"/>
                  <a:gd name="T11" fmla="*/ 17 h 18"/>
                  <a:gd name="T12" fmla="*/ 2 w 28"/>
                  <a:gd name="T13" fmla="*/ 18 h 18"/>
                  <a:gd name="T14" fmla="*/ 20 w 28"/>
                  <a:gd name="T15" fmla="*/ 11 h 18"/>
                  <a:gd name="T16" fmla="*/ 13 w 28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8">
                    <a:moveTo>
                      <a:pt x="13" y="5"/>
                    </a:moveTo>
                    <a:cubicBezTo>
                      <a:pt x="5" y="10"/>
                      <a:pt x="7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11" y="9"/>
                      <a:pt x="15" y="7"/>
                    </a:cubicBezTo>
                    <a:cubicBezTo>
                      <a:pt x="18" y="5"/>
                      <a:pt x="21" y="8"/>
                      <a:pt x="18" y="10"/>
                    </a:cubicBezTo>
                    <a:cubicBezTo>
                      <a:pt x="16" y="10"/>
                      <a:pt x="3" y="16"/>
                      <a:pt x="1" y="17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4" y="17"/>
                      <a:pt x="16" y="13"/>
                      <a:pt x="20" y="11"/>
                    </a:cubicBezTo>
                    <a:cubicBezTo>
                      <a:pt x="28" y="8"/>
                      <a:pt x="22" y="0"/>
                      <a:pt x="1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2" name="Freeform 62">
                <a:extLst>
                  <a:ext uri="{FF2B5EF4-FFF2-40B4-BE49-F238E27FC236}">
                    <a16:creationId xmlns:a16="http://schemas.microsoft.com/office/drawing/2014/main" id="{7D20AD22-BB48-4B53-A6CA-0EAECA44C73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03" y="7586"/>
                <a:ext cx="23" cy="20"/>
              </a:xfrm>
              <a:custGeom>
                <a:avLst/>
                <a:gdLst>
                  <a:gd name="T0" fmla="*/ 19 w 31"/>
                  <a:gd name="T1" fmla="*/ 7 h 26"/>
                  <a:gd name="T2" fmla="*/ 5 w 31"/>
                  <a:gd name="T3" fmla="*/ 19 h 26"/>
                  <a:gd name="T4" fmla="*/ 6 w 31"/>
                  <a:gd name="T5" fmla="*/ 19 h 26"/>
                  <a:gd name="T6" fmla="*/ 20 w 31"/>
                  <a:gd name="T7" fmla="*/ 9 h 26"/>
                  <a:gd name="T8" fmla="*/ 23 w 31"/>
                  <a:gd name="T9" fmla="*/ 12 h 26"/>
                  <a:gd name="T10" fmla="*/ 1 w 31"/>
                  <a:gd name="T11" fmla="*/ 25 h 26"/>
                  <a:gd name="T12" fmla="*/ 2 w 31"/>
                  <a:gd name="T13" fmla="*/ 26 h 26"/>
                  <a:gd name="T14" fmla="*/ 25 w 31"/>
                  <a:gd name="T15" fmla="*/ 14 h 26"/>
                  <a:gd name="T16" fmla="*/ 19 w 31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6">
                    <a:moveTo>
                      <a:pt x="19" y="7"/>
                    </a:moveTo>
                    <a:cubicBezTo>
                      <a:pt x="12" y="13"/>
                      <a:pt x="6" y="19"/>
                      <a:pt x="5" y="19"/>
                    </a:cubicBezTo>
                    <a:cubicBezTo>
                      <a:pt x="5" y="20"/>
                      <a:pt x="7" y="19"/>
                      <a:pt x="6" y="19"/>
                    </a:cubicBezTo>
                    <a:cubicBezTo>
                      <a:pt x="5" y="20"/>
                      <a:pt x="17" y="12"/>
                      <a:pt x="20" y="9"/>
                    </a:cubicBezTo>
                    <a:cubicBezTo>
                      <a:pt x="23" y="7"/>
                      <a:pt x="25" y="10"/>
                      <a:pt x="23" y="12"/>
                    </a:cubicBezTo>
                    <a:cubicBezTo>
                      <a:pt x="21" y="13"/>
                      <a:pt x="3" y="23"/>
                      <a:pt x="1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4" y="25"/>
                      <a:pt x="21" y="17"/>
                      <a:pt x="25" y="14"/>
                    </a:cubicBezTo>
                    <a:cubicBezTo>
                      <a:pt x="31" y="10"/>
                      <a:pt x="27" y="0"/>
                      <a:pt x="19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3" name="Freeform 63">
                <a:extLst>
                  <a:ext uri="{FF2B5EF4-FFF2-40B4-BE49-F238E27FC236}">
                    <a16:creationId xmlns:a16="http://schemas.microsoft.com/office/drawing/2014/main" id="{D370B150-C6EB-4451-AE85-91A6A062A7E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6" y="7580"/>
                <a:ext cx="13" cy="15"/>
              </a:xfrm>
              <a:custGeom>
                <a:avLst/>
                <a:gdLst>
                  <a:gd name="T0" fmla="*/ 0 w 18"/>
                  <a:gd name="T1" fmla="*/ 19 h 20"/>
                  <a:gd name="T2" fmla="*/ 1 w 18"/>
                  <a:gd name="T3" fmla="*/ 19 h 20"/>
                  <a:gd name="T4" fmla="*/ 14 w 18"/>
                  <a:gd name="T5" fmla="*/ 9 h 20"/>
                  <a:gd name="T6" fmla="*/ 9 w 18"/>
                  <a:gd name="T7" fmla="*/ 5 h 20"/>
                  <a:gd name="T8" fmla="*/ 2 w 18"/>
                  <a:gd name="T9" fmla="*/ 15 h 20"/>
                  <a:gd name="T10" fmla="*/ 3 w 18"/>
                  <a:gd name="T11" fmla="*/ 15 h 20"/>
                  <a:gd name="T12" fmla="*/ 11 w 18"/>
                  <a:gd name="T13" fmla="*/ 6 h 20"/>
                  <a:gd name="T14" fmla="*/ 12 w 18"/>
                  <a:gd name="T15" fmla="*/ 8 h 20"/>
                  <a:gd name="T16" fmla="*/ 0 w 18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0" y="19"/>
                    </a:moveTo>
                    <a:cubicBezTo>
                      <a:pt x="0" y="19"/>
                      <a:pt x="0" y="20"/>
                      <a:pt x="1" y="19"/>
                    </a:cubicBezTo>
                    <a:cubicBezTo>
                      <a:pt x="2" y="18"/>
                      <a:pt x="12" y="11"/>
                      <a:pt x="14" y="9"/>
                    </a:cubicBezTo>
                    <a:cubicBezTo>
                      <a:pt x="18" y="5"/>
                      <a:pt x="13" y="0"/>
                      <a:pt x="9" y="5"/>
                    </a:cubicBezTo>
                    <a:cubicBezTo>
                      <a:pt x="5" y="10"/>
                      <a:pt x="2" y="14"/>
                      <a:pt x="2" y="15"/>
                    </a:cubicBezTo>
                    <a:cubicBezTo>
                      <a:pt x="2" y="15"/>
                      <a:pt x="3" y="14"/>
                      <a:pt x="3" y="15"/>
                    </a:cubicBezTo>
                    <a:cubicBezTo>
                      <a:pt x="2" y="15"/>
                      <a:pt x="9" y="8"/>
                      <a:pt x="11" y="6"/>
                    </a:cubicBezTo>
                    <a:cubicBezTo>
                      <a:pt x="12" y="4"/>
                      <a:pt x="14" y="6"/>
                      <a:pt x="12" y="8"/>
                    </a:cubicBezTo>
                    <a:cubicBezTo>
                      <a:pt x="12" y="9"/>
                      <a:pt x="1" y="18"/>
                      <a:pt x="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4" name="Freeform 64">
                <a:extLst>
                  <a:ext uri="{FF2B5EF4-FFF2-40B4-BE49-F238E27FC236}">
                    <a16:creationId xmlns:a16="http://schemas.microsoft.com/office/drawing/2014/main" id="{00017ED8-F8A3-4785-B1AB-51AFEB4732B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65"/>
                <a:ext cx="19" cy="15"/>
              </a:xfrm>
              <a:custGeom>
                <a:avLst/>
                <a:gdLst>
                  <a:gd name="T0" fmla="*/ 17 w 26"/>
                  <a:gd name="T1" fmla="*/ 13 h 20"/>
                  <a:gd name="T2" fmla="*/ 2 w 26"/>
                  <a:gd name="T3" fmla="*/ 0 h 20"/>
                  <a:gd name="T4" fmla="*/ 1 w 26"/>
                  <a:gd name="T5" fmla="*/ 1 h 20"/>
                  <a:gd name="T6" fmla="*/ 16 w 26"/>
                  <a:gd name="T7" fmla="*/ 15 h 20"/>
                  <a:gd name="T8" fmla="*/ 19 w 26"/>
                  <a:gd name="T9" fmla="*/ 9 h 20"/>
                  <a:gd name="T10" fmla="*/ 7 w 26"/>
                  <a:gd name="T11" fmla="*/ 3 h 20"/>
                  <a:gd name="T12" fmla="*/ 7 w 26"/>
                  <a:gd name="T13" fmla="*/ 3 h 20"/>
                  <a:gd name="T14" fmla="*/ 18 w 26"/>
                  <a:gd name="T15" fmla="*/ 10 h 20"/>
                  <a:gd name="T16" fmla="*/ 17 w 26"/>
                  <a:gd name="T1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7" y="13"/>
                    </a:moveTo>
                    <a:cubicBezTo>
                      <a:pt x="15" y="12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13" y="13"/>
                      <a:pt x="16" y="15"/>
                    </a:cubicBezTo>
                    <a:cubicBezTo>
                      <a:pt x="21" y="20"/>
                      <a:pt x="26" y="14"/>
                      <a:pt x="19" y="9"/>
                    </a:cubicBezTo>
                    <a:cubicBezTo>
                      <a:pt x="13" y="4"/>
                      <a:pt x="7" y="3"/>
                      <a:pt x="7" y="3"/>
                    </a:cubicBezTo>
                    <a:cubicBezTo>
                      <a:pt x="6" y="2"/>
                      <a:pt x="7" y="4"/>
                      <a:pt x="7" y="3"/>
                    </a:cubicBezTo>
                    <a:cubicBezTo>
                      <a:pt x="6" y="3"/>
                      <a:pt x="15" y="8"/>
                      <a:pt x="18" y="10"/>
                    </a:cubicBezTo>
                    <a:cubicBezTo>
                      <a:pt x="21" y="12"/>
                      <a:pt x="19" y="15"/>
                      <a:pt x="17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5" name="Freeform 65">
                <a:extLst>
                  <a:ext uri="{FF2B5EF4-FFF2-40B4-BE49-F238E27FC236}">
                    <a16:creationId xmlns:a16="http://schemas.microsoft.com/office/drawing/2014/main" id="{F16116C3-5D8A-4689-B13A-C207A2CD451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722"/>
                <a:ext cx="12" cy="19"/>
              </a:xfrm>
              <a:custGeom>
                <a:avLst/>
                <a:gdLst>
                  <a:gd name="T0" fmla="*/ 9 w 16"/>
                  <a:gd name="T1" fmla="*/ 18 h 25"/>
                  <a:gd name="T2" fmla="*/ 1 w 16"/>
                  <a:gd name="T3" fmla="*/ 1 h 25"/>
                  <a:gd name="T4" fmla="*/ 1 w 16"/>
                  <a:gd name="T5" fmla="*/ 2 h 25"/>
                  <a:gd name="T6" fmla="*/ 8 w 16"/>
                  <a:gd name="T7" fmla="*/ 20 h 25"/>
                  <a:gd name="T8" fmla="*/ 12 w 16"/>
                  <a:gd name="T9" fmla="*/ 14 h 25"/>
                  <a:gd name="T10" fmla="*/ 4 w 16"/>
                  <a:gd name="T11" fmla="*/ 5 h 25"/>
                  <a:gd name="T12" fmla="*/ 4 w 16"/>
                  <a:gd name="T13" fmla="*/ 5 h 25"/>
                  <a:gd name="T14" fmla="*/ 11 w 16"/>
                  <a:gd name="T15" fmla="*/ 15 h 25"/>
                  <a:gd name="T16" fmla="*/ 9 w 16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9" y="18"/>
                    </a:moveTo>
                    <a:cubicBezTo>
                      <a:pt x="9" y="16"/>
                      <a:pt x="2" y="2"/>
                      <a:pt x="1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7" y="16"/>
                      <a:pt x="8" y="20"/>
                    </a:cubicBezTo>
                    <a:cubicBezTo>
                      <a:pt x="11" y="25"/>
                      <a:pt x="16" y="21"/>
                      <a:pt x="12" y="14"/>
                    </a:cubicBezTo>
                    <a:cubicBezTo>
                      <a:pt x="9" y="8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0" y="13"/>
                      <a:pt x="11" y="15"/>
                    </a:cubicBezTo>
                    <a:cubicBezTo>
                      <a:pt x="12" y="18"/>
                      <a:pt x="10" y="20"/>
                      <a:pt x="9" y="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6" name="Freeform 66">
                <a:extLst>
                  <a:ext uri="{FF2B5EF4-FFF2-40B4-BE49-F238E27FC236}">
                    <a16:creationId xmlns:a16="http://schemas.microsoft.com/office/drawing/2014/main" id="{36C35C10-A671-47E9-897F-DC47B697168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7" y="7647"/>
                <a:ext cx="101" cy="51"/>
              </a:xfrm>
              <a:custGeom>
                <a:avLst/>
                <a:gdLst>
                  <a:gd name="T0" fmla="*/ 121 w 135"/>
                  <a:gd name="T1" fmla="*/ 49 h 69"/>
                  <a:gd name="T2" fmla="*/ 12 w 135"/>
                  <a:gd name="T3" fmla="*/ 3 h 69"/>
                  <a:gd name="T4" fmla="*/ 12 w 135"/>
                  <a:gd name="T5" fmla="*/ 4 h 69"/>
                  <a:gd name="T6" fmla="*/ 120 w 135"/>
                  <a:gd name="T7" fmla="*/ 53 h 69"/>
                  <a:gd name="T8" fmla="*/ 118 w 135"/>
                  <a:gd name="T9" fmla="*/ 58 h 69"/>
                  <a:gd name="T10" fmla="*/ 2 w 135"/>
                  <a:gd name="T11" fmla="*/ 0 h 69"/>
                  <a:gd name="T12" fmla="*/ 2 w 135"/>
                  <a:gd name="T13" fmla="*/ 2 h 69"/>
                  <a:gd name="T14" fmla="*/ 117 w 135"/>
                  <a:gd name="T15" fmla="*/ 63 h 69"/>
                  <a:gd name="T16" fmla="*/ 121 w 135"/>
                  <a:gd name="T17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21" y="49"/>
                    </a:moveTo>
                    <a:cubicBezTo>
                      <a:pt x="108" y="44"/>
                      <a:pt x="13" y="3"/>
                      <a:pt x="12" y="3"/>
                    </a:cubicBezTo>
                    <a:cubicBezTo>
                      <a:pt x="11" y="3"/>
                      <a:pt x="13" y="4"/>
                      <a:pt x="12" y="4"/>
                    </a:cubicBezTo>
                    <a:cubicBezTo>
                      <a:pt x="11" y="3"/>
                      <a:pt x="114" y="50"/>
                      <a:pt x="120" y="53"/>
                    </a:cubicBezTo>
                    <a:cubicBezTo>
                      <a:pt x="125" y="55"/>
                      <a:pt x="122" y="60"/>
                      <a:pt x="118" y="58"/>
                    </a:cubicBezTo>
                    <a:cubicBezTo>
                      <a:pt x="115" y="57"/>
                      <a:pt x="5" y="2"/>
                      <a:pt x="2" y="0"/>
                    </a:cubicBezTo>
                    <a:cubicBezTo>
                      <a:pt x="1" y="0"/>
                      <a:pt x="0" y="1"/>
                      <a:pt x="2" y="2"/>
                    </a:cubicBezTo>
                    <a:cubicBezTo>
                      <a:pt x="5" y="4"/>
                      <a:pt x="111" y="59"/>
                      <a:pt x="117" y="63"/>
                    </a:cubicBezTo>
                    <a:cubicBezTo>
                      <a:pt x="128" y="69"/>
                      <a:pt x="135" y="55"/>
                      <a:pt x="121" y="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7" name="Freeform 67">
                <a:extLst>
                  <a:ext uri="{FF2B5EF4-FFF2-40B4-BE49-F238E27FC236}">
                    <a16:creationId xmlns:a16="http://schemas.microsoft.com/office/drawing/2014/main" id="{A03F8330-FF88-4250-8FB7-51F5EDC42F7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82"/>
                <a:ext cx="100" cy="112"/>
              </a:xfrm>
              <a:custGeom>
                <a:avLst/>
                <a:gdLst>
                  <a:gd name="T0" fmla="*/ 10 w 135"/>
                  <a:gd name="T1" fmla="*/ 7 h 150"/>
                  <a:gd name="T2" fmla="*/ 10 w 135"/>
                  <a:gd name="T3" fmla="*/ 8 h 150"/>
                  <a:gd name="T4" fmla="*/ 122 w 135"/>
                  <a:gd name="T5" fmla="*/ 132 h 150"/>
                  <a:gd name="T6" fmla="*/ 118 w 135"/>
                  <a:gd name="T7" fmla="*/ 136 h 150"/>
                  <a:gd name="T8" fmla="*/ 2 w 135"/>
                  <a:gd name="T9" fmla="*/ 1 h 150"/>
                  <a:gd name="T10" fmla="*/ 1 w 135"/>
                  <a:gd name="T11" fmla="*/ 3 h 150"/>
                  <a:gd name="T12" fmla="*/ 19 w 135"/>
                  <a:gd name="T13" fmla="*/ 25 h 150"/>
                  <a:gd name="T14" fmla="*/ 78 w 135"/>
                  <a:gd name="T15" fmla="*/ 96 h 150"/>
                  <a:gd name="T16" fmla="*/ 74 w 135"/>
                  <a:gd name="T17" fmla="*/ 100 h 150"/>
                  <a:gd name="T18" fmla="*/ 4 w 135"/>
                  <a:gd name="T19" fmla="*/ 9 h 150"/>
                  <a:gd name="T20" fmla="*/ 3 w 135"/>
                  <a:gd name="T21" fmla="*/ 10 h 150"/>
                  <a:gd name="T22" fmla="*/ 72 w 135"/>
                  <a:gd name="T23" fmla="*/ 104 h 150"/>
                  <a:gd name="T24" fmla="*/ 85 w 135"/>
                  <a:gd name="T25" fmla="*/ 102 h 150"/>
                  <a:gd name="T26" fmla="*/ 116 w 135"/>
                  <a:gd name="T27" fmla="*/ 140 h 150"/>
                  <a:gd name="T28" fmla="*/ 125 w 135"/>
                  <a:gd name="T29" fmla="*/ 129 h 150"/>
                  <a:gd name="T30" fmla="*/ 10 w 135"/>
                  <a:gd name="T31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0" y="7"/>
                    </a:moveTo>
                    <a:cubicBezTo>
                      <a:pt x="10" y="7"/>
                      <a:pt x="11" y="9"/>
                      <a:pt x="10" y="8"/>
                    </a:cubicBezTo>
                    <a:cubicBezTo>
                      <a:pt x="9" y="7"/>
                      <a:pt x="118" y="127"/>
                      <a:pt x="122" y="132"/>
                    </a:cubicBezTo>
                    <a:cubicBezTo>
                      <a:pt x="126" y="136"/>
                      <a:pt x="121" y="140"/>
                      <a:pt x="118" y="136"/>
                    </a:cubicBezTo>
                    <a:cubicBezTo>
                      <a:pt x="117" y="135"/>
                      <a:pt x="4" y="4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3"/>
                      <a:pt x="9" y="12"/>
                      <a:pt x="19" y="25"/>
                    </a:cubicBezTo>
                    <a:cubicBezTo>
                      <a:pt x="36" y="45"/>
                      <a:pt x="75" y="92"/>
                      <a:pt x="78" y="96"/>
                    </a:cubicBezTo>
                    <a:cubicBezTo>
                      <a:pt x="82" y="100"/>
                      <a:pt x="77" y="104"/>
                      <a:pt x="74" y="100"/>
                    </a:cubicBezTo>
                    <a:cubicBezTo>
                      <a:pt x="73" y="98"/>
                      <a:pt x="6" y="11"/>
                      <a:pt x="4" y="9"/>
                    </a:cubicBezTo>
                    <a:cubicBezTo>
                      <a:pt x="3" y="7"/>
                      <a:pt x="2" y="9"/>
                      <a:pt x="3" y="10"/>
                    </a:cubicBezTo>
                    <a:cubicBezTo>
                      <a:pt x="5" y="13"/>
                      <a:pt x="68" y="98"/>
                      <a:pt x="72" y="104"/>
                    </a:cubicBezTo>
                    <a:cubicBezTo>
                      <a:pt x="77" y="111"/>
                      <a:pt x="84" y="108"/>
                      <a:pt x="85" y="102"/>
                    </a:cubicBezTo>
                    <a:cubicBezTo>
                      <a:pt x="102" y="123"/>
                      <a:pt x="115" y="138"/>
                      <a:pt x="116" y="140"/>
                    </a:cubicBezTo>
                    <a:cubicBezTo>
                      <a:pt x="123" y="150"/>
                      <a:pt x="135" y="140"/>
                      <a:pt x="125" y="129"/>
                    </a:cubicBezTo>
                    <a:cubicBezTo>
                      <a:pt x="116" y="119"/>
                      <a:pt x="11" y="8"/>
                      <a:pt x="1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8" name="Freeform 68">
                <a:extLst>
                  <a:ext uri="{FF2B5EF4-FFF2-40B4-BE49-F238E27FC236}">
                    <a16:creationId xmlns:a16="http://schemas.microsoft.com/office/drawing/2014/main" id="{F2BF0F06-45A3-40B6-B22C-084A8524FCD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47" y="7723"/>
                <a:ext cx="278" cy="298"/>
              </a:xfrm>
              <a:custGeom>
                <a:avLst/>
                <a:gdLst>
                  <a:gd name="T0" fmla="*/ 341 w 374"/>
                  <a:gd name="T1" fmla="*/ 190 h 399"/>
                  <a:gd name="T2" fmla="*/ 241 w 374"/>
                  <a:gd name="T3" fmla="*/ 112 h 399"/>
                  <a:gd name="T4" fmla="*/ 243 w 374"/>
                  <a:gd name="T5" fmla="*/ 84 h 399"/>
                  <a:gd name="T6" fmla="*/ 237 w 374"/>
                  <a:gd name="T7" fmla="*/ 34 h 399"/>
                  <a:gd name="T8" fmla="*/ 199 w 374"/>
                  <a:gd name="T9" fmla="*/ 31 h 399"/>
                  <a:gd name="T10" fmla="*/ 189 w 374"/>
                  <a:gd name="T11" fmla="*/ 0 h 399"/>
                  <a:gd name="T12" fmla="*/ 174 w 374"/>
                  <a:gd name="T13" fmla="*/ 31 h 399"/>
                  <a:gd name="T14" fmla="*/ 135 w 374"/>
                  <a:gd name="T15" fmla="*/ 40 h 399"/>
                  <a:gd name="T16" fmla="*/ 133 w 374"/>
                  <a:gd name="T17" fmla="*/ 87 h 399"/>
                  <a:gd name="T18" fmla="*/ 68 w 374"/>
                  <a:gd name="T19" fmla="*/ 181 h 399"/>
                  <a:gd name="T20" fmla="*/ 21 w 374"/>
                  <a:gd name="T21" fmla="*/ 193 h 399"/>
                  <a:gd name="T22" fmla="*/ 26 w 374"/>
                  <a:gd name="T23" fmla="*/ 280 h 399"/>
                  <a:gd name="T24" fmla="*/ 80 w 374"/>
                  <a:gd name="T25" fmla="*/ 360 h 399"/>
                  <a:gd name="T26" fmla="*/ 203 w 374"/>
                  <a:gd name="T27" fmla="*/ 356 h 399"/>
                  <a:gd name="T28" fmla="*/ 299 w 374"/>
                  <a:gd name="T29" fmla="*/ 337 h 399"/>
                  <a:gd name="T30" fmla="*/ 232 w 374"/>
                  <a:gd name="T31" fmla="*/ 97 h 399"/>
                  <a:gd name="T32" fmla="*/ 151 w 374"/>
                  <a:gd name="T33" fmla="*/ 91 h 399"/>
                  <a:gd name="T34" fmla="*/ 211 w 374"/>
                  <a:gd name="T35" fmla="*/ 83 h 399"/>
                  <a:gd name="T36" fmla="*/ 194 w 374"/>
                  <a:gd name="T37" fmla="*/ 84 h 399"/>
                  <a:gd name="T38" fmla="*/ 164 w 374"/>
                  <a:gd name="T39" fmla="*/ 83 h 399"/>
                  <a:gd name="T40" fmla="*/ 256 w 374"/>
                  <a:gd name="T41" fmla="*/ 65 h 399"/>
                  <a:gd name="T42" fmla="*/ 245 w 374"/>
                  <a:gd name="T43" fmla="*/ 41 h 399"/>
                  <a:gd name="T44" fmla="*/ 230 w 374"/>
                  <a:gd name="T45" fmla="*/ 60 h 399"/>
                  <a:gd name="T46" fmla="*/ 232 w 374"/>
                  <a:gd name="T47" fmla="*/ 39 h 399"/>
                  <a:gd name="T48" fmla="*/ 218 w 374"/>
                  <a:gd name="T49" fmla="*/ 33 h 399"/>
                  <a:gd name="T50" fmla="*/ 200 w 374"/>
                  <a:gd name="T51" fmla="*/ 70 h 399"/>
                  <a:gd name="T52" fmla="*/ 200 w 374"/>
                  <a:gd name="T53" fmla="*/ 50 h 399"/>
                  <a:gd name="T54" fmla="*/ 194 w 374"/>
                  <a:gd name="T55" fmla="*/ 10 h 399"/>
                  <a:gd name="T56" fmla="*/ 188 w 374"/>
                  <a:gd name="T57" fmla="*/ 51 h 399"/>
                  <a:gd name="T58" fmla="*/ 183 w 374"/>
                  <a:gd name="T59" fmla="*/ 57 h 399"/>
                  <a:gd name="T60" fmla="*/ 176 w 374"/>
                  <a:gd name="T61" fmla="*/ 50 h 399"/>
                  <a:gd name="T62" fmla="*/ 172 w 374"/>
                  <a:gd name="T63" fmla="*/ 36 h 399"/>
                  <a:gd name="T64" fmla="*/ 155 w 374"/>
                  <a:gd name="T65" fmla="*/ 41 h 399"/>
                  <a:gd name="T66" fmla="*/ 147 w 374"/>
                  <a:gd name="T67" fmla="*/ 70 h 399"/>
                  <a:gd name="T68" fmla="*/ 141 w 374"/>
                  <a:gd name="T69" fmla="*/ 46 h 399"/>
                  <a:gd name="T70" fmla="*/ 116 w 374"/>
                  <a:gd name="T71" fmla="*/ 62 h 399"/>
                  <a:gd name="T72" fmla="*/ 130 w 374"/>
                  <a:gd name="T73" fmla="*/ 52 h 399"/>
                  <a:gd name="T74" fmla="*/ 186 w 374"/>
                  <a:gd name="T75" fmla="*/ 74 h 399"/>
                  <a:gd name="T76" fmla="*/ 142 w 374"/>
                  <a:gd name="T77" fmla="*/ 90 h 399"/>
                  <a:gd name="T78" fmla="*/ 25 w 374"/>
                  <a:gd name="T79" fmla="*/ 270 h 399"/>
                  <a:gd name="T80" fmla="*/ 56 w 374"/>
                  <a:gd name="T81" fmla="*/ 291 h 399"/>
                  <a:gd name="T82" fmla="*/ 68 w 374"/>
                  <a:gd name="T83" fmla="*/ 301 h 399"/>
                  <a:gd name="T84" fmla="*/ 75 w 374"/>
                  <a:gd name="T85" fmla="*/ 345 h 399"/>
                  <a:gd name="T86" fmla="*/ 167 w 374"/>
                  <a:gd name="T87" fmla="*/ 372 h 399"/>
                  <a:gd name="T88" fmla="*/ 114 w 374"/>
                  <a:gd name="T89" fmla="*/ 360 h 399"/>
                  <a:gd name="T90" fmla="*/ 92 w 374"/>
                  <a:gd name="T91" fmla="*/ 311 h 399"/>
                  <a:gd name="T92" fmla="*/ 52 w 374"/>
                  <a:gd name="T93" fmla="*/ 228 h 399"/>
                  <a:gd name="T94" fmla="*/ 20 w 374"/>
                  <a:gd name="T95" fmla="*/ 124 h 399"/>
                  <a:gd name="T96" fmla="*/ 96 w 374"/>
                  <a:gd name="T97" fmla="*/ 300 h 399"/>
                  <a:gd name="T98" fmla="*/ 91 w 374"/>
                  <a:gd name="T99" fmla="*/ 228 h 399"/>
                  <a:gd name="T100" fmla="*/ 246 w 374"/>
                  <a:gd name="T101" fmla="*/ 333 h 399"/>
                  <a:gd name="T102" fmla="*/ 346 w 374"/>
                  <a:gd name="T103" fmla="*/ 107 h 399"/>
                  <a:gd name="T104" fmla="*/ 343 w 374"/>
                  <a:gd name="T105" fmla="*/ 168 h 399"/>
                  <a:gd name="T106" fmla="*/ 335 w 374"/>
                  <a:gd name="T107" fmla="*/ 231 h 399"/>
                  <a:gd name="T108" fmla="*/ 249 w 374"/>
                  <a:gd name="T109" fmla="*/ 345 h 399"/>
                  <a:gd name="T110" fmla="*/ 314 w 374"/>
                  <a:gd name="T111" fmla="*/ 287 h 399"/>
                  <a:gd name="T112" fmla="*/ 267 w 374"/>
                  <a:gd name="T113" fmla="*/ 365 h 399"/>
                  <a:gd name="T114" fmla="*/ 302 w 374"/>
                  <a:gd name="T115" fmla="*/ 360 h 399"/>
                  <a:gd name="T116" fmla="*/ 282 w 374"/>
                  <a:gd name="T117" fmla="*/ 337 h 399"/>
                  <a:gd name="T118" fmla="*/ 305 w 374"/>
                  <a:gd name="T119" fmla="*/ 306 h 399"/>
                  <a:gd name="T120" fmla="*/ 338 w 374"/>
                  <a:gd name="T121" fmla="*/ 268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4" h="399">
                    <a:moveTo>
                      <a:pt x="366" y="267"/>
                    </a:moveTo>
                    <a:cubicBezTo>
                      <a:pt x="360" y="264"/>
                      <a:pt x="355" y="265"/>
                      <a:pt x="353" y="265"/>
                    </a:cubicBezTo>
                    <a:cubicBezTo>
                      <a:pt x="352" y="265"/>
                      <a:pt x="350" y="265"/>
                      <a:pt x="352" y="264"/>
                    </a:cubicBezTo>
                    <a:cubicBezTo>
                      <a:pt x="353" y="263"/>
                      <a:pt x="355" y="263"/>
                      <a:pt x="358" y="262"/>
                    </a:cubicBezTo>
                    <a:cubicBezTo>
                      <a:pt x="361" y="261"/>
                      <a:pt x="360" y="260"/>
                      <a:pt x="356" y="258"/>
                    </a:cubicBezTo>
                    <a:cubicBezTo>
                      <a:pt x="352" y="256"/>
                      <a:pt x="343" y="256"/>
                      <a:pt x="339" y="256"/>
                    </a:cubicBezTo>
                    <a:cubicBezTo>
                      <a:pt x="336" y="256"/>
                      <a:pt x="327" y="260"/>
                      <a:pt x="324" y="262"/>
                    </a:cubicBezTo>
                    <a:cubicBezTo>
                      <a:pt x="321" y="265"/>
                      <a:pt x="320" y="264"/>
                      <a:pt x="322" y="260"/>
                    </a:cubicBezTo>
                    <a:cubicBezTo>
                      <a:pt x="324" y="256"/>
                      <a:pt x="326" y="250"/>
                      <a:pt x="334" y="239"/>
                    </a:cubicBezTo>
                    <a:cubicBezTo>
                      <a:pt x="341" y="230"/>
                      <a:pt x="349" y="223"/>
                      <a:pt x="351" y="221"/>
                    </a:cubicBezTo>
                    <a:cubicBezTo>
                      <a:pt x="353" y="219"/>
                      <a:pt x="352" y="217"/>
                      <a:pt x="350" y="216"/>
                    </a:cubicBezTo>
                    <a:cubicBezTo>
                      <a:pt x="348" y="215"/>
                      <a:pt x="343" y="215"/>
                      <a:pt x="341" y="215"/>
                    </a:cubicBezTo>
                    <a:cubicBezTo>
                      <a:pt x="340" y="216"/>
                      <a:pt x="341" y="214"/>
                      <a:pt x="343" y="212"/>
                    </a:cubicBezTo>
                    <a:cubicBezTo>
                      <a:pt x="345" y="210"/>
                      <a:pt x="362" y="199"/>
                      <a:pt x="362" y="199"/>
                    </a:cubicBezTo>
                    <a:cubicBezTo>
                      <a:pt x="364" y="198"/>
                      <a:pt x="365" y="196"/>
                      <a:pt x="364" y="194"/>
                    </a:cubicBezTo>
                    <a:cubicBezTo>
                      <a:pt x="361" y="192"/>
                      <a:pt x="359" y="192"/>
                      <a:pt x="353" y="193"/>
                    </a:cubicBezTo>
                    <a:cubicBezTo>
                      <a:pt x="346" y="194"/>
                      <a:pt x="341" y="197"/>
                      <a:pt x="340" y="197"/>
                    </a:cubicBezTo>
                    <a:cubicBezTo>
                      <a:pt x="338" y="198"/>
                      <a:pt x="335" y="200"/>
                      <a:pt x="341" y="190"/>
                    </a:cubicBezTo>
                    <a:cubicBezTo>
                      <a:pt x="347" y="180"/>
                      <a:pt x="363" y="166"/>
                      <a:pt x="367" y="164"/>
                    </a:cubicBezTo>
                    <a:cubicBezTo>
                      <a:pt x="370" y="161"/>
                      <a:pt x="370" y="160"/>
                      <a:pt x="368" y="159"/>
                    </a:cubicBezTo>
                    <a:cubicBezTo>
                      <a:pt x="367" y="157"/>
                      <a:pt x="366" y="157"/>
                      <a:pt x="361" y="157"/>
                    </a:cubicBezTo>
                    <a:cubicBezTo>
                      <a:pt x="356" y="157"/>
                      <a:pt x="349" y="159"/>
                      <a:pt x="349" y="159"/>
                    </a:cubicBezTo>
                    <a:cubicBezTo>
                      <a:pt x="346" y="161"/>
                      <a:pt x="346" y="161"/>
                      <a:pt x="346" y="161"/>
                    </a:cubicBezTo>
                    <a:cubicBezTo>
                      <a:pt x="346" y="161"/>
                      <a:pt x="346" y="160"/>
                      <a:pt x="347" y="159"/>
                    </a:cubicBezTo>
                    <a:cubicBezTo>
                      <a:pt x="347" y="158"/>
                      <a:pt x="352" y="151"/>
                      <a:pt x="356" y="137"/>
                    </a:cubicBezTo>
                    <a:cubicBezTo>
                      <a:pt x="361" y="124"/>
                      <a:pt x="357" y="112"/>
                      <a:pt x="357" y="112"/>
                    </a:cubicBezTo>
                    <a:cubicBezTo>
                      <a:pt x="355" y="109"/>
                      <a:pt x="353" y="109"/>
                      <a:pt x="353" y="109"/>
                    </a:cubicBezTo>
                    <a:cubicBezTo>
                      <a:pt x="353" y="109"/>
                      <a:pt x="352" y="107"/>
                      <a:pt x="352" y="106"/>
                    </a:cubicBezTo>
                    <a:cubicBezTo>
                      <a:pt x="351" y="105"/>
                      <a:pt x="350" y="101"/>
                      <a:pt x="349" y="100"/>
                    </a:cubicBezTo>
                    <a:cubicBezTo>
                      <a:pt x="349" y="99"/>
                      <a:pt x="344" y="93"/>
                      <a:pt x="343" y="101"/>
                    </a:cubicBezTo>
                    <a:cubicBezTo>
                      <a:pt x="343" y="109"/>
                      <a:pt x="341" y="118"/>
                      <a:pt x="336" y="132"/>
                    </a:cubicBezTo>
                    <a:cubicBezTo>
                      <a:pt x="331" y="147"/>
                      <a:pt x="321" y="161"/>
                      <a:pt x="321" y="161"/>
                    </a:cubicBezTo>
                    <a:cubicBezTo>
                      <a:pt x="314" y="168"/>
                      <a:pt x="312" y="172"/>
                      <a:pt x="310" y="174"/>
                    </a:cubicBezTo>
                    <a:cubicBezTo>
                      <a:pt x="308" y="176"/>
                      <a:pt x="307" y="178"/>
                      <a:pt x="306" y="180"/>
                    </a:cubicBezTo>
                    <a:cubicBezTo>
                      <a:pt x="302" y="171"/>
                      <a:pt x="295" y="156"/>
                      <a:pt x="281" y="141"/>
                    </a:cubicBezTo>
                    <a:cubicBezTo>
                      <a:pt x="265" y="124"/>
                      <a:pt x="241" y="112"/>
                      <a:pt x="241" y="112"/>
                    </a:cubicBezTo>
                    <a:cubicBezTo>
                      <a:pt x="239" y="111"/>
                      <a:pt x="235" y="109"/>
                      <a:pt x="231" y="107"/>
                    </a:cubicBezTo>
                    <a:cubicBezTo>
                      <a:pt x="231" y="107"/>
                      <a:pt x="231" y="107"/>
                      <a:pt x="231" y="107"/>
                    </a:cubicBezTo>
                    <a:cubicBezTo>
                      <a:pt x="232" y="107"/>
                      <a:pt x="234" y="106"/>
                      <a:pt x="234" y="105"/>
                    </a:cubicBezTo>
                    <a:cubicBezTo>
                      <a:pt x="235" y="103"/>
                      <a:pt x="234" y="100"/>
                      <a:pt x="234" y="100"/>
                    </a:cubicBezTo>
                    <a:cubicBezTo>
                      <a:pt x="234" y="100"/>
                      <a:pt x="234" y="99"/>
                      <a:pt x="235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7" y="97"/>
                      <a:pt x="237" y="97"/>
                    </a:cubicBezTo>
                    <a:cubicBezTo>
                      <a:pt x="237" y="96"/>
                      <a:pt x="237" y="96"/>
                      <a:pt x="237" y="95"/>
                    </a:cubicBezTo>
                    <a:cubicBezTo>
                      <a:pt x="237" y="95"/>
                      <a:pt x="237" y="94"/>
                      <a:pt x="237" y="93"/>
                    </a:cubicBezTo>
                    <a:cubicBezTo>
                      <a:pt x="237" y="93"/>
                      <a:pt x="238" y="93"/>
                      <a:pt x="238" y="93"/>
                    </a:cubicBezTo>
                    <a:cubicBezTo>
                      <a:pt x="238" y="92"/>
                      <a:pt x="238" y="92"/>
                      <a:pt x="238" y="92"/>
                    </a:cubicBezTo>
                    <a:cubicBezTo>
                      <a:pt x="238" y="92"/>
                      <a:pt x="238" y="91"/>
                      <a:pt x="239" y="90"/>
                    </a:cubicBezTo>
                    <a:cubicBezTo>
                      <a:pt x="239" y="91"/>
                      <a:pt x="239" y="91"/>
                      <a:pt x="239" y="91"/>
                    </a:cubicBezTo>
                    <a:cubicBezTo>
                      <a:pt x="240" y="90"/>
                      <a:pt x="241" y="90"/>
                      <a:pt x="242" y="89"/>
                    </a:cubicBezTo>
                    <a:cubicBezTo>
                      <a:pt x="242" y="88"/>
                      <a:pt x="242" y="88"/>
                      <a:pt x="242" y="87"/>
                    </a:cubicBezTo>
                    <a:cubicBezTo>
                      <a:pt x="242" y="87"/>
                      <a:pt x="242" y="86"/>
                      <a:pt x="242" y="86"/>
                    </a:cubicBezTo>
                    <a:cubicBezTo>
                      <a:pt x="243" y="85"/>
                      <a:pt x="243" y="85"/>
                      <a:pt x="243" y="84"/>
                    </a:cubicBezTo>
                    <a:cubicBezTo>
                      <a:pt x="243" y="84"/>
                      <a:pt x="243" y="84"/>
                      <a:pt x="243" y="84"/>
                    </a:cubicBezTo>
                    <a:cubicBezTo>
                      <a:pt x="247" y="84"/>
                      <a:pt x="249" y="81"/>
                      <a:pt x="250" y="77"/>
                    </a:cubicBezTo>
                    <a:cubicBezTo>
                      <a:pt x="253" y="77"/>
                      <a:pt x="256" y="74"/>
                      <a:pt x="256" y="70"/>
                    </a:cubicBezTo>
                    <a:cubicBezTo>
                      <a:pt x="256" y="70"/>
                      <a:pt x="256" y="69"/>
                      <a:pt x="256" y="69"/>
                    </a:cubicBezTo>
                    <a:cubicBezTo>
                      <a:pt x="259" y="69"/>
                      <a:pt x="262" y="66"/>
                      <a:pt x="262" y="62"/>
                    </a:cubicBezTo>
                    <a:cubicBezTo>
                      <a:pt x="262" y="59"/>
                      <a:pt x="261" y="57"/>
                      <a:pt x="259" y="56"/>
                    </a:cubicBezTo>
                    <a:cubicBezTo>
                      <a:pt x="259" y="55"/>
                      <a:pt x="260" y="54"/>
                      <a:pt x="260" y="53"/>
                    </a:cubicBezTo>
                    <a:cubicBezTo>
                      <a:pt x="260" y="49"/>
                      <a:pt x="257" y="46"/>
                      <a:pt x="253" y="46"/>
                    </a:cubicBezTo>
                    <a:cubicBezTo>
                      <a:pt x="252" y="46"/>
                      <a:pt x="251" y="46"/>
                      <a:pt x="251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1" y="46"/>
                    </a:cubicBezTo>
                    <a:cubicBezTo>
                      <a:pt x="251" y="45"/>
                      <a:pt x="251" y="44"/>
                      <a:pt x="251" y="44"/>
                    </a:cubicBezTo>
                    <a:cubicBezTo>
                      <a:pt x="251" y="41"/>
                      <a:pt x="248" y="38"/>
                      <a:pt x="245" y="38"/>
                    </a:cubicBezTo>
                    <a:cubicBezTo>
                      <a:pt x="243" y="38"/>
                      <a:pt x="242" y="39"/>
                      <a:pt x="241" y="40"/>
                    </a:cubicBezTo>
                    <a:cubicBezTo>
                      <a:pt x="241" y="40"/>
                      <a:pt x="241" y="40"/>
                      <a:pt x="241" y="40"/>
                    </a:cubicBezTo>
                    <a:cubicBezTo>
                      <a:pt x="240" y="40"/>
                      <a:pt x="240" y="40"/>
                      <a:pt x="240" y="39"/>
                    </a:cubicBezTo>
                    <a:cubicBezTo>
                      <a:pt x="240" y="38"/>
                      <a:pt x="240" y="35"/>
                      <a:pt x="237" y="34"/>
                    </a:cubicBezTo>
                    <a:cubicBezTo>
                      <a:pt x="236" y="34"/>
                      <a:pt x="235" y="34"/>
                      <a:pt x="235" y="34"/>
                    </a:cubicBezTo>
                    <a:cubicBezTo>
                      <a:pt x="233" y="34"/>
                      <a:pt x="231" y="35"/>
                      <a:pt x="231" y="36"/>
                    </a:cubicBezTo>
                    <a:cubicBezTo>
                      <a:pt x="230" y="36"/>
                      <a:pt x="228" y="36"/>
                      <a:pt x="227" y="35"/>
                    </a:cubicBezTo>
                    <a:cubicBezTo>
                      <a:pt x="227" y="33"/>
                      <a:pt x="227" y="32"/>
                      <a:pt x="224" y="31"/>
                    </a:cubicBezTo>
                    <a:cubicBezTo>
                      <a:pt x="224" y="31"/>
                      <a:pt x="223" y="31"/>
                      <a:pt x="223" y="31"/>
                    </a:cubicBezTo>
                    <a:cubicBezTo>
                      <a:pt x="222" y="31"/>
                      <a:pt x="221" y="31"/>
                      <a:pt x="221" y="31"/>
                    </a:cubicBezTo>
                    <a:cubicBezTo>
                      <a:pt x="220" y="31"/>
                      <a:pt x="220" y="30"/>
                      <a:pt x="218" y="29"/>
                    </a:cubicBezTo>
                    <a:cubicBezTo>
                      <a:pt x="218" y="29"/>
                      <a:pt x="217" y="29"/>
                      <a:pt x="217" y="29"/>
                    </a:cubicBezTo>
                    <a:cubicBezTo>
                      <a:pt x="216" y="29"/>
                      <a:pt x="215" y="30"/>
                      <a:pt x="215" y="30"/>
                    </a:cubicBezTo>
                    <a:cubicBezTo>
                      <a:pt x="214" y="29"/>
                      <a:pt x="213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9"/>
                      <a:pt x="209" y="29"/>
                      <a:pt x="209" y="30"/>
                    </a:cubicBezTo>
                    <a:cubicBezTo>
                      <a:pt x="208" y="29"/>
                      <a:pt x="207" y="29"/>
                      <a:pt x="206" y="29"/>
                    </a:cubicBezTo>
                    <a:cubicBezTo>
                      <a:pt x="206" y="29"/>
                      <a:pt x="206" y="29"/>
                      <a:pt x="206" y="29"/>
                    </a:cubicBezTo>
                    <a:cubicBezTo>
                      <a:pt x="204" y="29"/>
                      <a:pt x="203" y="30"/>
                      <a:pt x="203" y="30"/>
                    </a:cubicBezTo>
                    <a:cubicBezTo>
                      <a:pt x="203" y="31"/>
                      <a:pt x="202" y="31"/>
                      <a:pt x="202" y="31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1"/>
                      <a:pt x="200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7" y="31"/>
                      <a:pt x="195" y="31"/>
                      <a:pt x="194" y="31"/>
                    </a:cubicBezTo>
                    <a:cubicBezTo>
                      <a:pt x="193" y="31"/>
                      <a:pt x="193" y="31"/>
                      <a:pt x="193" y="30"/>
                    </a:cubicBezTo>
                    <a:cubicBezTo>
                      <a:pt x="193" y="30"/>
                      <a:pt x="193" y="30"/>
                      <a:pt x="193" y="29"/>
                    </a:cubicBezTo>
                    <a:cubicBezTo>
                      <a:pt x="195" y="28"/>
                      <a:pt x="197" y="25"/>
                      <a:pt x="197" y="22"/>
                    </a:cubicBezTo>
                    <a:cubicBezTo>
                      <a:pt x="197" y="19"/>
                      <a:pt x="195" y="16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7" y="12"/>
                      <a:pt x="197" y="11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6"/>
                      <a:pt x="196" y="5"/>
                      <a:pt x="195" y="5"/>
                    </a:cubicBezTo>
                    <a:cubicBezTo>
                      <a:pt x="194" y="5"/>
                      <a:pt x="194" y="5"/>
                      <a:pt x="194" y="5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92" y="2"/>
                      <a:pt x="192" y="2"/>
                      <a:pt x="192" y="2"/>
                    </a:cubicBezTo>
                    <a:cubicBezTo>
                      <a:pt x="192" y="1"/>
                      <a:pt x="191" y="0"/>
                      <a:pt x="190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4" y="0"/>
                      <a:pt x="183" y="1"/>
                      <a:pt x="183" y="2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1" y="5"/>
                      <a:pt x="181" y="5"/>
                      <a:pt x="181" y="5"/>
                    </a:cubicBezTo>
                    <a:cubicBezTo>
                      <a:pt x="180" y="5"/>
                      <a:pt x="180" y="5"/>
                      <a:pt x="180" y="5"/>
                    </a:cubicBezTo>
                    <a:cubicBezTo>
                      <a:pt x="179" y="5"/>
                      <a:pt x="178" y="6"/>
                      <a:pt x="178" y="7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2"/>
                      <a:pt x="179" y="13"/>
                      <a:pt x="180" y="13"/>
                    </a:cubicBezTo>
                    <a:cubicBezTo>
                      <a:pt x="181" y="13"/>
                      <a:pt x="181" y="13"/>
                      <a:pt x="181" y="13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83" y="15"/>
                      <a:pt x="183" y="15"/>
                      <a:pt x="183" y="15"/>
                    </a:cubicBezTo>
                    <a:cubicBezTo>
                      <a:pt x="180" y="16"/>
                      <a:pt x="178" y="19"/>
                      <a:pt x="178" y="22"/>
                    </a:cubicBezTo>
                    <a:cubicBezTo>
                      <a:pt x="178" y="25"/>
                      <a:pt x="180" y="28"/>
                      <a:pt x="182" y="29"/>
                    </a:cubicBezTo>
                    <a:cubicBezTo>
                      <a:pt x="182" y="29"/>
                      <a:pt x="182" y="30"/>
                      <a:pt x="182" y="30"/>
                    </a:cubicBezTo>
                    <a:cubicBezTo>
                      <a:pt x="182" y="30"/>
                      <a:pt x="182" y="30"/>
                      <a:pt x="181" y="31"/>
                    </a:cubicBezTo>
                    <a:cubicBezTo>
                      <a:pt x="180" y="31"/>
                      <a:pt x="178" y="31"/>
                      <a:pt x="177" y="31"/>
                    </a:cubicBezTo>
                    <a:cubicBezTo>
                      <a:pt x="176" y="31"/>
                      <a:pt x="175" y="31"/>
                      <a:pt x="174" y="31"/>
                    </a:cubicBezTo>
                    <a:cubicBezTo>
                      <a:pt x="173" y="30"/>
                      <a:pt x="171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29"/>
                      <a:pt x="168" y="29"/>
                      <a:pt x="168" y="30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66" y="29"/>
                      <a:pt x="165" y="29"/>
                      <a:pt x="164" y="29"/>
                    </a:cubicBezTo>
                    <a:cubicBezTo>
                      <a:pt x="163" y="29"/>
                      <a:pt x="162" y="29"/>
                      <a:pt x="161" y="30"/>
                    </a:cubicBezTo>
                    <a:cubicBezTo>
                      <a:pt x="161" y="30"/>
                      <a:pt x="160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6" y="30"/>
                      <a:pt x="155" y="30"/>
                      <a:pt x="155" y="31"/>
                    </a:cubicBezTo>
                    <a:cubicBezTo>
                      <a:pt x="154" y="31"/>
                      <a:pt x="154" y="31"/>
                      <a:pt x="153" y="31"/>
                    </a:cubicBezTo>
                    <a:cubicBezTo>
                      <a:pt x="153" y="31"/>
                      <a:pt x="152" y="31"/>
                      <a:pt x="152" y="31"/>
                    </a:cubicBezTo>
                    <a:cubicBezTo>
                      <a:pt x="150" y="32"/>
                      <a:pt x="149" y="33"/>
                      <a:pt x="149" y="35"/>
                    </a:cubicBezTo>
                    <a:cubicBezTo>
                      <a:pt x="148" y="36"/>
                      <a:pt x="145" y="36"/>
                      <a:pt x="144" y="37"/>
                    </a:cubicBezTo>
                    <a:cubicBezTo>
                      <a:pt x="143" y="35"/>
                      <a:pt x="142" y="34"/>
                      <a:pt x="140" y="34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7" y="35"/>
                      <a:pt x="135" y="36"/>
                      <a:pt x="135" y="39"/>
                    </a:cubicBezTo>
                    <a:cubicBezTo>
                      <a:pt x="135" y="39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4" y="39"/>
                      <a:pt x="133" y="38"/>
                      <a:pt x="131" y="38"/>
                    </a:cubicBezTo>
                    <a:cubicBezTo>
                      <a:pt x="128" y="38"/>
                      <a:pt x="125" y="40"/>
                      <a:pt x="125" y="43"/>
                    </a:cubicBezTo>
                    <a:cubicBezTo>
                      <a:pt x="125" y="44"/>
                      <a:pt x="125" y="45"/>
                      <a:pt x="125" y="45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5" y="46"/>
                      <a:pt x="124" y="46"/>
                      <a:pt x="123" y="46"/>
                    </a:cubicBezTo>
                    <a:cubicBezTo>
                      <a:pt x="120" y="46"/>
                      <a:pt x="116" y="48"/>
                      <a:pt x="116" y="52"/>
                    </a:cubicBezTo>
                    <a:cubicBezTo>
                      <a:pt x="116" y="53"/>
                      <a:pt x="116" y="54"/>
                      <a:pt x="116" y="55"/>
                    </a:cubicBezTo>
                    <a:cubicBezTo>
                      <a:pt x="115" y="57"/>
                      <a:pt x="114" y="59"/>
                      <a:pt x="114" y="62"/>
                    </a:cubicBezTo>
                    <a:cubicBezTo>
                      <a:pt x="114" y="65"/>
                      <a:pt x="116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70"/>
                      <a:pt x="120" y="71"/>
                      <a:pt x="120" y="72"/>
                    </a:cubicBezTo>
                    <a:cubicBezTo>
                      <a:pt x="120" y="75"/>
                      <a:pt x="123" y="77"/>
                      <a:pt x="126" y="78"/>
                    </a:cubicBezTo>
                    <a:cubicBezTo>
                      <a:pt x="126" y="81"/>
                      <a:pt x="129" y="84"/>
                      <a:pt x="133" y="84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33" y="85"/>
                      <a:pt x="133" y="85"/>
                      <a:pt x="134" y="86"/>
                    </a:cubicBezTo>
                    <a:cubicBezTo>
                      <a:pt x="134" y="86"/>
                      <a:pt x="133" y="86"/>
                      <a:pt x="133" y="87"/>
                    </a:cubicBezTo>
                    <a:cubicBezTo>
                      <a:pt x="133" y="88"/>
                      <a:pt x="134" y="88"/>
                      <a:pt x="134" y="89"/>
                    </a:cubicBezTo>
                    <a:cubicBezTo>
                      <a:pt x="135" y="90"/>
                      <a:pt x="136" y="90"/>
                      <a:pt x="137" y="91"/>
                    </a:cubicBezTo>
                    <a:cubicBezTo>
                      <a:pt x="137" y="91"/>
                      <a:pt x="137" y="90"/>
                      <a:pt x="137" y="90"/>
                    </a:cubicBezTo>
                    <a:cubicBezTo>
                      <a:pt x="137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2"/>
                      <a:pt x="138" y="92"/>
                    </a:cubicBezTo>
                    <a:cubicBezTo>
                      <a:pt x="139" y="94"/>
                      <a:pt x="139" y="95"/>
                      <a:pt x="139" y="95"/>
                    </a:cubicBezTo>
                    <a:cubicBezTo>
                      <a:pt x="139" y="96"/>
                      <a:pt x="139" y="97"/>
                      <a:pt x="139" y="97"/>
                    </a:cubicBezTo>
                    <a:cubicBezTo>
                      <a:pt x="139" y="97"/>
                      <a:pt x="140" y="98"/>
                      <a:pt x="140" y="98"/>
                    </a:cubicBezTo>
                    <a:cubicBezTo>
                      <a:pt x="140" y="98"/>
                      <a:pt x="141" y="98"/>
                      <a:pt x="141" y="99"/>
                    </a:cubicBezTo>
                    <a:cubicBezTo>
                      <a:pt x="142" y="99"/>
                      <a:pt x="142" y="100"/>
                      <a:pt x="142" y="100"/>
                    </a:cubicBezTo>
                    <a:cubicBezTo>
                      <a:pt x="142" y="100"/>
                      <a:pt x="141" y="103"/>
                      <a:pt x="142" y="105"/>
                    </a:cubicBezTo>
                    <a:cubicBezTo>
                      <a:pt x="142" y="106"/>
                      <a:pt x="145" y="107"/>
                      <a:pt x="145" y="107"/>
                    </a:cubicBezTo>
                    <a:cubicBezTo>
                      <a:pt x="144" y="107"/>
                      <a:pt x="145" y="107"/>
                      <a:pt x="145" y="107"/>
                    </a:cubicBezTo>
                    <a:cubicBezTo>
                      <a:pt x="139" y="109"/>
                      <a:pt x="135" y="111"/>
                      <a:pt x="134" y="112"/>
                    </a:cubicBezTo>
                    <a:cubicBezTo>
                      <a:pt x="134" y="112"/>
                      <a:pt x="110" y="124"/>
                      <a:pt x="94" y="141"/>
                    </a:cubicBezTo>
                    <a:cubicBezTo>
                      <a:pt x="79" y="157"/>
                      <a:pt x="72" y="171"/>
                      <a:pt x="68" y="181"/>
                    </a:cubicBezTo>
                    <a:cubicBezTo>
                      <a:pt x="67" y="180"/>
                      <a:pt x="67" y="178"/>
                      <a:pt x="66" y="177"/>
                    </a:cubicBezTo>
                    <a:cubicBezTo>
                      <a:pt x="61" y="170"/>
                      <a:pt x="57" y="165"/>
                      <a:pt x="53" y="161"/>
                    </a:cubicBezTo>
                    <a:cubicBezTo>
                      <a:pt x="53" y="161"/>
                      <a:pt x="43" y="145"/>
                      <a:pt x="38" y="131"/>
                    </a:cubicBezTo>
                    <a:cubicBezTo>
                      <a:pt x="33" y="117"/>
                      <a:pt x="31" y="109"/>
                      <a:pt x="30" y="101"/>
                    </a:cubicBezTo>
                    <a:cubicBezTo>
                      <a:pt x="30" y="93"/>
                      <a:pt x="25" y="100"/>
                      <a:pt x="25" y="101"/>
                    </a:cubicBezTo>
                    <a:cubicBezTo>
                      <a:pt x="24" y="102"/>
                      <a:pt x="22" y="106"/>
                      <a:pt x="22" y="107"/>
                    </a:cubicBezTo>
                    <a:cubicBezTo>
                      <a:pt x="21" y="108"/>
                      <a:pt x="21" y="109"/>
                      <a:pt x="21" y="109"/>
                    </a:cubicBezTo>
                    <a:cubicBezTo>
                      <a:pt x="21" y="109"/>
                      <a:pt x="19" y="109"/>
                      <a:pt x="17" y="112"/>
                    </a:cubicBezTo>
                    <a:cubicBezTo>
                      <a:pt x="17" y="112"/>
                      <a:pt x="13" y="123"/>
                      <a:pt x="18" y="137"/>
                    </a:cubicBezTo>
                    <a:cubicBezTo>
                      <a:pt x="22" y="151"/>
                      <a:pt x="26" y="158"/>
                      <a:pt x="27" y="159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5" y="159"/>
                      <a:pt x="17" y="157"/>
                      <a:pt x="13" y="157"/>
                    </a:cubicBezTo>
                    <a:cubicBezTo>
                      <a:pt x="8" y="157"/>
                      <a:pt x="7" y="157"/>
                      <a:pt x="6" y="159"/>
                    </a:cubicBezTo>
                    <a:cubicBezTo>
                      <a:pt x="4" y="160"/>
                      <a:pt x="4" y="161"/>
                      <a:pt x="7" y="164"/>
                    </a:cubicBezTo>
                    <a:cubicBezTo>
                      <a:pt x="11" y="166"/>
                      <a:pt x="27" y="180"/>
                      <a:pt x="33" y="190"/>
                    </a:cubicBezTo>
                    <a:cubicBezTo>
                      <a:pt x="39" y="200"/>
                      <a:pt x="36" y="198"/>
                      <a:pt x="34" y="197"/>
                    </a:cubicBezTo>
                    <a:cubicBezTo>
                      <a:pt x="33" y="197"/>
                      <a:pt x="28" y="194"/>
                      <a:pt x="21" y="193"/>
                    </a:cubicBezTo>
                    <a:cubicBezTo>
                      <a:pt x="15" y="192"/>
                      <a:pt x="13" y="192"/>
                      <a:pt x="10" y="195"/>
                    </a:cubicBezTo>
                    <a:cubicBezTo>
                      <a:pt x="9" y="196"/>
                      <a:pt x="10" y="198"/>
                      <a:pt x="11" y="199"/>
                    </a:cubicBezTo>
                    <a:cubicBezTo>
                      <a:pt x="11" y="199"/>
                      <a:pt x="29" y="211"/>
                      <a:pt x="31" y="212"/>
                    </a:cubicBezTo>
                    <a:cubicBezTo>
                      <a:pt x="33" y="214"/>
                      <a:pt x="34" y="216"/>
                      <a:pt x="33" y="215"/>
                    </a:cubicBezTo>
                    <a:cubicBezTo>
                      <a:pt x="31" y="215"/>
                      <a:pt x="26" y="215"/>
                      <a:pt x="24" y="216"/>
                    </a:cubicBezTo>
                    <a:cubicBezTo>
                      <a:pt x="22" y="217"/>
                      <a:pt x="21" y="219"/>
                      <a:pt x="23" y="221"/>
                    </a:cubicBezTo>
                    <a:cubicBezTo>
                      <a:pt x="24" y="223"/>
                      <a:pt x="33" y="230"/>
                      <a:pt x="40" y="239"/>
                    </a:cubicBezTo>
                    <a:cubicBezTo>
                      <a:pt x="48" y="251"/>
                      <a:pt x="50" y="257"/>
                      <a:pt x="52" y="260"/>
                    </a:cubicBezTo>
                    <a:cubicBezTo>
                      <a:pt x="54" y="264"/>
                      <a:pt x="53" y="265"/>
                      <a:pt x="50" y="263"/>
                    </a:cubicBezTo>
                    <a:cubicBezTo>
                      <a:pt x="47" y="260"/>
                      <a:pt x="38" y="256"/>
                      <a:pt x="35" y="256"/>
                    </a:cubicBezTo>
                    <a:cubicBezTo>
                      <a:pt x="31" y="256"/>
                      <a:pt x="22" y="257"/>
                      <a:pt x="18" y="258"/>
                    </a:cubicBezTo>
                    <a:cubicBezTo>
                      <a:pt x="13" y="260"/>
                      <a:pt x="13" y="261"/>
                      <a:pt x="16" y="262"/>
                    </a:cubicBezTo>
                    <a:cubicBezTo>
                      <a:pt x="19" y="263"/>
                      <a:pt x="21" y="263"/>
                      <a:pt x="22" y="264"/>
                    </a:cubicBezTo>
                    <a:cubicBezTo>
                      <a:pt x="24" y="265"/>
                      <a:pt x="22" y="265"/>
                      <a:pt x="21" y="265"/>
                    </a:cubicBezTo>
                    <a:cubicBezTo>
                      <a:pt x="19" y="265"/>
                      <a:pt x="14" y="264"/>
                      <a:pt x="8" y="267"/>
                    </a:cubicBezTo>
                    <a:cubicBezTo>
                      <a:pt x="2" y="270"/>
                      <a:pt x="2" y="273"/>
                      <a:pt x="0" y="276"/>
                    </a:cubicBezTo>
                    <a:cubicBezTo>
                      <a:pt x="0" y="278"/>
                      <a:pt x="1" y="279"/>
                      <a:pt x="4" y="279"/>
                    </a:cubicBezTo>
                    <a:cubicBezTo>
                      <a:pt x="7" y="278"/>
                      <a:pt x="21" y="278"/>
                      <a:pt x="26" y="280"/>
                    </a:cubicBezTo>
                    <a:cubicBezTo>
                      <a:pt x="30" y="281"/>
                      <a:pt x="31" y="282"/>
                      <a:pt x="29" y="283"/>
                    </a:cubicBezTo>
                    <a:cubicBezTo>
                      <a:pt x="27" y="283"/>
                      <a:pt x="23" y="286"/>
                      <a:pt x="20" y="288"/>
                    </a:cubicBezTo>
                    <a:cubicBezTo>
                      <a:pt x="18" y="291"/>
                      <a:pt x="16" y="293"/>
                      <a:pt x="18" y="292"/>
                    </a:cubicBezTo>
                    <a:cubicBezTo>
                      <a:pt x="21" y="292"/>
                      <a:pt x="27" y="292"/>
                      <a:pt x="39" y="297"/>
                    </a:cubicBezTo>
                    <a:cubicBezTo>
                      <a:pt x="52" y="303"/>
                      <a:pt x="64" y="311"/>
                      <a:pt x="68" y="315"/>
                    </a:cubicBezTo>
                    <a:cubicBezTo>
                      <a:pt x="72" y="319"/>
                      <a:pt x="71" y="319"/>
                      <a:pt x="69" y="319"/>
                    </a:cubicBezTo>
                    <a:cubicBezTo>
                      <a:pt x="66" y="318"/>
                      <a:pt x="60" y="315"/>
                      <a:pt x="54" y="316"/>
                    </a:cubicBezTo>
                    <a:cubicBezTo>
                      <a:pt x="48" y="316"/>
                      <a:pt x="39" y="317"/>
                      <a:pt x="34" y="320"/>
                    </a:cubicBezTo>
                    <a:cubicBezTo>
                      <a:pt x="30" y="323"/>
                      <a:pt x="31" y="324"/>
                      <a:pt x="33" y="324"/>
                    </a:cubicBezTo>
                    <a:cubicBezTo>
                      <a:pt x="36" y="324"/>
                      <a:pt x="52" y="329"/>
                      <a:pt x="59" y="331"/>
                    </a:cubicBezTo>
                    <a:cubicBezTo>
                      <a:pt x="65" y="333"/>
                      <a:pt x="72" y="336"/>
                      <a:pt x="76" y="338"/>
                    </a:cubicBezTo>
                    <a:cubicBezTo>
                      <a:pt x="79" y="340"/>
                      <a:pt x="72" y="343"/>
                      <a:pt x="69" y="345"/>
                    </a:cubicBezTo>
                    <a:cubicBezTo>
                      <a:pt x="67" y="347"/>
                      <a:pt x="69" y="347"/>
                      <a:pt x="70" y="348"/>
                    </a:cubicBezTo>
                    <a:cubicBezTo>
                      <a:pt x="72" y="349"/>
                      <a:pt x="79" y="347"/>
                      <a:pt x="79" y="348"/>
                    </a:cubicBezTo>
                    <a:cubicBezTo>
                      <a:pt x="80" y="350"/>
                      <a:pt x="75" y="350"/>
                      <a:pt x="72" y="355"/>
                    </a:cubicBezTo>
                    <a:cubicBezTo>
                      <a:pt x="69" y="359"/>
                      <a:pt x="67" y="362"/>
                      <a:pt x="67" y="366"/>
                    </a:cubicBezTo>
                    <a:cubicBezTo>
                      <a:pt x="67" y="370"/>
                      <a:pt x="68" y="367"/>
                      <a:pt x="69" y="366"/>
                    </a:cubicBezTo>
                    <a:cubicBezTo>
                      <a:pt x="71" y="365"/>
                      <a:pt x="77" y="362"/>
                      <a:pt x="80" y="360"/>
                    </a:cubicBezTo>
                    <a:cubicBezTo>
                      <a:pt x="82" y="359"/>
                      <a:pt x="86" y="357"/>
                      <a:pt x="88" y="357"/>
                    </a:cubicBezTo>
                    <a:cubicBezTo>
                      <a:pt x="91" y="356"/>
                      <a:pt x="86" y="362"/>
                      <a:pt x="88" y="364"/>
                    </a:cubicBezTo>
                    <a:cubicBezTo>
                      <a:pt x="90" y="366"/>
                      <a:pt x="94" y="365"/>
                      <a:pt x="98" y="363"/>
                    </a:cubicBezTo>
                    <a:cubicBezTo>
                      <a:pt x="101" y="362"/>
                      <a:pt x="105" y="359"/>
                      <a:pt x="106" y="360"/>
                    </a:cubicBezTo>
                    <a:cubicBezTo>
                      <a:pt x="108" y="361"/>
                      <a:pt x="102" y="366"/>
                      <a:pt x="105" y="368"/>
                    </a:cubicBezTo>
                    <a:cubicBezTo>
                      <a:pt x="109" y="371"/>
                      <a:pt x="120" y="368"/>
                      <a:pt x="120" y="368"/>
                    </a:cubicBezTo>
                    <a:cubicBezTo>
                      <a:pt x="146" y="366"/>
                      <a:pt x="155" y="384"/>
                      <a:pt x="156" y="388"/>
                    </a:cubicBezTo>
                    <a:cubicBezTo>
                      <a:pt x="156" y="392"/>
                      <a:pt x="152" y="394"/>
                      <a:pt x="150" y="395"/>
                    </a:cubicBezTo>
                    <a:cubicBezTo>
                      <a:pt x="148" y="395"/>
                      <a:pt x="151" y="398"/>
                      <a:pt x="161" y="399"/>
                    </a:cubicBezTo>
                    <a:cubicBezTo>
                      <a:pt x="166" y="399"/>
                      <a:pt x="175" y="398"/>
                      <a:pt x="180" y="386"/>
                    </a:cubicBezTo>
                    <a:cubicBezTo>
                      <a:pt x="184" y="376"/>
                      <a:pt x="172" y="358"/>
                      <a:pt x="171" y="356"/>
                    </a:cubicBezTo>
                    <a:cubicBezTo>
                      <a:pt x="170" y="355"/>
                      <a:pt x="169" y="353"/>
                      <a:pt x="168" y="352"/>
                    </a:cubicBezTo>
                    <a:cubicBezTo>
                      <a:pt x="171" y="354"/>
                      <a:pt x="173" y="355"/>
                      <a:pt x="175" y="356"/>
                    </a:cubicBezTo>
                    <a:cubicBezTo>
                      <a:pt x="177" y="358"/>
                      <a:pt x="182" y="362"/>
                      <a:pt x="187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94" y="362"/>
                      <a:pt x="197" y="358"/>
                      <a:pt x="200" y="357"/>
                    </a:cubicBezTo>
                    <a:cubicBezTo>
                      <a:pt x="201" y="356"/>
                      <a:pt x="202" y="355"/>
                      <a:pt x="203" y="355"/>
                    </a:cubicBezTo>
                    <a:cubicBezTo>
                      <a:pt x="203" y="355"/>
                      <a:pt x="203" y="356"/>
                      <a:pt x="203" y="356"/>
                    </a:cubicBezTo>
                    <a:cubicBezTo>
                      <a:pt x="202" y="358"/>
                      <a:pt x="190" y="376"/>
                      <a:pt x="194" y="386"/>
                    </a:cubicBezTo>
                    <a:cubicBezTo>
                      <a:pt x="199" y="397"/>
                      <a:pt x="208" y="398"/>
                      <a:pt x="214" y="398"/>
                    </a:cubicBezTo>
                    <a:cubicBezTo>
                      <a:pt x="223" y="398"/>
                      <a:pt x="227" y="395"/>
                      <a:pt x="224" y="394"/>
                    </a:cubicBezTo>
                    <a:cubicBezTo>
                      <a:pt x="222" y="393"/>
                      <a:pt x="218" y="392"/>
                      <a:pt x="219" y="387"/>
                    </a:cubicBezTo>
                    <a:cubicBezTo>
                      <a:pt x="219" y="383"/>
                      <a:pt x="228" y="366"/>
                      <a:pt x="255" y="368"/>
                    </a:cubicBezTo>
                    <a:cubicBezTo>
                      <a:pt x="255" y="368"/>
                      <a:pt x="265" y="371"/>
                      <a:pt x="269" y="368"/>
                    </a:cubicBezTo>
                    <a:cubicBezTo>
                      <a:pt x="272" y="365"/>
                      <a:pt x="267" y="361"/>
                      <a:pt x="268" y="360"/>
                    </a:cubicBezTo>
                    <a:cubicBezTo>
                      <a:pt x="269" y="358"/>
                      <a:pt x="273" y="361"/>
                      <a:pt x="277" y="363"/>
                    </a:cubicBezTo>
                    <a:cubicBezTo>
                      <a:pt x="280" y="365"/>
                      <a:pt x="284" y="365"/>
                      <a:pt x="286" y="363"/>
                    </a:cubicBezTo>
                    <a:cubicBezTo>
                      <a:pt x="288" y="362"/>
                      <a:pt x="283" y="356"/>
                      <a:pt x="286" y="356"/>
                    </a:cubicBezTo>
                    <a:cubicBezTo>
                      <a:pt x="288" y="357"/>
                      <a:pt x="292" y="359"/>
                      <a:pt x="294" y="360"/>
                    </a:cubicBezTo>
                    <a:cubicBezTo>
                      <a:pt x="297" y="361"/>
                      <a:pt x="304" y="364"/>
                      <a:pt x="305" y="365"/>
                    </a:cubicBezTo>
                    <a:cubicBezTo>
                      <a:pt x="306" y="366"/>
                      <a:pt x="307" y="369"/>
                      <a:pt x="307" y="365"/>
                    </a:cubicBezTo>
                    <a:cubicBezTo>
                      <a:pt x="307" y="362"/>
                      <a:pt x="305" y="359"/>
                      <a:pt x="302" y="354"/>
                    </a:cubicBezTo>
                    <a:cubicBezTo>
                      <a:pt x="299" y="350"/>
                      <a:pt x="294" y="349"/>
                      <a:pt x="295" y="348"/>
                    </a:cubicBezTo>
                    <a:cubicBezTo>
                      <a:pt x="295" y="346"/>
                      <a:pt x="301" y="347"/>
                      <a:pt x="302" y="347"/>
                    </a:cubicBezTo>
                    <a:cubicBezTo>
                      <a:pt x="304" y="346"/>
                      <a:pt x="308" y="347"/>
                      <a:pt x="306" y="345"/>
                    </a:cubicBezTo>
                    <a:cubicBezTo>
                      <a:pt x="304" y="343"/>
                      <a:pt x="297" y="338"/>
                      <a:pt x="299" y="337"/>
                    </a:cubicBezTo>
                    <a:cubicBezTo>
                      <a:pt x="303" y="336"/>
                      <a:pt x="309" y="332"/>
                      <a:pt x="315" y="330"/>
                    </a:cubicBezTo>
                    <a:cubicBezTo>
                      <a:pt x="322" y="328"/>
                      <a:pt x="338" y="323"/>
                      <a:pt x="341" y="323"/>
                    </a:cubicBezTo>
                    <a:cubicBezTo>
                      <a:pt x="343" y="323"/>
                      <a:pt x="344" y="322"/>
                      <a:pt x="340" y="319"/>
                    </a:cubicBezTo>
                    <a:cubicBezTo>
                      <a:pt x="335" y="317"/>
                      <a:pt x="326" y="316"/>
                      <a:pt x="320" y="315"/>
                    </a:cubicBezTo>
                    <a:cubicBezTo>
                      <a:pt x="314" y="315"/>
                      <a:pt x="308" y="318"/>
                      <a:pt x="305" y="318"/>
                    </a:cubicBezTo>
                    <a:cubicBezTo>
                      <a:pt x="303" y="319"/>
                      <a:pt x="302" y="318"/>
                      <a:pt x="306" y="314"/>
                    </a:cubicBezTo>
                    <a:cubicBezTo>
                      <a:pt x="310" y="311"/>
                      <a:pt x="322" y="302"/>
                      <a:pt x="335" y="297"/>
                    </a:cubicBezTo>
                    <a:cubicBezTo>
                      <a:pt x="347" y="291"/>
                      <a:pt x="353" y="292"/>
                      <a:pt x="356" y="292"/>
                    </a:cubicBezTo>
                    <a:cubicBezTo>
                      <a:pt x="358" y="292"/>
                      <a:pt x="356" y="290"/>
                      <a:pt x="354" y="288"/>
                    </a:cubicBezTo>
                    <a:cubicBezTo>
                      <a:pt x="351" y="285"/>
                      <a:pt x="347" y="283"/>
                      <a:pt x="345" y="282"/>
                    </a:cubicBezTo>
                    <a:cubicBezTo>
                      <a:pt x="343" y="282"/>
                      <a:pt x="344" y="281"/>
                      <a:pt x="348" y="280"/>
                    </a:cubicBezTo>
                    <a:cubicBezTo>
                      <a:pt x="352" y="278"/>
                      <a:pt x="367" y="278"/>
                      <a:pt x="370" y="279"/>
                    </a:cubicBezTo>
                    <a:cubicBezTo>
                      <a:pt x="373" y="279"/>
                      <a:pt x="374" y="278"/>
                      <a:pt x="373" y="276"/>
                    </a:cubicBezTo>
                    <a:cubicBezTo>
                      <a:pt x="372" y="272"/>
                      <a:pt x="371" y="269"/>
                      <a:pt x="366" y="267"/>
                    </a:cubicBezTo>
                    <a:moveTo>
                      <a:pt x="235" y="95"/>
                    </a:moveTo>
                    <a:cubicBezTo>
                      <a:pt x="235" y="96"/>
                      <a:pt x="234" y="96"/>
                      <a:pt x="234" y="97"/>
                    </a:cubicBezTo>
                    <a:cubicBezTo>
                      <a:pt x="234" y="97"/>
                      <a:pt x="234" y="97"/>
                      <a:pt x="234" y="97"/>
                    </a:cubicBezTo>
                    <a:cubicBezTo>
                      <a:pt x="232" y="97"/>
                      <a:pt x="232" y="97"/>
                      <a:pt x="232" y="97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34" y="91"/>
                      <a:pt x="234" y="91"/>
                      <a:pt x="234" y="91"/>
                    </a:cubicBezTo>
                    <a:cubicBezTo>
                      <a:pt x="235" y="91"/>
                      <a:pt x="235" y="91"/>
                      <a:pt x="235" y="91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6" y="93"/>
                      <a:pt x="235" y="94"/>
                      <a:pt x="235" y="95"/>
                    </a:cubicBezTo>
                    <a:moveTo>
                      <a:pt x="151" y="91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7" y="87"/>
                      <a:pt x="149" y="86"/>
                      <a:pt x="154" y="85"/>
                    </a:cubicBezTo>
                    <a:cubicBezTo>
                      <a:pt x="157" y="84"/>
                      <a:pt x="159" y="84"/>
                      <a:pt x="161" y="83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64" y="92"/>
                      <a:pt x="164" y="92"/>
                      <a:pt x="164" y="92"/>
                    </a:cubicBezTo>
                    <a:cubicBezTo>
                      <a:pt x="163" y="92"/>
                      <a:pt x="162" y="93"/>
                      <a:pt x="161" y="93"/>
                    </a:cubicBezTo>
                    <a:cubicBezTo>
                      <a:pt x="159" y="93"/>
                      <a:pt x="150" y="96"/>
                      <a:pt x="147" y="97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1" y="91"/>
                    </a:lnTo>
                    <a:close/>
                    <a:moveTo>
                      <a:pt x="228" y="96"/>
                    </a:moveTo>
                    <a:cubicBezTo>
                      <a:pt x="224" y="95"/>
                      <a:pt x="216" y="93"/>
                      <a:pt x="214" y="93"/>
                    </a:cubicBezTo>
                    <a:cubicBezTo>
                      <a:pt x="214" y="93"/>
                      <a:pt x="213" y="92"/>
                      <a:pt x="211" y="92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6" y="84"/>
                      <a:pt x="219" y="84"/>
                      <a:pt x="222" y="85"/>
                    </a:cubicBezTo>
                    <a:cubicBezTo>
                      <a:pt x="226" y="86"/>
                      <a:pt x="228" y="87"/>
                      <a:pt x="232" y="89"/>
                    </a:cubicBezTo>
                    <a:cubicBezTo>
                      <a:pt x="224" y="91"/>
                      <a:pt x="224" y="91"/>
                      <a:pt x="224" y="91"/>
                    </a:cubicBezTo>
                    <a:cubicBezTo>
                      <a:pt x="223" y="92"/>
                      <a:pt x="223" y="92"/>
                      <a:pt x="223" y="92"/>
                    </a:cubicBezTo>
                    <a:lnTo>
                      <a:pt x="228" y="96"/>
                    </a:lnTo>
                    <a:close/>
                    <a:moveTo>
                      <a:pt x="217" y="88"/>
                    </a:moveTo>
                    <a:cubicBezTo>
                      <a:pt x="210" y="90"/>
                      <a:pt x="210" y="90"/>
                      <a:pt x="210" y="90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11" y="83"/>
                      <a:pt x="211" y="83"/>
                      <a:pt x="211" y="83"/>
                    </a:cubicBezTo>
                    <a:cubicBezTo>
                      <a:pt x="211" y="83"/>
                      <a:pt x="211" y="83"/>
                      <a:pt x="211" y="83"/>
                    </a:cubicBezTo>
                    <a:lnTo>
                      <a:pt x="217" y="88"/>
                    </a:lnTo>
                    <a:close/>
                    <a:moveTo>
                      <a:pt x="201" y="85"/>
                    </a:moveTo>
                    <a:cubicBezTo>
                      <a:pt x="200" y="86"/>
                      <a:pt x="200" y="86"/>
                      <a:pt x="200" y="86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3" y="90"/>
                      <a:pt x="195" y="89"/>
                      <a:pt x="188" y="89"/>
                    </a:cubicBezTo>
                    <a:cubicBezTo>
                      <a:pt x="197" y="85"/>
                      <a:pt x="197" y="85"/>
                      <a:pt x="197" y="85"/>
                    </a:cubicBezTo>
                    <a:cubicBezTo>
                      <a:pt x="197" y="83"/>
                      <a:pt x="197" y="83"/>
                      <a:pt x="197" y="83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6" y="80"/>
                      <a:pt x="202" y="80"/>
                      <a:pt x="206" y="81"/>
                    </a:cubicBezTo>
                    <a:cubicBezTo>
                      <a:pt x="207" y="81"/>
                      <a:pt x="208" y="81"/>
                      <a:pt x="209" y="82"/>
                    </a:cubicBezTo>
                    <a:lnTo>
                      <a:pt x="201" y="85"/>
                    </a:lnTo>
                    <a:close/>
                    <a:moveTo>
                      <a:pt x="194" y="84"/>
                    </a:moveTo>
                    <a:cubicBezTo>
                      <a:pt x="194" y="84"/>
                      <a:pt x="194" y="84"/>
                      <a:pt x="194" y="84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1" y="84"/>
                      <a:pt x="181" y="84"/>
                      <a:pt x="181" y="84"/>
                    </a:cubicBezTo>
                    <a:cubicBezTo>
                      <a:pt x="187" y="80"/>
                      <a:pt x="187" y="80"/>
                      <a:pt x="187" y="80"/>
                    </a:cubicBezTo>
                    <a:cubicBezTo>
                      <a:pt x="187" y="80"/>
                      <a:pt x="187" y="80"/>
                      <a:pt x="187" y="80"/>
                    </a:cubicBezTo>
                    <a:lnTo>
                      <a:pt x="194" y="84"/>
                    </a:lnTo>
                    <a:close/>
                    <a:moveTo>
                      <a:pt x="177" y="83"/>
                    </a:move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5"/>
                      <a:pt x="178" y="85"/>
                      <a:pt x="178" y="85"/>
                    </a:cubicBezTo>
                    <a:cubicBezTo>
                      <a:pt x="187" y="89"/>
                      <a:pt x="187" y="89"/>
                      <a:pt x="187" y="89"/>
                    </a:cubicBezTo>
                    <a:cubicBezTo>
                      <a:pt x="187" y="89"/>
                      <a:pt x="186" y="89"/>
                      <a:pt x="186" y="89"/>
                    </a:cubicBezTo>
                    <a:cubicBezTo>
                      <a:pt x="179" y="89"/>
                      <a:pt x="172" y="91"/>
                      <a:pt x="167" y="92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2"/>
                      <a:pt x="169" y="81"/>
                      <a:pt x="170" y="81"/>
                    </a:cubicBezTo>
                    <a:cubicBezTo>
                      <a:pt x="174" y="80"/>
                      <a:pt x="181" y="80"/>
                      <a:pt x="184" y="79"/>
                    </a:cubicBezTo>
                    <a:lnTo>
                      <a:pt x="177" y="83"/>
                    </a:lnTo>
                    <a:close/>
                    <a:moveTo>
                      <a:pt x="171" y="86"/>
                    </a:moveTo>
                    <a:cubicBezTo>
                      <a:pt x="171" y="86"/>
                      <a:pt x="171" y="86"/>
                      <a:pt x="171" y="86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64" y="83"/>
                      <a:pt x="164" y="83"/>
                      <a:pt x="164" y="83"/>
                    </a:cubicBezTo>
                    <a:cubicBezTo>
                      <a:pt x="164" y="83"/>
                      <a:pt x="164" y="83"/>
                      <a:pt x="164" y="83"/>
                    </a:cubicBezTo>
                    <a:lnTo>
                      <a:pt x="171" y="86"/>
                    </a:lnTo>
                    <a:close/>
                    <a:moveTo>
                      <a:pt x="148" y="100"/>
                    </a:moveTo>
                    <a:cubicBezTo>
                      <a:pt x="151" y="98"/>
                      <a:pt x="172" y="93"/>
                      <a:pt x="187" y="93"/>
                    </a:cubicBezTo>
                    <a:cubicBezTo>
                      <a:pt x="207" y="93"/>
                      <a:pt x="219" y="97"/>
                      <a:pt x="229" y="101"/>
                    </a:cubicBezTo>
                    <a:cubicBezTo>
                      <a:pt x="230" y="101"/>
                      <a:pt x="230" y="103"/>
                      <a:pt x="230" y="104"/>
                    </a:cubicBezTo>
                    <a:cubicBezTo>
                      <a:pt x="229" y="105"/>
                      <a:pt x="228" y="105"/>
                      <a:pt x="226" y="105"/>
                    </a:cubicBezTo>
                    <a:cubicBezTo>
                      <a:pt x="223" y="103"/>
                      <a:pt x="205" y="98"/>
                      <a:pt x="188" y="98"/>
                    </a:cubicBezTo>
                    <a:cubicBezTo>
                      <a:pt x="171" y="98"/>
                      <a:pt x="153" y="103"/>
                      <a:pt x="150" y="104"/>
                    </a:cubicBezTo>
                    <a:cubicBezTo>
                      <a:pt x="149" y="105"/>
                      <a:pt x="147" y="105"/>
                      <a:pt x="146" y="103"/>
                    </a:cubicBezTo>
                    <a:cubicBezTo>
                      <a:pt x="146" y="102"/>
                      <a:pt x="147" y="101"/>
                      <a:pt x="148" y="100"/>
                    </a:cubicBezTo>
                    <a:moveTo>
                      <a:pt x="243" y="81"/>
                    </a:moveTo>
                    <a:cubicBezTo>
                      <a:pt x="241" y="81"/>
                      <a:pt x="240" y="80"/>
                      <a:pt x="240" y="78"/>
                    </a:cubicBezTo>
                    <a:cubicBezTo>
                      <a:pt x="240" y="76"/>
                      <a:pt x="241" y="75"/>
                      <a:pt x="243" y="75"/>
                    </a:cubicBezTo>
                    <a:cubicBezTo>
                      <a:pt x="245" y="75"/>
                      <a:pt x="246" y="76"/>
                      <a:pt x="246" y="78"/>
                    </a:cubicBezTo>
                    <a:cubicBezTo>
                      <a:pt x="246" y="80"/>
                      <a:pt x="245" y="81"/>
                      <a:pt x="243" y="81"/>
                    </a:cubicBezTo>
                    <a:moveTo>
                      <a:pt x="259" y="62"/>
                    </a:moveTo>
                    <a:cubicBezTo>
                      <a:pt x="259" y="64"/>
                      <a:pt x="258" y="65"/>
                      <a:pt x="256" y="65"/>
                    </a:cubicBezTo>
                    <a:cubicBezTo>
                      <a:pt x="254" y="65"/>
                      <a:pt x="253" y="64"/>
                      <a:pt x="253" y="62"/>
                    </a:cubicBezTo>
                    <a:cubicBezTo>
                      <a:pt x="253" y="60"/>
                      <a:pt x="254" y="59"/>
                      <a:pt x="256" y="59"/>
                    </a:cubicBezTo>
                    <a:cubicBezTo>
                      <a:pt x="258" y="59"/>
                      <a:pt x="259" y="60"/>
                      <a:pt x="259" y="62"/>
                    </a:cubicBezTo>
                    <a:moveTo>
                      <a:pt x="254" y="49"/>
                    </a:moveTo>
                    <a:cubicBezTo>
                      <a:pt x="255" y="49"/>
                      <a:pt x="257" y="50"/>
                      <a:pt x="257" y="52"/>
                    </a:cubicBezTo>
                    <a:cubicBezTo>
                      <a:pt x="257" y="54"/>
                      <a:pt x="255" y="55"/>
                      <a:pt x="254" y="55"/>
                    </a:cubicBezTo>
                    <a:cubicBezTo>
                      <a:pt x="252" y="55"/>
                      <a:pt x="251" y="54"/>
                      <a:pt x="251" y="52"/>
                    </a:cubicBezTo>
                    <a:cubicBezTo>
                      <a:pt x="251" y="50"/>
                      <a:pt x="252" y="49"/>
                      <a:pt x="254" y="49"/>
                    </a:cubicBezTo>
                    <a:moveTo>
                      <a:pt x="250" y="68"/>
                    </a:moveTo>
                    <a:cubicBezTo>
                      <a:pt x="251" y="68"/>
                      <a:pt x="253" y="69"/>
                      <a:pt x="253" y="71"/>
                    </a:cubicBezTo>
                    <a:cubicBezTo>
                      <a:pt x="253" y="73"/>
                      <a:pt x="251" y="74"/>
                      <a:pt x="250" y="74"/>
                    </a:cubicBezTo>
                    <a:cubicBezTo>
                      <a:pt x="248" y="74"/>
                      <a:pt x="247" y="73"/>
                      <a:pt x="247" y="71"/>
                    </a:cubicBezTo>
                    <a:cubicBezTo>
                      <a:pt x="247" y="69"/>
                      <a:pt x="248" y="68"/>
                      <a:pt x="250" y="68"/>
                    </a:cubicBezTo>
                    <a:moveTo>
                      <a:pt x="245" y="41"/>
                    </a:moveTo>
                    <a:cubicBezTo>
                      <a:pt x="247" y="41"/>
                      <a:pt x="249" y="42"/>
                      <a:pt x="249" y="44"/>
                    </a:cubicBezTo>
                    <a:cubicBezTo>
                      <a:pt x="249" y="46"/>
                      <a:pt x="247" y="47"/>
                      <a:pt x="245" y="47"/>
                    </a:cubicBezTo>
                    <a:cubicBezTo>
                      <a:pt x="244" y="47"/>
                      <a:pt x="242" y="46"/>
                      <a:pt x="242" y="44"/>
                    </a:cubicBezTo>
                    <a:cubicBezTo>
                      <a:pt x="242" y="42"/>
                      <a:pt x="244" y="41"/>
                      <a:pt x="245" y="41"/>
                    </a:cubicBezTo>
                    <a:moveTo>
                      <a:pt x="239" y="49"/>
                    </a:moveTo>
                    <a:cubicBezTo>
                      <a:pt x="239" y="48"/>
                      <a:pt x="239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41" y="48"/>
                      <a:pt x="244" y="51"/>
                      <a:pt x="246" y="52"/>
                    </a:cubicBezTo>
                    <a:cubicBezTo>
                      <a:pt x="247" y="53"/>
                      <a:pt x="248" y="55"/>
                      <a:pt x="249" y="57"/>
                    </a:cubicBezTo>
                    <a:cubicBezTo>
                      <a:pt x="249" y="58"/>
                      <a:pt x="249" y="58"/>
                      <a:pt x="249" y="59"/>
                    </a:cubicBezTo>
                    <a:cubicBezTo>
                      <a:pt x="249" y="60"/>
                      <a:pt x="249" y="60"/>
                      <a:pt x="248" y="62"/>
                    </a:cubicBezTo>
                    <a:cubicBezTo>
                      <a:pt x="247" y="64"/>
                      <a:pt x="245" y="68"/>
                      <a:pt x="242" y="70"/>
                    </a:cubicBezTo>
                    <a:cubicBezTo>
                      <a:pt x="240" y="73"/>
                      <a:pt x="237" y="75"/>
                      <a:pt x="237" y="76"/>
                    </a:cubicBezTo>
                    <a:cubicBezTo>
                      <a:pt x="236" y="76"/>
                      <a:pt x="236" y="77"/>
                      <a:pt x="235" y="78"/>
                    </a:cubicBezTo>
                    <a:cubicBezTo>
                      <a:pt x="235" y="78"/>
                      <a:pt x="235" y="79"/>
                      <a:pt x="235" y="79"/>
                    </a:cubicBezTo>
                    <a:cubicBezTo>
                      <a:pt x="234" y="79"/>
                      <a:pt x="233" y="78"/>
                      <a:pt x="231" y="78"/>
                    </a:cubicBezTo>
                    <a:cubicBezTo>
                      <a:pt x="230" y="77"/>
                      <a:pt x="229" y="77"/>
                      <a:pt x="228" y="77"/>
                    </a:cubicBezTo>
                    <a:cubicBezTo>
                      <a:pt x="229" y="76"/>
                      <a:pt x="229" y="76"/>
                      <a:pt x="229" y="76"/>
                    </a:cubicBezTo>
                    <a:cubicBezTo>
                      <a:pt x="233" y="73"/>
                      <a:pt x="236" y="66"/>
                      <a:pt x="237" y="63"/>
                    </a:cubicBezTo>
                    <a:cubicBezTo>
                      <a:pt x="239" y="58"/>
                      <a:pt x="239" y="53"/>
                      <a:pt x="239" y="50"/>
                    </a:cubicBezTo>
                    <a:cubicBezTo>
                      <a:pt x="239" y="49"/>
                      <a:pt x="239" y="49"/>
                      <a:pt x="239" y="49"/>
                    </a:cubicBezTo>
                    <a:moveTo>
                      <a:pt x="230" y="60"/>
                    </a:moveTo>
                    <a:cubicBezTo>
                      <a:pt x="231" y="60"/>
                      <a:pt x="233" y="61"/>
                      <a:pt x="233" y="63"/>
                    </a:cubicBezTo>
                    <a:cubicBezTo>
                      <a:pt x="233" y="65"/>
                      <a:pt x="231" y="66"/>
                      <a:pt x="230" y="66"/>
                    </a:cubicBezTo>
                    <a:cubicBezTo>
                      <a:pt x="228" y="66"/>
                      <a:pt x="226" y="65"/>
                      <a:pt x="226" y="63"/>
                    </a:cubicBezTo>
                    <a:cubicBezTo>
                      <a:pt x="226" y="61"/>
                      <a:pt x="228" y="60"/>
                      <a:pt x="230" y="60"/>
                    </a:cubicBezTo>
                    <a:moveTo>
                      <a:pt x="229" y="55"/>
                    </a:moveTo>
                    <a:cubicBezTo>
                      <a:pt x="229" y="53"/>
                      <a:pt x="230" y="52"/>
                      <a:pt x="232" y="52"/>
                    </a:cubicBezTo>
                    <a:cubicBezTo>
                      <a:pt x="233" y="52"/>
                      <a:pt x="235" y="53"/>
                      <a:pt x="235" y="55"/>
                    </a:cubicBezTo>
                    <a:cubicBezTo>
                      <a:pt x="235" y="57"/>
                      <a:pt x="233" y="58"/>
                      <a:pt x="232" y="58"/>
                    </a:cubicBezTo>
                    <a:cubicBezTo>
                      <a:pt x="230" y="58"/>
                      <a:pt x="229" y="57"/>
                      <a:pt x="229" y="55"/>
                    </a:cubicBezTo>
                    <a:moveTo>
                      <a:pt x="229" y="70"/>
                    </a:moveTo>
                    <a:cubicBezTo>
                      <a:pt x="229" y="72"/>
                      <a:pt x="227" y="74"/>
                      <a:pt x="226" y="74"/>
                    </a:cubicBezTo>
                    <a:cubicBezTo>
                      <a:pt x="224" y="74"/>
                      <a:pt x="222" y="72"/>
                      <a:pt x="222" y="70"/>
                    </a:cubicBezTo>
                    <a:cubicBezTo>
                      <a:pt x="222" y="69"/>
                      <a:pt x="224" y="67"/>
                      <a:pt x="226" y="67"/>
                    </a:cubicBezTo>
                    <a:cubicBezTo>
                      <a:pt x="227" y="67"/>
                      <a:pt x="229" y="69"/>
                      <a:pt x="229" y="70"/>
                    </a:cubicBezTo>
                    <a:moveTo>
                      <a:pt x="235" y="36"/>
                    </a:moveTo>
                    <a:cubicBezTo>
                      <a:pt x="236" y="36"/>
                      <a:pt x="238" y="37"/>
                      <a:pt x="238" y="39"/>
                    </a:cubicBezTo>
                    <a:cubicBezTo>
                      <a:pt x="238" y="41"/>
                      <a:pt x="236" y="42"/>
                      <a:pt x="235" y="42"/>
                    </a:cubicBezTo>
                    <a:cubicBezTo>
                      <a:pt x="233" y="42"/>
                      <a:pt x="232" y="41"/>
                      <a:pt x="232" y="39"/>
                    </a:cubicBezTo>
                    <a:cubicBezTo>
                      <a:pt x="232" y="37"/>
                      <a:pt x="233" y="36"/>
                      <a:pt x="235" y="36"/>
                    </a:cubicBezTo>
                    <a:moveTo>
                      <a:pt x="231" y="43"/>
                    </a:moveTo>
                    <a:cubicBezTo>
                      <a:pt x="233" y="43"/>
                      <a:pt x="234" y="44"/>
                      <a:pt x="234" y="46"/>
                    </a:cubicBezTo>
                    <a:cubicBezTo>
                      <a:pt x="234" y="48"/>
                      <a:pt x="233" y="49"/>
                      <a:pt x="231" y="49"/>
                    </a:cubicBezTo>
                    <a:cubicBezTo>
                      <a:pt x="229" y="49"/>
                      <a:pt x="228" y="48"/>
                      <a:pt x="228" y="46"/>
                    </a:cubicBezTo>
                    <a:cubicBezTo>
                      <a:pt x="228" y="44"/>
                      <a:pt x="229" y="43"/>
                      <a:pt x="231" y="43"/>
                    </a:cubicBezTo>
                    <a:moveTo>
                      <a:pt x="227" y="37"/>
                    </a:moveTo>
                    <a:cubicBezTo>
                      <a:pt x="228" y="37"/>
                      <a:pt x="230" y="38"/>
                      <a:pt x="230" y="40"/>
                    </a:cubicBezTo>
                    <a:cubicBezTo>
                      <a:pt x="230" y="41"/>
                      <a:pt x="228" y="43"/>
                      <a:pt x="227" y="43"/>
                    </a:cubicBezTo>
                    <a:cubicBezTo>
                      <a:pt x="225" y="43"/>
                      <a:pt x="224" y="41"/>
                      <a:pt x="224" y="40"/>
                    </a:cubicBezTo>
                    <a:cubicBezTo>
                      <a:pt x="224" y="38"/>
                      <a:pt x="225" y="37"/>
                      <a:pt x="227" y="37"/>
                    </a:cubicBezTo>
                    <a:moveTo>
                      <a:pt x="222" y="33"/>
                    </a:moveTo>
                    <a:cubicBezTo>
                      <a:pt x="223" y="33"/>
                      <a:pt x="225" y="34"/>
                      <a:pt x="225" y="35"/>
                    </a:cubicBezTo>
                    <a:cubicBezTo>
                      <a:pt x="225" y="37"/>
                      <a:pt x="223" y="38"/>
                      <a:pt x="222" y="38"/>
                    </a:cubicBezTo>
                    <a:cubicBezTo>
                      <a:pt x="221" y="38"/>
                      <a:pt x="219" y="37"/>
                      <a:pt x="219" y="35"/>
                    </a:cubicBezTo>
                    <a:cubicBezTo>
                      <a:pt x="219" y="34"/>
                      <a:pt x="221" y="33"/>
                      <a:pt x="222" y="33"/>
                    </a:cubicBezTo>
                    <a:moveTo>
                      <a:pt x="216" y="31"/>
                    </a:moveTo>
                    <a:cubicBezTo>
                      <a:pt x="218" y="31"/>
                      <a:pt x="218" y="32"/>
                      <a:pt x="218" y="33"/>
                    </a:cubicBezTo>
                    <a:cubicBezTo>
                      <a:pt x="218" y="34"/>
                      <a:pt x="218" y="35"/>
                      <a:pt x="216" y="35"/>
                    </a:cubicBezTo>
                    <a:cubicBezTo>
                      <a:pt x="215" y="35"/>
                      <a:pt x="214" y="34"/>
                      <a:pt x="214" y="33"/>
                    </a:cubicBezTo>
                    <a:cubicBezTo>
                      <a:pt x="214" y="32"/>
                      <a:pt x="215" y="31"/>
                      <a:pt x="216" y="31"/>
                    </a:cubicBezTo>
                    <a:moveTo>
                      <a:pt x="211" y="30"/>
                    </a:moveTo>
                    <a:cubicBezTo>
                      <a:pt x="212" y="30"/>
                      <a:pt x="213" y="31"/>
                      <a:pt x="213" y="32"/>
                    </a:cubicBezTo>
                    <a:cubicBezTo>
                      <a:pt x="213" y="33"/>
                      <a:pt x="212" y="34"/>
                      <a:pt x="211" y="34"/>
                    </a:cubicBezTo>
                    <a:cubicBezTo>
                      <a:pt x="210" y="34"/>
                      <a:pt x="210" y="33"/>
                      <a:pt x="210" y="32"/>
                    </a:cubicBezTo>
                    <a:cubicBezTo>
                      <a:pt x="210" y="31"/>
                      <a:pt x="210" y="30"/>
                      <a:pt x="211" y="30"/>
                    </a:cubicBezTo>
                    <a:moveTo>
                      <a:pt x="206" y="30"/>
                    </a:moveTo>
                    <a:cubicBezTo>
                      <a:pt x="206" y="30"/>
                      <a:pt x="207" y="31"/>
                      <a:pt x="207" y="32"/>
                    </a:cubicBezTo>
                    <a:cubicBezTo>
                      <a:pt x="207" y="33"/>
                      <a:pt x="207" y="33"/>
                      <a:pt x="207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5" y="34"/>
                      <a:pt x="205" y="34"/>
                      <a:pt x="204" y="33"/>
                    </a:cubicBezTo>
                    <a:cubicBezTo>
                      <a:pt x="204" y="33"/>
                      <a:pt x="204" y="33"/>
                      <a:pt x="204" y="33"/>
                    </a:cubicBezTo>
                    <a:cubicBezTo>
                      <a:pt x="204" y="33"/>
                      <a:pt x="204" y="32"/>
                      <a:pt x="204" y="32"/>
                    </a:cubicBezTo>
                    <a:cubicBezTo>
                      <a:pt x="204" y="31"/>
                      <a:pt x="205" y="30"/>
                      <a:pt x="206" y="30"/>
                    </a:cubicBezTo>
                    <a:moveTo>
                      <a:pt x="200" y="70"/>
                    </a:moveTo>
                    <a:cubicBezTo>
                      <a:pt x="202" y="66"/>
                      <a:pt x="203" y="60"/>
                      <a:pt x="203" y="54"/>
                    </a:cubicBezTo>
                    <a:cubicBezTo>
                      <a:pt x="203" y="48"/>
                      <a:pt x="202" y="42"/>
                      <a:pt x="201" y="37"/>
                    </a:cubicBezTo>
                    <a:cubicBezTo>
                      <a:pt x="201" y="36"/>
                      <a:pt x="201" y="36"/>
                      <a:pt x="201" y="36"/>
                    </a:cubicBezTo>
                    <a:cubicBezTo>
                      <a:pt x="201" y="36"/>
                      <a:pt x="202" y="36"/>
                      <a:pt x="202" y="36"/>
                    </a:cubicBezTo>
                    <a:cubicBezTo>
                      <a:pt x="203" y="36"/>
                      <a:pt x="209" y="37"/>
                      <a:pt x="214" y="38"/>
                    </a:cubicBezTo>
                    <a:cubicBezTo>
                      <a:pt x="220" y="39"/>
                      <a:pt x="220" y="41"/>
                      <a:pt x="222" y="43"/>
                    </a:cubicBezTo>
                    <a:cubicBezTo>
                      <a:pt x="223" y="44"/>
                      <a:pt x="225" y="49"/>
                      <a:pt x="225" y="51"/>
                    </a:cubicBezTo>
                    <a:cubicBezTo>
                      <a:pt x="225" y="52"/>
                      <a:pt x="225" y="52"/>
                      <a:pt x="224" y="52"/>
                    </a:cubicBezTo>
                    <a:cubicBezTo>
                      <a:pt x="224" y="57"/>
                      <a:pt x="224" y="62"/>
                      <a:pt x="217" y="73"/>
                    </a:cubicBezTo>
                    <a:cubicBezTo>
                      <a:pt x="217" y="73"/>
                      <a:pt x="217" y="73"/>
                      <a:pt x="216" y="73"/>
                    </a:cubicBezTo>
                    <a:cubicBezTo>
                      <a:pt x="216" y="73"/>
                      <a:pt x="216" y="73"/>
                      <a:pt x="216" y="73"/>
                    </a:cubicBezTo>
                    <a:cubicBezTo>
                      <a:pt x="213" y="72"/>
                      <a:pt x="203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moveTo>
                      <a:pt x="196" y="37"/>
                    </a:moveTo>
                    <a:cubicBezTo>
                      <a:pt x="195" y="36"/>
                      <a:pt x="196" y="34"/>
                      <a:pt x="197" y="34"/>
                    </a:cubicBezTo>
                    <a:cubicBezTo>
                      <a:pt x="197" y="34"/>
                      <a:pt x="198" y="35"/>
                      <a:pt x="198" y="36"/>
                    </a:cubicBezTo>
                    <a:cubicBezTo>
                      <a:pt x="198" y="37"/>
                      <a:pt x="200" y="44"/>
                      <a:pt x="200" y="50"/>
                    </a:cubicBezTo>
                    <a:cubicBezTo>
                      <a:pt x="200" y="59"/>
                      <a:pt x="198" y="66"/>
                      <a:pt x="196" y="69"/>
                    </a:cubicBezTo>
                    <a:cubicBezTo>
                      <a:pt x="196" y="70"/>
                      <a:pt x="196" y="70"/>
                      <a:pt x="195" y="70"/>
                    </a:cubicBezTo>
                    <a:cubicBezTo>
                      <a:pt x="194" y="70"/>
                      <a:pt x="193" y="69"/>
                      <a:pt x="194" y="68"/>
                    </a:cubicBezTo>
                    <a:cubicBezTo>
                      <a:pt x="195" y="67"/>
                      <a:pt x="196" y="59"/>
                      <a:pt x="196" y="50"/>
                    </a:cubicBezTo>
                    <a:cubicBezTo>
                      <a:pt x="196" y="44"/>
                      <a:pt x="196" y="37"/>
                      <a:pt x="196" y="37"/>
                    </a:cubicBezTo>
                    <a:moveTo>
                      <a:pt x="182" y="11"/>
                    </a:moveTo>
                    <a:cubicBezTo>
                      <a:pt x="181" y="11"/>
                      <a:pt x="181" y="11"/>
                      <a:pt x="181" y="10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7"/>
                      <a:pt x="181" y="7"/>
                      <a:pt x="182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3"/>
                      <a:pt x="186" y="2"/>
                      <a:pt x="187" y="2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2"/>
                      <a:pt x="190" y="3"/>
                      <a:pt x="190" y="4"/>
                    </a:cubicBezTo>
                    <a:cubicBezTo>
                      <a:pt x="190" y="7"/>
                      <a:pt x="190" y="7"/>
                      <a:pt x="190" y="7"/>
                    </a:cubicBezTo>
                    <a:cubicBezTo>
                      <a:pt x="193" y="7"/>
                      <a:pt x="193" y="7"/>
                      <a:pt x="193" y="7"/>
                    </a:cubicBezTo>
                    <a:cubicBezTo>
                      <a:pt x="194" y="7"/>
                      <a:pt x="194" y="7"/>
                      <a:pt x="194" y="8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4" y="11"/>
                      <a:pt x="194" y="11"/>
                      <a:pt x="193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90" y="14"/>
                      <a:pt x="189" y="15"/>
                      <a:pt x="189" y="15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6" y="15"/>
                      <a:pt x="185" y="14"/>
                      <a:pt x="185" y="13"/>
                    </a:cubicBezTo>
                    <a:cubicBezTo>
                      <a:pt x="185" y="11"/>
                      <a:pt x="185" y="11"/>
                      <a:pt x="185" y="11"/>
                    </a:cubicBezTo>
                    <a:lnTo>
                      <a:pt x="182" y="11"/>
                    </a:lnTo>
                    <a:close/>
                    <a:moveTo>
                      <a:pt x="182" y="22"/>
                    </a:moveTo>
                    <a:cubicBezTo>
                      <a:pt x="182" y="19"/>
                      <a:pt x="185" y="17"/>
                      <a:pt x="188" y="17"/>
                    </a:cubicBezTo>
                    <a:cubicBezTo>
                      <a:pt x="191" y="17"/>
                      <a:pt x="193" y="19"/>
                      <a:pt x="193" y="22"/>
                    </a:cubicBezTo>
                    <a:cubicBezTo>
                      <a:pt x="193" y="25"/>
                      <a:pt x="191" y="28"/>
                      <a:pt x="188" y="28"/>
                    </a:cubicBezTo>
                    <a:cubicBezTo>
                      <a:pt x="185" y="28"/>
                      <a:pt x="182" y="25"/>
                      <a:pt x="182" y="22"/>
                    </a:cubicBezTo>
                    <a:moveTo>
                      <a:pt x="187" y="43"/>
                    </a:moveTo>
                    <a:cubicBezTo>
                      <a:pt x="187" y="43"/>
                      <a:pt x="187" y="43"/>
                      <a:pt x="187" y="43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3"/>
                      <a:pt x="191" y="45"/>
                      <a:pt x="191" y="47"/>
                    </a:cubicBezTo>
                    <a:cubicBezTo>
                      <a:pt x="191" y="49"/>
                      <a:pt x="190" y="50"/>
                      <a:pt x="188" y="51"/>
                    </a:cubicBezTo>
                    <a:cubicBezTo>
                      <a:pt x="188" y="51"/>
                      <a:pt x="188" y="51"/>
                      <a:pt x="187" y="51"/>
                    </a:cubicBezTo>
                    <a:cubicBezTo>
                      <a:pt x="187" y="51"/>
                      <a:pt x="187" y="51"/>
                      <a:pt x="187" y="51"/>
                    </a:cubicBezTo>
                    <a:cubicBezTo>
                      <a:pt x="185" y="51"/>
                      <a:pt x="183" y="49"/>
                      <a:pt x="183" y="47"/>
                    </a:cubicBezTo>
                    <a:cubicBezTo>
                      <a:pt x="183" y="45"/>
                      <a:pt x="185" y="43"/>
                      <a:pt x="187" y="43"/>
                    </a:cubicBezTo>
                    <a:moveTo>
                      <a:pt x="183" y="37"/>
                    </a:moveTo>
                    <a:cubicBezTo>
                      <a:pt x="183" y="35"/>
                      <a:pt x="185" y="33"/>
                      <a:pt x="187" y="33"/>
                    </a:cubicBezTo>
                    <a:cubicBezTo>
                      <a:pt x="187" y="33"/>
                      <a:pt x="187" y="33"/>
                      <a:pt x="188" y="33"/>
                    </a:cubicBezTo>
                    <a:cubicBezTo>
                      <a:pt x="188" y="33"/>
                      <a:pt x="188" y="33"/>
                      <a:pt x="188" y="33"/>
                    </a:cubicBezTo>
                    <a:cubicBezTo>
                      <a:pt x="188" y="33"/>
                      <a:pt x="188" y="33"/>
                      <a:pt x="189" y="33"/>
                    </a:cubicBezTo>
                    <a:cubicBezTo>
                      <a:pt x="190" y="33"/>
                      <a:pt x="191" y="35"/>
                      <a:pt x="191" y="37"/>
                    </a:cubicBezTo>
                    <a:cubicBezTo>
                      <a:pt x="191" y="38"/>
                      <a:pt x="190" y="40"/>
                      <a:pt x="188" y="41"/>
                    </a:cubicBezTo>
                    <a:cubicBezTo>
                      <a:pt x="188" y="41"/>
                      <a:pt x="188" y="41"/>
                      <a:pt x="187" y="41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5" y="40"/>
                      <a:pt x="183" y="39"/>
                      <a:pt x="183" y="37"/>
                    </a:cubicBezTo>
                    <a:moveTo>
                      <a:pt x="188" y="61"/>
                    </a:moveTo>
                    <a:cubicBezTo>
                      <a:pt x="188" y="61"/>
                      <a:pt x="188" y="61"/>
                      <a:pt x="187" y="61"/>
                    </a:cubicBezTo>
                    <a:cubicBezTo>
                      <a:pt x="187" y="61"/>
                      <a:pt x="187" y="61"/>
                      <a:pt x="187" y="61"/>
                    </a:cubicBezTo>
                    <a:cubicBezTo>
                      <a:pt x="185" y="61"/>
                      <a:pt x="183" y="59"/>
                      <a:pt x="183" y="57"/>
                    </a:cubicBezTo>
                    <a:cubicBezTo>
                      <a:pt x="183" y="55"/>
                      <a:pt x="185" y="54"/>
                      <a:pt x="187" y="53"/>
                    </a:cubicBezTo>
                    <a:cubicBezTo>
                      <a:pt x="187" y="53"/>
                      <a:pt x="187" y="53"/>
                      <a:pt x="187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90" y="54"/>
                      <a:pt x="192" y="55"/>
                      <a:pt x="192" y="57"/>
                    </a:cubicBezTo>
                    <a:cubicBezTo>
                      <a:pt x="192" y="59"/>
                      <a:pt x="190" y="61"/>
                      <a:pt x="188" y="61"/>
                    </a:cubicBezTo>
                    <a:moveTo>
                      <a:pt x="192" y="68"/>
                    </a:moveTo>
                    <a:cubicBezTo>
                      <a:pt x="192" y="70"/>
                      <a:pt x="190" y="72"/>
                      <a:pt x="187" y="72"/>
                    </a:cubicBezTo>
                    <a:cubicBezTo>
                      <a:pt x="185" y="72"/>
                      <a:pt x="183" y="70"/>
                      <a:pt x="183" y="68"/>
                    </a:cubicBezTo>
                    <a:cubicBezTo>
                      <a:pt x="183" y="65"/>
                      <a:pt x="185" y="64"/>
                      <a:pt x="187" y="64"/>
                    </a:cubicBezTo>
                    <a:cubicBezTo>
                      <a:pt x="190" y="64"/>
                      <a:pt x="192" y="65"/>
                      <a:pt x="192" y="68"/>
                    </a:cubicBezTo>
                    <a:moveTo>
                      <a:pt x="177" y="37"/>
                    </a:moveTo>
                    <a:cubicBezTo>
                      <a:pt x="177" y="36"/>
                      <a:pt x="178" y="34"/>
                      <a:pt x="179" y="34"/>
                    </a:cubicBezTo>
                    <a:cubicBezTo>
                      <a:pt x="180" y="34"/>
                      <a:pt x="179" y="36"/>
                      <a:pt x="179" y="37"/>
                    </a:cubicBezTo>
                    <a:cubicBezTo>
                      <a:pt x="179" y="37"/>
                      <a:pt x="179" y="44"/>
                      <a:pt x="179" y="50"/>
                    </a:cubicBezTo>
                    <a:cubicBezTo>
                      <a:pt x="179" y="59"/>
                      <a:pt x="180" y="67"/>
                      <a:pt x="181" y="69"/>
                    </a:cubicBezTo>
                    <a:cubicBezTo>
                      <a:pt x="182" y="69"/>
                      <a:pt x="181" y="70"/>
                      <a:pt x="180" y="70"/>
                    </a:cubicBezTo>
                    <a:cubicBezTo>
                      <a:pt x="180" y="70"/>
                      <a:pt x="179" y="70"/>
                      <a:pt x="179" y="69"/>
                    </a:cubicBezTo>
                    <a:cubicBezTo>
                      <a:pt x="177" y="66"/>
                      <a:pt x="175" y="59"/>
                      <a:pt x="176" y="50"/>
                    </a:cubicBezTo>
                    <a:cubicBezTo>
                      <a:pt x="176" y="44"/>
                      <a:pt x="177" y="37"/>
                      <a:pt x="177" y="37"/>
                    </a:cubicBezTo>
                    <a:moveTo>
                      <a:pt x="170" y="30"/>
                    </a:moveTo>
                    <a:cubicBezTo>
                      <a:pt x="171" y="30"/>
                      <a:pt x="171" y="31"/>
                      <a:pt x="171" y="32"/>
                    </a:cubicBezTo>
                    <a:cubicBezTo>
                      <a:pt x="171" y="33"/>
                      <a:pt x="171" y="34"/>
                      <a:pt x="170" y="34"/>
                    </a:cubicBezTo>
                    <a:cubicBezTo>
                      <a:pt x="169" y="34"/>
                      <a:pt x="168" y="33"/>
                      <a:pt x="168" y="32"/>
                    </a:cubicBezTo>
                    <a:cubicBezTo>
                      <a:pt x="168" y="31"/>
                      <a:pt x="169" y="30"/>
                      <a:pt x="170" y="30"/>
                    </a:cubicBezTo>
                    <a:moveTo>
                      <a:pt x="165" y="30"/>
                    </a:moveTo>
                    <a:cubicBezTo>
                      <a:pt x="166" y="30"/>
                      <a:pt x="167" y="31"/>
                      <a:pt x="167" y="32"/>
                    </a:cubicBezTo>
                    <a:cubicBezTo>
                      <a:pt x="167" y="33"/>
                      <a:pt x="166" y="34"/>
                      <a:pt x="165" y="34"/>
                    </a:cubicBezTo>
                    <a:cubicBezTo>
                      <a:pt x="164" y="34"/>
                      <a:pt x="163" y="33"/>
                      <a:pt x="163" y="32"/>
                    </a:cubicBezTo>
                    <a:cubicBezTo>
                      <a:pt x="163" y="31"/>
                      <a:pt x="164" y="30"/>
                      <a:pt x="165" y="30"/>
                    </a:cubicBezTo>
                    <a:moveTo>
                      <a:pt x="159" y="31"/>
                    </a:moveTo>
                    <a:cubicBezTo>
                      <a:pt x="160" y="31"/>
                      <a:pt x="161" y="32"/>
                      <a:pt x="161" y="33"/>
                    </a:cubicBezTo>
                    <a:cubicBezTo>
                      <a:pt x="161" y="34"/>
                      <a:pt x="160" y="35"/>
                      <a:pt x="159" y="35"/>
                    </a:cubicBezTo>
                    <a:cubicBezTo>
                      <a:pt x="158" y="35"/>
                      <a:pt x="157" y="34"/>
                      <a:pt x="157" y="33"/>
                    </a:cubicBezTo>
                    <a:cubicBezTo>
                      <a:pt x="157" y="32"/>
                      <a:pt x="158" y="31"/>
                      <a:pt x="159" y="31"/>
                    </a:cubicBezTo>
                    <a:moveTo>
                      <a:pt x="163" y="38"/>
                    </a:moveTo>
                    <a:cubicBezTo>
                      <a:pt x="168" y="37"/>
                      <a:pt x="172" y="36"/>
                      <a:pt x="172" y="36"/>
                    </a:cubicBezTo>
                    <a:cubicBezTo>
                      <a:pt x="173" y="36"/>
                      <a:pt x="173" y="36"/>
                      <a:pt x="173" y="36"/>
                    </a:cubicBezTo>
                    <a:cubicBezTo>
                      <a:pt x="173" y="36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41"/>
                      <a:pt x="172" y="46"/>
                      <a:pt x="172" y="50"/>
                    </a:cubicBezTo>
                    <a:cubicBezTo>
                      <a:pt x="172" y="58"/>
                      <a:pt x="174" y="66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3" y="70"/>
                      <a:pt x="162" y="71"/>
                      <a:pt x="159" y="72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59" y="72"/>
                      <a:pt x="159" y="72"/>
                      <a:pt x="159" y="71"/>
                    </a:cubicBezTo>
                    <a:cubicBezTo>
                      <a:pt x="159" y="71"/>
                      <a:pt x="158" y="71"/>
                      <a:pt x="158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4" y="64"/>
                      <a:pt x="153" y="59"/>
                      <a:pt x="152" y="49"/>
                    </a:cubicBezTo>
                    <a:cubicBezTo>
                      <a:pt x="152" y="46"/>
                      <a:pt x="154" y="43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6" y="40"/>
                      <a:pt x="158" y="39"/>
                      <a:pt x="163" y="38"/>
                    </a:cubicBezTo>
                    <a:moveTo>
                      <a:pt x="146" y="59"/>
                    </a:moveTo>
                    <a:cubicBezTo>
                      <a:pt x="148" y="59"/>
                      <a:pt x="150" y="61"/>
                      <a:pt x="150" y="63"/>
                    </a:cubicBezTo>
                    <a:cubicBezTo>
                      <a:pt x="150" y="64"/>
                      <a:pt x="148" y="66"/>
                      <a:pt x="146" y="66"/>
                    </a:cubicBezTo>
                    <a:cubicBezTo>
                      <a:pt x="145" y="66"/>
                      <a:pt x="143" y="64"/>
                      <a:pt x="143" y="63"/>
                    </a:cubicBezTo>
                    <a:cubicBezTo>
                      <a:pt x="143" y="61"/>
                      <a:pt x="145" y="59"/>
                      <a:pt x="146" y="59"/>
                    </a:cubicBezTo>
                    <a:moveTo>
                      <a:pt x="141" y="54"/>
                    </a:moveTo>
                    <a:cubicBezTo>
                      <a:pt x="141" y="53"/>
                      <a:pt x="142" y="51"/>
                      <a:pt x="144" y="51"/>
                    </a:cubicBezTo>
                    <a:cubicBezTo>
                      <a:pt x="146" y="51"/>
                      <a:pt x="147" y="53"/>
                      <a:pt x="147" y="54"/>
                    </a:cubicBezTo>
                    <a:cubicBezTo>
                      <a:pt x="147" y="56"/>
                      <a:pt x="146" y="58"/>
                      <a:pt x="144" y="58"/>
                    </a:cubicBezTo>
                    <a:cubicBezTo>
                      <a:pt x="142" y="58"/>
                      <a:pt x="141" y="56"/>
                      <a:pt x="141" y="54"/>
                    </a:cubicBezTo>
                    <a:moveTo>
                      <a:pt x="150" y="67"/>
                    </a:moveTo>
                    <a:cubicBezTo>
                      <a:pt x="152" y="67"/>
                      <a:pt x="154" y="69"/>
                      <a:pt x="154" y="70"/>
                    </a:cubicBezTo>
                    <a:cubicBezTo>
                      <a:pt x="154" y="72"/>
                      <a:pt x="152" y="74"/>
                      <a:pt x="150" y="74"/>
                    </a:cubicBezTo>
                    <a:cubicBezTo>
                      <a:pt x="150" y="74"/>
                      <a:pt x="150" y="74"/>
                      <a:pt x="149" y="73"/>
                    </a:cubicBezTo>
                    <a:cubicBezTo>
                      <a:pt x="148" y="73"/>
                      <a:pt x="148" y="73"/>
                      <a:pt x="148" y="72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7" y="69"/>
                      <a:pt x="149" y="67"/>
                      <a:pt x="150" y="67"/>
                    </a:cubicBezTo>
                    <a:moveTo>
                      <a:pt x="153" y="33"/>
                    </a:moveTo>
                    <a:cubicBezTo>
                      <a:pt x="155" y="33"/>
                      <a:pt x="156" y="34"/>
                      <a:pt x="156" y="35"/>
                    </a:cubicBezTo>
                    <a:cubicBezTo>
                      <a:pt x="156" y="37"/>
                      <a:pt x="155" y="38"/>
                      <a:pt x="153" y="38"/>
                    </a:cubicBezTo>
                    <a:cubicBezTo>
                      <a:pt x="153" y="38"/>
                      <a:pt x="152" y="38"/>
                      <a:pt x="152" y="37"/>
                    </a:cubicBezTo>
                    <a:cubicBezTo>
                      <a:pt x="151" y="37"/>
                      <a:pt x="151" y="36"/>
                      <a:pt x="151" y="35"/>
                    </a:cubicBezTo>
                    <a:cubicBezTo>
                      <a:pt x="151" y="34"/>
                      <a:pt x="152" y="33"/>
                      <a:pt x="153" y="33"/>
                    </a:cubicBezTo>
                    <a:moveTo>
                      <a:pt x="149" y="37"/>
                    </a:moveTo>
                    <a:cubicBezTo>
                      <a:pt x="150" y="37"/>
                      <a:pt x="151" y="38"/>
                      <a:pt x="151" y="40"/>
                    </a:cubicBezTo>
                    <a:cubicBezTo>
                      <a:pt x="151" y="41"/>
                      <a:pt x="150" y="43"/>
                      <a:pt x="149" y="43"/>
                    </a:cubicBezTo>
                    <a:cubicBezTo>
                      <a:pt x="147" y="43"/>
                      <a:pt x="146" y="41"/>
                      <a:pt x="146" y="40"/>
                    </a:cubicBezTo>
                    <a:cubicBezTo>
                      <a:pt x="146" y="38"/>
                      <a:pt x="147" y="37"/>
                      <a:pt x="149" y="37"/>
                    </a:cubicBezTo>
                    <a:moveTo>
                      <a:pt x="144" y="43"/>
                    </a:moveTo>
                    <a:cubicBezTo>
                      <a:pt x="145" y="43"/>
                      <a:pt x="145" y="43"/>
                      <a:pt x="145" y="43"/>
                    </a:cubicBezTo>
                    <a:cubicBezTo>
                      <a:pt x="147" y="44"/>
                      <a:pt x="148" y="45"/>
                      <a:pt x="148" y="46"/>
                    </a:cubicBezTo>
                    <a:cubicBezTo>
                      <a:pt x="148" y="48"/>
                      <a:pt x="146" y="49"/>
                      <a:pt x="144" y="49"/>
                    </a:cubicBezTo>
                    <a:cubicBezTo>
                      <a:pt x="143" y="49"/>
                      <a:pt x="142" y="48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1" y="45"/>
                      <a:pt x="143" y="43"/>
                      <a:pt x="144" y="43"/>
                    </a:cubicBezTo>
                    <a:moveTo>
                      <a:pt x="140" y="36"/>
                    </a:moveTo>
                    <a:cubicBezTo>
                      <a:pt x="142" y="36"/>
                      <a:pt x="143" y="37"/>
                      <a:pt x="143" y="39"/>
                    </a:cubicBezTo>
                    <a:cubicBezTo>
                      <a:pt x="143" y="41"/>
                      <a:pt x="142" y="42"/>
                      <a:pt x="140" y="42"/>
                    </a:cubicBezTo>
                    <a:cubicBezTo>
                      <a:pt x="139" y="42"/>
                      <a:pt x="137" y="41"/>
                      <a:pt x="137" y="39"/>
                    </a:cubicBezTo>
                    <a:cubicBezTo>
                      <a:pt x="137" y="37"/>
                      <a:pt x="139" y="36"/>
                      <a:pt x="140" y="36"/>
                    </a:cubicBezTo>
                    <a:moveTo>
                      <a:pt x="130" y="41"/>
                    </a:moveTo>
                    <a:cubicBezTo>
                      <a:pt x="132" y="41"/>
                      <a:pt x="133" y="42"/>
                      <a:pt x="133" y="44"/>
                    </a:cubicBezTo>
                    <a:cubicBezTo>
                      <a:pt x="133" y="46"/>
                      <a:pt x="132" y="47"/>
                      <a:pt x="130" y="47"/>
                    </a:cubicBezTo>
                    <a:cubicBezTo>
                      <a:pt x="128" y="47"/>
                      <a:pt x="127" y="46"/>
                      <a:pt x="127" y="44"/>
                    </a:cubicBezTo>
                    <a:cubicBezTo>
                      <a:pt x="127" y="42"/>
                      <a:pt x="128" y="41"/>
                      <a:pt x="130" y="41"/>
                    </a:cubicBezTo>
                    <a:moveTo>
                      <a:pt x="122" y="49"/>
                    </a:moveTo>
                    <a:cubicBezTo>
                      <a:pt x="123" y="49"/>
                      <a:pt x="125" y="50"/>
                      <a:pt x="125" y="52"/>
                    </a:cubicBezTo>
                    <a:cubicBezTo>
                      <a:pt x="125" y="54"/>
                      <a:pt x="123" y="55"/>
                      <a:pt x="122" y="55"/>
                    </a:cubicBezTo>
                    <a:cubicBezTo>
                      <a:pt x="120" y="55"/>
                      <a:pt x="118" y="54"/>
                      <a:pt x="118" y="52"/>
                    </a:cubicBezTo>
                    <a:cubicBezTo>
                      <a:pt x="118" y="50"/>
                      <a:pt x="120" y="49"/>
                      <a:pt x="122" y="49"/>
                    </a:cubicBezTo>
                    <a:moveTo>
                      <a:pt x="119" y="65"/>
                    </a:moveTo>
                    <a:cubicBezTo>
                      <a:pt x="118" y="65"/>
                      <a:pt x="116" y="64"/>
                      <a:pt x="116" y="62"/>
                    </a:cubicBezTo>
                    <a:cubicBezTo>
                      <a:pt x="116" y="60"/>
                      <a:pt x="118" y="59"/>
                      <a:pt x="119" y="59"/>
                    </a:cubicBezTo>
                    <a:cubicBezTo>
                      <a:pt x="121" y="59"/>
                      <a:pt x="123" y="60"/>
                      <a:pt x="123" y="62"/>
                    </a:cubicBezTo>
                    <a:cubicBezTo>
                      <a:pt x="123" y="64"/>
                      <a:pt x="121" y="65"/>
                      <a:pt x="119" y="65"/>
                    </a:cubicBezTo>
                    <a:moveTo>
                      <a:pt x="125" y="74"/>
                    </a:moveTo>
                    <a:cubicBezTo>
                      <a:pt x="123" y="74"/>
                      <a:pt x="122" y="73"/>
                      <a:pt x="122" y="71"/>
                    </a:cubicBezTo>
                    <a:cubicBezTo>
                      <a:pt x="122" y="70"/>
                      <a:pt x="123" y="68"/>
                      <a:pt x="125" y="68"/>
                    </a:cubicBezTo>
                    <a:cubicBezTo>
                      <a:pt x="127" y="68"/>
                      <a:pt x="128" y="70"/>
                      <a:pt x="128" y="71"/>
                    </a:cubicBezTo>
                    <a:cubicBezTo>
                      <a:pt x="128" y="73"/>
                      <a:pt x="127" y="74"/>
                      <a:pt x="125" y="74"/>
                    </a:cubicBezTo>
                    <a:moveTo>
                      <a:pt x="132" y="81"/>
                    </a:moveTo>
                    <a:cubicBezTo>
                      <a:pt x="131" y="81"/>
                      <a:pt x="129" y="80"/>
                      <a:pt x="129" y="78"/>
                    </a:cubicBezTo>
                    <a:cubicBezTo>
                      <a:pt x="129" y="76"/>
                      <a:pt x="131" y="75"/>
                      <a:pt x="132" y="75"/>
                    </a:cubicBezTo>
                    <a:cubicBezTo>
                      <a:pt x="134" y="75"/>
                      <a:pt x="136" y="76"/>
                      <a:pt x="136" y="78"/>
                    </a:cubicBezTo>
                    <a:cubicBezTo>
                      <a:pt x="136" y="80"/>
                      <a:pt x="134" y="81"/>
                      <a:pt x="132" y="81"/>
                    </a:cubicBezTo>
                    <a:moveTo>
                      <a:pt x="132" y="68"/>
                    </a:moveTo>
                    <a:cubicBezTo>
                      <a:pt x="131" y="67"/>
                      <a:pt x="129" y="65"/>
                      <a:pt x="128" y="63"/>
                    </a:cubicBezTo>
                    <a:cubicBezTo>
                      <a:pt x="127" y="61"/>
                      <a:pt x="127" y="60"/>
                      <a:pt x="127" y="59"/>
                    </a:cubicBezTo>
                    <a:cubicBezTo>
                      <a:pt x="127" y="58"/>
                      <a:pt x="127" y="57"/>
                      <a:pt x="128" y="56"/>
                    </a:cubicBezTo>
                    <a:cubicBezTo>
                      <a:pt x="129" y="54"/>
                      <a:pt x="129" y="54"/>
                      <a:pt x="130" y="52"/>
                    </a:cubicBezTo>
                    <a:cubicBezTo>
                      <a:pt x="131" y="51"/>
                      <a:pt x="131" y="51"/>
                      <a:pt x="134" y="49"/>
                    </a:cubicBezTo>
                    <a:cubicBezTo>
                      <a:pt x="135" y="48"/>
                      <a:pt x="135" y="48"/>
                      <a:pt x="136" y="47"/>
                    </a:cubicBezTo>
                    <a:cubicBezTo>
                      <a:pt x="136" y="47"/>
                      <a:pt x="136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7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7" y="48"/>
                      <a:pt x="137" y="49"/>
                      <a:pt x="137" y="51"/>
                    </a:cubicBezTo>
                    <a:cubicBezTo>
                      <a:pt x="137" y="60"/>
                      <a:pt x="139" y="68"/>
                      <a:pt x="147" y="76"/>
                    </a:cubicBezTo>
                    <a:cubicBezTo>
                      <a:pt x="146" y="77"/>
                      <a:pt x="145" y="77"/>
                      <a:pt x="144" y="77"/>
                    </a:cubicBezTo>
                    <a:cubicBezTo>
                      <a:pt x="142" y="78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8"/>
                    </a:cubicBezTo>
                    <a:cubicBezTo>
                      <a:pt x="140" y="76"/>
                      <a:pt x="134" y="70"/>
                      <a:pt x="132" y="68"/>
                    </a:cubicBezTo>
                    <a:moveTo>
                      <a:pt x="138" y="87"/>
                    </a:moveTo>
                    <a:cubicBezTo>
                      <a:pt x="137" y="86"/>
                      <a:pt x="138" y="85"/>
                      <a:pt x="138" y="85"/>
                    </a:cubicBezTo>
                    <a:cubicBezTo>
                      <a:pt x="139" y="84"/>
                      <a:pt x="146" y="81"/>
                      <a:pt x="157" y="78"/>
                    </a:cubicBezTo>
                    <a:cubicBezTo>
                      <a:pt x="168" y="75"/>
                      <a:pt x="175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8" y="74"/>
                      <a:pt x="188" y="74"/>
                      <a:pt x="188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200" y="74"/>
                      <a:pt x="207" y="75"/>
                      <a:pt x="218" y="78"/>
                    </a:cubicBezTo>
                    <a:cubicBezTo>
                      <a:pt x="229" y="81"/>
                      <a:pt x="236" y="84"/>
                      <a:pt x="237" y="85"/>
                    </a:cubicBezTo>
                    <a:cubicBezTo>
                      <a:pt x="238" y="85"/>
                      <a:pt x="238" y="86"/>
                      <a:pt x="237" y="87"/>
                    </a:cubicBezTo>
                    <a:cubicBezTo>
                      <a:pt x="237" y="87"/>
                      <a:pt x="236" y="88"/>
                      <a:pt x="235" y="87"/>
                    </a:cubicBezTo>
                    <a:cubicBezTo>
                      <a:pt x="235" y="87"/>
                      <a:pt x="228" y="84"/>
                      <a:pt x="217" y="81"/>
                    </a:cubicBezTo>
                    <a:cubicBezTo>
                      <a:pt x="206" y="78"/>
                      <a:pt x="199" y="77"/>
                      <a:pt x="188" y="77"/>
                    </a:cubicBezTo>
                    <a:cubicBezTo>
                      <a:pt x="176" y="77"/>
                      <a:pt x="169" y="78"/>
                      <a:pt x="158" y="81"/>
                    </a:cubicBezTo>
                    <a:cubicBezTo>
                      <a:pt x="147" y="84"/>
                      <a:pt x="140" y="87"/>
                      <a:pt x="140" y="87"/>
                    </a:cubicBezTo>
                    <a:cubicBezTo>
                      <a:pt x="139" y="88"/>
                      <a:pt x="138" y="87"/>
                      <a:pt x="138" y="87"/>
                    </a:cubicBezTo>
                    <a:moveTo>
                      <a:pt x="143" y="97"/>
                    </a:moveTo>
                    <a:cubicBezTo>
                      <a:pt x="142" y="97"/>
                      <a:pt x="142" y="97"/>
                      <a:pt x="142" y="97"/>
                    </a:cubicBezTo>
                    <a:cubicBezTo>
                      <a:pt x="141" y="96"/>
                      <a:pt x="141" y="96"/>
                      <a:pt x="141" y="95"/>
                    </a:cubicBezTo>
                    <a:cubicBezTo>
                      <a:pt x="140" y="93"/>
                      <a:pt x="140" y="92"/>
                      <a:pt x="140" y="91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2"/>
                      <a:pt x="148" y="92"/>
                      <a:pt x="148" y="92"/>
                    </a:cubicBezTo>
                    <a:cubicBezTo>
                      <a:pt x="148" y="92"/>
                      <a:pt x="148" y="92"/>
                      <a:pt x="148" y="92"/>
                    </a:cubicBezTo>
                    <a:lnTo>
                      <a:pt x="143" y="97"/>
                    </a:lnTo>
                    <a:close/>
                    <a:moveTo>
                      <a:pt x="69" y="310"/>
                    </a:moveTo>
                    <a:cubicBezTo>
                      <a:pt x="63" y="305"/>
                      <a:pt x="63" y="305"/>
                      <a:pt x="63" y="305"/>
                    </a:cubicBezTo>
                    <a:cubicBezTo>
                      <a:pt x="58" y="301"/>
                      <a:pt x="42" y="292"/>
                      <a:pt x="38" y="291"/>
                    </a:cubicBezTo>
                    <a:cubicBezTo>
                      <a:pt x="36" y="290"/>
                      <a:pt x="29" y="289"/>
                      <a:pt x="24" y="289"/>
                    </a:cubicBezTo>
                    <a:cubicBezTo>
                      <a:pt x="25" y="288"/>
                      <a:pt x="27" y="287"/>
                      <a:pt x="30" y="286"/>
                    </a:cubicBezTo>
                    <a:cubicBezTo>
                      <a:pt x="31" y="286"/>
                      <a:pt x="31" y="286"/>
                      <a:pt x="31" y="286"/>
                    </a:cubicBezTo>
                    <a:cubicBezTo>
                      <a:pt x="37" y="284"/>
                      <a:pt x="43" y="285"/>
                      <a:pt x="49" y="288"/>
                    </a:cubicBezTo>
                    <a:cubicBezTo>
                      <a:pt x="50" y="288"/>
                      <a:pt x="50" y="288"/>
                      <a:pt x="50" y="288"/>
                    </a:cubicBezTo>
                    <a:cubicBezTo>
                      <a:pt x="51" y="287"/>
                      <a:pt x="51" y="287"/>
                      <a:pt x="51" y="287"/>
                    </a:cubicBezTo>
                    <a:cubicBezTo>
                      <a:pt x="51" y="285"/>
                      <a:pt x="47" y="282"/>
                      <a:pt x="40" y="278"/>
                    </a:cubicBezTo>
                    <a:cubicBezTo>
                      <a:pt x="37" y="277"/>
                      <a:pt x="37" y="277"/>
                      <a:pt x="37" y="277"/>
                    </a:cubicBezTo>
                    <a:cubicBezTo>
                      <a:pt x="37" y="277"/>
                      <a:pt x="36" y="277"/>
                      <a:pt x="36" y="277"/>
                    </a:cubicBezTo>
                    <a:cubicBezTo>
                      <a:pt x="29" y="274"/>
                      <a:pt x="8" y="276"/>
                      <a:pt x="5" y="276"/>
                    </a:cubicBezTo>
                    <a:cubicBezTo>
                      <a:pt x="2" y="276"/>
                      <a:pt x="6" y="273"/>
                      <a:pt x="5" y="273"/>
                    </a:cubicBezTo>
                    <a:cubicBezTo>
                      <a:pt x="6" y="271"/>
                      <a:pt x="11" y="267"/>
                      <a:pt x="25" y="270"/>
                    </a:cubicBezTo>
                    <a:cubicBezTo>
                      <a:pt x="25" y="270"/>
                      <a:pt x="37" y="271"/>
                      <a:pt x="37" y="270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33" y="267"/>
                      <a:pt x="33" y="267"/>
                      <a:pt x="33" y="267"/>
                    </a:cubicBezTo>
                    <a:cubicBezTo>
                      <a:pt x="30" y="265"/>
                      <a:pt x="26" y="263"/>
                      <a:pt x="23" y="261"/>
                    </a:cubicBezTo>
                    <a:cubicBezTo>
                      <a:pt x="23" y="258"/>
                      <a:pt x="37" y="260"/>
                      <a:pt x="37" y="260"/>
                    </a:cubicBezTo>
                    <a:cubicBezTo>
                      <a:pt x="41" y="262"/>
                      <a:pt x="47" y="264"/>
                      <a:pt x="51" y="268"/>
                    </a:cubicBezTo>
                    <a:cubicBezTo>
                      <a:pt x="52" y="269"/>
                      <a:pt x="53" y="271"/>
                      <a:pt x="54" y="272"/>
                    </a:cubicBezTo>
                    <a:cubicBezTo>
                      <a:pt x="54" y="274"/>
                      <a:pt x="55" y="276"/>
                      <a:pt x="55" y="277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1" y="277"/>
                      <a:pt x="49" y="278"/>
                      <a:pt x="49" y="278"/>
                    </a:cubicBezTo>
                    <a:cubicBezTo>
                      <a:pt x="49" y="279"/>
                      <a:pt x="49" y="281"/>
                      <a:pt x="50" y="281"/>
                    </a:cubicBezTo>
                    <a:cubicBezTo>
                      <a:pt x="52" y="283"/>
                      <a:pt x="55" y="286"/>
                      <a:pt x="59" y="288"/>
                    </a:cubicBezTo>
                    <a:cubicBezTo>
                      <a:pt x="58" y="288"/>
                      <a:pt x="57" y="288"/>
                      <a:pt x="56" y="288"/>
                    </a:cubicBezTo>
                    <a:cubicBezTo>
                      <a:pt x="56" y="288"/>
                      <a:pt x="55" y="288"/>
                      <a:pt x="55" y="289"/>
                    </a:cubicBezTo>
                    <a:cubicBezTo>
                      <a:pt x="55" y="289"/>
                      <a:pt x="55" y="289"/>
                      <a:pt x="55" y="289"/>
                    </a:cubicBezTo>
                    <a:cubicBezTo>
                      <a:pt x="55" y="290"/>
                      <a:pt x="55" y="290"/>
                      <a:pt x="55" y="290"/>
                    </a:cubicBezTo>
                    <a:cubicBezTo>
                      <a:pt x="56" y="291"/>
                      <a:pt x="56" y="291"/>
                      <a:pt x="56" y="291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8" y="292"/>
                      <a:pt x="62" y="295"/>
                      <a:pt x="62" y="296"/>
                    </a:cubicBezTo>
                    <a:cubicBezTo>
                      <a:pt x="62" y="297"/>
                      <a:pt x="63" y="301"/>
                      <a:pt x="69" y="306"/>
                    </a:cubicBezTo>
                    <a:cubicBezTo>
                      <a:pt x="77" y="312"/>
                      <a:pt x="77" y="312"/>
                      <a:pt x="77" y="312"/>
                    </a:cubicBezTo>
                    <a:cubicBezTo>
                      <a:pt x="79" y="314"/>
                      <a:pt x="92" y="327"/>
                      <a:pt x="86" y="328"/>
                    </a:cubicBezTo>
                    <a:cubicBezTo>
                      <a:pt x="85" y="327"/>
                      <a:pt x="76" y="320"/>
                      <a:pt x="69" y="310"/>
                    </a:cubicBezTo>
                    <a:moveTo>
                      <a:pt x="67" y="296"/>
                    </a:moveTo>
                    <a:cubicBezTo>
                      <a:pt x="63" y="293"/>
                      <a:pt x="61" y="287"/>
                      <a:pt x="60" y="286"/>
                    </a:cubicBezTo>
                    <a:cubicBezTo>
                      <a:pt x="76" y="291"/>
                      <a:pt x="85" y="311"/>
                      <a:pt x="91" y="314"/>
                    </a:cubicBezTo>
                    <a:cubicBezTo>
                      <a:pt x="103" y="331"/>
                      <a:pt x="103" y="331"/>
                      <a:pt x="103" y="331"/>
                    </a:cubicBezTo>
                    <a:cubicBezTo>
                      <a:pt x="103" y="331"/>
                      <a:pt x="102" y="333"/>
                      <a:pt x="102" y="334"/>
                    </a:cubicBezTo>
                    <a:cubicBezTo>
                      <a:pt x="102" y="334"/>
                      <a:pt x="102" y="334"/>
                      <a:pt x="102" y="334"/>
                    </a:cubicBezTo>
                    <a:cubicBezTo>
                      <a:pt x="99" y="335"/>
                      <a:pt x="99" y="335"/>
                      <a:pt x="99" y="335"/>
                    </a:cubicBezTo>
                    <a:cubicBezTo>
                      <a:pt x="97" y="335"/>
                      <a:pt x="90" y="323"/>
                      <a:pt x="87" y="319"/>
                    </a:cubicBezTo>
                    <a:cubicBezTo>
                      <a:pt x="84" y="314"/>
                      <a:pt x="84" y="314"/>
                      <a:pt x="84" y="314"/>
                    </a:cubicBezTo>
                    <a:cubicBezTo>
                      <a:pt x="82" y="313"/>
                      <a:pt x="78" y="309"/>
                      <a:pt x="75" y="306"/>
                    </a:cubicBezTo>
                    <a:cubicBezTo>
                      <a:pt x="73" y="304"/>
                      <a:pt x="70" y="301"/>
                      <a:pt x="69" y="301"/>
                    </a:cubicBezTo>
                    <a:cubicBezTo>
                      <a:pt x="69" y="301"/>
                      <a:pt x="68" y="301"/>
                      <a:pt x="68" y="301"/>
                    </a:cubicBezTo>
                    <a:cubicBezTo>
                      <a:pt x="68" y="300"/>
                      <a:pt x="68" y="299"/>
                      <a:pt x="68" y="299"/>
                    </a:cubicBezTo>
                    <a:lnTo>
                      <a:pt x="67" y="296"/>
                    </a:lnTo>
                    <a:close/>
                    <a:moveTo>
                      <a:pt x="65" y="327"/>
                    </a:moveTo>
                    <a:cubicBezTo>
                      <a:pt x="65" y="326"/>
                      <a:pt x="64" y="327"/>
                      <a:pt x="64" y="327"/>
                    </a:cubicBezTo>
                    <a:cubicBezTo>
                      <a:pt x="63" y="327"/>
                      <a:pt x="62" y="328"/>
                      <a:pt x="61" y="327"/>
                    </a:cubicBezTo>
                    <a:cubicBezTo>
                      <a:pt x="60" y="327"/>
                      <a:pt x="58" y="326"/>
                      <a:pt x="53" y="325"/>
                    </a:cubicBezTo>
                    <a:cubicBezTo>
                      <a:pt x="49" y="324"/>
                      <a:pt x="42" y="322"/>
                      <a:pt x="39" y="321"/>
                    </a:cubicBezTo>
                    <a:cubicBezTo>
                      <a:pt x="42" y="320"/>
                      <a:pt x="50" y="318"/>
                      <a:pt x="67" y="322"/>
                    </a:cubicBezTo>
                    <a:cubicBezTo>
                      <a:pt x="71" y="323"/>
                      <a:pt x="76" y="325"/>
                      <a:pt x="81" y="327"/>
                    </a:cubicBezTo>
                    <a:cubicBezTo>
                      <a:pt x="83" y="328"/>
                      <a:pt x="90" y="334"/>
                      <a:pt x="92" y="337"/>
                    </a:cubicBezTo>
                    <a:cubicBezTo>
                      <a:pt x="92" y="337"/>
                      <a:pt x="92" y="338"/>
                      <a:pt x="92" y="338"/>
                    </a:cubicBezTo>
                    <a:cubicBezTo>
                      <a:pt x="92" y="338"/>
                      <a:pt x="91" y="338"/>
                      <a:pt x="91" y="338"/>
                    </a:cubicBezTo>
                    <a:cubicBezTo>
                      <a:pt x="87" y="341"/>
                      <a:pt x="87" y="341"/>
                      <a:pt x="87" y="341"/>
                    </a:cubicBezTo>
                    <a:cubicBezTo>
                      <a:pt x="86" y="341"/>
                      <a:pt x="86" y="340"/>
                      <a:pt x="85" y="339"/>
                    </a:cubicBezTo>
                    <a:cubicBezTo>
                      <a:pt x="82" y="335"/>
                      <a:pt x="82" y="335"/>
                      <a:pt x="82" y="335"/>
                    </a:cubicBezTo>
                    <a:cubicBezTo>
                      <a:pt x="76" y="330"/>
                      <a:pt x="69" y="328"/>
                      <a:pt x="65" y="327"/>
                    </a:cubicBezTo>
                    <a:moveTo>
                      <a:pt x="77" y="345"/>
                    </a:moveTo>
                    <a:cubicBezTo>
                      <a:pt x="75" y="345"/>
                      <a:pt x="75" y="345"/>
                      <a:pt x="75" y="345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8" y="342"/>
                      <a:pt x="78" y="340"/>
                      <a:pt x="81" y="341"/>
                    </a:cubicBezTo>
                    <a:cubicBezTo>
                      <a:pt x="82" y="341"/>
                      <a:pt x="82" y="341"/>
                      <a:pt x="82" y="341"/>
                    </a:cubicBezTo>
                    <a:cubicBezTo>
                      <a:pt x="83" y="342"/>
                      <a:pt x="84" y="343"/>
                      <a:pt x="84" y="345"/>
                    </a:cubicBezTo>
                    <a:cubicBezTo>
                      <a:pt x="83" y="346"/>
                      <a:pt x="82" y="346"/>
                      <a:pt x="77" y="345"/>
                    </a:cubicBezTo>
                    <a:moveTo>
                      <a:pt x="82" y="355"/>
                    </a:moveTo>
                    <a:cubicBezTo>
                      <a:pt x="74" y="360"/>
                      <a:pt x="75" y="359"/>
                      <a:pt x="73" y="360"/>
                    </a:cubicBezTo>
                    <a:cubicBezTo>
                      <a:pt x="72" y="355"/>
                      <a:pt x="95" y="337"/>
                      <a:pt x="104" y="336"/>
                    </a:cubicBezTo>
                    <a:cubicBezTo>
                      <a:pt x="105" y="336"/>
                      <a:pt x="106" y="339"/>
                      <a:pt x="106" y="341"/>
                    </a:cubicBezTo>
                    <a:cubicBezTo>
                      <a:pt x="107" y="342"/>
                      <a:pt x="111" y="345"/>
                      <a:pt x="111" y="345"/>
                    </a:cubicBezTo>
                    <a:cubicBezTo>
                      <a:pt x="112" y="345"/>
                      <a:pt x="122" y="348"/>
                      <a:pt x="124" y="348"/>
                    </a:cubicBezTo>
                    <a:cubicBezTo>
                      <a:pt x="121" y="348"/>
                      <a:pt x="98" y="345"/>
                      <a:pt x="82" y="355"/>
                    </a:cubicBezTo>
                    <a:moveTo>
                      <a:pt x="101" y="357"/>
                    </a:moveTo>
                    <a:cubicBezTo>
                      <a:pt x="101" y="357"/>
                      <a:pt x="95" y="363"/>
                      <a:pt x="91" y="361"/>
                    </a:cubicBezTo>
                    <a:cubicBezTo>
                      <a:pt x="87" y="360"/>
                      <a:pt x="94" y="355"/>
                      <a:pt x="95" y="353"/>
                    </a:cubicBezTo>
                    <a:cubicBezTo>
                      <a:pt x="101" y="350"/>
                      <a:pt x="120" y="349"/>
                      <a:pt x="128" y="350"/>
                    </a:cubicBezTo>
                    <a:cubicBezTo>
                      <a:pt x="136" y="352"/>
                      <a:pt x="145" y="353"/>
                      <a:pt x="150" y="356"/>
                    </a:cubicBezTo>
                    <a:cubicBezTo>
                      <a:pt x="157" y="359"/>
                      <a:pt x="164" y="365"/>
                      <a:pt x="167" y="372"/>
                    </a:cubicBezTo>
                    <a:cubicBezTo>
                      <a:pt x="170" y="379"/>
                      <a:pt x="170" y="384"/>
                      <a:pt x="168" y="383"/>
                    </a:cubicBezTo>
                    <a:cubicBezTo>
                      <a:pt x="165" y="382"/>
                      <a:pt x="168" y="383"/>
                      <a:pt x="164" y="374"/>
                    </a:cubicBezTo>
                    <a:cubicBezTo>
                      <a:pt x="162" y="371"/>
                      <a:pt x="161" y="368"/>
                      <a:pt x="152" y="362"/>
                    </a:cubicBezTo>
                    <a:cubicBezTo>
                      <a:pt x="135" y="356"/>
                      <a:pt x="135" y="356"/>
                      <a:pt x="135" y="356"/>
                    </a:cubicBezTo>
                    <a:cubicBezTo>
                      <a:pt x="129" y="355"/>
                      <a:pt x="113" y="353"/>
                      <a:pt x="101" y="357"/>
                    </a:cubicBezTo>
                    <a:moveTo>
                      <a:pt x="161" y="394"/>
                    </a:moveTo>
                    <a:cubicBezTo>
                      <a:pt x="158" y="395"/>
                      <a:pt x="158" y="393"/>
                      <a:pt x="158" y="393"/>
                    </a:cubicBezTo>
                    <a:cubicBezTo>
                      <a:pt x="158" y="393"/>
                      <a:pt x="158" y="392"/>
                      <a:pt x="158" y="392"/>
                    </a:cubicBezTo>
                    <a:cubicBezTo>
                      <a:pt x="159" y="390"/>
                      <a:pt x="160" y="389"/>
                      <a:pt x="160" y="388"/>
                    </a:cubicBezTo>
                    <a:cubicBezTo>
                      <a:pt x="160" y="385"/>
                      <a:pt x="157" y="382"/>
                      <a:pt x="156" y="379"/>
                    </a:cubicBezTo>
                    <a:cubicBezTo>
                      <a:pt x="155" y="379"/>
                      <a:pt x="155" y="379"/>
                      <a:pt x="155" y="379"/>
                    </a:cubicBezTo>
                    <a:cubicBezTo>
                      <a:pt x="152" y="375"/>
                      <a:pt x="148" y="372"/>
                      <a:pt x="144" y="369"/>
                    </a:cubicBezTo>
                    <a:cubicBezTo>
                      <a:pt x="141" y="367"/>
                      <a:pt x="136" y="366"/>
                      <a:pt x="132" y="365"/>
                    </a:cubicBezTo>
                    <a:cubicBezTo>
                      <a:pt x="131" y="365"/>
                      <a:pt x="131" y="365"/>
                      <a:pt x="131" y="365"/>
                    </a:cubicBezTo>
                    <a:cubicBezTo>
                      <a:pt x="127" y="364"/>
                      <a:pt x="121" y="365"/>
                      <a:pt x="116" y="365"/>
                    </a:cubicBezTo>
                    <a:cubicBezTo>
                      <a:pt x="113" y="365"/>
                      <a:pt x="108" y="366"/>
                      <a:pt x="108" y="365"/>
                    </a:cubicBezTo>
                    <a:cubicBezTo>
                      <a:pt x="108" y="365"/>
                      <a:pt x="108" y="364"/>
                      <a:pt x="108" y="364"/>
                    </a:cubicBezTo>
                    <a:cubicBezTo>
                      <a:pt x="108" y="362"/>
                      <a:pt x="112" y="361"/>
                      <a:pt x="114" y="360"/>
                    </a:cubicBezTo>
                    <a:cubicBezTo>
                      <a:pt x="117" y="359"/>
                      <a:pt x="136" y="356"/>
                      <a:pt x="154" y="367"/>
                    </a:cubicBezTo>
                    <a:cubicBezTo>
                      <a:pt x="158" y="370"/>
                      <a:pt x="166" y="381"/>
                      <a:pt x="166" y="388"/>
                    </a:cubicBezTo>
                    <a:cubicBezTo>
                      <a:pt x="165" y="390"/>
                      <a:pt x="163" y="393"/>
                      <a:pt x="161" y="394"/>
                    </a:cubicBezTo>
                    <a:moveTo>
                      <a:pt x="173" y="367"/>
                    </a:moveTo>
                    <a:cubicBezTo>
                      <a:pt x="177" y="374"/>
                      <a:pt x="177" y="380"/>
                      <a:pt x="176" y="385"/>
                    </a:cubicBezTo>
                    <a:cubicBezTo>
                      <a:pt x="175" y="387"/>
                      <a:pt x="175" y="389"/>
                      <a:pt x="173" y="390"/>
                    </a:cubicBezTo>
                    <a:cubicBezTo>
                      <a:pt x="168" y="397"/>
                      <a:pt x="162" y="396"/>
                      <a:pt x="168" y="390"/>
                    </a:cubicBezTo>
                    <a:cubicBezTo>
                      <a:pt x="168" y="390"/>
                      <a:pt x="172" y="386"/>
                      <a:pt x="172" y="380"/>
                    </a:cubicBezTo>
                    <a:cubicBezTo>
                      <a:pt x="172" y="378"/>
                      <a:pt x="171" y="375"/>
                      <a:pt x="171" y="373"/>
                    </a:cubicBezTo>
                    <a:cubicBezTo>
                      <a:pt x="169" y="370"/>
                      <a:pt x="166" y="365"/>
                      <a:pt x="164" y="362"/>
                    </a:cubicBezTo>
                    <a:cubicBezTo>
                      <a:pt x="158" y="356"/>
                      <a:pt x="153" y="353"/>
                      <a:pt x="145" y="350"/>
                    </a:cubicBezTo>
                    <a:cubicBezTo>
                      <a:pt x="138" y="347"/>
                      <a:pt x="132" y="346"/>
                      <a:pt x="126" y="345"/>
                    </a:cubicBezTo>
                    <a:cubicBezTo>
                      <a:pt x="122" y="345"/>
                      <a:pt x="122" y="345"/>
                      <a:pt x="122" y="345"/>
                    </a:cubicBezTo>
                    <a:cubicBezTo>
                      <a:pt x="117" y="344"/>
                      <a:pt x="112" y="344"/>
                      <a:pt x="110" y="340"/>
                    </a:cubicBezTo>
                    <a:cubicBezTo>
                      <a:pt x="108" y="336"/>
                      <a:pt x="108" y="336"/>
                      <a:pt x="108" y="336"/>
                    </a:cubicBezTo>
                    <a:cubicBezTo>
                      <a:pt x="106" y="333"/>
                      <a:pt x="105" y="330"/>
                      <a:pt x="103" y="326"/>
                    </a:cubicBezTo>
                    <a:cubicBezTo>
                      <a:pt x="103" y="325"/>
                      <a:pt x="102" y="324"/>
                      <a:pt x="102" y="323"/>
                    </a:cubicBezTo>
                    <a:cubicBezTo>
                      <a:pt x="99" y="319"/>
                      <a:pt x="96" y="315"/>
                      <a:pt x="92" y="311"/>
                    </a:cubicBezTo>
                    <a:cubicBezTo>
                      <a:pt x="90" y="308"/>
                      <a:pt x="90" y="308"/>
                      <a:pt x="90" y="308"/>
                    </a:cubicBezTo>
                    <a:cubicBezTo>
                      <a:pt x="82" y="298"/>
                      <a:pt x="82" y="298"/>
                      <a:pt x="82" y="298"/>
                    </a:cubicBezTo>
                    <a:cubicBezTo>
                      <a:pt x="80" y="296"/>
                      <a:pt x="80" y="296"/>
                      <a:pt x="80" y="296"/>
                    </a:cubicBezTo>
                    <a:cubicBezTo>
                      <a:pt x="78" y="294"/>
                      <a:pt x="75" y="291"/>
                      <a:pt x="72" y="290"/>
                    </a:cubicBezTo>
                    <a:cubicBezTo>
                      <a:pt x="69" y="289"/>
                      <a:pt x="67" y="288"/>
                      <a:pt x="64" y="285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60" y="281"/>
                      <a:pt x="60" y="281"/>
                      <a:pt x="60" y="281"/>
                    </a:cubicBezTo>
                    <a:cubicBezTo>
                      <a:pt x="58" y="279"/>
                      <a:pt x="58" y="277"/>
                      <a:pt x="58" y="275"/>
                    </a:cubicBezTo>
                    <a:cubicBezTo>
                      <a:pt x="58" y="274"/>
                      <a:pt x="58" y="274"/>
                      <a:pt x="58" y="274"/>
                    </a:cubicBezTo>
                    <a:cubicBezTo>
                      <a:pt x="57" y="269"/>
                      <a:pt x="57" y="269"/>
                      <a:pt x="57" y="269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6" y="257"/>
                      <a:pt x="47" y="241"/>
                      <a:pt x="39" y="232"/>
                    </a:cubicBezTo>
                    <a:cubicBezTo>
                      <a:pt x="37" y="229"/>
                      <a:pt x="29" y="222"/>
                      <a:pt x="26" y="220"/>
                    </a:cubicBezTo>
                    <a:cubicBezTo>
                      <a:pt x="27" y="220"/>
                      <a:pt x="29" y="219"/>
                      <a:pt x="30" y="219"/>
                    </a:cubicBezTo>
                    <a:cubicBezTo>
                      <a:pt x="33" y="219"/>
                      <a:pt x="37" y="220"/>
                      <a:pt x="40" y="222"/>
                    </a:cubicBezTo>
                    <a:cubicBezTo>
                      <a:pt x="40" y="222"/>
                      <a:pt x="50" y="234"/>
                      <a:pt x="52" y="233"/>
                    </a:cubicBezTo>
                    <a:cubicBezTo>
                      <a:pt x="52" y="232"/>
                      <a:pt x="53" y="232"/>
                      <a:pt x="53" y="231"/>
                    </a:cubicBezTo>
                    <a:cubicBezTo>
                      <a:pt x="53" y="230"/>
                      <a:pt x="53" y="229"/>
                      <a:pt x="52" y="228"/>
                    </a:cubicBezTo>
                    <a:cubicBezTo>
                      <a:pt x="51" y="226"/>
                      <a:pt x="47" y="222"/>
                      <a:pt x="34" y="211"/>
                    </a:cubicBezTo>
                    <a:cubicBezTo>
                      <a:pt x="22" y="200"/>
                      <a:pt x="12" y="199"/>
                      <a:pt x="16" y="197"/>
                    </a:cubicBezTo>
                    <a:cubicBezTo>
                      <a:pt x="21" y="198"/>
                      <a:pt x="31" y="197"/>
                      <a:pt x="40" y="205"/>
                    </a:cubicBezTo>
                    <a:cubicBezTo>
                      <a:pt x="43" y="208"/>
                      <a:pt x="49" y="214"/>
                      <a:pt x="52" y="217"/>
                    </a:cubicBezTo>
                    <a:cubicBezTo>
                      <a:pt x="54" y="220"/>
                      <a:pt x="56" y="219"/>
                      <a:pt x="56" y="219"/>
                    </a:cubicBezTo>
                    <a:cubicBezTo>
                      <a:pt x="52" y="211"/>
                      <a:pt x="52" y="211"/>
                      <a:pt x="52" y="211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3" y="199"/>
                      <a:pt x="41" y="196"/>
                      <a:pt x="39" y="193"/>
                    </a:cubicBezTo>
                    <a:cubicBezTo>
                      <a:pt x="37" y="189"/>
                      <a:pt x="35" y="185"/>
                      <a:pt x="33" y="182"/>
                    </a:cubicBezTo>
                    <a:cubicBezTo>
                      <a:pt x="31" y="179"/>
                      <a:pt x="24" y="174"/>
                      <a:pt x="18" y="169"/>
                    </a:cubicBezTo>
                    <a:cubicBezTo>
                      <a:pt x="15" y="166"/>
                      <a:pt x="11" y="163"/>
                      <a:pt x="10" y="161"/>
                    </a:cubicBezTo>
                    <a:cubicBezTo>
                      <a:pt x="14" y="161"/>
                      <a:pt x="26" y="164"/>
                      <a:pt x="31" y="168"/>
                    </a:cubicBezTo>
                    <a:cubicBezTo>
                      <a:pt x="31" y="169"/>
                      <a:pt x="42" y="181"/>
                      <a:pt x="44" y="184"/>
                    </a:cubicBezTo>
                    <a:cubicBezTo>
                      <a:pt x="45" y="186"/>
                      <a:pt x="47" y="187"/>
                      <a:pt x="48" y="186"/>
                    </a:cubicBezTo>
                    <a:cubicBezTo>
                      <a:pt x="49" y="186"/>
                      <a:pt x="49" y="185"/>
                      <a:pt x="49" y="185"/>
                    </a:cubicBezTo>
                    <a:cubicBezTo>
                      <a:pt x="49" y="184"/>
                      <a:pt x="49" y="183"/>
                      <a:pt x="48" y="182"/>
                    </a:cubicBezTo>
                    <a:cubicBezTo>
                      <a:pt x="43" y="175"/>
                      <a:pt x="29" y="152"/>
                      <a:pt x="27" y="149"/>
                    </a:cubicBezTo>
                    <a:cubicBezTo>
                      <a:pt x="24" y="142"/>
                      <a:pt x="21" y="134"/>
                      <a:pt x="20" y="124"/>
                    </a:cubicBezTo>
                    <a:cubicBezTo>
                      <a:pt x="20" y="124"/>
                      <a:pt x="20" y="123"/>
                      <a:pt x="20" y="122"/>
                    </a:cubicBezTo>
                    <a:cubicBezTo>
                      <a:pt x="20" y="120"/>
                      <a:pt x="20" y="116"/>
                      <a:pt x="20" y="114"/>
                    </a:cubicBezTo>
                    <a:cubicBezTo>
                      <a:pt x="21" y="115"/>
                      <a:pt x="21" y="118"/>
                      <a:pt x="21" y="120"/>
                    </a:cubicBezTo>
                    <a:cubicBezTo>
                      <a:pt x="22" y="123"/>
                      <a:pt x="22" y="125"/>
                      <a:pt x="22" y="125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4" y="114"/>
                      <a:pt x="25" y="112"/>
                      <a:pt x="25" y="108"/>
                    </a:cubicBezTo>
                    <a:cubicBezTo>
                      <a:pt x="25" y="107"/>
                      <a:pt x="26" y="104"/>
                      <a:pt x="26" y="104"/>
                    </a:cubicBezTo>
                    <a:cubicBezTo>
                      <a:pt x="27" y="104"/>
                      <a:pt x="28" y="104"/>
                      <a:pt x="28" y="104"/>
                    </a:cubicBezTo>
                    <a:cubicBezTo>
                      <a:pt x="28" y="104"/>
                      <a:pt x="29" y="106"/>
                      <a:pt x="29" y="107"/>
                    </a:cubicBezTo>
                    <a:cubicBezTo>
                      <a:pt x="28" y="122"/>
                      <a:pt x="35" y="137"/>
                      <a:pt x="35" y="137"/>
                    </a:cubicBezTo>
                    <a:cubicBezTo>
                      <a:pt x="46" y="157"/>
                      <a:pt x="49" y="162"/>
                      <a:pt x="63" y="181"/>
                    </a:cubicBezTo>
                    <a:cubicBezTo>
                      <a:pt x="74" y="195"/>
                      <a:pt x="84" y="213"/>
                      <a:pt x="86" y="230"/>
                    </a:cubicBezTo>
                    <a:cubicBezTo>
                      <a:pt x="88" y="245"/>
                      <a:pt x="84" y="264"/>
                      <a:pt x="82" y="272"/>
                    </a:cubicBezTo>
                    <a:cubicBezTo>
                      <a:pt x="80" y="279"/>
                      <a:pt x="84" y="286"/>
                      <a:pt x="84" y="286"/>
                    </a:cubicBezTo>
                    <a:cubicBezTo>
                      <a:pt x="88" y="293"/>
                      <a:pt x="88" y="289"/>
                      <a:pt x="96" y="300"/>
                    </a:cubicBezTo>
                    <a:cubicBezTo>
                      <a:pt x="102" y="307"/>
                      <a:pt x="106" y="317"/>
                      <a:pt x="109" y="323"/>
                    </a:cubicBezTo>
                    <a:cubicBezTo>
                      <a:pt x="111" y="328"/>
                      <a:pt x="115" y="332"/>
                      <a:pt x="118" y="335"/>
                    </a:cubicBezTo>
                    <a:cubicBezTo>
                      <a:pt x="121" y="339"/>
                      <a:pt x="124" y="339"/>
                      <a:pt x="130" y="339"/>
                    </a:cubicBezTo>
                    <a:cubicBezTo>
                      <a:pt x="145" y="341"/>
                      <a:pt x="145" y="341"/>
                      <a:pt x="145" y="341"/>
                    </a:cubicBezTo>
                    <a:cubicBezTo>
                      <a:pt x="163" y="344"/>
                      <a:pt x="166" y="356"/>
                      <a:pt x="173" y="367"/>
                    </a:cubicBezTo>
                    <a:moveTo>
                      <a:pt x="188" y="356"/>
                    </a:moveTo>
                    <a:cubicBezTo>
                      <a:pt x="180" y="357"/>
                      <a:pt x="170" y="348"/>
                      <a:pt x="165" y="344"/>
                    </a:cubicBezTo>
                    <a:cubicBezTo>
                      <a:pt x="163" y="344"/>
                      <a:pt x="160" y="342"/>
                      <a:pt x="158" y="341"/>
                    </a:cubicBezTo>
                    <a:cubicBezTo>
                      <a:pt x="158" y="341"/>
                      <a:pt x="158" y="341"/>
                      <a:pt x="158" y="341"/>
                    </a:cubicBezTo>
                    <a:cubicBezTo>
                      <a:pt x="152" y="338"/>
                      <a:pt x="152" y="338"/>
                      <a:pt x="152" y="338"/>
                    </a:cubicBezTo>
                    <a:cubicBezTo>
                      <a:pt x="147" y="336"/>
                      <a:pt x="140" y="334"/>
                      <a:pt x="136" y="333"/>
                    </a:cubicBezTo>
                    <a:cubicBezTo>
                      <a:pt x="129" y="333"/>
                      <a:pt x="129" y="333"/>
                      <a:pt x="129" y="333"/>
                    </a:cubicBezTo>
                    <a:cubicBezTo>
                      <a:pt x="120" y="333"/>
                      <a:pt x="117" y="328"/>
                      <a:pt x="115" y="325"/>
                    </a:cubicBezTo>
                    <a:cubicBezTo>
                      <a:pt x="111" y="318"/>
                      <a:pt x="110" y="311"/>
                      <a:pt x="103" y="300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87" y="283"/>
                      <a:pt x="87" y="280"/>
                      <a:pt x="87" y="275"/>
                    </a:cubicBezTo>
                    <a:cubicBezTo>
                      <a:pt x="88" y="263"/>
                      <a:pt x="88" y="263"/>
                      <a:pt x="88" y="263"/>
                    </a:cubicBezTo>
                    <a:cubicBezTo>
                      <a:pt x="90" y="251"/>
                      <a:pt x="92" y="241"/>
                      <a:pt x="91" y="228"/>
                    </a:cubicBezTo>
                    <a:cubicBezTo>
                      <a:pt x="89" y="213"/>
                      <a:pt x="80" y="198"/>
                      <a:pt x="72" y="187"/>
                    </a:cubicBezTo>
                    <a:cubicBezTo>
                      <a:pt x="73" y="186"/>
                      <a:pt x="73" y="184"/>
                      <a:pt x="74" y="182"/>
                    </a:cubicBezTo>
                    <a:cubicBezTo>
                      <a:pt x="74" y="182"/>
                      <a:pt x="85" y="155"/>
                      <a:pt x="103" y="140"/>
                    </a:cubicBezTo>
                    <a:cubicBezTo>
                      <a:pt x="119" y="123"/>
                      <a:pt x="155" y="103"/>
                      <a:pt x="189" y="103"/>
                    </a:cubicBezTo>
                    <a:cubicBezTo>
                      <a:pt x="228" y="104"/>
                      <a:pt x="259" y="127"/>
                      <a:pt x="274" y="141"/>
                    </a:cubicBezTo>
                    <a:cubicBezTo>
                      <a:pt x="282" y="149"/>
                      <a:pt x="293" y="167"/>
                      <a:pt x="293" y="167"/>
                    </a:cubicBezTo>
                    <a:cubicBezTo>
                      <a:pt x="298" y="177"/>
                      <a:pt x="301" y="182"/>
                      <a:pt x="302" y="186"/>
                    </a:cubicBezTo>
                    <a:cubicBezTo>
                      <a:pt x="299" y="190"/>
                      <a:pt x="296" y="194"/>
                      <a:pt x="295" y="197"/>
                    </a:cubicBezTo>
                    <a:cubicBezTo>
                      <a:pt x="288" y="212"/>
                      <a:pt x="288" y="212"/>
                      <a:pt x="288" y="212"/>
                    </a:cubicBezTo>
                    <a:cubicBezTo>
                      <a:pt x="285" y="219"/>
                      <a:pt x="284" y="223"/>
                      <a:pt x="283" y="233"/>
                    </a:cubicBezTo>
                    <a:cubicBezTo>
                      <a:pt x="283" y="244"/>
                      <a:pt x="283" y="244"/>
                      <a:pt x="283" y="244"/>
                    </a:cubicBezTo>
                    <a:cubicBezTo>
                      <a:pt x="284" y="251"/>
                      <a:pt x="285" y="258"/>
                      <a:pt x="286" y="264"/>
                    </a:cubicBezTo>
                    <a:cubicBezTo>
                      <a:pt x="287" y="274"/>
                      <a:pt x="287" y="274"/>
                      <a:pt x="287" y="274"/>
                    </a:cubicBezTo>
                    <a:cubicBezTo>
                      <a:pt x="288" y="279"/>
                      <a:pt x="286" y="283"/>
                      <a:pt x="281" y="287"/>
                    </a:cubicBezTo>
                    <a:cubicBezTo>
                      <a:pt x="277" y="292"/>
                      <a:pt x="277" y="292"/>
                      <a:pt x="277" y="292"/>
                    </a:cubicBezTo>
                    <a:cubicBezTo>
                      <a:pt x="273" y="297"/>
                      <a:pt x="266" y="309"/>
                      <a:pt x="264" y="313"/>
                    </a:cubicBezTo>
                    <a:cubicBezTo>
                      <a:pt x="261" y="320"/>
                      <a:pt x="261" y="320"/>
                      <a:pt x="261" y="320"/>
                    </a:cubicBezTo>
                    <a:cubicBezTo>
                      <a:pt x="258" y="326"/>
                      <a:pt x="255" y="332"/>
                      <a:pt x="246" y="333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22" y="337"/>
                      <a:pt x="218" y="339"/>
                      <a:pt x="215" y="342"/>
                    </a:cubicBezTo>
                    <a:cubicBezTo>
                      <a:pt x="214" y="343"/>
                      <a:pt x="212" y="344"/>
                      <a:pt x="211" y="344"/>
                    </a:cubicBezTo>
                    <a:cubicBezTo>
                      <a:pt x="211" y="344"/>
                      <a:pt x="197" y="357"/>
                      <a:pt x="188" y="356"/>
                    </a:cubicBezTo>
                    <a:moveTo>
                      <a:pt x="201" y="390"/>
                    </a:moveTo>
                    <a:cubicBezTo>
                      <a:pt x="200" y="388"/>
                      <a:pt x="199" y="387"/>
                      <a:pt x="199" y="384"/>
                    </a:cubicBezTo>
                    <a:cubicBezTo>
                      <a:pt x="198" y="380"/>
                      <a:pt x="197" y="374"/>
                      <a:pt x="202" y="367"/>
                    </a:cubicBezTo>
                    <a:cubicBezTo>
                      <a:pt x="209" y="356"/>
                      <a:pt x="212" y="344"/>
                      <a:pt x="230" y="340"/>
                    </a:cubicBezTo>
                    <a:cubicBezTo>
                      <a:pt x="245" y="339"/>
                      <a:pt x="245" y="339"/>
                      <a:pt x="245" y="339"/>
                    </a:cubicBezTo>
                    <a:cubicBezTo>
                      <a:pt x="251" y="338"/>
                      <a:pt x="253" y="338"/>
                      <a:pt x="257" y="334"/>
                    </a:cubicBezTo>
                    <a:cubicBezTo>
                      <a:pt x="260" y="331"/>
                      <a:pt x="264" y="327"/>
                      <a:pt x="266" y="323"/>
                    </a:cubicBezTo>
                    <a:cubicBezTo>
                      <a:pt x="268" y="316"/>
                      <a:pt x="273" y="306"/>
                      <a:pt x="278" y="300"/>
                    </a:cubicBezTo>
                    <a:cubicBezTo>
                      <a:pt x="286" y="289"/>
                      <a:pt x="286" y="292"/>
                      <a:pt x="290" y="286"/>
                    </a:cubicBezTo>
                    <a:cubicBezTo>
                      <a:pt x="291" y="285"/>
                      <a:pt x="294" y="279"/>
                      <a:pt x="293" y="272"/>
                    </a:cubicBezTo>
                    <a:cubicBezTo>
                      <a:pt x="291" y="264"/>
                      <a:pt x="287" y="245"/>
                      <a:pt x="289" y="230"/>
                    </a:cubicBezTo>
                    <a:cubicBezTo>
                      <a:pt x="291" y="213"/>
                      <a:pt x="301" y="195"/>
                      <a:pt x="311" y="181"/>
                    </a:cubicBezTo>
                    <a:cubicBezTo>
                      <a:pt x="325" y="162"/>
                      <a:pt x="329" y="157"/>
                      <a:pt x="339" y="137"/>
                    </a:cubicBezTo>
                    <a:cubicBezTo>
                      <a:pt x="339" y="137"/>
                      <a:pt x="347" y="122"/>
                      <a:pt x="346" y="107"/>
                    </a:cubicBezTo>
                    <a:cubicBezTo>
                      <a:pt x="345" y="106"/>
                      <a:pt x="346" y="105"/>
                      <a:pt x="347" y="105"/>
                    </a:cubicBezTo>
                    <a:cubicBezTo>
                      <a:pt x="347" y="104"/>
                      <a:pt x="349" y="105"/>
                      <a:pt x="349" y="105"/>
                    </a:cubicBezTo>
                    <a:cubicBezTo>
                      <a:pt x="349" y="106"/>
                      <a:pt x="350" y="106"/>
                      <a:pt x="350" y="107"/>
                    </a:cubicBezTo>
                    <a:cubicBezTo>
                      <a:pt x="350" y="111"/>
                      <a:pt x="350" y="114"/>
                      <a:pt x="350" y="117"/>
                    </a:cubicBezTo>
                    <a:cubicBezTo>
                      <a:pt x="349" y="122"/>
                      <a:pt x="349" y="122"/>
                      <a:pt x="349" y="122"/>
                    </a:cubicBezTo>
                    <a:cubicBezTo>
                      <a:pt x="349" y="127"/>
                      <a:pt x="349" y="127"/>
                      <a:pt x="349" y="127"/>
                    </a:cubicBezTo>
                    <a:cubicBezTo>
                      <a:pt x="350" y="128"/>
                      <a:pt x="350" y="128"/>
                      <a:pt x="350" y="128"/>
                    </a:cubicBezTo>
                    <a:cubicBezTo>
                      <a:pt x="350" y="128"/>
                      <a:pt x="352" y="126"/>
                      <a:pt x="352" y="125"/>
                    </a:cubicBezTo>
                    <a:cubicBezTo>
                      <a:pt x="353" y="125"/>
                      <a:pt x="353" y="123"/>
                      <a:pt x="353" y="120"/>
                    </a:cubicBezTo>
                    <a:cubicBezTo>
                      <a:pt x="353" y="119"/>
                      <a:pt x="353" y="117"/>
                      <a:pt x="354" y="116"/>
                    </a:cubicBezTo>
                    <a:cubicBezTo>
                      <a:pt x="354" y="117"/>
                      <a:pt x="355" y="120"/>
                      <a:pt x="355" y="122"/>
                    </a:cubicBezTo>
                    <a:cubicBezTo>
                      <a:pt x="355" y="123"/>
                      <a:pt x="355" y="124"/>
                      <a:pt x="355" y="125"/>
                    </a:cubicBezTo>
                    <a:cubicBezTo>
                      <a:pt x="353" y="135"/>
                      <a:pt x="351" y="142"/>
                      <a:pt x="347" y="149"/>
                    </a:cubicBezTo>
                    <a:cubicBezTo>
                      <a:pt x="345" y="152"/>
                      <a:pt x="331" y="175"/>
                      <a:pt x="326" y="182"/>
                    </a:cubicBezTo>
                    <a:cubicBezTo>
                      <a:pt x="326" y="183"/>
                      <a:pt x="325" y="184"/>
                      <a:pt x="325" y="185"/>
                    </a:cubicBezTo>
                    <a:cubicBezTo>
                      <a:pt x="325" y="185"/>
                      <a:pt x="326" y="186"/>
                      <a:pt x="326" y="186"/>
                    </a:cubicBezTo>
                    <a:cubicBezTo>
                      <a:pt x="327" y="187"/>
                      <a:pt x="329" y="186"/>
                      <a:pt x="330" y="184"/>
                    </a:cubicBezTo>
                    <a:cubicBezTo>
                      <a:pt x="333" y="181"/>
                      <a:pt x="343" y="169"/>
                      <a:pt x="343" y="168"/>
                    </a:cubicBezTo>
                    <a:cubicBezTo>
                      <a:pt x="348" y="164"/>
                      <a:pt x="361" y="161"/>
                      <a:pt x="364" y="161"/>
                    </a:cubicBezTo>
                    <a:cubicBezTo>
                      <a:pt x="363" y="163"/>
                      <a:pt x="359" y="166"/>
                      <a:pt x="356" y="169"/>
                    </a:cubicBezTo>
                    <a:cubicBezTo>
                      <a:pt x="350" y="174"/>
                      <a:pt x="343" y="179"/>
                      <a:pt x="342" y="182"/>
                    </a:cubicBezTo>
                    <a:cubicBezTo>
                      <a:pt x="339" y="185"/>
                      <a:pt x="337" y="189"/>
                      <a:pt x="336" y="193"/>
                    </a:cubicBezTo>
                    <a:cubicBezTo>
                      <a:pt x="334" y="196"/>
                      <a:pt x="331" y="199"/>
                      <a:pt x="329" y="20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17" y="219"/>
                      <a:pt x="317" y="219"/>
                      <a:pt x="317" y="219"/>
                    </a:cubicBezTo>
                    <a:cubicBezTo>
                      <a:pt x="317" y="219"/>
                      <a:pt x="319" y="220"/>
                      <a:pt x="321" y="217"/>
                    </a:cubicBezTo>
                    <a:cubicBezTo>
                      <a:pt x="324" y="214"/>
                      <a:pt x="331" y="208"/>
                      <a:pt x="335" y="205"/>
                    </a:cubicBezTo>
                    <a:cubicBezTo>
                      <a:pt x="343" y="197"/>
                      <a:pt x="353" y="198"/>
                      <a:pt x="358" y="197"/>
                    </a:cubicBezTo>
                    <a:cubicBezTo>
                      <a:pt x="363" y="198"/>
                      <a:pt x="353" y="200"/>
                      <a:pt x="340" y="211"/>
                    </a:cubicBezTo>
                    <a:cubicBezTo>
                      <a:pt x="327" y="222"/>
                      <a:pt x="323" y="226"/>
                      <a:pt x="322" y="228"/>
                    </a:cubicBezTo>
                    <a:cubicBezTo>
                      <a:pt x="322" y="229"/>
                      <a:pt x="322" y="230"/>
                      <a:pt x="322" y="231"/>
                    </a:cubicBezTo>
                    <a:cubicBezTo>
                      <a:pt x="322" y="232"/>
                      <a:pt x="323" y="231"/>
                      <a:pt x="323" y="231"/>
                    </a:cubicBezTo>
                    <a:cubicBezTo>
                      <a:pt x="326" y="229"/>
                      <a:pt x="335" y="222"/>
                      <a:pt x="335" y="222"/>
                    </a:cubicBezTo>
                    <a:cubicBezTo>
                      <a:pt x="337" y="220"/>
                      <a:pt x="342" y="219"/>
                      <a:pt x="344" y="219"/>
                    </a:cubicBezTo>
                    <a:cubicBezTo>
                      <a:pt x="345" y="219"/>
                      <a:pt x="348" y="220"/>
                      <a:pt x="349" y="220"/>
                    </a:cubicBezTo>
                    <a:cubicBezTo>
                      <a:pt x="346" y="222"/>
                      <a:pt x="337" y="229"/>
                      <a:pt x="335" y="231"/>
                    </a:cubicBezTo>
                    <a:cubicBezTo>
                      <a:pt x="327" y="240"/>
                      <a:pt x="319" y="257"/>
                      <a:pt x="318" y="266"/>
                    </a:cubicBezTo>
                    <a:cubicBezTo>
                      <a:pt x="317" y="269"/>
                      <a:pt x="317" y="269"/>
                      <a:pt x="317" y="269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6" y="277"/>
                      <a:pt x="316" y="279"/>
                      <a:pt x="315" y="281"/>
                    </a:cubicBezTo>
                    <a:cubicBezTo>
                      <a:pt x="311" y="284"/>
                      <a:pt x="311" y="284"/>
                      <a:pt x="311" y="284"/>
                    </a:cubicBezTo>
                    <a:cubicBezTo>
                      <a:pt x="310" y="285"/>
                      <a:pt x="310" y="285"/>
                      <a:pt x="310" y="285"/>
                    </a:cubicBezTo>
                    <a:cubicBezTo>
                      <a:pt x="307" y="287"/>
                      <a:pt x="306" y="288"/>
                      <a:pt x="303" y="289"/>
                    </a:cubicBezTo>
                    <a:cubicBezTo>
                      <a:pt x="299" y="291"/>
                      <a:pt x="297" y="293"/>
                      <a:pt x="294" y="296"/>
                    </a:cubicBezTo>
                    <a:cubicBezTo>
                      <a:pt x="293" y="297"/>
                      <a:pt x="293" y="297"/>
                      <a:pt x="293" y="297"/>
                    </a:cubicBezTo>
                    <a:cubicBezTo>
                      <a:pt x="284" y="308"/>
                      <a:pt x="284" y="308"/>
                      <a:pt x="284" y="308"/>
                    </a:cubicBezTo>
                    <a:cubicBezTo>
                      <a:pt x="282" y="310"/>
                      <a:pt x="282" y="310"/>
                      <a:pt x="282" y="310"/>
                    </a:cubicBezTo>
                    <a:cubicBezTo>
                      <a:pt x="279" y="315"/>
                      <a:pt x="276" y="319"/>
                      <a:pt x="273" y="323"/>
                    </a:cubicBezTo>
                    <a:cubicBezTo>
                      <a:pt x="272" y="324"/>
                      <a:pt x="272" y="325"/>
                      <a:pt x="272" y="325"/>
                    </a:cubicBezTo>
                    <a:cubicBezTo>
                      <a:pt x="270" y="329"/>
                      <a:pt x="268" y="333"/>
                      <a:pt x="266" y="336"/>
                    </a:cubicBezTo>
                    <a:cubicBezTo>
                      <a:pt x="264" y="340"/>
                      <a:pt x="264" y="340"/>
                      <a:pt x="264" y="340"/>
                    </a:cubicBezTo>
                    <a:cubicBezTo>
                      <a:pt x="262" y="343"/>
                      <a:pt x="257" y="344"/>
                      <a:pt x="253" y="344"/>
                    </a:cubicBezTo>
                    <a:cubicBezTo>
                      <a:pt x="249" y="345"/>
                      <a:pt x="249" y="345"/>
                      <a:pt x="249" y="345"/>
                    </a:cubicBezTo>
                    <a:cubicBezTo>
                      <a:pt x="243" y="345"/>
                      <a:pt x="237" y="347"/>
                      <a:pt x="230" y="349"/>
                    </a:cubicBezTo>
                    <a:cubicBezTo>
                      <a:pt x="221" y="352"/>
                      <a:pt x="216" y="355"/>
                      <a:pt x="211" y="362"/>
                    </a:cubicBezTo>
                    <a:cubicBezTo>
                      <a:pt x="209" y="364"/>
                      <a:pt x="205" y="370"/>
                      <a:pt x="204" y="373"/>
                    </a:cubicBezTo>
                    <a:cubicBezTo>
                      <a:pt x="203" y="375"/>
                      <a:pt x="203" y="377"/>
                      <a:pt x="203" y="380"/>
                    </a:cubicBezTo>
                    <a:cubicBezTo>
                      <a:pt x="203" y="386"/>
                      <a:pt x="207" y="390"/>
                      <a:pt x="207" y="390"/>
                    </a:cubicBezTo>
                    <a:cubicBezTo>
                      <a:pt x="213" y="396"/>
                      <a:pt x="207" y="396"/>
                      <a:pt x="201" y="390"/>
                    </a:cubicBezTo>
                    <a:moveTo>
                      <a:pt x="305" y="299"/>
                    </a:moveTo>
                    <a:cubicBezTo>
                      <a:pt x="305" y="300"/>
                      <a:pt x="305" y="300"/>
                      <a:pt x="305" y="301"/>
                    </a:cubicBezTo>
                    <a:cubicBezTo>
                      <a:pt x="305" y="301"/>
                      <a:pt x="305" y="301"/>
                      <a:pt x="305" y="301"/>
                    </a:cubicBezTo>
                    <a:cubicBezTo>
                      <a:pt x="305" y="301"/>
                      <a:pt x="302" y="304"/>
                      <a:pt x="300" y="306"/>
                    </a:cubicBezTo>
                    <a:cubicBezTo>
                      <a:pt x="296" y="309"/>
                      <a:pt x="292" y="312"/>
                      <a:pt x="291" y="314"/>
                    </a:cubicBezTo>
                    <a:cubicBezTo>
                      <a:pt x="288" y="319"/>
                      <a:pt x="288" y="319"/>
                      <a:pt x="288" y="319"/>
                    </a:cubicBezTo>
                    <a:cubicBezTo>
                      <a:pt x="285" y="323"/>
                      <a:pt x="277" y="335"/>
                      <a:pt x="275" y="334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1" y="331"/>
                      <a:pt x="271" y="331"/>
                    </a:cubicBezTo>
                    <a:cubicBezTo>
                      <a:pt x="284" y="314"/>
                      <a:pt x="284" y="314"/>
                      <a:pt x="284" y="314"/>
                    </a:cubicBezTo>
                    <a:cubicBezTo>
                      <a:pt x="289" y="311"/>
                      <a:pt x="298" y="292"/>
                      <a:pt x="314" y="287"/>
                    </a:cubicBezTo>
                    <a:cubicBezTo>
                      <a:pt x="313" y="288"/>
                      <a:pt x="309" y="294"/>
                      <a:pt x="304" y="297"/>
                    </a:cubicBezTo>
                    <a:lnTo>
                      <a:pt x="305" y="299"/>
                    </a:lnTo>
                    <a:close/>
                    <a:moveTo>
                      <a:pt x="267" y="365"/>
                    </a:moveTo>
                    <a:cubicBezTo>
                      <a:pt x="266" y="365"/>
                      <a:pt x="262" y="365"/>
                      <a:pt x="258" y="365"/>
                    </a:cubicBezTo>
                    <a:cubicBezTo>
                      <a:pt x="254" y="364"/>
                      <a:pt x="248" y="364"/>
                      <a:pt x="244" y="365"/>
                    </a:cubicBezTo>
                    <a:cubicBezTo>
                      <a:pt x="243" y="365"/>
                      <a:pt x="243" y="365"/>
                      <a:pt x="243" y="365"/>
                    </a:cubicBezTo>
                    <a:cubicBezTo>
                      <a:pt x="239" y="366"/>
                      <a:pt x="234" y="367"/>
                      <a:pt x="230" y="369"/>
                    </a:cubicBezTo>
                    <a:cubicBezTo>
                      <a:pt x="226" y="371"/>
                      <a:pt x="223" y="374"/>
                      <a:pt x="220" y="378"/>
                    </a:cubicBezTo>
                    <a:cubicBezTo>
                      <a:pt x="219" y="379"/>
                      <a:pt x="219" y="379"/>
                      <a:pt x="219" y="379"/>
                    </a:cubicBezTo>
                    <a:cubicBezTo>
                      <a:pt x="217" y="381"/>
                      <a:pt x="215" y="384"/>
                      <a:pt x="215" y="387"/>
                    </a:cubicBezTo>
                    <a:cubicBezTo>
                      <a:pt x="215" y="389"/>
                      <a:pt x="216" y="390"/>
                      <a:pt x="217" y="391"/>
                    </a:cubicBezTo>
                    <a:cubicBezTo>
                      <a:pt x="217" y="392"/>
                      <a:pt x="217" y="392"/>
                      <a:pt x="217" y="392"/>
                    </a:cubicBezTo>
                    <a:cubicBezTo>
                      <a:pt x="217" y="392"/>
                      <a:pt x="216" y="394"/>
                      <a:pt x="214" y="393"/>
                    </a:cubicBezTo>
                    <a:cubicBezTo>
                      <a:pt x="212" y="393"/>
                      <a:pt x="209" y="390"/>
                      <a:pt x="209" y="388"/>
                    </a:cubicBezTo>
                    <a:cubicBezTo>
                      <a:pt x="209" y="380"/>
                      <a:pt x="217" y="370"/>
                      <a:pt x="221" y="367"/>
                    </a:cubicBezTo>
                    <a:cubicBezTo>
                      <a:pt x="238" y="355"/>
                      <a:pt x="258" y="358"/>
                      <a:pt x="260" y="359"/>
                    </a:cubicBezTo>
                    <a:cubicBezTo>
                      <a:pt x="263" y="360"/>
                      <a:pt x="266" y="362"/>
                      <a:pt x="267" y="364"/>
                    </a:cubicBezTo>
                    <a:cubicBezTo>
                      <a:pt x="267" y="364"/>
                      <a:pt x="267" y="364"/>
                      <a:pt x="267" y="365"/>
                    </a:cubicBezTo>
                    <a:moveTo>
                      <a:pt x="284" y="361"/>
                    </a:moveTo>
                    <a:cubicBezTo>
                      <a:pt x="280" y="362"/>
                      <a:pt x="274" y="357"/>
                      <a:pt x="274" y="357"/>
                    </a:cubicBezTo>
                    <a:cubicBezTo>
                      <a:pt x="262" y="352"/>
                      <a:pt x="246" y="355"/>
                      <a:pt x="240" y="356"/>
                    </a:cubicBezTo>
                    <a:cubicBezTo>
                      <a:pt x="223" y="362"/>
                      <a:pt x="223" y="362"/>
                      <a:pt x="223" y="362"/>
                    </a:cubicBezTo>
                    <a:cubicBezTo>
                      <a:pt x="213" y="367"/>
                      <a:pt x="213" y="370"/>
                      <a:pt x="211" y="374"/>
                    </a:cubicBezTo>
                    <a:cubicBezTo>
                      <a:pt x="207" y="382"/>
                      <a:pt x="209" y="382"/>
                      <a:pt x="207" y="382"/>
                    </a:cubicBezTo>
                    <a:cubicBezTo>
                      <a:pt x="205" y="383"/>
                      <a:pt x="205" y="378"/>
                      <a:pt x="208" y="371"/>
                    </a:cubicBezTo>
                    <a:cubicBezTo>
                      <a:pt x="211" y="365"/>
                      <a:pt x="218" y="359"/>
                      <a:pt x="224" y="356"/>
                    </a:cubicBezTo>
                    <a:cubicBezTo>
                      <a:pt x="229" y="353"/>
                      <a:pt x="238" y="351"/>
                      <a:pt x="247" y="350"/>
                    </a:cubicBezTo>
                    <a:cubicBezTo>
                      <a:pt x="255" y="349"/>
                      <a:pt x="274" y="350"/>
                      <a:pt x="279" y="352"/>
                    </a:cubicBezTo>
                    <a:cubicBezTo>
                      <a:pt x="281" y="354"/>
                      <a:pt x="288" y="360"/>
                      <a:pt x="284" y="361"/>
                    </a:cubicBezTo>
                    <a:moveTo>
                      <a:pt x="302" y="360"/>
                    </a:moveTo>
                    <a:cubicBezTo>
                      <a:pt x="300" y="359"/>
                      <a:pt x="301" y="360"/>
                      <a:pt x="292" y="355"/>
                    </a:cubicBezTo>
                    <a:cubicBezTo>
                      <a:pt x="277" y="345"/>
                      <a:pt x="254" y="348"/>
                      <a:pt x="251" y="348"/>
                    </a:cubicBezTo>
                    <a:cubicBezTo>
                      <a:pt x="252" y="347"/>
                      <a:pt x="263" y="345"/>
                      <a:pt x="263" y="345"/>
                    </a:cubicBezTo>
                    <a:cubicBezTo>
                      <a:pt x="263" y="345"/>
                      <a:pt x="267" y="342"/>
                      <a:pt x="268" y="340"/>
                    </a:cubicBezTo>
                    <a:cubicBezTo>
                      <a:pt x="269" y="339"/>
                      <a:pt x="270" y="336"/>
                      <a:pt x="271" y="336"/>
                    </a:cubicBezTo>
                    <a:cubicBezTo>
                      <a:pt x="279" y="337"/>
                      <a:pt x="302" y="354"/>
                      <a:pt x="302" y="360"/>
                    </a:cubicBezTo>
                    <a:moveTo>
                      <a:pt x="299" y="344"/>
                    </a:moveTo>
                    <a:cubicBezTo>
                      <a:pt x="297" y="345"/>
                      <a:pt x="297" y="345"/>
                      <a:pt x="297" y="345"/>
                    </a:cubicBezTo>
                    <a:cubicBezTo>
                      <a:pt x="292" y="344"/>
                      <a:pt x="292" y="344"/>
                      <a:pt x="291" y="343"/>
                    </a:cubicBezTo>
                    <a:cubicBezTo>
                      <a:pt x="290" y="342"/>
                      <a:pt x="292" y="341"/>
                      <a:pt x="292" y="340"/>
                    </a:cubicBezTo>
                    <a:cubicBezTo>
                      <a:pt x="294" y="339"/>
                      <a:pt x="294" y="339"/>
                      <a:pt x="294" y="339"/>
                    </a:cubicBezTo>
                    <a:cubicBezTo>
                      <a:pt x="296" y="338"/>
                      <a:pt x="296" y="341"/>
                      <a:pt x="298" y="343"/>
                    </a:cubicBezTo>
                    <a:lnTo>
                      <a:pt x="299" y="344"/>
                    </a:lnTo>
                    <a:close/>
                    <a:moveTo>
                      <a:pt x="308" y="322"/>
                    </a:moveTo>
                    <a:cubicBezTo>
                      <a:pt x="324" y="318"/>
                      <a:pt x="333" y="320"/>
                      <a:pt x="335" y="321"/>
                    </a:cubicBezTo>
                    <a:cubicBezTo>
                      <a:pt x="333" y="322"/>
                      <a:pt x="326" y="324"/>
                      <a:pt x="321" y="325"/>
                    </a:cubicBezTo>
                    <a:cubicBezTo>
                      <a:pt x="317" y="326"/>
                      <a:pt x="315" y="326"/>
                      <a:pt x="314" y="327"/>
                    </a:cubicBezTo>
                    <a:cubicBezTo>
                      <a:pt x="313" y="328"/>
                      <a:pt x="312" y="327"/>
                      <a:pt x="310" y="327"/>
                    </a:cubicBezTo>
                    <a:cubicBezTo>
                      <a:pt x="308" y="327"/>
                      <a:pt x="309" y="327"/>
                      <a:pt x="307" y="328"/>
                    </a:cubicBezTo>
                    <a:cubicBezTo>
                      <a:pt x="303" y="329"/>
                      <a:pt x="294" y="334"/>
                      <a:pt x="289" y="339"/>
                    </a:cubicBezTo>
                    <a:cubicBezTo>
                      <a:pt x="288" y="340"/>
                      <a:pt x="288" y="340"/>
                      <a:pt x="288" y="340"/>
                    </a:cubicBezTo>
                    <a:cubicBezTo>
                      <a:pt x="287" y="341"/>
                      <a:pt x="284" y="338"/>
                      <a:pt x="284" y="338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3" y="338"/>
                      <a:pt x="283" y="337"/>
                      <a:pt x="282" y="337"/>
                    </a:cubicBezTo>
                    <a:cubicBezTo>
                      <a:pt x="284" y="334"/>
                      <a:pt x="292" y="328"/>
                      <a:pt x="294" y="327"/>
                    </a:cubicBezTo>
                    <a:cubicBezTo>
                      <a:pt x="298" y="324"/>
                      <a:pt x="304" y="322"/>
                      <a:pt x="308" y="322"/>
                    </a:cubicBezTo>
                    <a:moveTo>
                      <a:pt x="369" y="275"/>
                    </a:moveTo>
                    <a:cubicBezTo>
                      <a:pt x="366" y="275"/>
                      <a:pt x="346" y="274"/>
                      <a:pt x="338" y="276"/>
                    </a:cubicBezTo>
                    <a:cubicBezTo>
                      <a:pt x="338" y="277"/>
                      <a:pt x="337" y="277"/>
                      <a:pt x="337" y="277"/>
                    </a:cubicBezTo>
                    <a:cubicBezTo>
                      <a:pt x="335" y="278"/>
                      <a:pt x="335" y="278"/>
                      <a:pt x="335" y="278"/>
                    </a:cubicBezTo>
                    <a:cubicBezTo>
                      <a:pt x="327" y="282"/>
                      <a:pt x="324" y="284"/>
                      <a:pt x="324" y="287"/>
                    </a:cubicBezTo>
                    <a:cubicBezTo>
                      <a:pt x="324" y="288"/>
                      <a:pt x="324" y="288"/>
                      <a:pt x="324" y="288"/>
                    </a:cubicBezTo>
                    <a:cubicBezTo>
                      <a:pt x="325" y="287"/>
                      <a:pt x="325" y="287"/>
                      <a:pt x="325" y="287"/>
                    </a:cubicBezTo>
                    <a:cubicBezTo>
                      <a:pt x="331" y="285"/>
                      <a:pt x="338" y="284"/>
                      <a:pt x="344" y="285"/>
                    </a:cubicBezTo>
                    <a:cubicBezTo>
                      <a:pt x="345" y="286"/>
                      <a:pt x="345" y="286"/>
                      <a:pt x="345" y="286"/>
                    </a:cubicBezTo>
                    <a:cubicBezTo>
                      <a:pt x="347" y="287"/>
                      <a:pt x="349" y="288"/>
                      <a:pt x="350" y="288"/>
                    </a:cubicBezTo>
                    <a:cubicBezTo>
                      <a:pt x="345" y="289"/>
                      <a:pt x="338" y="290"/>
                      <a:pt x="337" y="290"/>
                    </a:cubicBezTo>
                    <a:cubicBezTo>
                      <a:pt x="332" y="292"/>
                      <a:pt x="316" y="301"/>
                      <a:pt x="312" y="305"/>
                    </a:cubicBezTo>
                    <a:cubicBezTo>
                      <a:pt x="306" y="310"/>
                      <a:pt x="306" y="310"/>
                      <a:pt x="306" y="310"/>
                    </a:cubicBezTo>
                    <a:cubicBezTo>
                      <a:pt x="298" y="320"/>
                      <a:pt x="289" y="327"/>
                      <a:pt x="289" y="327"/>
                    </a:cubicBezTo>
                    <a:cubicBezTo>
                      <a:pt x="282" y="327"/>
                      <a:pt x="295" y="314"/>
                      <a:pt x="298" y="311"/>
                    </a:cubicBezTo>
                    <a:cubicBezTo>
                      <a:pt x="305" y="306"/>
                      <a:pt x="305" y="306"/>
                      <a:pt x="305" y="306"/>
                    </a:cubicBezTo>
                    <a:cubicBezTo>
                      <a:pt x="312" y="301"/>
                      <a:pt x="312" y="296"/>
                      <a:pt x="312" y="296"/>
                    </a:cubicBezTo>
                    <a:cubicBezTo>
                      <a:pt x="313" y="295"/>
                      <a:pt x="317" y="292"/>
                      <a:pt x="318" y="292"/>
                    </a:cubicBezTo>
                    <a:cubicBezTo>
                      <a:pt x="319" y="291"/>
                      <a:pt x="319" y="291"/>
                      <a:pt x="319" y="291"/>
                    </a:cubicBezTo>
                    <a:cubicBezTo>
                      <a:pt x="319" y="290"/>
                      <a:pt x="319" y="290"/>
                      <a:pt x="319" y="290"/>
                    </a:cubicBezTo>
                    <a:cubicBezTo>
                      <a:pt x="319" y="290"/>
                      <a:pt x="320" y="289"/>
                      <a:pt x="320" y="289"/>
                    </a:cubicBezTo>
                    <a:cubicBezTo>
                      <a:pt x="320" y="289"/>
                      <a:pt x="320" y="289"/>
                      <a:pt x="319" y="288"/>
                    </a:cubicBezTo>
                    <a:cubicBezTo>
                      <a:pt x="319" y="288"/>
                      <a:pt x="318" y="288"/>
                      <a:pt x="318" y="288"/>
                    </a:cubicBezTo>
                    <a:cubicBezTo>
                      <a:pt x="318" y="288"/>
                      <a:pt x="317" y="288"/>
                      <a:pt x="316" y="288"/>
                    </a:cubicBezTo>
                    <a:cubicBezTo>
                      <a:pt x="319" y="286"/>
                      <a:pt x="323" y="283"/>
                      <a:pt x="325" y="281"/>
                    </a:cubicBezTo>
                    <a:cubicBezTo>
                      <a:pt x="325" y="280"/>
                      <a:pt x="326" y="279"/>
                      <a:pt x="326" y="278"/>
                    </a:cubicBezTo>
                    <a:cubicBezTo>
                      <a:pt x="326" y="278"/>
                      <a:pt x="323" y="276"/>
                      <a:pt x="320" y="278"/>
                    </a:cubicBezTo>
                    <a:cubicBezTo>
                      <a:pt x="320" y="278"/>
                      <a:pt x="320" y="277"/>
                      <a:pt x="320" y="277"/>
                    </a:cubicBezTo>
                    <a:cubicBezTo>
                      <a:pt x="320" y="276"/>
                      <a:pt x="320" y="274"/>
                      <a:pt x="321" y="272"/>
                    </a:cubicBezTo>
                    <a:cubicBezTo>
                      <a:pt x="321" y="270"/>
                      <a:pt x="322" y="269"/>
                      <a:pt x="323" y="268"/>
                    </a:cubicBezTo>
                    <a:cubicBezTo>
                      <a:pt x="327" y="264"/>
                      <a:pt x="333" y="261"/>
                      <a:pt x="338" y="260"/>
                    </a:cubicBezTo>
                    <a:cubicBezTo>
                      <a:pt x="338" y="260"/>
                      <a:pt x="351" y="258"/>
                      <a:pt x="352" y="261"/>
                    </a:cubicBezTo>
                    <a:cubicBezTo>
                      <a:pt x="348" y="263"/>
                      <a:pt x="344" y="265"/>
                      <a:pt x="341" y="266"/>
                    </a:cubicBezTo>
                    <a:cubicBezTo>
                      <a:pt x="338" y="268"/>
                      <a:pt x="338" y="268"/>
                      <a:pt x="338" y="268"/>
                    </a:cubicBezTo>
                    <a:cubicBezTo>
                      <a:pt x="337" y="269"/>
                      <a:pt x="337" y="269"/>
                      <a:pt x="337" y="269"/>
                    </a:cubicBezTo>
                    <a:cubicBezTo>
                      <a:pt x="337" y="270"/>
                      <a:pt x="337" y="270"/>
                      <a:pt x="337" y="270"/>
                    </a:cubicBezTo>
                    <a:cubicBezTo>
                      <a:pt x="338" y="271"/>
                      <a:pt x="349" y="270"/>
                      <a:pt x="349" y="270"/>
                    </a:cubicBezTo>
                    <a:cubicBezTo>
                      <a:pt x="364" y="267"/>
                      <a:pt x="368" y="271"/>
                      <a:pt x="370" y="273"/>
                    </a:cubicBezTo>
                    <a:cubicBezTo>
                      <a:pt x="368" y="273"/>
                      <a:pt x="372" y="275"/>
                      <a:pt x="369" y="2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9" name="Freeform 69">
                <a:extLst>
                  <a:ext uri="{FF2B5EF4-FFF2-40B4-BE49-F238E27FC236}">
                    <a16:creationId xmlns:a16="http://schemas.microsoft.com/office/drawing/2014/main" id="{3BA241F4-0718-4D16-82DE-8AF9F6231ED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6" y="7864"/>
                <a:ext cx="23" cy="70"/>
              </a:xfrm>
              <a:custGeom>
                <a:avLst/>
                <a:gdLst>
                  <a:gd name="T0" fmla="*/ 2 w 31"/>
                  <a:gd name="T1" fmla="*/ 0 h 94"/>
                  <a:gd name="T2" fmla="*/ 0 w 31"/>
                  <a:gd name="T3" fmla="*/ 0 h 94"/>
                  <a:gd name="T4" fmla="*/ 5 w 31"/>
                  <a:gd name="T5" fmla="*/ 8 h 94"/>
                  <a:gd name="T6" fmla="*/ 24 w 31"/>
                  <a:gd name="T7" fmla="*/ 53 h 94"/>
                  <a:gd name="T8" fmla="*/ 19 w 31"/>
                  <a:gd name="T9" fmla="*/ 91 h 94"/>
                  <a:gd name="T10" fmla="*/ 22 w 31"/>
                  <a:gd name="T11" fmla="*/ 93 h 94"/>
                  <a:gd name="T12" fmla="*/ 27 w 31"/>
                  <a:gd name="T13" fmla="*/ 42 h 94"/>
                  <a:gd name="T14" fmla="*/ 2 w 31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5" y="8"/>
                    </a:cubicBezTo>
                    <a:cubicBezTo>
                      <a:pt x="22" y="30"/>
                      <a:pt x="23" y="41"/>
                      <a:pt x="24" y="53"/>
                    </a:cubicBezTo>
                    <a:cubicBezTo>
                      <a:pt x="26" y="65"/>
                      <a:pt x="21" y="88"/>
                      <a:pt x="19" y="91"/>
                    </a:cubicBezTo>
                    <a:cubicBezTo>
                      <a:pt x="18" y="93"/>
                      <a:pt x="21" y="94"/>
                      <a:pt x="22" y="93"/>
                    </a:cubicBezTo>
                    <a:cubicBezTo>
                      <a:pt x="23" y="91"/>
                      <a:pt x="31" y="69"/>
                      <a:pt x="27" y="42"/>
                    </a:cubicBezTo>
                    <a:cubicBezTo>
                      <a:pt x="24" y="23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0" name="Freeform 70">
                <a:extLst>
                  <a:ext uri="{FF2B5EF4-FFF2-40B4-BE49-F238E27FC236}">
                    <a16:creationId xmlns:a16="http://schemas.microsoft.com/office/drawing/2014/main" id="{FF4416E6-9F90-4016-94A1-F850D5F8334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7" y="7896"/>
                <a:ext cx="8" cy="35"/>
              </a:xfrm>
              <a:custGeom>
                <a:avLst/>
                <a:gdLst>
                  <a:gd name="T0" fmla="*/ 4 w 12"/>
                  <a:gd name="T1" fmla="*/ 2 h 47"/>
                  <a:gd name="T2" fmla="*/ 1 w 12"/>
                  <a:gd name="T3" fmla="*/ 4 h 47"/>
                  <a:gd name="T4" fmla="*/ 8 w 12"/>
                  <a:gd name="T5" fmla="*/ 22 h 47"/>
                  <a:gd name="T6" fmla="*/ 8 w 12"/>
                  <a:gd name="T7" fmla="*/ 44 h 47"/>
                  <a:gd name="T8" fmla="*/ 10 w 12"/>
                  <a:gd name="T9" fmla="*/ 45 h 47"/>
                  <a:gd name="T10" fmla="*/ 11 w 12"/>
                  <a:gd name="T11" fmla="*/ 21 h 47"/>
                  <a:gd name="T12" fmla="*/ 4 w 12"/>
                  <a:gd name="T13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4" y="2"/>
                    </a:moveTo>
                    <a:cubicBezTo>
                      <a:pt x="2" y="0"/>
                      <a:pt x="0" y="3"/>
                      <a:pt x="1" y="4"/>
                    </a:cubicBezTo>
                    <a:cubicBezTo>
                      <a:pt x="4" y="8"/>
                      <a:pt x="7" y="19"/>
                      <a:pt x="8" y="22"/>
                    </a:cubicBezTo>
                    <a:cubicBezTo>
                      <a:pt x="8" y="34"/>
                      <a:pt x="8" y="40"/>
                      <a:pt x="8" y="44"/>
                    </a:cubicBezTo>
                    <a:cubicBezTo>
                      <a:pt x="8" y="47"/>
                      <a:pt x="10" y="47"/>
                      <a:pt x="10" y="45"/>
                    </a:cubicBezTo>
                    <a:cubicBezTo>
                      <a:pt x="10" y="39"/>
                      <a:pt x="12" y="37"/>
                      <a:pt x="11" y="21"/>
                    </a:cubicBezTo>
                    <a:cubicBezTo>
                      <a:pt x="10" y="16"/>
                      <a:pt x="7" y="7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1" name="Freeform 71">
                <a:extLst>
                  <a:ext uri="{FF2B5EF4-FFF2-40B4-BE49-F238E27FC236}">
                    <a16:creationId xmlns:a16="http://schemas.microsoft.com/office/drawing/2014/main" id="{BE65DB96-88D9-4361-A20B-F151EA290F5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92" y="7888"/>
                <a:ext cx="10" cy="44"/>
              </a:xfrm>
              <a:custGeom>
                <a:avLst/>
                <a:gdLst>
                  <a:gd name="T0" fmla="*/ 12 w 14"/>
                  <a:gd name="T1" fmla="*/ 22 h 59"/>
                  <a:gd name="T2" fmla="*/ 4 w 14"/>
                  <a:gd name="T3" fmla="*/ 3 h 59"/>
                  <a:gd name="T4" fmla="*/ 1 w 14"/>
                  <a:gd name="T5" fmla="*/ 5 h 59"/>
                  <a:gd name="T6" fmla="*/ 8 w 14"/>
                  <a:gd name="T7" fmla="*/ 23 h 59"/>
                  <a:gd name="T8" fmla="*/ 7 w 14"/>
                  <a:gd name="T9" fmla="*/ 56 h 59"/>
                  <a:gd name="T10" fmla="*/ 9 w 14"/>
                  <a:gd name="T11" fmla="*/ 57 h 59"/>
                  <a:gd name="T12" fmla="*/ 12 w 14"/>
                  <a:gd name="T13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2" y="22"/>
                    </a:moveTo>
                    <a:cubicBezTo>
                      <a:pt x="11" y="17"/>
                      <a:pt x="7" y="7"/>
                      <a:pt x="4" y="3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8" y="20"/>
                      <a:pt x="8" y="23"/>
                    </a:cubicBezTo>
                    <a:cubicBezTo>
                      <a:pt x="10" y="43"/>
                      <a:pt x="7" y="53"/>
                      <a:pt x="7" y="56"/>
                    </a:cubicBezTo>
                    <a:cubicBezTo>
                      <a:pt x="6" y="59"/>
                      <a:pt x="9" y="59"/>
                      <a:pt x="9" y="57"/>
                    </a:cubicBezTo>
                    <a:cubicBezTo>
                      <a:pt x="9" y="52"/>
                      <a:pt x="14" y="41"/>
                      <a:pt x="1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2" name="Freeform 72">
                <a:extLst>
                  <a:ext uri="{FF2B5EF4-FFF2-40B4-BE49-F238E27FC236}">
                    <a16:creationId xmlns:a16="http://schemas.microsoft.com/office/drawing/2014/main" id="{424B2CE4-DD85-470F-B411-0A106D93600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4" y="7864"/>
                <a:ext cx="23" cy="70"/>
              </a:xfrm>
              <a:custGeom>
                <a:avLst/>
                <a:gdLst>
                  <a:gd name="T0" fmla="*/ 12 w 31"/>
                  <a:gd name="T1" fmla="*/ 91 h 94"/>
                  <a:gd name="T2" fmla="*/ 7 w 31"/>
                  <a:gd name="T3" fmla="*/ 53 h 94"/>
                  <a:gd name="T4" fmla="*/ 26 w 31"/>
                  <a:gd name="T5" fmla="*/ 8 h 94"/>
                  <a:gd name="T6" fmla="*/ 31 w 31"/>
                  <a:gd name="T7" fmla="*/ 0 h 94"/>
                  <a:gd name="T8" fmla="*/ 30 w 31"/>
                  <a:gd name="T9" fmla="*/ 0 h 94"/>
                  <a:gd name="T10" fmla="*/ 4 w 31"/>
                  <a:gd name="T11" fmla="*/ 42 h 94"/>
                  <a:gd name="T12" fmla="*/ 9 w 31"/>
                  <a:gd name="T13" fmla="*/ 93 h 94"/>
                  <a:gd name="T14" fmla="*/ 12 w 31"/>
                  <a:gd name="T1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12" y="91"/>
                    </a:moveTo>
                    <a:cubicBezTo>
                      <a:pt x="10" y="88"/>
                      <a:pt x="5" y="65"/>
                      <a:pt x="7" y="53"/>
                    </a:cubicBezTo>
                    <a:cubicBezTo>
                      <a:pt x="8" y="41"/>
                      <a:pt x="9" y="30"/>
                      <a:pt x="26" y="8"/>
                    </a:cubicBezTo>
                    <a:cubicBezTo>
                      <a:pt x="29" y="4"/>
                      <a:pt x="31" y="1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7" y="0"/>
                      <a:pt x="7" y="23"/>
                      <a:pt x="4" y="42"/>
                    </a:cubicBezTo>
                    <a:cubicBezTo>
                      <a:pt x="0" y="69"/>
                      <a:pt x="8" y="91"/>
                      <a:pt x="9" y="93"/>
                    </a:cubicBezTo>
                    <a:cubicBezTo>
                      <a:pt x="10" y="94"/>
                      <a:pt x="13" y="93"/>
                      <a:pt x="12" y="9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3" name="Freeform 73">
                <a:extLst>
                  <a:ext uri="{FF2B5EF4-FFF2-40B4-BE49-F238E27FC236}">
                    <a16:creationId xmlns:a16="http://schemas.microsoft.com/office/drawing/2014/main" id="{ACFD565D-3329-4DC5-8881-1CFBF00689C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7" y="7896"/>
                <a:ext cx="9" cy="35"/>
              </a:xfrm>
              <a:custGeom>
                <a:avLst/>
                <a:gdLst>
                  <a:gd name="T0" fmla="*/ 1 w 12"/>
                  <a:gd name="T1" fmla="*/ 21 h 47"/>
                  <a:gd name="T2" fmla="*/ 2 w 12"/>
                  <a:gd name="T3" fmla="*/ 45 h 47"/>
                  <a:gd name="T4" fmla="*/ 4 w 12"/>
                  <a:gd name="T5" fmla="*/ 44 h 47"/>
                  <a:gd name="T6" fmla="*/ 4 w 12"/>
                  <a:gd name="T7" fmla="*/ 22 h 47"/>
                  <a:gd name="T8" fmla="*/ 11 w 12"/>
                  <a:gd name="T9" fmla="*/ 4 h 47"/>
                  <a:gd name="T10" fmla="*/ 8 w 12"/>
                  <a:gd name="T11" fmla="*/ 2 h 47"/>
                  <a:gd name="T12" fmla="*/ 1 w 12"/>
                  <a:gd name="T13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" y="21"/>
                    </a:moveTo>
                    <a:cubicBezTo>
                      <a:pt x="0" y="37"/>
                      <a:pt x="2" y="39"/>
                      <a:pt x="2" y="45"/>
                    </a:cubicBezTo>
                    <a:cubicBezTo>
                      <a:pt x="2" y="47"/>
                      <a:pt x="4" y="47"/>
                      <a:pt x="4" y="44"/>
                    </a:cubicBezTo>
                    <a:cubicBezTo>
                      <a:pt x="4" y="40"/>
                      <a:pt x="4" y="34"/>
                      <a:pt x="4" y="22"/>
                    </a:cubicBezTo>
                    <a:cubicBezTo>
                      <a:pt x="5" y="19"/>
                      <a:pt x="8" y="8"/>
                      <a:pt x="11" y="4"/>
                    </a:cubicBezTo>
                    <a:cubicBezTo>
                      <a:pt x="12" y="3"/>
                      <a:pt x="10" y="0"/>
                      <a:pt x="8" y="2"/>
                    </a:cubicBezTo>
                    <a:cubicBezTo>
                      <a:pt x="5" y="7"/>
                      <a:pt x="2" y="16"/>
                      <a:pt x="1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4" name="Freeform 74">
                <a:extLst>
                  <a:ext uri="{FF2B5EF4-FFF2-40B4-BE49-F238E27FC236}">
                    <a16:creationId xmlns:a16="http://schemas.microsoft.com/office/drawing/2014/main" id="{FDBAACA4-CBD8-4CEE-B81B-AE8B25E93B2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0" y="7888"/>
                <a:ext cx="11" cy="44"/>
              </a:xfrm>
              <a:custGeom>
                <a:avLst/>
                <a:gdLst>
                  <a:gd name="T0" fmla="*/ 6 w 14"/>
                  <a:gd name="T1" fmla="*/ 23 h 59"/>
                  <a:gd name="T2" fmla="*/ 13 w 14"/>
                  <a:gd name="T3" fmla="*/ 5 h 59"/>
                  <a:gd name="T4" fmla="*/ 10 w 14"/>
                  <a:gd name="T5" fmla="*/ 3 h 59"/>
                  <a:gd name="T6" fmla="*/ 2 w 14"/>
                  <a:gd name="T7" fmla="*/ 22 h 59"/>
                  <a:gd name="T8" fmla="*/ 5 w 14"/>
                  <a:gd name="T9" fmla="*/ 57 h 59"/>
                  <a:gd name="T10" fmla="*/ 7 w 14"/>
                  <a:gd name="T11" fmla="*/ 56 h 59"/>
                  <a:gd name="T12" fmla="*/ 6 w 14"/>
                  <a:gd name="T13" fmla="*/ 2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23"/>
                    </a:moveTo>
                    <a:cubicBezTo>
                      <a:pt x="6" y="20"/>
                      <a:pt x="10" y="9"/>
                      <a:pt x="13" y="5"/>
                    </a:cubicBezTo>
                    <a:cubicBezTo>
                      <a:pt x="14" y="3"/>
                      <a:pt x="12" y="0"/>
                      <a:pt x="10" y="3"/>
                    </a:cubicBezTo>
                    <a:cubicBezTo>
                      <a:pt x="7" y="7"/>
                      <a:pt x="3" y="17"/>
                      <a:pt x="2" y="22"/>
                    </a:cubicBezTo>
                    <a:cubicBezTo>
                      <a:pt x="0" y="41"/>
                      <a:pt x="5" y="52"/>
                      <a:pt x="5" y="57"/>
                    </a:cubicBezTo>
                    <a:cubicBezTo>
                      <a:pt x="5" y="59"/>
                      <a:pt x="8" y="59"/>
                      <a:pt x="7" y="56"/>
                    </a:cubicBezTo>
                    <a:cubicBezTo>
                      <a:pt x="7" y="53"/>
                      <a:pt x="4" y="43"/>
                      <a:pt x="6" y="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5" name="Freeform 75">
                <a:extLst>
                  <a:ext uri="{FF2B5EF4-FFF2-40B4-BE49-F238E27FC236}">
                    <a16:creationId xmlns:a16="http://schemas.microsoft.com/office/drawing/2014/main" id="{DF83F523-2EF1-4127-AD74-34222A76F6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4" y="7861"/>
                <a:ext cx="41" cy="42"/>
              </a:xfrm>
              <a:custGeom>
                <a:avLst/>
                <a:gdLst>
                  <a:gd name="T0" fmla="*/ 46 w 55"/>
                  <a:gd name="T1" fmla="*/ 23 h 56"/>
                  <a:gd name="T2" fmla="*/ 46 w 55"/>
                  <a:gd name="T3" fmla="*/ 23 h 56"/>
                  <a:gd name="T4" fmla="*/ 47 w 55"/>
                  <a:gd name="T5" fmla="*/ 26 h 56"/>
                  <a:gd name="T6" fmla="*/ 43 w 55"/>
                  <a:gd name="T7" fmla="*/ 30 h 56"/>
                  <a:gd name="T8" fmla="*/ 31 w 55"/>
                  <a:gd name="T9" fmla="*/ 35 h 56"/>
                  <a:gd name="T10" fmla="*/ 39 w 55"/>
                  <a:gd name="T11" fmla="*/ 20 h 56"/>
                  <a:gd name="T12" fmla="*/ 41 w 55"/>
                  <a:gd name="T13" fmla="*/ 16 h 56"/>
                  <a:gd name="T14" fmla="*/ 42 w 55"/>
                  <a:gd name="T15" fmla="*/ 16 h 56"/>
                  <a:gd name="T16" fmla="*/ 44 w 55"/>
                  <a:gd name="T17" fmla="*/ 19 h 56"/>
                  <a:gd name="T18" fmla="*/ 44 w 55"/>
                  <a:gd name="T19" fmla="*/ 19 h 56"/>
                  <a:gd name="T20" fmla="*/ 46 w 55"/>
                  <a:gd name="T21" fmla="*/ 19 h 56"/>
                  <a:gd name="T22" fmla="*/ 38 w 55"/>
                  <a:gd name="T23" fmla="*/ 0 h 56"/>
                  <a:gd name="T24" fmla="*/ 36 w 55"/>
                  <a:gd name="T25" fmla="*/ 1 h 56"/>
                  <a:gd name="T26" fmla="*/ 36 w 55"/>
                  <a:gd name="T27" fmla="*/ 1 h 56"/>
                  <a:gd name="T28" fmla="*/ 37 w 55"/>
                  <a:gd name="T29" fmla="*/ 5 h 56"/>
                  <a:gd name="T30" fmla="*/ 35 w 55"/>
                  <a:gd name="T31" fmla="*/ 12 h 56"/>
                  <a:gd name="T32" fmla="*/ 25 w 55"/>
                  <a:gd name="T33" fmla="*/ 30 h 56"/>
                  <a:gd name="T34" fmla="*/ 12 w 55"/>
                  <a:gd name="T35" fmla="*/ 26 h 56"/>
                  <a:gd name="T36" fmla="*/ 2 w 55"/>
                  <a:gd name="T37" fmla="*/ 18 h 56"/>
                  <a:gd name="T38" fmla="*/ 2 w 55"/>
                  <a:gd name="T39" fmla="*/ 18 h 56"/>
                  <a:gd name="T40" fmla="*/ 0 w 55"/>
                  <a:gd name="T41" fmla="*/ 19 h 56"/>
                  <a:gd name="T42" fmla="*/ 7 w 55"/>
                  <a:gd name="T43" fmla="*/ 35 h 56"/>
                  <a:gd name="T44" fmla="*/ 9 w 55"/>
                  <a:gd name="T45" fmla="*/ 34 h 56"/>
                  <a:gd name="T46" fmla="*/ 9 w 55"/>
                  <a:gd name="T47" fmla="*/ 34 h 56"/>
                  <a:gd name="T48" fmla="*/ 8 w 55"/>
                  <a:gd name="T49" fmla="*/ 30 h 56"/>
                  <a:gd name="T50" fmla="*/ 8 w 55"/>
                  <a:gd name="T51" fmla="*/ 30 h 56"/>
                  <a:gd name="T52" fmla="*/ 9 w 55"/>
                  <a:gd name="T53" fmla="*/ 30 h 56"/>
                  <a:gd name="T54" fmla="*/ 12 w 55"/>
                  <a:gd name="T55" fmla="*/ 30 h 56"/>
                  <a:gd name="T56" fmla="*/ 29 w 55"/>
                  <a:gd name="T57" fmla="*/ 36 h 56"/>
                  <a:gd name="T58" fmla="*/ 18 w 55"/>
                  <a:gd name="T59" fmla="*/ 40 h 56"/>
                  <a:gd name="T60" fmla="*/ 14 w 55"/>
                  <a:gd name="T61" fmla="*/ 42 h 56"/>
                  <a:gd name="T62" fmla="*/ 11 w 55"/>
                  <a:gd name="T63" fmla="*/ 38 h 56"/>
                  <a:gd name="T64" fmla="*/ 11 w 55"/>
                  <a:gd name="T65" fmla="*/ 38 h 56"/>
                  <a:gd name="T66" fmla="*/ 9 w 55"/>
                  <a:gd name="T67" fmla="*/ 39 h 56"/>
                  <a:gd name="T68" fmla="*/ 16 w 55"/>
                  <a:gd name="T69" fmla="*/ 56 h 56"/>
                  <a:gd name="T70" fmla="*/ 18 w 55"/>
                  <a:gd name="T71" fmla="*/ 55 h 56"/>
                  <a:gd name="T72" fmla="*/ 18 w 55"/>
                  <a:gd name="T73" fmla="*/ 55 h 56"/>
                  <a:gd name="T74" fmla="*/ 17 w 55"/>
                  <a:gd name="T75" fmla="*/ 52 h 56"/>
                  <a:gd name="T76" fmla="*/ 21 w 55"/>
                  <a:gd name="T77" fmla="*/ 48 h 56"/>
                  <a:gd name="T78" fmla="*/ 46 w 55"/>
                  <a:gd name="T79" fmla="*/ 37 h 56"/>
                  <a:gd name="T80" fmla="*/ 49 w 55"/>
                  <a:gd name="T81" fmla="*/ 36 h 56"/>
                  <a:gd name="T82" fmla="*/ 53 w 55"/>
                  <a:gd name="T83" fmla="*/ 40 h 56"/>
                  <a:gd name="T84" fmla="*/ 53 w 55"/>
                  <a:gd name="T85" fmla="*/ 41 h 56"/>
                  <a:gd name="T86" fmla="*/ 53 w 55"/>
                  <a:gd name="T87" fmla="*/ 40 h 56"/>
                  <a:gd name="T88" fmla="*/ 55 w 55"/>
                  <a:gd name="T89" fmla="*/ 40 h 56"/>
                  <a:gd name="T90" fmla="*/ 48 w 55"/>
                  <a:gd name="T91" fmla="*/ 22 h 56"/>
                  <a:gd name="T92" fmla="*/ 46 w 55"/>
                  <a:gd name="T93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5" h="56">
                    <a:moveTo>
                      <a:pt x="46" y="23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5"/>
                      <a:pt x="47" y="26"/>
                      <a:pt x="47" y="26"/>
                    </a:cubicBezTo>
                    <a:cubicBezTo>
                      <a:pt x="47" y="28"/>
                      <a:pt x="46" y="29"/>
                      <a:pt x="43" y="30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7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3" y="16"/>
                      <a:pt x="43" y="18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2"/>
                      <a:pt x="37" y="4"/>
                      <a:pt x="37" y="5"/>
                    </a:cubicBezTo>
                    <a:cubicBezTo>
                      <a:pt x="37" y="8"/>
                      <a:pt x="36" y="10"/>
                      <a:pt x="35" y="12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7" y="24"/>
                      <a:pt x="4" y="23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11" y="30"/>
                      <a:pt x="12" y="30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6" y="41"/>
                      <a:pt x="15" y="42"/>
                      <a:pt x="14" y="42"/>
                    </a:cubicBezTo>
                    <a:cubicBezTo>
                      <a:pt x="13" y="42"/>
                      <a:pt x="12" y="41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7" y="54"/>
                      <a:pt x="17" y="52"/>
                      <a:pt x="17" y="52"/>
                    </a:cubicBezTo>
                    <a:cubicBezTo>
                      <a:pt x="17" y="50"/>
                      <a:pt x="18" y="49"/>
                      <a:pt x="21" y="48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7" y="37"/>
                      <a:pt x="48" y="36"/>
                      <a:pt x="49" y="36"/>
                    </a:cubicBezTo>
                    <a:cubicBezTo>
                      <a:pt x="51" y="36"/>
                      <a:pt x="52" y="37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48" y="22"/>
                      <a:pt x="48" y="22"/>
                      <a:pt x="48" y="22"/>
                    </a:cubicBezTo>
                    <a:lnTo>
                      <a:pt x="4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6" name="Freeform 76">
                <a:extLst>
                  <a:ext uri="{FF2B5EF4-FFF2-40B4-BE49-F238E27FC236}">
                    <a16:creationId xmlns:a16="http://schemas.microsoft.com/office/drawing/2014/main" id="{860B9490-AD18-41B1-A850-48990FF6576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3" y="7835"/>
                <a:ext cx="36" cy="34"/>
              </a:xfrm>
              <a:custGeom>
                <a:avLst/>
                <a:gdLst>
                  <a:gd name="T0" fmla="*/ 37 w 48"/>
                  <a:gd name="T1" fmla="*/ 33 h 46"/>
                  <a:gd name="T2" fmla="*/ 48 w 48"/>
                  <a:gd name="T3" fmla="*/ 21 h 46"/>
                  <a:gd name="T4" fmla="*/ 47 w 48"/>
                  <a:gd name="T5" fmla="*/ 13 h 46"/>
                  <a:gd name="T6" fmla="*/ 34 w 48"/>
                  <a:gd name="T7" fmla="*/ 0 h 46"/>
                  <a:gd name="T8" fmla="*/ 28 w 48"/>
                  <a:gd name="T9" fmla="*/ 1 h 46"/>
                  <a:gd name="T10" fmla="*/ 8 w 48"/>
                  <a:gd name="T11" fmla="*/ 6 h 46"/>
                  <a:gd name="T12" fmla="*/ 5 w 48"/>
                  <a:gd name="T13" fmla="*/ 7 h 46"/>
                  <a:gd name="T14" fmla="*/ 1 w 48"/>
                  <a:gd name="T15" fmla="*/ 2 h 46"/>
                  <a:gd name="T16" fmla="*/ 1 w 48"/>
                  <a:gd name="T17" fmla="*/ 2 h 46"/>
                  <a:gd name="T18" fmla="*/ 0 w 48"/>
                  <a:gd name="T19" fmla="*/ 2 h 46"/>
                  <a:gd name="T20" fmla="*/ 4 w 48"/>
                  <a:gd name="T21" fmla="*/ 19 h 46"/>
                  <a:gd name="T22" fmla="*/ 6 w 48"/>
                  <a:gd name="T23" fmla="*/ 19 h 46"/>
                  <a:gd name="T24" fmla="*/ 6 w 48"/>
                  <a:gd name="T25" fmla="*/ 18 h 46"/>
                  <a:gd name="T26" fmla="*/ 5 w 48"/>
                  <a:gd name="T27" fmla="*/ 15 h 46"/>
                  <a:gd name="T28" fmla="*/ 10 w 48"/>
                  <a:gd name="T29" fmla="*/ 11 h 46"/>
                  <a:gd name="T30" fmla="*/ 30 w 48"/>
                  <a:gd name="T31" fmla="*/ 6 h 46"/>
                  <a:gd name="T32" fmla="*/ 35 w 48"/>
                  <a:gd name="T33" fmla="*/ 5 h 46"/>
                  <a:gd name="T34" fmla="*/ 40 w 48"/>
                  <a:gd name="T35" fmla="*/ 7 h 46"/>
                  <a:gd name="T36" fmla="*/ 40 w 48"/>
                  <a:gd name="T37" fmla="*/ 7 h 46"/>
                  <a:gd name="T38" fmla="*/ 43 w 48"/>
                  <a:gd name="T39" fmla="*/ 13 h 46"/>
                  <a:gd name="T40" fmla="*/ 44 w 48"/>
                  <a:gd name="T41" fmla="*/ 17 h 46"/>
                  <a:gd name="T42" fmla="*/ 43 w 48"/>
                  <a:gd name="T43" fmla="*/ 20 h 46"/>
                  <a:gd name="T44" fmla="*/ 43 w 48"/>
                  <a:gd name="T45" fmla="*/ 21 h 46"/>
                  <a:gd name="T46" fmla="*/ 35 w 48"/>
                  <a:gd name="T47" fmla="*/ 26 h 46"/>
                  <a:gd name="T48" fmla="*/ 15 w 48"/>
                  <a:gd name="T49" fmla="*/ 31 h 46"/>
                  <a:gd name="T50" fmla="*/ 12 w 48"/>
                  <a:gd name="T51" fmla="*/ 32 h 46"/>
                  <a:gd name="T52" fmla="*/ 8 w 48"/>
                  <a:gd name="T53" fmla="*/ 27 h 46"/>
                  <a:gd name="T54" fmla="*/ 8 w 48"/>
                  <a:gd name="T55" fmla="*/ 27 h 46"/>
                  <a:gd name="T56" fmla="*/ 6 w 48"/>
                  <a:gd name="T57" fmla="*/ 27 h 46"/>
                  <a:gd name="T58" fmla="*/ 11 w 48"/>
                  <a:gd name="T59" fmla="*/ 46 h 46"/>
                  <a:gd name="T60" fmla="*/ 13 w 48"/>
                  <a:gd name="T61" fmla="*/ 46 h 46"/>
                  <a:gd name="T62" fmla="*/ 13 w 48"/>
                  <a:gd name="T63" fmla="*/ 46 h 46"/>
                  <a:gd name="T64" fmla="*/ 13 w 48"/>
                  <a:gd name="T65" fmla="*/ 43 h 46"/>
                  <a:gd name="T66" fmla="*/ 17 w 48"/>
                  <a:gd name="T67" fmla="*/ 39 h 46"/>
                  <a:gd name="T68" fmla="*/ 37 w 48"/>
                  <a:gd name="T69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46">
                    <a:moveTo>
                      <a:pt x="37" y="33"/>
                    </a:moveTo>
                    <a:cubicBezTo>
                      <a:pt x="44" y="32"/>
                      <a:pt x="48" y="28"/>
                      <a:pt x="48" y="21"/>
                    </a:cubicBezTo>
                    <a:cubicBezTo>
                      <a:pt x="48" y="19"/>
                      <a:pt x="47" y="16"/>
                      <a:pt x="47" y="13"/>
                    </a:cubicBezTo>
                    <a:cubicBezTo>
                      <a:pt x="44" y="3"/>
                      <a:pt x="39" y="0"/>
                      <a:pt x="34" y="0"/>
                    </a:cubicBezTo>
                    <a:cubicBezTo>
                      <a:pt x="32" y="0"/>
                      <a:pt x="30" y="0"/>
                      <a:pt x="28" y="1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5" y="13"/>
                      <a:pt x="6" y="12"/>
                      <a:pt x="10" y="11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2" y="6"/>
                      <a:pt x="33" y="5"/>
                      <a:pt x="35" y="5"/>
                    </a:cubicBezTo>
                    <a:cubicBezTo>
                      <a:pt x="37" y="5"/>
                      <a:pt x="39" y="6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9"/>
                      <a:pt x="42" y="11"/>
                      <a:pt x="43" y="13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9"/>
                      <a:pt x="43" y="19"/>
                      <a:pt x="43" y="20"/>
                    </a:cubicBezTo>
                    <a:cubicBezTo>
                      <a:pt x="43" y="20"/>
                      <a:pt x="43" y="21"/>
                      <a:pt x="43" y="21"/>
                    </a:cubicBezTo>
                    <a:cubicBezTo>
                      <a:pt x="42" y="23"/>
                      <a:pt x="39" y="25"/>
                      <a:pt x="35" y="26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1"/>
                      <a:pt x="13" y="32"/>
                      <a:pt x="12" y="32"/>
                    </a:cubicBezTo>
                    <a:cubicBezTo>
                      <a:pt x="10" y="32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3" y="40"/>
                      <a:pt x="14" y="40"/>
                      <a:pt x="17" y="39"/>
                    </a:cubicBezTo>
                    <a:lnTo>
                      <a:pt x="37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7" name="Freeform 77">
                <a:extLst>
                  <a:ext uri="{FF2B5EF4-FFF2-40B4-BE49-F238E27FC236}">
                    <a16:creationId xmlns:a16="http://schemas.microsoft.com/office/drawing/2014/main" id="{55EE1EAC-98B8-4CBE-803B-07F348A41B8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94"/>
                <a:ext cx="35" cy="35"/>
              </a:xfrm>
              <a:custGeom>
                <a:avLst/>
                <a:gdLst>
                  <a:gd name="T0" fmla="*/ 8 w 47"/>
                  <a:gd name="T1" fmla="*/ 46 h 46"/>
                  <a:gd name="T2" fmla="*/ 7 w 47"/>
                  <a:gd name="T3" fmla="*/ 44 h 46"/>
                  <a:gd name="T4" fmla="*/ 12 w 47"/>
                  <a:gd name="T5" fmla="*/ 40 h 46"/>
                  <a:gd name="T6" fmla="*/ 39 w 47"/>
                  <a:gd name="T7" fmla="*/ 36 h 46"/>
                  <a:gd name="T8" fmla="*/ 41 w 47"/>
                  <a:gd name="T9" fmla="*/ 36 h 46"/>
                  <a:gd name="T10" fmla="*/ 45 w 47"/>
                  <a:gd name="T11" fmla="*/ 41 h 46"/>
                  <a:gd name="T12" fmla="*/ 45 w 47"/>
                  <a:gd name="T13" fmla="*/ 42 h 46"/>
                  <a:gd name="T14" fmla="*/ 46 w 47"/>
                  <a:gd name="T15" fmla="*/ 42 h 46"/>
                  <a:gd name="T16" fmla="*/ 47 w 47"/>
                  <a:gd name="T17" fmla="*/ 41 h 46"/>
                  <a:gd name="T18" fmla="*/ 45 w 47"/>
                  <a:gd name="T19" fmla="*/ 25 h 46"/>
                  <a:gd name="T20" fmla="*/ 43 w 47"/>
                  <a:gd name="T21" fmla="*/ 25 h 46"/>
                  <a:gd name="T22" fmla="*/ 43 w 47"/>
                  <a:gd name="T23" fmla="*/ 25 h 46"/>
                  <a:gd name="T24" fmla="*/ 44 w 47"/>
                  <a:gd name="T25" fmla="*/ 28 h 46"/>
                  <a:gd name="T26" fmla="*/ 39 w 47"/>
                  <a:gd name="T27" fmla="*/ 32 h 46"/>
                  <a:gd name="T28" fmla="*/ 11 w 47"/>
                  <a:gd name="T29" fmla="*/ 35 h 46"/>
                  <a:gd name="T30" fmla="*/ 44 w 47"/>
                  <a:gd name="T31" fmla="*/ 8 h 46"/>
                  <a:gd name="T32" fmla="*/ 43 w 47"/>
                  <a:gd name="T33" fmla="*/ 1 h 46"/>
                  <a:gd name="T34" fmla="*/ 9 w 47"/>
                  <a:gd name="T35" fmla="*/ 5 h 46"/>
                  <a:gd name="T36" fmla="*/ 6 w 47"/>
                  <a:gd name="T37" fmla="*/ 6 h 46"/>
                  <a:gd name="T38" fmla="*/ 2 w 47"/>
                  <a:gd name="T39" fmla="*/ 0 h 46"/>
                  <a:gd name="T40" fmla="*/ 2 w 47"/>
                  <a:gd name="T41" fmla="*/ 0 h 46"/>
                  <a:gd name="T42" fmla="*/ 0 w 47"/>
                  <a:gd name="T43" fmla="*/ 0 h 46"/>
                  <a:gd name="T44" fmla="*/ 2 w 47"/>
                  <a:gd name="T45" fmla="*/ 17 h 46"/>
                  <a:gd name="T46" fmla="*/ 4 w 47"/>
                  <a:gd name="T47" fmla="*/ 17 h 46"/>
                  <a:gd name="T48" fmla="*/ 4 w 47"/>
                  <a:gd name="T49" fmla="*/ 16 h 46"/>
                  <a:gd name="T50" fmla="*/ 4 w 47"/>
                  <a:gd name="T51" fmla="*/ 14 h 46"/>
                  <a:gd name="T52" fmla="*/ 9 w 47"/>
                  <a:gd name="T53" fmla="*/ 10 h 46"/>
                  <a:gd name="T54" fmla="*/ 35 w 47"/>
                  <a:gd name="T55" fmla="*/ 7 h 46"/>
                  <a:gd name="T56" fmla="*/ 4 w 47"/>
                  <a:gd name="T57" fmla="*/ 32 h 46"/>
                  <a:gd name="T58" fmla="*/ 6 w 47"/>
                  <a:gd name="T59" fmla="*/ 46 h 46"/>
                  <a:gd name="T60" fmla="*/ 8 w 47"/>
                  <a:gd name="T6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6">
                    <a:moveTo>
                      <a:pt x="8" y="46"/>
                    </a:moveTo>
                    <a:cubicBezTo>
                      <a:pt x="7" y="45"/>
                      <a:pt x="7" y="44"/>
                      <a:pt x="7" y="44"/>
                    </a:cubicBezTo>
                    <a:cubicBezTo>
                      <a:pt x="7" y="41"/>
                      <a:pt x="8" y="40"/>
                      <a:pt x="12" y="40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4" y="36"/>
                      <a:pt x="45" y="37"/>
                      <a:pt x="45" y="41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4" y="26"/>
                      <a:pt x="44" y="27"/>
                      <a:pt x="44" y="28"/>
                    </a:cubicBezTo>
                    <a:cubicBezTo>
                      <a:pt x="44" y="31"/>
                      <a:pt x="43" y="31"/>
                      <a:pt x="39" y="32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3" y="6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1"/>
                      <a:pt x="5" y="11"/>
                      <a:pt x="9" y="1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8" y="46"/>
                      <a:pt x="8" y="46"/>
                      <a:pt x="8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8" name="Freeform 78">
                <a:extLst>
                  <a:ext uri="{FF2B5EF4-FFF2-40B4-BE49-F238E27FC236}">
                    <a16:creationId xmlns:a16="http://schemas.microsoft.com/office/drawing/2014/main" id="{D8BD77FD-6F90-44BD-B272-361A292F2F8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54"/>
                <a:ext cx="32" cy="31"/>
              </a:xfrm>
              <a:custGeom>
                <a:avLst/>
                <a:gdLst>
                  <a:gd name="T0" fmla="*/ 21 w 43"/>
                  <a:gd name="T1" fmla="*/ 42 h 42"/>
                  <a:gd name="T2" fmla="*/ 22 w 43"/>
                  <a:gd name="T3" fmla="*/ 42 h 42"/>
                  <a:gd name="T4" fmla="*/ 22 w 43"/>
                  <a:gd name="T5" fmla="*/ 42 h 42"/>
                  <a:gd name="T6" fmla="*/ 43 w 43"/>
                  <a:gd name="T7" fmla="*/ 23 h 42"/>
                  <a:gd name="T8" fmla="*/ 43 w 43"/>
                  <a:gd name="T9" fmla="*/ 21 h 42"/>
                  <a:gd name="T10" fmla="*/ 41 w 43"/>
                  <a:gd name="T11" fmla="*/ 6 h 42"/>
                  <a:gd name="T12" fmla="*/ 41 w 43"/>
                  <a:gd name="T13" fmla="*/ 6 h 42"/>
                  <a:gd name="T14" fmla="*/ 41 w 43"/>
                  <a:gd name="T15" fmla="*/ 6 h 42"/>
                  <a:gd name="T16" fmla="*/ 27 w 43"/>
                  <a:gd name="T17" fmla="*/ 5 h 42"/>
                  <a:gd name="T18" fmla="*/ 21 w 43"/>
                  <a:gd name="T19" fmla="*/ 1 h 42"/>
                  <a:gd name="T20" fmla="*/ 21 w 43"/>
                  <a:gd name="T21" fmla="*/ 0 h 42"/>
                  <a:gd name="T22" fmla="*/ 21 w 43"/>
                  <a:gd name="T23" fmla="*/ 0 h 42"/>
                  <a:gd name="T24" fmla="*/ 19 w 43"/>
                  <a:gd name="T25" fmla="*/ 0 h 42"/>
                  <a:gd name="T26" fmla="*/ 19 w 43"/>
                  <a:gd name="T27" fmla="*/ 19 h 42"/>
                  <a:gd name="T28" fmla="*/ 21 w 43"/>
                  <a:gd name="T29" fmla="*/ 19 h 42"/>
                  <a:gd name="T30" fmla="*/ 21 w 43"/>
                  <a:gd name="T31" fmla="*/ 18 h 42"/>
                  <a:gd name="T32" fmla="*/ 26 w 43"/>
                  <a:gd name="T33" fmla="*/ 13 h 42"/>
                  <a:gd name="T34" fmla="*/ 27 w 43"/>
                  <a:gd name="T35" fmla="*/ 13 h 42"/>
                  <a:gd name="T36" fmla="*/ 39 w 43"/>
                  <a:gd name="T37" fmla="*/ 14 h 42"/>
                  <a:gd name="T38" fmla="*/ 40 w 43"/>
                  <a:gd name="T39" fmla="*/ 19 h 42"/>
                  <a:gd name="T40" fmla="*/ 40 w 43"/>
                  <a:gd name="T41" fmla="*/ 20 h 42"/>
                  <a:gd name="T42" fmla="*/ 23 w 43"/>
                  <a:gd name="T43" fmla="*/ 34 h 42"/>
                  <a:gd name="T44" fmla="*/ 21 w 43"/>
                  <a:gd name="T45" fmla="*/ 34 h 42"/>
                  <a:gd name="T46" fmla="*/ 3 w 43"/>
                  <a:gd name="T47" fmla="*/ 22 h 42"/>
                  <a:gd name="T48" fmla="*/ 3 w 43"/>
                  <a:gd name="T49" fmla="*/ 22 h 42"/>
                  <a:gd name="T50" fmla="*/ 12 w 43"/>
                  <a:gd name="T51" fmla="*/ 9 h 42"/>
                  <a:gd name="T52" fmla="*/ 12 w 43"/>
                  <a:gd name="T53" fmla="*/ 9 h 42"/>
                  <a:gd name="T54" fmla="*/ 12 w 43"/>
                  <a:gd name="T55" fmla="*/ 7 h 42"/>
                  <a:gd name="T56" fmla="*/ 2 w 43"/>
                  <a:gd name="T57" fmla="*/ 7 h 42"/>
                  <a:gd name="T58" fmla="*/ 2 w 43"/>
                  <a:gd name="T59" fmla="*/ 7 h 42"/>
                  <a:gd name="T60" fmla="*/ 0 w 43"/>
                  <a:gd name="T61" fmla="*/ 22 h 42"/>
                  <a:gd name="T62" fmla="*/ 0 w 43"/>
                  <a:gd name="T63" fmla="*/ 23 h 42"/>
                  <a:gd name="T64" fmla="*/ 21 w 43"/>
                  <a:gd name="T6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21" y="42"/>
                    </a:move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32" y="42"/>
                      <a:pt x="43" y="38"/>
                      <a:pt x="43" y="23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13"/>
                      <a:pt x="42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2" y="5"/>
                      <a:pt x="21" y="4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4"/>
                      <a:pt x="22" y="13"/>
                      <a:pt x="26" y="13"/>
                    </a:cubicBezTo>
                    <a:cubicBezTo>
                      <a:pt x="26" y="13"/>
                      <a:pt x="26" y="13"/>
                      <a:pt x="27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31"/>
                      <a:pt x="33" y="34"/>
                      <a:pt x="23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3" y="33"/>
                      <a:pt x="3" y="3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2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5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0" y="38"/>
                      <a:pt x="9" y="42"/>
                      <a:pt x="21" y="4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9" name="Freeform 79">
                <a:extLst>
                  <a:ext uri="{FF2B5EF4-FFF2-40B4-BE49-F238E27FC236}">
                    <a16:creationId xmlns:a16="http://schemas.microsoft.com/office/drawing/2014/main" id="{F0F53630-0606-43F1-AB04-BC4074E5AD8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0" y="7723"/>
                <a:ext cx="35" cy="26"/>
              </a:xfrm>
              <a:custGeom>
                <a:avLst/>
                <a:gdLst>
                  <a:gd name="T0" fmla="*/ 2 w 47"/>
                  <a:gd name="T1" fmla="*/ 29 h 35"/>
                  <a:gd name="T2" fmla="*/ 6 w 47"/>
                  <a:gd name="T3" fmla="*/ 24 h 35"/>
                  <a:gd name="T4" fmla="*/ 8 w 47"/>
                  <a:gd name="T5" fmla="*/ 24 h 35"/>
                  <a:gd name="T6" fmla="*/ 35 w 47"/>
                  <a:gd name="T7" fmla="*/ 28 h 35"/>
                  <a:gd name="T8" fmla="*/ 39 w 47"/>
                  <a:gd name="T9" fmla="*/ 32 h 35"/>
                  <a:gd name="T10" fmla="*/ 39 w 47"/>
                  <a:gd name="T11" fmla="*/ 35 h 35"/>
                  <a:gd name="T12" fmla="*/ 39 w 47"/>
                  <a:gd name="T13" fmla="*/ 35 h 35"/>
                  <a:gd name="T14" fmla="*/ 39 w 47"/>
                  <a:gd name="T15" fmla="*/ 35 h 35"/>
                  <a:gd name="T16" fmla="*/ 41 w 47"/>
                  <a:gd name="T17" fmla="*/ 35 h 35"/>
                  <a:gd name="T18" fmla="*/ 47 w 47"/>
                  <a:gd name="T19" fmla="*/ 2 h 35"/>
                  <a:gd name="T20" fmla="*/ 37 w 47"/>
                  <a:gd name="T21" fmla="*/ 0 h 35"/>
                  <a:gd name="T22" fmla="*/ 36 w 47"/>
                  <a:gd name="T23" fmla="*/ 2 h 35"/>
                  <a:gd name="T24" fmla="*/ 36 w 47"/>
                  <a:gd name="T25" fmla="*/ 2 h 35"/>
                  <a:gd name="T26" fmla="*/ 42 w 47"/>
                  <a:gd name="T27" fmla="*/ 9 h 35"/>
                  <a:gd name="T28" fmla="*/ 42 w 47"/>
                  <a:gd name="T29" fmla="*/ 12 h 35"/>
                  <a:gd name="T30" fmla="*/ 41 w 47"/>
                  <a:gd name="T31" fmla="*/ 17 h 35"/>
                  <a:gd name="T32" fmla="*/ 38 w 47"/>
                  <a:gd name="T33" fmla="*/ 20 h 35"/>
                  <a:gd name="T34" fmla="*/ 36 w 47"/>
                  <a:gd name="T35" fmla="*/ 20 h 35"/>
                  <a:gd name="T36" fmla="*/ 10 w 47"/>
                  <a:gd name="T37" fmla="*/ 16 h 35"/>
                  <a:gd name="T38" fmla="*/ 5 w 47"/>
                  <a:gd name="T39" fmla="*/ 12 h 35"/>
                  <a:gd name="T40" fmla="*/ 5 w 47"/>
                  <a:gd name="T41" fmla="*/ 9 h 35"/>
                  <a:gd name="T42" fmla="*/ 5 w 47"/>
                  <a:gd name="T43" fmla="*/ 9 h 35"/>
                  <a:gd name="T44" fmla="*/ 3 w 47"/>
                  <a:gd name="T45" fmla="*/ 9 h 35"/>
                  <a:gd name="T46" fmla="*/ 0 w 47"/>
                  <a:gd name="T47" fmla="*/ 28 h 35"/>
                  <a:gd name="T48" fmla="*/ 2 w 47"/>
                  <a:gd name="T4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5">
                    <a:moveTo>
                      <a:pt x="2" y="29"/>
                    </a:moveTo>
                    <a:cubicBezTo>
                      <a:pt x="2" y="25"/>
                      <a:pt x="3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8" y="29"/>
                      <a:pt x="39" y="30"/>
                      <a:pt x="39" y="32"/>
                    </a:cubicBezTo>
                    <a:cubicBezTo>
                      <a:pt x="39" y="33"/>
                      <a:pt x="39" y="34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0" y="4"/>
                      <a:pt x="42" y="5"/>
                      <a:pt x="42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20"/>
                      <a:pt x="40" y="20"/>
                      <a:pt x="38" y="20"/>
                    </a:cubicBezTo>
                    <a:cubicBezTo>
                      <a:pt x="37" y="20"/>
                      <a:pt x="37" y="20"/>
                      <a:pt x="36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5"/>
                      <a:pt x="5" y="15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0" name="Freeform 80">
                <a:extLst>
                  <a:ext uri="{FF2B5EF4-FFF2-40B4-BE49-F238E27FC236}">
                    <a16:creationId xmlns:a16="http://schemas.microsoft.com/office/drawing/2014/main" id="{F4697771-1D78-426D-9979-2136CEA4710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21" y="7709"/>
                <a:ext cx="7" cy="7"/>
              </a:xfrm>
              <a:custGeom>
                <a:avLst/>
                <a:gdLst>
                  <a:gd name="T0" fmla="*/ 6 w 9"/>
                  <a:gd name="T1" fmla="*/ 0 h 10"/>
                  <a:gd name="T2" fmla="*/ 5 w 9"/>
                  <a:gd name="T3" fmla="*/ 0 h 10"/>
                  <a:gd name="T4" fmla="*/ 1 w 9"/>
                  <a:gd name="T5" fmla="*/ 2 h 10"/>
                  <a:gd name="T6" fmla="*/ 1 w 9"/>
                  <a:gd name="T7" fmla="*/ 2 h 10"/>
                  <a:gd name="T8" fmla="*/ 0 w 9"/>
                  <a:gd name="T9" fmla="*/ 4 h 10"/>
                  <a:gd name="T10" fmla="*/ 0 w 9"/>
                  <a:gd name="T11" fmla="*/ 5 h 10"/>
                  <a:gd name="T12" fmla="*/ 2 w 9"/>
                  <a:gd name="T13" fmla="*/ 9 h 10"/>
                  <a:gd name="T14" fmla="*/ 2 w 9"/>
                  <a:gd name="T15" fmla="*/ 9 h 10"/>
                  <a:gd name="T16" fmla="*/ 3 w 9"/>
                  <a:gd name="T17" fmla="*/ 10 h 10"/>
                  <a:gd name="T18" fmla="*/ 5 w 9"/>
                  <a:gd name="T19" fmla="*/ 10 h 10"/>
                  <a:gd name="T20" fmla="*/ 8 w 9"/>
                  <a:gd name="T21" fmla="*/ 8 h 10"/>
                  <a:gd name="T22" fmla="*/ 8 w 9"/>
                  <a:gd name="T23" fmla="*/ 7 h 10"/>
                  <a:gd name="T24" fmla="*/ 9 w 9"/>
                  <a:gd name="T25" fmla="*/ 6 h 10"/>
                  <a:gd name="T26" fmla="*/ 9 w 9"/>
                  <a:gd name="T27" fmla="*/ 5 h 10"/>
                  <a:gd name="T28" fmla="*/ 8 w 9"/>
                  <a:gd name="T29" fmla="*/ 1 h 10"/>
                  <a:gd name="T30" fmla="*/ 7 w 9"/>
                  <a:gd name="T31" fmla="*/ 1 h 10"/>
                  <a:gd name="T32" fmla="*/ 6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1" name="Freeform 81">
                <a:extLst>
                  <a:ext uri="{FF2B5EF4-FFF2-40B4-BE49-F238E27FC236}">
                    <a16:creationId xmlns:a16="http://schemas.microsoft.com/office/drawing/2014/main" id="{9D80699B-827F-443F-91EE-44A4806EC26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0" y="7658"/>
                <a:ext cx="37" cy="36"/>
              </a:xfrm>
              <a:custGeom>
                <a:avLst/>
                <a:gdLst>
                  <a:gd name="T0" fmla="*/ 2 w 49"/>
                  <a:gd name="T1" fmla="*/ 48 h 48"/>
                  <a:gd name="T2" fmla="*/ 10 w 49"/>
                  <a:gd name="T3" fmla="*/ 43 h 48"/>
                  <a:gd name="T4" fmla="*/ 47 w 49"/>
                  <a:gd name="T5" fmla="*/ 42 h 48"/>
                  <a:gd name="T6" fmla="*/ 49 w 49"/>
                  <a:gd name="T7" fmla="*/ 36 h 48"/>
                  <a:gd name="T8" fmla="*/ 22 w 49"/>
                  <a:gd name="T9" fmla="*/ 10 h 48"/>
                  <a:gd name="T10" fmla="*/ 19 w 49"/>
                  <a:gd name="T11" fmla="*/ 5 h 48"/>
                  <a:gd name="T12" fmla="*/ 20 w 49"/>
                  <a:gd name="T13" fmla="*/ 1 h 48"/>
                  <a:gd name="T14" fmla="*/ 20 w 49"/>
                  <a:gd name="T15" fmla="*/ 1 h 48"/>
                  <a:gd name="T16" fmla="*/ 18 w 49"/>
                  <a:gd name="T17" fmla="*/ 0 h 48"/>
                  <a:gd name="T18" fmla="*/ 12 w 49"/>
                  <a:gd name="T19" fmla="*/ 17 h 48"/>
                  <a:gd name="T20" fmla="*/ 13 w 49"/>
                  <a:gd name="T21" fmla="*/ 18 h 48"/>
                  <a:gd name="T22" fmla="*/ 14 w 49"/>
                  <a:gd name="T23" fmla="*/ 17 h 48"/>
                  <a:gd name="T24" fmla="*/ 17 w 49"/>
                  <a:gd name="T25" fmla="*/ 13 h 48"/>
                  <a:gd name="T26" fmla="*/ 17 w 49"/>
                  <a:gd name="T27" fmla="*/ 13 h 48"/>
                  <a:gd name="T28" fmla="*/ 20 w 49"/>
                  <a:gd name="T29" fmla="*/ 15 h 48"/>
                  <a:gd name="T30" fmla="*/ 41 w 49"/>
                  <a:gd name="T31" fmla="*/ 35 h 48"/>
                  <a:gd name="T32" fmla="*/ 12 w 49"/>
                  <a:gd name="T33" fmla="*/ 35 h 48"/>
                  <a:gd name="T34" fmla="*/ 9 w 49"/>
                  <a:gd name="T35" fmla="*/ 35 h 48"/>
                  <a:gd name="T36" fmla="*/ 8 w 49"/>
                  <a:gd name="T37" fmla="*/ 33 h 48"/>
                  <a:gd name="T38" fmla="*/ 9 w 49"/>
                  <a:gd name="T39" fmla="*/ 29 h 48"/>
                  <a:gd name="T40" fmla="*/ 9 w 49"/>
                  <a:gd name="T41" fmla="*/ 29 h 48"/>
                  <a:gd name="T42" fmla="*/ 7 w 49"/>
                  <a:gd name="T43" fmla="*/ 28 h 48"/>
                  <a:gd name="T44" fmla="*/ 0 w 49"/>
                  <a:gd name="T45" fmla="*/ 47 h 48"/>
                  <a:gd name="T46" fmla="*/ 2 w 49"/>
                  <a:gd name="T4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48">
                    <a:moveTo>
                      <a:pt x="2" y="48"/>
                    </a:moveTo>
                    <a:cubicBezTo>
                      <a:pt x="4" y="43"/>
                      <a:pt x="5" y="43"/>
                      <a:pt x="10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9" y="7"/>
                      <a:pt x="19" y="5"/>
                    </a:cubicBezTo>
                    <a:cubicBezTo>
                      <a:pt x="19" y="4"/>
                      <a:pt x="19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35"/>
                      <a:pt x="10" y="35"/>
                      <a:pt x="9" y="35"/>
                    </a:cubicBezTo>
                    <a:cubicBezTo>
                      <a:pt x="8" y="34"/>
                      <a:pt x="8" y="34"/>
                      <a:pt x="8" y="33"/>
                    </a:cubicBezTo>
                    <a:cubicBezTo>
                      <a:pt x="8" y="32"/>
                      <a:pt x="8" y="31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2" y="48"/>
                      <a:pt x="2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2" name="Freeform 82">
                <a:extLst>
                  <a:ext uri="{FF2B5EF4-FFF2-40B4-BE49-F238E27FC236}">
                    <a16:creationId xmlns:a16="http://schemas.microsoft.com/office/drawing/2014/main" id="{938A90A8-E7A2-43D0-9B56-23A28D686DA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17" y="7631"/>
                <a:ext cx="40" cy="37"/>
              </a:xfrm>
              <a:custGeom>
                <a:avLst/>
                <a:gdLst>
                  <a:gd name="T0" fmla="*/ 2 w 54"/>
                  <a:gd name="T1" fmla="*/ 29 h 49"/>
                  <a:gd name="T2" fmla="*/ 6 w 54"/>
                  <a:gd name="T3" fmla="*/ 26 h 49"/>
                  <a:gd name="T4" fmla="*/ 10 w 54"/>
                  <a:gd name="T5" fmla="*/ 27 h 49"/>
                  <a:gd name="T6" fmla="*/ 33 w 54"/>
                  <a:gd name="T7" fmla="*/ 41 h 49"/>
                  <a:gd name="T8" fmla="*/ 37 w 54"/>
                  <a:gd name="T9" fmla="*/ 44 h 49"/>
                  <a:gd name="T10" fmla="*/ 35 w 54"/>
                  <a:gd name="T11" fmla="*/ 48 h 49"/>
                  <a:gd name="T12" fmla="*/ 35 w 54"/>
                  <a:gd name="T13" fmla="*/ 48 h 49"/>
                  <a:gd name="T14" fmla="*/ 35 w 54"/>
                  <a:gd name="T15" fmla="*/ 49 h 49"/>
                  <a:gd name="T16" fmla="*/ 37 w 54"/>
                  <a:gd name="T17" fmla="*/ 49 h 49"/>
                  <a:gd name="T18" fmla="*/ 54 w 54"/>
                  <a:gd name="T19" fmla="*/ 20 h 49"/>
                  <a:gd name="T20" fmla="*/ 46 w 54"/>
                  <a:gd name="T21" fmla="*/ 15 h 49"/>
                  <a:gd name="T22" fmla="*/ 45 w 54"/>
                  <a:gd name="T23" fmla="*/ 17 h 49"/>
                  <a:gd name="T24" fmla="*/ 45 w 54"/>
                  <a:gd name="T25" fmla="*/ 17 h 49"/>
                  <a:gd name="T26" fmla="*/ 48 w 54"/>
                  <a:gd name="T27" fmla="*/ 22 h 49"/>
                  <a:gd name="T28" fmla="*/ 46 w 54"/>
                  <a:gd name="T29" fmla="*/ 27 h 49"/>
                  <a:gd name="T30" fmla="*/ 43 w 54"/>
                  <a:gd name="T31" fmla="*/ 32 h 49"/>
                  <a:gd name="T32" fmla="*/ 40 w 54"/>
                  <a:gd name="T33" fmla="*/ 35 h 49"/>
                  <a:gd name="T34" fmla="*/ 37 w 54"/>
                  <a:gd name="T35" fmla="*/ 34 h 49"/>
                  <a:gd name="T36" fmla="*/ 26 w 54"/>
                  <a:gd name="T37" fmla="*/ 27 h 49"/>
                  <a:gd name="T38" fmla="*/ 31 w 54"/>
                  <a:gd name="T39" fmla="*/ 20 h 49"/>
                  <a:gd name="T40" fmla="*/ 34 w 54"/>
                  <a:gd name="T41" fmla="*/ 16 h 49"/>
                  <a:gd name="T42" fmla="*/ 37 w 54"/>
                  <a:gd name="T43" fmla="*/ 18 h 49"/>
                  <a:gd name="T44" fmla="*/ 38 w 54"/>
                  <a:gd name="T45" fmla="*/ 18 h 49"/>
                  <a:gd name="T46" fmla="*/ 39 w 54"/>
                  <a:gd name="T47" fmla="*/ 16 h 49"/>
                  <a:gd name="T48" fmla="*/ 27 w 54"/>
                  <a:gd name="T49" fmla="*/ 9 h 49"/>
                  <a:gd name="T50" fmla="*/ 26 w 54"/>
                  <a:gd name="T51" fmla="*/ 11 h 49"/>
                  <a:gd name="T52" fmla="*/ 26 w 54"/>
                  <a:gd name="T53" fmla="*/ 11 h 49"/>
                  <a:gd name="T54" fmla="*/ 29 w 54"/>
                  <a:gd name="T55" fmla="*/ 14 h 49"/>
                  <a:gd name="T56" fmla="*/ 28 w 54"/>
                  <a:gd name="T57" fmla="*/ 18 h 49"/>
                  <a:gd name="T58" fmla="*/ 23 w 54"/>
                  <a:gd name="T59" fmla="*/ 26 h 49"/>
                  <a:gd name="T60" fmla="*/ 14 w 54"/>
                  <a:gd name="T61" fmla="*/ 20 h 49"/>
                  <a:gd name="T62" fmla="*/ 11 w 54"/>
                  <a:gd name="T63" fmla="*/ 17 h 49"/>
                  <a:gd name="T64" fmla="*/ 12 w 54"/>
                  <a:gd name="T65" fmla="*/ 15 h 49"/>
                  <a:gd name="T66" fmla="*/ 15 w 54"/>
                  <a:gd name="T67" fmla="*/ 11 h 49"/>
                  <a:gd name="T68" fmla="*/ 21 w 54"/>
                  <a:gd name="T69" fmla="*/ 5 h 49"/>
                  <a:gd name="T70" fmla="*/ 24 w 54"/>
                  <a:gd name="T71" fmla="*/ 6 h 49"/>
                  <a:gd name="T72" fmla="*/ 24 w 54"/>
                  <a:gd name="T73" fmla="*/ 6 h 49"/>
                  <a:gd name="T74" fmla="*/ 26 w 54"/>
                  <a:gd name="T75" fmla="*/ 4 h 49"/>
                  <a:gd name="T76" fmla="*/ 17 w 54"/>
                  <a:gd name="T77" fmla="*/ 0 h 49"/>
                  <a:gd name="T78" fmla="*/ 0 w 54"/>
                  <a:gd name="T79" fmla="*/ 28 h 49"/>
                  <a:gd name="T80" fmla="*/ 2 w 54"/>
                  <a:gd name="T81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49">
                    <a:moveTo>
                      <a:pt x="2" y="29"/>
                    </a:moveTo>
                    <a:cubicBezTo>
                      <a:pt x="4" y="27"/>
                      <a:pt x="5" y="26"/>
                      <a:pt x="6" y="26"/>
                    </a:cubicBezTo>
                    <a:cubicBezTo>
                      <a:pt x="7" y="26"/>
                      <a:pt x="8" y="26"/>
                      <a:pt x="10" y="27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6" y="42"/>
                      <a:pt x="37" y="43"/>
                      <a:pt x="37" y="44"/>
                    </a:cubicBezTo>
                    <a:cubicBezTo>
                      <a:pt x="37" y="45"/>
                      <a:pt x="36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7" y="18"/>
                      <a:pt x="48" y="20"/>
                      <a:pt x="48" y="22"/>
                    </a:cubicBezTo>
                    <a:cubicBezTo>
                      <a:pt x="48" y="23"/>
                      <a:pt x="47" y="25"/>
                      <a:pt x="46" y="27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2" y="34"/>
                      <a:pt x="41" y="35"/>
                      <a:pt x="40" y="35"/>
                    </a:cubicBezTo>
                    <a:cubicBezTo>
                      <a:pt x="40" y="35"/>
                      <a:pt x="39" y="34"/>
                      <a:pt x="37" y="34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7"/>
                      <a:pt x="33" y="16"/>
                      <a:pt x="34" y="16"/>
                    </a:cubicBezTo>
                    <a:cubicBezTo>
                      <a:pt x="35" y="16"/>
                      <a:pt x="36" y="17"/>
                      <a:pt x="37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8" y="12"/>
                      <a:pt x="29" y="13"/>
                      <a:pt x="29" y="14"/>
                    </a:cubicBezTo>
                    <a:cubicBezTo>
                      <a:pt x="29" y="15"/>
                      <a:pt x="29" y="16"/>
                      <a:pt x="28" y="1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1" y="18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5"/>
                      <a:pt x="23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3" name="Freeform 83">
                <a:extLst>
                  <a:ext uri="{FF2B5EF4-FFF2-40B4-BE49-F238E27FC236}">
                    <a16:creationId xmlns:a16="http://schemas.microsoft.com/office/drawing/2014/main" id="{A37D8C2E-4487-4F19-B3A0-DCA5EAB7030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6" y="7600"/>
                <a:ext cx="37" cy="36"/>
              </a:xfrm>
              <a:custGeom>
                <a:avLst/>
                <a:gdLst>
                  <a:gd name="T0" fmla="*/ 9 w 50"/>
                  <a:gd name="T1" fmla="*/ 33 h 48"/>
                  <a:gd name="T2" fmla="*/ 9 w 50"/>
                  <a:gd name="T3" fmla="*/ 33 h 48"/>
                  <a:gd name="T4" fmla="*/ 6 w 50"/>
                  <a:gd name="T5" fmla="*/ 28 h 48"/>
                  <a:gd name="T6" fmla="*/ 9 w 50"/>
                  <a:gd name="T7" fmla="*/ 21 h 48"/>
                  <a:gd name="T8" fmla="*/ 11 w 50"/>
                  <a:gd name="T9" fmla="*/ 19 h 48"/>
                  <a:gd name="T10" fmla="*/ 35 w 50"/>
                  <a:gd name="T11" fmla="*/ 39 h 48"/>
                  <a:gd name="T12" fmla="*/ 38 w 50"/>
                  <a:gd name="T13" fmla="*/ 43 h 48"/>
                  <a:gd name="T14" fmla="*/ 36 w 50"/>
                  <a:gd name="T15" fmla="*/ 47 h 48"/>
                  <a:gd name="T16" fmla="*/ 36 w 50"/>
                  <a:gd name="T17" fmla="*/ 47 h 48"/>
                  <a:gd name="T18" fmla="*/ 36 w 50"/>
                  <a:gd name="T19" fmla="*/ 47 h 48"/>
                  <a:gd name="T20" fmla="*/ 37 w 50"/>
                  <a:gd name="T21" fmla="*/ 48 h 48"/>
                  <a:gd name="T22" fmla="*/ 50 w 50"/>
                  <a:gd name="T23" fmla="*/ 33 h 48"/>
                  <a:gd name="T24" fmla="*/ 48 w 50"/>
                  <a:gd name="T25" fmla="*/ 31 h 48"/>
                  <a:gd name="T26" fmla="*/ 48 w 50"/>
                  <a:gd name="T27" fmla="*/ 31 h 48"/>
                  <a:gd name="T28" fmla="*/ 44 w 50"/>
                  <a:gd name="T29" fmla="*/ 34 h 48"/>
                  <a:gd name="T30" fmla="*/ 40 w 50"/>
                  <a:gd name="T31" fmla="*/ 32 h 48"/>
                  <a:gd name="T32" fmla="*/ 16 w 50"/>
                  <a:gd name="T33" fmla="*/ 13 h 48"/>
                  <a:gd name="T34" fmla="*/ 17 w 50"/>
                  <a:gd name="T35" fmla="*/ 11 h 48"/>
                  <a:gd name="T36" fmla="*/ 24 w 50"/>
                  <a:gd name="T37" fmla="*/ 6 h 48"/>
                  <a:gd name="T38" fmla="*/ 28 w 50"/>
                  <a:gd name="T39" fmla="*/ 8 h 48"/>
                  <a:gd name="T40" fmla="*/ 29 w 50"/>
                  <a:gd name="T41" fmla="*/ 8 h 48"/>
                  <a:gd name="T42" fmla="*/ 30 w 50"/>
                  <a:gd name="T43" fmla="*/ 6 h 48"/>
                  <a:gd name="T44" fmla="*/ 22 w 50"/>
                  <a:gd name="T45" fmla="*/ 0 h 48"/>
                  <a:gd name="T46" fmla="*/ 0 w 50"/>
                  <a:gd name="T47" fmla="*/ 28 h 48"/>
                  <a:gd name="T48" fmla="*/ 7 w 50"/>
                  <a:gd name="T49" fmla="*/ 35 h 48"/>
                  <a:gd name="T50" fmla="*/ 9 w 50"/>
                  <a:gd name="T51" fmla="*/ 3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9" y="33"/>
                    </a:moveTo>
                    <a:cubicBezTo>
                      <a:pt x="9" y="33"/>
                      <a:pt x="9" y="33"/>
                      <a:pt x="9" y="33"/>
                    </a:cubicBezTo>
                    <a:cubicBezTo>
                      <a:pt x="7" y="31"/>
                      <a:pt x="6" y="29"/>
                      <a:pt x="6" y="28"/>
                    </a:cubicBezTo>
                    <a:cubicBezTo>
                      <a:pt x="6" y="26"/>
                      <a:pt x="7" y="24"/>
                      <a:pt x="9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40"/>
                      <a:pt x="38" y="41"/>
                      <a:pt x="38" y="43"/>
                    </a:cubicBezTo>
                    <a:cubicBezTo>
                      <a:pt x="38" y="44"/>
                      <a:pt x="37" y="45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6" y="34"/>
                      <a:pt x="45" y="34"/>
                      <a:pt x="44" y="34"/>
                    </a:cubicBezTo>
                    <a:cubicBezTo>
                      <a:pt x="43" y="34"/>
                      <a:pt x="42" y="34"/>
                      <a:pt x="40" y="3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8"/>
                      <a:pt x="22" y="6"/>
                      <a:pt x="24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7" y="35"/>
                      <a:pt x="7" y="35"/>
                      <a:pt x="7" y="35"/>
                    </a:cubicBezTo>
                    <a:lnTo>
                      <a:pt x="9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4" name="Freeform 84">
                <a:extLst>
                  <a:ext uri="{FF2B5EF4-FFF2-40B4-BE49-F238E27FC236}">
                    <a16:creationId xmlns:a16="http://schemas.microsoft.com/office/drawing/2014/main" id="{0532F98C-2E71-4D14-9204-AA6A661B38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58" y="7577"/>
                <a:ext cx="40" cy="40"/>
              </a:xfrm>
              <a:custGeom>
                <a:avLst/>
                <a:gdLst>
                  <a:gd name="T0" fmla="*/ 2 w 54"/>
                  <a:gd name="T1" fmla="*/ 23 h 53"/>
                  <a:gd name="T2" fmla="*/ 6 w 54"/>
                  <a:gd name="T3" fmla="*/ 21 h 53"/>
                  <a:gd name="T4" fmla="*/ 10 w 54"/>
                  <a:gd name="T5" fmla="*/ 24 h 53"/>
                  <a:gd name="T6" fmla="*/ 28 w 54"/>
                  <a:gd name="T7" fmla="*/ 44 h 53"/>
                  <a:gd name="T8" fmla="*/ 30 w 54"/>
                  <a:gd name="T9" fmla="*/ 48 h 53"/>
                  <a:gd name="T10" fmla="*/ 27 w 54"/>
                  <a:gd name="T11" fmla="*/ 52 h 53"/>
                  <a:gd name="T12" fmla="*/ 27 w 54"/>
                  <a:gd name="T13" fmla="*/ 52 h 53"/>
                  <a:gd name="T14" fmla="*/ 27 w 54"/>
                  <a:gd name="T15" fmla="*/ 52 h 53"/>
                  <a:gd name="T16" fmla="*/ 28 w 54"/>
                  <a:gd name="T17" fmla="*/ 53 h 53"/>
                  <a:gd name="T18" fmla="*/ 54 w 54"/>
                  <a:gd name="T19" fmla="*/ 31 h 53"/>
                  <a:gd name="T20" fmla="*/ 48 w 54"/>
                  <a:gd name="T21" fmla="*/ 23 h 53"/>
                  <a:gd name="T22" fmla="*/ 46 w 54"/>
                  <a:gd name="T23" fmla="*/ 25 h 53"/>
                  <a:gd name="T24" fmla="*/ 46 w 54"/>
                  <a:gd name="T25" fmla="*/ 25 h 53"/>
                  <a:gd name="T26" fmla="*/ 48 w 54"/>
                  <a:gd name="T27" fmla="*/ 29 h 53"/>
                  <a:gd name="T28" fmla="*/ 44 w 54"/>
                  <a:gd name="T29" fmla="*/ 35 h 53"/>
                  <a:gd name="T30" fmla="*/ 39 w 54"/>
                  <a:gd name="T31" fmla="*/ 39 h 53"/>
                  <a:gd name="T32" fmla="*/ 37 w 54"/>
                  <a:gd name="T33" fmla="*/ 41 h 53"/>
                  <a:gd name="T34" fmla="*/ 34 w 54"/>
                  <a:gd name="T35" fmla="*/ 38 h 53"/>
                  <a:gd name="T36" fmla="*/ 25 w 54"/>
                  <a:gd name="T37" fmla="*/ 29 h 53"/>
                  <a:gd name="T38" fmla="*/ 32 w 54"/>
                  <a:gd name="T39" fmla="*/ 23 h 53"/>
                  <a:gd name="T40" fmla="*/ 35 w 54"/>
                  <a:gd name="T41" fmla="*/ 21 h 53"/>
                  <a:gd name="T42" fmla="*/ 39 w 54"/>
                  <a:gd name="T43" fmla="*/ 23 h 53"/>
                  <a:gd name="T44" fmla="*/ 39 w 54"/>
                  <a:gd name="T45" fmla="*/ 24 h 53"/>
                  <a:gd name="T46" fmla="*/ 41 w 54"/>
                  <a:gd name="T47" fmla="*/ 22 h 53"/>
                  <a:gd name="T48" fmla="*/ 32 w 54"/>
                  <a:gd name="T49" fmla="*/ 12 h 53"/>
                  <a:gd name="T50" fmla="*/ 30 w 54"/>
                  <a:gd name="T51" fmla="*/ 14 h 53"/>
                  <a:gd name="T52" fmla="*/ 30 w 54"/>
                  <a:gd name="T53" fmla="*/ 14 h 53"/>
                  <a:gd name="T54" fmla="*/ 32 w 54"/>
                  <a:gd name="T55" fmla="*/ 17 h 53"/>
                  <a:gd name="T56" fmla="*/ 30 w 54"/>
                  <a:gd name="T57" fmla="*/ 21 h 53"/>
                  <a:gd name="T58" fmla="*/ 23 w 54"/>
                  <a:gd name="T59" fmla="*/ 27 h 53"/>
                  <a:gd name="T60" fmla="*/ 16 w 54"/>
                  <a:gd name="T61" fmla="*/ 18 h 53"/>
                  <a:gd name="T62" fmla="*/ 14 w 54"/>
                  <a:gd name="T63" fmla="*/ 15 h 53"/>
                  <a:gd name="T64" fmla="*/ 16 w 54"/>
                  <a:gd name="T65" fmla="*/ 13 h 53"/>
                  <a:gd name="T66" fmla="*/ 19 w 54"/>
                  <a:gd name="T67" fmla="*/ 10 h 53"/>
                  <a:gd name="T68" fmla="*/ 26 w 54"/>
                  <a:gd name="T69" fmla="*/ 6 h 53"/>
                  <a:gd name="T70" fmla="*/ 30 w 54"/>
                  <a:gd name="T71" fmla="*/ 8 h 53"/>
                  <a:gd name="T72" fmla="*/ 30 w 54"/>
                  <a:gd name="T73" fmla="*/ 8 h 53"/>
                  <a:gd name="T74" fmla="*/ 32 w 54"/>
                  <a:gd name="T75" fmla="*/ 7 h 53"/>
                  <a:gd name="T76" fmla="*/ 25 w 54"/>
                  <a:gd name="T77" fmla="*/ 0 h 53"/>
                  <a:gd name="T78" fmla="*/ 0 w 54"/>
                  <a:gd name="T79" fmla="*/ 22 h 53"/>
                  <a:gd name="T80" fmla="*/ 2 w 54"/>
                  <a:gd name="T8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3">
                    <a:moveTo>
                      <a:pt x="2" y="23"/>
                    </a:moveTo>
                    <a:cubicBezTo>
                      <a:pt x="4" y="22"/>
                      <a:pt x="5" y="21"/>
                      <a:pt x="6" y="21"/>
                    </a:cubicBezTo>
                    <a:cubicBezTo>
                      <a:pt x="7" y="21"/>
                      <a:pt x="8" y="22"/>
                      <a:pt x="10" y="2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6"/>
                      <a:pt x="30" y="47"/>
                      <a:pt x="30" y="48"/>
                    </a:cubicBezTo>
                    <a:cubicBezTo>
                      <a:pt x="30" y="49"/>
                      <a:pt x="29" y="50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7" y="26"/>
                      <a:pt x="48" y="28"/>
                      <a:pt x="48" y="29"/>
                    </a:cubicBezTo>
                    <a:cubicBezTo>
                      <a:pt x="48" y="31"/>
                      <a:pt x="47" y="33"/>
                      <a:pt x="44" y="35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40"/>
                      <a:pt x="37" y="41"/>
                      <a:pt x="37" y="41"/>
                    </a:cubicBezTo>
                    <a:cubicBezTo>
                      <a:pt x="36" y="41"/>
                      <a:pt x="35" y="40"/>
                      <a:pt x="34" y="3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4" y="21"/>
                      <a:pt x="35" y="21"/>
                    </a:cubicBezTo>
                    <a:cubicBezTo>
                      <a:pt x="36" y="21"/>
                      <a:pt x="37" y="22"/>
                      <a:pt x="39" y="2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1" y="15"/>
                      <a:pt x="32" y="16"/>
                      <a:pt x="32" y="17"/>
                    </a:cubicBezTo>
                    <a:cubicBezTo>
                      <a:pt x="32" y="18"/>
                      <a:pt x="31" y="19"/>
                      <a:pt x="30" y="21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4" y="16"/>
                      <a:pt x="14" y="15"/>
                    </a:cubicBezTo>
                    <a:cubicBezTo>
                      <a:pt x="14" y="15"/>
                      <a:pt x="15" y="14"/>
                      <a:pt x="16" y="13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2" y="7"/>
                      <a:pt x="24" y="6"/>
                      <a:pt x="26" y="6"/>
                    </a:cubicBezTo>
                    <a:cubicBezTo>
                      <a:pt x="27" y="6"/>
                      <a:pt x="28" y="7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5" name="Freeform 85">
                <a:extLst>
                  <a:ext uri="{FF2B5EF4-FFF2-40B4-BE49-F238E27FC236}">
                    <a16:creationId xmlns:a16="http://schemas.microsoft.com/office/drawing/2014/main" id="{2E2F1F7E-299B-46D9-9554-B683DEF3445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8" y="7552"/>
                <a:ext cx="41" cy="44"/>
              </a:xfrm>
              <a:custGeom>
                <a:avLst/>
                <a:gdLst>
                  <a:gd name="T0" fmla="*/ 1 w 55"/>
                  <a:gd name="T1" fmla="*/ 24 h 59"/>
                  <a:gd name="T2" fmla="*/ 5 w 55"/>
                  <a:gd name="T3" fmla="*/ 23 h 59"/>
                  <a:gd name="T4" fmla="*/ 8 w 55"/>
                  <a:gd name="T5" fmla="*/ 26 h 59"/>
                  <a:gd name="T6" fmla="*/ 22 w 55"/>
                  <a:gd name="T7" fmla="*/ 50 h 59"/>
                  <a:gd name="T8" fmla="*/ 23 w 55"/>
                  <a:gd name="T9" fmla="*/ 53 h 59"/>
                  <a:gd name="T10" fmla="*/ 19 w 55"/>
                  <a:gd name="T11" fmla="*/ 57 h 59"/>
                  <a:gd name="T12" fmla="*/ 19 w 55"/>
                  <a:gd name="T13" fmla="*/ 57 h 59"/>
                  <a:gd name="T14" fmla="*/ 19 w 55"/>
                  <a:gd name="T15" fmla="*/ 58 h 59"/>
                  <a:gd name="T16" fmla="*/ 20 w 55"/>
                  <a:gd name="T17" fmla="*/ 59 h 59"/>
                  <a:gd name="T18" fmla="*/ 35 w 55"/>
                  <a:gd name="T19" fmla="*/ 51 h 59"/>
                  <a:gd name="T20" fmla="*/ 34 w 55"/>
                  <a:gd name="T21" fmla="*/ 49 h 59"/>
                  <a:gd name="T22" fmla="*/ 33 w 55"/>
                  <a:gd name="T23" fmla="*/ 49 h 59"/>
                  <a:gd name="T24" fmla="*/ 30 w 55"/>
                  <a:gd name="T25" fmla="*/ 51 h 59"/>
                  <a:gd name="T26" fmla="*/ 26 w 55"/>
                  <a:gd name="T27" fmla="*/ 47 h 59"/>
                  <a:gd name="T28" fmla="*/ 12 w 55"/>
                  <a:gd name="T29" fmla="*/ 23 h 59"/>
                  <a:gd name="T30" fmla="*/ 49 w 55"/>
                  <a:gd name="T31" fmla="*/ 43 h 59"/>
                  <a:gd name="T32" fmla="*/ 55 w 55"/>
                  <a:gd name="T33" fmla="*/ 39 h 59"/>
                  <a:gd name="T34" fmla="*/ 38 w 55"/>
                  <a:gd name="T35" fmla="*/ 9 h 59"/>
                  <a:gd name="T36" fmla="*/ 37 w 55"/>
                  <a:gd name="T37" fmla="*/ 6 h 59"/>
                  <a:gd name="T38" fmla="*/ 40 w 55"/>
                  <a:gd name="T39" fmla="*/ 2 h 59"/>
                  <a:gd name="T40" fmla="*/ 41 w 55"/>
                  <a:gd name="T41" fmla="*/ 2 h 59"/>
                  <a:gd name="T42" fmla="*/ 40 w 55"/>
                  <a:gd name="T43" fmla="*/ 0 h 59"/>
                  <a:gd name="T44" fmla="*/ 25 w 55"/>
                  <a:gd name="T45" fmla="*/ 8 h 59"/>
                  <a:gd name="T46" fmla="*/ 26 w 55"/>
                  <a:gd name="T47" fmla="*/ 10 h 59"/>
                  <a:gd name="T48" fmla="*/ 26 w 55"/>
                  <a:gd name="T49" fmla="*/ 10 h 59"/>
                  <a:gd name="T50" fmla="*/ 30 w 55"/>
                  <a:gd name="T51" fmla="*/ 8 h 59"/>
                  <a:gd name="T52" fmla="*/ 34 w 55"/>
                  <a:gd name="T53" fmla="*/ 12 h 59"/>
                  <a:gd name="T54" fmla="*/ 47 w 55"/>
                  <a:gd name="T55" fmla="*/ 34 h 59"/>
                  <a:gd name="T56" fmla="*/ 12 w 55"/>
                  <a:gd name="T57" fmla="*/ 16 h 59"/>
                  <a:gd name="T58" fmla="*/ 0 w 55"/>
                  <a:gd name="T59" fmla="*/ 23 h 59"/>
                  <a:gd name="T60" fmla="*/ 0 w 55"/>
                  <a:gd name="T61" fmla="*/ 24 h 59"/>
                  <a:gd name="T62" fmla="*/ 1 w 55"/>
                  <a:gd name="T63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9">
                    <a:moveTo>
                      <a:pt x="1" y="24"/>
                    </a:moveTo>
                    <a:cubicBezTo>
                      <a:pt x="2" y="23"/>
                      <a:pt x="4" y="23"/>
                      <a:pt x="5" y="23"/>
                    </a:cubicBezTo>
                    <a:cubicBezTo>
                      <a:pt x="6" y="23"/>
                      <a:pt x="7" y="24"/>
                      <a:pt x="8" y="26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51"/>
                      <a:pt x="23" y="53"/>
                      <a:pt x="23" y="53"/>
                    </a:cubicBezTo>
                    <a:cubicBezTo>
                      <a:pt x="23" y="55"/>
                      <a:pt x="22" y="56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50"/>
                      <a:pt x="31" y="51"/>
                      <a:pt x="30" y="51"/>
                    </a:cubicBezTo>
                    <a:cubicBezTo>
                      <a:pt x="28" y="51"/>
                      <a:pt x="27" y="50"/>
                      <a:pt x="26" y="4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7" y="8"/>
                      <a:pt x="37" y="6"/>
                      <a:pt x="37" y="6"/>
                    </a:cubicBezTo>
                    <a:cubicBezTo>
                      <a:pt x="37" y="4"/>
                      <a:pt x="38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9" y="8"/>
                      <a:pt x="30" y="8"/>
                    </a:cubicBezTo>
                    <a:cubicBezTo>
                      <a:pt x="32" y="8"/>
                      <a:pt x="33" y="9"/>
                      <a:pt x="34" y="12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6" name="Freeform 86">
                <a:extLst>
                  <a:ext uri="{FF2B5EF4-FFF2-40B4-BE49-F238E27FC236}">
                    <a16:creationId xmlns:a16="http://schemas.microsoft.com/office/drawing/2014/main" id="{F00B263C-D711-4843-A666-5B522FD4E4F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32" y="7542"/>
                <a:ext cx="27" cy="34"/>
              </a:xfrm>
              <a:custGeom>
                <a:avLst/>
                <a:gdLst>
                  <a:gd name="T0" fmla="*/ 11 w 36"/>
                  <a:gd name="T1" fmla="*/ 25 h 46"/>
                  <a:gd name="T2" fmla="*/ 28 w 36"/>
                  <a:gd name="T3" fmla="*/ 32 h 46"/>
                  <a:gd name="T4" fmla="*/ 28 w 36"/>
                  <a:gd name="T5" fmla="*/ 34 h 46"/>
                  <a:gd name="T6" fmla="*/ 21 w 36"/>
                  <a:gd name="T7" fmla="*/ 41 h 46"/>
                  <a:gd name="T8" fmla="*/ 17 w 36"/>
                  <a:gd name="T9" fmla="*/ 42 h 46"/>
                  <a:gd name="T10" fmla="*/ 8 w 36"/>
                  <a:gd name="T11" fmla="*/ 36 h 46"/>
                  <a:gd name="T12" fmla="*/ 8 w 36"/>
                  <a:gd name="T13" fmla="*/ 35 h 46"/>
                  <a:gd name="T14" fmla="*/ 5 w 36"/>
                  <a:gd name="T15" fmla="*/ 36 h 46"/>
                  <a:gd name="T16" fmla="*/ 9 w 36"/>
                  <a:gd name="T17" fmla="*/ 46 h 46"/>
                  <a:gd name="T18" fmla="*/ 9 w 36"/>
                  <a:gd name="T19" fmla="*/ 46 h 46"/>
                  <a:gd name="T20" fmla="*/ 21 w 36"/>
                  <a:gd name="T21" fmla="*/ 44 h 46"/>
                  <a:gd name="T22" fmla="*/ 35 w 36"/>
                  <a:gd name="T23" fmla="*/ 34 h 46"/>
                  <a:gd name="T24" fmla="*/ 35 w 36"/>
                  <a:gd name="T25" fmla="*/ 33 h 46"/>
                  <a:gd name="T26" fmla="*/ 36 w 36"/>
                  <a:gd name="T27" fmla="*/ 31 h 46"/>
                  <a:gd name="T28" fmla="*/ 35 w 36"/>
                  <a:gd name="T29" fmla="*/ 28 h 46"/>
                  <a:gd name="T30" fmla="*/ 27 w 36"/>
                  <a:gd name="T31" fmla="*/ 20 h 46"/>
                  <a:gd name="T32" fmla="*/ 7 w 36"/>
                  <a:gd name="T33" fmla="*/ 13 h 46"/>
                  <a:gd name="T34" fmla="*/ 7 w 36"/>
                  <a:gd name="T35" fmla="*/ 11 h 46"/>
                  <a:gd name="T36" fmla="*/ 14 w 36"/>
                  <a:gd name="T37" fmla="*/ 5 h 46"/>
                  <a:gd name="T38" fmla="*/ 18 w 36"/>
                  <a:gd name="T39" fmla="*/ 4 h 46"/>
                  <a:gd name="T40" fmla="*/ 25 w 36"/>
                  <a:gd name="T41" fmla="*/ 10 h 46"/>
                  <a:gd name="T42" fmla="*/ 25 w 36"/>
                  <a:gd name="T43" fmla="*/ 10 h 46"/>
                  <a:gd name="T44" fmla="*/ 26 w 36"/>
                  <a:gd name="T45" fmla="*/ 10 h 46"/>
                  <a:gd name="T46" fmla="*/ 28 w 36"/>
                  <a:gd name="T47" fmla="*/ 9 h 46"/>
                  <a:gd name="T48" fmla="*/ 25 w 36"/>
                  <a:gd name="T49" fmla="*/ 0 h 46"/>
                  <a:gd name="T50" fmla="*/ 24 w 36"/>
                  <a:gd name="T51" fmla="*/ 0 h 46"/>
                  <a:gd name="T52" fmla="*/ 13 w 36"/>
                  <a:gd name="T53" fmla="*/ 2 h 46"/>
                  <a:gd name="T54" fmla="*/ 1 w 36"/>
                  <a:gd name="T55" fmla="*/ 12 h 46"/>
                  <a:gd name="T56" fmla="*/ 0 w 36"/>
                  <a:gd name="T57" fmla="*/ 14 h 46"/>
                  <a:gd name="T58" fmla="*/ 1 w 36"/>
                  <a:gd name="T59" fmla="*/ 17 h 46"/>
                  <a:gd name="T60" fmla="*/ 11 w 36"/>
                  <a:gd name="T61" fmla="*/ 25 h 46"/>
                  <a:gd name="T62" fmla="*/ 1 w 36"/>
                  <a:gd name="T63" fmla="*/ 13 h 46"/>
                  <a:gd name="T64" fmla="*/ 1 w 36"/>
                  <a:gd name="T65" fmla="*/ 14 h 46"/>
                  <a:gd name="T66" fmla="*/ 1 w 36"/>
                  <a:gd name="T67" fmla="*/ 14 h 46"/>
                  <a:gd name="T68" fmla="*/ 1 w 36"/>
                  <a:gd name="T69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11" y="25"/>
                    </a:moveTo>
                    <a:cubicBezTo>
                      <a:pt x="18" y="26"/>
                      <a:pt x="26" y="26"/>
                      <a:pt x="28" y="32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8" y="37"/>
                      <a:pt x="26" y="40"/>
                      <a:pt x="21" y="41"/>
                    </a:cubicBezTo>
                    <a:cubicBezTo>
                      <a:pt x="19" y="41"/>
                      <a:pt x="18" y="42"/>
                      <a:pt x="17" y="42"/>
                    </a:cubicBezTo>
                    <a:cubicBezTo>
                      <a:pt x="11" y="42"/>
                      <a:pt x="9" y="38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6"/>
                      <a:pt x="16" y="46"/>
                      <a:pt x="21" y="44"/>
                    </a:cubicBezTo>
                    <a:cubicBezTo>
                      <a:pt x="29" y="42"/>
                      <a:pt x="34" y="39"/>
                      <a:pt x="35" y="34"/>
                    </a:cubicBezTo>
                    <a:cubicBezTo>
                      <a:pt x="35" y="34"/>
                      <a:pt x="35" y="33"/>
                      <a:pt x="35" y="33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4" y="23"/>
                      <a:pt x="31" y="21"/>
                      <a:pt x="27" y="20"/>
                    </a:cubicBezTo>
                    <a:cubicBezTo>
                      <a:pt x="21" y="18"/>
                      <a:pt x="9" y="18"/>
                      <a:pt x="7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7" y="9"/>
                      <a:pt x="9" y="6"/>
                      <a:pt x="14" y="5"/>
                    </a:cubicBezTo>
                    <a:cubicBezTo>
                      <a:pt x="15" y="5"/>
                      <a:pt x="17" y="4"/>
                      <a:pt x="18" y="4"/>
                    </a:cubicBezTo>
                    <a:cubicBezTo>
                      <a:pt x="22" y="4"/>
                      <a:pt x="24" y="7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6" y="4"/>
                      <a:pt x="2" y="7"/>
                      <a:pt x="1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21"/>
                      <a:pt x="6" y="23"/>
                      <a:pt x="11" y="25"/>
                    </a:cubicBezTo>
                    <a:moveTo>
                      <a:pt x="1" y="13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7" name="Freeform 87">
                <a:extLst>
                  <a:ext uri="{FF2B5EF4-FFF2-40B4-BE49-F238E27FC236}">
                    <a16:creationId xmlns:a16="http://schemas.microsoft.com/office/drawing/2014/main" id="{609F1D40-816F-45D4-A893-E99A61FB173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65" y="7537"/>
                <a:ext cx="104" cy="46"/>
              </a:xfrm>
              <a:custGeom>
                <a:avLst/>
                <a:gdLst>
                  <a:gd name="T0" fmla="*/ 1 w 140"/>
                  <a:gd name="T1" fmla="*/ 4 h 62"/>
                  <a:gd name="T2" fmla="*/ 7 w 140"/>
                  <a:gd name="T3" fmla="*/ 36 h 62"/>
                  <a:gd name="T4" fmla="*/ 2 w 140"/>
                  <a:gd name="T5" fmla="*/ 42 h 62"/>
                  <a:gd name="T6" fmla="*/ 1 w 140"/>
                  <a:gd name="T7" fmla="*/ 42 h 62"/>
                  <a:gd name="T8" fmla="*/ 1 w 140"/>
                  <a:gd name="T9" fmla="*/ 44 h 62"/>
                  <a:gd name="T10" fmla="*/ 20 w 140"/>
                  <a:gd name="T11" fmla="*/ 41 h 62"/>
                  <a:gd name="T12" fmla="*/ 19 w 140"/>
                  <a:gd name="T13" fmla="*/ 41 h 62"/>
                  <a:gd name="T14" fmla="*/ 15 w 140"/>
                  <a:gd name="T15" fmla="*/ 23 h 62"/>
                  <a:gd name="T16" fmla="*/ 28 w 140"/>
                  <a:gd name="T17" fmla="*/ 40 h 62"/>
                  <a:gd name="T18" fmla="*/ 24 w 140"/>
                  <a:gd name="T19" fmla="*/ 41 h 62"/>
                  <a:gd name="T20" fmla="*/ 24 w 140"/>
                  <a:gd name="T21" fmla="*/ 43 h 62"/>
                  <a:gd name="T22" fmla="*/ 45 w 140"/>
                  <a:gd name="T23" fmla="*/ 42 h 62"/>
                  <a:gd name="T24" fmla="*/ 61 w 140"/>
                  <a:gd name="T25" fmla="*/ 43 h 62"/>
                  <a:gd name="T26" fmla="*/ 56 w 140"/>
                  <a:gd name="T27" fmla="*/ 41 h 62"/>
                  <a:gd name="T28" fmla="*/ 57 w 140"/>
                  <a:gd name="T29" fmla="*/ 38 h 62"/>
                  <a:gd name="T30" fmla="*/ 78 w 140"/>
                  <a:gd name="T31" fmla="*/ 36 h 62"/>
                  <a:gd name="T32" fmla="*/ 80 w 140"/>
                  <a:gd name="T33" fmla="*/ 44 h 62"/>
                  <a:gd name="T34" fmla="*/ 77 w 140"/>
                  <a:gd name="T35" fmla="*/ 47 h 62"/>
                  <a:gd name="T36" fmla="*/ 74 w 140"/>
                  <a:gd name="T37" fmla="*/ 46 h 62"/>
                  <a:gd name="T38" fmla="*/ 93 w 140"/>
                  <a:gd name="T39" fmla="*/ 52 h 62"/>
                  <a:gd name="T40" fmla="*/ 111 w 140"/>
                  <a:gd name="T41" fmla="*/ 62 h 62"/>
                  <a:gd name="T42" fmla="*/ 112 w 140"/>
                  <a:gd name="T43" fmla="*/ 60 h 62"/>
                  <a:gd name="T44" fmla="*/ 109 w 140"/>
                  <a:gd name="T45" fmla="*/ 52 h 62"/>
                  <a:gd name="T46" fmla="*/ 116 w 140"/>
                  <a:gd name="T47" fmla="*/ 43 h 62"/>
                  <a:gd name="T48" fmla="*/ 139 w 140"/>
                  <a:gd name="T49" fmla="*/ 41 h 62"/>
                  <a:gd name="T50" fmla="*/ 139 w 140"/>
                  <a:gd name="T51" fmla="*/ 38 h 62"/>
                  <a:gd name="T52" fmla="*/ 129 w 140"/>
                  <a:gd name="T53" fmla="*/ 24 h 62"/>
                  <a:gd name="T54" fmla="*/ 110 w 140"/>
                  <a:gd name="T55" fmla="*/ 17 h 62"/>
                  <a:gd name="T56" fmla="*/ 114 w 140"/>
                  <a:gd name="T57" fmla="*/ 21 h 62"/>
                  <a:gd name="T58" fmla="*/ 102 w 140"/>
                  <a:gd name="T59" fmla="*/ 49 h 62"/>
                  <a:gd name="T60" fmla="*/ 94 w 140"/>
                  <a:gd name="T61" fmla="*/ 51 h 62"/>
                  <a:gd name="T62" fmla="*/ 94 w 140"/>
                  <a:gd name="T63" fmla="*/ 52 h 62"/>
                  <a:gd name="T64" fmla="*/ 94 w 140"/>
                  <a:gd name="T65" fmla="*/ 50 h 62"/>
                  <a:gd name="T66" fmla="*/ 87 w 140"/>
                  <a:gd name="T67" fmla="*/ 43 h 62"/>
                  <a:gd name="T68" fmla="*/ 74 w 140"/>
                  <a:gd name="T69" fmla="*/ 5 h 62"/>
                  <a:gd name="T70" fmla="*/ 47 w 140"/>
                  <a:gd name="T71" fmla="*/ 40 h 62"/>
                  <a:gd name="T72" fmla="*/ 44 w 140"/>
                  <a:gd name="T73" fmla="*/ 40 h 62"/>
                  <a:gd name="T74" fmla="*/ 44 w 140"/>
                  <a:gd name="T75" fmla="*/ 40 h 62"/>
                  <a:gd name="T76" fmla="*/ 21 w 140"/>
                  <a:gd name="T77" fmla="*/ 20 h 62"/>
                  <a:gd name="T78" fmla="*/ 40 w 140"/>
                  <a:gd name="T79" fmla="*/ 2 h 62"/>
                  <a:gd name="T80" fmla="*/ 41 w 140"/>
                  <a:gd name="T81" fmla="*/ 0 h 62"/>
                  <a:gd name="T82" fmla="*/ 23 w 140"/>
                  <a:gd name="T83" fmla="*/ 3 h 62"/>
                  <a:gd name="T84" fmla="*/ 25 w 140"/>
                  <a:gd name="T85" fmla="*/ 3 h 62"/>
                  <a:gd name="T86" fmla="*/ 28 w 140"/>
                  <a:gd name="T87" fmla="*/ 4 h 62"/>
                  <a:gd name="T88" fmla="*/ 25 w 140"/>
                  <a:gd name="T89" fmla="*/ 7 h 62"/>
                  <a:gd name="T90" fmla="*/ 14 w 140"/>
                  <a:gd name="T91" fmla="*/ 9 h 62"/>
                  <a:gd name="T92" fmla="*/ 18 w 140"/>
                  <a:gd name="T93" fmla="*/ 3 h 62"/>
                  <a:gd name="T94" fmla="*/ 19 w 140"/>
                  <a:gd name="T95" fmla="*/ 1 h 62"/>
                  <a:gd name="T96" fmla="*/ 0 w 140"/>
                  <a:gd name="T97" fmla="*/ 4 h 62"/>
                  <a:gd name="T98" fmla="*/ 123 w 140"/>
                  <a:gd name="T99" fmla="*/ 25 h 62"/>
                  <a:gd name="T100" fmla="*/ 132 w 140"/>
                  <a:gd name="T101" fmla="*/ 33 h 62"/>
                  <a:gd name="T102" fmla="*/ 124 w 140"/>
                  <a:gd name="T103" fmla="*/ 43 h 62"/>
                  <a:gd name="T104" fmla="*/ 115 w 140"/>
                  <a:gd name="T105" fmla="*/ 39 h 62"/>
                  <a:gd name="T106" fmla="*/ 74 w 140"/>
                  <a:gd name="T107" fmla="*/ 13 h 62"/>
                  <a:gd name="T108" fmla="*/ 63 w 140"/>
                  <a:gd name="T10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" h="62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5" y="4"/>
                      <a:pt x="6" y="5"/>
                      <a:pt x="6" y="9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41"/>
                      <a:pt x="6" y="42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19" y="41"/>
                      <a:pt x="19" y="41"/>
                    </a:cubicBezTo>
                    <a:cubicBezTo>
                      <a:pt x="16" y="41"/>
                      <a:pt x="15" y="40"/>
                      <a:pt x="15" y="36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8"/>
                      <a:pt x="28" y="39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1"/>
                      <a:pt x="27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7" y="43"/>
                      <a:pt x="56" y="42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39"/>
                      <a:pt x="57" y="39"/>
                      <a:pt x="57" y="38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79" y="46"/>
                      <a:pt x="79" y="47"/>
                      <a:pt x="77" y="47"/>
                    </a:cubicBezTo>
                    <a:cubicBezTo>
                      <a:pt x="76" y="47"/>
                      <a:pt x="75" y="47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09" y="58"/>
                      <a:pt x="108" y="57"/>
                      <a:pt x="108" y="56"/>
                    </a:cubicBezTo>
                    <a:cubicBezTo>
                      <a:pt x="108" y="55"/>
                      <a:pt x="108" y="54"/>
                      <a:pt x="109" y="52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20" y="45"/>
                      <a:pt x="125" y="47"/>
                      <a:pt x="129" y="47"/>
                    </a:cubicBezTo>
                    <a:cubicBezTo>
                      <a:pt x="133" y="47"/>
                      <a:pt x="136" y="46"/>
                      <a:pt x="139" y="41"/>
                    </a:cubicBezTo>
                    <a:cubicBezTo>
                      <a:pt x="139" y="40"/>
                      <a:pt x="139" y="40"/>
                      <a:pt x="139" y="39"/>
                    </a:cubicBezTo>
                    <a:cubicBezTo>
                      <a:pt x="139" y="38"/>
                      <a:pt x="139" y="38"/>
                      <a:pt x="139" y="38"/>
                    </a:cubicBez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1"/>
                      <a:pt x="135" y="27"/>
                      <a:pt x="129" y="24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3" y="18"/>
                      <a:pt x="114" y="19"/>
                      <a:pt x="114" y="21"/>
                    </a:cubicBezTo>
                    <a:cubicBezTo>
                      <a:pt x="114" y="22"/>
                      <a:pt x="114" y="23"/>
                      <a:pt x="113" y="25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0" y="52"/>
                      <a:pt x="99" y="53"/>
                      <a:pt x="98" y="53"/>
                    </a:cubicBezTo>
                    <a:cubicBezTo>
                      <a:pt x="97" y="53"/>
                      <a:pt x="96" y="52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9" y="49"/>
                      <a:pt x="88" y="48"/>
                      <a:pt x="87" y="43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9"/>
                      <a:pt x="49" y="40"/>
                      <a:pt x="47" y="40"/>
                    </a:cubicBezTo>
                    <a:cubicBezTo>
                      <a:pt x="46" y="40"/>
                      <a:pt x="45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39" y="40"/>
                      <a:pt x="36" y="38"/>
                      <a:pt x="34" y="35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4"/>
                      <a:pt x="35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3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6"/>
                      <a:pt x="25" y="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4"/>
                      <a:pt x="15" y="4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  <a:moveTo>
                      <a:pt x="120" y="28"/>
                    </a:moveTo>
                    <a:cubicBezTo>
                      <a:pt x="121" y="26"/>
                      <a:pt x="122" y="25"/>
                      <a:pt x="123" y="25"/>
                    </a:cubicBezTo>
                    <a:cubicBezTo>
                      <a:pt x="124" y="25"/>
                      <a:pt x="125" y="25"/>
                      <a:pt x="126" y="26"/>
                    </a:cubicBezTo>
                    <a:cubicBezTo>
                      <a:pt x="130" y="28"/>
                      <a:pt x="132" y="30"/>
                      <a:pt x="132" y="33"/>
                    </a:cubicBezTo>
                    <a:cubicBezTo>
                      <a:pt x="132" y="34"/>
                      <a:pt x="132" y="36"/>
                      <a:pt x="131" y="37"/>
                    </a:cubicBezTo>
                    <a:cubicBezTo>
                      <a:pt x="129" y="41"/>
                      <a:pt x="127" y="43"/>
                      <a:pt x="124" y="43"/>
                    </a:cubicBezTo>
                    <a:cubicBezTo>
                      <a:pt x="122" y="43"/>
                      <a:pt x="119" y="42"/>
                      <a:pt x="117" y="40"/>
                    </a:cubicBezTo>
                    <a:cubicBezTo>
                      <a:pt x="115" y="39"/>
                      <a:pt x="115" y="39"/>
                      <a:pt x="115" y="39"/>
                    </a:cubicBezTo>
                    <a:lnTo>
                      <a:pt x="120" y="28"/>
                    </a:lnTo>
                    <a:close/>
                    <a:moveTo>
                      <a:pt x="74" y="1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63" y="29"/>
                      <a:pt x="63" y="29"/>
                      <a:pt x="63" y="29"/>
                    </a:cubicBezTo>
                    <a:lnTo>
                      <a:pt x="74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8" name="Freeform 88">
                <a:extLst>
                  <a:ext uri="{FF2B5EF4-FFF2-40B4-BE49-F238E27FC236}">
                    <a16:creationId xmlns:a16="http://schemas.microsoft.com/office/drawing/2014/main" id="{CC0EA68A-ADB8-4682-813A-E94DF80ED4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2" y="7568"/>
                <a:ext cx="35" cy="32"/>
              </a:xfrm>
              <a:custGeom>
                <a:avLst/>
                <a:gdLst>
                  <a:gd name="T0" fmla="*/ 8 w 47"/>
                  <a:gd name="T1" fmla="*/ 22 h 43"/>
                  <a:gd name="T2" fmla="*/ 8 w 47"/>
                  <a:gd name="T3" fmla="*/ 21 h 43"/>
                  <a:gd name="T4" fmla="*/ 6 w 47"/>
                  <a:gd name="T5" fmla="*/ 20 h 43"/>
                  <a:gd name="T6" fmla="*/ 0 w 47"/>
                  <a:gd name="T7" fmla="*/ 29 h 43"/>
                  <a:gd name="T8" fmla="*/ 1 w 47"/>
                  <a:gd name="T9" fmla="*/ 29 h 43"/>
                  <a:gd name="T10" fmla="*/ 10 w 47"/>
                  <a:gd name="T11" fmla="*/ 38 h 43"/>
                  <a:gd name="T12" fmla="*/ 23 w 47"/>
                  <a:gd name="T13" fmla="*/ 43 h 43"/>
                  <a:gd name="T14" fmla="*/ 23 w 47"/>
                  <a:gd name="T15" fmla="*/ 43 h 43"/>
                  <a:gd name="T16" fmla="*/ 32 w 47"/>
                  <a:gd name="T17" fmla="*/ 39 h 43"/>
                  <a:gd name="T18" fmla="*/ 34 w 47"/>
                  <a:gd name="T19" fmla="*/ 33 h 43"/>
                  <a:gd name="T20" fmla="*/ 33 w 47"/>
                  <a:gd name="T21" fmla="*/ 30 h 43"/>
                  <a:gd name="T22" fmla="*/ 33 w 47"/>
                  <a:gd name="T23" fmla="*/ 30 h 43"/>
                  <a:gd name="T24" fmla="*/ 32 w 47"/>
                  <a:gd name="T25" fmla="*/ 27 h 43"/>
                  <a:gd name="T26" fmla="*/ 25 w 47"/>
                  <a:gd name="T27" fmla="*/ 10 h 43"/>
                  <a:gd name="T28" fmla="*/ 26 w 47"/>
                  <a:gd name="T29" fmla="*/ 7 h 43"/>
                  <a:gd name="T30" fmla="*/ 30 w 47"/>
                  <a:gd name="T31" fmla="*/ 5 h 43"/>
                  <a:gd name="T32" fmla="*/ 36 w 47"/>
                  <a:gd name="T33" fmla="*/ 8 h 43"/>
                  <a:gd name="T34" fmla="*/ 41 w 47"/>
                  <a:gd name="T35" fmla="*/ 15 h 43"/>
                  <a:gd name="T36" fmla="*/ 39 w 47"/>
                  <a:gd name="T37" fmla="*/ 20 h 43"/>
                  <a:gd name="T38" fmla="*/ 39 w 47"/>
                  <a:gd name="T39" fmla="*/ 20 h 43"/>
                  <a:gd name="T40" fmla="*/ 39 w 47"/>
                  <a:gd name="T41" fmla="*/ 20 h 43"/>
                  <a:gd name="T42" fmla="*/ 41 w 47"/>
                  <a:gd name="T43" fmla="*/ 21 h 43"/>
                  <a:gd name="T44" fmla="*/ 47 w 47"/>
                  <a:gd name="T45" fmla="*/ 13 h 43"/>
                  <a:gd name="T46" fmla="*/ 47 w 47"/>
                  <a:gd name="T47" fmla="*/ 13 h 43"/>
                  <a:gd name="T48" fmla="*/ 38 w 47"/>
                  <a:gd name="T49" fmla="*/ 5 h 43"/>
                  <a:gd name="T50" fmla="*/ 27 w 47"/>
                  <a:gd name="T51" fmla="*/ 0 h 43"/>
                  <a:gd name="T52" fmla="*/ 19 w 47"/>
                  <a:gd name="T53" fmla="*/ 4 h 43"/>
                  <a:gd name="T54" fmla="*/ 17 w 47"/>
                  <a:gd name="T55" fmla="*/ 10 h 43"/>
                  <a:gd name="T56" fmla="*/ 19 w 47"/>
                  <a:gd name="T57" fmla="*/ 17 h 43"/>
                  <a:gd name="T58" fmla="*/ 25 w 47"/>
                  <a:gd name="T59" fmla="*/ 32 h 43"/>
                  <a:gd name="T60" fmla="*/ 24 w 47"/>
                  <a:gd name="T61" fmla="*/ 36 h 43"/>
                  <a:gd name="T62" fmla="*/ 19 w 47"/>
                  <a:gd name="T63" fmla="*/ 38 h 43"/>
                  <a:gd name="T64" fmla="*/ 12 w 47"/>
                  <a:gd name="T65" fmla="*/ 35 h 43"/>
                  <a:gd name="T66" fmla="*/ 7 w 47"/>
                  <a:gd name="T67" fmla="*/ 27 h 43"/>
                  <a:gd name="T68" fmla="*/ 8 w 47"/>
                  <a:gd name="T6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43">
                    <a:moveTo>
                      <a:pt x="8" y="22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5" y="35"/>
                      <a:pt x="10" y="38"/>
                    </a:cubicBezTo>
                    <a:cubicBezTo>
                      <a:pt x="14" y="41"/>
                      <a:pt x="19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6" y="43"/>
                      <a:pt x="29" y="42"/>
                      <a:pt x="32" y="39"/>
                    </a:cubicBezTo>
                    <a:cubicBezTo>
                      <a:pt x="33" y="37"/>
                      <a:pt x="34" y="35"/>
                      <a:pt x="34" y="33"/>
                    </a:cubicBezTo>
                    <a:cubicBezTo>
                      <a:pt x="34" y="32"/>
                      <a:pt x="33" y="31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1" y="22"/>
                      <a:pt x="25" y="15"/>
                      <a:pt x="25" y="10"/>
                    </a:cubicBezTo>
                    <a:cubicBezTo>
                      <a:pt x="25" y="9"/>
                      <a:pt x="25" y="8"/>
                      <a:pt x="26" y="7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5"/>
                      <a:pt x="34" y="6"/>
                      <a:pt x="36" y="8"/>
                    </a:cubicBezTo>
                    <a:cubicBezTo>
                      <a:pt x="40" y="10"/>
                      <a:pt x="41" y="13"/>
                      <a:pt x="41" y="15"/>
                    </a:cubicBezTo>
                    <a:cubicBezTo>
                      <a:pt x="41" y="17"/>
                      <a:pt x="40" y="18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11"/>
                      <a:pt x="42" y="8"/>
                      <a:pt x="38" y="5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3" y="0"/>
                      <a:pt x="21" y="2"/>
                      <a:pt x="19" y="4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17" y="13"/>
                      <a:pt x="18" y="15"/>
                      <a:pt x="19" y="17"/>
                    </a:cubicBezTo>
                    <a:cubicBezTo>
                      <a:pt x="21" y="23"/>
                      <a:pt x="25" y="28"/>
                      <a:pt x="25" y="32"/>
                    </a:cubicBezTo>
                    <a:cubicBezTo>
                      <a:pt x="25" y="33"/>
                      <a:pt x="24" y="34"/>
                      <a:pt x="24" y="36"/>
                    </a:cubicBezTo>
                    <a:cubicBezTo>
                      <a:pt x="22" y="37"/>
                      <a:pt x="21" y="38"/>
                      <a:pt x="19" y="38"/>
                    </a:cubicBezTo>
                    <a:cubicBezTo>
                      <a:pt x="17" y="38"/>
                      <a:pt x="15" y="37"/>
                      <a:pt x="12" y="35"/>
                    </a:cubicBezTo>
                    <a:cubicBezTo>
                      <a:pt x="8" y="32"/>
                      <a:pt x="7" y="29"/>
                      <a:pt x="7" y="27"/>
                    </a:cubicBezTo>
                    <a:cubicBezTo>
                      <a:pt x="7" y="25"/>
                      <a:pt x="8" y="23"/>
                      <a:pt x="8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9" name="Freeform 89">
                <a:extLst>
                  <a:ext uri="{FF2B5EF4-FFF2-40B4-BE49-F238E27FC236}">
                    <a16:creationId xmlns:a16="http://schemas.microsoft.com/office/drawing/2014/main" id="{52BEFDA6-89F3-4ED7-B221-72B5700AF5C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82" y="7594"/>
                <a:ext cx="94" cy="124"/>
              </a:xfrm>
              <a:custGeom>
                <a:avLst/>
                <a:gdLst>
                  <a:gd name="T0" fmla="*/ 66 w 127"/>
                  <a:gd name="T1" fmla="*/ 95 h 166"/>
                  <a:gd name="T2" fmla="*/ 70 w 127"/>
                  <a:gd name="T3" fmla="*/ 93 h 166"/>
                  <a:gd name="T4" fmla="*/ 79 w 127"/>
                  <a:gd name="T5" fmla="*/ 114 h 166"/>
                  <a:gd name="T6" fmla="*/ 73 w 127"/>
                  <a:gd name="T7" fmla="*/ 112 h 166"/>
                  <a:gd name="T8" fmla="*/ 80 w 127"/>
                  <a:gd name="T9" fmla="*/ 131 h 166"/>
                  <a:gd name="T10" fmla="*/ 102 w 127"/>
                  <a:gd name="T11" fmla="*/ 166 h 166"/>
                  <a:gd name="T12" fmla="*/ 125 w 127"/>
                  <a:gd name="T13" fmla="*/ 137 h 166"/>
                  <a:gd name="T14" fmla="*/ 118 w 127"/>
                  <a:gd name="T15" fmla="*/ 120 h 166"/>
                  <a:gd name="T16" fmla="*/ 88 w 127"/>
                  <a:gd name="T17" fmla="*/ 134 h 166"/>
                  <a:gd name="T18" fmla="*/ 81 w 127"/>
                  <a:gd name="T19" fmla="*/ 130 h 166"/>
                  <a:gd name="T20" fmla="*/ 80 w 127"/>
                  <a:gd name="T21" fmla="*/ 126 h 166"/>
                  <a:gd name="T22" fmla="*/ 106 w 127"/>
                  <a:gd name="T23" fmla="*/ 88 h 166"/>
                  <a:gd name="T24" fmla="*/ 60 w 127"/>
                  <a:gd name="T25" fmla="*/ 84 h 166"/>
                  <a:gd name="T26" fmla="*/ 59 w 127"/>
                  <a:gd name="T27" fmla="*/ 78 h 166"/>
                  <a:gd name="T28" fmla="*/ 80 w 127"/>
                  <a:gd name="T29" fmla="*/ 56 h 166"/>
                  <a:gd name="T30" fmla="*/ 93 w 127"/>
                  <a:gd name="T31" fmla="*/ 61 h 166"/>
                  <a:gd name="T32" fmla="*/ 81 w 127"/>
                  <a:gd name="T33" fmla="*/ 47 h 166"/>
                  <a:gd name="T34" fmla="*/ 82 w 127"/>
                  <a:gd name="T35" fmla="*/ 51 h 166"/>
                  <a:gd name="T36" fmla="*/ 71 w 127"/>
                  <a:gd name="T37" fmla="*/ 42 h 166"/>
                  <a:gd name="T38" fmla="*/ 79 w 127"/>
                  <a:gd name="T39" fmla="*/ 43 h 166"/>
                  <a:gd name="T40" fmla="*/ 68 w 127"/>
                  <a:gd name="T41" fmla="*/ 28 h 166"/>
                  <a:gd name="T42" fmla="*/ 67 w 127"/>
                  <a:gd name="T43" fmla="*/ 36 h 166"/>
                  <a:gd name="T44" fmla="*/ 37 w 127"/>
                  <a:gd name="T45" fmla="*/ 49 h 166"/>
                  <a:gd name="T46" fmla="*/ 37 w 127"/>
                  <a:gd name="T47" fmla="*/ 48 h 166"/>
                  <a:gd name="T48" fmla="*/ 50 w 127"/>
                  <a:gd name="T49" fmla="*/ 4 h 166"/>
                  <a:gd name="T50" fmla="*/ 7 w 127"/>
                  <a:gd name="T51" fmla="*/ 15 h 166"/>
                  <a:gd name="T52" fmla="*/ 1 w 127"/>
                  <a:gd name="T53" fmla="*/ 12 h 166"/>
                  <a:gd name="T54" fmla="*/ 13 w 127"/>
                  <a:gd name="T55" fmla="*/ 24 h 166"/>
                  <a:gd name="T56" fmla="*/ 11 w 127"/>
                  <a:gd name="T57" fmla="*/ 19 h 166"/>
                  <a:gd name="T58" fmla="*/ 32 w 127"/>
                  <a:gd name="T59" fmla="*/ 28 h 166"/>
                  <a:gd name="T60" fmla="*/ 27 w 127"/>
                  <a:gd name="T61" fmla="*/ 37 h 166"/>
                  <a:gd name="T62" fmla="*/ 21 w 127"/>
                  <a:gd name="T63" fmla="*/ 35 h 166"/>
                  <a:gd name="T64" fmla="*/ 45 w 127"/>
                  <a:gd name="T65" fmla="*/ 66 h 166"/>
                  <a:gd name="T66" fmla="*/ 46 w 127"/>
                  <a:gd name="T67" fmla="*/ 61 h 166"/>
                  <a:gd name="T68" fmla="*/ 54 w 127"/>
                  <a:gd name="T69" fmla="*/ 67 h 166"/>
                  <a:gd name="T70" fmla="*/ 49 w 127"/>
                  <a:gd name="T71" fmla="*/ 68 h 166"/>
                  <a:gd name="T72" fmla="*/ 59 w 127"/>
                  <a:gd name="T73" fmla="*/ 86 h 166"/>
                  <a:gd name="T74" fmla="*/ 67 w 127"/>
                  <a:gd name="T75" fmla="*/ 99 h 166"/>
                  <a:gd name="T76" fmla="*/ 119 w 127"/>
                  <a:gd name="T77" fmla="*/ 134 h 166"/>
                  <a:gd name="T78" fmla="*/ 109 w 127"/>
                  <a:gd name="T79" fmla="*/ 156 h 166"/>
                  <a:gd name="T80" fmla="*/ 87 w 127"/>
                  <a:gd name="T81" fmla="*/ 145 h 166"/>
                  <a:gd name="T82" fmla="*/ 86 w 127"/>
                  <a:gd name="T83" fmla="*/ 107 h 166"/>
                  <a:gd name="T84" fmla="*/ 23 w 127"/>
                  <a:gd name="T85" fmla="*/ 14 h 166"/>
                  <a:gd name="T86" fmla="*/ 23 w 127"/>
                  <a:gd name="T87" fmla="*/ 1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7" h="166">
                    <a:moveTo>
                      <a:pt x="67" y="99"/>
                    </a:move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8"/>
                      <a:pt x="66" y="96"/>
                      <a:pt x="66" y="95"/>
                    </a:cubicBezTo>
                    <a:cubicBezTo>
                      <a:pt x="66" y="95"/>
                      <a:pt x="67" y="94"/>
                      <a:pt x="67" y="94"/>
                    </a:cubicBezTo>
                    <a:cubicBezTo>
                      <a:pt x="68" y="93"/>
                      <a:pt x="69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8" y="115"/>
                      <a:pt x="78" y="116"/>
                      <a:pt x="77" y="116"/>
                    </a:cubicBezTo>
                    <a:cubicBezTo>
                      <a:pt x="77" y="116"/>
                      <a:pt x="77" y="116"/>
                      <a:pt x="77" y="116"/>
                    </a:cubicBezTo>
                    <a:cubicBezTo>
                      <a:pt x="75" y="116"/>
                      <a:pt x="74" y="114"/>
                      <a:pt x="73" y="112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1" y="113"/>
                      <a:pt x="71" y="113"/>
                      <a:pt x="71" y="113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7" y="159"/>
                      <a:pt x="91" y="166"/>
                      <a:pt x="102" y="166"/>
                    </a:cubicBezTo>
                    <a:cubicBezTo>
                      <a:pt x="104" y="166"/>
                      <a:pt x="107" y="165"/>
                      <a:pt x="111" y="164"/>
                    </a:cubicBezTo>
                    <a:cubicBezTo>
                      <a:pt x="123" y="161"/>
                      <a:pt x="127" y="155"/>
                      <a:pt x="127" y="147"/>
                    </a:cubicBezTo>
                    <a:cubicBezTo>
                      <a:pt x="127" y="144"/>
                      <a:pt x="126" y="141"/>
                      <a:pt x="125" y="137"/>
                    </a:cubicBezTo>
                    <a:cubicBezTo>
                      <a:pt x="120" y="119"/>
                      <a:pt x="120" y="119"/>
                      <a:pt x="120" y="119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1"/>
                      <a:pt x="118" y="122"/>
                      <a:pt x="118" y="123"/>
                    </a:cubicBezTo>
                    <a:cubicBezTo>
                      <a:pt x="118" y="125"/>
                      <a:pt x="117" y="126"/>
                      <a:pt x="114" y="127"/>
                    </a:cubicBezTo>
                    <a:cubicBezTo>
                      <a:pt x="88" y="134"/>
                      <a:pt x="88" y="134"/>
                      <a:pt x="88" y="134"/>
                    </a:cubicBezTo>
                    <a:cubicBezTo>
                      <a:pt x="87" y="135"/>
                      <a:pt x="86" y="135"/>
                      <a:pt x="85" y="135"/>
                    </a:cubicBezTo>
                    <a:cubicBezTo>
                      <a:pt x="83" y="135"/>
                      <a:pt x="82" y="134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8"/>
                      <a:pt x="80" y="127"/>
                      <a:pt x="80" y="126"/>
                    </a:cubicBezTo>
                    <a:cubicBezTo>
                      <a:pt x="80" y="124"/>
                      <a:pt x="81" y="122"/>
                      <a:pt x="83" y="120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69" y="89"/>
                      <a:pt x="69" y="89"/>
                      <a:pt x="68" y="89"/>
                    </a:cubicBezTo>
                    <a:cubicBezTo>
                      <a:pt x="64" y="89"/>
                      <a:pt x="62" y="88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2"/>
                      <a:pt x="59" y="80"/>
                      <a:pt x="59" y="78"/>
                    </a:cubicBezTo>
                    <a:cubicBezTo>
                      <a:pt x="59" y="77"/>
                      <a:pt x="59" y="75"/>
                      <a:pt x="60" y="7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5" y="56"/>
                      <a:pt x="88" y="57"/>
                      <a:pt x="91" y="61"/>
                    </a:cubicBezTo>
                    <a:cubicBezTo>
                      <a:pt x="91" y="62"/>
                      <a:pt x="91" y="62"/>
                      <a:pt x="91" y="62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9"/>
                      <a:pt x="83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2" y="51"/>
                      <a:pt x="82" y="51"/>
                    </a:cubicBezTo>
                    <a:cubicBezTo>
                      <a:pt x="81" y="51"/>
                      <a:pt x="80" y="51"/>
                      <a:pt x="79" y="51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3" y="41"/>
                      <a:pt x="74" y="41"/>
                      <a:pt x="75" y="41"/>
                    </a:cubicBezTo>
                    <a:cubicBezTo>
                      <a:pt x="76" y="41"/>
                      <a:pt x="77" y="41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9" y="30"/>
                      <a:pt x="70" y="31"/>
                      <a:pt x="70" y="32"/>
                    </a:cubicBezTo>
                    <a:cubicBezTo>
                      <a:pt x="70" y="33"/>
                      <a:pt x="69" y="34"/>
                      <a:pt x="67" y="36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52"/>
                      <a:pt x="42" y="52"/>
                      <a:pt x="41" y="52"/>
                    </a:cubicBezTo>
                    <a:cubicBezTo>
                      <a:pt x="39" y="52"/>
                      <a:pt x="38" y="51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46"/>
                      <a:pt x="34" y="45"/>
                      <a:pt x="34" y="43"/>
                    </a:cubicBezTo>
                    <a:cubicBezTo>
                      <a:pt x="34" y="42"/>
                      <a:pt x="34" y="40"/>
                      <a:pt x="35" y="3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8" y="15"/>
                      <a:pt x="7" y="15"/>
                    </a:cubicBezTo>
                    <a:cubicBezTo>
                      <a:pt x="5" y="15"/>
                      <a:pt x="4" y="14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2"/>
                      <a:pt x="11" y="21"/>
                      <a:pt x="11" y="20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8" y="37"/>
                      <a:pt x="27" y="37"/>
                      <a:pt x="27" y="37"/>
                    </a:cubicBezTo>
                    <a:cubicBezTo>
                      <a:pt x="26" y="37"/>
                      <a:pt x="24" y="35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3"/>
                      <a:pt x="46" y="62"/>
                      <a:pt x="46" y="61"/>
                    </a:cubicBezTo>
                    <a:cubicBezTo>
                      <a:pt x="46" y="60"/>
                      <a:pt x="47" y="59"/>
                      <a:pt x="49" y="57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9"/>
                      <a:pt x="53" y="70"/>
                      <a:pt x="53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1" y="70"/>
                      <a:pt x="50" y="69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6" y="100"/>
                      <a:pt x="66" y="100"/>
                      <a:pt x="66" y="100"/>
                    </a:cubicBezTo>
                    <a:lnTo>
                      <a:pt x="67" y="99"/>
                    </a:lnTo>
                    <a:close/>
                    <a:moveTo>
                      <a:pt x="90" y="142"/>
                    </a:move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7" y="134"/>
                      <a:pt x="118" y="134"/>
                      <a:pt x="119" y="134"/>
                    </a:cubicBezTo>
                    <a:cubicBezTo>
                      <a:pt x="120" y="134"/>
                      <a:pt x="121" y="135"/>
                      <a:pt x="122" y="138"/>
                    </a:cubicBezTo>
                    <a:cubicBezTo>
                      <a:pt x="122" y="140"/>
                      <a:pt x="123" y="142"/>
                      <a:pt x="123" y="144"/>
                    </a:cubicBezTo>
                    <a:cubicBezTo>
                      <a:pt x="123" y="151"/>
                      <a:pt x="117" y="154"/>
                      <a:pt x="109" y="156"/>
                    </a:cubicBezTo>
                    <a:cubicBezTo>
                      <a:pt x="105" y="157"/>
                      <a:pt x="102" y="158"/>
                      <a:pt x="99" y="158"/>
                    </a:cubicBezTo>
                    <a:cubicBezTo>
                      <a:pt x="93" y="158"/>
                      <a:pt x="90" y="155"/>
                      <a:pt x="88" y="147"/>
                    </a:cubicBezTo>
                    <a:cubicBezTo>
                      <a:pt x="87" y="146"/>
                      <a:pt x="87" y="146"/>
                      <a:pt x="87" y="145"/>
                    </a:cubicBezTo>
                    <a:cubicBezTo>
                      <a:pt x="87" y="143"/>
                      <a:pt x="88" y="143"/>
                      <a:pt x="90" y="142"/>
                    </a:cubicBezTo>
                    <a:moveTo>
                      <a:pt x="100" y="92"/>
                    </a:moveTo>
                    <a:cubicBezTo>
                      <a:pt x="86" y="107"/>
                      <a:pt x="86" y="107"/>
                      <a:pt x="86" y="107"/>
                    </a:cubicBezTo>
                    <a:cubicBezTo>
                      <a:pt x="80" y="93"/>
                      <a:pt x="80" y="93"/>
                      <a:pt x="80" y="93"/>
                    </a:cubicBezTo>
                    <a:lnTo>
                      <a:pt x="100" y="92"/>
                    </a:lnTo>
                    <a:close/>
                    <a:moveTo>
                      <a:pt x="23" y="14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34" y="25"/>
                      <a:pt x="34" y="25"/>
                      <a:pt x="34" y="25"/>
                    </a:cubicBezTo>
                    <a:lnTo>
                      <a:pt x="2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0" name="Freeform 90">
                <a:extLst>
                  <a:ext uri="{FF2B5EF4-FFF2-40B4-BE49-F238E27FC236}">
                    <a16:creationId xmlns:a16="http://schemas.microsoft.com/office/drawing/2014/main" id="{5B6FDA6E-90F9-495E-B705-1389873BBB4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0" y="7722"/>
                <a:ext cx="35" cy="30"/>
              </a:xfrm>
              <a:custGeom>
                <a:avLst/>
                <a:gdLst>
                  <a:gd name="T0" fmla="*/ 6 w 47"/>
                  <a:gd name="T1" fmla="*/ 11 h 40"/>
                  <a:gd name="T2" fmla="*/ 2 w 47"/>
                  <a:gd name="T3" fmla="*/ 6 h 40"/>
                  <a:gd name="T4" fmla="*/ 2 w 47"/>
                  <a:gd name="T5" fmla="*/ 5 h 40"/>
                  <a:gd name="T6" fmla="*/ 2 w 47"/>
                  <a:gd name="T7" fmla="*/ 5 h 40"/>
                  <a:gd name="T8" fmla="*/ 0 w 47"/>
                  <a:gd name="T9" fmla="*/ 6 h 40"/>
                  <a:gd name="T10" fmla="*/ 5 w 47"/>
                  <a:gd name="T11" fmla="*/ 40 h 40"/>
                  <a:gd name="T12" fmla="*/ 15 w 47"/>
                  <a:gd name="T13" fmla="*/ 39 h 40"/>
                  <a:gd name="T14" fmla="*/ 14 w 47"/>
                  <a:gd name="T15" fmla="*/ 36 h 40"/>
                  <a:gd name="T16" fmla="*/ 14 w 47"/>
                  <a:gd name="T17" fmla="*/ 36 h 40"/>
                  <a:gd name="T18" fmla="*/ 13 w 47"/>
                  <a:gd name="T19" fmla="*/ 36 h 40"/>
                  <a:gd name="T20" fmla="*/ 7 w 47"/>
                  <a:gd name="T21" fmla="*/ 29 h 40"/>
                  <a:gd name="T22" fmla="*/ 6 w 47"/>
                  <a:gd name="T23" fmla="*/ 23 h 40"/>
                  <a:gd name="T24" fmla="*/ 6 w 47"/>
                  <a:gd name="T25" fmla="*/ 21 h 40"/>
                  <a:gd name="T26" fmla="*/ 10 w 47"/>
                  <a:gd name="T27" fmla="*/ 18 h 40"/>
                  <a:gd name="T28" fmla="*/ 22 w 47"/>
                  <a:gd name="T29" fmla="*/ 17 h 40"/>
                  <a:gd name="T30" fmla="*/ 24 w 47"/>
                  <a:gd name="T31" fmla="*/ 25 h 40"/>
                  <a:gd name="T32" fmla="*/ 24 w 47"/>
                  <a:gd name="T33" fmla="*/ 27 h 40"/>
                  <a:gd name="T34" fmla="*/ 19 w 47"/>
                  <a:gd name="T35" fmla="*/ 31 h 40"/>
                  <a:gd name="T36" fmla="*/ 19 w 47"/>
                  <a:gd name="T37" fmla="*/ 31 h 40"/>
                  <a:gd name="T38" fmla="*/ 20 w 47"/>
                  <a:gd name="T39" fmla="*/ 33 h 40"/>
                  <a:gd name="T40" fmla="*/ 33 w 47"/>
                  <a:gd name="T41" fmla="*/ 31 h 40"/>
                  <a:gd name="T42" fmla="*/ 32 w 47"/>
                  <a:gd name="T43" fmla="*/ 29 h 40"/>
                  <a:gd name="T44" fmla="*/ 32 w 47"/>
                  <a:gd name="T45" fmla="*/ 29 h 40"/>
                  <a:gd name="T46" fmla="*/ 30 w 47"/>
                  <a:gd name="T47" fmla="*/ 29 h 40"/>
                  <a:gd name="T48" fmla="*/ 27 w 47"/>
                  <a:gd name="T49" fmla="*/ 25 h 40"/>
                  <a:gd name="T50" fmla="*/ 25 w 47"/>
                  <a:gd name="T51" fmla="*/ 16 h 40"/>
                  <a:gd name="T52" fmla="*/ 36 w 47"/>
                  <a:gd name="T53" fmla="*/ 14 h 40"/>
                  <a:gd name="T54" fmla="*/ 38 w 47"/>
                  <a:gd name="T55" fmla="*/ 14 h 40"/>
                  <a:gd name="T56" fmla="*/ 41 w 47"/>
                  <a:gd name="T57" fmla="*/ 18 h 40"/>
                  <a:gd name="T58" fmla="*/ 42 w 47"/>
                  <a:gd name="T59" fmla="*/ 22 h 40"/>
                  <a:gd name="T60" fmla="*/ 42 w 47"/>
                  <a:gd name="T61" fmla="*/ 25 h 40"/>
                  <a:gd name="T62" fmla="*/ 37 w 47"/>
                  <a:gd name="T63" fmla="*/ 32 h 40"/>
                  <a:gd name="T64" fmla="*/ 37 w 47"/>
                  <a:gd name="T65" fmla="*/ 32 h 40"/>
                  <a:gd name="T66" fmla="*/ 37 w 47"/>
                  <a:gd name="T67" fmla="*/ 34 h 40"/>
                  <a:gd name="T68" fmla="*/ 47 w 47"/>
                  <a:gd name="T69" fmla="*/ 32 h 40"/>
                  <a:gd name="T70" fmla="*/ 42 w 47"/>
                  <a:gd name="T71" fmla="*/ 0 h 40"/>
                  <a:gd name="T72" fmla="*/ 40 w 47"/>
                  <a:gd name="T73" fmla="*/ 0 h 40"/>
                  <a:gd name="T74" fmla="*/ 40 w 47"/>
                  <a:gd name="T75" fmla="*/ 0 h 40"/>
                  <a:gd name="T76" fmla="*/ 40 w 47"/>
                  <a:gd name="T77" fmla="*/ 3 h 40"/>
                  <a:gd name="T78" fmla="*/ 35 w 47"/>
                  <a:gd name="T79" fmla="*/ 6 h 40"/>
                  <a:gd name="T80" fmla="*/ 8 w 47"/>
                  <a:gd name="T81" fmla="*/ 10 h 40"/>
                  <a:gd name="T82" fmla="*/ 6 w 47"/>
                  <a:gd name="T83" fmla="*/ 1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6" y="11"/>
                    </a:moveTo>
                    <a:cubicBezTo>
                      <a:pt x="3" y="11"/>
                      <a:pt x="3" y="10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3" y="36"/>
                    </a:cubicBezTo>
                    <a:cubicBezTo>
                      <a:pt x="10" y="36"/>
                      <a:pt x="8" y="35"/>
                      <a:pt x="7" y="29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9"/>
                      <a:pt x="6" y="19"/>
                      <a:pt x="10" y="1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7"/>
                      <a:pt x="24" y="27"/>
                    </a:cubicBezTo>
                    <a:cubicBezTo>
                      <a:pt x="24" y="30"/>
                      <a:pt x="23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0" y="29"/>
                    </a:cubicBezTo>
                    <a:cubicBezTo>
                      <a:pt x="28" y="29"/>
                      <a:pt x="27" y="28"/>
                      <a:pt x="27" y="2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8" y="14"/>
                    </a:cubicBezTo>
                    <a:cubicBezTo>
                      <a:pt x="40" y="14"/>
                      <a:pt x="41" y="15"/>
                      <a:pt x="41" y="18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4"/>
                      <a:pt x="42" y="25"/>
                    </a:cubicBezTo>
                    <a:cubicBezTo>
                      <a:pt x="42" y="30"/>
                      <a:pt x="40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40" y="2"/>
                      <a:pt x="40" y="3"/>
                    </a:cubicBezTo>
                    <a:cubicBezTo>
                      <a:pt x="40" y="5"/>
                      <a:pt x="39" y="6"/>
                      <a:pt x="35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1" name="Freeform 91">
                <a:extLst>
                  <a:ext uri="{FF2B5EF4-FFF2-40B4-BE49-F238E27FC236}">
                    <a16:creationId xmlns:a16="http://schemas.microsoft.com/office/drawing/2014/main" id="{11B974AA-2B2D-4CD9-AC48-C2AF08E8097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4" y="7759"/>
                <a:ext cx="32" cy="44"/>
              </a:xfrm>
              <a:custGeom>
                <a:avLst/>
                <a:gdLst>
                  <a:gd name="T0" fmla="*/ 36 w 43"/>
                  <a:gd name="T1" fmla="*/ 7 h 59"/>
                  <a:gd name="T2" fmla="*/ 35 w 43"/>
                  <a:gd name="T3" fmla="*/ 7 h 59"/>
                  <a:gd name="T4" fmla="*/ 8 w 43"/>
                  <a:gd name="T5" fmla="*/ 6 h 59"/>
                  <a:gd name="T6" fmla="*/ 3 w 43"/>
                  <a:gd name="T7" fmla="*/ 1 h 59"/>
                  <a:gd name="T8" fmla="*/ 3 w 43"/>
                  <a:gd name="T9" fmla="*/ 1 h 59"/>
                  <a:gd name="T10" fmla="*/ 3 w 43"/>
                  <a:gd name="T11" fmla="*/ 0 h 59"/>
                  <a:gd name="T12" fmla="*/ 3 w 43"/>
                  <a:gd name="T13" fmla="*/ 0 h 59"/>
                  <a:gd name="T14" fmla="*/ 1 w 43"/>
                  <a:gd name="T15" fmla="*/ 0 h 59"/>
                  <a:gd name="T16" fmla="*/ 1 w 43"/>
                  <a:gd name="T17" fmla="*/ 0 h 59"/>
                  <a:gd name="T18" fmla="*/ 1 w 43"/>
                  <a:gd name="T19" fmla="*/ 17 h 59"/>
                  <a:gd name="T20" fmla="*/ 3 w 43"/>
                  <a:gd name="T21" fmla="*/ 17 h 59"/>
                  <a:gd name="T22" fmla="*/ 3 w 43"/>
                  <a:gd name="T23" fmla="*/ 17 h 59"/>
                  <a:gd name="T24" fmla="*/ 8 w 43"/>
                  <a:gd name="T25" fmla="*/ 11 h 59"/>
                  <a:gd name="T26" fmla="*/ 8 w 43"/>
                  <a:gd name="T27" fmla="*/ 11 h 59"/>
                  <a:gd name="T28" fmla="*/ 37 w 43"/>
                  <a:gd name="T29" fmla="*/ 11 h 59"/>
                  <a:gd name="T30" fmla="*/ 1 w 43"/>
                  <a:gd name="T31" fmla="*/ 25 h 59"/>
                  <a:gd name="T32" fmla="*/ 1 w 43"/>
                  <a:gd name="T33" fmla="*/ 30 h 59"/>
                  <a:gd name="T34" fmla="*/ 37 w 43"/>
                  <a:gd name="T35" fmla="*/ 45 h 59"/>
                  <a:gd name="T36" fmla="*/ 8 w 43"/>
                  <a:gd name="T37" fmla="*/ 45 h 59"/>
                  <a:gd name="T38" fmla="*/ 2 w 43"/>
                  <a:gd name="T39" fmla="*/ 40 h 59"/>
                  <a:gd name="T40" fmla="*/ 2 w 43"/>
                  <a:gd name="T41" fmla="*/ 39 h 59"/>
                  <a:gd name="T42" fmla="*/ 2 w 43"/>
                  <a:gd name="T43" fmla="*/ 39 h 59"/>
                  <a:gd name="T44" fmla="*/ 1 w 43"/>
                  <a:gd name="T45" fmla="*/ 39 h 59"/>
                  <a:gd name="T46" fmla="*/ 0 w 43"/>
                  <a:gd name="T47" fmla="*/ 58 h 59"/>
                  <a:gd name="T48" fmla="*/ 2 w 43"/>
                  <a:gd name="T49" fmla="*/ 58 h 59"/>
                  <a:gd name="T50" fmla="*/ 2 w 43"/>
                  <a:gd name="T51" fmla="*/ 58 h 59"/>
                  <a:gd name="T52" fmla="*/ 7 w 43"/>
                  <a:gd name="T53" fmla="*/ 52 h 59"/>
                  <a:gd name="T54" fmla="*/ 8 w 43"/>
                  <a:gd name="T55" fmla="*/ 52 h 59"/>
                  <a:gd name="T56" fmla="*/ 35 w 43"/>
                  <a:gd name="T57" fmla="*/ 53 h 59"/>
                  <a:gd name="T58" fmla="*/ 40 w 43"/>
                  <a:gd name="T59" fmla="*/ 58 h 59"/>
                  <a:gd name="T60" fmla="*/ 40 w 43"/>
                  <a:gd name="T61" fmla="*/ 58 h 59"/>
                  <a:gd name="T62" fmla="*/ 40 w 43"/>
                  <a:gd name="T63" fmla="*/ 59 h 59"/>
                  <a:gd name="T64" fmla="*/ 42 w 43"/>
                  <a:gd name="T65" fmla="*/ 59 h 59"/>
                  <a:gd name="T66" fmla="*/ 42 w 43"/>
                  <a:gd name="T67" fmla="*/ 43 h 59"/>
                  <a:gd name="T68" fmla="*/ 9 w 43"/>
                  <a:gd name="T69" fmla="*/ 29 h 59"/>
                  <a:gd name="T70" fmla="*/ 43 w 43"/>
                  <a:gd name="T71" fmla="*/ 16 h 59"/>
                  <a:gd name="T72" fmla="*/ 43 w 43"/>
                  <a:gd name="T73" fmla="*/ 1 h 59"/>
                  <a:gd name="T74" fmla="*/ 41 w 43"/>
                  <a:gd name="T75" fmla="*/ 1 h 59"/>
                  <a:gd name="T76" fmla="*/ 41 w 43"/>
                  <a:gd name="T77" fmla="*/ 1 h 59"/>
                  <a:gd name="T78" fmla="*/ 36 w 43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9">
                    <a:moveTo>
                      <a:pt x="36" y="7"/>
                    </a:moveTo>
                    <a:cubicBezTo>
                      <a:pt x="35" y="7"/>
                      <a:pt x="35" y="7"/>
                      <a:pt x="35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3" y="5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2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3" y="45"/>
                      <a:pt x="3" y="44"/>
                      <a:pt x="2" y="40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3"/>
                      <a:pt x="3" y="52"/>
                      <a:pt x="7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9" y="53"/>
                      <a:pt x="40" y="54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6"/>
                      <a:pt x="40" y="7"/>
                      <a:pt x="36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2" name="Freeform 92">
                <a:extLst>
                  <a:ext uri="{FF2B5EF4-FFF2-40B4-BE49-F238E27FC236}">
                    <a16:creationId xmlns:a16="http://schemas.microsoft.com/office/drawing/2014/main" id="{90B89FF5-AC6F-4FF5-9E16-8D95408E928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2" y="7809"/>
                <a:ext cx="32" cy="20"/>
              </a:xfrm>
              <a:custGeom>
                <a:avLst/>
                <a:gdLst>
                  <a:gd name="T0" fmla="*/ 42 w 44"/>
                  <a:gd name="T1" fmla="*/ 6 h 26"/>
                  <a:gd name="T2" fmla="*/ 38 w 44"/>
                  <a:gd name="T3" fmla="*/ 11 h 26"/>
                  <a:gd name="T4" fmla="*/ 36 w 44"/>
                  <a:gd name="T5" fmla="*/ 11 h 26"/>
                  <a:gd name="T6" fmla="*/ 9 w 44"/>
                  <a:gd name="T7" fmla="*/ 7 h 26"/>
                  <a:gd name="T8" fmla="*/ 4 w 44"/>
                  <a:gd name="T9" fmla="*/ 3 h 26"/>
                  <a:gd name="T10" fmla="*/ 4 w 44"/>
                  <a:gd name="T11" fmla="*/ 0 h 26"/>
                  <a:gd name="T12" fmla="*/ 4 w 44"/>
                  <a:gd name="T13" fmla="*/ 0 h 26"/>
                  <a:gd name="T14" fmla="*/ 4 w 44"/>
                  <a:gd name="T15" fmla="*/ 0 h 26"/>
                  <a:gd name="T16" fmla="*/ 2 w 44"/>
                  <a:gd name="T17" fmla="*/ 0 h 26"/>
                  <a:gd name="T18" fmla="*/ 0 w 44"/>
                  <a:gd name="T19" fmla="*/ 19 h 26"/>
                  <a:gd name="T20" fmla="*/ 1 w 44"/>
                  <a:gd name="T21" fmla="*/ 20 h 26"/>
                  <a:gd name="T22" fmla="*/ 2 w 44"/>
                  <a:gd name="T23" fmla="*/ 20 h 26"/>
                  <a:gd name="T24" fmla="*/ 5 w 44"/>
                  <a:gd name="T25" fmla="*/ 14 h 26"/>
                  <a:gd name="T26" fmla="*/ 8 w 44"/>
                  <a:gd name="T27" fmla="*/ 15 h 26"/>
                  <a:gd name="T28" fmla="*/ 34 w 44"/>
                  <a:gd name="T29" fmla="*/ 19 h 26"/>
                  <a:gd name="T30" fmla="*/ 39 w 44"/>
                  <a:gd name="T31" fmla="*/ 23 h 26"/>
                  <a:gd name="T32" fmla="*/ 39 w 44"/>
                  <a:gd name="T33" fmla="*/ 25 h 26"/>
                  <a:gd name="T34" fmla="*/ 39 w 44"/>
                  <a:gd name="T35" fmla="*/ 25 h 26"/>
                  <a:gd name="T36" fmla="*/ 41 w 44"/>
                  <a:gd name="T37" fmla="*/ 26 h 26"/>
                  <a:gd name="T38" fmla="*/ 44 w 44"/>
                  <a:gd name="T39" fmla="*/ 6 h 26"/>
                  <a:gd name="T40" fmla="*/ 42 w 44"/>
                  <a:gd name="T4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6">
                    <a:moveTo>
                      <a:pt x="42" y="6"/>
                    </a:moveTo>
                    <a:cubicBezTo>
                      <a:pt x="41" y="10"/>
                      <a:pt x="41" y="11"/>
                      <a:pt x="38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4" y="5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8" y="19"/>
                      <a:pt x="39" y="20"/>
                      <a:pt x="39" y="23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6"/>
                      <a:pt x="42" y="6"/>
                      <a:pt x="4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3" name="Freeform 93">
                <a:extLst>
                  <a:ext uri="{FF2B5EF4-FFF2-40B4-BE49-F238E27FC236}">
                    <a16:creationId xmlns:a16="http://schemas.microsoft.com/office/drawing/2014/main" id="{58CBBAE9-F6E4-4969-8046-E6D594C2606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44" y="7830"/>
                <a:ext cx="37" cy="32"/>
              </a:xfrm>
              <a:custGeom>
                <a:avLst/>
                <a:gdLst>
                  <a:gd name="T0" fmla="*/ 47 w 49"/>
                  <a:gd name="T1" fmla="*/ 11 h 43"/>
                  <a:gd name="T2" fmla="*/ 43 w 49"/>
                  <a:gd name="T3" fmla="*/ 15 h 43"/>
                  <a:gd name="T4" fmla="*/ 40 w 49"/>
                  <a:gd name="T5" fmla="*/ 15 h 43"/>
                  <a:gd name="T6" fmla="*/ 14 w 49"/>
                  <a:gd name="T7" fmla="*/ 8 h 43"/>
                  <a:gd name="T8" fmla="*/ 10 w 49"/>
                  <a:gd name="T9" fmla="*/ 4 h 43"/>
                  <a:gd name="T10" fmla="*/ 10 w 49"/>
                  <a:gd name="T11" fmla="*/ 1 h 43"/>
                  <a:gd name="T12" fmla="*/ 10 w 49"/>
                  <a:gd name="T13" fmla="*/ 1 h 43"/>
                  <a:gd name="T14" fmla="*/ 10 w 49"/>
                  <a:gd name="T15" fmla="*/ 1 h 43"/>
                  <a:gd name="T16" fmla="*/ 8 w 49"/>
                  <a:gd name="T17" fmla="*/ 0 h 43"/>
                  <a:gd name="T18" fmla="*/ 0 w 49"/>
                  <a:gd name="T19" fmla="*/ 33 h 43"/>
                  <a:gd name="T20" fmla="*/ 9 w 49"/>
                  <a:gd name="T21" fmla="*/ 36 h 43"/>
                  <a:gd name="T22" fmla="*/ 9 w 49"/>
                  <a:gd name="T23" fmla="*/ 34 h 43"/>
                  <a:gd name="T24" fmla="*/ 9 w 49"/>
                  <a:gd name="T25" fmla="*/ 34 h 43"/>
                  <a:gd name="T26" fmla="*/ 5 w 49"/>
                  <a:gd name="T27" fmla="*/ 28 h 43"/>
                  <a:gd name="T28" fmla="*/ 5 w 49"/>
                  <a:gd name="T29" fmla="*/ 25 h 43"/>
                  <a:gd name="T30" fmla="*/ 7 w 49"/>
                  <a:gd name="T31" fmla="*/ 18 h 43"/>
                  <a:gd name="T32" fmla="*/ 9 w 49"/>
                  <a:gd name="T33" fmla="*/ 15 h 43"/>
                  <a:gd name="T34" fmla="*/ 12 w 49"/>
                  <a:gd name="T35" fmla="*/ 16 h 43"/>
                  <a:gd name="T36" fmla="*/ 24 w 49"/>
                  <a:gd name="T37" fmla="*/ 19 h 43"/>
                  <a:gd name="T38" fmla="*/ 22 w 49"/>
                  <a:gd name="T39" fmla="*/ 27 h 43"/>
                  <a:gd name="T40" fmla="*/ 19 w 49"/>
                  <a:gd name="T41" fmla="*/ 31 h 43"/>
                  <a:gd name="T42" fmla="*/ 16 w 49"/>
                  <a:gd name="T43" fmla="*/ 31 h 43"/>
                  <a:gd name="T44" fmla="*/ 16 w 49"/>
                  <a:gd name="T45" fmla="*/ 31 h 43"/>
                  <a:gd name="T46" fmla="*/ 15 w 49"/>
                  <a:gd name="T47" fmla="*/ 33 h 43"/>
                  <a:gd name="T48" fmla="*/ 28 w 49"/>
                  <a:gd name="T49" fmla="*/ 37 h 43"/>
                  <a:gd name="T50" fmla="*/ 29 w 49"/>
                  <a:gd name="T51" fmla="*/ 34 h 43"/>
                  <a:gd name="T52" fmla="*/ 29 w 49"/>
                  <a:gd name="T53" fmla="*/ 34 h 43"/>
                  <a:gd name="T54" fmla="*/ 25 w 49"/>
                  <a:gd name="T55" fmla="*/ 31 h 43"/>
                  <a:gd name="T56" fmla="*/ 25 w 49"/>
                  <a:gd name="T57" fmla="*/ 28 h 43"/>
                  <a:gd name="T58" fmla="*/ 27 w 49"/>
                  <a:gd name="T59" fmla="*/ 20 h 43"/>
                  <a:gd name="T60" fmla="*/ 38 w 49"/>
                  <a:gd name="T61" fmla="*/ 22 h 43"/>
                  <a:gd name="T62" fmla="*/ 41 w 49"/>
                  <a:gd name="T63" fmla="*/ 25 h 43"/>
                  <a:gd name="T64" fmla="*/ 41 w 49"/>
                  <a:gd name="T65" fmla="*/ 27 h 43"/>
                  <a:gd name="T66" fmla="*/ 40 w 49"/>
                  <a:gd name="T67" fmla="*/ 32 h 43"/>
                  <a:gd name="T68" fmla="*/ 34 w 49"/>
                  <a:gd name="T69" fmla="*/ 39 h 43"/>
                  <a:gd name="T70" fmla="*/ 32 w 49"/>
                  <a:gd name="T71" fmla="*/ 39 h 43"/>
                  <a:gd name="T72" fmla="*/ 32 w 49"/>
                  <a:gd name="T73" fmla="*/ 38 h 43"/>
                  <a:gd name="T74" fmla="*/ 31 w 49"/>
                  <a:gd name="T75" fmla="*/ 41 h 43"/>
                  <a:gd name="T76" fmla="*/ 40 w 49"/>
                  <a:gd name="T77" fmla="*/ 43 h 43"/>
                  <a:gd name="T78" fmla="*/ 49 w 49"/>
                  <a:gd name="T79" fmla="*/ 11 h 43"/>
                  <a:gd name="T80" fmla="*/ 47 w 49"/>
                  <a:gd name="T81" fmla="*/ 10 h 43"/>
                  <a:gd name="T82" fmla="*/ 47 w 49"/>
                  <a:gd name="T83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9" h="43">
                    <a:moveTo>
                      <a:pt x="47" y="11"/>
                    </a:moveTo>
                    <a:cubicBezTo>
                      <a:pt x="46" y="14"/>
                      <a:pt x="45" y="15"/>
                      <a:pt x="43" y="15"/>
                    </a:cubicBezTo>
                    <a:cubicBezTo>
                      <a:pt x="42" y="15"/>
                      <a:pt x="41" y="15"/>
                      <a:pt x="40" y="1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7"/>
                      <a:pt x="10" y="6"/>
                      <a:pt x="10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3"/>
                      <a:pt x="5" y="31"/>
                      <a:pt x="5" y="28"/>
                    </a:cubicBezTo>
                    <a:cubicBezTo>
                      <a:pt x="5" y="27"/>
                      <a:pt x="5" y="26"/>
                      <a:pt x="5" y="2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6"/>
                      <a:pt x="8" y="15"/>
                      <a:pt x="9" y="15"/>
                    </a:cubicBezTo>
                    <a:cubicBezTo>
                      <a:pt x="10" y="15"/>
                      <a:pt x="11" y="15"/>
                      <a:pt x="12" y="16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31"/>
                      <a:pt x="20" y="31"/>
                      <a:pt x="19" y="31"/>
                    </a:cubicBezTo>
                    <a:cubicBezTo>
                      <a:pt x="18" y="31"/>
                      <a:pt x="17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6" y="33"/>
                      <a:pt x="25" y="33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8"/>
                      <a:pt x="36" y="39"/>
                      <a:pt x="34" y="39"/>
                    </a:cubicBezTo>
                    <a:cubicBezTo>
                      <a:pt x="33" y="39"/>
                      <a:pt x="33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10"/>
                      <a:pt x="47" y="10"/>
                      <a:pt x="47" y="10"/>
                    </a:cubicBezTo>
                    <a:lnTo>
                      <a:pt x="4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4" name="Freeform 94">
                <a:extLst>
                  <a:ext uri="{FF2B5EF4-FFF2-40B4-BE49-F238E27FC236}">
                    <a16:creationId xmlns:a16="http://schemas.microsoft.com/office/drawing/2014/main" id="{CB889906-A35F-4DC3-BF8D-7DE57E72DBA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30" y="7861"/>
                <a:ext cx="40" cy="45"/>
              </a:xfrm>
              <a:custGeom>
                <a:avLst/>
                <a:gdLst>
                  <a:gd name="T0" fmla="*/ 54 w 54"/>
                  <a:gd name="T1" fmla="*/ 17 h 59"/>
                  <a:gd name="T2" fmla="*/ 53 w 54"/>
                  <a:gd name="T3" fmla="*/ 16 h 59"/>
                  <a:gd name="T4" fmla="*/ 53 w 54"/>
                  <a:gd name="T5" fmla="*/ 17 h 59"/>
                  <a:gd name="T6" fmla="*/ 49 w 54"/>
                  <a:gd name="T7" fmla="*/ 21 h 59"/>
                  <a:gd name="T8" fmla="*/ 45 w 54"/>
                  <a:gd name="T9" fmla="*/ 20 h 59"/>
                  <a:gd name="T10" fmla="*/ 21 w 54"/>
                  <a:gd name="T11" fmla="*/ 9 h 59"/>
                  <a:gd name="T12" fmla="*/ 17 w 54"/>
                  <a:gd name="T13" fmla="*/ 5 h 59"/>
                  <a:gd name="T14" fmla="*/ 18 w 54"/>
                  <a:gd name="T15" fmla="*/ 1 h 59"/>
                  <a:gd name="T16" fmla="*/ 18 w 54"/>
                  <a:gd name="T17" fmla="*/ 1 h 59"/>
                  <a:gd name="T18" fmla="*/ 18 w 54"/>
                  <a:gd name="T19" fmla="*/ 1 h 59"/>
                  <a:gd name="T20" fmla="*/ 16 w 54"/>
                  <a:gd name="T21" fmla="*/ 0 h 59"/>
                  <a:gd name="T22" fmla="*/ 9 w 54"/>
                  <a:gd name="T23" fmla="*/ 16 h 59"/>
                  <a:gd name="T24" fmla="*/ 11 w 54"/>
                  <a:gd name="T25" fmla="*/ 17 h 59"/>
                  <a:gd name="T26" fmla="*/ 11 w 54"/>
                  <a:gd name="T27" fmla="*/ 16 h 59"/>
                  <a:gd name="T28" fmla="*/ 15 w 54"/>
                  <a:gd name="T29" fmla="*/ 12 h 59"/>
                  <a:gd name="T30" fmla="*/ 19 w 54"/>
                  <a:gd name="T31" fmla="*/ 13 h 59"/>
                  <a:gd name="T32" fmla="*/ 44 w 54"/>
                  <a:gd name="T33" fmla="*/ 24 h 59"/>
                  <a:gd name="T34" fmla="*/ 3 w 54"/>
                  <a:gd name="T35" fmla="*/ 31 h 59"/>
                  <a:gd name="T36" fmla="*/ 0 w 54"/>
                  <a:gd name="T37" fmla="*/ 37 h 59"/>
                  <a:gd name="T38" fmla="*/ 32 w 54"/>
                  <a:gd name="T39" fmla="*/ 51 h 59"/>
                  <a:gd name="T40" fmla="*/ 36 w 54"/>
                  <a:gd name="T41" fmla="*/ 55 h 59"/>
                  <a:gd name="T42" fmla="*/ 34 w 54"/>
                  <a:gd name="T43" fmla="*/ 58 h 59"/>
                  <a:gd name="T44" fmla="*/ 34 w 54"/>
                  <a:gd name="T45" fmla="*/ 59 h 59"/>
                  <a:gd name="T46" fmla="*/ 36 w 54"/>
                  <a:gd name="T47" fmla="*/ 59 h 59"/>
                  <a:gd name="T48" fmla="*/ 43 w 54"/>
                  <a:gd name="T49" fmla="*/ 44 h 59"/>
                  <a:gd name="T50" fmla="*/ 41 w 54"/>
                  <a:gd name="T51" fmla="*/ 43 h 59"/>
                  <a:gd name="T52" fmla="*/ 41 w 54"/>
                  <a:gd name="T53" fmla="*/ 44 h 59"/>
                  <a:gd name="T54" fmla="*/ 37 w 54"/>
                  <a:gd name="T55" fmla="*/ 48 h 59"/>
                  <a:gd name="T56" fmla="*/ 33 w 54"/>
                  <a:gd name="T57" fmla="*/ 47 h 59"/>
                  <a:gd name="T58" fmla="*/ 10 w 54"/>
                  <a:gd name="T59" fmla="*/ 37 h 59"/>
                  <a:gd name="T60" fmla="*/ 49 w 54"/>
                  <a:gd name="T61" fmla="*/ 30 h 59"/>
                  <a:gd name="T62" fmla="*/ 54 w 54"/>
                  <a:gd name="T6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59">
                    <a:moveTo>
                      <a:pt x="54" y="17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9"/>
                      <a:pt x="50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8"/>
                      <a:pt x="17" y="7"/>
                      <a:pt x="17" y="5"/>
                    </a:cubicBezTo>
                    <a:cubicBezTo>
                      <a:pt x="17" y="4"/>
                      <a:pt x="17" y="3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3"/>
                      <a:pt x="13" y="12"/>
                      <a:pt x="15" y="12"/>
                    </a:cubicBezTo>
                    <a:cubicBezTo>
                      <a:pt x="16" y="12"/>
                      <a:pt x="17" y="13"/>
                      <a:pt x="19" y="1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4" y="52"/>
                      <a:pt x="36" y="53"/>
                      <a:pt x="36" y="55"/>
                    </a:cubicBezTo>
                    <a:cubicBezTo>
                      <a:pt x="36" y="56"/>
                      <a:pt x="35" y="57"/>
                      <a:pt x="34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7"/>
                      <a:pt x="39" y="48"/>
                      <a:pt x="37" y="48"/>
                    </a:cubicBezTo>
                    <a:cubicBezTo>
                      <a:pt x="36" y="48"/>
                      <a:pt x="35" y="47"/>
                      <a:pt x="33" y="4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5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5" name="Freeform 95">
                <a:extLst>
                  <a:ext uri="{FF2B5EF4-FFF2-40B4-BE49-F238E27FC236}">
                    <a16:creationId xmlns:a16="http://schemas.microsoft.com/office/drawing/2014/main" id="{A3B2094D-77AC-465C-B432-1185D426213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45" y="7603"/>
                <a:ext cx="83" cy="79"/>
              </a:xfrm>
              <a:custGeom>
                <a:avLst/>
                <a:gdLst>
                  <a:gd name="T0" fmla="*/ 64 w 112"/>
                  <a:gd name="T1" fmla="*/ 89 h 105"/>
                  <a:gd name="T2" fmla="*/ 93 w 112"/>
                  <a:gd name="T3" fmla="*/ 102 h 105"/>
                  <a:gd name="T4" fmla="*/ 97 w 112"/>
                  <a:gd name="T5" fmla="*/ 97 h 105"/>
                  <a:gd name="T6" fmla="*/ 87 w 112"/>
                  <a:gd name="T7" fmla="*/ 71 h 105"/>
                  <a:gd name="T8" fmla="*/ 88 w 112"/>
                  <a:gd name="T9" fmla="*/ 62 h 105"/>
                  <a:gd name="T10" fmla="*/ 108 w 112"/>
                  <a:gd name="T11" fmla="*/ 46 h 105"/>
                  <a:gd name="T12" fmla="*/ 105 w 112"/>
                  <a:gd name="T13" fmla="*/ 38 h 105"/>
                  <a:gd name="T14" fmla="*/ 81 w 112"/>
                  <a:gd name="T15" fmla="*/ 39 h 105"/>
                  <a:gd name="T16" fmla="*/ 74 w 112"/>
                  <a:gd name="T17" fmla="*/ 33 h 105"/>
                  <a:gd name="T18" fmla="*/ 61 w 112"/>
                  <a:gd name="T19" fmla="*/ 5 h 105"/>
                  <a:gd name="T20" fmla="*/ 53 w 112"/>
                  <a:gd name="T21" fmla="*/ 5 h 105"/>
                  <a:gd name="T22" fmla="*/ 45 w 112"/>
                  <a:gd name="T23" fmla="*/ 31 h 105"/>
                  <a:gd name="T24" fmla="*/ 34 w 112"/>
                  <a:gd name="T25" fmla="*/ 38 h 105"/>
                  <a:gd name="T26" fmla="*/ 6 w 112"/>
                  <a:gd name="T27" fmla="*/ 38 h 105"/>
                  <a:gd name="T28" fmla="*/ 5 w 112"/>
                  <a:gd name="T29" fmla="*/ 47 h 105"/>
                  <a:gd name="T30" fmla="*/ 26 w 112"/>
                  <a:gd name="T31" fmla="*/ 61 h 105"/>
                  <a:gd name="T32" fmla="*/ 30 w 112"/>
                  <a:gd name="T33" fmla="*/ 74 h 105"/>
                  <a:gd name="T34" fmla="*/ 22 w 112"/>
                  <a:gd name="T35" fmla="*/ 98 h 105"/>
                  <a:gd name="T36" fmla="*/ 28 w 112"/>
                  <a:gd name="T37" fmla="*/ 103 h 105"/>
                  <a:gd name="T38" fmla="*/ 52 w 112"/>
                  <a:gd name="T39" fmla="*/ 89 h 105"/>
                  <a:gd name="T40" fmla="*/ 64 w 112"/>
                  <a:gd name="T41" fmla="*/ 89 h 105"/>
                  <a:gd name="T42" fmla="*/ 33 w 112"/>
                  <a:gd name="T43" fmla="*/ 86 h 105"/>
                  <a:gd name="T44" fmla="*/ 40 w 112"/>
                  <a:gd name="T45" fmla="*/ 67 h 105"/>
                  <a:gd name="T46" fmla="*/ 37 w 112"/>
                  <a:gd name="T47" fmla="*/ 59 h 105"/>
                  <a:gd name="T48" fmla="*/ 19 w 112"/>
                  <a:gd name="T49" fmla="*/ 49 h 105"/>
                  <a:gd name="T50" fmla="*/ 20 w 112"/>
                  <a:gd name="T51" fmla="*/ 45 h 105"/>
                  <a:gd name="T52" fmla="*/ 41 w 112"/>
                  <a:gd name="T53" fmla="*/ 46 h 105"/>
                  <a:gd name="T54" fmla="*/ 49 w 112"/>
                  <a:gd name="T55" fmla="*/ 41 h 105"/>
                  <a:gd name="T56" fmla="*/ 55 w 112"/>
                  <a:gd name="T57" fmla="*/ 21 h 105"/>
                  <a:gd name="T58" fmla="*/ 60 w 112"/>
                  <a:gd name="T59" fmla="*/ 20 h 105"/>
                  <a:gd name="T60" fmla="*/ 67 w 112"/>
                  <a:gd name="T61" fmla="*/ 42 h 105"/>
                  <a:gd name="T62" fmla="*/ 73 w 112"/>
                  <a:gd name="T63" fmla="*/ 47 h 105"/>
                  <a:gd name="T64" fmla="*/ 92 w 112"/>
                  <a:gd name="T65" fmla="*/ 45 h 105"/>
                  <a:gd name="T66" fmla="*/ 94 w 112"/>
                  <a:gd name="T67" fmla="*/ 49 h 105"/>
                  <a:gd name="T68" fmla="*/ 78 w 112"/>
                  <a:gd name="T69" fmla="*/ 59 h 105"/>
                  <a:gd name="T70" fmla="*/ 76 w 112"/>
                  <a:gd name="T71" fmla="*/ 67 h 105"/>
                  <a:gd name="T72" fmla="*/ 86 w 112"/>
                  <a:gd name="T73" fmla="*/ 87 h 105"/>
                  <a:gd name="T74" fmla="*/ 83 w 112"/>
                  <a:gd name="T75" fmla="*/ 90 h 105"/>
                  <a:gd name="T76" fmla="*/ 63 w 112"/>
                  <a:gd name="T77" fmla="*/ 77 h 105"/>
                  <a:gd name="T78" fmla="*/ 54 w 112"/>
                  <a:gd name="T79" fmla="*/ 77 h 105"/>
                  <a:gd name="T80" fmla="*/ 37 w 112"/>
                  <a:gd name="T81" fmla="*/ 90 h 105"/>
                  <a:gd name="T82" fmla="*/ 33 w 112"/>
                  <a:gd name="T83" fmla="*/ 8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2" h="105">
                    <a:moveTo>
                      <a:pt x="64" y="89"/>
                    </a:moveTo>
                    <a:cubicBezTo>
                      <a:pt x="93" y="102"/>
                      <a:pt x="93" y="102"/>
                      <a:pt x="93" y="102"/>
                    </a:cubicBezTo>
                    <a:cubicBezTo>
                      <a:pt x="97" y="104"/>
                      <a:pt x="99" y="101"/>
                      <a:pt x="97" y="97"/>
                    </a:cubicBezTo>
                    <a:cubicBezTo>
                      <a:pt x="87" y="71"/>
                      <a:pt x="87" y="71"/>
                      <a:pt x="87" y="71"/>
                    </a:cubicBezTo>
                    <a:cubicBezTo>
                      <a:pt x="85" y="68"/>
                      <a:pt x="85" y="65"/>
                      <a:pt x="88" y="6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12" y="43"/>
                      <a:pt x="111" y="38"/>
                      <a:pt x="105" y="38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7" y="39"/>
                      <a:pt x="75" y="38"/>
                      <a:pt x="74" y="33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0"/>
                      <a:pt x="55" y="0"/>
                      <a:pt x="53" y="5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3" y="35"/>
                      <a:pt x="41" y="37"/>
                      <a:pt x="34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2" y="39"/>
                      <a:pt x="0" y="44"/>
                      <a:pt x="5" y="47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31" y="64"/>
                      <a:pt x="32" y="67"/>
                      <a:pt x="30" y="74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1" y="102"/>
                      <a:pt x="24" y="105"/>
                      <a:pt x="28" y="103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8" y="86"/>
                      <a:pt x="61" y="88"/>
                      <a:pt x="64" y="89"/>
                    </a:cubicBezTo>
                    <a:moveTo>
                      <a:pt x="33" y="86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4"/>
                      <a:pt x="40" y="61"/>
                      <a:pt x="37" y="5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6" y="47"/>
                      <a:pt x="17" y="44"/>
                      <a:pt x="20" y="4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4" y="45"/>
                      <a:pt x="48" y="44"/>
                      <a:pt x="49" y="4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18"/>
                      <a:pt x="59" y="18"/>
                      <a:pt x="60" y="20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4"/>
                      <a:pt x="69" y="47"/>
                      <a:pt x="73" y="47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5" y="45"/>
                      <a:pt x="96" y="48"/>
                      <a:pt x="94" y="4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5" y="61"/>
                      <a:pt x="74" y="64"/>
                      <a:pt x="76" y="67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87" y="89"/>
                      <a:pt x="86" y="91"/>
                      <a:pt x="83" y="90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1" y="76"/>
                      <a:pt x="57" y="76"/>
                      <a:pt x="54" y="77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4" y="92"/>
                      <a:pt x="32" y="90"/>
                      <a:pt x="33" y="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6" name="Freeform 96">
                <a:extLst>
                  <a:ext uri="{FF2B5EF4-FFF2-40B4-BE49-F238E27FC236}">
                    <a16:creationId xmlns:a16="http://schemas.microsoft.com/office/drawing/2014/main" id="{F0BA8AAA-CEDE-419E-908D-2A6F3205F79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00" y="8102"/>
                <a:ext cx="38" cy="53"/>
              </a:xfrm>
              <a:custGeom>
                <a:avLst/>
                <a:gdLst>
                  <a:gd name="T0" fmla="*/ 48 w 50"/>
                  <a:gd name="T1" fmla="*/ 0 h 70"/>
                  <a:gd name="T2" fmla="*/ 2 w 50"/>
                  <a:gd name="T3" fmla="*/ 0 h 70"/>
                  <a:gd name="T4" fmla="*/ 0 w 50"/>
                  <a:gd name="T5" fmla="*/ 3 h 70"/>
                  <a:gd name="T6" fmla="*/ 0 w 50"/>
                  <a:gd name="T7" fmla="*/ 5 h 70"/>
                  <a:gd name="T8" fmla="*/ 2 w 50"/>
                  <a:gd name="T9" fmla="*/ 8 h 70"/>
                  <a:gd name="T10" fmla="*/ 21 w 50"/>
                  <a:gd name="T11" fmla="*/ 8 h 70"/>
                  <a:gd name="T12" fmla="*/ 21 w 50"/>
                  <a:gd name="T13" fmla="*/ 68 h 70"/>
                  <a:gd name="T14" fmla="*/ 25 w 50"/>
                  <a:gd name="T15" fmla="*/ 70 h 70"/>
                  <a:gd name="T16" fmla="*/ 26 w 50"/>
                  <a:gd name="T17" fmla="*/ 70 h 70"/>
                  <a:gd name="T18" fmla="*/ 30 w 50"/>
                  <a:gd name="T19" fmla="*/ 68 h 70"/>
                  <a:gd name="T20" fmla="*/ 30 w 50"/>
                  <a:gd name="T21" fmla="*/ 8 h 70"/>
                  <a:gd name="T22" fmla="*/ 48 w 50"/>
                  <a:gd name="T23" fmla="*/ 8 h 70"/>
                  <a:gd name="T24" fmla="*/ 50 w 50"/>
                  <a:gd name="T25" fmla="*/ 5 h 70"/>
                  <a:gd name="T26" fmla="*/ 50 w 50"/>
                  <a:gd name="T27" fmla="*/ 3 h 70"/>
                  <a:gd name="T28" fmla="*/ 48 w 50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70">
                    <a:moveTo>
                      <a:pt x="4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2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0"/>
                      <a:pt x="30" y="69"/>
                      <a:pt x="30" y="6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8"/>
                      <a:pt x="50" y="7"/>
                      <a:pt x="50" y="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7" name="Freeform 97">
                <a:extLst>
                  <a:ext uri="{FF2B5EF4-FFF2-40B4-BE49-F238E27FC236}">
                    <a16:creationId xmlns:a16="http://schemas.microsoft.com/office/drawing/2014/main" id="{9318F711-06BA-4A67-A033-210ACC01D7E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49" y="8102"/>
                <a:ext cx="40" cy="53"/>
              </a:xfrm>
              <a:custGeom>
                <a:avLst/>
                <a:gdLst>
                  <a:gd name="T0" fmla="*/ 50 w 54"/>
                  <a:gd name="T1" fmla="*/ 0 h 70"/>
                  <a:gd name="T2" fmla="*/ 49 w 54"/>
                  <a:gd name="T3" fmla="*/ 0 h 70"/>
                  <a:gd name="T4" fmla="*/ 45 w 54"/>
                  <a:gd name="T5" fmla="*/ 2 h 70"/>
                  <a:gd name="T6" fmla="*/ 45 w 54"/>
                  <a:gd name="T7" fmla="*/ 31 h 70"/>
                  <a:gd name="T8" fmla="*/ 9 w 54"/>
                  <a:gd name="T9" fmla="*/ 31 h 70"/>
                  <a:gd name="T10" fmla="*/ 9 w 54"/>
                  <a:gd name="T11" fmla="*/ 2 h 70"/>
                  <a:gd name="T12" fmla="*/ 5 w 54"/>
                  <a:gd name="T13" fmla="*/ 0 h 70"/>
                  <a:gd name="T14" fmla="*/ 4 w 54"/>
                  <a:gd name="T15" fmla="*/ 0 h 70"/>
                  <a:gd name="T16" fmla="*/ 0 w 54"/>
                  <a:gd name="T17" fmla="*/ 2 h 70"/>
                  <a:gd name="T18" fmla="*/ 0 w 54"/>
                  <a:gd name="T19" fmla="*/ 68 h 70"/>
                  <a:gd name="T20" fmla="*/ 4 w 54"/>
                  <a:gd name="T21" fmla="*/ 70 h 70"/>
                  <a:gd name="T22" fmla="*/ 5 w 54"/>
                  <a:gd name="T23" fmla="*/ 70 h 70"/>
                  <a:gd name="T24" fmla="*/ 9 w 54"/>
                  <a:gd name="T25" fmla="*/ 68 h 70"/>
                  <a:gd name="T26" fmla="*/ 9 w 54"/>
                  <a:gd name="T27" fmla="*/ 38 h 70"/>
                  <a:gd name="T28" fmla="*/ 45 w 54"/>
                  <a:gd name="T29" fmla="*/ 38 h 70"/>
                  <a:gd name="T30" fmla="*/ 45 w 54"/>
                  <a:gd name="T31" fmla="*/ 68 h 70"/>
                  <a:gd name="T32" fmla="*/ 49 w 54"/>
                  <a:gd name="T33" fmla="*/ 70 h 70"/>
                  <a:gd name="T34" fmla="*/ 50 w 54"/>
                  <a:gd name="T35" fmla="*/ 70 h 70"/>
                  <a:gd name="T36" fmla="*/ 54 w 54"/>
                  <a:gd name="T37" fmla="*/ 68 h 70"/>
                  <a:gd name="T38" fmla="*/ 54 w 54"/>
                  <a:gd name="T39" fmla="*/ 2 h 70"/>
                  <a:gd name="T40" fmla="*/ 50 w 54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70">
                    <a:moveTo>
                      <a:pt x="5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9"/>
                      <a:pt x="46" y="70"/>
                      <a:pt x="49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3" y="70"/>
                      <a:pt x="54" y="69"/>
                      <a:pt x="54" y="6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8" name="Freeform 98">
                <a:extLst>
                  <a:ext uri="{FF2B5EF4-FFF2-40B4-BE49-F238E27FC236}">
                    <a16:creationId xmlns:a16="http://schemas.microsoft.com/office/drawing/2014/main" id="{8E78D9A8-E99B-459D-BD46-6D602E9C179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9" name="Freeform 99">
                <a:extLst>
                  <a:ext uri="{FF2B5EF4-FFF2-40B4-BE49-F238E27FC236}">
                    <a16:creationId xmlns:a16="http://schemas.microsoft.com/office/drawing/2014/main" id="{37865D19-AD78-432C-A219-C28A22BDCE9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69" y="8102"/>
                <a:ext cx="37" cy="53"/>
              </a:xfrm>
              <a:custGeom>
                <a:avLst/>
                <a:gdLst>
                  <a:gd name="T0" fmla="*/ 41 w 49"/>
                  <a:gd name="T1" fmla="*/ 48 h 70"/>
                  <a:gd name="T2" fmla="*/ 32 w 49"/>
                  <a:gd name="T3" fmla="*/ 35 h 70"/>
                  <a:gd name="T4" fmla="*/ 32 w 49"/>
                  <a:gd name="T5" fmla="*/ 35 h 70"/>
                  <a:gd name="T6" fmla="*/ 43 w 49"/>
                  <a:gd name="T7" fmla="*/ 18 h 70"/>
                  <a:gd name="T8" fmla="*/ 19 w 49"/>
                  <a:gd name="T9" fmla="*/ 0 h 70"/>
                  <a:gd name="T10" fmla="*/ 3 w 49"/>
                  <a:gd name="T11" fmla="*/ 0 h 70"/>
                  <a:gd name="T12" fmla="*/ 0 w 49"/>
                  <a:gd name="T13" fmla="*/ 3 h 70"/>
                  <a:gd name="T14" fmla="*/ 0 w 49"/>
                  <a:gd name="T15" fmla="*/ 68 h 70"/>
                  <a:gd name="T16" fmla="*/ 4 w 49"/>
                  <a:gd name="T17" fmla="*/ 70 h 70"/>
                  <a:gd name="T18" fmla="*/ 4 w 49"/>
                  <a:gd name="T19" fmla="*/ 70 h 70"/>
                  <a:gd name="T20" fmla="*/ 8 w 49"/>
                  <a:gd name="T21" fmla="*/ 68 h 70"/>
                  <a:gd name="T22" fmla="*/ 8 w 49"/>
                  <a:gd name="T23" fmla="*/ 39 h 70"/>
                  <a:gd name="T24" fmla="*/ 17 w 49"/>
                  <a:gd name="T25" fmla="*/ 39 h 70"/>
                  <a:gd name="T26" fmla="*/ 32 w 49"/>
                  <a:gd name="T27" fmla="*/ 49 h 70"/>
                  <a:gd name="T28" fmla="*/ 40 w 49"/>
                  <a:gd name="T29" fmla="*/ 69 h 70"/>
                  <a:gd name="T30" fmla="*/ 44 w 49"/>
                  <a:gd name="T31" fmla="*/ 70 h 70"/>
                  <a:gd name="T32" fmla="*/ 45 w 49"/>
                  <a:gd name="T33" fmla="*/ 70 h 70"/>
                  <a:gd name="T34" fmla="*/ 49 w 49"/>
                  <a:gd name="T35" fmla="*/ 69 h 70"/>
                  <a:gd name="T36" fmla="*/ 48 w 49"/>
                  <a:gd name="T37" fmla="*/ 67 h 70"/>
                  <a:gd name="T38" fmla="*/ 41 w 49"/>
                  <a:gd name="T39" fmla="*/ 48 h 70"/>
                  <a:gd name="T40" fmla="*/ 21 w 49"/>
                  <a:gd name="T41" fmla="*/ 32 h 70"/>
                  <a:gd name="T42" fmla="*/ 8 w 49"/>
                  <a:gd name="T43" fmla="*/ 32 h 70"/>
                  <a:gd name="T44" fmla="*/ 8 w 49"/>
                  <a:gd name="T45" fmla="*/ 8 h 70"/>
                  <a:gd name="T46" fmla="*/ 21 w 49"/>
                  <a:gd name="T47" fmla="*/ 8 h 70"/>
                  <a:gd name="T48" fmla="*/ 34 w 49"/>
                  <a:gd name="T49" fmla="*/ 20 h 70"/>
                  <a:gd name="T50" fmla="*/ 21 w 49"/>
                  <a:gd name="T51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0">
                    <a:moveTo>
                      <a:pt x="41" y="48"/>
                    </a:moveTo>
                    <a:cubicBezTo>
                      <a:pt x="38" y="41"/>
                      <a:pt x="36" y="37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9" y="32"/>
                      <a:pt x="43" y="27"/>
                      <a:pt x="43" y="18"/>
                    </a:cubicBezTo>
                    <a:cubicBezTo>
                      <a:pt x="43" y="6"/>
                      <a:pt x="35" y="0"/>
                      <a:pt x="1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25" y="39"/>
                      <a:pt x="29" y="41"/>
                      <a:pt x="32" y="4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70"/>
                      <a:pt x="42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70"/>
                      <a:pt x="49" y="69"/>
                    </a:cubicBezTo>
                    <a:cubicBezTo>
                      <a:pt x="49" y="68"/>
                      <a:pt x="49" y="68"/>
                      <a:pt x="48" y="67"/>
                    </a:cubicBezTo>
                    <a:lnTo>
                      <a:pt x="41" y="48"/>
                    </a:lnTo>
                    <a:close/>
                    <a:moveTo>
                      <a:pt x="21" y="32"/>
                    </a:moveTo>
                    <a:cubicBezTo>
                      <a:pt x="8" y="32"/>
                      <a:pt x="8" y="32"/>
                      <a:pt x="8" y="3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9" y="8"/>
                      <a:pt x="34" y="12"/>
                      <a:pt x="34" y="20"/>
                    </a:cubicBezTo>
                    <a:cubicBezTo>
                      <a:pt x="34" y="26"/>
                      <a:pt x="29" y="32"/>
                      <a:pt x="21" y="3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0" name="Freeform 100">
                <a:extLst>
                  <a:ext uri="{FF2B5EF4-FFF2-40B4-BE49-F238E27FC236}">
                    <a16:creationId xmlns:a16="http://schemas.microsoft.com/office/drawing/2014/main" id="{2B52B7E1-02C5-4D68-9350-2E2E23C69EE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4" y="8102"/>
                <a:ext cx="45" cy="53"/>
              </a:xfrm>
              <a:custGeom>
                <a:avLst/>
                <a:gdLst>
                  <a:gd name="T0" fmla="*/ 30 w 61"/>
                  <a:gd name="T1" fmla="*/ 0 h 71"/>
                  <a:gd name="T2" fmla="*/ 0 w 61"/>
                  <a:gd name="T3" fmla="*/ 35 h 71"/>
                  <a:gd name="T4" fmla="*/ 30 w 61"/>
                  <a:gd name="T5" fmla="*/ 71 h 71"/>
                  <a:gd name="T6" fmla="*/ 61 w 61"/>
                  <a:gd name="T7" fmla="*/ 35 h 71"/>
                  <a:gd name="T8" fmla="*/ 30 w 61"/>
                  <a:gd name="T9" fmla="*/ 0 h 71"/>
                  <a:gd name="T10" fmla="*/ 30 w 61"/>
                  <a:gd name="T11" fmla="*/ 63 h 71"/>
                  <a:gd name="T12" fmla="*/ 9 w 61"/>
                  <a:gd name="T13" fmla="*/ 35 h 71"/>
                  <a:gd name="T14" fmla="*/ 30 w 61"/>
                  <a:gd name="T15" fmla="*/ 7 h 71"/>
                  <a:gd name="T16" fmla="*/ 52 w 61"/>
                  <a:gd name="T17" fmla="*/ 35 h 71"/>
                  <a:gd name="T18" fmla="*/ 30 w 61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1">
                    <a:moveTo>
                      <a:pt x="30" y="0"/>
                    </a:moveTo>
                    <a:cubicBezTo>
                      <a:pt x="10" y="0"/>
                      <a:pt x="0" y="12"/>
                      <a:pt x="0" y="35"/>
                    </a:cubicBezTo>
                    <a:cubicBezTo>
                      <a:pt x="0" y="58"/>
                      <a:pt x="10" y="71"/>
                      <a:pt x="30" y="71"/>
                    </a:cubicBezTo>
                    <a:cubicBezTo>
                      <a:pt x="50" y="71"/>
                      <a:pt x="61" y="58"/>
                      <a:pt x="61" y="35"/>
                    </a:cubicBezTo>
                    <a:cubicBezTo>
                      <a:pt x="61" y="12"/>
                      <a:pt x="50" y="0"/>
                      <a:pt x="30" y="0"/>
                    </a:cubicBezTo>
                    <a:moveTo>
                      <a:pt x="30" y="63"/>
                    </a:moveTo>
                    <a:cubicBezTo>
                      <a:pt x="16" y="63"/>
                      <a:pt x="9" y="53"/>
                      <a:pt x="9" y="35"/>
                    </a:cubicBezTo>
                    <a:cubicBezTo>
                      <a:pt x="9" y="17"/>
                      <a:pt x="16" y="7"/>
                      <a:pt x="30" y="7"/>
                    </a:cubicBezTo>
                    <a:cubicBezTo>
                      <a:pt x="44" y="7"/>
                      <a:pt x="52" y="17"/>
                      <a:pt x="52" y="35"/>
                    </a:cubicBezTo>
                    <a:cubicBezTo>
                      <a:pt x="52" y="53"/>
                      <a:pt x="44" y="63"/>
                      <a:pt x="30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1" name="Freeform 101">
                <a:extLst>
                  <a:ext uri="{FF2B5EF4-FFF2-40B4-BE49-F238E27FC236}">
                    <a16:creationId xmlns:a16="http://schemas.microsoft.com/office/drawing/2014/main" id="{6C4E37FC-8077-45A6-A952-23D7D9C9DCD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8" y="8102"/>
                <a:ext cx="38" cy="53"/>
              </a:xfrm>
              <a:custGeom>
                <a:avLst/>
                <a:gdLst>
                  <a:gd name="T0" fmla="*/ 47 w 52"/>
                  <a:gd name="T1" fmla="*/ 0 h 70"/>
                  <a:gd name="T2" fmla="*/ 43 w 52"/>
                  <a:gd name="T3" fmla="*/ 2 h 70"/>
                  <a:gd name="T4" fmla="*/ 26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4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1 w 52"/>
                  <a:gd name="T17" fmla="*/ 34 h 70"/>
                  <a:gd name="T18" fmla="*/ 21 w 52"/>
                  <a:gd name="T19" fmla="*/ 68 h 70"/>
                  <a:gd name="T20" fmla="*/ 25 w 52"/>
                  <a:gd name="T21" fmla="*/ 70 h 70"/>
                  <a:gd name="T22" fmla="*/ 26 w 52"/>
                  <a:gd name="T23" fmla="*/ 70 h 70"/>
                  <a:gd name="T24" fmla="*/ 30 w 52"/>
                  <a:gd name="T25" fmla="*/ 68 h 70"/>
                  <a:gd name="T26" fmla="*/ 30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7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7" y="0"/>
                    </a:moveTo>
                    <a:cubicBezTo>
                      <a:pt x="45" y="0"/>
                      <a:pt x="43" y="1"/>
                      <a:pt x="43" y="2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3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9" y="70"/>
                      <a:pt x="30" y="69"/>
                      <a:pt x="30" y="6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2" name="Freeform 102">
                <a:extLst>
                  <a:ext uri="{FF2B5EF4-FFF2-40B4-BE49-F238E27FC236}">
                    <a16:creationId xmlns:a16="http://schemas.microsoft.com/office/drawing/2014/main" id="{C733809D-9FD3-4871-BA9A-AEAC57655B3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11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1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5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9" y="70"/>
                      <a:pt x="9" y="69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9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3" name="Freeform 103">
                <a:extLst>
                  <a:ext uri="{FF2B5EF4-FFF2-40B4-BE49-F238E27FC236}">
                    <a16:creationId xmlns:a16="http://schemas.microsoft.com/office/drawing/2014/main" id="{DD3AA9D9-2E90-42DF-9471-8465A398C17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5" y="8102"/>
                <a:ext cx="28" cy="53"/>
              </a:xfrm>
              <a:custGeom>
                <a:avLst/>
                <a:gdLst>
                  <a:gd name="T0" fmla="*/ 36 w 38"/>
                  <a:gd name="T1" fmla="*/ 62 h 70"/>
                  <a:gd name="T2" fmla="*/ 9 w 38"/>
                  <a:gd name="T3" fmla="*/ 62 h 70"/>
                  <a:gd name="T4" fmla="*/ 9 w 38"/>
                  <a:gd name="T5" fmla="*/ 2 h 70"/>
                  <a:gd name="T6" fmla="*/ 5 w 38"/>
                  <a:gd name="T7" fmla="*/ 0 h 70"/>
                  <a:gd name="T8" fmla="*/ 4 w 38"/>
                  <a:gd name="T9" fmla="*/ 0 h 70"/>
                  <a:gd name="T10" fmla="*/ 0 w 38"/>
                  <a:gd name="T11" fmla="*/ 2 h 70"/>
                  <a:gd name="T12" fmla="*/ 0 w 38"/>
                  <a:gd name="T13" fmla="*/ 67 h 70"/>
                  <a:gd name="T14" fmla="*/ 3 w 38"/>
                  <a:gd name="T15" fmla="*/ 70 h 70"/>
                  <a:gd name="T16" fmla="*/ 36 w 38"/>
                  <a:gd name="T17" fmla="*/ 70 h 70"/>
                  <a:gd name="T18" fmla="*/ 38 w 38"/>
                  <a:gd name="T19" fmla="*/ 67 h 70"/>
                  <a:gd name="T20" fmla="*/ 38 w 38"/>
                  <a:gd name="T21" fmla="*/ 65 h 70"/>
                  <a:gd name="T22" fmla="*/ 36 w 38"/>
                  <a:gd name="T23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6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0"/>
                      <a:pt x="38" y="69"/>
                      <a:pt x="38" y="67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3"/>
                      <a:pt x="37" y="62"/>
                      <a:pt x="36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4" name="Freeform 104">
                <a:extLst>
                  <a:ext uri="{FF2B5EF4-FFF2-40B4-BE49-F238E27FC236}">
                    <a16:creationId xmlns:a16="http://schemas.microsoft.com/office/drawing/2014/main" id="{53D2F0C8-CA54-4AEB-8092-8337C9003E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19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5" name="Freeform 105">
                <a:extLst>
                  <a:ext uri="{FF2B5EF4-FFF2-40B4-BE49-F238E27FC236}">
                    <a16:creationId xmlns:a16="http://schemas.microsoft.com/office/drawing/2014/main" id="{26A2E00C-7EEE-464C-A208-D0C204E362F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7" y="8102"/>
                <a:ext cx="63" cy="53"/>
              </a:xfrm>
              <a:custGeom>
                <a:avLst/>
                <a:gdLst>
                  <a:gd name="T0" fmla="*/ 80 w 84"/>
                  <a:gd name="T1" fmla="*/ 0 h 70"/>
                  <a:gd name="T2" fmla="*/ 80 w 84"/>
                  <a:gd name="T3" fmla="*/ 0 h 70"/>
                  <a:gd name="T4" fmla="*/ 76 w 84"/>
                  <a:gd name="T5" fmla="*/ 2 h 70"/>
                  <a:gd name="T6" fmla="*/ 61 w 84"/>
                  <a:gd name="T7" fmla="*/ 60 h 70"/>
                  <a:gd name="T8" fmla="*/ 60 w 84"/>
                  <a:gd name="T9" fmla="*/ 51 h 70"/>
                  <a:gd name="T10" fmla="*/ 47 w 84"/>
                  <a:gd name="T11" fmla="*/ 2 h 70"/>
                  <a:gd name="T12" fmla="*/ 43 w 84"/>
                  <a:gd name="T13" fmla="*/ 0 h 70"/>
                  <a:gd name="T14" fmla="*/ 42 w 84"/>
                  <a:gd name="T15" fmla="*/ 0 h 70"/>
                  <a:gd name="T16" fmla="*/ 38 w 84"/>
                  <a:gd name="T17" fmla="*/ 2 h 70"/>
                  <a:gd name="T18" fmla="*/ 23 w 84"/>
                  <a:gd name="T19" fmla="*/ 60 h 70"/>
                  <a:gd name="T20" fmla="*/ 22 w 84"/>
                  <a:gd name="T21" fmla="*/ 51 h 70"/>
                  <a:gd name="T22" fmla="*/ 9 w 84"/>
                  <a:gd name="T23" fmla="*/ 2 h 70"/>
                  <a:gd name="T24" fmla="*/ 5 w 84"/>
                  <a:gd name="T25" fmla="*/ 0 h 70"/>
                  <a:gd name="T26" fmla="*/ 4 w 84"/>
                  <a:gd name="T27" fmla="*/ 0 h 70"/>
                  <a:gd name="T28" fmla="*/ 0 w 84"/>
                  <a:gd name="T29" fmla="*/ 2 h 70"/>
                  <a:gd name="T30" fmla="*/ 0 w 84"/>
                  <a:gd name="T31" fmla="*/ 3 h 70"/>
                  <a:gd name="T32" fmla="*/ 17 w 84"/>
                  <a:gd name="T33" fmla="*/ 69 h 70"/>
                  <a:gd name="T34" fmla="*/ 21 w 84"/>
                  <a:gd name="T35" fmla="*/ 70 h 70"/>
                  <a:gd name="T36" fmla="*/ 25 w 84"/>
                  <a:gd name="T37" fmla="*/ 70 h 70"/>
                  <a:gd name="T38" fmla="*/ 29 w 84"/>
                  <a:gd name="T39" fmla="*/ 69 h 70"/>
                  <a:gd name="T40" fmla="*/ 40 w 84"/>
                  <a:gd name="T41" fmla="*/ 28 h 70"/>
                  <a:gd name="T42" fmla="*/ 42 w 84"/>
                  <a:gd name="T43" fmla="*/ 15 h 70"/>
                  <a:gd name="T44" fmla="*/ 44 w 84"/>
                  <a:gd name="T45" fmla="*/ 28 h 70"/>
                  <a:gd name="T46" fmla="*/ 55 w 84"/>
                  <a:gd name="T47" fmla="*/ 69 h 70"/>
                  <a:gd name="T48" fmla="*/ 59 w 84"/>
                  <a:gd name="T49" fmla="*/ 70 h 70"/>
                  <a:gd name="T50" fmla="*/ 63 w 84"/>
                  <a:gd name="T51" fmla="*/ 70 h 70"/>
                  <a:gd name="T52" fmla="*/ 67 w 84"/>
                  <a:gd name="T53" fmla="*/ 69 h 70"/>
                  <a:gd name="T54" fmla="*/ 84 w 84"/>
                  <a:gd name="T55" fmla="*/ 3 h 70"/>
                  <a:gd name="T56" fmla="*/ 84 w 84"/>
                  <a:gd name="T57" fmla="*/ 2 h 70"/>
                  <a:gd name="T58" fmla="*/ 80 w 84"/>
                  <a:gd name="T5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70"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78" y="0"/>
                      <a:pt x="76" y="1"/>
                      <a:pt x="76" y="2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1" y="60"/>
                      <a:pt x="60" y="54"/>
                      <a:pt x="60" y="5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5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38" y="1"/>
                      <a:pt x="38" y="2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2" y="53"/>
                      <a:pt x="22" y="5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9" y="70"/>
                      <a:pt x="21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9" y="70"/>
                      <a:pt x="29" y="6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70"/>
                      <a:pt x="57" y="70"/>
                      <a:pt x="59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5" y="70"/>
                      <a:pt x="67" y="70"/>
                      <a:pt x="67" y="69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4" y="1"/>
                      <a:pt x="83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6" name="Freeform 106">
                <a:extLst>
                  <a:ext uri="{FF2B5EF4-FFF2-40B4-BE49-F238E27FC236}">
                    <a16:creationId xmlns:a16="http://schemas.microsoft.com/office/drawing/2014/main" id="{3ACD4D2E-054E-4B77-8116-BA1C32E862A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31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7" name="Freeform 107">
                <a:extLst>
                  <a:ext uri="{FF2B5EF4-FFF2-40B4-BE49-F238E27FC236}">
                    <a16:creationId xmlns:a16="http://schemas.microsoft.com/office/drawing/2014/main" id="{B6E2188F-DADC-4E0F-952F-D938174B38F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74" y="8102"/>
                <a:ext cx="40" cy="53"/>
              </a:xfrm>
              <a:custGeom>
                <a:avLst/>
                <a:gdLst>
                  <a:gd name="T0" fmla="*/ 23 w 53"/>
                  <a:gd name="T1" fmla="*/ 0 h 70"/>
                  <a:gd name="T2" fmla="*/ 3 w 53"/>
                  <a:gd name="T3" fmla="*/ 0 h 70"/>
                  <a:gd name="T4" fmla="*/ 0 w 53"/>
                  <a:gd name="T5" fmla="*/ 3 h 70"/>
                  <a:gd name="T6" fmla="*/ 0 w 53"/>
                  <a:gd name="T7" fmla="*/ 67 h 70"/>
                  <a:gd name="T8" fmla="*/ 3 w 53"/>
                  <a:gd name="T9" fmla="*/ 70 h 70"/>
                  <a:gd name="T10" fmla="*/ 23 w 53"/>
                  <a:gd name="T11" fmla="*/ 70 h 70"/>
                  <a:gd name="T12" fmla="*/ 53 w 53"/>
                  <a:gd name="T13" fmla="*/ 35 h 70"/>
                  <a:gd name="T14" fmla="*/ 23 w 53"/>
                  <a:gd name="T15" fmla="*/ 0 h 70"/>
                  <a:gd name="T16" fmla="*/ 22 w 53"/>
                  <a:gd name="T17" fmla="*/ 62 h 70"/>
                  <a:gd name="T18" fmla="*/ 8 w 53"/>
                  <a:gd name="T19" fmla="*/ 62 h 70"/>
                  <a:gd name="T20" fmla="*/ 8 w 53"/>
                  <a:gd name="T21" fmla="*/ 8 h 70"/>
                  <a:gd name="T22" fmla="*/ 22 w 53"/>
                  <a:gd name="T23" fmla="*/ 8 h 70"/>
                  <a:gd name="T24" fmla="*/ 44 w 53"/>
                  <a:gd name="T25" fmla="*/ 35 h 70"/>
                  <a:gd name="T26" fmla="*/ 22 w 53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3" y="61"/>
                      <a:pt x="53" y="35"/>
                    </a:cubicBezTo>
                    <a:cubicBezTo>
                      <a:pt x="53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4" y="8"/>
                      <a:pt x="44" y="15"/>
                      <a:pt x="44" y="35"/>
                    </a:cubicBezTo>
                    <a:cubicBezTo>
                      <a:pt x="44" y="55"/>
                      <a:pt x="34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8" name="Freeform 108">
                <a:extLst>
                  <a:ext uri="{FF2B5EF4-FFF2-40B4-BE49-F238E27FC236}">
                    <a16:creationId xmlns:a16="http://schemas.microsoft.com/office/drawing/2014/main" id="{DB99DF20-AC4D-4437-9E8A-96A3DAC687F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28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9" name="Freeform 109">
                <a:extLst>
                  <a:ext uri="{FF2B5EF4-FFF2-40B4-BE49-F238E27FC236}">
                    <a16:creationId xmlns:a16="http://schemas.microsoft.com/office/drawing/2014/main" id="{85DAD52C-77E7-40E3-89D1-AF0617BCBAB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47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5" y="7"/>
                      <a:pt x="23" y="7"/>
                    </a:cubicBezTo>
                    <a:cubicBezTo>
                      <a:pt x="31" y="7"/>
                      <a:pt x="34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4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0" name="Freeform 110">
                <a:extLst>
                  <a:ext uri="{FF2B5EF4-FFF2-40B4-BE49-F238E27FC236}">
                    <a16:creationId xmlns:a16="http://schemas.microsoft.com/office/drawing/2014/main" id="{7754E629-9742-466B-BB74-6B974E79C44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1" y="8102"/>
                <a:ext cx="40" cy="53"/>
              </a:xfrm>
              <a:custGeom>
                <a:avLst/>
                <a:gdLst>
                  <a:gd name="T0" fmla="*/ 49 w 53"/>
                  <a:gd name="T1" fmla="*/ 0 h 70"/>
                  <a:gd name="T2" fmla="*/ 48 w 53"/>
                  <a:gd name="T3" fmla="*/ 0 h 70"/>
                  <a:gd name="T4" fmla="*/ 44 w 53"/>
                  <a:gd name="T5" fmla="*/ 2 h 70"/>
                  <a:gd name="T6" fmla="*/ 44 w 53"/>
                  <a:gd name="T7" fmla="*/ 31 h 70"/>
                  <a:gd name="T8" fmla="*/ 8 w 53"/>
                  <a:gd name="T9" fmla="*/ 31 h 70"/>
                  <a:gd name="T10" fmla="*/ 8 w 53"/>
                  <a:gd name="T11" fmla="*/ 2 h 70"/>
                  <a:gd name="T12" fmla="*/ 4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38 h 70"/>
                  <a:gd name="T28" fmla="*/ 44 w 53"/>
                  <a:gd name="T29" fmla="*/ 38 h 70"/>
                  <a:gd name="T30" fmla="*/ 44 w 53"/>
                  <a:gd name="T31" fmla="*/ 68 h 70"/>
                  <a:gd name="T32" fmla="*/ 48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4" y="1"/>
                      <a:pt x="44" y="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9"/>
                      <a:pt x="46" y="70"/>
                      <a:pt x="48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1" name="Freeform 111">
                <a:extLst>
                  <a:ext uri="{FF2B5EF4-FFF2-40B4-BE49-F238E27FC236}">
                    <a16:creationId xmlns:a16="http://schemas.microsoft.com/office/drawing/2014/main" id="{51BC1CA5-FB06-434B-B98E-9ED9C42DEB1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562" y="8102"/>
                <a:ext cx="43" cy="53"/>
              </a:xfrm>
              <a:custGeom>
                <a:avLst/>
                <a:gdLst>
                  <a:gd name="T0" fmla="*/ 34 w 58"/>
                  <a:gd name="T1" fmla="*/ 2 h 70"/>
                  <a:gd name="T2" fmla="*/ 31 w 58"/>
                  <a:gd name="T3" fmla="*/ 0 h 70"/>
                  <a:gd name="T4" fmla="*/ 28 w 58"/>
                  <a:gd name="T5" fmla="*/ 0 h 70"/>
                  <a:gd name="T6" fmla="*/ 24 w 58"/>
                  <a:gd name="T7" fmla="*/ 2 h 70"/>
                  <a:gd name="T8" fmla="*/ 0 w 58"/>
                  <a:gd name="T9" fmla="*/ 67 h 70"/>
                  <a:gd name="T10" fmla="*/ 0 w 58"/>
                  <a:gd name="T11" fmla="*/ 68 h 70"/>
                  <a:gd name="T12" fmla="*/ 4 w 58"/>
                  <a:gd name="T13" fmla="*/ 70 h 70"/>
                  <a:gd name="T14" fmla="*/ 5 w 58"/>
                  <a:gd name="T15" fmla="*/ 70 h 70"/>
                  <a:gd name="T16" fmla="*/ 9 w 58"/>
                  <a:gd name="T17" fmla="*/ 69 h 70"/>
                  <a:gd name="T18" fmla="*/ 14 w 58"/>
                  <a:gd name="T19" fmla="*/ 52 h 70"/>
                  <a:gd name="T20" fmla="*/ 43 w 58"/>
                  <a:gd name="T21" fmla="*/ 52 h 70"/>
                  <a:gd name="T22" fmla="*/ 49 w 58"/>
                  <a:gd name="T23" fmla="*/ 69 h 70"/>
                  <a:gd name="T24" fmla="*/ 53 w 58"/>
                  <a:gd name="T25" fmla="*/ 70 h 70"/>
                  <a:gd name="T26" fmla="*/ 54 w 58"/>
                  <a:gd name="T27" fmla="*/ 70 h 70"/>
                  <a:gd name="T28" fmla="*/ 58 w 58"/>
                  <a:gd name="T29" fmla="*/ 68 h 70"/>
                  <a:gd name="T30" fmla="*/ 58 w 58"/>
                  <a:gd name="T31" fmla="*/ 67 h 70"/>
                  <a:gd name="T32" fmla="*/ 34 w 58"/>
                  <a:gd name="T33" fmla="*/ 2 h 70"/>
                  <a:gd name="T34" fmla="*/ 17 w 58"/>
                  <a:gd name="T35" fmla="*/ 45 h 70"/>
                  <a:gd name="T36" fmla="*/ 27 w 58"/>
                  <a:gd name="T37" fmla="*/ 15 h 70"/>
                  <a:gd name="T38" fmla="*/ 29 w 58"/>
                  <a:gd name="T39" fmla="*/ 9 h 70"/>
                  <a:gd name="T40" fmla="*/ 30 w 58"/>
                  <a:gd name="T41" fmla="*/ 15 h 70"/>
                  <a:gd name="T42" fmla="*/ 41 w 58"/>
                  <a:gd name="T43" fmla="*/ 45 h 70"/>
                  <a:gd name="T44" fmla="*/ 17 w 58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70">
                    <a:moveTo>
                      <a:pt x="34" y="2"/>
                    </a:moveTo>
                    <a:cubicBezTo>
                      <a:pt x="34" y="1"/>
                      <a:pt x="32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0" y="70"/>
                      <a:pt x="51" y="70"/>
                      <a:pt x="53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8" y="69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lnTo>
                      <a:pt x="34" y="2"/>
                    </a:lnTo>
                    <a:close/>
                    <a:moveTo>
                      <a:pt x="17" y="4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2" name="Freeform 112">
                <a:extLst>
                  <a:ext uri="{FF2B5EF4-FFF2-40B4-BE49-F238E27FC236}">
                    <a16:creationId xmlns:a16="http://schemas.microsoft.com/office/drawing/2014/main" id="{7CB14141-115D-4B0D-8D64-6C4805A0EB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3" y="8102"/>
                <a:ext cx="39" cy="53"/>
              </a:xfrm>
              <a:custGeom>
                <a:avLst/>
                <a:gdLst>
                  <a:gd name="T0" fmla="*/ 49 w 52"/>
                  <a:gd name="T1" fmla="*/ 58 h 71"/>
                  <a:gd name="T2" fmla="*/ 32 w 52"/>
                  <a:gd name="T3" fmla="*/ 63 h 71"/>
                  <a:gd name="T4" fmla="*/ 9 w 52"/>
                  <a:gd name="T5" fmla="*/ 35 h 71"/>
                  <a:gd name="T6" fmla="*/ 32 w 52"/>
                  <a:gd name="T7" fmla="*/ 7 h 71"/>
                  <a:gd name="T8" fmla="*/ 47 w 52"/>
                  <a:gd name="T9" fmla="*/ 12 h 71"/>
                  <a:gd name="T10" fmla="*/ 51 w 52"/>
                  <a:gd name="T11" fmla="*/ 6 h 71"/>
                  <a:gd name="T12" fmla="*/ 32 w 52"/>
                  <a:gd name="T13" fmla="*/ 0 h 71"/>
                  <a:gd name="T14" fmla="*/ 0 w 52"/>
                  <a:gd name="T15" fmla="*/ 35 h 71"/>
                  <a:gd name="T16" fmla="*/ 32 w 52"/>
                  <a:gd name="T17" fmla="*/ 71 h 71"/>
                  <a:gd name="T18" fmla="*/ 52 w 52"/>
                  <a:gd name="T19" fmla="*/ 63 h 71"/>
                  <a:gd name="T20" fmla="*/ 49 w 52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1">
                    <a:moveTo>
                      <a:pt x="49" y="58"/>
                    </a:moveTo>
                    <a:cubicBezTo>
                      <a:pt x="47" y="58"/>
                      <a:pt x="42" y="63"/>
                      <a:pt x="32" y="63"/>
                    </a:cubicBezTo>
                    <a:cubicBezTo>
                      <a:pt x="16" y="63"/>
                      <a:pt x="9" y="54"/>
                      <a:pt x="9" y="35"/>
                    </a:cubicBezTo>
                    <a:cubicBezTo>
                      <a:pt x="9" y="16"/>
                      <a:pt x="16" y="7"/>
                      <a:pt x="32" y="7"/>
                    </a:cubicBezTo>
                    <a:cubicBezTo>
                      <a:pt x="42" y="7"/>
                      <a:pt x="46" y="12"/>
                      <a:pt x="47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0" y="71"/>
                      <a:pt x="32" y="71"/>
                    </a:cubicBezTo>
                    <a:cubicBezTo>
                      <a:pt x="43" y="71"/>
                      <a:pt x="52" y="66"/>
                      <a:pt x="52" y="63"/>
                    </a:cubicBezTo>
                    <a:cubicBezTo>
                      <a:pt x="52" y="62"/>
                      <a:pt x="50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3" name="Freeform 113">
                <a:extLst>
                  <a:ext uri="{FF2B5EF4-FFF2-40B4-BE49-F238E27FC236}">
                    <a16:creationId xmlns:a16="http://schemas.microsoft.com/office/drawing/2014/main" id="{D42F0F03-DBF7-4D8D-99F0-DB29D6484E5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58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0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4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8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4" name="Freeform 114">
                <a:extLst>
                  <a:ext uri="{FF2B5EF4-FFF2-40B4-BE49-F238E27FC236}">
                    <a16:creationId xmlns:a16="http://schemas.microsoft.com/office/drawing/2014/main" id="{A19ABFC3-4C59-4BDA-AB8A-4F8A666446F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12" y="8102"/>
                <a:ext cx="40" cy="53"/>
              </a:xfrm>
              <a:custGeom>
                <a:avLst/>
                <a:gdLst>
                  <a:gd name="T0" fmla="*/ 23 w 54"/>
                  <a:gd name="T1" fmla="*/ 0 h 70"/>
                  <a:gd name="T2" fmla="*/ 3 w 54"/>
                  <a:gd name="T3" fmla="*/ 0 h 70"/>
                  <a:gd name="T4" fmla="*/ 0 w 54"/>
                  <a:gd name="T5" fmla="*/ 3 h 70"/>
                  <a:gd name="T6" fmla="*/ 0 w 54"/>
                  <a:gd name="T7" fmla="*/ 67 h 70"/>
                  <a:gd name="T8" fmla="*/ 3 w 54"/>
                  <a:gd name="T9" fmla="*/ 70 h 70"/>
                  <a:gd name="T10" fmla="*/ 23 w 54"/>
                  <a:gd name="T11" fmla="*/ 70 h 70"/>
                  <a:gd name="T12" fmla="*/ 54 w 54"/>
                  <a:gd name="T13" fmla="*/ 35 h 70"/>
                  <a:gd name="T14" fmla="*/ 23 w 54"/>
                  <a:gd name="T15" fmla="*/ 0 h 70"/>
                  <a:gd name="T16" fmla="*/ 22 w 54"/>
                  <a:gd name="T17" fmla="*/ 62 h 70"/>
                  <a:gd name="T18" fmla="*/ 9 w 54"/>
                  <a:gd name="T19" fmla="*/ 62 h 70"/>
                  <a:gd name="T20" fmla="*/ 9 w 54"/>
                  <a:gd name="T21" fmla="*/ 8 h 70"/>
                  <a:gd name="T22" fmla="*/ 22 w 54"/>
                  <a:gd name="T23" fmla="*/ 8 h 70"/>
                  <a:gd name="T24" fmla="*/ 45 w 54"/>
                  <a:gd name="T25" fmla="*/ 35 h 70"/>
                  <a:gd name="T26" fmla="*/ 22 w 54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4" y="61"/>
                      <a:pt x="54" y="35"/>
                    </a:cubicBezTo>
                    <a:cubicBezTo>
                      <a:pt x="54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5" y="8"/>
                      <a:pt x="45" y="15"/>
                      <a:pt x="45" y="35"/>
                    </a:cubicBezTo>
                    <a:cubicBezTo>
                      <a:pt x="45" y="55"/>
                      <a:pt x="35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5" name="Freeform 115">
                <a:extLst>
                  <a:ext uri="{FF2B5EF4-FFF2-40B4-BE49-F238E27FC236}">
                    <a16:creationId xmlns:a16="http://schemas.microsoft.com/office/drawing/2014/main" id="{B9B1AB06-1A72-4151-A854-4A37A740A5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66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6" name="Freeform 116">
                <a:extLst>
                  <a:ext uri="{FF2B5EF4-FFF2-40B4-BE49-F238E27FC236}">
                    <a16:creationId xmlns:a16="http://schemas.microsoft.com/office/drawing/2014/main" id="{E96E9F40-2DEA-44A1-98D8-DB5632FAFD0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08" y="8102"/>
                <a:ext cx="49" cy="53"/>
              </a:xfrm>
              <a:custGeom>
                <a:avLst/>
                <a:gdLst>
                  <a:gd name="T0" fmla="*/ 62 w 66"/>
                  <a:gd name="T1" fmla="*/ 0 h 70"/>
                  <a:gd name="T2" fmla="*/ 59 w 66"/>
                  <a:gd name="T3" fmla="*/ 0 h 70"/>
                  <a:gd name="T4" fmla="*/ 55 w 66"/>
                  <a:gd name="T5" fmla="*/ 2 h 70"/>
                  <a:gd name="T6" fmla="*/ 36 w 66"/>
                  <a:gd name="T7" fmla="*/ 35 h 70"/>
                  <a:gd name="T8" fmla="*/ 33 w 66"/>
                  <a:gd name="T9" fmla="*/ 41 h 70"/>
                  <a:gd name="T10" fmla="*/ 31 w 66"/>
                  <a:gd name="T11" fmla="*/ 35 h 70"/>
                  <a:gd name="T12" fmla="*/ 12 w 66"/>
                  <a:gd name="T13" fmla="*/ 2 h 70"/>
                  <a:gd name="T14" fmla="*/ 8 w 66"/>
                  <a:gd name="T15" fmla="*/ 0 h 70"/>
                  <a:gd name="T16" fmla="*/ 4 w 66"/>
                  <a:gd name="T17" fmla="*/ 0 h 70"/>
                  <a:gd name="T18" fmla="*/ 0 w 66"/>
                  <a:gd name="T19" fmla="*/ 2 h 70"/>
                  <a:gd name="T20" fmla="*/ 0 w 66"/>
                  <a:gd name="T21" fmla="*/ 68 h 70"/>
                  <a:gd name="T22" fmla="*/ 4 w 66"/>
                  <a:gd name="T23" fmla="*/ 70 h 70"/>
                  <a:gd name="T24" fmla="*/ 5 w 66"/>
                  <a:gd name="T25" fmla="*/ 70 h 70"/>
                  <a:gd name="T26" fmla="*/ 9 w 66"/>
                  <a:gd name="T27" fmla="*/ 68 h 70"/>
                  <a:gd name="T28" fmla="*/ 9 w 66"/>
                  <a:gd name="T29" fmla="*/ 14 h 70"/>
                  <a:gd name="T30" fmla="*/ 29 w 66"/>
                  <a:gd name="T31" fmla="*/ 49 h 70"/>
                  <a:gd name="T32" fmla="*/ 31 w 66"/>
                  <a:gd name="T33" fmla="*/ 51 h 70"/>
                  <a:gd name="T34" fmla="*/ 35 w 66"/>
                  <a:gd name="T35" fmla="*/ 51 h 70"/>
                  <a:gd name="T36" fmla="*/ 38 w 66"/>
                  <a:gd name="T37" fmla="*/ 49 h 70"/>
                  <a:gd name="T38" fmla="*/ 58 w 66"/>
                  <a:gd name="T39" fmla="*/ 15 h 70"/>
                  <a:gd name="T40" fmla="*/ 58 w 66"/>
                  <a:gd name="T41" fmla="*/ 68 h 70"/>
                  <a:gd name="T42" fmla="*/ 61 w 66"/>
                  <a:gd name="T43" fmla="*/ 70 h 70"/>
                  <a:gd name="T44" fmla="*/ 62 w 66"/>
                  <a:gd name="T45" fmla="*/ 70 h 70"/>
                  <a:gd name="T46" fmla="*/ 66 w 66"/>
                  <a:gd name="T47" fmla="*/ 68 h 70"/>
                  <a:gd name="T48" fmla="*/ 66 w 66"/>
                  <a:gd name="T49" fmla="*/ 2 h 70"/>
                  <a:gd name="T50" fmla="*/ 62 w 66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70">
                    <a:moveTo>
                      <a:pt x="62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0"/>
                      <a:pt x="55" y="1"/>
                      <a:pt x="55" y="2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50"/>
                      <a:pt x="30" y="51"/>
                      <a:pt x="31" y="51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51"/>
                      <a:pt x="37" y="50"/>
                      <a:pt x="38" y="49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9"/>
                      <a:pt x="59" y="70"/>
                      <a:pt x="6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5" y="70"/>
                      <a:pt x="66" y="69"/>
                      <a:pt x="66" y="6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5" y="0"/>
                      <a:pt x="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7" name="Freeform 117">
                <a:extLst>
                  <a:ext uri="{FF2B5EF4-FFF2-40B4-BE49-F238E27FC236}">
                    <a16:creationId xmlns:a16="http://schemas.microsoft.com/office/drawing/2014/main" id="{011A43D6-9A30-4753-A7EF-36299841544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68" y="8102"/>
                <a:ext cx="38" cy="53"/>
              </a:xfrm>
              <a:custGeom>
                <a:avLst/>
                <a:gdLst>
                  <a:gd name="T0" fmla="*/ 48 w 52"/>
                  <a:gd name="T1" fmla="*/ 0 h 70"/>
                  <a:gd name="T2" fmla="*/ 43 w 52"/>
                  <a:gd name="T3" fmla="*/ 2 h 70"/>
                  <a:gd name="T4" fmla="*/ 27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5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2 w 52"/>
                  <a:gd name="T17" fmla="*/ 34 h 70"/>
                  <a:gd name="T18" fmla="*/ 22 w 52"/>
                  <a:gd name="T19" fmla="*/ 68 h 70"/>
                  <a:gd name="T20" fmla="*/ 26 w 52"/>
                  <a:gd name="T21" fmla="*/ 70 h 70"/>
                  <a:gd name="T22" fmla="*/ 27 w 52"/>
                  <a:gd name="T23" fmla="*/ 70 h 70"/>
                  <a:gd name="T24" fmla="*/ 31 w 52"/>
                  <a:gd name="T25" fmla="*/ 68 h 70"/>
                  <a:gd name="T26" fmla="*/ 31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8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8" y="0"/>
                    </a:moveTo>
                    <a:cubicBezTo>
                      <a:pt x="46" y="0"/>
                      <a:pt x="44" y="1"/>
                      <a:pt x="43" y="2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2" y="69"/>
                      <a:pt x="23" y="70"/>
                      <a:pt x="26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9" y="70"/>
                      <a:pt x="31" y="69"/>
                      <a:pt x="31" y="68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8" name="Freeform 118">
                <a:extLst>
                  <a:ext uri="{FF2B5EF4-FFF2-40B4-BE49-F238E27FC236}">
                    <a16:creationId xmlns:a16="http://schemas.microsoft.com/office/drawing/2014/main" id="{F059B1E9-BADD-429F-8309-4E50B05061F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35" y="8102"/>
                <a:ext cx="46" cy="53"/>
              </a:xfrm>
              <a:custGeom>
                <a:avLst/>
                <a:gdLst>
                  <a:gd name="T0" fmla="*/ 31 w 62"/>
                  <a:gd name="T1" fmla="*/ 0 h 71"/>
                  <a:gd name="T2" fmla="*/ 0 w 62"/>
                  <a:gd name="T3" fmla="*/ 35 h 71"/>
                  <a:gd name="T4" fmla="*/ 31 w 62"/>
                  <a:gd name="T5" fmla="*/ 71 h 71"/>
                  <a:gd name="T6" fmla="*/ 62 w 62"/>
                  <a:gd name="T7" fmla="*/ 35 h 71"/>
                  <a:gd name="T8" fmla="*/ 31 w 62"/>
                  <a:gd name="T9" fmla="*/ 0 h 71"/>
                  <a:gd name="T10" fmla="*/ 31 w 62"/>
                  <a:gd name="T11" fmla="*/ 63 h 71"/>
                  <a:gd name="T12" fmla="*/ 10 w 62"/>
                  <a:gd name="T13" fmla="*/ 35 h 71"/>
                  <a:gd name="T14" fmla="*/ 31 w 62"/>
                  <a:gd name="T15" fmla="*/ 7 h 71"/>
                  <a:gd name="T16" fmla="*/ 53 w 62"/>
                  <a:gd name="T17" fmla="*/ 35 h 71"/>
                  <a:gd name="T18" fmla="*/ 31 w 62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1">
                    <a:moveTo>
                      <a:pt x="31" y="0"/>
                    </a:moveTo>
                    <a:cubicBezTo>
                      <a:pt x="11" y="0"/>
                      <a:pt x="0" y="12"/>
                      <a:pt x="0" y="35"/>
                    </a:cubicBezTo>
                    <a:cubicBezTo>
                      <a:pt x="0" y="58"/>
                      <a:pt x="11" y="71"/>
                      <a:pt x="31" y="71"/>
                    </a:cubicBezTo>
                    <a:cubicBezTo>
                      <a:pt x="51" y="71"/>
                      <a:pt x="62" y="58"/>
                      <a:pt x="62" y="35"/>
                    </a:cubicBezTo>
                    <a:cubicBezTo>
                      <a:pt x="62" y="12"/>
                      <a:pt x="51" y="0"/>
                      <a:pt x="31" y="0"/>
                    </a:cubicBezTo>
                    <a:moveTo>
                      <a:pt x="31" y="63"/>
                    </a:moveTo>
                    <a:cubicBezTo>
                      <a:pt x="17" y="63"/>
                      <a:pt x="10" y="53"/>
                      <a:pt x="10" y="35"/>
                    </a:cubicBezTo>
                    <a:cubicBezTo>
                      <a:pt x="10" y="17"/>
                      <a:pt x="17" y="7"/>
                      <a:pt x="31" y="7"/>
                    </a:cubicBezTo>
                    <a:cubicBezTo>
                      <a:pt x="45" y="7"/>
                      <a:pt x="53" y="17"/>
                      <a:pt x="53" y="35"/>
                    </a:cubicBezTo>
                    <a:cubicBezTo>
                      <a:pt x="53" y="53"/>
                      <a:pt x="45" y="63"/>
                      <a:pt x="31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9" name="Freeform 119">
                <a:extLst>
                  <a:ext uri="{FF2B5EF4-FFF2-40B4-BE49-F238E27FC236}">
                    <a16:creationId xmlns:a16="http://schemas.microsoft.com/office/drawing/2014/main" id="{B0BD8230-82C1-4790-A6C3-E0DC3836C2F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94" y="8102"/>
                <a:ext cx="28" cy="53"/>
              </a:xfrm>
              <a:custGeom>
                <a:avLst/>
                <a:gdLst>
                  <a:gd name="T0" fmla="*/ 35 w 37"/>
                  <a:gd name="T1" fmla="*/ 0 h 70"/>
                  <a:gd name="T2" fmla="*/ 3 w 37"/>
                  <a:gd name="T3" fmla="*/ 0 h 70"/>
                  <a:gd name="T4" fmla="*/ 0 w 37"/>
                  <a:gd name="T5" fmla="*/ 3 h 70"/>
                  <a:gd name="T6" fmla="*/ 0 w 37"/>
                  <a:gd name="T7" fmla="*/ 68 h 70"/>
                  <a:gd name="T8" fmla="*/ 4 w 37"/>
                  <a:gd name="T9" fmla="*/ 70 h 70"/>
                  <a:gd name="T10" fmla="*/ 5 w 37"/>
                  <a:gd name="T11" fmla="*/ 70 h 70"/>
                  <a:gd name="T12" fmla="*/ 9 w 37"/>
                  <a:gd name="T13" fmla="*/ 68 h 70"/>
                  <a:gd name="T14" fmla="*/ 9 w 37"/>
                  <a:gd name="T15" fmla="*/ 38 h 70"/>
                  <a:gd name="T16" fmla="*/ 33 w 37"/>
                  <a:gd name="T17" fmla="*/ 38 h 70"/>
                  <a:gd name="T18" fmla="*/ 35 w 37"/>
                  <a:gd name="T19" fmla="*/ 35 h 70"/>
                  <a:gd name="T20" fmla="*/ 35 w 37"/>
                  <a:gd name="T21" fmla="*/ 34 h 70"/>
                  <a:gd name="T22" fmla="*/ 33 w 37"/>
                  <a:gd name="T23" fmla="*/ 31 h 70"/>
                  <a:gd name="T24" fmla="*/ 9 w 37"/>
                  <a:gd name="T25" fmla="*/ 31 h 70"/>
                  <a:gd name="T26" fmla="*/ 9 w 37"/>
                  <a:gd name="T27" fmla="*/ 8 h 70"/>
                  <a:gd name="T28" fmla="*/ 35 w 37"/>
                  <a:gd name="T29" fmla="*/ 8 h 70"/>
                  <a:gd name="T30" fmla="*/ 37 w 37"/>
                  <a:gd name="T31" fmla="*/ 5 h 70"/>
                  <a:gd name="T32" fmla="*/ 37 w 37"/>
                  <a:gd name="T33" fmla="*/ 3 h 70"/>
                  <a:gd name="T34" fmla="*/ 35 w 37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70">
                    <a:moveTo>
                      <a:pt x="3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8"/>
                      <a:pt x="35" y="37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2"/>
                      <a:pt x="34" y="31"/>
                      <a:pt x="33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8"/>
                      <a:pt x="37" y="7"/>
                      <a:pt x="37" y="5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0" name="Freeform 120">
                <a:extLst>
                  <a:ext uri="{FF2B5EF4-FFF2-40B4-BE49-F238E27FC236}">
                    <a16:creationId xmlns:a16="http://schemas.microsoft.com/office/drawing/2014/main" id="{D87B4E53-5300-41B4-9CE3-894ED8EDE66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50" y="8102"/>
                <a:ext cx="32" cy="53"/>
              </a:xfrm>
              <a:custGeom>
                <a:avLst/>
                <a:gdLst>
                  <a:gd name="T0" fmla="*/ 11 w 43"/>
                  <a:gd name="T1" fmla="*/ 19 h 71"/>
                  <a:gd name="T2" fmla="*/ 23 w 43"/>
                  <a:gd name="T3" fmla="*/ 7 h 71"/>
                  <a:gd name="T4" fmla="*/ 36 w 43"/>
                  <a:gd name="T5" fmla="*/ 11 h 71"/>
                  <a:gd name="T6" fmla="*/ 40 w 43"/>
                  <a:gd name="T7" fmla="*/ 6 h 71"/>
                  <a:gd name="T8" fmla="*/ 24 w 43"/>
                  <a:gd name="T9" fmla="*/ 0 h 71"/>
                  <a:gd name="T10" fmla="*/ 2 w 43"/>
                  <a:gd name="T11" fmla="*/ 18 h 71"/>
                  <a:gd name="T12" fmla="*/ 34 w 43"/>
                  <a:gd name="T13" fmla="*/ 51 h 71"/>
                  <a:gd name="T14" fmla="*/ 21 w 43"/>
                  <a:gd name="T15" fmla="*/ 63 h 71"/>
                  <a:gd name="T16" fmla="*/ 4 w 43"/>
                  <a:gd name="T17" fmla="*/ 58 h 71"/>
                  <a:gd name="T18" fmla="*/ 0 w 43"/>
                  <a:gd name="T19" fmla="*/ 63 h 71"/>
                  <a:gd name="T20" fmla="*/ 21 w 43"/>
                  <a:gd name="T21" fmla="*/ 71 h 71"/>
                  <a:gd name="T22" fmla="*/ 43 w 43"/>
                  <a:gd name="T23" fmla="*/ 51 h 71"/>
                  <a:gd name="T24" fmla="*/ 11 w 43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71">
                    <a:moveTo>
                      <a:pt x="11" y="19"/>
                    </a:moveTo>
                    <a:cubicBezTo>
                      <a:pt x="11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40" y="7"/>
                      <a:pt x="40" y="6"/>
                    </a:cubicBezTo>
                    <a:cubicBezTo>
                      <a:pt x="40" y="2"/>
                      <a:pt x="29" y="0"/>
                      <a:pt x="24" y="0"/>
                    </a:cubicBezTo>
                    <a:cubicBezTo>
                      <a:pt x="10" y="0"/>
                      <a:pt x="2" y="7"/>
                      <a:pt x="2" y="18"/>
                    </a:cubicBezTo>
                    <a:cubicBezTo>
                      <a:pt x="2" y="41"/>
                      <a:pt x="34" y="34"/>
                      <a:pt x="34" y="51"/>
                    </a:cubicBezTo>
                    <a:cubicBezTo>
                      <a:pt x="34" y="58"/>
                      <a:pt x="28" y="63"/>
                      <a:pt x="21" y="63"/>
                    </a:cubicBezTo>
                    <a:cubicBezTo>
                      <a:pt x="11" y="63"/>
                      <a:pt x="5" y="58"/>
                      <a:pt x="4" y="58"/>
                    </a:cubicBezTo>
                    <a:cubicBezTo>
                      <a:pt x="3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1" y="71"/>
                    </a:cubicBezTo>
                    <a:cubicBezTo>
                      <a:pt x="34" y="71"/>
                      <a:pt x="43" y="63"/>
                      <a:pt x="43" y="51"/>
                    </a:cubicBezTo>
                    <a:cubicBezTo>
                      <a:pt x="43" y="26"/>
                      <a:pt x="11" y="33"/>
                      <a:pt x="11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1" name="Freeform 121">
                <a:extLst>
                  <a:ext uri="{FF2B5EF4-FFF2-40B4-BE49-F238E27FC236}">
                    <a16:creationId xmlns:a16="http://schemas.microsoft.com/office/drawing/2014/main" id="{D5C92493-129A-4DEC-AB60-80E0EBF1626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9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3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3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3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2" name="Freeform 122">
                <a:extLst>
                  <a:ext uri="{FF2B5EF4-FFF2-40B4-BE49-F238E27FC236}">
                    <a16:creationId xmlns:a16="http://schemas.microsoft.com/office/drawing/2014/main" id="{664F3A5A-1F61-4972-9D5D-8230898B1B5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42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3" name="Freeform 123">
                <a:extLst>
                  <a:ext uri="{FF2B5EF4-FFF2-40B4-BE49-F238E27FC236}">
                    <a16:creationId xmlns:a16="http://schemas.microsoft.com/office/drawing/2014/main" id="{EEFEFBA2-2CFF-41B1-82F4-3EBFB4BD4D4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6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4" name="Freeform 124">
                <a:extLst>
                  <a:ext uri="{FF2B5EF4-FFF2-40B4-BE49-F238E27FC236}">
                    <a16:creationId xmlns:a16="http://schemas.microsoft.com/office/drawing/2014/main" id="{C04F6A1D-1E94-4516-BCD8-F5F39BFF166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09" y="8102"/>
                <a:ext cx="39" cy="53"/>
              </a:xfrm>
              <a:custGeom>
                <a:avLst/>
                <a:gdLst>
                  <a:gd name="T0" fmla="*/ 49 w 53"/>
                  <a:gd name="T1" fmla="*/ 0 h 70"/>
                  <a:gd name="T2" fmla="*/ 49 w 53"/>
                  <a:gd name="T3" fmla="*/ 0 h 70"/>
                  <a:gd name="T4" fmla="*/ 45 w 53"/>
                  <a:gd name="T5" fmla="*/ 2 h 70"/>
                  <a:gd name="T6" fmla="*/ 45 w 53"/>
                  <a:gd name="T7" fmla="*/ 56 h 70"/>
                  <a:gd name="T8" fmla="*/ 42 w 53"/>
                  <a:gd name="T9" fmla="*/ 50 h 70"/>
                  <a:gd name="T10" fmla="*/ 10 w 53"/>
                  <a:gd name="T11" fmla="*/ 2 h 70"/>
                  <a:gd name="T12" fmla="*/ 6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14 h 70"/>
                  <a:gd name="T28" fmla="*/ 11 w 53"/>
                  <a:gd name="T29" fmla="*/ 19 h 70"/>
                  <a:gd name="T30" fmla="*/ 44 w 53"/>
                  <a:gd name="T31" fmla="*/ 69 h 70"/>
                  <a:gd name="T32" fmla="*/ 47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5" y="70"/>
                      <a:pt x="47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5" name="Freeform 125">
                <a:extLst>
                  <a:ext uri="{FF2B5EF4-FFF2-40B4-BE49-F238E27FC236}">
                    <a16:creationId xmlns:a16="http://schemas.microsoft.com/office/drawing/2014/main" id="{3AF956C8-8C65-49E4-8D47-7C11767FE34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6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2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2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6" name="Freeform 126">
                <a:extLst>
                  <a:ext uri="{FF2B5EF4-FFF2-40B4-BE49-F238E27FC236}">
                    <a16:creationId xmlns:a16="http://schemas.microsoft.com/office/drawing/2014/main" id="{D1F39AE2-6195-4380-AF9F-63367F7EFAB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3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7" name="Freeform 127">
                <a:extLst>
                  <a:ext uri="{FF2B5EF4-FFF2-40B4-BE49-F238E27FC236}">
                    <a16:creationId xmlns:a16="http://schemas.microsoft.com/office/drawing/2014/main" id="{5A874E23-279D-401D-9557-DB42D1AC461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52" y="8102"/>
                <a:ext cx="31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8" name="Freeform 128">
                <a:extLst>
                  <a:ext uri="{FF2B5EF4-FFF2-40B4-BE49-F238E27FC236}">
                    <a16:creationId xmlns:a16="http://schemas.microsoft.com/office/drawing/2014/main" id="{17E38EFC-23D2-44B2-BE2C-726F537BD5B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403" y="7563"/>
                <a:ext cx="146" cy="196"/>
              </a:xfrm>
              <a:custGeom>
                <a:avLst/>
                <a:gdLst>
                  <a:gd name="T0" fmla="*/ 197 w 197"/>
                  <a:gd name="T1" fmla="*/ 188 h 262"/>
                  <a:gd name="T2" fmla="*/ 154 w 197"/>
                  <a:gd name="T3" fmla="*/ 127 h 262"/>
                  <a:gd name="T4" fmla="*/ 189 w 197"/>
                  <a:gd name="T5" fmla="*/ 72 h 262"/>
                  <a:gd name="T6" fmla="*/ 100 w 197"/>
                  <a:gd name="T7" fmla="*/ 0 h 262"/>
                  <a:gd name="T8" fmla="*/ 0 w 197"/>
                  <a:gd name="T9" fmla="*/ 0 h 262"/>
                  <a:gd name="T10" fmla="*/ 0 w 197"/>
                  <a:gd name="T11" fmla="*/ 262 h 262"/>
                  <a:gd name="T12" fmla="*/ 109 w 197"/>
                  <a:gd name="T13" fmla="*/ 262 h 262"/>
                  <a:gd name="T14" fmla="*/ 197 w 197"/>
                  <a:gd name="T15" fmla="*/ 188 h 262"/>
                  <a:gd name="T16" fmla="*/ 53 w 197"/>
                  <a:gd name="T17" fmla="*/ 46 h 262"/>
                  <a:gd name="T18" fmla="*/ 97 w 197"/>
                  <a:gd name="T19" fmla="*/ 46 h 262"/>
                  <a:gd name="T20" fmla="*/ 137 w 197"/>
                  <a:gd name="T21" fmla="*/ 77 h 262"/>
                  <a:gd name="T22" fmla="*/ 97 w 197"/>
                  <a:gd name="T23" fmla="*/ 108 h 262"/>
                  <a:gd name="T24" fmla="*/ 53 w 197"/>
                  <a:gd name="T25" fmla="*/ 108 h 262"/>
                  <a:gd name="T26" fmla="*/ 53 w 197"/>
                  <a:gd name="T27" fmla="*/ 46 h 262"/>
                  <a:gd name="T28" fmla="*/ 53 w 197"/>
                  <a:gd name="T29" fmla="*/ 216 h 262"/>
                  <a:gd name="T30" fmla="*/ 53 w 197"/>
                  <a:gd name="T31" fmla="*/ 150 h 262"/>
                  <a:gd name="T32" fmla="*/ 104 w 197"/>
                  <a:gd name="T33" fmla="*/ 150 h 262"/>
                  <a:gd name="T34" fmla="*/ 143 w 197"/>
                  <a:gd name="T35" fmla="*/ 183 h 262"/>
                  <a:gd name="T36" fmla="*/ 104 w 197"/>
                  <a:gd name="T37" fmla="*/ 216 h 262"/>
                  <a:gd name="T38" fmla="*/ 53 w 197"/>
                  <a:gd name="T39" fmla="*/ 21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262">
                    <a:moveTo>
                      <a:pt x="197" y="188"/>
                    </a:moveTo>
                    <a:cubicBezTo>
                      <a:pt x="197" y="159"/>
                      <a:pt x="179" y="135"/>
                      <a:pt x="154" y="127"/>
                    </a:cubicBezTo>
                    <a:cubicBezTo>
                      <a:pt x="173" y="120"/>
                      <a:pt x="189" y="100"/>
                      <a:pt x="189" y="72"/>
                    </a:cubicBezTo>
                    <a:cubicBezTo>
                      <a:pt x="189" y="25"/>
                      <a:pt x="155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2"/>
                      <a:pt x="0" y="262"/>
                      <a:pt x="0" y="262"/>
                    </a:cubicBezTo>
                    <a:cubicBezTo>
                      <a:pt x="109" y="262"/>
                      <a:pt x="109" y="262"/>
                      <a:pt x="109" y="262"/>
                    </a:cubicBezTo>
                    <a:cubicBezTo>
                      <a:pt x="164" y="262"/>
                      <a:pt x="197" y="236"/>
                      <a:pt x="197" y="188"/>
                    </a:cubicBezTo>
                    <a:moveTo>
                      <a:pt x="53" y="46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123" y="46"/>
                      <a:pt x="137" y="56"/>
                      <a:pt x="137" y="77"/>
                    </a:cubicBezTo>
                    <a:cubicBezTo>
                      <a:pt x="137" y="98"/>
                      <a:pt x="123" y="108"/>
                      <a:pt x="97" y="108"/>
                    </a:cubicBezTo>
                    <a:cubicBezTo>
                      <a:pt x="53" y="108"/>
                      <a:pt x="53" y="108"/>
                      <a:pt x="53" y="108"/>
                    </a:cubicBezTo>
                    <a:lnTo>
                      <a:pt x="53" y="46"/>
                    </a:lnTo>
                    <a:close/>
                    <a:moveTo>
                      <a:pt x="53" y="216"/>
                    </a:moveTo>
                    <a:cubicBezTo>
                      <a:pt x="53" y="150"/>
                      <a:pt x="53" y="150"/>
                      <a:pt x="53" y="150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30" y="150"/>
                      <a:pt x="143" y="163"/>
                      <a:pt x="143" y="183"/>
                    </a:cubicBezTo>
                    <a:cubicBezTo>
                      <a:pt x="143" y="203"/>
                      <a:pt x="130" y="216"/>
                      <a:pt x="104" y="216"/>
                    </a:cubicBezTo>
                    <a:lnTo>
                      <a:pt x="53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9" name="Freeform 129">
                <a:extLst>
                  <a:ext uri="{FF2B5EF4-FFF2-40B4-BE49-F238E27FC236}">
                    <a16:creationId xmlns:a16="http://schemas.microsoft.com/office/drawing/2014/main" id="{FBEFB10B-9961-413D-BA60-D8FB0A144F5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574" y="7613"/>
                <a:ext cx="133" cy="149"/>
              </a:xfrm>
              <a:custGeom>
                <a:avLst/>
                <a:gdLst>
                  <a:gd name="T0" fmla="*/ 93 w 179"/>
                  <a:gd name="T1" fmla="*/ 199 h 199"/>
                  <a:gd name="T2" fmla="*/ 177 w 179"/>
                  <a:gd name="T3" fmla="*/ 133 h 199"/>
                  <a:gd name="T4" fmla="*/ 128 w 179"/>
                  <a:gd name="T5" fmla="*/ 133 h 199"/>
                  <a:gd name="T6" fmla="*/ 93 w 179"/>
                  <a:gd name="T7" fmla="*/ 157 h 199"/>
                  <a:gd name="T8" fmla="*/ 52 w 179"/>
                  <a:gd name="T9" fmla="*/ 111 h 199"/>
                  <a:gd name="T10" fmla="*/ 179 w 179"/>
                  <a:gd name="T11" fmla="*/ 111 h 199"/>
                  <a:gd name="T12" fmla="*/ 179 w 179"/>
                  <a:gd name="T13" fmla="*/ 95 h 199"/>
                  <a:gd name="T14" fmla="*/ 92 w 179"/>
                  <a:gd name="T15" fmla="*/ 0 h 199"/>
                  <a:gd name="T16" fmla="*/ 0 w 179"/>
                  <a:gd name="T17" fmla="*/ 100 h 199"/>
                  <a:gd name="T18" fmla="*/ 93 w 179"/>
                  <a:gd name="T19" fmla="*/ 199 h 199"/>
                  <a:gd name="T20" fmla="*/ 93 w 179"/>
                  <a:gd name="T21" fmla="*/ 43 h 199"/>
                  <a:gd name="T22" fmla="*/ 127 w 179"/>
                  <a:gd name="T23" fmla="*/ 79 h 199"/>
                  <a:gd name="T24" fmla="*/ 53 w 179"/>
                  <a:gd name="T25" fmla="*/ 79 h 199"/>
                  <a:gd name="T26" fmla="*/ 93 w 179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9">
                    <a:moveTo>
                      <a:pt x="93" y="199"/>
                    </a:moveTo>
                    <a:cubicBezTo>
                      <a:pt x="141" y="199"/>
                      <a:pt x="171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1" y="157"/>
                      <a:pt x="93" y="157"/>
                    </a:cubicBezTo>
                    <a:cubicBezTo>
                      <a:pt x="70" y="157"/>
                      <a:pt x="53" y="140"/>
                      <a:pt x="52" y="111"/>
                    </a:cubicBezTo>
                    <a:cubicBezTo>
                      <a:pt x="179" y="111"/>
                      <a:pt x="179" y="111"/>
                      <a:pt x="179" y="111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39"/>
                      <a:pt x="148" y="0"/>
                      <a:pt x="92" y="0"/>
                    </a:cubicBezTo>
                    <a:cubicBezTo>
                      <a:pt x="39" y="0"/>
                      <a:pt x="0" y="42"/>
                      <a:pt x="0" y="100"/>
                    </a:cubicBezTo>
                    <a:cubicBezTo>
                      <a:pt x="0" y="159"/>
                      <a:pt x="38" y="199"/>
                      <a:pt x="93" y="199"/>
                    </a:cubicBezTo>
                    <a:moveTo>
                      <a:pt x="93" y="43"/>
                    </a:moveTo>
                    <a:cubicBezTo>
                      <a:pt x="114" y="43"/>
                      <a:pt x="126" y="59"/>
                      <a:pt x="127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8" y="56"/>
                      <a:pt x="72" y="43"/>
                      <a:pt x="93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0" name="Oval 130">
                <a:extLst>
                  <a:ext uri="{FF2B5EF4-FFF2-40B4-BE49-F238E27FC236}">
                    <a16:creationId xmlns:a16="http://schemas.microsoft.com/office/drawing/2014/main" id="{A0678010-9E71-4EBB-82B3-6B781316D1D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28" y="7553"/>
                <a:ext cx="47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1" name="Rectangle 131">
                <a:extLst>
                  <a:ext uri="{FF2B5EF4-FFF2-40B4-BE49-F238E27FC236}">
                    <a16:creationId xmlns:a16="http://schemas.microsoft.com/office/drawing/2014/main" id="{7583275B-5F9C-4FAD-A00F-E93278F3C8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32" y="7617"/>
                <a:ext cx="39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2" name="Freeform 132">
                <a:extLst>
                  <a:ext uri="{FF2B5EF4-FFF2-40B4-BE49-F238E27FC236}">
                    <a16:creationId xmlns:a16="http://schemas.microsoft.com/office/drawing/2014/main" id="{02B28F2B-AFF0-4D5A-9C0F-A37095B8655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87" y="7617"/>
                <a:ext cx="64" cy="197"/>
              </a:xfrm>
              <a:custGeom>
                <a:avLst/>
                <a:gdLst>
                  <a:gd name="T0" fmla="*/ 87 w 87"/>
                  <a:gd name="T1" fmla="*/ 198 h 265"/>
                  <a:gd name="T2" fmla="*/ 87 w 87"/>
                  <a:gd name="T3" fmla="*/ 0 h 265"/>
                  <a:gd name="T4" fmla="*/ 34 w 87"/>
                  <a:gd name="T5" fmla="*/ 0 h 265"/>
                  <a:gd name="T6" fmla="*/ 34 w 87"/>
                  <a:gd name="T7" fmla="*/ 197 h 265"/>
                  <a:gd name="T8" fmla="*/ 11 w 87"/>
                  <a:gd name="T9" fmla="*/ 222 h 265"/>
                  <a:gd name="T10" fmla="*/ 0 w 87"/>
                  <a:gd name="T11" fmla="*/ 220 h 265"/>
                  <a:gd name="T12" fmla="*/ 0 w 87"/>
                  <a:gd name="T13" fmla="*/ 263 h 265"/>
                  <a:gd name="T14" fmla="*/ 20 w 87"/>
                  <a:gd name="T15" fmla="*/ 265 h 265"/>
                  <a:gd name="T16" fmla="*/ 87 w 87"/>
                  <a:gd name="T17" fmla="*/ 19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65">
                    <a:moveTo>
                      <a:pt x="87" y="198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4" y="214"/>
                      <a:pt x="27" y="222"/>
                      <a:pt x="11" y="222"/>
                    </a:cubicBezTo>
                    <a:cubicBezTo>
                      <a:pt x="7" y="222"/>
                      <a:pt x="3" y="221"/>
                      <a:pt x="0" y="220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5" y="264"/>
                      <a:pt x="13" y="265"/>
                      <a:pt x="20" y="265"/>
                    </a:cubicBezTo>
                    <a:cubicBezTo>
                      <a:pt x="64" y="265"/>
                      <a:pt x="87" y="240"/>
                      <a:pt x="87" y="1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3" name="Oval 133">
                <a:extLst>
                  <a:ext uri="{FF2B5EF4-FFF2-40B4-BE49-F238E27FC236}">
                    <a16:creationId xmlns:a16="http://schemas.microsoft.com/office/drawing/2014/main" id="{D9187559-9925-4443-9C6C-57E84084E9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08" y="7553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4" name="Freeform 134">
                <a:extLst>
                  <a:ext uri="{FF2B5EF4-FFF2-40B4-BE49-F238E27FC236}">
                    <a16:creationId xmlns:a16="http://schemas.microsoft.com/office/drawing/2014/main" id="{550F0530-1231-4F36-ADA3-E82D5CC861F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76" y="7613"/>
                <a:ext cx="133" cy="149"/>
              </a:xfrm>
              <a:custGeom>
                <a:avLst/>
                <a:gdLst>
                  <a:gd name="T0" fmla="*/ 177 w 178"/>
                  <a:gd name="T1" fmla="*/ 133 h 199"/>
                  <a:gd name="T2" fmla="*/ 128 w 178"/>
                  <a:gd name="T3" fmla="*/ 133 h 199"/>
                  <a:gd name="T4" fmla="*/ 92 w 178"/>
                  <a:gd name="T5" fmla="*/ 157 h 199"/>
                  <a:gd name="T6" fmla="*/ 51 w 178"/>
                  <a:gd name="T7" fmla="*/ 111 h 199"/>
                  <a:gd name="T8" fmla="*/ 178 w 178"/>
                  <a:gd name="T9" fmla="*/ 111 h 199"/>
                  <a:gd name="T10" fmla="*/ 178 w 178"/>
                  <a:gd name="T11" fmla="*/ 95 h 199"/>
                  <a:gd name="T12" fmla="*/ 92 w 178"/>
                  <a:gd name="T13" fmla="*/ 0 h 199"/>
                  <a:gd name="T14" fmla="*/ 0 w 178"/>
                  <a:gd name="T15" fmla="*/ 100 h 199"/>
                  <a:gd name="T16" fmla="*/ 92 w 178"/>
                  <a:gd name="T17" fmla="*/ 199 h 199"/>
                  <a:gd name="T18" fmla="*/ 177 w 178"/>
                  <a:gd name="T19" fmla="*/ 133 h 199"/>
                  <a:gd name="T20" fmla="*/ 92 w 178"/>
                  <a:gd name="T21" fmla="*/ 43 h 199"/>
                  <a:gd name="T22" fmla="*/ 126 w 178"/>
                  <a:gd name="T23" fmla="*/ 79 h 199"/>
                  <a:gd name="T24" fmla="*/ 52 w 178"/>
                  <a:gd name="T25" fmla="*/ 79 h 199"/>
                  <a:gd name="T26" fmla="*/ 92 w 178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177" y="133"/>
                    </a:move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2" y="0"/>
                    </a:cubicBezTo>
                    <a:cubicBezTo>
                      <a:pt x="38" y="0"/>
                      <a:pt x="0" y="42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moveTo>
                      <a:pt x="92" y="43"/>
                    </a:moveTo>
                    <a:cubicBezTo>
                      <a:pt x="114" y="43"/>
                      <a:pt x="126" y="59"/>
                      <a:pt x="126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7" y="56"/>
                      <a:pt x="72" y="43"/>
                      <a:pt x="92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5" name="Freeform 135">
                <a:extLst>
                  <a:ext uri="{FF2B5EF4-FFF2-40B4-BE49-F238E27FC236}">
                    <a16:creationId xmlns:a16="http://schemas.microsoft.com/office/drawing/2014/main" id="{0C23DCF8-0C89-4698-B687-7B230D83917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34" y="7613"/>
                <a:ext cx="85" cy="146"/>
              </a:xfrm>
              <a:custGeom>
                <a:avLst/>
                <a:gdLst>
                  <a:gd name="T0" fmla="*/ 53 w 115"/>
                  <a:gd name="T1" fmla="*/ 77 h 195"/>
                  <a:gd name="T2" fmla="*/ 89 w 115"/>
                  <a:gd name="T3" fmla="*/ 50 h 195"/>
                  <a:gd name="T4" fmla="*/ 115 w 115"/>
                  <a:gd name="T5" fmla="*/ 57 h 195"/>
                  <a:gd name="T6" fmla="*/ 115 w 115"/>
                  <a:gd name="T7" fmla="*/ 4 h 195"/>
                  <a:gd name="T8" fmla="*/ 95 w 115"/>
                  <a:gd name="T9" fmla="*/ 0 h 195"/>
                  <a:gd name="T10" fmla="*/ 53 w 115"/>
                  <a:gd name="T11" fmla="*/ 23 h 195"/>
                  <a:gd name="T12" fmla="*/ 53 w 115"/>
                  <a:gd name="T13" fmla="*/ 5 h 195"/>
                  <a:gd name="T14" fmla="*/ 0 w 115"/>
                  <a:gd name="T15" fmla="*/ 5 h 195"/>
                  <a:gd name="T16" fmla="*/ 0 w 115"/>
                  <a:gd name="T17" fmla="*/ 195 h 195"/>
                  <a:gd name="T18" fmla="*/ 53 w 115"/>
                  <a:gd name="T19" fmla="*/ 195 h 195"/>
                  <a:gd name="T20" fmla="*/ 53 w 115"/>
                  <a:gd name="T21" fmla="*/ 7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195">
                    <a:moveTo>
                      <a:pt x="53" y="77"/>
                    </a:moveTo>
                    <a:cubicBezTo>
                      <a:pt x="57" y="60"/>
                      <a:pt x="71" y="50"/>
                      <a:pt x="89" y="50"/>
                    </a:cubicBezTo>
                    <a:cubicBezTo>
                      <a:pt x="99" y="50"/>
                      <a:pt x="108" y="52"/>
                      <a:pt x="115" y="57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2" y="2"/>
                      <a:pt x="104" y="0"/>
                      <a:pt x="95" y="0"/>
                    </a:cubicBezTo>
                    <a:cubicBezTo>
                      <a:pt x="77" y="0"/>
                      <a:pt x="61" y="10"/>
                      <a:pt x="53" y="23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3" y="195"/>
                      <a:pt x="53" y="195"/>
                      <a:pt x="53" y="195"/>
                    </a:cubicBezTo>
                    <a:lnTo>
                      <a:pt x="53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6" name="Rectangle 136">
                <a:extLst>
                  <a:ext uri="{FF2B5EF4-FFF2-40B4-BE49-F238E27FC236}">
                    <a16:creationId xmlns:a16="http://schemas.microsoft.com/office/drawing/2014/main" id="{AF1CF1E6-12CD-4F05-B076-6D6466C8ED7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403" y="7841"/>
                <a:ext cx="41" cy="1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7" name="Freeform 137">
                <a:extLst>
                  <a:ext uri="{FF2B5EF4-FFF2-40B4-BE49-F238E27FC236}">
                    <a16:creationId xmlns:a16="http://schemas.microsoft.com/office/drawing/2014/main" id="{AABA769D-44EE-49F2-8F94-E6F25A33CBB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79" y="7891"/>
                <a:ext cx="128" cy="146"/>
              </a:xfrm>
              <a:custGeom>
                <a:avLst/>
                <a:gdLst>
                  <a:gd name="T0" fmla="*/ 104 w 171"/>
                  <a:gd name="T1" fmla="*/ 0 h 195"/>
                  <a:gd name="T2" fmla="*/ 52 w 171"/>
                  <a:gd name="T3" fmla="*/ 22 h 195"/>
                  <a:gd name="T4" fmla="*/ 52 w 171"/>
                  <a:gd name="T5" fmla="*/ 5 h 195"/>
                  <a:gd name="T6" fmla="*/ 0 w 171"/>
                  <a:gd name="T7" fmla="*/ 5 h 195"/>
                  <a:gd name="T8" fmla="*/ 0 w 171"/>
                  <a:gd name="T9" fmla="*/ 195 h 195"/>
                  <a:gd name="T10" fmla="*/ 52 w 171"/>
                  <a:gd name="T11" fmla="*/ 195 h 195"/>
                  <a:gd name="T12" fmla="*/ 52 w 171"/>
                  <a:gd name="T13" fmla="*/ 74 h 195"/>
                  <a:gd name="T14" fmla="*/ 87 w 171"/>
                  <a:gd name="T15" fmla="*/ 48 h 195"/>
                  <a:gd name="T16" fmla="*/ 118 w 171"/>
                  <a:gd name="T17" fmla="*/ 82 h 195"/>
                  <a:gd name="T18" fmla="*/ 118 w 171"/>
                  <a:gd name="T19" fmla="*/ 195 h 195"/>
                  <a:gd name="T20" fmla="*/ 171 w 171"/>
                  <a:gd name="T21" fmla="*/ 195 h 195"/>
                  <a:gd name="T22" fmla="*/ 171 w 171"/>
                  <a:gd name="T23" fmla="*/ 71 h 195"/>
                  <a:gd name="T24" fmla="*/ 104 w 171"/>
                  <a:gd name="T2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1" h="195">
                    <a:moveTo>
                      <a:pt x="104" y="0"/>
                    </a:moveTo>
                    <a:cubicBezTo>
                      <a:pt x="81" y="0"/>
                      <a:pt x="63" y="10"/>
                      <a:pt x="52" y="2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7" y="58"/>
                      <a:pt x="71" y="48"/>
                      <a:pt x="87" y="48"/>
                    </a:cubicBezTo>
                    <a:cubicBezTo>
                      <a:pt x="108" y="48"/>
                      <a:pt x="118" y="62"/>
                      <a:pt x="118" y="82"/>
                    </a:cubicBez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71" y="195"/>
                      <a:pt x="171" y="195"/>
                      <a:pt x="171" y="195"/>
                    </a:cubicBezTo>
                    <a:cubicBezTo>
                      <a:pt x="171" y="71"/>
                      <a:pt x="171" y="71"/>
                      <a:pt x="171" y="71"/>
                    </a:cubicBezTo>
                    <a:cubicBezTo>
                      <a:pt x="171" y="28"/>
                      <a:pt x="14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8" name="Freeform 138">
                <a:extLst>
                  <a:ext uri="{FF2B5EF4-FFF2-40B4-BE49-F238E27FC236}">
                    <a16:creationId xmlns:a16="http://schemas.microsoft.com/office/drawing/2014/main" id="{CE166918-B317-49D6-A053-F454FB5737A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30" y="7891"/>
                <a:ext cx="121" cy="149"/>
              </a:xfrm>
              <a:custGeom>
                <a:avLst/>
                <a:gdLst>
                  <a:gd name="T0" fmla="*/ 84 w 162"/>
                  <a:gd name="T1" fmla="*/ 159 h 199"/>
                  <a:gd name="T2" fmla="*/ 52 w 162"/>
                  <a:gd name="T3" fmla="*/ 138 h 199"/>
                  <a:gd name="T4" fmla="*/ 0 w 162"/>
                  <a:gd name="T5" fmla="*/ 138 h 199"/>
                  <a:gd name="T6" fmla="*/ 84 w 162"/>
                  <a:gd name="T7" fmla="*/ 199 h 199"/>
                  <a:gd name="T8" fmla="*/ 162 w 162"/>
                  <a:gd name="T9" fmla="*/ 138 h 199"/>
                  <a:gd name="T10" fmla="*/ 112 w 162"/>
                  <a:gd name="T11" fmla="*/ 82 h 199"/>
                  <a:gd name="T12" fmla="*/ 72 w 162"/>
                  <a:gd name="T13" fmla="*/ 73 h 199"/>
                  <a:gd name="T14" fmla="*/ 55 w 162"/>
                  <a:gd name="T15" fmla="*/ 58 h 199"/>
                  <a:gd name="T16" fmla="*/ 81 w 162"/>
                  <a:gd name="T17" fmla="*/ 40 h 199"/>
                  <a:gd name="T18" fmla="*/ 110 w 162"/>
                  <a:gd name="T19" fmla="*/ 59 h 199"/>
                  <a:gd name="T20" fmla="*/ 161 w 162"/>
                  <a:gd name="T21" fmla="*/ 59 h 199"/>
                  <a:gd name="T22" fmla="*/ 80 w 162"/>
                  <a:gd name="T23" fmla="*/ 0 h 199"/>
                  <a:gd name="T24" fmla="*/ 4 w 162"/>
                  <a:gd name="T25" fmla="*/ 62 h 199"/>
                  <a:gd name="T26" fmla="*/ 53 w 162"/>
                  <a:gd name="T27" fmla="*/ 116 h 199"/>
                  <a:gd name="T28" fmla="*/ 92 w 162"/>
                  <a:gd name="T29" fmla="*/ 124 h 199"/>
                  <a:gd name="T30" fmla="*/ 111 w 162"/>
                  <a:gd name="T31" fmla="*/ 141 h 199"/>
                  <a:gd name="T32" fmla="*/ 84 w 162"/>
                  <a:gd name="T33" fmla="*/ 15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99">
                    <a:moveTo>
                      <a:pt x="84" y="159"/>
                    </a:moveTo>
                    <a:cubicBezTo>
                      <a:pt x="68" y="159"/>
                      <a:pt x="56" y="152"/>
                      <a:pt x="52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5" y="177"/>
                      <a:pt x="38" y="199"/>
                      <a:pt x="84" y="199"/>
                    </a:cubicBezTo>
                    <a:cubicBezTo>
                      <a:pt x="129" y="199"/>
                      <a:pt x="162" y="176"/>
                      <a:pt x="162" y="138"/>
                    </a:cubicBezTo>
                    <a:cubicBezTo>
                      <a:pt x="162" y="109"/>
                      <a:pt x="145" y="90"/>
                      <a:pt x="112" y="8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60" y="70"/>
                      <a:pt x="55" y="66"/>
                      <a:pt x="55" y="58"/>
                    </a:cubicBezTo>
                    <a:cubicBezTo>
                      <a:pt x="55" y="46"/>
                      <a:pt x="68" y="40"/>
                      <a:pt x="81" y="40"/>
                    </a:cubicBezTo>
                    <a:cubicBezTo>
                      <a:pt x="98" y="40"/>
                      <a:pt x="107" y="48"/>
                      <a:pt x="110" y="59"/>
                    </a:cubicBezTo>
                    <a:cubicBezTo>
                      <a:pt x="161" y="59"/>
                      <a:pt x="161" y="59"/>
                      <a:pt x="161" y="59"/>
                    </a:cubicBezTo>
                    <a:cubicBezTo>
                      <a:pt x="154" y="23"/>
                      <a:pt x="128" y="0"/>
                      <a:pt x="80" y="0"/>
                    </a:cubicBezTo>
                    <a:cubicBezTo>
                      <a:pt x="37" y="0"/>
                      <a:pt x="4" y="25"/>
                      <a:pt x="4" y="62"/>
                    </a:cubicBezTo>
                    <a:cubicBezTo>
                      <a:pt x="4" y="94"/>
                      <a:pt x="24" y="109"/>
                      <a:pt x="53" y="116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105" y="128"/>
                      <a:pt x="111" y="132"/>
                      <a:pt x="111" y="141"/>
                    </a:cubicBezTo>
                    <a:cubicBezTo>
                      <a:pt x="111" y="153"/>
                      <a:pt x="100" y="159"/>
                      <a:pt x="84" y="15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9" name="Freeform 139">
                <a:extLst>
                  <a:ext uri="{FF2B5EF4-FFF2-40B4-BE49-F238E27FC236}">
                    <a16:creationId xmlns:a16="http://schemas.microsoft.com/office/drawing/2014/main" id="{6D1C60A2-3735-4781-81F4-4DEE42AD7C7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65" y="7856"/>
                <a:ext cx="94" cy="184"/>
              </a:xfrm>
              <a:custGeom>
                <a:avLst/>
                <a:gdLst>
                  <a:gd name="T0" fmla="*/ 29 w 126"/>
                  <a:gd name="T1" fmla="*/ 185 h 246"/>
                  <a:gd name="T2" fmla="*/ 92 w 126"/>
                  <a:gd name="T3" fmla="*/ 246 h 246"/>
                  <a:gd name="T4" fmla="*/ 126 w 126"/>
                  <a:gd name="T5" fmla="*/ 240 h 246"/>
                  <a:gd name="T6" fmla="*/ 126 w 126"/>
                  <a:gd name="T7" fmla="*/ 193 h 246"/>
                  <a:gd name="T8" fmla="*/ 103 w 126"/>
                  <a:gd name="T9" fmla="*/ 199 h 246"/>
                  <a:gd name="T10" fmla="*/ 81 w 126"/>
                  <a:gd name="T11" fmla="*/ 178 h 246"/>
                  <a:gd name="T12" fmla="*/ 81 w 126"/>
                  <a:gd name="T13" fmla="*/ 94 h 246"/>
                  <a:gd name="T14" fmla="*/ 123 w 126"/>
                  <a:gd name="T15" fmla="*/ 94 h 246"/>
                  <a:gd name="T16" fmla="*/ 123 w 126"/>
                  <a:gd name="T17" fmla="*/ 52 h 246"/>
                  <a:gd name="T18" fmla="*/ 81 w 126"/>
                  <a:gd name="T19" fmla="*/ 52 h 246"/>
                  <a:gd name="T20" fmla="*/ 81 w 126"/>
                  <a:gd name="T21" fmla="*/ 0 h 246"/>
                  <a:gd name="T22" fmla="*/ 29 w 126"/>
                  <a:gd name="T23" fmla="*/ 0 h 246"/>
                  <a:gd name="T24" fmla="*/ 29 w 126"/>
                  <a:gd name="T25" fmla="*/ 52 h 246"/>
                  <a:gd name="T26" fmla="*/ 0 w 126"/>
                  <a:gd name="T27" fmla="*/ 52 h 246"/>
                  <a:gd name="T28" fmla="*/ 0 w 126"/>
                  <a:gd name="T29" fmla="*/ 94 h 246"/>
                  <a:gd name="T30" fmla="*/ 29 w 126"/>
                  <a:gd name="T31" fmla="*/ 94 h 246"/>
                  <a:gd name="T32" fmla="*/ 29 w 126"/>
                  <a:gd name="T33" fmla="*/ 185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29" y="185"/>
                    </a:move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lnTo>
                      <a:pt x="29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0" name="Rectangle 140">
                <a:extLst>
                  <a:ext uri="{FF2B5EF4-FFF2-40B4-BE49-F238E27FC236}">
                    <a16:creationId xmlns:a16="http://schemas.microsoft.com/office/drawing/2014/main" id="{FE8BAF2E-016B-4D28-A155-E593851587D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7" y="7895"/>
                <a:ext cx="40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1" name="Oval 141">
                <a:extLst>
                  <a:ext uri="{FF2B5EF4-FFF2-40B4-BE49-F238E27FC236}">
                    <a16:creationId xmlns:a16="http://schemas.microsoft.com/office/drawing/2014/main" id="{1BA9D4C9-C2C4-473D-A6EC-D46F8B4C5F1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4" y="7831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2" name="Freeform 142">
                <a:extLst>
                  <a:ext uri="{FF2B5EF4-FFF2-40B4-BE49-F238E27FC236}">
                    <a16:creationId xmlns:a16="http://schemas.microsoft.com/office/drawing/2014/main" id="{9F94F511-EE8D-48E6-8CF5-275DE5F4305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48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3" name="Freeform 143">
                <a:extLst>
                  <a:ext uri="{FF2B5EF4-FFF2-40B4-BE49-F238E27FC236}">
                    <a16:creationId xmlns:a16="http://schemas.microsoft.com/office/drawing/2014/main" id="{E515216C-28C4-4E4A-A661-4D80033B370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7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4" name="Freeform 144">
                <a:extLst>
                  <a:ext uri="{FF2B5EF4-FFF2-40B4-BE49-F238E27FC236}">
                    <a16:creationId xmlns:a16="http://schemas.microsoft.com/office/drawing/2014/main" id="{E4BDFB71-27A9-4DBE-8C7C-A7BC02A7C67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329" y="7891"/>
                <a:ext cx="133" cy="149"/>
              </a:xfrm>
              <a:custGeom>
                <a:avLst/>
                <a:gdLst>
                  <a:gd name="T0" fmla="*/ 91 w 178"/>
                  <a:gd name="T1" fmla="*/ 0 h 199"/>
                  <a:gd name="T2" fmla="*/ 0 w 178"/>
                  <a:gd name="T3" fmla="*/ 100 h 199"/>
                  <a:gd name="T4" fmla="*/ 92 w 178"/>
                  <a:gd name="T5" fmla="*/ 199 h 199"/>
                  <a:gd name="T6" fmla="*/ 177 w 178"/>
                  <a:gd name="T7" fmla="*/ 133 h 199"/>
                  <a:gd name="T8" fmla="*/ 128 w 178"/>
                  <a:gd name="T9" fmla="*/ 133 h 199"/>
                  <a:gd name="T10" fmla="*/ 92 w 178"/>
                  <a:gd name="T11" fmla="*/ 157 h 199"/>
                  <a:gd name="T12" fmla="*/ 51 w 178"/>
                  <a:gd name="T13" fmla="*/ 111 h 199"/>
                  <a:gd name="T14" fmla="*/ 178 w 178"/>
                  <a:gd name="T15" fmla="*/ 111 h 199"/>
                  <a:gd name="T16" fmla="*/ 178 w 178"/>
                  <a:gd name="T17" fmla="*/ 95 h 199"/>
                  <a:gd name="T18" fmla="*/ 91 w 178"/>
                  <a:gd name="T19" fmla="*/ 0 h 199"/>
                  <a:gd name="T20" fmla="*/ 52 w 178"/>
                  <a:gd name="T21" fmla="*/ 79 h 199"/>
                  <a:gd name="T22" fmla="*/ 92 w 178"/>
                  <a:gd name="T23" fmla="*/ 43 h 199"/>
                  <a:gd name="T24" fmla="*/ 126 w 178"/>
                  <a:gd name="T25" fmla="*/ 79 h 199"/>
                  <a:gd name="T26" fmla="*/ 52 w 178"/>
                  <a:gd name="T27" fmla="*/ 7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91" y="0"/>
                    </a:moveTo>
                    <a:cubicBezTo>
                      <a:pt x="38" y="0"/>
                      <a:pt x="0" y="43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3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1" y="0"/>
                    </a:cubicBezTo>
                    <a:moveTo>
                      <a:pt x="52" y="79"/>
                    </a:moveTo>
                    <a:cubicBezTo>
                      <a:pt x="57" y="56"/>
                      <a:pt x="71" y="43"/>
                      <a:pt x="92" y="43"/>
                    </a:cubicBezTo>
                    <a:cubicBezTo>
                      <a:pt x="114" y="43"/>
                      <a:pt x="126" y="59"/>
                      <a:pt x="126" y="79"/>
                    </a:cubicBezTo>
                    <a:lnTo>
                      <a:pt x="52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5" name="Freeform 145">
                <a:extLst>
                  <a:ext uri="{FF2B5EF4-FFF2-40B4-BE49-F238E27FC236}">
                    <a16:creationId xmlns:a16="http://schemas.microsoft.com/office/drawing/2014/main" id="{3168CEE1-AF6A-4767-91D0-9DAE8D61B42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396" y="8105"/>
                <a:ext cx="45" cy="50"/>
              </a:xfrm>
              <a:custGeom>
                <a:avLst/>
                <a:gdLst>
                  <a:gd name="T0" fmla="*/ 30 w 60"/>
                  <a:gd name="T1" fmla="*/ 0 h 67"/>
                  <a:gd name="T2" fmla="*/ 0 w 60"/>
                  <a:gd name="T3" fmla="*/ 33 h 67"/>
                  <a:gd name="T4" fmla="*/ 30 w 60"/>
                  <a:gd name="T5" fmla="*/ 67 h 67"/>
                  <a:gd name="T6" fmla="*/ 60 w 60"/>
                  <a:gd name="T7" fmla="*/ 33 h 67"/>
                  <a:gd name="T8" fmla="*/ 30 w 60"/>
                  <a:gd name="T9" fmla="*/ 0 h 67"/>
                  <a:gd name="T10" fmla="*/ 30 w 60"/>
                  <a:gd name="T11" fmla="*/ 57 h 67"/>
                  <a:gd name="T12" fmla="*/ 11 w 60"/>
                  <a:gd name="T13" fmla="*/ 33 h 67"/>
                  <a:gd name="T14" fmla="*/ 30 w 60"/>
                  <a:gd name="T15" fmla="*/ 10 h 67"/>
                  <a:gd name="T16" fmla="*/ 49 w 60"/>
                  <a:gd name="T17" fmla="*/ 33 h 67"/>
                  <a:gd name="T18" fmla="*/ 30 w 60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67">
                    <a:moveTo>
                      <a:pt x="30" y="0"/>
                    </a:move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7" y="67"/>
                      <a:pt x="60" y="53"/>
                      <a:pt x="60" y="33"/>
                    </a:cubicBezTo>
                    <a:cubicBezTo>
                      <a:pt x="60" y="14"/>
                      <a:pt x="47" y="0"/>
                      <a:pt x="30" y="0"/>
                    </a:cubicBezTo>
                    <a:moveTo>
                      <a:pt x="30" y="57"/>
                    </a:moveTo>
                    <a:cubicBezTo>
                      <a:pt x="19" y="57"/>
                      <a:pt x="11" y="47"/>
                      <a:pt x="11" y="33"/>
                    </a:cubicBezTo>
                    <a:cubicBezTo>
                      <a:pt x="11" y="20"/>
                      <a:pt x="19" y="10"/>
                      <a:pt x="30" y="10"/>
                    </a:cubicBezTo>
                    <a:cubicBezTo>
                      <a:pt x="41" y="10"/>
                      <a:pt x="49" y="20"/>
                      <a:pt x="49" y="33"/>
                    </a:cubicBezTo>
                    <a:cubicBezTo>
                      <a:pt x="49" y="47"/>
                      <a:pt x="41" y="57"/>
                      <a:pt x="30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6" name="Freeform 146">
                <a:extLst>
                  <a:ext uri="{FF2B5EF4-FFF2-40B4-BE49-F238E27FC236}">
                    <a16:creationId xmlns:a16="http://schemas.microsoft.com/office/drawing/2014/main" id="{ACBDA333-890F-4D81-AECC-8D259A63321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5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8 w 31"/>
                  <a:gd name="T3" fmla="*/ 49 h 49"/>
                  <a:gd name="T4" fmla="*/ 8 w 31"/>
                  <a:gd name="T5" fmla="*/ 30 h 49"/>
                  <a:gd name="T6" fmla="*/ 29 w 31"/>
                  <a:gd name="T7" fmla="*/ 30 h 49"/>
                  <a:gd name="T8" fmla="*/ 29 w 31"/>
                  <a:gd name="T9" fmla="*/ 22 h 49"/>
                  <a:gd name="T10" fmla="*/ 8 w 31"/>
                  <a:gd name="T11" fmla="*/ 22 h 49"/>
                  <a:gd name="T12" fmla="*/ 8 w 31"/>
                  <a:gd name="T13" fmla="*/ 8 h 49"/>
                  <a:gd name="T14" fmla="*/ 31 w 31"/>
                  <a:gd name="T15" fmla="*/ 8 h 49"/>
                  <a:gd name="T16" fmla="*/ 31 w 31"/>
                  <a:gd name="T17" fmla="*/ 0 h 49"/>
                  <a:gd name="T18" fmla="*/ 0 w 31"/>
                  <a:gd name="T19" fmla="*/ 0 h 49"/>
                  <a:gd name="T20" fmla="*/ 0 w 31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8" y="49"/>
                    </a:lnTo>
                    <a:lnTo>
                      <a:pt x="8" y="30"/>
                    </a:lnTo>
                    <a:lnTo>
                      <a:pt x="29" y="30"/>
                    </a:lnTo>
                    <a:lnTo>
                      <a:pt x="29" y="22"/>
                    </a:lnTo>
                    <a:lnTo>
                      <a:pt x="8" y="22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7" name="Freeform 147">
                <a:extLst>
                  <a:ext uri="{FF2B5EF4-FFF2-40B4-BE49-F238E27FC236}">
                    <a16:creationId xmlns:a16="http://schemas.microsoft.com/office/drawing/2014/main" id="{A2D70A09-D273-4AEA-AA40-3E64AB04F5B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22" y="8105"/>
                <a:ext cx="30" cy="49"/>
              </a:xfrm>
              <a:custGeom>
                <a:avLst/>
                <a:gdLst>
                  <a:gd name="T0" fmla="*/ 0 w 30"/>
                  <a:gd name="T1" fmla="*/ 49 h 49"/>
                  <a:gd name="T2" fmla="*/ 30 w 30"/>
                  <a:gd name="T3" fmla="*/ 49 h 49"/>
                  <a:gd name="T4" fmla="*/ 30 w 30"/>
                  <a:gd name="T5" fmla="*/ 41 h 49"/>
                  <a:gd name="T6" fmla="*/ 7 w 30"/>
                  <a:gd name="T7" fmla="*/ 41 h 49"/>
                  <a:gd name="T8" fmla="*/ 7 w 30"/>
                  <a:gd name="T9" fmla="*/ 27 h 49"/>
                  <a:gd name="T10" fmla="*/ 29 w 30"/>
                  <a:gd name="T11" fmla="*/ 27 h 49"/>
                  <a:gd name="T12" fmla="*/ 29 w 30"/>
                  <a:gd name="T13" fmla="*/ 21 h 49"/>
                  <a:gd name="T14" fmla="*/ 7 w 30"/>
                  <a:gd name="T15" fmla="*/ 21 h 49"/>
                  <a:gd name="T16" fmla="*/ 7 w 30"/>
                  <a:gd name="T17" fmla="*/ 8 h 49"/>
                  <a:gd name="T18" fmla="*/ 30 w 30"/>
                  <a:gd name="T19" fmla="*/ 8 h 49"/>
                  <a:gd name="T20" fmla="*/ 30 w 30"/>
                  <a:gd name="T21" fmla="*/ 0 h 49"/>
                  <a:gd name="T22" fmla="*/ 0 w 30"/>
                  <a:gd name="T23" fmla="*/ 0 h 49"/>
                  <a:gd name="T24" fmla="*/ 0 w 30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9">
                    <a:moveTo>
                      <a:pt x="0" y="49"/>
                    </a:moveTo>
                    <a:lnTo>
                      <a:pt x="30" y="49"/>
                    </a:lnTo>
                    <a:lnTo>
                      <a:pt x="30" y="41"/>
                    </a:lnTo>
                    <a:lnTo>
                      <a:pt x="7" y="41"/>
                    </a:lnTo>
                    <a:lnTo>
                      <a:pt x="7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7" y="21"/>
                    </a:lnTo>
                    <a:lnTo>
                      <a:pt x="7" y="8"/>
                    </a:lnTo>
                    <a:lnTo>
                      <a:pt x="30" y="8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8" name="Freeform 148">
                <a:extLst>
                  <a:ext uri="{FF2B5EF4-FFF2-40B4-BE49-F238E27FC236}">
                    <a16:creationId xmlns:a16="http://schemas.microsoft.com/office/drawing/2014/main" id="{E73C9EF3-4781-4228-AA88-D2BFCB9549F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65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4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4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7" y="10"/>
                      <a:pt x="42" y="15"/>
                      <a:pt x="44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3" y="0"/>
                      <a:pt x="29" y="0"/>
                    </a:cubicBez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3" y="67"/>
                      <a:pt x="53" y="58"/>
                      <a:pt x="5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52"/>
                      <a:pt x="37" y="57"/>
                      <a:pt x="29" y="57"/>
                    </a:cubicBezTo>
                    <a:cubicBezTo>
                      <a:pt x="17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9" name="Freeform 149">
                <a:extLst>
                  <a:ext uri="{FF2B5EF4-FFF2-40B4-BE49-F238E27FC236}">
                    <a16:creationId xmlns:a16="http://schemas.microsoft.com/office/drawing/2014/main" id="{43C72989-C206-4E2C-BC9C-B28BA3617BE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617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0" name="Freeform 150">
                <a:extLst>
                  <a:ext uri="{FF2B5EF4-FFF2-40B4-BE49-F238E27FC236}">
                    <a16:creationId xmlns:a16="http://schemas.microsoft.com/office/drawing/2014/main" id="{84CE7FDF-361B-4E1F-93E3-69888B2395F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75" y="8105"/>
                <a:ext cx="31" cy="49"/>
              </a:xfrm>
              <a:custGeom>
                <a:avLst/>
                <a:gdLst>
                  <a:gd name="T0" fmla="*/ 8 w 31"/>
                  <a:gd name="T1" fmla="*/ 0 h 49"/>
                  <a:gd name="T2" fmla="*/ 0 w 31"/>
                  <a:gd name="T3" fmla="*/ 0 h 49"/>
                  <a:gd name="T4" fmla="*/ 0 w 31"/>
                  <a:gd name="T5" fmla="*/ 49 h 49"/>
                  <a:gd name="T6" fmla="*/ 31 w 31"/>
                  <a:gd name="T7" fmla="*/ 49 h 49"/>
                  <a:gd name="T8" fmla="*/ 31 w 31"/>
                  <a:gd name="T9" fmla="*/ 41 h 49"/>
                  <a:gd name="T10" fmla="*/ 8 w 31"/>
                  <a:gd name="T11" fmla="*/ 41 h 49"/>
                  <a:gd name="T12" fmla="*/ 8 w 31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9">
                    <a:moveTo>
                      <a:pt x="8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1" name="Freeform 151">
                <a:extLst>
                  <a:ext uri="{FF2B5EF4-FFF2-40B4-BE49-F238E27FC236}">
                    <a16:creationId xmlns:a16="http://schemas.microsoft.com/office/drawing/2014/main" id="{7A5B9C2F-B94E-4A74-9EB7-A9D5F489D50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715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2" name="Freeform 152">
                <a:extLst>
                  <a:ext uri="{FF2B5EF4-FFF2-40B4-BE49-F238E27FC236}">
                    <a16:creationId xmlns:a16="http://schemas.microsoft.com/office/drawing/2014/main" id="{F0F23E6F-5B88-43E4-97B8-D89DF8BD8B0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1" y="8105"/>
                <a:ext cx="43" cy="50"/>
              </a:xfrm>
              <a:custGeom>
                <a:avLst/>
                <a:gdLst>
                  <a:gd name="T0" fmla="*/ 33 w 57"/>
                  <a:gd name="T1" fmla="*/ 42 h 67"/>
                  <a:gd name="T2" fmla="*/ 47 w 57"/>
                  <a:gd name="T3" fmla="*/ 42 h 67"/>
                  <a:gd name="T4" fmla="*/ 30 w 57"/>
                  <a:gd name="T5" fmla="*/ 57 h 67"/>
                  <a:gd name="T6" fmla="*/ 11 w 57"/>
                  <a:gd name="T7" fmla="*/ 33 h 67"/>
                  <a:gd name="T8" fmla="*/ 29 w 57"/>
                  <a:gd name="T9" fmla="*/ 10 h 67"/>
                  <a:gd name="T10" fmla="*/ 45 w 57"/>
                  <a:gd name="T11" fmla="*/ 21 h 67"/>
                  <a:gd name="T12" fmla="*/ 56 w 57"/>
                  <a:gd name="T13" fmla="*/ 21 h 67"/>
                  <a:gd name="T14" fmla="*/ 29 w 57"/>
                  <a:gd name="T15" fmla="*/ 0 h 67"/>
                  <a:gd name="T16" fmla="*/ 0 w 57"/>
                  <a:gd name="T17" fmla="*/ 33 h 67"/>
                  <a:gd name="T18" fmla="*/ 30 w 57"/>
                  <a:gd name="T19" fmla="*/ 67 h 67"/>
                  <a:gd name="T20" fmla="*/ 57 w 57"/>
                  <a:gd name="T21" fmla="*/ 37 h 67"/>
                  <a:gd name="T22" fmla="*/ 57 w 57"/>
                  <a:gd name="T23" fmla="*/ 32 h 67"/>
                  <a:gd name="T24" fmla="*/ 33 w 57"/>
                  <a:gd name="T25" fmla="*/ 32 h 67"/>
                  <a:gd name="T26" fmla="*/ 33 w 57"/>
                  <a:gd name="T27" fmla="*/ 4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7">
                    <a:moveTo>
                      <a:pt x="33" y="42"/>
                    </a:moveTo>
                    <a:cubicBezTo>
                      <a:pt x="47" y="42"/>
                      <a:pt x="47" y="42"/>
                      <a:pt x="47" y="42"/>
                    </a:cubicBezTo>
                    <a:cubicBezTo>
                      <a:pt x="45" y="51"/>
                      <a:pt x="39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38" y="10"/>
                      <a:pt x="42" y="15"/>
                      <a:pt x="45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5" y="67"/>
                      <a:pt x="57" y="55"/>
                      <a:pt x="57" y="37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33" y="32"/>
                      <a:pt x="33" y="32"/>
                      <a:pt x="33" y="32"/>
                    </a:cubicBezTo>
                    <a:lnTo>
                      <a:pt x="33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3" name="Rectangle 153">
                <a:extLst>
                  <a:ext uri="{FF2B5EF4-FFF2-40B4-BE49-F238E27FC236}">
                    <a16:creationId xmlns:a16="http://schemas.microsoft.com/office/drawing/2014/main" id="{0C1D08C5-273A-4E6C-A0A4-18B3F602C2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28" y="8105"/>
                <a:ext cx="7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4" name="Freeform 154">
                <a:extLst>
                  <a:ext uri="{FF2B5EF4-FFF2-40B4-BE49-F238E27FC236}">
                    <a16:creationId xmlns:a16="http://schemas.microsoft.com/office/drawing/2014/main" id="{4C793D92-0EAE-4E41-84BD-FB191DAAD15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49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5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5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8" y="10"/>
                      <a:pt x="42" y="15"/>
                      <a:pt x="4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29" y="67"/>
                    </a:cubicBezTo>
                    <a:cubicBezTo>
                      <a:pt x="44" y="67"/>
                      <a:pt x="53" y="58"/>
                      <a:pt x="5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2" y="52"/>
                      <a:pt x="38" y="57"/>
                      <a:pt x="29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5" name="Freeform 155">
                <a:extLst>
                  <a:ext uri="{FF2B5EF4-FFF2-40B4-BE49-F238E27FC236}">
                    <a16:creationId xmlns:a16="http://schemas.microsoft.com/office/drawing/2014/main" id="{1024A96F-74A1-4A78-A56F-42F4279D022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99" y="8105"/>
                <a:ext cx="45" cy="49"/>
              </a:xfrm>
              <a:custGeom>
                <a:avLst/>
                <a:gdLst>
                  <a:gd name="T0" fmla="*/ 19 w 45"/>
                  <a:gd name="T1" fmla="*/ 0 h 49"/>
                  <a:gd name="T2" fmla="*/ 0 w 45"/>
                  <a:gd name="T3" fmla="*/ 49 h 49"/>
                  <a:gd name="T4" fmla="*/ 8 w 45"/>
                  <a:gd name="T5" fmla="*/ 49 h 49"/>
                  <a:gd name="T6" fmla="*/ 14 w 45"/>
                  <a:gd name="T7" fmla="*/ 36 h 49"/>
                  <a:gd name="T8" fmla="*/ 31 w 45"/>
                  <a:gd name="T9" fmla="*/ 36 h 49"/>
                  <a:gd name="T10" fmla="*/ 37 w 45"/>
                  <a:gd name="T11" fmla="*/ 49 h 49"/>
                  <a:gd name="T12" fmla="*/ 45 w 45"/>
                  <a:gd name="T13" fmla="*/ 49 h 49"/>
                  <a:gd name="T14" fmla="*/ 26 w 45"/>
                  <a:gd name="T15" fmla="*/ 0 h 49"/>
                  <a:gd name="T16" fmla="*/ 19 w 45"/>
                  <a:gd name="T17" fmla="*/ 0 h 49"/>
                  <a:gd name="T18" fmla="*/ 16 w 45"/>
                  <a:gd name="T19" fmla="*/ 28 h 49"/>
                  <a:gd name="T20" fmla="*/ 22 w 45"/>
                  <a:gd name="T21" fmla="*/ 11 h 49"/>
                  <a:gd name="T22" fmla="*/ 29 w 45"/>
                  <a:gd name="T23" fmla="*/ 28 h 49"/>
                  <a:gd name="T24" fmla="*/ 16 w 45"/>
                  <a:gd name="T25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9">
                    <a:moveTo>
                      <a:pt x="19" y="0"/>
                    </a:moveTo>
                    <a:lnTo>
                      <a:pt x="0" y="49"/>
                    </a:lnTo>
                    <a:lnTo>
                      <a:pt x="8" y="49"/>
                    </a:lnTo>
                    <a:lnTo>
                      <a:pt x="14" y="36"/>
                    </a:lnTo>
                    <a:lnTo>
                      <a:pt x="31" y="36"/>
                    </a:lnTo>
                    <a:lnTo>
                      <a:pt x="37" y="49"/>
                    </a:lnTo>
                    <a:lnTo>
                      <a:pt x="45" y="49"/>
                    </a:lnTo>
                    <a:lnTo>
                      <a:pt x="26" y="0"/>
                    </a:lnTo>
                    <a:lnTo>
                      <a:pt x="19" y="0"/>
                    </a:lnTo>
                    <a:close/>
                    <a:moveTo>
                      <a:pt x="16" y="28"/>
                    </a:moveTo>
                    <a:lnTo>
                      <a:pt x="22" y="11"/>
                    </a:lnTo>
                    <a:lnTo>
                      <a:pt x="29" y="28"/>
                    </a:lnTo>
                    <a:lnTo>
                      <a:pt x="16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6" name="Freeform 156">
                <a:extLst>
                  <a:ext uri="{FF2B5EF4-FFF2-40B4-BE49-F238E27FC236}">
                    <a16:creationId xmlns:a16="http://schemas.microsoft.com/office/drawing/2014/main" id="{41BD36D6-55CC-4C4F-B4A8-E366DDC2915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6" y="8105"/>
                <a:ext cx="32" cy="49"/>
              </a:xfrm>
              <a:custGeom>
                <a:avLst/>
                <a:gdLst>
                  <a:gd name="T0" fmla="*/ 9 w 32"/>
                  <a:gd name="T1" fmla="*/ 0 h 49"/>
                  <a:gd name="T2" fmla="*/ 0 w 32"/>
                  <a:gd name="T3" fmla="*/ 0 h 49"/>
                  <a:gd name="T4" fmla="*/ 0 w 32"/>
                  <a:gd name="T5" fmla="*/ 49 h 49"/>
                  <a:gd name="T6" fmla="*/ 32 w 32"/>
                  <a:gd name="T7" fmla="*/ 49 h 49"/>
                  <a:gd name="T8" fmla="*/ 32 w 32"/>
                  <a:gd name="T9" fmla="*/ 41 h 49"/>
                  <a:gd name="T10" fmla="*/ 9 w 32"/>
                  <a:gd name="T11" fmla="*/ 41 h 49"/>
                  <a:gd name="T12" fmla="*/ 9 w 3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9">
                    <a:moveTo>
                      <a:pt x="9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2" y="49"/>
                    </a:lnTo>
                    <a:lnTo>
                      <a:pt x="32" y="41"/>
                    </a:lnTo>
                    <a:lnTo>
                      <a:pt x="9" y="41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7" name="Freeform 157">
                <a:extLst>
                  <a:ext uri="{FF2B5EF4-FFF2-40B4-BE49-F238E27FC236}">
                    <a16:creationId xmlns:a16="http://schemas.microsoft.com/office/drawing/2014/main" id="{FF4E0858-3539-423A-BC6A-AAB85D78278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2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31 w 31"/>
                  <a:gd name="T3" fmla="*/ 49 h 49"/>
                  <a:gd name="T4" fmla="*/ 31 w 31"/>
                  <a:gd name="T5" fmla="*/ 41 h 49"/>
                  <a:gd name="T6" fmla="*/ 8 w 31"/>
                  <a:gd name="T7" fmla="*/ 41 h 49"/>
                  <a:gd name="T8" fmla="*/ 8 w 31"/>
                  <a:gd name="T9" fmla="*/ 27 h 49"/>
                  <a:gd name="T10" fmla="*/ 29 w 31"/>
                  <a:gd name="T11" fmla="*/ 27 h 49"/>
                  <a:gd name="T12" fmla="*/ 29 w 31"/>
                  <a:gd name="T13" fmla="*/ 21 h 49"/>
                  <a:gd name="T14" fmla="*/ 8 w 31"/>
                  <a:gd name="T15" fmla="*/ 21 h 49"/>
                  <a:gd name="T16" fmla="*/ 8 w 31"/>
                  <a:gd name="T17" fmla="*/ 8 h 49"/>
                  <a:gd name="T18" fmla="*/ 31 w 31"/>
                  <a:gd name="T19" fmla="*/ 8 h 49"/>
                  <a:gd name="T20" fmla="*/ 31 w 31"/>
                  <a:gd name="T21" fmla="*/ 0 h 49"/>
                  <a:gd name="T22" fmla="*/ 0 w 31"/>
                  <a:gd name="T23" fmla="*/ 0 h 49"/>
                  <a:gd name="T24" fmla="*/ 0 w 31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8" y="21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8" name="Freeform 158">
                <a:extLst>
                  <a:ext uri="{FF2B5EF4-FFF2-40B4-BE49-F238E27FC236}">
                    <a16:creationId xmlns:a16="http://schemas.microsoft.com/office/drawing/2014/main" id="{72463289-3ABE-48CD-A7D2-8F08967A1BD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9" name="Freeform 159">
                <a:extLst>
                  <a:ext uri="{FF2B5EF4-FFF2-40B4-BE49-F238E27FC236}">
                    <a16:creationId xmlns:a16="http://schemas.microsoft.com/office/drawing/2014/main" id="{AA78572A-990D-4F80-A3E4-012AFD4E412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12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0" name="Freeform 160">
                <a:extLst>
                  <a:ext uri="{FF2B5EF4-FFF2-40B4-BE49-F238E27FC236}">
                    <a16:creationId xmlns:a16="http://schemas.microsoft.com/office/drawing/2014/main" id="{6D5A483C-7FE9-44F9-A5D1-FD308C85B78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77" y="8105"/>
                <a:ext cx="39" cy="49"/>
              </a:xfrm>
              <a:custGeom>
                <a:avLst/>
                <a:gdLst>
                  <a:gd name="T0" fmla="*/ 32 w 39"/>
                  <a:gd name="T1" fmla="*/ 34 h 49"/>
                  <a:gd name="T2" fmla="*/ 9 w 39"/>
                  <a:gd name="T3" fmla="*/ 0 h 49"/>
                  <a:gd name="T4" fmla="*/ 0 w 39"/>
                  <a:gd name="T5" fmla="*/ 0 h 49"/>
                  <a:gd name="T6" fmla="*/ 0 w 39"/>
                  <a:gd name="T7" fmla="*/ 49 h 49"/>
                  <a:gd name="T8" fmla="*/ 9 w 39"/>
                  <a:gd name="T9" fmla="*/ 49 h 49"/>
                  <a:gd name="T10" fmla="*/ 9 w 39"/>
                  <a:gd name="T11" fmla="*/ 14 h 49"/>
                  <a:gd name="T12" fmla="*/ 33 w 39"/>
                  <a:gd name="T13" fmla="*/ 49 h 49"/>
                  <a:gd name="T14" fmla="*/ 39 w 39"/>
                  <a:gd name="T15" fmla="*/ 49 h 49"/>
                  <a:gd name="T16" fmla="*/ 39 w 39"/>
                  <a:gd name="T17" fmla="*/ 0 h 49"/>
                  <a:gd name="T18" fmla="*/ 32 w 39"/>
                  <a:gd name="T19" fmla="*/ 0 h 49"/>
                  <a:gd name="T20" fmla="*/ 32 w 39"/>
                  <a:gd name="T21" fmla="*/ 3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9">
                    <a:moveTo>
                      <a:pt x="32" y="34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9" y="49"/>
                    </a:lnTo>
                    <a:lnTo>
                      <a:pt x="9" y="14"/>
                    </a:lnTo>
                    <a:lnTo>
                      <a:pt x="33" y="49"/>
                    </a:lnTo>
                    <a:lnTo>
                      <a:pt x="39" y="49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32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1" name="Freeform 161">
                <a:extLst>
                  <a:ext uri="{FF2B5EF4-FFF2-40B4-BE49-F238E27FC236}">
                    <a16:creationId xmlns:a16="http://schemas.microsoft.com/office/drawing/2014/main" id="{AE23D639-EACB-4098-B934-E63A1AA81A2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23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2" name="Freeform 162">
                <a:extLst>
                  <a:ext uri="{FF2B5EF4-FFF2-40B4-BE49-F238E27FC236}">
                    <a16:creationId xmlns:a16="http://schemas.microsoft.com/office/drawing/2014/main" id="{E9727BA0-000B-4993-AC31-4FA15E6EF22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88" y="8105"/>
                <a:ext cx="47" cy="49"/>
              </a:xfrm>
              <a:custGeom>
                <a:avLst/>
                <a:gdLst>
                  <a:gd name="T0" fmla="*/ 23 w 47"/>
                  <a:gd name="T1" fmla="*/ 38 h 49"/>
                  <a:gd name="T2" fmla="*/ 9 w 47"/>
                  <a:gd name="T3" fmla="*/ 0 h 49"/>
                  <a:gd name="T4" fmla="*/ 0 w 47"/>
                  <a:gd name="T5" fmla="*/ 0 h 49"/>
                  <a:gd name="T6" fmla="*/ 0 w 47"/>
                  <a:gd name="T7" fmla="*/ 49 h 49"/>
                  <a:gd name="T8" fmla="*/ 8 w 47"/>
                  <a:gd name="T9" fmla="*/ 49 h 49"/>
                  <a:gd name="T10" fmla="*/ 8 w 47"/>
                  <a:gd name="T11" fmla="*/ 15 h 49"/>
                  <a:gd name="T12" fmla="*/ 20 w 47"/>
                  <a:gd name="T13" fmla="*/ 49 h 49"/>
                  <a:gd name="T14" fmla="*/ 26 w 47"/>
                  <a:gd name="T15" fmla="*/ 49 h 49"/>
                  <a:gd name="T16" fmla="*/ 39 w 47"/>
                  <a:gd name="T17" fmla="*/ 15 h 49"/>
                  <a:gd name="T18" fmla="*/ 39 w 47"/>
                  <a:gd name="T19" fmla="*/ 49 h 49"/>
                  <a:gd name="T20" fmla="*/ 47 w 47"/>
                  <a:gd name="T21" fmla="*/ 49 h 49"/>
                  <a:gd name="T22" fmla="*/ 47 w 47"/>
                  <a:gd name="T23" fmla="*/ 0 h 49"/>
                  <a:gd name="T24" fmla="*/ 38 w 47"/>
                  <a:gd name="T25" fmla="*/ 0 h 49"/>
                  <a:gd name="T26" fmla="*/ 23 w 47"/>
                  <a:gd name="T2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9">
                    <a:moveTo>
                      <a:pt x="23" y="38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8" y="49"/>
                    </a:lnTo>
                    <a:lnTo>
                      <a:pt x="8" y="15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39" y="15"/>
                    </a:lnTo>
                    <a:lnTo>
                      <a:pt x="39" y="49"/>
                    </a:lnTo>
                    <a:lnTo>
                      <a:pt x="47" y="49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3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3" name="Rectangle 163">
                <a:extLst>
                  <a:ext uri="{FF2B5EF4-FFF2-40B4-BE49-F238E27FC236}">
                    <a16:creationId xmlns:a16="http://schemas.microsoft.com/office/drawing/2014/main" id="{746E96AE-3290-405E-A35E-A1EF5D57AD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8105"/>
                <a:ext cx="8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4" name="Freeform 164">
                <a:extLst>
                  <a:ext uri="{FF2B5EF4-FFF2-40B4-BE49-F238E27FC236}">
                    <a16:creationId xmlns:a16="http://schemas.microsoft.com/office/drawing/2014/main" id="{3D5D087B-8547-4278-8128-5CB74050BD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73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5" name="Freeform 165">
                <a:extLst>
                  <a:ext uri="{FF2B5EF4-FFF2-40B4-BE49-F238E27FC236}">
                    <a16:creationId xmlns:a16="http://schemas.microsoft.com/office/drawing/2014/main" id="{D8C6E186-41E2-492F-8BE2-3F9C5EB0AF6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5" y="8105"/>
                <a:ext cx="36" cy="50"/>
              </a:xfrm>
              <a:custGeom>
                <a:avLst/>
                <a:gdLst>
                  <a:gd name="T0" fmla="*/ 31 w 48"/>
                  <a:gd name="T1" fmla="*/ 29 h 67"/>
                  <a:gd name="T2" fmla="*/ 20 w 48"/>
                  <a:gd name="T3" fmla="*/ 27 h 67"/>
                  <a:gd name="T4" fmla="*/ 12 w 48"/>
                  <a:gd name="T5" fmla="*/ 18 h 67"/>
                  <a:gd name="T6" fmla="*/ 23 w 48"/>
                  <a:gd name="T7" fmla="*/ 10 h 67"/>
                  <a:gd name="T8" fmla="*/ 37 w 48"/>
                  <a:gd name="T9" fmla="*/ 18 h 67"/>
                  <a:gd name="T10" fmla="*/ 48 w 48"/>
                  <a:gd name="T11" fmla="*/ 18 h 67"/>
                  <a:gd name="T12" fmla="*/ 23 w 48"/>
                  <a:gd name="T13" fmla="*/ 0 h 67"/>
                  <a:gd name="T14" fmla="*/ 1 w 48"/>
                  <a:gd name="T15" fmla="*/ 19 h 67"/>
                  <a:gd name="T16" fmla="*/ 17 w 48"/>
                  <a:gd name="T17" fmla="*/ 37 h 67"/>
                  <a:gd name="T18" fmla="*/ 28 w 48"/>
                  <a:gd name="T19" fmla="*/ 39 h 67"/>
                  <a:gd name="T20" fmla="*/ 38 w 48"/>
                  <a:gd name="T21" fmla="*/ 48 h 67"/>
                  <a:gd name="T22" fmla="*/ 25 w 48"/>
                  <a:gd name="T23" fmla="*/ 57 h 67"/>
                  <a:gd name="T24" fmla="*/ 11 w 48"/>
                  <a:gd name="T25" fmla="*/ 48 h 67"/>
                  <a:gd name="T26" fmla="*/ 0 w 48"/>
                  <a:gd name="T27" fmla="*/ 48 h 67"/>
                  <a:gd name="T28" fmla="*/ 25 w 48"/>
                  <a:gd name="T29" fmla="*/ 67 h 67"/>
                  <a:gd name="T30" fmla="*/ 48 w 48"/>
                  <a:gd name="T31" fmla="*/ 47 h 67"/>
                  <a:gd name="T32" fmla="*/ 31 w 48"/>
                  <a:gd name="T33" fmla="*/ 2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7">
                    <a:moveTo>
                      <a:pt x="31" y="29"/>
                    </a:moveTo>
                    <a:cubicBezTo>
                      <a:pt x="20" y="27"/>
                      <a:pt x="20" y="27"/>
                      <a:pt x="20" y="27"/>
                    </a:cubicBezTo>
                    <a:cubicBezTo>
                      <a:pt x="14" y="25"/>
                      <a:pt x="12" y="23"/>
                      <a:pt x="12" y="18"/>
                    </a:cubicBezTo>
                    <a:cubicBezTo>
                      <a:pt x="12" y="13"/>
                      <a:pt x="16" y="10"/>
                      <a:pt x="23" y="10"/>
                    </a:cubicBezTo>
                    <a:cubicBezTo>
                      <a:pt x="31" y="10"/>
                      <a:pt x="35" y="13"/>
                      <a:pt x="3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7"/>
                      <a:pt x="37" y="0"/>
                      <a:pt x="23" y="0"/>
                    </a:cubicBezTo>
                    <a:cubicBezTo>
                      <a:pt x="10" y="0"/>
                      <a:pt x="1" y="9"/>
                      <a:pt x="1" y="19"/>
                    </a:cubicBezTo>
                    <a:cubicBezTo>
                      <a:pt x="1" y="30"/>
                      <a:pt x="9" y="35"/>
                      <a:pt x="17" y="37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5" y="41"/>
                      <a:pt x="38" y="43"/>
                      <a:pt x="38" y="48"/>
                    </a:cubicBezTo>
                    <a:cubicBezTo>
                      <a:pt x="38" y="54"/>
                      <a:pt x="33" y="57"/>
                      <a:pt x="25" y="57"/>
                    </a:cubicBezTo>
                    <a:cubicBezTo>
                      <a:pt x="18" y="57"/>
                      <a:pt x="13" y="54"/>
                      <a:pt x="1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12" y="67"/>
                      <a:pt x="25" y="67"/>
                    </a:cubicBezTo>
                    <a:cubicBezTo>
                      <a:pt x="38" y="67"/>
                      <a:pt x="48" y="59"/>
                      <a:pt x="48" y="47"/>
                    </a:cubicBezTo>
                    <a:cubicBezTo>
                      <a:pt x="48" y="38"/>
                      <a:pt x="41" y="32"/>
                      <a:pt x="31" y="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6" name="Freeform 166">
                <a:extLst>
                  <a:ext uri="{FF2B5EF4-FFF2-40B4-BE49-F238E27FC236}">
                    <a16:creationId xmlns:a16="http://schemas.microsoft.com/office/drawing/2014/main" id="{DC7DCB24-99F0-4856-B639-0390170AEE9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7895"/>
                <a:ext cx="144" cy="144"/>
              </a:xfrm>
              <a:custGeom>
                <a:avLst/>
                <a:gdLst>
                  <a:gd name="T0" fmla="*/ 191 w 193"/>
                  <a:gd name="T1" fmla="*/ 189 h 193"/>
                  <a:gd name="T2" fmla="*/ 193 w 193"/>
                  <a:gd name="T3" fmla="*/ 188 h 193"/>
                  <a:gd name="T4" fmla="*/ 193 w 193"/>
                  <a:gd name="T5" fmla="*/ 146 h 193"/>
                  <a:gd name="T6" fmla="*/ 189 w 193"/>
                  <a:gd name="T7" fmla="*/ 147 h 193"/>
                  <a:gd name="T8" fmla="*/ 180 w 193"/>
                  <a:gd name="T9" fmla="*/ 147 h 193"/>
                  <a:gd name="T10" fmla="*/ 171 w 193"/>
                  <a:gd name="T11" fmla="*/ 130 h 193"/>
                  <a:gd name="T12" fmla="*/ 171 w 193"/>
                  <a:gd name="T13" fmla="*/ 0 h 193"/>
                  <a:gd name="T14" fmla="*/ 120 w 193"/>
                  <a:gd name="T15" fmla="*/ 0 h 193"/>
                  <a:gd name="T16" fmla="*/ 120 w 193"/>
                  <a:gd name="T17" fmla="*/ 108 h 193"/>
                  <a:gd name="T18" fmla="*/ 84 w 193"/>
                  <a:gd name="T19" fmla="*/ 147 h 193"/>
                  <a:gd name="T20" fmla="*/ 51 w 193"/>
                  <a:gd name="T21" fmla="*/ 110 h 193"/>
                  <a:gd name="T22" fmla="*/ 51 w 193"/>
                  <a:gd name="T23" fmla="*/ 0 h 193"/>
                  <a:gd name="T24" fmla="*/ 0 w 193"/>
                  <a:gd name="T25" fmla="*/ 0 h 193"/>
                  <a:gd name="T26" fmla="*/ 0 w 193"/>
                  <a:gd name="T27" fmla="*/ 116 h 193"/>
                  <a:gd name="T28" fmla="*/ 73 w 193"/>
                  <a:gd name="T29" fmla="*/ 193 h 193"/>
                  <a:gd name="T30" fmla="*/ 127 w 193"/>
                  <a:gd name="T31" fmla="*/ 170 h 193"/>
                  <a:gd name="T32" fmla="*/ 139 w 193"/>
                  <a:gd name="T33" fmla="*/ 184 h 193"/>
                  <a:gd name="T34" fmla="*/ 168 w 193"/>
                  <a:gd name="T35" fmla="*/ 192 h 193"/>
                  <a:gd name="T36" fmla="*/ 191 w 193"/>
                  <a:gd name="T37" fmla="*/ 18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3" h="193">
                    <a:moveTo>
                      <a:pt x="191" y="189"/>
                    </a:move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6"/>
                      <a:pt x="193" y="146"/>
                      <a:pt x="193" y="146"/>
                    </a:cubicBezTo>
                    <a:cubicBezTo>
                      <a:pt x="189" y="147"/>
                      <a:pt x="189" y="147"/>
                      <a:pt x="189" y="147"/>
                    </a:cubicBezTo>
                    <a:cubicBezTo>
                      <a:pt x="186" y="147"/>
                      <a:pt x="183" y="147"/>
                      <a:pt x="180" y="147"/>
                    </a:cubicBezTo>
                    <a:cubicBezTo>
                      <a:pt x="175" y="147"/>
                      <a:pt x="171" y="146"/>
                      <a:pt x="171" y="13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31"/>
                      <a:pt x="105" y="147"/>
                      <a:pt x="84" y="147"/>
                    </a:cubicBezTo>
                    <a:cubicBezTo>
                      <a:pt x="63" y="147"/>
                      <a:pt x="51" y="133"/>
                      <a:pt x="51" y="11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63"/>
                      <a:pt x="28" y="193"/>
                      <a:pt x="73" y="193"/>
                    </a:cubicBezTo>
                    <a:cubicBezTo>
                      <a:pt x="103" y="193"/>
                      <a:pt x="119" y="181"/>
                      <a:pt x="127" y="170"/>
                    </a:cubicBezTo>
                    <a:cubicBezTo>
                      <a:pt x="130" y="176"/>
                      <a:pt x="134" y="180"/>
                      <a:pt x="139" y="184"/>
                    </a:cubicBezTo>
                    <a:cubicBezTo>
                      <a:pt x="146" y="190"/>
                      <a:pt x="156" y="192"/>
                      <a:pt x="168" y="192"/>
                    </a:cubicBezTo>
                    <a:cubicBezTo>
                      <a:pt x="175" y="192"/>
                      <a:pt x="184" y="192"/>
                      <a:pt x="191" y="18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7" name="Oval 167">
                <a:extLst>
                  <a:ext uri="{FF2B5EF4-FFF2-40B4-BE49-F238E27FC236}">
                    <a16:creationId xmlns:a16="http://schemas.microsoft.com/office/drawing/2014/main" id="{FD106676-2006-4BA3-BDA6-D5224B9712D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8" name="Freeform 168">
                <a:extLst>
                  <a:ext uri="{FF2B5EF4-FFF2-40B4-BE49-F238E27FC236}">
                    <a16:creationId xmlns:a16="http://schemas.microsoft.com/office/drawing/2014/main" id="{51F341F1-9BCA-426A-82C6-029BD18782A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4" y="7657"/>
                <a:ext cx="6" cy="8"/>
              </a:xfrm>
              <a:custGeom>
                <a:avLst/>
                <a:gdLst>
                  <a:gd name="T0" fmla="*/ 3 w 8"/>
                  <a:gd name="T1" fmla="*/ 11 h 11"/>
                  <a:gd name="T2" fmla="*/ 8 w 8"/>
                  <a:gd name="T3" fmla="*/ 6 h 11"/>
                  <a:gd name="T4" fmla="*/ 3 w 8"/>
                  <a:gd name="T5" fmla="*/ 0 h 11"/>
                  <a:gd name="T6" fmla="*/ 0 w 8"/>
                  <a:gd name="T7" fmla="*/ 1 h 11"/>
                  <a:gd name="T8" fmla="*/ 0 w 8"/>
                  <a:gd name="T9" fmla="*/ 11 h 11"/>
                  <a:gd name="T10" fmla="*/ 3 w 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6" y="11"/>
                      <a:pt x="8" y="9"/>
                      <a:pt x="8" y="6"/>
                    </a:cubicBezTo>
                    <a:cubicBezTo>
                      <a:pt x="8" y="2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4"/>
                      <a:pt x="0" y="8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9" name="Oval 169">
                <a:extLst>
                  <a:ext uri="{FF2B5EF4-FFF2-40B4-BE49-F238E27FC236}">
                    <a16:creationId xmlns:a16="http://schemas.microsoft.com/office/drawing/2014/main" id="{A606BE2E-7C29-40C0-A9B7-7D4AC130321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80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0" name="Oval 170">
                <a:extLst>
                  <a:ext uri="{FF2B5EF4-FFF2-40B4-BE49-F238E27FC236}">
                    <a16:creationId xmlns:a16="http://schemas.microsoft.com/office/drawing/2014/main" id="{4A9B1FEE-F573-4724-ACB7-192D38D0811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3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1" name="Oval 171">
                <a:extLst>
                  <a:ext uri="{FF2B5EF4-FFF2-40B4-BE49-F238E27FC236}">
                    <a16:creationId xmlns:a16="http://schemas.microsoft.com/office/drawing/2014/main" id="{26EA4845-FCAE-4BAB-B01F-A1F449E7C0D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6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2" name="Oval 172">
                <a:extLst>
                  <a:ext uri="{FF2B5EF4-FFF2-40B4-BE49-F238E27FC236}">
                    <a16:creationId xmlns:a16="http://schemas.microsoft.com/office/drawing/2014/main" id="{BBA14FB3-3F35-4B95-8319-EED7DB62FFB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8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3" name="Oval 173">
                <a:extLst>
                  <a:ext uri="{FF2B5EF4-FFF2-40B4-BE49-F238E27FC236}">
                    <a16:creationId xmlns:a16="http://schemas.microsoft.com/office/drawing/2014/main" id="{E2E210BE-94E3-49D8-9D57-39212813E1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9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4" name="Oval 174">
                <a:extLst>
                  <a:ext uri="{FF2B5EF4-FFF2-40B4-BE49-F238E27FC236}">
                    <a16:creationId xmlns:a16="http://schemas.microsoft.com/office/drawing/2014/main" id="{7D601405-83CA-4B1A-8BBA-22314B7349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7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5" name="Oval 175">
                <a:extLst>
                  <a:ext uri="{FF2B5EF4-FFF2-40B4-BE49-F238E27FC236}">
                    <a16:creationId xmlns:a16="http://schemas.microsoft.com/office/drawing/2014/main" id="{0FC883E8-CB73-499E-95A8-A776AEE074C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3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6" name="Oval 176">
                <a:extLst>
                  <a:ext uri="{FF2B5EF4-FFF2-40B4-BE49-F238E27FC236}">
                    <a16:creationId xmlns:a16="http://schemas.microsoft.com/office/drawing/2014/main" id="{55EB181A-8FE4-4B77-AB73-0DC8B5148E5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69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7" name="Oval 177">
                <a:extLst>
                  <a:ext uri="{FF2B5EF4-FFF2-40B4-BE49-F238E27FC236}">
                    <a16:creationId xmlns:a16="http://schemas.microsoft.com/office/drawing/2014/main" id="{0907942C-8F0C-4FE6-8F09-0BA57C728F9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8" name="Oval 178">
                <a:extLst>
                  <a:ext uri="{FF2B5EF4-FFF2-40B4-BE49-F238E27FC236}">
                    <a16:creationId xmlns:a16="http://schemas.microsoft.com/office/drawing/2014/main" id="{2891FBA0-88FB-4B07-ACF5-562DF13F1F3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50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9" name="Oval 179">
                <a:extLst>
                  <a:ext uri="{FF2B5EF4-FFF2-40B4-BE49-F238E27FC236}">
                    <a16:creationId xmlns:a16="http://schemas.microsoft.com/office/drawing/2014/main" id="{64DD08DC-DF2C-49AE-8C7D-C42BFE7CF8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0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0" name="Oval 180">
                <a:extLst>
                  <a:ext uri="{FF2B5EF4-FFF2-40B4-BE49-F238E27FC236}">
                    <a16:creationId xmlns:a16="http://schemas.microsoft.com/office/drawing/2014/main" id="{736F5404-6538-4FF6-AABA-A8CCFC83977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5" y="77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1" name="Oval 181">
                <a:extLst>
                  <a:ext uri="{FF2B5EF4-FFF2-40B4-BE49-F238E27FC236}">
                    <a16:creationId xmlns:a16="http://schemas.microsoft.com/office/drawing/2014/main" id="{AD8BE379-1EAE-4A07-837B-98DD28BFCBA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9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2" name="Oval 182">
                <a:extLst>
                  <a:ext uri="{FF2B5EF4-FFF2-40B4-BE49-F238E27FC236}">
                    <a16:creationId xmlns:a16="http://schemas.microsoft.com/office/drawing/2014/main" id="{AAB5ED50-0358-42A1-BCD8-918B25F927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2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3" name="Oval 183">
                <a:extLst>
                  <a:ext uri="{FF2B5EF4-FFF2-40B4-BE49-F238E27FC236}">
                    <a16:creationId xmlns:a16="http://schemas.microsoft.com/office/drawing/2014/main" id="{08442E82-B4AD-4AC5-ADA0-957798B5261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1" y="75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4" name="Oval 184">
                <a:extLst>
                  <a:ext uri="{FF2B5EF4-FFF2-40B4-BE49-F238E27FC236}">
                    <a16:creationId xmlns:a16="http://schemas.microsoft.com/office/drawing/2014/main" id="{CE19CA43-E827-49A0-9CF4-4E70276CFCB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6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5" name="Oval 185">
                <a:extLst>
                  <a:ext uri="{FF2B5EF4-FFF2-40B4-BE49-F238E27FC236}">
                    <a16:creationId xmlns:a16="http://schemas.microsoft.com/office/drawing/2014/main" id="{A57F893C-AF1A-4FA3-B96C-A80044EECB1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3" y="76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6" name="Oval 186">
                <a:extLst>
                  <a:ext uri="{FF2B5EF4-FFF2-40B4-BE49-F238E27FC236}">
                    <a16:creationId xmlns:a16="http://schemas.microsoft.com/office/drawing/2014/main" id="{6212E8B1-46DE-47E2-A8DE-A5EF53D6F0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0" y="777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7" name="Oval 187">
                <a:extLst>
                  <a:ext uri="{FF2B5EF4-FFF2-40B4-BE49-F238E27FC236}">
                    <a16:creationId xmlns:a16="http://schemas.microsoft.com/office/drawing/2014/main" id="{038D964D-D5ED-4C07-BA63-5AF2E4DA25D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0" y="77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8" name="Oval 188">
                <a:extLst>
                  <a:ext uri="{FF2B5EF4-FFF2-40B4-BE49-F238E27FC236}">
                    <a16:creationId xmlns:a16="http://schemas.microsoft.com/office/drawing/2014/main" id="{D5A31E5D-3A5B-48F2-A72C-F9269507F39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9" name="Freeform 189">
                <a:extLst>
                  <a:ext uri="{FF2B5EF4-FFF2-40B4-BE49-F238E27FC236}">
                    <a16:creationId xmlns:a16="http://schemas.microsoft.com/office/drawing/2014/main" id="{25E9C9D1-A436-4700-8624-C0869728DA7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8" y="7761"/>
                <a:ext cx="9" cy="8"/>
              </a:xfrm>
              <a:custGeom>
                <a:avLst/>
                <a:gdLst>
                  <a:gd name="T0" fmla="*/ 6 w 12"/>
                  <a:gd name="T1" fmla="*/ 0 h 11"/>
                  <a:gd name="T2" fmla="*/ 0 w 12"/>
                  <a:gd name="T3" fmla="*/ 6 h 11"/>
                  <a:gd name="T4" fmla="*/ 5 w 12"/>
                  <a:gd name="T5" fmla="*/ 11 h 11"/>
                  <a:gd name="T6" fmla="*/ 12 w 12"/>
                  <a:gd name="T7" fmla="*/ 4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8"/>
                      <a:pt x="3" y="11"/>
                      <a:pt x="5" y="11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0" name="Oval 190">
                <a:extLst>
                  <a:ext uri="{FF2B5EF4-FFF2-40B4-BE49-F238E27FC236}">
                    <a16:creationId xmlns:a16="http://schemas.microsoft.com/office/drawing/2014/main" id="{691B41E7-5A4F-467E-A3E1-0B028C4911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8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1" name="Oval 191">
                <a:extLst>
                  <a:ext uri="{FF2B5EF4-FFF2-40B4-BE49-F238E27FC236}">
                    <a16:creationId xmlns:a16="http://schemas.microsoft.com/office/drawing/2014/main" id="{840BF197-015E-477D-BE16-E0A91B23D92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2" name="Oval 192">
                <a:extLst>
                  <a:ext uri="{FF2B5EF4-FFF2-40B4-BE49-F238E27FC236}">
                    <a16:creationId xmlns:a16="http://schemas.microsoft.com/office/drawing/2014/main" id="{E32C9AAA-12E1-40EB-82B5-CCF83D9CCC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2" y="756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3" name="Oval 193">
                <a:extLst>
                  <a:ext uri="{FF2B5EF4-FFF2-40B4-BE49-F238E27FC236}">
                    <a16:creationId xmlns:a16="http://schemas.microsoft.com/office/drawing/2014/main" id="{CAFC5193-C0E5-43FC-88F1-AE3917D142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77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4" name="Oval 194">
                <a:extLst>
                  <a:ext uri="{FF2B5EF4-FFF2-40B4-BE49-F238E27FC236}">
                    <a16:creationId xmlns:a16="http://schemas.microsoft.com/office/drawing/2014/main" id="{3F02566A-C4BC-4087-BAD7-90CB8BED5A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76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5" name="Oval 195">
                <a:extLst>
                  <a:ext uri="{FF2B5EF4-FFF2-40B4-BE49-F238E27FC236}">
                    <a16:creationId xmlns:a16="http://schemas.microsoft.com/office/drawing/2014/main" id="{BA18A8FA-E622-452F-A0BE-BC45AEE177F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67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6" name="Oval 196">
                <a:extLst>
                  <a:ext uri="{FF2B5EF4-FFF2-40B4-BE49-F238E27FC236}">
                    <a16:creationId xmlns:a16="http://schemas.microsoft.com/office/drawing/2014/main" id="{C8C13A2C-157D-4B03-B9FC-7E7BF0E471F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7" name="Oval 197">
                <a:extLst>
                  <a:ext uri="{FF2B5EF4-FFF2-40B4-BE49-F238E27FC236}">
                    <a16:creationId xmlns:a16="http://schemas.microsoft.com/office/drawing/2014/main" id="{51797EA7-6CEF-4A4E-9E7E-8ACA8D70204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1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8" name="Oval 198">
                <a:extLst>
                  <a:ext uri="{FF2B5EF4-FFF2-40B4-BE49-F238E27FC236}">
                    <a16:creationId xmlns:a16="http://schemas.microsoft.com/office/drawing/2014/main" id="{0A5B1CDD-AFC0-418B-A72E-B02C8AA1245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6" y="772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9" name="Oval 199">
                <a:extLst>
                  <a:ext uri="{FF2B5EF4-FFF2-40B4-BE49-F238E27FC236}">
                    <a16:creationId xmlns:a16="http://schemas.microsoft.com/office/drawing/2014/main" id="{EFD2AD41-67BA-4584-95B2-E6B1F0FD9B5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0" name="Oval 200">
                <a:extLst>
                  <a:ext uri="{FF2B5EF4-FFF2-40B4-BE49-F238E27FC236}">
                    <a16:creationId xmlns:a16="http://schemas.microsoft.com/office/drawing/2014/main" id="{2D0636BF-0469-471F-A50C-A695C7327C3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9" y="781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1" name="Oval 201">
                <a:extLst>
                  <a:ext uri="{FF2B5EF4-FFF2-40B4-BE49-F238E27FC236}">
                    <a16:creationId xmlns:a16="http://schemas.microsoft.com/office/drawing/2014/main" id="{C9DD7B65-E749-4EAE-B42A-E0D4D14A16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1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2" name="Oval 202">
                <a:extLst>
                  <a:ext uri="{FF2B5EF4-FFF2-40B4-BE49-F238E27FC236}">
                    <a16:creationId xmlns:a16="http://schemas.microsoft.com/office/drawing/2014/main" id="{38E45863-AD2F-467D-B8F0-5199232A6C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56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3" name="Freeform 203">
                <a:extLst>
                  <a:ext uri="{FF2B5EF4-FFF2-40B4-BE49-F238E27FC236}">
                    <a16:creationId xmlns:a16="http://schemas.microsoft.com/office/drawing/2014/main" id="{A1029F36-71FF-4D3B-A314-6C50C1A9766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0" y="7771"/>
                <a:ext cx="8" cy="8"/>
              </a:xfrm>
              <a:custGeom>
                <a:avLst/>
                <a:gdLst>
                  <a:gd name="T0" fmla="*/ 0 w 10"/>
                  <a:gd name="T1" fmla="*/ 6 h 10"/>
                  <a:gd name="T2" fmla="*/ 2 w 10"/>
                  <a:gd name="T3" fmla="*/ 10 h 10"/>
                  <a:gd name="T4" fmla="*/ 10 w 10"/>
                  <a:gd name="T5" fmla="*/ 2 h 10"/>
                  <a:gd name="T6" fmla="*/ 6 w 10"/>
                  <a:gd name="T7" fmla="*/ 0 h 10"/>
                  <a:gd name="T8" fmla="*/ 0 w 10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0" y="8"/>
                      <a:pt x="1" y="9"/>
                      <a:pt x="2" y="10"/>
                    </a:cubicBezTo>
                    <a:cubicBezTo>
                      <a:pt x="5" y="8"/>
                      <a:pt x="7" y="5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4" name="Oval 204">
                <a:extLst>
                  <a:ext uri="{FF2B5EF4-FFF2-40B4-BE49-F238E27FC236}">
                    <a16:creationId xmlns:a16="http://schemas.microsoft.com/office/drawing/2014/main" id="{5D9C62BE-E6C3-4404-8CDA-D07ED568DC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5" y="767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grpSp>
          <p:nvGrpSpPr>
            <p:cNvPr id="8" name="Group 406">
              <a:extLst>
                <a:ext uri="{FF2B5EF4-FFF2-40B4-BE49-F238E27FC236}">
                  <a16:creationId xmlns:a16="http://schemas.microsoft.com/office/drawing/2014/main" id="{1E7B6839-26B1-4F8F-BDF6-BD088DA41FB7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3471863" y="11942763"/>
              <a:ext cx="525463" cy="471488"/>
              <a:chOff x="2187" y="7523"/>
              <a:chExt cx="331" cy="297"/>
            </a:xfrm>
            <a:grpFill/>
          </p:grpSpPr>
          <p:sp>
            <p:nvSpPr>
              <p:cNvPr id="115" name="Oval 206">
                <a:extLst>
                  <a:ext uri="{FF2B5EF4-FFF2-40B4-BE49-F238E27FC236}">
                    <a16:creationId xmlns:a16="http://schemas.microsoft.com/office/drawing/2014/main" id="{FB1A3F2A-AC6C-48EB-884C-20EAAF2C2EB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4" y="77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6" name="Oval 207">
                <a:extLst>
                  <a:ext uri="{FF2B5EF4-FFF2-40B4-BE49-F238E27FC236}">
                    <a16:creationId xmlns:a16="http://schemas.microsoft.com/office/drawing/2014/main" id="{19AE0803-650F-487E-95F3-3204C0D806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0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" name="Oval 208">
                <a:extLst>
                  <a:ext uri="{FF2B5EF4-FFF2-40B4-BE49-F238E27FC236}">
                    <a16:creationId xmlns:a16="http://schemas.microsoft.com/office/drawing/2014/main" id="{B133409D-C335-45F2-9453-3BCAA79F2D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0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" name="Oval 209">
                <a:extLst>
                  <a:ext uri="{FF2B5EF4-FFF2-40B4-BE49-F238E27FC236}">
                    <a16:creationId xmlns:a16="http://schemas.microsoft.com/office/drawing/2014/main" id="{731138E8-0CD2-4D33-BEC7-4BA061AE651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" name="Oval 210">
                <a:extLst>
                  <a:ext uri="{FF2B5EF4-FFF2-40B4-BE49-F238E27FC236}">
                    <a16:creationId xmlns:a16="http://schemas.microsoft.com/office/drawing/2014/main" id="{350CA98F-8186-445B-B6C4-A3CCF74CE54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" name="Oval 211">
                <a:extLst>
                  <a:ext uri="{FF2B5EF4-FFF2-40B4-BE49-F238E27FC236}">
                    <a16:creationId xmlns:a16="http://schemas.microsoft.com/office/drawing/2014/main" id="{F40D9CF0-6DFB-459B-8D41-581274EEE7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8" y="77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" name="Oval 212">
                <a:extLst>
                  <a:ext uri="{FF2B5EF4-FFF2-40B4-BE49-F238E27FC236}">
                    <a16:creationId xmlns:a16="http://schemas.microsoft.com/office/drawing/2014/main" id="{85767EF7-5A38-411B-967D-EE002F9D588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6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" name="Oval 213">
                <a:extLst>
                  <a:ext uri="{FF2B5EF4-FFF2-40B4-BE49-F238E27FC236}">
                    <a16:creationId xmlns:a16="http://schemas.microsoft.com/office/drawing/2014/main" id="{0623456F-CB63-4A01-B84E-82AF72751CB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2" y="76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" name="Oval 214">
                <a:extLst>
                  <a:ext uri="{FF2B5EF4-FFF2-40B4-BE49-F238E27FC236}">
                    <a16:creationId xmlns:a16="http://schemas.microsoft.com/office/drawing/2014/main" id="{9E1EF6B8-8096-45C0-A513-08A95A9366C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7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" name="Freeform 215">
                <a:extLst>
                  <a:ext uri="{FF2B5EF4-FFF2-40B4-BE49-F238E27FC236}">
                    <a16:creationId xmlns:a16="http://schemas.microsoft.com/office/drawing/2014/main" id="{9368AD9C-E612-4EEF-A917-69A7D47CE6F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78" y="7752"/>
                <a:ext cx="8" cy="8"/>
              </a:xfrm>
              <a:custGeom>
                <a:avLst/>
                <a:gdLst>
                  <a:gd name="T0" fmla="*/ 0 w 10"/>
                  <a:gd name="T1" fmla="*/ 6 h 11"/>
                  <a:gd name="T2" fmla="*/ 3 w 10"/>
                  <a:gd name="T3" fmla="*/ 11 h 11"/>
                  <a:gd name="T4" fmla="*/ 10 w 10"/>
                  <a:gd name="T5" fmla="*/ 1 h 11"/>
                  <a:gd name="T6" fmla="*/ 6 w 10"/>
                  <a:gd name="T7" fmla="*/ 0 h 11"/>
                  <a:gd name="T8" fmla="*/ 0 w 10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cubicBezTo>
                      <a:pt x="0" y="8"/>
                      <a:pt x="1" y="9"/>
                      <a:pt x="3" y="11"/>
                    </a:cubicBezTo>
                    <a:cubicBezTo>
                      <a:pt x="5" y="8"/>
                      <a:pt x="8" y="4"/>
                      <a:pt x="10" y="1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" name="Oval 216">
                <a:extLst>
                  <a:ext uri="{FF2B5EF4-FFF2-40B4-BE49-F238E27FC236}">
                    <a16:creationId xmlns:a16="http://schemas.microsoft.com/office/drawing/2014/main" id="{8C1C5109-FC00-49E9-8DD1-C0272783FC5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0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" name="Oval 217">
                <a:extLst>
                  <a:ext uri="{FF2B5EF4-FFF2-40B4-BE49-F238E27FC236}">
                    <a16:creationId xmlns:a16="http://schemas.microsoft.com/office/drawing/2014/main" id="{99DE11D0-F1DA-4408-A2E8-56E2AB42729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1" y="766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" name="Oval 218">
                <a:extLst>
                  <a:ext uri="{FF2B5EF4-FFF2-40B4-BE49-F238E27FC236}">
                    <a16:creationId xmlns:a16="http://schemas.microsoft.com/office/drawing/2014/main" id="{4E29FCFF-1475-4DB4-9D70-974266DCFD5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8" name="Oval 219">
                <a:extLst>
                  <a:ext uri="{FF2B5EF4-FFF2-40B4-BE49-F238E27FC236}">
                    <a16:creationId xmlns:a16="http://schemas.microsoft.com/office/drawing/2014/main" id="{A8CA583A-5A69-44A6-876C-5686DDC3A0E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4" y="769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9" name="Oval 220">
                <a:extLst>
                  <a:ext uri="{FF2B5EF4-FFF2-40B4-BE49-F238E27FC236}">
                    <a16:creationId xmlns:a16="http://schemas.microsoft.com/office/drawing/2014/main" id="{9317C6F6-937B-46E4-9BB9-92AF52C4BA4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71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0" name="Oval 221">
                <a:extLst>
                  <a:ext uri="{FF2B5EF4-FFF2-40B4-BE49-F238E27FC236}">
                    <a16:creationId xmlns:a16="http://schemas.microsoft.com/office/drawing/2014/main" id="{0FF4BC65-3C6B-473B-9289-B165A795E11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7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1" name="Oval 222">
                <a:extLst>
                  <a:ext uri="{FF2B5EF4-FFF2-40B4-BE49-F238E27FC236}">
                    <a16:creationId xmlns:a16="http://schemas.microsoft.com/office/drawing/2014/main" id="{26F82367-C8A5-490B-823E-4C9B7A44BF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4" y="770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2" name="Oval 223">
                <a:extLst>
                  <a:ext uri="{FF2B5EF4-FFF2-40B4-BE49-F238E27FC236}">
                    <a16:creationId xmlns:a16="http://schemas.microsoft.com/office/drawing/2014/main" id="{3DBA4337-6DC4-4CBA-9DA1-B6318A33B3A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4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3" name="Oval 224">
                <a:extLst>
                  <a:ext uri="{FF2B5EF4-FFF2-40B4-BE49-F238E27FC236}">
                    <a16:creationId xmlns:a16="http://schemas.microsoft.com/office/drawing/2014/main" id="{801DFE40-DB0A-4D74-BE69-7519BA5875A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3" y="769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4" name="Oval 225">
                <a:extLst>
                  <a:ext uri="{FF2B5EF4-FFF2-40B4-BE49-F238E27FC236}">
                    <a16:creationId xmlns:a16="http://schemas.microsoft.com/office/drawing/2014/main" id="{66949570-9444-40F5-819C-090A27960C1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5" name="Oval 226">
                <a:extLst>
                  <a:ext uri="{FF2B5EF4-FFF2-40B4-BE49-F238E27FC236}">
                    <a16:creationId xmlns:a16="http://schemas.microsoft.com/office/drawing/2014/main" id="{63EEF4DC-4346-4B67-8D0C-5422677108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74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6" name="Oval 227">
                <a:extLst>
                  <a:ext uri="{FF2B5EF4-FFF2-40B4-BE49-F238E27FC236}">
                    <a16:creationId xmlns:a16="http://schemas.microsoft.com/office/drawing/2014/main" id="{24983F4E-45EB-406C-AEC4-F28C2F8B3CB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75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7" name="Oval 228">
                <a:extLst>
                  <a:ext uri="{FF2B5EF4-FFF2-40B4-BE49-F238E27FC236}">
                    <a16:creationId xmlns:a16="http://schemas.microsoft.com/office/drawing/2014/main" id="{9F981104-33C6-4D39-B801-B32E355928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57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8" name="Oval 229">
                <a:extLst>
                  <a:ext uri="{FF2B5EF4-FFF2-40B4-BE49-F238E27FC236}">
                    <a16:creationId xmlns:a16="http://schemas.microsoft.com/office/drawing/2014/main" id="{14DBA389-A633-4920-89CF-757F499E360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9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9" name="Oval 230">
                <a:extLst>
                  <a:ext uri="{FF2B5EF4-FFF2-40B4-BE49-F238E27FC236}">
                    <a16:creationId xmlns:a16="http://schemas.microsoft.com/office/drawing/2014/main" id="{2B276219-11A7-481E-9FF8-79C4D1E175B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0" name="Oval 231">
                <a:extLst>
                  <a:ext uri="{FF2B5EF4-FFF2-40B4-BE49-F238E27FC236}">
                    <a16:creationId xmlns:a16="http://schemas.microsoft.com/office/drawing/2014/main" id="{17F4DB67-8C21-4327-A447-9BB329FA02B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0" y="77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1" name="Oval 232">
                <a:extLst>
                  <a:ext uri="{FF2B5EF4-FFF2-40B4-BE49-F238E27FC236}">
                    <a16:creationId xmlns:a16="http://schemas.microsoft.com/office/drawing/2014/main" id="{8FB7A1E9-7B2D-4C09-B1F3-8B07AB1C5F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4" y="76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2" name="Oval 233">
                <a:extLst>
                  <a:ext uri="{FF2B5EF4-FFF2-40B4-BE49-F238E27FC236}">
                    <a16:creationId xmlns:a16="http://schemas.microsoft.com/office/drawing/2014/main" id="{39848BA4-5B58-4502-8AB9-6EBBCCCCFFD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8" y="778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3" name="Oval 234">
                <a:extLst>
                  <a:ext uri="{FF2B5EF4-FFF2-40B4-BE49-F238E27FC236}">
                    <a16:creationId xmlns:a16="http://schemas.microsoft.com/office/drawing/2014/main" id="{17382FA6-8E27-40E5-80F2-B29A43C480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1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4" name="Oval 235">
                <a:extLst>
                  <a:ext uri="{FF2B5EF4-FFF2-40B4-BE49-F238E27FC236}">
                    <a16:creationId xmlns:a16="http://schemas.microsoft.com/office/drawing/2014/main" id="{8C122B77-70AD-422A-838E-91B071E0C59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5" name="Oval 236">
                <a:extLst>
                  <a:ext uri="{FF2B5EF4-FFF2-40B4-BE49-F238E27FC236}">
                    <a16:creationId xmlns:a16="http://schemas.microsoft.com/office/drawing/2014/main" id="{ABFC451E-CC5D-4E34-97F5-13908D25BA5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81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6" name="Oval 237">
                <a:extLst>
                  <a:ext uri="{FF2B5EF4-FFF2-40B4-BE49-F238E27FC236}">
                    <a16:creationId xmlns:a16="http://schemas.microsoft.com/office/drawing/2014/main" id="{D9D542AE-9EFB-43AC-932B-817E520F3A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1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7" name="Oval 238">
                <a:extLst>
                  <a:ext uri="{FF2B5EF4-FFF2-40B4-BE49-F238E27FC236}">
                    <a16:creationId xmlns:a16="http://schemas.microsoft.com/office/drawing/2014/main" id="{34CEDC96-2984-4A84-B439-74AF2F157B4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2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8" name="Oval 239">
                <a:extLst>
                  <a:ext uri="{FF2B5EF4-FFF2-40B4-BE49-F238E27FC236}">
                    <a16:creationId xmlns:a16="http://schemas.microsoft.com/office/drawing/2014/main" id="{317C59B7-3353-4476-A5ED-8E9D87AF715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1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9" name="Oval 240">
                <a:extLst>
                  <a:ext uri="{FF2B5EF4-FFF2-40B4-BE49-F238E27FC236}">
                    <a16:creationId xmlns:a16="http://schemas.microsoft.com/office/drawing/2014/main" id="{9EEFFFC4-0542-4B0B-9547-21A79F1C9B3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7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0" name="Oval 241">
                <a:extLst>
                  <a:ext uri="{FF2B5EF4-FFF2-40B4-BE49-F238E27FC236}">
                    <a16:creationId xmlns:a16="http://schemas.microsoft.com/office/drawing/2014/main" id="{0E5B3890-2213-40DA-9BDF-8C79EFBD1D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7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1" name="Oval 242">
                <a:extLst>
                  <a:ext uri="{FF2B5EF4-FFF2-40B4-BE49-F238E27FC236}">
                    <a16:creationId xmlns:a16="http://schemas.microsoft.com/office/drawing/2014/main" id="{516BB265-09A1-48F4-98C7-522A3153F9C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7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2" name="Oval 243">
                <a:extLst>
                  <a:ext uri="{FF2B5EF4-FFF2-40B4-BE49-F238E27FC236}">
                    <a16:creationId xmlns:a16="http://schemas.microsoft.com/office/drawing/2014/main" id="{B0D84A6C-2C49-46EE-901E-F86BC548039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5" y="770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3" name="Oval 244">
                <a:extLst>
                  <a:ext uri="{FF2B5EF4-FFF2-40B4-BE49-F238E27FC236}">
                    <a16:creationId xmlns:a16="http://schemas.microsoft.com/office/drawing/2014/main" id="{69603290-4F59-4586-AB64-DDEBCB73C7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9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4" name="Oval 245">
                <a:extLst>
                  <a:ext uri="{FF2B5EF4-FFF2-40B4-BE49-F238E27FC236}">
                    <a16:creationId xmlns:a16="http://schemas.microsoft.com/office/drawing/2014/main" id="{4296035D-446F-4BBD-8662-ACEAD4DDF0A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9" y="774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5" name="Oval 246">
                <a:extLst>
                  <a:ext uri="{FF2B5EF4-FFF2-40B4-BE49-F238E27FC236}">
                    <a16:creationId xmlns:a16="http://schemas.microsoft.com/office/drawing/2014/main" id="{B2F85712-5273-437C-95A4-1270C574297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6" name="Oval 247">
                <a:extLst>
                  <a:ext uri="{FF2B5EF4-FFF2-40B4-BE49-F238E27FC236}">
                    <a16:creationId xmlns:a16="http://schemas.microsoft.com/office/drawing/2014/main" id="{C0593D2E-2618-455E-B247-0203444AA26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198" y="762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7" name="Oval 248">
                <a:extLst>
                  <a:ext uri="{FF2B5EF4-FFF2-40B4-BE49-F238E27FC236}">
                    <a16:creationId xmlns:a16="http://schemas.microsoft.com/office/drawing/2014/main" id="{9B46882F-907A-495B-AB44-C268ECFEBC0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7" y="76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8" name="Freeform 249">
                <a:extLst>
                  <a:ext uri="{FF2B5EF4-FFF2-40B4-BE49-F238E27FC236}">
                    <a16:creationId xmlns:a16="http://schemas.microsoft.com/office/drawing/2014/main" id="{78AD63DD-395E-4D15-8AA5-BD720C87538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04" y="7810"/>
                <a:ext cx="8" cy="6"/>
              </a:xfrm>
              <a:custGeom>
                <a:avLst/>
                <a:gdLst>
                  <a:gd name="T0" fmla="*/ 11 w 11"/>
                  <a:gd name="T1" fmla="*/ 5 h 8"/>
                  <a:gd name="T2" fmla="*/ 5 w 11"/>
                  <a:gd name="T3" fmla="*/ 0 h 8"/>
                  <a:gd name="T4" fmla="*/ 0 w 11"/>
                  <a:gd name="T5" fmla="*/ 5 h 8"/>
                  <a:gd name="T6" fmla="*/ 10 w 11"/>
                  <a:gd name="T7" fmla="*/ 8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3" y="6"/>
                      <a:pt x="7" y="7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9" name="Oval 250">
                <a:extLst>
                  <a:ext uri="{FF2B5EF4-FFF2-40B4-BE49-F238E27FC236}">
                    <a16:creationId xmlns:a16="http://schemas.microsoft.com/office/drawing/2014/main" id="{DD6E3FDD-763D-4C4A-A08A-B350984EA71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9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0" name="Oval 251">
                <a:extLst>
                  <a:ext uri="{FF2B5EF4-FFF2-40B4-BE49-F238E27FC236}">
                    <a16:creationId xmlns:a16="http://schemas.microsoft.com/office/drawing/2014/main" id="{7C95A656-6A86-48F5-BDC7-3999B705F08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3" y="770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1" name="Oval 252">
                <a:extLst>
                  <a:ext uri="{FF2B5EF4-FFF2-40B4-BE49-F238E27FC236}">
                    <a16:creationId xmlns:a16="http://schemas.microsoft.com/office/drawing/2014/main" id="{3ABF7DE5-60C0-4DBF-86F6-66C01E6AB92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1" y="767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2" name="Oval 253">
                <a:extLst>
                  <a:ext uri="{FF2B5EF4-FFF2-40B4-BE49-F238E27FC236}">
                    <a16:creationId xmlns:a16="http://schemas.microsoft.com/office/drawing/2014/main" id="{0466FE51-C729-487C-806F-A62228DC584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74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3" name="Oval 254">
                <a:extLst>
                  <a:ext uri="{FF2B5EF4-FFF2-40B4-BE49-F238E27FC236}">
                    <a16:creationId xmlns:a16="http://schemas.microsoft.com/office/drawing/2014/main" id="{1589CD71-BC48-45DD-9408-A9BB29611C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4" name="Oval 255">
                <a:extLst>
                  <a:ext uri="{FF2B5EF4-FFF2-40B4-BE49-F238E27FC236}">
                    <a16:creationId xmlns:a16="http://schemas.microsoft.com/office/drawing/2014/main" id="{E5C799B4-1CBF-4918-9641-4DF06E3FC8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3" y="776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5" name="Oval 256">
                <a:extLst>
                  <a:ext uri="{FF2B5EF4-FFF2-40B4-BE49-F238E27FC236}">
                    <a16:creationId xmlns:a16="http://schemas.microsoft.com/office/drawing/2014/main" id="{96B11EE8-A29D-4450-B162-334EB566478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65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6" name="Oval 257">
                <a:extLst>
                  <a:ext uri="{FF2B5EF4-FFF2-40B4-BE49-F238E27FC236}">
                    <a16:creationId xmlns:a16="http://schemas.microsoft.com/office/drawing/2014/main" id="{8C4DAC28-9E84-420E-BCA9-704CA6FE68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9" y="765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7" name="Oval 258">
                <a:extLst>
                  <a:ext uri="{FF2B5EF4-FFF2-40B4-BE49-F238E27FC236}">
                    <a16:creationId xmlns:a16="http://schemas.microsoft.com/office/drawing/2014/main" id="{D81B7A97-DC3F-46A2-8FAE-5B254F9F3BB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0" y="76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8" name="Freeform 259">
                <a:extLst>
                  <a:ext uri="{FF2B5EF4-FFF2-40B4-BE49-F238E27FC236}">
                    <a16:creationId xmlns:a16="http://schemas.microsoft.com/office/drawing/2014/main" id="{F033AD07-93E6-4367-95C0-2F5C0FF5EEF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46" y="7779"/>
                <a:ext cx="9" cy="9"/>
              </a:xfrm>
              <a:custGeom>
                <a:avLst/>
                <a:gdLst>
                  <a:gd name="T0" fmla="*/ 8 w 12"/>
                  <a:gd name="T1" fmla="*/ 12 h 12"/>
                  <a:gd name="T2" fmla="*/ 12 w 12"/>
                  <a:gd name="T3" fmla="*/ 6 h 12"/>
                  <a:gd name="T4" fmla="*/ 6 w 12"/>
                  <a:gd name="T5" fmla="*/ 0 h 12"/>
                  <a:gd name="T6" fmla="*/ 0 w 12"/>
                  <a:gd name="T7" fmla="*/ 6 h 12"/>
                  <a:gd name="T8" fmla="*/ 0 w 12"/>
                  <a:gd name="T9" fmla="*/ 6 h 12"/>
                  <a:gd name="T10" fmla="*/ 8 w 1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9" name="Oval 260">
                <a:extLst>
                  <a:ext uri="{FF2B5EF4-FFF2-40B4-BE49-F238E27FC236}">
                    <a16:creationId xmlns:a16="http://schemas.microsoft.com/office/drawing/2014/main" id="{6982ED90-4076-4279-9838-F59F50AF5A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1" y="769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0" name="Oval 261">
                <a:extLst>
                  <a:ext uri="{FF2B5EF4-FFF2-40B4-BE49-F238E27FC236}">
                    <a16:creationId xmlns:a16="http://schemas.microsoft.com/office/drawing/2014/main" id="{3139C6EF-E84C-4BFF-87F2-71BE81CD2E9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1" y="779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1" name="Oval 262">
                <a:extLst>
                  <a:ext uri="{FF2B5EF4-FFF2-40B4-BE49-F238E27FC236}">
                    <a16:creationId xmlns:a16="http://schemas.microsoft.com/office/drawing/2014/main" id="{B9384E60-6554-4CDA-A53F-F8F92310DE8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9" y="778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2" name="Oval 263">
                <a:extLst>
                  <a:ext uri="{FF2B5EF4-FFF2-40B4-BE49-F238E27FC236}">
                    <a16:creationId xmlns:a16="http://schemas.microsoft.com/office/drawing/2014/main" id="{A00DB7E4-4B29-4F30-B3D1-4D77A89364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8" y="762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3" name="Oval 264">
                <a:extLst>
                  <a:ext uri="{FF2B5EF4-FFF2-40B4-BE49-F238E27FC236}">
                    <a16:creationId xmlns:a16="http://schemas.microsoft.com/office/drawing/2014/main" id="{782A746A-16BB-42DD-8400-056B5DEAD6C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6" y="75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4" name="Freeform 265">
                <a:extLst>
                  <a:ext uri="{FF2B5EF4-FFF2-40B4-BE49-F238E27FC236}">
                    <a16:creationId xmlns:a16="http://schemas.microsoft.com/office/drawing/2014/main" id="{359BC2B2-6C41-43E5-A9B0-35847EDB152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69" y="7794"/>
                <a:ext cx="8" cy="9"/>
              </a:xfrm>
              <a:custGeom>
                <a:avLst/>
                <a:gdLst>
                  <a:gd name="T0" fmla="*/ 11 w 11"/>
                  <a:gd name="T1" fmla="*/ 6 h 11"/>
                  <a:gd name="T2" fmla="*/ 5 w 11"/>
                  <a:gd name="T3" fmla="*/ 0 h 11"/>
                  <a:gd name="T4" fmla="*/ 0 w 11"/>
                  <a:gd name="T5" fmla="*/ 6 h 11"/>
                  <a:gd name="T6" fmla="*/ 9 w 11"/>
                  <a:gd name="T7" fmla="*/ 11 h 11"/>
                  <a:gd name="T8" fmla="*/ 11 w 11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0" y="9"/>
                      <a:pt x="11" y="8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5" name="Oval 266">
                <a:extLst>
                  <a:ext uri="{FF2B5EF4-FFF2-40B4-BE49-F238E27FC236}">
                    <a16:creationId xmlns:a16="http://schemas.microsoft.com/office/drawing/2014/main" id="{0F8D43A4-2B85-4DAF-9293-05BD4A8D8F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6" name="Oval 267">
                <a:extLst>
                  <a:ext uri="{FF2B5EF4-FFF2-40B4-BE49-F238E27FC236}">
                    <a16:creationId xmlns:a16="http://schemas.microsoft.com/office/drawing/2014/main" id="{5B775B74-7E68-47EE-9BEC-9143C5D424C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75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7" name="Oval 268">
                <a:extLst>
                  <a:ext uri="{FF2B5EF4-FFF2-40B4-BE49-F238E27FC236}">
                    <a16:creationId xmlns:a16="http://schemas.microsoft.com/office/drawing/2014/main" id="{AA965B1E-D68C-44F9-9E59-8649FF48C7D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55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8" name="Oval 269">
                <a:extLst>
                  <a:ext uri="{FF2B5EF4-FFF2-40B4-BE49-F238E27FC236}">
                    <a16:creationId xmlns:a16="http://schemas.microsoft.com/office/drawing/2014/main" id="{9FA3F67A-4BA9-4D6B-9357-AA1BF1A39E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7" y="77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9" name="Oval 270">
                <a:extLst>
                  <a:ext uri="{FF2B5EF4-FFF2-40B4-BE49-F238E27FC236}">
                    <a16:creationId xmlns:a16="http://schemas.microsoft.com/office/drawing/2014/main" id="{94955A67-1806-40BF-A1A3-EA4E5700450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3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0" name="Oval 271">
                <a:extLst>
                  <a:ext uri="{FF2B5EF4-FFF2-40B4-BE49-F238E27FC236}">
                    <a16:creationId xmlns:a16="http://schemas.microsoft.com/office/drawing/2014/main" id="{3B7DFAF5-BCC1-40F2-A363-374731846DA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5" y="77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1" name="Oval 272">
                <a:extLst>
                  <a:ext uri="{FF2B5EF4-FFF2-40B4-BE49-F238E27FC236}">
                    <a16:creationId xmlns:a16="http://schemas.microsoft.com/office/drawing/2014/main" id="{2507238F-6136-4CDC-9286-614112832FF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8" y="765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2" name="Oval 273">
                <a:extLst>
                  <a:ext uri="{FF2B5EF4-FFF2-40B4-BE49-F238E27FC236}">
                    <a16:creationId xmlns:a16="http://schemas.microsoft.com/office/drawing/2014/main" id="{64690784-B98C-4BF4-94F6-49233FD2B7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7" y="77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3" name="Oval 274">
                <a:extLst>
                  <a:ext uri="{FF2B5EF4-FFF2-40B4-BE49-F238E27FC236}">
                    <a16:creationId xmlns:a16="http://schemas.microsoft.com/office/drawing/2014/main" id="{26EC99C2-F54C-4DE1-8444-1FAEB2C99EF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0" y="780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4" name="Oval 275">
                <a:extLst>
                  <a:ext uri="{FF2B5EF4-FFF2-40B4-BE49-F238E27FC236}">
                    <a16:creationId xmlns:a16="http://schemas.microsoft.com/office/drawing/2014/main" id="{73055B59-E275-4404-BEFB-DC9527F99F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2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5" name="Oval 276">
                <a:extLst>
                  <a:ext uri="{FF2B5EF4-FFF2-40B4-BE49-F238E27FC236}">
                    <a16:creationId xmlns:a16="http://schemas.microsoft.com/office/drawing/2014/main" id="{33C3BE62-D797-48C0-8C86-F86A2D5EEFC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8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6" name="Oval 277">
                <a:extLst>
                  <a:ext uri="{FF2B5EF4-FFF2-40B4-BE49-F238E27FC236}">
                    <a16:creationId xmlns:a16="http://schemas.microsoft.com/office/drawing/2014/main" id="{A44FBEF7-209A-4222-B4F2-D042D9ADC31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7" name="Oval 278">
                <a:extLst>
                  <a:ext uri="{FF2B5EF4-FFF2-40B4-BE49-F238E27FC236}">
                    <a16:creationId xmlns:a16="http://schemas.microsoft.com/office/drawing/2014/main" id="{F574CC64-2210-49CE-953C-83DE111DBB8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8" name="Oval 279">
                <a:extLst>
                  <a:ext uri="{FF2B5EF4-FFF2-40B4-BE49-F238E27FC236}">
                    <a16:creationId xmlns:a16="http://schemas.microsoft.com/office/drawing/2014/main" id="{B91D9AAB-33C3-4436-BD0F-818A4924BDD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5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9" name="Oval 280">
                <a:extLst>
                  <a:ext uri="{FF2B5EF4-FFF2-40B4-BE49-F238E27FC236}">
                    <a16:creationId xmlns:a16="http://schemas.microsoft.com/office/drawing/2014/main" id="{3AE9AF9D-DF0C-4DCD-BB8D-E5EBB0CFCA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3" y="760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0" name="Freeform 281">
                <a:extLst>
                  <a:ext uri="{FF2B5EF4-FFF2-40B4-BE49-F238E27FC236}">
                    <a16:creationId xmlns:a16="http://schemas.microsoft.com/office/drawing/2014/main" id="{DCCF2078-A78B-47E7-B2A0-2A192D0EB12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91" y="7700"/>
                <a:ext cx="5" cy="8"/>
              </a:xfrm>
              <a:custGeom>
                <a:avLst/>
                <a:gdLst>
                  <a:gd name="T0" fmla="*/ 7 w 7"/>
                  <a:gd name="T1" fmla="*/ 6 h 11"/>
                  <a:gd name="T2" fmla="*/ 2 w 7"/>
                  <a:gd name="T3" fmla="*/ 0 h 11"/>
                  <a:gd name="T4" fmla="*/ 0 w 7"/>
                  <a:gd name="T5" fmla="*/ 1 h 11"/>
                  <a:gd name="T6" fmla="*/ 3 w 7"/>
                  <a:gd name="T7" fmla="*/ 11 h 11"/>
                  <a:gd name="T8" fmla="*/ 7 w 7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6"/>
                    </a:moveTo>
                    <a:cubicBezTo>
                      <a:pt x="7" y="3"/>
                      <a:pt x="5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6" y="11"/>
                      <a:pt x="7" y="9"/>
                      <a:pt x="7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1" name="Oval 282">
                <a:extLst>
                  <a:ext uri="{FF2B5EF4-FFF2-40B4-BE49-F238E27FC236}">
                    <a16:creationId xmlns:a16="http://schemas.microsoft.com/office/drawing/2014/main" id="{77ED9175-A03A-4E3C-B4A9-63E7EB6B9DB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2" name="Oval 283">
                <a:extLst>
                  <a:ext uri="{FF2B5EF4-FFF2-40B4-BE49-F238E27FC236}">
                    <a16:creationId xmlns:a16="http://schemas.microsoft.com/office/drawing/2014/main" id="{FDE68A1C-FBDC-4F0C-A44D-D5F294F3FBB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8" y="775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3" name="Oval 284">
                <a:extLst>
                  <a:ext uri="{FF2B5EF4-FFF2-40B4-BE49-F238E27FC236}">
                    <a16:creationId xmlns:a16="http://schemas.microsoft.com/office/drawing/2014/main" id="{5A50FFC3-9499-4C92-9E90-EE02C2D7134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2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4" name="Oval 285">
                <a:extLst>
                  <a:ext uri="{FF2B5EF4-FFF2-40B4-BE49-F238E27FC236}">
                    <a16:creationId xmlns:a16="http://schemas.microsoft.com/office/drawing/2014/main" id="{BD6570EF-B359-4771-B763-8F22D7D77AD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70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5" name="Oval 286">
                <a:extLst>
                  <a:ext uri="{FF2B5EF4-FFF2-40B4-BE49-F238E27FC236}">
                    <a16:creationId xmlns:a16="http://schemas.microsoft.com/office/drawing/2014/main" id="{B07C4E9E-A3C6-45C3-B9BB-83D385A8713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4" y="75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6" name="Freeform 287">
                <a:extLst>
                  <a:ext uri="{FF2B5EF4-FFF2-40B4-BE49-F238E27FC236}">
                    <a16:creationId xmlns:a16="http://schemas.microsoft.com/office/drawing/2014/main" id="{49BE326D-BF48-4F79-8A78-53518302DD8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0" y="7802"/>
                <a:ext cx="9" cy="7"/>
              </a:xfrm>
              <a:custGeom>
                <a:avLst/>
                <a:gdLst>
                  <a:gd name="T0" fmla="*/ 12 w 12"/>
                  <a:gd name="T1" fmla="*/ 6 h 10"/>
                  <a:gd name="T2" fmla="*/ 12 w 12"/>
                  <a:gd name="T3" fmla="*/ 6 h 10"/>
                  <a:gd name="T4" fmla="*/ 6 w 12"/>
                  <a:gd name="T5" fmla="*/ 0 h 10"/>
                  <a:gd name="T6" fmla="*/ 0 w 12"/>
                  <a:gd name="T7" fmla="*/ 6 h 10"/>
                  <a:gd name="T8" fmla="*/ 2 w 12"/>
                  <a:gd name="T9" fmla="*/ 10 h 10"/>
                  <a:gd name="T10" fmla="*/ 12 w 12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5" y="9"/>
                      <a:pt x="9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7" name="Oval 288">
                <a:extLst>
                  <a:ext uri="{FF2B5EF4-FFF2-40B4-BE49-F238E27FC236}">
                    <a16:creationId xmlns:a16="http://schemas.microsoft.com/office/drawing/2014/main" id="{3D4FBC93-BA82-44DD-9A99-BACF61BA3D2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8" y="761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8" name="Oval 289">
                <a:extLst>
                  <a:ext uri="{FF2B5EF4-FFF2-40B4-BE49-F238E27FC236}">
                    <a16:creationId xmlns:a16="http://schemas.microsoft.com/office/drawing/2014/main" id="{1D06C4CF-CE9E-4F4B-BE70-94F572B5A08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3" y="773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9" name="Oval 290">
                <a:extLst>
                  <a:ext uri="{FF2B5EF4-FFF2-40B4-BE49-F238E27FC236}">
                    <a16:creationId xmlns:a16="http://schemas.microsoft.com/office/drawing/2014/main" id="{ABDD25D1-3F60-4953-A5FF-53C8E264F5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2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0" name="Oval 291">
                <a:extLst>
                  <a:ext uri="{FF2B5EF4-FFF2-40B4-BE49-F238E27FC236}">
                    <a16:creationId xmlns:a16="http://schemas.microsoft.com/office/drawing/2014/main" id="{242B4798-96AC-43A5-93F7-147F9B3435D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4" y="766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1" name="Oval 292">
                <a:extLst>
                  <a:ext uri="{FF2B5EF4-FFF2-40B4-BE49-F238E27FC236}">
                    <a16:creationId xmlns:a16="http://schemas.microsoft.com/office/drawing/2014/main" id="{4185F3A5-FE22-48DC-B0E9-C6CBEFBA76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5" y="774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2" name="Oval 293">
                <a:extLst>
                  <a:ext uri="{FF2B5EF4-FFF2-40B4-BE49-F238E27FC236}">
                    <a16:creationId xmlns:a16="http://schemas.microsoft.com/office/drawing/2014/main" id="{A05390A5-77B5-4436-9ECE-845819A6F3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52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3" name="Oval 294">
                <a:extLst>
                  <a:ext uri="{FF2B5EF4-FFF2-40B4-BE49-F238E27FC236}">
                    <a16:creationId xmlns:a16="http://schemas.microsoft.com/office/drawing/2014/main" id="{6D7B11EF-AB96-4649-8B23-1A598DB44E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2" y="757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4" name="Oval 295">
                <a:extLst>
                  <a:ext uri="{FF2B5EF4-FFF2-40B4-BE49-F238E27FC236}">
                    <a16:creationId xmlns:a16="http://schemas.microsoft.com/office/drawing/2014/main" id="{B69B50AD-C96C-4672-A2FA-315E740CADC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2" y="771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5" name="Oval 296">
                <a:extLst>
                  <a:ext uri="{FF2B5EF4-FFF2-40B4-BE49-F238E27FC236}">
                    <a16:creationId xmlns:a16="http://schemas.microsoft.com/office/drawing/2014/main" id="{3A0539F8-6F57-44FE-B99E-E5668DF6F8D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2" y="76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6" name="Oval 297">
                <a:extLst>
                  <a:ext uri="{FF2B5EF4-FFF2-40B4-BE49-F238E27FC236}">
                    <a16:creationId xmlns:a16="http://schemas.microsoft.com/office/drawing/2014/main" id="{7DEA11F3-9EB3-475D-826A-A09D14C6C7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0" y="76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7" name="Oval 298">
                <a:extLst>
                  <a:ext uri="{FF2B5EF4-FFF2-40B4-BE49-F238E27FC236}">
                    <a16:creationId xmlns:a16="http://schemas.microsoft.com/office/drawing/2014/main" id="{DD5DA7BC-D7EE-4705-93E2-6078DCEA2C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5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8" name="Oval 299">
                <a:extLst>
                  <a:ext uri="{FF2B5EF4-FFF2-40B4-BE49-F238E27FC236}">
                    <a16:creationId xmlns:a16="http://schemas.microsoft.com/office/drawing/2014/main" id="{62BE1D25-2912-4712-B007-1B05AF8817D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2" y="767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9" name="Oval 300">
                <a:extLst>
                  <a:ext uri="{FF2B5EF4-FFF2-40B4-BE49-F238E27FC236}">
                    <a16:creationId xmlns:a16="http://schemas.microsoft.com/office/drawing/2014/main" id="{356FFB3B-14A3-40E4-AFDB-E675C508568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8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0" name="Oval 301">
                <a:extLst>
                  <a:ext uri="{FF2B5EF4-FFF2-40B4-BE49-F238E27FC236}">
                    <a16:creationId xmlns:a16="http://schemas.microsoft.com/office/drawing/2014/main" id="{7FD079CA-B4EF-438E-8D8D-69887F66AE1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1" name="Oval 302">
                <a:extLst>
                  <a:ext uri="{FF2B5EF4-FFF2-40B4-BE49-F238E27FC236}">
                    <a16:creationId xmlns:a16="http://schemas.microsoft.com/office/drawing/2014/main" id="{0E0F4BB2-FDC0-4007-835B-31B41515384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0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2" name="Oval 303">
                <a:extLst>
                  <a:ext uri="{FF2B5EF4-FFF2-40B4-BE49-F238E27FC236}">
                    <a16:creationId xmlns:a16="http://schemas.microsoft.com/office/drawing/2014/main" id="{653B45FA-E47D-449B-B205-3F58047717F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9" y="757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3" name="Oval 304">
                <a:extLst>
                  <a:ext uri="{FF2B5EF4-FFF2-40B4-BE49-F238E27FC236}">
                    <a16:creationId xmlns:a16="http://schemas.microsoft.com/office/drawing/2014/main" id="{A473F482-1A54-4B3B-AE75-10AC7D5C424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75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4" name="Oval 305">
                <a:extLst>
                  <a:ext uri="{FF2B5EF4-FFF2-40B4-BE49-F238E27FC236}">
                    <a16:creationId xmlns:a16="http://schemas.microsoft.com/office/drawing/2014/main" id="{068A6F97-DCD5-4638-87FF-7783E59A685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4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5" name="Oval 306">
                <a:extLst>
                  <a:ext uri="{FF2B5EF4-FFF2-40B4-BE49-F238E27FC236}">
                    <a16:creationId xmlns:a16="http://schemas.microsoft.com/office/drawing/2014/main" id="{BAE5C7BC-117F-4185-BE0F-4B4CAA3018D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6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6" name="Oval 307">
                <a:extLst>
                  <a:ext uri="{FF2B5EF4-FFF2-40B4-BE49-F238E27FC236}">
                    <a16:creationId xmlns:a16="http://schemas.microsoft.com/office/drawing/2014/main" id="{57B63A63-755F-4012-94DF-35A46867CE4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8" y="778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7" name="Oval 308">
                <a:extLst>
                  <a:ext uri="{FF2B5EF4-FFF2-40B4-BE49-F238E27FC236}">
                    <a16:creationId xmlns:a16="http://schemas.microsoft.com/office/drawing/2014/main" id="{48DF800E-44C3-45A0-A0BC-D5180BCA905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7" y="76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8" name="Oval 309">
                <a:extLst>
                  <a:ext uri="{FF2B5EF4-FFF2-40B4-BE49-F238E27FC236}">
                    <a16:creationId xmlns:a16="http://schemas.microsoft.com/office/drawing/2014/main" id="{1C45D75E-DA6E-4E5D-914F-86FEA3BE3A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7" y="756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9" name="Oval 310">
                <a:extLst>
                  <a:ext uri="{FF2B5EF4-FFF2-40B4-BE49-F238E27FC236}">
                    <a16:creationId xmlns:a16="http://schemas.microsoft.com/office/drawing/2014/main" id="{716167A1-3AF7-4D0F-8065-F79EE30AA68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7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0" name="Oval 311">
                <a:extLst>
                  <a:ext uri="{FF2B5EF4-FFF2-40B4-BE49-F238E27FC236}">
                    <a16:creationId xmlns:a16="http://schemas.microsoft.com/office/drawing/2014/main" id="{117698AE-7AB1-465D-830F-AE9F4D561A3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1" name="Oval 312">
                <a:extLst>
                  <a:ext uri="{FF2B5EF4-FFF2-40B4-BE49-F238E27FC236}">
                    <a16:creationId xmlns:a16="http://schemas.microsoft.com/office/drawing/2014/main" id="{3918F3CF-000E-410F-82AE-53B4C16C4B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9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2" name="Oval 313">
                <a:extLst>
                  <a:ext uri="{FF2B5EF4-FFF2-40B4-BE49-F238E27FC236}">
                    <a16:creationId xmlns:a16="http://schemas.microsoft.com/office/drawing/2014/main" id="{CB6648F0-CEB2-45E3-AB2C-8FE27FD7393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0" y="76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3" name="Oval 314">
                <a:extLst>
                  <a:ext uri="{FF2B5EF4-FFF2-40B4-BE49-F238E27FC236}">
                    <a16:creationId xmlns:a16="http://schemas.microsoft.com/office/drawing/2014/main" id="{72F1D7BA-DA10-41E4-886D-0884B0F65D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5" y="768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4" name="Oval 315">
                <a:extLst>
                  <a:ext uri="{FF2B5EF4-FFF2-40B4-BE49-F238E27FC236}">
                    <a16:creationId xmlns:a16="http://schemas.microsoft.com/office/drawing/2014/main" id="{F816074F-8E6D-4D9F-B31C-93F0C2CB4EB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5" name="Oval 316">
                <a:extLst>
                  <a:ext uri="{FF2B5EF4-FFF2-40B4-BE49-F238E27FC236}">
                    <a16:creationId xmlns:a16="http://schemas.microsoft.com/office/drawing/2014/main" id="{2DF795A1-0884-4377-BBD9-150D0AD70EF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6" name="Oval 317">
                <a:extLst>
                  <a:ext uri="{FF2B5EF4-FFF2-40B4-BE49-F238E27FC236}">
                    <a16:creationId xmlns:a16="http://schemas.microsoft.com/office/drawing/2014/main" id="{72408F89-C330-4563-BA77-CC48B148296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7" name="Freeform 318">
                <a:extLst>
                  <a:ext uri="{FF2B5EF4-FFF2-40B4-BE49-F238E27FC236}">
                    <a16:creationId xmlns:a16="http://schemas.microsoft.com/office/drawing/2014/main" id="{CA4CE1DD-25AF-4223-8A1C-CAB7DDAADCD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3" y="7797"/>
                <a:ext cx="8" cy="7"/>
              </a:xfrm>
              <a:custGeom>
                <a:avLst/>
                <a:gdLst>
                  <a:gd name="T0" fmla="*/ 11 w 11"/>
                  <a:gd name="T1" fmla="*/ 4 h 9"/>
                  <a:gd name="T2" fmla="*/ 6 w 11"/>
                  <a:gd name="T3" fmla="*/ 0 h 9"/>
                  <a:gd name="T4" fmla="*/ 0 w 11"/>
                  <a:gd name="T5" fmla="*/ 6 h 9"/>
                  <a:gd name="T6" fmla="*/ 1 w 11"/>
                  <a:gd name="T7" fmla="*/ 9 h 9"/>
                  <a:gd name="T8" fmla="*/ 11 w 11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2"/>
                      <a:pt x="8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7"/>
                      <a:pt x="8" y="6"/>
                      <a:pt x="1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8" name="Oval 319">
                <a:extLst>
                  <a:ext uri="{FF2B5EF4-FFF2-40B4-BE49-F238E27FC236}">
                    <a16:creationId xmlns:a16="http://schemas.microsoft.com/office/drawing/2014/main" id="{59CDEF71-8F2D-4313-ACBC-F5F65831CCB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63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9" name="Oval 320">
                <a:extLst>
                  <a:ext uri="{FF2B5EF4-FFF2-40B4-BE49-F238E27FC236}">
                    <a16:creationId xmlns:a16="http://schemas.microsoft.com/office/drawing/2014/main" id="{915B19B7-E5AE-4846-81AD-D3D1E323E20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4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0" name="Oval 321">
                <a:extLst>
                  <a:ext uri="{FF2B5EF4-FFF2-40B4-BE49-F238E27FC236}">
                    <a16:creationId xmlns:a16="http://schemas.microsoft.com/office/drawing/2014/main" id="{8A7EC22F-9C75-4257-8BBE-E0E8EAFB39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3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1" name="Freeform 322">
                <a:extLst>
                  <a:ext uri="{FF2B5EF4-FFF2-40B4-BE49-F238E27FC236}">
                    <a16:creationId xmlns:a16="http://schemas.microsoft.com/office/drawing/2014/main" id="{E14BA287-29FB-4A1B-951E-DFD615CD156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6" y="7810"/>
                <a:ext cx="8" cy="7"/>
              </a:xfrm>
              <a:custGeom>
                <a:avLst/>
                <a:gdLst>
                  <a:gd name="T0" fmla="*/ 11 w 11"/>
                  <a:gd name="T1" fmla="*/ 6 h 9"/>
                  <a:gd name="T2" fmla="*/ 11 w 11"/>
                  <a:gd name="T3" fmla="*/ 6 h 9"/>
                  <a:gd name="T4" fmla="*/ 5 w 11"/>
                  <a:gd name="T5" fmla="*/ 0 h 9"/>
                  <a:gd name="T6" fmla="*/ 0 w 11"/>
                  <a:gd name="T7" fmla="*/ 6 h 9"/>
                  <a:gd name="T8" fmla="*/ 1 w 11"/>
                  <a:gd name="T9" fmla="*/ 9 h 9"/>
                  <a:gd name="T10" fmla="*/ 11 w 11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8"/>
                      <a:pt x="8" y="7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2" name="Oval 323">
                <a:extLst>
                  <a:ext uri="{FF2B5EF4-FFF2-40B4-BE49-F238E27FC236}">
                    <a16:creationId xmlns:a16="http://schemas.microsoft.com/office/drawing/2014/main" id="{24CC8D0D-F828-4F3C-BE3C-BF23C8735E5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2" y="769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3" name="Oval 324">
                <a:extLst>
                  <a:ext uri="{FF2B5EF4-FFF2-40B4-BE49-F238E27FC236}">
                    <a16:creationId xmlns:a16="http://schemas.microsoft.com/office/drawing/2014/main" id="{00ED2DB1-7FB0-4698-8DDB-ED7C89ABB4F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4" name="Freeform 325">
                <a:extLst>
                  <a:ext uri="{FF2B5EF4-FFF2-40B4-BE49-F238E27FC236}">
                    <a16:creationId xmlns:a16="http://schemas.microsoft.com/office/drawing/2014/main" id="{418592E8-B690-4B82-8223-334110BD2F1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27" y="7764"/>
                <a:ext cx="7" cy="7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2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3"/>
                      <a:pt x="7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5" name="Oval 326">
                <a:extLst>
                  <a:ext uri="{FF2B5EF4-FFF2-40B4-BE49-F238E27FC236}">
                    <a16:creationId xmlns:a16="http://schemas.microsoft.com/office/drawing/2014/main" id="{523409AE-D47F-46FA-B8B0-FBD6AE7DD5A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6" name="Oval 327">
                <a:extLst>
                  <a:ext uri="{FF2B5EF4-FFF2-40B4-BE49-F238E27FC236}">
                    <a16:creationId xmlns:a16="http://schemas.microsoft.com/office/drawing/2014/main" id="{D8749272-741E-4ED0-8351-DDDA062B58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9" y="769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7" name="Freeform 328">
                <a:extLst>
                  <a:ext uri="{FF2B5EF4-FFF2-40B4-BE49-F238E27FC236}">
                    <a16:creationId xmlns:a16="http://schemas.microsoft.com/office/drawing/2014/main" id="{D1379F63-55DE-43F3-861A-40127AE2ADA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36" y="7770"/>
                <a:ext cx="8" cy="9"/>
              </a:xfrm>
              <a:custGeom>
                <a:avLst/>
                <a:gdLst>
                  <a:gd name="T0" fmla="*/ 12 w 12"/>
                  <a:gd name="T1" fmla="*/ 6 h 11"/>
                  <a:gd name="T2" fmla="*/ 6 w 12"/>
                  <a:gd name="T3" fmla="*/ 0 h 11"/>
                  <a:gd name="T4" fmla="*/ 0 w 12"/>
                  <a:gd name="T5" fmla="*/ 5 h 11"/>
                  <a:gd name="T6" fmla="*/ 7 w 12"/>
                  <a:gd name="T7" fmla="*/ 11 h 11"/>
                  <a:gd name="T8" fmla="*/ 12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3" y="7"/>
                      <a:pt x="5" y="9"/>
                      <a:pt x="7" y="11"/>
                    </a:cubicBezTo>
                    <a:cubicBezTo>
                      <a:pt x="10" y="10"/>
                      <a:pt x="12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8" name="Oval 329">
                <a:extLst>
                  <a:ext uri="{FF2B5EF4-FFF2-40B4-BE49-F238E27FC236}">
                    <a16:creationId xmlns:a16="http://schemas.microsoft.com/office/drawing/2014/main" id="{11DF755C-6D5D-4398-A8B9-6C78C240EF7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2" y="768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9" name="Oval 330">
                <a:extLst>
                  <a:ext uri="{FF2B5EF4-FFF2-40B4-BE49-F238E27FC236}">
                    <a16:creationId xmlns:a16="http://schemas.microsoft.com/office/drawing/2014/main" id="{67632393-3301-44BB-96B6-E23A930944E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3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0" name="Oval 331">
                <a:extLst>
                  <a:ext uri="{FF2B5EF4-FFF2-40B4-BE49-F238E27FC236}">
                    <a16:creationId xmlns:a16="http://schemas.microsoft.com/office/drawing/2014/main" id="{521A5393-6569-4364-ACFA-AE694A8BD92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5" y="776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1" name="Oval 332">
                <a:extLst>
                  <a:ext uri="{FF2B5EF4-FFF2-40B4-BE49-F238E27FC236}">
                    <a16:creationId xmlns:a16="http://schemas.microsoft.com/office/drawing/2014/main" id="{5872607B-4335-49A1-B06E-CDB98C494EA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3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2" name="Oval 333">
                <a:extLst>
                  <a:ext uri="{FF2B5EF4-FFF2-40B4-BE49-F238E27FC236}">
                    <a16:creationId xmlns:a16="http://schemas.microsoft.com/office/drawing/2014/main" id="{19A68CFD-4BEB-4C55-BA90-9A4E711F10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6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3" name="Oval 334">
                <a:extLst>
                  <a:ext uri="{FF2B5EF4-FFF2-40B4-BE49-F238E27FC236}">
                    <a16:creationId xmlns:a16="http://schemas.microsoft.com/office/drawing/2014/main" id="{52F710A8-9E4E-4FCB-A1A3-D6C4C8B33C1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5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4" name="Oval 335">
                <a:extLst>
                  <a:ext uri="{FF2B5EF4-FFF2-40B4-BE49-F238E27FC236}">
                    <a16:creationId xmlns:a16="http://schemas.microsoft.com/office/drawing/2014/main" id="{24803B4E-53D2-4FDE-B7F4-D19F41305CA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5" name="Oval 336">
                <a:extLst>
                  <a:ext uri="{FF2B5EF4-FFF2-40B4-BE49-F238E27FC236}">
                    <a16:creationId xmlns:a16="http://schemas.microsoft.com/office/drawing/2014/main" id="{E3C2ED57-95CB-4579-BA81-948F46D09BB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2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6" name="Oval 337">
                <a:extLst>
                  <a:ext uri="{FF2B5EF4-FFF2-40B4-BE49-F238E27FC236}">
                    <a16:creationId xmlns:a16="http://schemas.microsoft.com/office/drawing/2014/main" id="{942BF620-1887-4E9C-881A-3228236500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2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7" name="Oval 338">
                <a:extLst>
                  <a:ext uri="{FF2B5EF4-FFF2-40B4-BE49-F238E27FC236}">
                    <a16:creationId xmlns:a16="http://schemas.microsoft.com/office/drawing/2014/main" id="{49E94BA9-5C79-4D9E-A952-62F5E57AF57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5" y="75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8" name="Freeform 339">
                <a:extLst>
                  <a:ext uri="{FF2B5EF4-FFF2-40B4-BE49-F238E27FC236}">
                    <a16:creationId xmlns:a16="http://schemas.microsoft.com/office/drawing/2014/main" id="{70B907D1-E056-4888-94FD-20B20AD077D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7" y="7685"/>
                <a:ext cx="8" cy="9"/>
              </a:xfrm>
              <a:custGeom>
                <a:avLst/>
                <a:gdLst>
                  <a:gd name="T0" fmla="*/ 10 w 10"/>
                  <a:gd name="T1" fmla="*/ 5 h 11"/>
                  <a:gd name="T2" fmla="*/ 4 w 10"/>
                  <a:gd name="T3" fmla="*/ 0 h 11"/>
                  <a:gd name="T4" fmla="*/ 0 w 10"/>
                  <a:gd name="T5" fmla="*/ 1 h 11"/>
                  <a:gd name="T6" fmla="*/ 3 w 10"/>
                  <a:gd name="T7" fmla="*/ 11 h 11"/>
                  <a:gd name="T8" fmla="*/ 4 w 10"/>
                  <a:gd name="T9" fmla="*/ 11 h 11"/>
                  <a:gd name="T10" fmla="*/ 10 w 10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5"/>
                    </a:moveTo>
                    <a:cubicBezTo>
                      <a:pt x="10" y="2"/>
                      <a:pt x="7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7" y="11"/>
                      <a:pt x="10" y="9"/>
                      <a:pt x="1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9" name="Oval 340">
                <a:extLst>
                  <a:ext uri="{FF2B5EF4-FFF2-40B4-BE49-F238E27FC236}">
                    <a16:creationId xmlns:a16="http://schemas.microsoft.com/office/drawing/2014/main" id="{6CBFE235-8FE6-4E38-8135-03905208E83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803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0" name="Oval 341">
                <a:extLst>
                  <a:ext uri="{FF2B5EF4-FFF2-40B4-BE49-F238E27FC236}">
                    <a16:creationId xmlns:a16="http://schemas.microsoft.com/office/drawing/2014/main" id="{DC54BA48-5F1D-4282-884E-6E025AFA1F6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5" y="765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1" name="Freeform 342">
                <a:extLst>
                  <a:ext uri="{FF2B5EF4-FFF2-40B4-BE49-F238E27FC236}">
                    <a16:creationId xmlns:a16="http://schemas.microsoft.com/office/drawing/2014/main" id="{C7DD9421-8C8E-4575-8C20-D62ACA68542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1" y="7815"/>
                <a:ext cx="9" cy="5"/>
              </a:xfrm>
              <a:custGeom>
                <a:avLst/>
                <a:gdLst>
                  <a:gd name="T0" fmla="*/ 12 w 12"/>
                  <a:gd name="T1" fmla="*/ 6 h 7"/>
                  <a:gd name="T2" fmla="*/ 6 w 12"/>
                  <a:gd name="T3" fmla="*/ 0 h 7"/>
                  <a:gd name="T4" fmla="*/ 0 w 12"/>
                  <a:gd name="T5" fmla="*/ 6 h 7"/>
                  <a:gd name="T6" fmla="*/ 0 w 12"/>
                  <a:gd name="T7" fmla="*/ 7 h 7"/>
                  <a:gd name="T8" fmla="*/ 12 w 12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4" y="6"/>
                      <a:pt x="8" y="6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2" name="Freeform 343">
                <a:extLst>
                  <a:ext uri="{FF2B5EF4-FFF2-40B4-BE49-F238E27FC236}">
                    <a16:creationId xmlns:a16="http://schemas.microsoft.com/office/drawing/2014/main" id="{77E13F57-42F2-48AD-B21B-2EEC287A0A8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95" y="7718"/>
                <a:ext cx="8" cy="9"/>
              </a:xfrm>
              <a:custGeom>
                <a:avLst/>
                <a:gdLst>
                  <a:gd name="T0" fmla="*/ 6 w 11"/>
                  <a:gd name="T1" fmla="*/ 0 h 12"/>
                  <a:gd name="T2" fmla="*/ 0 w 11"/>
                  <a:gd name="T3" fmla="*/ 6 h 12"/>
                  <a:gd name="T4" fmla="*/ 6 w 11"/>
                  <a:gd name="T5" fmla="*/ 12 h 12"/>
                  <a:gd name="T6" fmla="*/ 8 w 11"/>
                  <a:gd name="T7" fmla="*/ 11 h 12"/>
                  <a:gd name="T8" fmla="*/ 11 w 11"/>
                  <a:gd name="T9" fmla="*/ 5 h 12"/>
                  <a:gd name="T10" fmla="*/ 6 w 1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7" y="12"/>
                      <a:pt x="7" y="12"/>
                      <a:pt x="8" y="11"/>
                    </a:cubicBezTo>
                    <a:cubicBezTo>
                      <a:pt x="9" y="9"/>
                      <a:pt x="10" y="7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3" name="Oval 344">
                <a:extLst>
                  <a:ext uri="{FF2B5EF4-FFF2-40B4-BE49-F238E27FC236}">
                    <a16:creationId xmlns:a16="http://schemas.microsoft.com/office/drawing/2014/main" id="{96396EBB-760C-41F7-B022-B83BC4D8A15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67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4" name="Oval 345">
                <a:extLst>
                  <a:ext uri="{FF2B5EF4-FFF2-40B4-BE49-F238E27FC236}">
                    <a16:creationId xmlns:a16="http://schemas.microsoft.com/office/drawing/2014/main" id="{A4DD6A06-D616-4BC2-B784-1AFB5BF65C4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5" name="Oval 346">
                <a:extLst>
                  <a:ext uri="{FF2B5EF4-FFF2-40B4-BE49-F238E27FC236}">
                    <a16:creationId xmlns:a16="http://schemas.microsoft.com/office/drawing/2014/main" id="{90780B62-F1AF-4EB4-9EBD-6C87F72783B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9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6" name="Oval 347">
                <a:extLst>
                  <a:ext uri="{FF2B5EF4-FFF2-40B4-BE49-F238E27FC236}">
                    <a16:creationId xmlns:a16="http://schemas.microsoft.com/office/drawing/2014/main" id="{3A834E39-8949-437D-9F2F-9A713DA7D11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3" y="77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7" name="Oval 348">
                <a:extLst>
                  <a:ext uri="{FF2B5EF4-FFF2-40B4-BE49-F238E27FC236}">
                    <a16:creationId xmlns:a16="http://schemas.microsoft.com/office/drawing/2014/main" id="{46540485-3F89-47DD-87DC-AB4109D90C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0" y="771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8" name="Oval 349">
                <a:extLst>
                  <a:ext uri="{FF2B5EF4-FFF2-40B4-BE49-F238E27FC236}">
                    <a16:creationId xmlns:a16="http://schemas.microsoft.com/office/drawing/2014/main" id="{67D5ED5B-0A6F-45C7-B94A-AFA74FE300C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5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9" name="Oval 350">
                <a:extLst>
                  <a:ext uri="{FF2B5EF4-FFF2-40B4-BE49-F238E27FC236}">
                    <a16:creationId xmlns:a16="http://schemas.microsoft.com/office/drawing/2014/main" id="{FE24901C-E1C6-4946-B65D-7924C9CDA6E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6" y="77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0" name="Oval 351">
                <a:extLst>
                  <a:ext uri="{FF2B5EF4-FFF2-40B4-BE49-F238E27FC236}">
                    <a16:creationId xmlns:a16="http://schemas.microsoft.com/office/drawing/2014/main" id="{84E6805F-8DF1-4A2E-B092-B8964700F7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8" y="77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1" name="Oval 352">
                <a:extLst>
                  <a:ext uri="{FF2B5EF4-FFF2-40B4-BE49-F238E27FC236}">
                    <a16:creationId xmlns:a16="http://schemas.microsoft.com/office/drawing/2014/main" id="{4A8DB944-2742-4BC3-9522-4147650465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77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2" name="Freeform 353">
                <a:extLst>
                  <a:ext uri="{FF2B5EF4-FFF2-40B4-BE49-F238E27FC236}">
                    <a16:creationId xmlns:a16="http://schemas.microsoft.com/office/drawing/2014/main" id="{36CA5981-2249-4B23-AF32-F60CAE4BD8A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36" y="7790"/>
                <a:ext cx="8" cy="7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5 h 9"/>
                  <a:gd name="T4" fmla="*/ 2 w 11"/>
                  <a:gd name="T5" fmla="*/ 9 h 9"/>
                  <a:gd name="T6" fmla="*/ 11 w 11"/>
                  <a:gd name="T7" fmla="*/ 3 h 9"/>
                  <a:gd name="T8" fmla="*/ 6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5" y="7"/>
                      <a:pt x="8" y="6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3" name="Oval 354">
                <a:extLst>
                  <a:ext uri="{FF2B5EF4-FFF2-40B4-BE49-F238E27FC236}">
                    <a16:creationId xmlns:a16="http://schemas.microsoft.com/office/drawing/2014/main" id="{1AF0C222-F4DD-496A-90D5-D1E231A8D79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7" y="76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4" name="Oval 355">
                <a:extLst>
                  <a:ext uri="{FF2B5EF4-FFF2-40B4-BE49-F238E27FC236}">
                    <a16:creationId xmlns:a16="http://schemas.microsoft.com/office/drawing/2014/main" id="{8B4B001E-D93E-4F74-849D-24E4E703DEA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7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5" name="Oval 356">
                <a:extLst>
                  <a:ext uri="{FF2B5EF4-FFF2-40B4-BE49-F238E27FC236}">
                    <a16:creationId xmlns:a16="http://schemas.microsoft.com/office/drawing/2014/main" id="{C2AF6E70-4446-4FA1-B686-6094AFC8CE1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4" y="776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6" name="Oval 357">
                <a:extLst>
                  <a:ext uri="{FF2B5EF4-FFF2-40B4-BE49-F238E27FC236}">
                    <a16:creationId xmlns:a16="http://schemas.microsoft.com/office/drawing/2014/main" id="{98B33A26-14BA-48B7-8A36-EBC6F6A3979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3" y="76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7" name="Oval 358">
                <a:extLst>
                  <a:ext uri="{FF2B5EF4-FFF2-40B4-BE49-F238E27FC236}">
                    <a16:creationId xmlns:a16="http://schemas.microsoft.com/office/drawing/2014/main" id="{0C43E365-BD7F-4063-BC3D-38FF17AC46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6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8" name="Oval 359">
                <a:extLst>
                  <a:ext uri="{FF2B5EF4-FFF2-40B4-BE49-F238E27FC236}">
                    <a16:creationId xmlns:a16="http://schemas.microsoft.com/office/drawing/2014/main" id="{AB2BAC37-A28F-42C4-8DEF-75482F2656D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8" y="773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9" name="Oval 360">
                <a:extLst>
                  <a:ext uri="{FF2B5EF4-FFF2-40B4-BE49-F238E27FC236}">
                    <a16:creationId xmlns:a16="http://schemas.microsoft.com/office/drawing/2014/main" id="{16BA6369-25E3-4ED0-B144-DF6A82D6553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64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0" name="Freeform 361">
                <a:extLst>
                  <a:ext uri="{FF2B5EF4-FFF2-40B4-BE49-F238E27FC236}">
                    <a16:creationId xmlns:a16="http://schemas.microsoft.com/office/drawing/2014/main" id="{AB1CC186-AA24-40E1-BB19-22C36D1D0D0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3" y="7743"/>
                <a:ext cx="8" cy="9"/>
              </a:xfrm>
              <a:custGeom>
                <a:avLst/>
                <a:gdLst>
                  <a:gd name="T0" fmla="*/ 5 w 11"/>
                  <a:gd name="T1" fmla="*/ 12 h 12"/>
                  <a:gd name="T2" fmla="*/ 11 w 11"/>
                  <a:gd name="T3" fmla="*/ 6 h 12"/>
                  <a:gd name="T4" fmla="*/ 5 w 11"/>
                  <a:gd name="T5" fmla="*/ 0 h 12"/>
                  <a:gd name="T6" fmla="*/ 0 w 11"/>
                  <a:gd name="T7" fmla="*/ 6 h 12"/>
                  <a:gd name="T8" fmla="*/ 4 w 11"/>
                  <a:gd name="T9" fmla="*/ 11 h 12"/>
                  <a:gd name="T10" fmla="*/ 5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8"/>
                      <a:pt x="3" y="10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1" name="Freeform 362">
                <a:extLst>
                  <a:ext uri="{FF2B5EF4-FFF2-40B4-BE49-F238E27FC236}">
                    <a16:creationId xmlns:a16="http://schemas.microsoft.com/office/drawing/2014/main" id="{3E677AB8-6572-4DCF-8790-75E356C56D9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9" y="7754"/>
                <a:ext cx="7" cy="8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1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2"/>
                      <a:pt x="7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2" name="Oval 363">
                <a:extLst>
                  <a:ext uri="{FF2B5EF4-FFF2-40B4-BE49-F238E27FC236}">
                    <a16:creationId xmlns:a16="http://schemas.microsoft.com/office/drawing/2014/main" id="{1F815AE2-2D9D-47C3-99B3-5132FE715D3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6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3" name="Oval 364">
                <a:extLst>
                  <a:ext uri="{FF2B5EF4-FFF2-40B4-BE49-F238E27FC236}">
                    <a16:creationId xmlns:a16="http://schemas.microsoft.com/office/drawing/2014/main" id="{4BFFA93F-4F51-4E86-AC56-2AB84FE868A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4" name="Oval 365">
                <a:extLst>
                  <a:ext uri="{FF2B5EF4-FFF2-40B4-BE49-F238E27FC236}">
                    <a16:creationId xmlns:a16="http://schemas.microsoft.com/office/drawing/2014/main" id="{4A5C3B1A-0668-453C-ACD0-A33E57F93ED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7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5" name="Oval 366">
                <a:extLst>
                  <a:ext uri="{FF2B5EF4-FFF2-40B4-BE49-F238E27FC236}">
                    <a16:creationId xmlns:a16="http://schemas.microsoft.com/office/drawing/2014/main" id="{100985B7-412A-4298-9B96-FC5AA61C8C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2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6" name="Oval 367">
                <a:extLst>
                  <a:ext uri="{FF2B5EF4-FFF2-40B4-BE49-F238E27FC236}">
                    <a16:creationId xmlns:a16="http://schemas.microsoft.com/office/drawing/2014/main" id="{01B730A0-3F3D-49C3-9863-1064A49F3C9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7" name="Oval 368">
                <a:extLst>
                  <a:ext uri="{FF2B5EF4-FFF2-40B4-BE49-F238E27FC236}">
                    <a16:creationId xmlns:a16="http://schemas.microsoft.com/office/drawing/2014/main" id="{EA58DB9B-199E-40E6-BF14-678AEF6E89B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1" y="76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8" name="Freeform 369">
                <a:extLst>
                  <a:ext uri="{FF2B5EF4-FFF2-40B4-BE49-F238E27FC236}">
                    <a16:creationId xmlns:a16="http://schemas.microsoft.com/office/drawing/2014/main" id="{CAB2DD14-AC29-4934-96D6-774BBB4E014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06" y="7697"/>
                <a:ext cx="6" cy="9"/>
              </a:xfrm>
              <a:custGeom>
                <a:avLst/>
                <a:gdLst>
                  <a:gd name="T0" fmla="*/ 0 w 8"/>
                  <a:gd name="T1" fmla="*/ 6 h 12"/>
                  <a:gd name="T2" fmla="*/ 5 w 8"/>
                  <a:gd name="T3" fmla="*/ 12 h 12"/>
                  <a:gd name="T4" fmla="*/ 8 w 8"/>
                  <a:gd name="T5" fmla="*/ 1 h 12"/>
                  <a:gd name="T6" fmla="*/ 6 w 8"/>
                  <a:gd name="T7" fmla="*/ 0 h 12"/>
                  <a:gd name="T8" fmla="*/ 0 w 8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6"/>
                    </a:moveTo>
                    <a:cubicBezTo>
                      <a:pt x="0" y="9"/>
                      <a:pt x="2" y="11"/>
                      <a:pt x="5" y="12"/>
                    </a:cubicBezTo>
                    <a:cubicBezTo>
                      <a:pt x="6" y="8"/>
                      <a:pt x="7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9" name="Oval 370">
                <a:extLst>
                  <a:ext uri="{FF2B5EF4-FFF2-40B4-BE49-F238E27FC236}">
                    <a16:creationId xmlns:a16="http://schemas.microsoft.com/office/drawing/2014/main" id="{6A04C6E2-648D-431C-A50A-A94609E2BC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9" y="773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0" name="Oval 371">
                <a:extLst>
                  <a:ext uri="{FF2B5EF4-FFF2-40B4-BE49-F238E27FC236}">
                    <a16:creationId xmlns:a16="http://schemas.microsoft.com/office/drawing/2014/main" id="{8FBF05C9-A1EE-42A2-8E2B-255360FA786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6" y="77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1" name="Oval 372">
                <a:extLst>
                  <a:ext uri="{FF2B5EF4-FFF2-40B4-BE49-F238E27FC236}">
                    <a16:creationId xmlns:a16="http://schemas.microsoft.com/office/drawing/2014/main" id="{5B8C9A80-9F72-4473-864E-005984EE6D0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58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2" name="Oval 373">
                <a:extLst>
                  <a:ext uri="{FF2B5EF4-FFF2-40B4-BE49-F238E27FC236}">
                    <a16:creationId xmlns:a16="http://schemas.microsoft.com/office/drawing/2014/main" id="{3750C49B-AB36-462A-919E-A079F83EAEA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4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3" name="Oval 374">
                <a:extLst>
                  <a:ext uri="{FF2B5EF4-FFF2-40B4-BE49-F238E27FC236}">
                    <a16:creationId xmlns:a16="http://schemas.microsoft.com/office/drawing/2014/main" id="{6ED269AD-7E9C-41A4-B1E3-385CB3D836B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3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4" name="Oval 375">
                <a:extLst>
                  <a:ext uri="{FF2B5EF4-FFF2-40B4-BE49-F238E27FC236}">
                    <a16:creationId xmlns:a16="http://schemas.microsoft.com/office/drawing/2014/main" id="{A574126A-CCDD-41F3-B7DA-6BEAC02979B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61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5" name="Oval 376">
                <a:extLst>
                  <a:ext uri="{FF2B5EF4-FFF2-40B4-BE49-F238E27FC236}">
                    <a16:creationId xmlns:a16="http://schemas.microsoft.com/office/drawing/2014/main" id="{C825B204-EAB5-4337-A741-24DC1833592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56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6" name="Freeform 377">
                <a:extLst>
                  <a:ext uri="{FF2B5EF4-FFF2-40B4-BE49-F238E27FC236}">
                    <a16:creationId xmlns:a16="http://schemas.microsoft.com/office/drawing/2014/main" id="{03147BCC-0856-4B24-AD6E-440EA799904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64"/>
                <a:ext cx="6" cy="8"/>
              </a:xfrm>
              <a:custGeom>
                <a:avLst/>
                <a:gdLst>
                  <a:gd name="T0" fmla="*/ 0 w 8"/>
                  <a:gd name="T1" fmla="*/ 5 h 11"/>
                  <a:gd name="T2" fmla="*/ 6 w 8"/>
                  <a:gd name="T3" fmla="*/ 11 h 11"/>
                  <a:gd name="T4" fmla="*/ 7 w 8"/>
                  <a:gd name="T5" fmla="*/ 11 h 11"/>
                  <a:gd name="T6" fmla="*/ 8 w 8"/>
                  <a:gd name="T7" fmla="*/ 0 h 11"/>
                  <a:gd name="T8" fmla="*/ 6 w 8"/>
                  <a:gd name="T9" fmla="*/ 0 h 11"/>
                  <a:gd name="T10" fmla="*/ 0 w 8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5"/>
                    </a:moveTo>
                    <a:cubicBezTo>
                      <a:pt x="0" y="9"/>
                      <a:pt x="2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7"/>
                      <a:pt x="8" y="4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7" name="Oval 378">
                <a:extLst>
                  <a:ext uri="{FF2B5EF4-FFF2-40B4-BE49-F238E27FC236}">
                    <a16:creationId xmlns:a16="http://schemas.microsoft.com/office/drawing/2014/main" id="{1F0277BF-4925-4826-8A01-7FA28EC095E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8" name="Freeform 379">
                <a:extLst>
                  <a:ext uri="{FF2B5EF4-FFF2-40B4-BE49-F238E27FC236}">
                    <a16:creationId xmlns:a16="http://schemas.microsoft.com/office/drawing/2014/main" id="{81AE9C46-F9C4-4CFA-B70B-DF2DF703D23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37"/>
                <a:ext cx="6" cy="8"/>
              </a:xfrm>
              <a:custGeom>
                <a:avLst/>
                <a:gdLst>
                  <a:gd name="T0" fmla="*/ 6 w 9"/>
                  <a:gd name="T1" fmla="*/ 0 h 11"/>
                  <a:gd name="T2" fmla="*/ 0 w 9"/>
                  <a:gd name="T3" fmla="*/ 6 h 11"/>
                  <a:gd name="T4" fmla="*/ 6 w 9"/>
                  <a:gd name="T5" fmla="*/ 11 h 11"/>
                  <a:gd name="T6" fmla="*/ 9 w 9"/>
                  <a:gd name="T7" fmla="*/ 10 h 11"/>
                  <a:gd name="T8" fmla="*/ 8 w 9"/>
                  <a:gd name="T9" fmla="*/ 1 h 11"/>
                  <a:gd name="T10" fmla="*/ 6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9" y="7"/>
                      <a:pt x="9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9" name="Oval 380">
                <a:extLst>
                  <a:ext uri="{FF2B5EF4-FFF2-40B4-BE49-F238E27FC236}">
                    <a16:creationId xmlns:a16="http://schemas.microsoft.com/office/drawing/2014/main" id="{D6689600-A980-4EC6-A2B1-12CA74DDC58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6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0" name="Oval 381">
                <a:extLst>
                  <a:ext uri="{FF2B5EF4-FFF2-40B4-BE49-F238E27FC236}">
                    <a16:creationId xmlns:a16="http://schemas.microsoft.com/office/drawing/2014/main" id="{D02DB9E0-44B9-4C95-B970-75730FB7493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1" name="Oval 382">
                <a:extLst>
                  <a:ext uri="{FF2B5EF4-FFF2-40B4-BE49-F238E27FC236}">
                    <a16:creationId xmlns:a16="http://schemas.microsoft.com/office/drawing/2014/main" id="{E66B944F-3484-4C2C-AA59-72A13F7914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2" name="Oval 383">
                <a:extLst>
                  <a:ext uri="{FF2B5EF4-FFF2-40B4-BE49-F238E27FC236}">
                    <a16:creationId xmlns:a16="http://schemas.microsoft.com/office/drawing/2014/main" id="{3A710A0A-859A-45A4-B6BB-E14DBE8A269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8" y="765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3" name="Oval 384">
                <a:extLst>
                  <a:ext uri="{FF2B5EF4-FFF2-40B4-BE49-F238E27FC236}">
                    <a16:creationId xmlns:a16="http://schemas.microsoft.com/office/drawing/2014/main" id="{510AE630-4783-4CF0-89A8-376F6740117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5" y="774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4" name="Oval 385">
                <a:extLst>
                  <a:ext uri="{FF2B5EF4-FFF2-40B4-BE49-F238E27FC236}">
                    <a16:creationId xmlns:a16="http://schemas.microsoft.com/office/drawing/2014/main" id="{449A191A-CDB3-49C7-904D-D571AFA8FE8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64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5" name="Oval 386">
                <a:extLst>
                  <a:ext uri="{FF2B5EF4-FFF2-40B4-BE49-F238E27FC236}">
                    <a16:creationId xmlns:a16="http://schemas.microsoft.com/office/drawing/2014/main" id="{D078150B-5AD0-4106-86E0-C9F70F61F1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6" name="Oval 387">
                <a:extLst>
                  <a:ext uri="{FF2B5EF4-FFF2-40B4-BE49-F238E27FC236}">
                    <a16:creationId xmlns:a16="http://schemas.microsoft.com/office/drawing/2014/main" id="{39C6FECE-B309-478C-A2A0-4381BBF0C7F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74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7" name="Oval 388">
                <a:extLst>
                  <a:ext uri="{FF2B5EF4-FFF2-40B4-BE49-F238E27FC236}">
                    <a16:creationId xmlns:a16="http://schemas.microsoft.com/office/drawing/2014/main" id="{A900AB04-2D8C-4911-97E2-7C15A7D0B1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8" name="Oval 389">
                <a:extLst>
                  <a:ext uri="{FF2B5EF4-FFF2-40B4-BE49-F238E27FC236}">
                    <a16:creationId xmlns:a16="http://schemas.microsoft.com/office/drawing/2014/main" id="{56793B16-B1C3-43B1-AAE2-D27217BC406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68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9" name="Oval 390">
                <a:extLst>
                  <a:ext uri="{FF2B5EF4-FFF2-40B4-BE49-F238E27FC236}">
                    <a16:creationId xmlns:a16="http://schemas.microsoft.com/office/drawing/2014/main" id="{B971DC10-7221-41CB-ACEA-42BC9A35A8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8" y="77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0" name="Oval 391">
                <a:extLst>
                  <a:ext uri="{FF2B5EF4-FFF2-40B4-BE49-F238E27FC236}">
                    <a16:creationId xmlns:a16="http://schemas.microsoft.com/office/drawing/2014/main" id="{6B720DBA-DAF7-4DED-8B62-6105617CE2F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4" y="753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1" name="Oval 392">
                <a:extLst>
                  <a:ext uri="{FF2B5EF4-FFF2-40B4-BE49-F238E27FC236}">
                    <a16:creationId xmlns:a16="http://schemas.microsoft.com/office/drawing/2014/main" id="{6EF9E006-8A78-49CB-8913-BD70B74CA0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2" name="Oval 393">
                <a:extLst>
                  <a:ext uri="{FF2B5EF4-FFF2-40B4-BE49-F238E27FC236}">
                    <a16:creationId xmlns:a16="http://schemas.microsoft.com/office/drawing/2014/main" id="{05A42328-297D-43B6-871A-4DB9AEC6BB2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6" y="76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3" name="Oval 394">
                <a:extLst>
                  <a:ext uri="{FF2B5EF4-FFF2-40B4-BE49-F238E27FC236}">
                    <a16:creationId xmlns:a16="http://schemas.microsoft.com/office/drawing/2014/main" id="{2B6BDFD1-662B-43F5-B520-01C01C5090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4" y="767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4" name="Oval 395">
                <a:extLst>
                  <a:ext uri="{FF2B5EF4-FFF2-40B4-BE49-F238E27FC236}">
                    <a16:creationId xmlns:a16="http://schemas.microsoft.com/office/drawing/2014/main" id="{E8FC219F-75CD-48CB-82C1-E2C48A58DDF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74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5" name="Oval 396">
                <a:extLst>
                  <a:ext uri="{FF2B5EF4-FFF2-40B4-BE49-F238E27FC236}">
                    <a16:creationId xmlns:a16="http://schemas.microsoft.com/office/drawing/2014/main" id="{898D0C2D-F320-43FF-8874-B96B581BE53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4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6" name="Oval 397">
                <a:extLst>
                  <a:ext uri="{FF2B5EF4-FFF2-40B4-BE49-F238E27FC236}">
                    <a16:creationId xmlns:a16="http://schemas.microsoft.com/office/drawing/2014/main" id="{DAD93223-E587-41EF-A4EC-E55D596B627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77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7" name="Oval 398">
                <a:extLst>
                  <a:ext uri="{FF2B5EF4-FFF2-40B4-BE49-F238E27FC236}">
                    <a16:creationId xmlns:a16="http://schemas.microsoft.com/office/drawing/2014/main" id="{C55908AF-DF6A-45A9-A75F-1D1E7FD6F3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9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8" name="Oval 399">
                <a:extLst>
                  <a:ext uri="{FF2B5EF4-FFF2-40B4-BE49-F238E27FC236}">
                    <a16:creationId xmlns:a16="http://schemas.microsoft.com/office/drawing/2014/main" id="{E164CCE8-7A59-4F62-8EC3-EE4A028B478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73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9" name="Oval 400">
                <a:extLst>
                  <a:ext uri="{FF2B5EF4-FFF2-40B4-BE49-F238E27FC236}">
                    <a16:creationId xmlns:a16="http://schemas.microsoft.com/office/drawing/2014/main" id="{CED7A9E8-406E-4B48-A5E4-BB9C3A37D44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9" y="774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0" name="Oval 401">
                <a:extLst>
                  <a:ext uri="{FF2B5EF4-FFF2-40B4-BE49-F238E27FC236}">
                    <a16:creationId xmlns:a16="http://schemas.microsoft.com/office/drawing/2014/main" id="{E53A7886-CB0A-44D7-A1EE-909746049AF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9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1" name="Oval 402">
                <a:extLst>
                  <a:ext uri="{FF2B5EF4-FFF2-40B4-BE49-F238E27FC236}">
                    <a16:creationId xmlns:a16="http://schemas.microsoft.com/office/drawing/2014/main" id="{6E55A3F9-1756-478D-B877-2E46ECD9434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74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2" name="Oval 403">
                <a:extLst>
                  <a:ext uri="{FF2B5EF4-FFF2-40B4-BE49-F238E27FC236}">
                    <a16:creationId xmlns:a16="http://schemas.microsoft.com/office/drawing/2014/main" id="{36824800-8E7B-4286-9D35-0BD2F0FB90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1" y="772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3" name="Freeform 404">
                <a:extLst>
                  <a:ext uri="{FF2B5EF4-FFF2-40B4-BE49-F238E27FC236}">
                    <a16:creationId xmlns:a16="http://schemas.microsoft.com/office/drawing/2014/main" id="{BE2A5D90-9345-4985-858C-6D62001C274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04" y="7730"/>
                <a:ext cx="6" cy="8"/>
              </a:xfrm>
              <a:custGeom>
                <a:avLst/>
                <a:gdLst>
                  <a:gd name="T0" fmla="*/ 8 w 8"/>
                  <a:gd name="T1" fmla="*/ 6 h 11"/>
                  <a:gd name="T2" fmla="*/ 3 w 8"/>
                  <a:gd name="T3" fmla="*/ 0 h 11"/>
                  <a:gd name="T4" fmla="*/ 0 w 8"/>
                  <a:gd name="T5" fmla="*/ 1 h 11"/>
                  <a:gd name="T6" fmla="*/ 5 w 8"/>
                  <a:gd name="T7" fmla="*/ 11 h 11"/>
                  <a:gd name="T8" fmla="*/ 8 w 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6"/>
                    </a:moveTo>
                    <a:cubicBezTo>
                      <a:pt x="8" y="2"/>
                      <a:pt x="6" y="0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7" y="10"/>
                      <a:pt x="8" y="8"/>
                      <a:pt x="8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4" name="Oval 405">
                <a:extLst>
                  <a:ext uri="{FF2B5EF4-FFF2-40B4-BE49-F238E27FC236}">
                    <a16:creationId xmlns:a16="http://schemas.microsoft.com/office/drawing/2014/main" id="{CC641689-C9AD-4FA3-8B32-3FDA420DC2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sp>
          <p:nvSpPr>
            <p:cNvPr id="13" name="Oval 407">
              <a:extLst>
                <a:ext uri="{FF2B5EF4-FFF2-40B4-BE49-F238E27FC236}">
                  <a16:creationId xmlns:a16="http://schemas.microsoft.com/office/drawing/2014/main" id="{63A044EA-8197-421A-A88B-75B6F11C1CC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" name="Oval 408">
              <a:extLst>
                <a:ext uri="{FF2B5EF4-FFF2-40B4-BE49-F238E27FC236}">
                  <a16:creationId xmlns:a16="http://schemas.microsoft.com/office/drawing/2014/main" id="{CFA4B743-4CAD-496D-9C51-B3C1A94E821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7301" y="123634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" name="Oval 409">
              <a:extLst>
                <a:ext uri="{FF2B5EF4-FFF2-40B4-BE49-F238E27FC236}">
                  <a16:creationId xmlns:a16="http://schemas.microsoft.com/office/drawing/2014/main" id="{7E0B86C2-3FB6-4541-92AC-CF3D3E88082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17913" y="1206341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" name="Oval 410">
              <a:extLst>
                <a:ext uri="{FF2B5EF4-FFF2-40B4-BE49-F238E27FC236}">
                  <a16:creationId xmlns:a16="http://schemas.microsoft.com/office/drawing/2014/main" id="{5BB326F5-9827-4AD2-B65D-5D7ED4BE5F2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8088" y="1231265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" name="Oval 411">
              <a:extLst>
                <a:ext uri="{FF2B5EF4-FFF2-40B4-BE49-F238E27FC236}">
                  <a16:creationId xmlns:a16="http://schemas.microsoft.com/office/drawing/2014/main" id="{D15C6DAA-0603-4196-9503-E6A74568E44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2363" y="121808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" name="Oval 412">
              <a:extLst>
                <a:ext uri="{FF2B5EF4-FFF2-40B4-BE49-F238E27FC236}">
                  <a16:creationId xmlns:a16="http://schemas.microsoft.com/office/drawing/2014/main" id="{B6AD1286-E994-4003-B70D-6C35502E2C4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25876" y="122697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" name="Oval 413">
              <a:extLst>
                <a:ext uri="{FF2B5EF4-FFF2-40B4-BE49-F238E27FC236}">
                  <a16:creationId xmlns:a16="http://schemas.microsoft.com/office/drawing/2014/main" id="{A1402682-90A5-45D1-84A8-7180ED2132D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14776" y="121697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" name="Oval 414">
              <a:extLst>
                <a:ext uri="{FF2B5EF4-FFF2-40B4-BE49-F238E27FC236}">
                  <a16:creationId xmlns:a16="http://schemas.microsoft.com/office/drawing/2014/main" id="{9E535EF5-7CE5-45A9-A4D0-041FBD66C9A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6038" y="119491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" name="Freeform 415">
              <a:extLst>
                <a:ext uri="{FF2B5EF4-FFF2-40B4-BE49-F238E27FC236}">
                  <a16:creationId xmlns:a16="http://schemas.microsoft.com/office/drawing/2014/main" id="{81DFE904-3A44-494C-BB6C-5B6A348C64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1401" y="12365038"/>
              <a:ext cx="12700" cy="9525"/>
            </a:xfrm>
            <a:custGeom>
              <a:avLst/>
              <a:gdLst>
                <a:gd name="T0" fmla="*/ 10 w 10"/>
                <a:gd name="T1" fmla="*/ 6 h 8"/>
                <a:gd name="T2" fmla="*/ 4 w 10"/>
                <a:gd name="T3" fmla="*/ 0 h 8"/>
                <a:gd name="T4" fmla="*/ 0 w 10"/>
                <a:gd name="T5" fmla="*/ 2 h 8"/>
                <a:gd name="T6" fmla="*/ 9 w 10"/>
                <a:gd name="T7" fmla="*/ 8 h 8"/>
                <a:gd name="T8" fmla="*/ 10 w 10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0" y="7"/>
                    <a:pt x="10" y="7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" name="Oval 416">
              <a:extLst>
                <a:ext uri="{FF2B5EF4-FFF2-40B4-BE49-F238E27FC236}">
                  <a16:creationId xmlns:a16="http://schemas.microsoft.com/office/drawing/2014/main" id="{9DE5EDAB-6754-4046-9541-A8451EF6E3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6176" y="123571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5" name="Oval 417">
              <a:extLst>
                <a:ext uri="{FF2B5EF4-FFF2-40B4-BE49-F238E27FC236}">
                  <a16:creationId xmlns:a16="http://schemas.microsoft.com/office/drawing/2014/main" id="{E7D8831D-AADA-4741-B314-B5C17AF24F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89376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6" name="Oval 418">
              <a:extLst>
                <a:ext uri="{FF2B5EF4-FFF2-40B4-BE49-F238E27FC236}">
                  <a16:creationId xmlns:a16="http://schemas.microsoft.com/office/drawing/2014/main" id="{C271AECF-7BA9-4524-81E2-3E48192E5EC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5563" y="12096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7" name="Oval 419">
              <a:extLst>
                <a:ext uri="{FF2B5EF4-FFF2-40B4-BE49-F238E27FC236}">
                  <a16:creationId xmlns:a16="http://schemas.microsoft.com/office/drawing/2014/main" id="{BA342299-4103-4787-9AE5-B8BB3191BD0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23063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8" name="Oval 420">
              <a:extLst>
                <a:ext uri="{FF2B5EF4-FFF2-40B4-BE49-F238E27FC236}">
                  <a16:creationId xmlns:a16="http://schemas.microsoft.com/office/drawing/2014/main" id="{B5558D01-DEE7-412D-8E45-A3CA8CBB43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21076" y="121840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9" name="Oval 421">
              <a:extLst>
                <a:ext uri="{FF2B5EF4-FFF2-40B4-BE49-F238E27FC236}">
                  <a16:creationId xmlns:a16="http://schemas.microsoft.com/office/drawing/2014/main" id="{CF539663-6DA9-4E6A-A555-B5F23A420DA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8063" y="121539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0" name="Oval 422">
              <a:extLst>
                <a:ext uri="{FF2B5EF4-FFF2-40B4-BE49-F238E27FC236}">
                  <a16:creationId xmlns:a16="http://schemas.microsoft.com/office/drawing/2014/main" id="{60D01872-07AE-4EE4-8717-FB265C6C380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8076" y="12082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1" name="Oval 423">
              <a:extLst>
                <a:ext uri="{FF2B5EF4-FFF2-40B4-BE49-F238E27FC236}">
                  <a16:creationId xmlns:a16="http://schemas.microsoft.com/office/drawing/2014/main" id="{5C8D5630-19FC-4685-8A24-0809F0FB42D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9688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2" name="Oval 424">
              <a:extLst>
                <a:ext uri="{FF2B5EF4-FFF2-40B4-BE49-F238E27FC236}">
                  <a16:creationId xmlns:a16="http://schemas.microsoft.com/office/drawing/2014/main" id="{44842083-9E93-48DC-AA05-C6B4F43362D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3" name="Oval 425">
              <a:extLst>
                <a:ext uri="{FF2B5EF4-FFF2-40B4-BE49-F238E27FC236}">
                  <a16:creationId xmlns:a16="http://schemas.microsoft.com/office/drawing/2014/main" id="{72825E4B-D61F-4308-9595-CFF9D5F77B7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03613" y="12015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4" name="Oval 426">
              <a:extLst>
                <a:ext uri="{FF2B5EF4-FFF2-40B4-BE49-F238E27FC236}">
                  <a16:creationId xmlns:a16="http://schemas.microsoft.com/office/drawing/2014/main" id="{8DDED253-0334-4D7D-A9E3-57470A010CD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7763" y="11952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5" name="Oval 427">
              <a:extLst>
                <a:ext uri="{FF2B5EF4-FFF2-40B4-BE49-F238E27FC236}">
                  <a16:creationId xmlns:a16="http://schemas.microsoft.com/office/drawing/2014/main" id="{ED5C0813-7116-45D0-8547-5F3DA6A0ED4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4601" y="123825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6" name="Oval 428">
              <a:extLst>
                <a:ext uri="{FF2B5EF4-FFF2-40B4-BE49-F238E27FC236}">
                  <a16:creationId xmlns:a16="http://schemas.microsoft.com/office/drawing/2014/main" id="{6E07AD14-A55B-49F4-93E6-E06E1F5E92D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8726" y="12396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7" name="Oval 429">
              <a:extLst>
                <a:ext uri="{FF2B5EF4-FFF2-40B4-BE49-F238E27FC236}">
                  <a16:creationId xmlns:a16="http://schemas.microsoft.com/office/drawing/2014/main" id="{CCBC27DA-1811-4509-800C-95B3B155783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43351" y="122348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8" name="Oval 430">
              <a:extLst>
                <a:ext uri="{FF2B5EF4-FFF2-40B4-BE49-F238E27FC236}">
                  <a16:creationId xmlns:a16="http://schemas.microsoft.com/office/drawing/2014/main" id="{024792B3-8F1C-4B4D-8360-8775BA323CD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1263" y="123904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9" name="Oval 431">
              <a:extLst>
                <a:ext uri="{FF2B5EF4-FFF2-40B4-BE49-F238E27FC236}">
                  <a16:creationId xmlns:a16="http://schemas.microsoft.com/office/drawing/2014/main" id="{CB37D01B-592B-445E-9CC6-75D460F6EA5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197451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0" name="Oval 432">
              <a:extLst>
                <a:ext uri="{FF2B5EF4-FFF2-40B4-BE49-F238E27FC236}">
                  <a16:creationId xmlns:a16="http://schemas.microsoft.com/office/drawing/2014/main" id="{8532D260-2A76-40C7-AA8D-B2D38102616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63938" y="120792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1" name="Oval 433">
              <a:extLst>
                <a:ext uri="{FF2B5EF4-FFF2-40B4-BE49-F238E27FC236}">
                  <a16:creationId xmlns:a16="http://schemas.microsoft.com/office/drawing/2014/main" id="{0D937C44-D3B5-4B3F-B30D-E60E5835C64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9651" y="122586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2" name="Freeform 434">
              <a:extLst>
                <a:ext uri="{FF2B5EF4-FFF2-40B4-BE49-F238E27FC236}">
                  <a16:creationId xmlns:a16="http://schemas.microsoft.com/office/drawing/2014/main" id="{D2583398-1462-409C-933B-BCE17FBC2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57638" y="12271375"/>
              <a:ext cx="9525" cy="12700"/>
            </a:xfrm>
            <a:custGeom>
              <a:avLst/>
              <a:gdLst>
                <a:gd name="T0" fmla="*/ 0 w 8"/>
                <a:gd name="T1" fmla="*/ 6 h 11"/>
                <a:gd name="T2" fmla="*/ 3 w 8"/>
                <a:gd name="T3" fmla="*/ 11 h 11"/>
                <a:gd name="T4" fmla="*/ 8 w 8"/>
                <a:gd name="T5" fmla="*/ 1 h 11"/>
                <a:gd name="T6" fmla="*/ 5 w 8"/>
                <a:gd name="T7" fmla="*/ 0 h 11"/>
                <a:gd name="T8" fmla="*/ 0 w 8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0" y="8"/>
                    <a:pt x="1" y="10"/>
                    <a:pt x="3" y="11"/>
                  </a:cubicBezTo>
                  <a:cubicBezTo>
                    <a:pt x="5" y="8"/>
                    <a:pt x="7" y="5"/>
                    <a:pt x="8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3" name="Freeform 435">
              <a:extLst>
                <a:ext uri="{FF2B5EF4-FFF2-40B4-BE49-F238E27FC236}">
                  <a16:creationId xmlns:a16="http://schemas.microsoft.com/office/drawing/2014/main" id="{FB93C1BC-E105-4E58-82C5-3BF4DFE417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89326" y="12250738"/>
              <a:ext cx="11113" cy="14288"/>
            </a:xfrm>
            <a:custGeom>
              <a:avLst/>
              <a:gdLst>
                <a:gd name="T0" fmla="*/ 10 w 10"/>
                <a:gd name="T1" fmla="*/ 6 h 12"/>
                <a:gd name="T2" fmla="*/ 4 w 10"/>
                <a:gd name="T3" fmla="*/ 0 h 12"/>
                <a:gd name="T4" fmla="*/ 0 w 10"/>
                <a:gd name="T5" fmla="*/ 2 h 12"/>
                <a:gd name="T6" fmla="*/ 5 w 10"/>
                <a:gd name="T7" fmla="*/ 12 h 12"/>
                <a:gd name="T8" fmla="*/ 10 w 10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3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5"/>
                    <a:pt x="3" y="8"/>
                    <a:pt x="5" y="12"/>
                  </a:cubicBezTo>
                  <a:cubicBezTo>
                    <a:pt x="8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4" name="Oval 436">
              <a:extLst>
                <a:ext uri="{FF2B5EF4-FFF2-40B4-BE49-F238E27FC236}">
                  <a16:creationId xmlns:a16="http://schemas.microsoft.com/office/drawing/2014/main" id="{8A0A43A2-AF1A-4D3D-B083-4C3C07F0C40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0288" y="12266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5" name="Oval 437">
              <a:extLst>
                <a:ext uri="{FF2B5EF4-FFF2-40B4-BE49-F238E27FC236}">
                  <a16:creationId xmlns:a16="http://schemas.microsoft.com/office/drawing/2014/main" id="{C9500FE0-ABF2-4E53-9A10-8DBAA8F14DA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21666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6" name="Oval 438">
              <a:extLst>
                <a:ext uri="{FF2B5EF4-FFF2-40B4-BE49-F238E27FC236}">
                  <a16:creationId xmlns:a16="http://schemas.microsoft.com/office/drawing/2014/main" id="{6ADE3582-7A09-440A-8DAD-D49D926C936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6801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7" name="Freeform 439">
              <a:extLst>
                <a:ext uri="{FF2B5EF4-FFF2-40B4-BE49-F238E27FC236}">
                  <a16:creationId xmlns:a16="http://schemas.microsoft.com/office/drawing/2014/main" id="{E54D79AC-57AC-4A17-AE4E-69F878AE20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9863" y="12088813"/>
              <a:ext cx="12700" cy="1270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11 h 11"/>
                <a:gd name="T4" fmla="*/ 11 w 11"/>
                <a:gd name="T5" fmla="*/ 8 h 11"/>
                <a:gd name="T6" fmla="*/ 10 w 11"/>
                <a:gd name="T7" fmla="*/ 1 h 11"/>
                <a:gd name="T8" fmla="*/ 6 w 11"/>
                <a:gd name="T9" fmla="*/ 0 h 11"/>
                <a:gd name="T10" fmla="*/ 0 w 1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9"/>
                    <a:pt x="3" y="11"/>
                    <a:pt x="6" y="11"/>
                  </a:cubicBezTo>
                  <a:cubicBezTo>
                    <a:pt x="8" y="11"/>
                    <a:pt x="10" y="10"/>
                    <a:pt x="11" y="8"/>
                  </a:cubicBezTo>
                  <a:cubicBezTo>
                    <a:pt x="11" y="6"/>
                    <a:pt x="10" y="3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8" name="Oval 440">
              <a:extLst>
                <a:ext uri="{FF2B5EF4-FFF2-40B4-BE49-F238E27FC236}">
                  <a16:creationId xmlns:a16="http://schemas.microsoft.com/office/drawing/2014/main" id="{1B70BC21-751F-474D-BE80-46EF8B6A9DC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7932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9" name="Oval 441">
              <a:extLst>
                <a:ext uri="{FF2B5EF4-FFF2-40B4-BE49-F238E27FC236}">
                  <a16:creationId xmlns:a16="http://schemas.microsoft.com/office/drawing/2014/main" id="{6DB4B1FF-F2C1-46CB-9C1E-B698DB43D51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300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0" name="Oval 442">
              <a:extLst>
                <a:ext uri="{FF2B5EF4-FFF2-40B4-BE49-F238E27FC236}">
                  <a16:creationId xmlns:a16="http://schemas.microsoft.com/office/drawing/2014/main" id="{946C44B1-C9FE-4D7D-BD80-22396BD6BE3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3380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1" name="Oval 443">
              <a:extLst>
                <a:ext uri="{FF2B5EF4-FFF2-40B4-BE49-F238E27FC236}">
                  <a16:creationId xmlns:a16="http://schemas.microsoft.com/office/drawing/2014/main" id="{A37EC0F9-78F3-4B7C-8CF4-BCED492259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2201" y="12303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" name="Oval 444">
              <a:extLst>
                <a:ext uri="{FF2B5EF4-FFF2-40B4-BE49-F238E27FC236}">
                  <a16:creationId xmlns:a16="http://schemas.microsoft.com/office/drawing/2014/main" id="{9FDAF8AE-9F4A-499B-AA93-EE9DA6F55AD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52826" y="121269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" name="Oval 445">
              <a:extLst>
                <a:ext uri="{FF2B5EF4-FFF2-40B4-BE49-F238E27FC236}">
                  <a16:creationId xmlns:a16="http://schemas.microsoft.com/office/drawing/2014/main" id="{45B68348-9760-4E24-B770-02F7919F8E3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56051" y="120856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" name="Oval 446">
              <a:extLst>
                <a:ext uri="{FF2B5EF4-FFF2-40B4-BE49-F238E27FC236}">
                  <a16:creationId xmlns:a16="http://schemas.microsoft.com/office/drawing/2014/main" id="{E40BCCB1-5A65-46F6-AECF-BC7097D2638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223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" name="Oval 447">
              <a:extLst>
                <a:ext uri="{FF2B5EF4-FFF2-40B4-BE49-F238E27FC236}">
                  <a16:creationId xmlns:a16="http://schemas.microsoft.com/office/drawing/2014/main" id="{DBB8E7A7-1E07-4024-A97C-339E092BD65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67163" y="122332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" name="Oval 448">
              <a:extLst>
                <a:ext uri="{FF2B5EF4-FFF2-40B4-BE49-F238E27FC236}">
                  <a16:creationId xmlns:a16="http://schemas.microsoft.com/office/drawing/2014/main" id="{7B8381AC-C5F3-44B1-ABD3-C84A003785E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6676" y="12333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" name="Oval 449">
              <a:extLst>
                <a:ext uri="{FF2B5EF4-FFF2-40B4-BE49-F238E27FC236}">
                  <a16:creationId xmlns:a16="http://schemas.microsoft.com/office/drawing/2014/main" id="{9DD2D653-AD0E-4559-8A29-0745A905D2E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1876" y="1224756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" name="Oval 450">
              <a:extLst>
                <a:ext uri="{FF2B5EF4-FFF2-40B4-BE49-F238E27FC236}">
                  <a16:creationId xmlns:a16="http://schemas.microsoft.com/office/drawing/2014/main" id="{158FE0FC-104E-471A-8A2A-85AFB2D8240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0476" y="120554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" name="Oval 451">
              <a:extLst>
                <a:ext uri="{FF2B5EF4-FFF2-40B4-BE49-F238E27FC236}">
                  <a16:creationId xmlns:a16="http://schemas.microsoft.com/office/drawing/2014/main" id="{A071A6D5-D48C-4E6E-AD2D-307A0EDADD3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19840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" name="Oval 452">
              <a:extLst>
                <a:ext uri="{FF2B5EF4-FFF2-40B4-BE49-F238E27FC236}">
                  <a16:creationId xmlns:a16="http://schemas.microsoft.com/office/drawing/2014/main" id="{CD1DB1C4-F59C-4406-AB57-D6D9AB65E3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86163" y="11968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" name="Oval 453">
              <a:extLst>
                <a:ext uri="{FF2B5EF4-FFF2-40B4-BE49-F238E27FC236}">
                  <a16:creationId xmlns:a16="http://schemas.microsoft.com/office/drawing/2014/main" id="{5224A699-EF94-47E6-83D2-A6C2F04006B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8563" y="12349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" name="Oval 454">
              <a:extLst>
                <a:ext uri="{FF2B5EF4-FFF2-40B4-BE49-F238E27FC236}">
                  <a16:creationId xmlns:a16="http://schemas.microsoft.com/office/drawing/2014/main" id="{C050C98B-4350-4C4E-BAC7-2B80B377CAA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1713" y="122396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" name="Oval 455">
              <a:extLst>
                <a:ext uri="{FF2B5EF4-FFF2-40B4-BE49-F238E27FC236}">
                  <a16:creationId xmlns:a16="http://schemas.microsoft.com/office/drawing/2014/main" id="{C2335A9B-7DDB-419A-880E-31B051607F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932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" name="Oval 456">
              <a:extLst>
                <a:ext uri="{FF2B5EF4-FFF2-40B4-BE49-F238E27FC236}">
                  <a16:creationId xmlns:a16="http://schemas.microsoft.com/office/drawing/2014/main" id="{81F74DDE-6B0A-4FCE-991C-42B7F077A26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2838" y="1229836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" name="Oval 457">
              <a:extLst>
                <a:ext uri="{FF2B5EF4-FFF2-40B4-BE49-F238E27FC236}">
                  <a16:creationId xmlns:a16="http://schemas.microsoft.com/office/drawing/2014/main" id="{8BDC7AA5-12FA-4CC1-8922-FD60EED8C06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5676" y="121999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" name="Oval 458">
              <a:extLst>
                <a:ext uri="{FF2B5EF4-FFF2-40B4-BE49-F238E27FC236}">
                  <a16:creationId xmlns:a16="http://schemas.microsoft.com/office/drawing/2014/main" id="{EE22687D-5D13-405F-82F7-88642B4B704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6313" y="12209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" name="Oval 459">
              <a:extLst>
                <a:ext uri="{FF2B5EF4-FFF2-40B4-BE49-F238E27FC236}">
                  <a16:creationId xmlns:a16="http://schemas.microsoft.com/office/drawing/2014/main" id="{9FF415D9-6CAD-4D25-802C-F30863697AD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0926" y="122618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" name="Oval 460">
              <a:extLst>
                <a:ext uri="{FF2B5EF4-FFF2-40B4-BE49-F238E27FC236}">
                  <a16:creationId xmlns:a16="http://schemas.microsoft.com/office/drawing/2014/main" id="{3D5430E7-2A1E-4505-A4F5-702B0E6019F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0313" y="123348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" name="Oval 461">
              <a:extLst>
                <a:ext uri="{FF2B5EF4-FFF2-40B4-BE49-F238E27FC236}">
                  <a16:creationId xmlns:a16="http://schemas.microsoft.com/office/drawing/2014/main" id="{D7AA0372-480A-49EE-8140-29BAB3F8014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4263" y="123586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" name="Oval 462">
              <a:extLst>
                <a:ext uri="{FF2B5EF4-FFF2-40B4-BE49-F238E27FC236}">
                  <a16:creationId xmlns:a16="http://schemas.microsoft.com/office/drawing/2014/main" id="{A5B1290E-C589-41ED-844A-D94FFE5F62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2713" y="122761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" name="Oval 463">
              <a:extLst>
                <a:ext uri="{FF2B5EF4-FFF2-40B4-BE49-F238E27FC236}">
                  <a16:creationId xmlns:a16="http://schemas.microsoft.com/office/drawing/2014/main" id="{0EE802CD-E21A-4090-917A-018D5CE0C4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4438" y="121666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" name="Freeform 464">
              <a:extLst>
                <a:ext uri="{FF2B5EF4-FFF2-40B4-BE49-F238E27FC236}">
                  <a16:creationId xmlns:a16="http://schemas.microsoft.com/office/drawing/2014/main" id="{79935F09-9A8D-4AF4-BA47-3296000FD0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0338" y="12055475"/>
              <a:ext cx="12700" cy="14288"/>
            </a:xfrm>
            <a:custGeom>
              <a:avLst/>
              <a:gdLst>
                <a:gd name="T0" fmla="*/ 6 w 12"/>
                <a:gd name="T1" fmla="*/ 12 h 12"/>
                <a:gd name="T2" fmla="*/ 12 w 12"/>
                <a:gd name="T3" fmla="*/ 6 h 12"/>
                <a:gd name="T4" fmla="*/ 11 w 12"/>
                <a:gd name="T5" fmla="*/ 4 h 12"/>
                <a:gd name="T6" fmla="*/ 11 w 12"/>
                <a:gd name="T7" fmla="*/ 4 h 12"/>
                <a:gd name="T8" fmla="*/ 6 w 12"/>
                <a:gd name="T9" fmla="*/ 0 h 12"/>
                <a:gd name="T10" fmla="*/ 0 w 12"/>
                <a:gd name="T11" fmla="*/ 6 h 12"/>
                <a:gd name="T12" fmla="*/ 6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9" y="12"/>
                    <a:pt x="12" y="9"/>
                    <a:pt x="12" y="6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" name="Freeform 465">
              <a:extLst>
                <a:ext uri="{FF2B5EF4-FFF2-40B4-BE49-F238E27FC236}">
                  <a16:creationId xmlns:a16="http://schemas.microsoft.com/office/drawing/2014/main" id="{8C3ED2D6-C9A7-4250-AFEC-DB54B13BAF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6963" y="12392025"/>
              <a:ext cx="14288" cy="9525"/>
            </a:xfrm>
            <a:custGeom>
              <a:avLst/>
              <a:gdLst>
                <a:gd name="T0" fmla="*/ 11 w 11"/>
                <a:gd name="T1" fmla="*/ 6 h 8"/>
                <a:gd name="T2" fmla="*/ 5 w 11"/>
                <a:gd name="T3" fmla="*/ 0 h 8"/>
                <a:gd name="T4" fmla="*/ 0 w 11"/>
                <a:gd name="T5" fmla="*/ 4 h 8"/>
                <a:gd name="T6" fmla="*/ 11 w 11"/>
                <a:gd name="T7" fmla="*/ 8 h 8"/>
                <a:gd name="T8" fmla="*/ 11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7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" name="Oval 466">
              <a:extLst>
                <a:ext uri="{FF2B5EF4-FFF2-40B4-BE49-F238E27FC236}">
                  <a16:creationId xmlns:a16="http://schemas.microsoft.com/office/drawing/2014/main" id="{AA908741-9C5A-4540-8686-E8BF1F300A9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3976" y="122904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" name="Oval 467">
              <a:extLst>
                <a:ext uri="{FF2B5EF4-FFF2-40B4-BE49-F238E27FC236}">
                  <a16:creationId xmlns:a16="http://schemas.microsoft.com/office/drawing/2014/main" id="{1309E25A-103F-4AD2-AD87-3A9B0AEF927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0463" y="123412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" name="Oval 468">
              <a:extLst>
                <a:ext uri="{FF2B5EF4-FFF2-40B4-BE49-F238E27FC236}">
                  <a16:creationId xmlns:a16="http://schemas.microsoft.com/office/drawing/2014/main" id="{AB352B0B-DDD5-44D0-AD96-96A0F7167D7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8551" y="12339638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" name="Oval 469">
              <a:extLst>
                <a:ext uri="{FF2B5EF4-FFF2-40B4-BE49-F238E27FC236}">
                  <a16:creationId xmlns:a16="http://schemas.microsoft.com/office/drawing/2014/main" id="{089220EE-C350-45A3-9FD8-E1FAE9375D3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00488" y="122570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" name="Oval 470">
              <a:extLst>
                <a:ext uri="{FF2B5EF4-FFF2-40B4-BE49-F238E27FC236}">
                  <a16:creationId xmlns:a16="http://schemas.microsoft.com/office/drawing/2014/main" id="{4389267F-D3A4-405F-A8B2-CC0B421BBA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9813" y="121332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" name="Oval 471">
              <a:extLst>
                <a:ext uri="{FF2B5EF4-FFF2-40B4-BE49-F238E27FC236}">
                  <a16:creationId xmlns:a16="http://schemas.microsoft.com/office/drawing/2014/main" id="{03367864-03BA-450C-8A08-573CF2D9F41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5538" y="1215072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" name="Oval 472">
              <a:extLst>
                <a:ext uri="{FF2B5EF4-FFF2-40B4-BE49-F238E27FC236}">
                  <a16:creationId xmlns:a16="http://schemas.microsoft.com/office/drawing/2014/main" id="{8155F12A-94A3-466A-BC11-8842FFFB27F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9363" y="123444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" name="Oval 473">
              <a:extLst>
                <a:ext uri="{FF2B5EF4-FFF2-40B4-BE49-F238E27FC236}">
                  <a16:creationId xmlns:a16="http://schemas.microsoft.com/office/drawing/2014/main" id="{DA84B148-5948-42C0-995F-4AA281AFD1F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1088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" name="Oval 474">
              <a:extLst>
                <a:ext uri="{FF2B5EF4-FFF2-40B4-BE49-F238E27FC236}">
                  <a16:creationId xmlns:a16="http://schemas.microsoft.com/office/drawing/2014/main" id="{68F5554F-69EF-4BAF-859E-DBAFEE38EED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19513" y="123396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" name="Oval 475">
              <a:extLst>
                <a:ext uri="{FF2B5EF4-FFF2-40B4-BE49-F238E27FC236}">
                  <a16:creationId xmlns:a16="http://schemas.microsoft.com/office/drawing/2014/main" id="{6E5C2418-FE5F-4B72-8FB2-B274C1E2AD9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8263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" name="Oval 476">
              <a:extLst>
                <a:ext uri="{FF2B5EF4-FFF2-40B4-BE49-F238E27FC236}">
                  <a16:creationId xmlns:a16="http://schemas.microsoft.com/office/drawing/2014/main" id="{DA6A5D91-A46A-4A8A-9F1D-E380B692749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9213" y="12180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" name="Oval 477">
              <a:extLst>
                <a:ext uri="{FF2B5EF4-FFF2-40B4-BE49-F238E27FC236}">
                  <a16:creationId xmlns:a16="http://schemas.microsoft.com/office/drawing/2014/main" id="{93AEA877-6A6E-490F-A85D-7E364515648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3001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" name="Oval 478">
              <a:extLst>
                <a:ext uri="{FF2B5EF4-FFF2-40B4-BE49-F238E27FC236}">
                  <a16:creationId xmlns:a16="http://schemas.microsoft.com/office/drawing/2014/main" id="{23373185-0381-4F52-A9B1-3A33BDE00DA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0163" y="12247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" name="Oval 479">
              <a:extLst>
                <a:ext uri="{FF2B5EF4-FFF2-40B4-BE49-F238E27FC236}">
                  <a16:creationId xmlns:a16="http://schemas.microsoft.com/office/drawing/2014/main" id="{BACE7D46-7107-44E3-B864-FBF9638AD0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4763" y="123507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" name="Oval 480">
              <a:extLst>
                <a:ext uri="{FF2B5EF4-FFF2-40B4-BE49-F238E27FC236}">
                  <a16:creationId xmlns:a16="http://schemas.microsoft.com/office/drawing/2014/main" id="{CC87A576-09FD-430D-9913-0BB17466F69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3176" y="12372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9" name="Oval 481">
              <a:extLst>
                <a:ext uri="{FF2B5EF4-FFF2-40B4-BE49-F238E27FC236}">
                  <a16:creationId xmlns:a16="http://schemas.microsoft.com/office/drawing/2014/main" id="{44E3A988-E3B1-46C2-A731-04D74C1DF50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5701" y="12390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0" name="Oval 482">
              <a:extLst>
                <a:ext uri="{FF2B5EF4-FFF2-40B4-BE49-F238E27FC236}">
                  <a16:creationId xmlns:a16="http://schemas.microsoft.com/office/drawing/2014/main" id="{F6107E89-F3C2-443B-BDFA-659244557A1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2976" y="120729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1" name="Freeform 483">
              <a:extLst>
                <a:ext uri="{FF2B5EF4-FFF2-40B4-BE49-F238E27FC236}">
                  <a16:creationId xmlns:a16="http://schemas.microsoft.com/office/drawing/2014/main" id="{34723558-82D5-4837-B1D4-1797DFB79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70276" y="12096750"/>
              <a:ext cx="11113" cy="14288"/>
            </a:xfrm>
            <a:custGeom>
              <a:avLst/>
              <a:gdLst>
                <a:gd name="T0" fmla="*/ 10 w 10"/>
                <a:gd name="T1" fmla="*/ 6 h 11"/>
                <a:gd name="T2" fmla="*/ 4 w 10"/>
                <a:gd name="T3" fmla="*/ 0 h 11"/>
                <a:gd name="T4" fmla="*/ 2 w 10"/>
                <a:gd name="T5" fmla="*/ 0 h 11"/>
                <a:gd name="T6" fmla="*/ 0 w 10"/>
                <a:gd name="T7" fmla="*/ 10 h 11"/>
                <a:gd name="T8" fmla="*/ 4 w 10"/>
                <a:gd name="T9" fmla="*/ 11 h 11"/>
                <a:gd name="T10" fmla="*/ 10 w 10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3"/>
                    <a:pt x="1" y="7"/>
                    <a:pt x="0" y="10"/>
                  </a:cubicBezTo>
                  <a:cubicBezTo>
                    <a:pt x="1" y="11"/>
                    <a:pt x="3" y="11"/>
                    <a:pt x="4" y="11"/>
                  </a:cubicBezTo>
                  <a:cubicBezTo>
                    <a:pt x="7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2" name="Freeform 484">
              <a:extLst>
                <a:ext uri="{FF2B5EF4-FFF2-40B4-BE49-F238E27FC236}">
                  <a16:creationId xmlns:a16="http://schemas.microsoft.com/office/drawing/2014/main" id="{CDD45465-664E-45B2-A0CD-B5D59D4C62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86201" y="12349163"/>
              <a:ext cx="14288" cy="14288"/>
            </a:xfrm>
            <a:custGeom>
              <a:avLst/>
              <a:gdLst>
                <a:gd name="T0" fmla="*/ 3 w 11"/>
                <a:gd name="T1" fmla="*/ 11 h 11"/>
                <a:gd name="T2" fmla="*/ 11 w 11"/>
                <a:gd name="T3" fmla="*/ 5 h 11"/>
                <a:gd name="T4" fmla="*/ 5 w 11"/>
                <a:gd name="T5" fmla="*/ 0 h 11"/>
                <a:gd name="T6" fmla="*/ 0 w 11"/>
                <a:gd name="T7" fmla="*/ 6 h 11"/>
                <a:gd name="T8" fmla="*/ 3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6" y="9"/>
                    <a:pt x="8" y="7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3" y="11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3" name="Oval 485">
              <a:extLst>
                <a:ext uri="{FF2B5EF4-FFF2-40B4-BE49-F238E27FC236}">
                  <a16:creationId xmlns:a16="http://schemas.microsoft.com/office/drawing/2014/main" id="{BB7688CA-4B33-4A61-8519-24B79813768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25863" y="120142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4" name="Freeform 486">
              <a:extLst>
                <a:ext uri="{FF2B5EF4-FFF2-40B4-BE49-F238E27FC236}">
                  <a16:creationId xmlns:a16="http://schemas.microsoft.com/office/drawing/2014/main" id="{6FA1A27F-838A-4BC6-AEBF-3C93F1CDE4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86213" y="12193588"/>
              <a:ext cx="7938" cy="12700"/>
            </a:xfrm>
            <a:custGeom>
              <a:avLst/>
              <a:gdLst>
                <a:gd name="T0" fmla="*/ 0 w 7"/>
                <a:gd name="T1" fmla="*/ 5 h 11"/>
                <a:gd name="T2" fmla="*/ 5 w 7"/>
                <a:gd name="T3" fmla="*/ 11 h 11"/>
                <a:gd name="T4" fmla="*/ 7 w 7"/>
                <a:gd name="T5" fmla="*/ 0 h 11"/>
                <a:gd name="T6" fmla="*/ 5 w 7"/>
                <a:gd name="T7" fmla="*/ 0 h 11"/>
                <a:gd name="T8" fmla="*/ 0 w 7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6" y="7"/>
                    <a:pt x="6" y="4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5" name="Oval 487">
              <a:extLst>
                <a:ext uri="{FF2B5EF4-FFF2-40B4-BE49-F238E27FC236}">
                  <a16:creationId xmlns:a16="http://schemas.microsoft.com/office/drawing/2014/main" id="{2FB28238-CD94-4B7B-A951-7D2B3CB3B9F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6963" y="12139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6" name="Freeform 488">
              <a:extLst>
                <a:ext uri="{FF2B5EF4-FFF2-40B4-BE49-F238E27FC236}">
                  <a16:creationId xmlns:a16="http://schemas.microsoft.com/office/drawing/2014/main" id="{6C260373-3C1B-46A2-815F-BDEDCEA435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9351" y="12404725"/>
              <a:ext cx="14288" cy="9525"/>
            </a:xfrm>
            <a:custGeom>
              <a:avLst/>
              <a:gdLst>
                <a:gd name="T0" fmla="*/ 12 w 12"/>
                <a:gd name="T1" fmla="*/ 6 h 7"/>
                <a:gd name="T2" fmla="*/ 6 w 12"/>
                <a:gd name="T3" fmla="*/ 0 h 7"/>
                <a:gd name="T4" fmla="*/ 0 w 12"/>
                <a:gd name="T5" fmla="*/ 5 h 7"/>
                <a:gd name="T6" fmla="*/ 11 w 12"/>
                <a:gd name="T7" fmla="*/ 7 h 7"/>
                <a:gd name="T8" fmla="*/ 12 w 1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4" y="6"/>
                    <a:pt x="8" y="6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7" name="Oval 489">
              <a:extLst>
                <a:ext uri="{FF2B5EF4-FFF2-40B4-BE49-F238E27FC236}">
                  <a16:creationId xmlns:a16="http://schemas.microsoft.com/office/drawing/2014/main" id="{E838F71B-2F8A-4D8B-B88D-E233A427A73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8851" y="12176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8" name="Oval 490">
              <a:extLst>
                <a:ext uri="{FF2B5EF4-FFF2-40B4-BE49-F238E27FC236}">
                  <a16:creationId xmlns:a16="http://schemas.microsoft.com/office/drawing/2014/main" id="{911E848C-72DC-45C1-B709-972FFC8A01F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4426" y="12118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9" name="Oval 491">
              <a:extLst>
                <a:ext uri="{FF2B5EF4-FFF2-40B4-BE49-F238E27FC236}">
                  <a16:creationId xmlns:a16="http://schemas.microsoft.com/office/drawing/2014/main" id="{9F22BE9C-1818-4B02-AD6E-9B0C366F003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747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0" name="Oval 492">
              <a:extLst>
                <a:ext uri="{FF2B5EF4-FFF2-40B4-BE49-F238E27FC236}">
                  <a16:creationId xmlns:a16="http://schemas.microsoft.com/office/drawing/2014/main" id="{34FE8684-94E9-44B4-B5C1-EEC719FD0B9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0788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1" name="Oval 493">
              <a:extLst>
                <a:ext uri="{FF2B5EF4-FFF2-40B4-BE49-F238E27FC236}">
                  <a16:creationId xmlns:a16="http://schemas.microsoft.com/office/drawing/2014/main" id="{0DE7B61C-C4FF-4420-B32F-9A61EA14B52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1205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2" name="Oval 494">
              <a:extLst>
                <a:ext uri="{FF2B5EF4-FFF2-40B4-BE49-F238E27FC236}">
                  <a16:creationId xmlns:a16="http://schemas.microsoft.com/office/drawing/2014/main" id="{8C649E06-7819-4F2B-8929-AFCADF8E770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5688" y="120935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3" name="Oval 495">
              <a:extLst>
                <a:ext uri="{FF2B5EF4-FFF2-40B4-BE49-F238E27FC236}">
                  <a16:creationId xmlns:a16="http://schemas.microsoft.com/office/drawing/2014/main" id="{ECB92CE9-BB24-4B28-972B-17CF8EF9397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5713" y="121380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4" name="Oval 496">
              <a:extLst>
                <a:ext uri="{FF2B5EF4-FFF2-40B4-BE49-F238E27FC236}">
                  <a16:creationId xmlns:a16="http://schemas.microsoft.com/office/drawing/2014/main" id="{3E91ABEA-C0FC-44A3-9231-CAEC4B27B34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777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5" name="Oval 497">
              <a:extLst>
                <a:ext uri="{FF2B5EF4-FFF2-40B4-BE49-F238E27FC236}">
                  <a16:creationId xmlns:a16="http://schemas.microsoft.com/office/drawing/2014/main" id="{292C8F1B-379A-48EE-BD36-94D2F83BB03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4726" y="121554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6" name="Oval 498">
              <a:extLst>
                <a:ext uri="{FF2B5EF4-FFF2-40B4-BE49-F238E27FC236}">
                  <a16:creationId xmlns:a16="http://schemas.microsoft.com/office/drawing/2014/main" id="{A5CA3C28-D332-4B86-A6D8-24CA95BCFD6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5238" y="121142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7" name="Oval 499">
              <a:extLst>
                <a:ext uri="{FF2B5EF4-FFF2-40B4-BE49-F238E27FC236}">
                  <a16:creationId xmlns:a16="http://schemas.microsoft.com/office/drawing/2014/main" id="{ADDB204F-3B7B-4C2F-ADF3-B0A6DA04C2F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3801" y="121173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8" name="Oval 500">
              <a:extLst>
                <a:ext uri="{FF2B5EF4-FFF2-40B4-BE49-F238E27FC236}">
                  <a16:creationId xmlns:a16="http://schemas.microsoft.com/office/drawing/2014/main" id="{7272E625-0141-4CC8-B13E-4B8B20F503C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2376" y="12009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9" name="Oval 501">
              <a:extLst>
                <a:ext uri="{FF2B5EF4-FFF2-40B4-BE49-F238E27FC236}">
                  <a16:creationId xmlns:a16="http://schemas.microsoft.com/office/drawing/2014/main" id="{42FD70AE-E9D9-4219-A7EA-BE3A1FD06A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5076" y="12120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0" name="Oval 502">
              <a:extLst>
                <a:ext uri="{FF2B5EF4-FFF2-40B4-BE49-F238E27FC236}">
                  <a16:creationId xmlns:a16="http://schemas.microsoft.com/office/drawing/2014/main" id="{E24CF9DE-3FEF-4892-A388-AE32EE78A0A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6488" y="120523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1" name="Oval 503">
              <a:extLst>
                <a:ext uri="{FF2B5EF4-FFF2-40B4-BE49-F238E27FC236}">
                  <a16:creationId xmlns:a16="http://schemas.microsoft.com/office/drawing/2014/main" id="{B8B7DF56-27A2-493A-9CE5-051CD198FD8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6813" y="120650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2" name="Oval 504">
              <a:extLst>
                <a:ext uri="{FF2B5EF4-FFF2-40B4-BE49-F238E27FC236}">
                  <a16:creationId xmlns:a16="http://schemas.microsoft.com/office/drawing/2014/main" id="{26C8694A-58D0-4DC1-8789-4988F0A5058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2526" y="120173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3" name="Oval 505">
              <a:extLst>
                <a:ext uri="{FF2B5EF4-FFF2-40B4-BE49-F238E27FC236}">
                  <a16:creationId xmlns:a16="http://schemas.microsoft.com/office/drawing/2014/main" id="{B8CB3C1D-17C0-4BB8-9308-19F1A760B89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1738" y="119697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4" name="Oval 506">
              <a:extLst>
                <a:ext uri="{FF2B5EF4-FFF2-40B4-BE49-F238E27FC236}">
                  <a16:creationId xmlns:a16="http://schemas.microsoft.com/office/drawing/2014/main" id="{7E681AF8-C681-4637-B4DF-494437E3D8F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2213" y="119157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grpSp>
        <p:nvGrpSpPr>
          <p:cNvPr id="697" name="Grupp 696">
            <a:extLst>
              <a:ext uri="{FF2B5EF4-FFF2-40B4-BE49-F238E27FC236}">
                <a16:creationId xmlns:a16="http://schemas.microsoft.com/office/drawing/2014/main" id="{97E72D67-749D-4F28-865E-3B2B9DA92129}"/>
              </a:ext>
            </a:extLst>
          </p:cNvPr>
          <p:cNvGrpSpPr/>
          <p:nvPr userDrawn="1"/>
        </p:nvGrpSpPr>
        <p:grpSpPr>
          <a:xfrm>
            <a:off x="13925550" y="12320588"/>
            <a:ext cx="3271838" cy="706437"/>
            <a:chOff x="13925550" y="12320588"/>
            <a:chExt cx="3271838" cy="706437"/>
          </a:xfrm>
        </p:grpSpPr>
        <p:sp>
          <p:nvSpPr>
            <p:cNvPr id="518" name="Freeform 510">
              <a:extLst>
                <a:ext uri="{FF2B5EF4-FFF2-40B4-BE49-F238E27FC236}">
                  <a16:creationId xmlns:a16="http://schemas.microsoft.com/office/drawing/2014/main" id="{F8F06499-8FCC-4E7E-A323-FFBE6CF177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716125" y="12404725"/>
              <a:ext cx="92075" cy="138112"/>
            </a:xfrm>
            <a:custGeom>
              <a:avLst/>
              <a:gdLst>
                <a:gd name="T0" fmla="*/ 71 w 143"/>
                <a:gd name="T1" fmla="*/ 0 h 217"/>
                <a:gd name="T2" fmla="*/ 19 w 143"/>
                <a:gd name="T3" fmla="*/ 23 h 217"/>
                <a:gd name="T4" fmla="*/ 0 w 143"/>
                <a:gd name="T5" fmla="*/ 107 h 217"/>
                <a:gd name="T6" fmla="*/ 0 w 143"/>
                <a:gd name="T7" fmla="*/ 110 h 217"/>
                <a:gd name="T8" fmla="*/ 19 w 143"/>
                <a:gd name="T9" fmla="*/ 194 h 217"/>
                <a:gd name="T10" fmla="*/ 71 w 143"/>
                <a:gd name="T11" fmla="*/ 217 h 217"/>
                <a:gd name="T12" fmla="*/ 125 w 143"/>
                <a:gd name="T13" fmla="*/ 193 h 217"/>
                <a:gd name="T14" fmla="*/ 143 w 143"/>
                <a:gd name="T15" fmla="*/ 133 h 217"/>
                <a:gd name="T16" fmla="*/ 143 w 143"/>
                <a:gd name="T17" fmla="*/ 101 h 217"/>
                <a:gd name="T18" fmla="*/ 72 w 143"/>
                <a:gd name="T19" fmla="*/ 101 h 217"/>
                <a:gd name="T20" fmla="*/ 72 w 143"/>
                <a:gd name="T21" fmla="*/ 126 h 217"/>
                <a:gd name="T22" fmla="*/ 115 w 143"/>
                <a:gd name="T23" fmla="*/ 126 h 217"/>
                <a:gd name="T24" fmla="*/ 115 w 143"/>
                <a:gd name="T25" fmla="*/ 140 h 217"/>
                <a:gd name="T26" fmla="*/ 105 w 143"/>
                <a:gd name="T27" fmla="*/ 175 h 217"/>
                <a:gd name="T28" fmla="*/ 71 w 143"/>
                <a:gd name="T29" fmla="*/ 190 h 217"/>
                <a:gd name="T30" fmla="*/ 40 w 143"/>
                <a:gd name="T31" fmla="*/ 177 h 217"/>
                <a:gd name="T32" fmla="*/ 28 w 143"/>
                <a:gd name="T33" fmla="*/ 109 h 217"/>
                <a:gd name="T34" fmla="*/ 40 w 143"/>
                <a:gd name="T35" fmla="*/ 41 h 217"/>
                <a:gd name="T36" fmla="*/ 71 w 143"/>
                <a:gd name="T37" fmla="*/ 27 h 217"/>
                <a:gd name="T38" fmla="*/ 114 w 143"/>
                <a:gd name="T39" fmla="*/ 65 h 217"/>
                <a:gd name="T40" fmla="*/ 143 w 143"/>
                <a:gd name="T41" fmla="*/ 65 h 217"/>
                <a:gd name="T42" fmla="*/ 71 w 143"/>
                <a:gd name="T4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" h="217">
                  <a:moveTo>
                    <a:pt x="71" y="0"/>
                  </a:moveTo>
                  <a:cubicBezTo>
                    <a:pt x="50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93" y="217"/>
                    <a:pt x="111" y="209"/>
                    <a:pt x="125" y="193"/>
                  </a:cubicBezTo>
                  <a:cubicBezTo>
                    <a:pt x="138" y="178"/>
                    <a:pt x="143" y="161"/>
                    <a:pt x="143" y="133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126"/>
                    <a:pt x="72" y="126"/>
                    <a:pt x="72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5" y="155"/>
                    <a:pt x="112" y="166"/>
                    <a:pt x="105" y="175"/>
                  </a:cubicBezTo>
                  <a:cubicBezTo>
                    <a:pt x="96" y="185"/>
                    <a:pt x="84" y="190"/>
                    <a:pt x="71" y="190"/>
                  </a:cubicBezTo>
                  <a:cubicBezTo>
                    <a:pt x="59" y="190"/>
                    <a:pt x="47" y="185"/>
                    <a:pt x="40" y="177"/>
                  </a:cubicBezTo>
                  <a:cubicBezTo>
                    <a:pt x="30" y="165"/>
                    <a:pt x="28" y="152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3" y="27"/>
                    <a:pt x="109" y="40"/>
                    <a:pt x="114" y="65"/>
                  </a:cubicBezTo>
                  <a:cubicBezTo>
                    <a:pt x="143" y="65"/>
                    <a:pt x="143" y="65"/>
                    <a:pt x="143" y="65"/>
                  </a:cubicBezTo>
                  <a:cubicBezTo>
                    <a:pt x="137" y="33"/>
                    <a:pt x="116" y="0"/>
                    <a:pt x="7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19" name="Freeform 511">
              <a:extLst>
                <a:ext uri="{FF2B5EF4-FFF2-40B4-BE49-F238E27FC236}">
                  <a16:creationId xmlns:a16="http://schemas.microsoft.com/office/drawing/2014/main" id="{080C3E76-4792-490B-A17A-3138B6AA4E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35188" y="12404725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6 h 86"/>
                <a:gd name="T6" fmla="*/ 12 w 51"/>
                <a:gd name="T7" fmla="*/ 76 h 86"/>
                <a:gd name="T8" fmla="*/ 12 w 51"/>
                <a:gd name="T9" fmla="*/ 0 h 86"/>
                <a:gd name="T10" fmla="*/ 0 w 51"/>
                <a:gd name="T11" fmla="*/ 0 h 86"/>
                <a:gd name="T12" fmla="*/ 0 w 51"/>
                <a:gd name="T1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6"/>
                  </a:lnTo>
                  <a:lnTo>
                    <a:pt x="12" y="76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0" name="Freeform 512">
              <a:extLst>
                <a:ext uri="{FF2B5EF4-FFF2-40B4-BE49-F238E27FC236}">
                  <a16:creationId xmlns:a16="http://schemas.microsoft.com/office/drawing/2014/main" id="{11F2C4EA-02C0-45AB-8C27-9A63178073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927263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23 w 142"/>
                <a:gd name="T13" fmla="*/ 194 h 217"/>
                <a:gd name="T14" fmla="*/ 142 w 142"/>
                <a:gd name="T15" fmla="*/ 112 h 217"/>
                <a:gd name="T16" fmla="*/ 142 w 142"/>
                <a:gd name="T17" fmla="*/ 109 h 217"/>
                <a:gd name="T18" fmla="*/ 142 w 142"/>
                <a:gd name="T19" fmla="*/ 105 h 217"/>
                <a:gd name="T20" fmla="*/ 123 w 142"/>
                <a:gd name="T21" fmla="*/ 23 h 217"/>
                <a:gd name="T22" fmla="*/ 71 w 142"/>
                <a:gd name="T23" fmla="*/ 0 h 217"/>
                <a:gd name="T24" fmla="*/ 71 w 142"/>
                <a:gd name="T25" fmla="*/ 190 h 217"/>
                <a:gd name="T26" fmla="*/ 40 w 142"/>
                <a:gd name="T27" fmla="*/ 176 h 217"/>
                <a:gd name="T28" fmla="*/ 28 w 142"/>
                <a:gd name="T29" fmla="*/ 109 h 217"/>
                <a:gd name="T30" fmla="*/ 40 w 142"/>
                <a:gd name="T31" fmla="*/ 41 h 217"/>
                <a:gd name="T32" fmla="*/ 71 w 142"/>
                <a:gd name="T33" fmla="*/ 27 h 217"/>
                <a:gd name="T34" fmla="*/ 102 w 142"/>
                <a:gd name="T35" fmla="*/ 41 h 217"/>
                <a:gd name="T36" fmla="*/ 114 w 142"/>
                <a:gd name="T37" fmla="*/ 109 h 217"/>
                <a:gd name="T38" fmla="*/ 102 w 142"/>
                <a:gd name="T39" fmla="*/ 176 h 217"/>
                <a:gd name="T40" fmla="*/ 71 w 142"/>
                <a:gd name="T41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0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0" y="217"/>
                    <a:pt x="71" y="217"/>
                  </a:cubicBezTo>
                  <a:cubicBezTo>
                    <a:pt x="91" y="217"/>
                    <a:pt x="109" y="209"/>
                    <a:pt x="123" y="194"/>
                  </a:cubicBezTo>
                  <a:cubicBezTo>
                    <a:pt x="142" y="174"/>
                    <a:pt x="142" y="151"/>
                    <a:pt x="142" y="112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7"/>
                    <a:pt x="142" y="43"/>
                    <a:pt x="123" y="23"/>
                  </a:cubicBezTo>
                  <a:cubicBezTo>
                    <a:pt x="109" y="8"/>
                    <a:pt x="91" y="0"/>
                    <a:pt x="71" y="0"/>
                  </a:cubicBezTo>
                  <a:moveTo>
                    <a:pt x="71" y="190"/>
                  </a:moveTo>
                  <a:cubicBezTo>
                    <a:pt x="59" y="190"/>
                    <a:pt x="47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7" y="32"/>
                    <a:pt x="59" y="27"/>
                    <a:pt x="71" y="27"/>
                  </a:cubicBezTo>
                  <a:cubicBezTo>
                    <a:pt x="83" y="27"/>
                    <a:pt x="94" y="32"/>
                    <a:pt x="102" y="41"/>
                  </a:cubicBezTo>
                  <a:cubicBezTo>
                    <a:pt x="112" y="53"/>
                    <a:pt x="114" y="65"/>
                    <a:pt x="114" y="109"/>
                  </a:cubicBezTo>
                  <a:cubicBezTo>
                    <a:pt x="114" y="153"/>
                    <a:pt x="112" y="165"/>
                    <a:pt x="102" y="176"/>
                  </a:cubicBezTo>
                  <a:cubicBezTo>
                    <a:pt x="94" y="185"/>
                    <a:pt x="83" y="190"/>
                    <a:pt x="71" y="19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1" name="Freeform 513">
              <a:extLst>
                <a:ext uri="{FF2B5EF4-FFF2-40B4-BE49-F238E27FC236}">
                  <a16:creationId xmlns:a16="http://schemas.microsoft.com/office/drawing/2014/main" id="{F5D8E66C-8633-4CAB-9ECF-AA450830C89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044738" y="12404725"/>
              <a:ext cx="88900" cy="136525"/>
            </a:xfrm>
            <a:custGeom>
              <a:avLst/>
              <a:gdLst>
                <a:gd name="T0" fmla="*/ 0 w 140"/>
                <a:gd name="T1" fmla="*/ 213 h 213"/>
                <a:gd name="T2" fmla="*/ 80 w 140"/>
                <a:gd name="T3" fmla="*/ 213 h 213"/>
                <a:gd name="T4" fmla="*/ 140 w 140"/>
                <a:gd name="T5" fmla="*/ 154 h 213"/>
                <a:gd name="T6" fmla="*/ 110 w 140"/>
                <a:gd name="T7" fmla="*/ 105 h 213"/>
                <a:gd name="T8" fmla="*/ 108 w 140"/>
                <a:gd name="T9" fmla="*/ 104 h 213"/>
                <a:gd name="T10" fmla="*/ 110 w 140"/>
                <a:gd name="T11" fmla="*/ 102 h 213"/>
                <a:gd name="T12" fmla="*/ 137 w 140"/>
                <a:gd name="T13" fmla="*/ 58 h 213"/>
                <a:gd name="T14" fmla="*/ 77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78 w 140"/>
                <a:gd name="T21" fmla="*/ 186 h 213"/>
                <a:gd name="T22" fmla="*/ 28 w 140"/>
                <a:gd name="T23" fmla="*/ 186 h 213"/>
                <a:gd name="T24" fmla="*/ 28 w 140"/>
                <a:gd name="T25" fmla="*/ 118 h 213"/>
                <a:gd name="T26" fmla="*/ 78 w 140"/>
                <a:gd name="T27" fmla="*/ 118 h 213"/>
                <a:gd name="T28" fmla="*/ 112 w 140"/>
                <a:gd name="T29" fmla="*/ 152 h 213"/>
                <a:gd name="T30" fmla="*/ 78 w 140"/>
                <a:gd name="T31" fmla="*/ 186 h 213"/>
                <a:gd name="T32" fmla="*/ 75 w 140"/>
                <a:gd name="T33" fmla="*/ 91 h 213"/>
                <a:gd name="T34" fmla="*/ 28 w 140"/>
                <a:gd name="T35" fmla="*/ 91 h 213"/>
                <a:gd name="T36" fmla="*/ 28 w 140"/>
                <a:gd name="T37" fmla="*/ 27 h 213"/>
                <a:gd name="T38" fmla="*/ 75 w 140"/>
                <a:gd name="T39" fmla="*/ 27 h 213"/>
                <a:gd name="T40" fmla="*/ 109 w 140"/>
                <a:gd name="T41" fmla="*/ 59 h 213"/>
                <a:gd name="T42" fmla="*/ 75 w 140"/>
                <a:gd name="T43" fmla="*/ 9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80" y="213"/>
                    <a:pt x="80" y="213"/>
                    <a:pt x="80" y="213"/>
                  </a:cubicBezTo>
                  <a:cubicBezTo>
                    <a:pt x="117" y="213"/>
                    <a:pt x="140" y="190"/>
                    <a:pt x="140" y="154"/>
                  </a:cubicBezTo>
                  <a:cubicBezTo>
                    <a:pt x="140" y="131"/>
                    <a:pt x="129" y="113"/>
                    <a:pt x="110" y="105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10" y="102"/>
                    <a:pt x="110" y="102"/>
                    <a:pt x="110" y="102"/>
                  </a:cubicBezTo>
                  <a:cubicBezTo>
                    <a:pt x="124" y="97"/>
                    <a:pt x="137" y="81"/>
                    <a:pt x="137" y="58"/>
                  </a:cubicBezTo>
                  <a:cubicBezTo>
                    <a:pt x="137" y="22"/>
                    <a:pt x="114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8" y="186"/>
                  </a:moveTo>
                  <a:cubicBezTo>
                    <a:pt x="28" y="186"/>
                    <a:pt x="28" y="186"/>
                    <a:pt x="28" y="186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99" y="118"/>
                    <a:pt x="112" y="131"/>
                    <a:pt x="112" y="152"/>
                  </a:cubicBezTo>
                  <a:cubicBezTo>
                    <a:pt x="112" y="173"/>
                    <a:pt x="99" y="186"/>
                    <a:pt x="78" y="186"/>
                  </a:cubicBezTo>
                  <a:moveTo>
                    <a:pt x="75" y="91"/>
                  </a:moveTo>
                  <a:cubicBezTo>
                    <a:pt x="28" y="91"/>
                    <a:pt x="28" y="91"/>
                    <a:pt x="28" y="91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96" y="27"/>
                    <a:pt x="109" y="39"/>
                    <a:pt x="109" y="59"/>
                  </a:cubicBezTo>
                  <a:cubicBezTo>
                    <a:pt x="109" y="79"/>
                    <a:pt x="96" y="91"/>
                    <a:pt x="75" y="9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2" name="Freeform 514">
              <a:extLst>
                <a:ext uri="{FF2B5EF4-FFF2-40B4-BE49-F238E27FC236}">
                  <a16:creationId xmlns:a16="http://schemas.microsoft.com/office/drawing/2014/main" id="{6CF599FA-DF65-4948-B950-F8D3289EE5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146338" y="12404725"/>
              <a:ext cx="107950" cy="136525"/>
            </a:xfrm>
            <a:custGeom>
              <a:avLst/>
              <a:gdLst>
                <a:gd name="T0" fmla="*/ 56 w 68"/>
                <a:gd name="T1" fmla="*/ 86 h 86"/>
                <a:gd name="T2" fmla="*/ 68 w 68"/>
                <a:gd name="T3" fmla="*/ 86 h 86"/>
                <a:gd name="T4" fmla="*/ 39 w 68"/>
                <a:gd name="T5" fmla="*/ 0 h 86"/>
                <a:gd name="T6" fmla="*/ 30 w 68"/>
                <a:gd name="T7" fmla="*/ 0 h 86"/>
                <a:gd name="T8" fmla="*/ 0 w 68"/>
                <a:gd name="T9" fmla="*/ 86 h 86"/>
                <a:gd name="T10" fmla="*/ 12 w 68"/>
                <a:gd name="T11" fmla="*/ 86 h 86"/>
                <a:gd name="T12" fmla="*/ 18 w 68"/>
                <a:gd name="T13" fmla="*/ 69 h 86"/>
                <a:gd name="T14" fmla="*/ 51 w 68"/>
                <a:gd name="T15" fmla="*/ 69 h 86"/>
                <a:gd name="T16" fmla="*/ 56 w 68"/>
                <a:gd name="T17" fmla="*/ 86 h 86"/>
                <a:gd name="T18" fmla="*/ 47 w 68"/>
                <a:gd name="T19" fmla="*/ 59 h 86"/>
                <a:gd name="T20" fmla="*/ 21 w 68"/>
                <a:gd name="T21" fmla="*/ 59 h 86"/>
                <a:gd name="T22" fmla="*/ 35 w 68"/>
                <a:gd name="T23" fmla="*/ 18 h 86"/>
                <a:gd name="T24" fmla="*/ 35 w 68"/>
                <a:gd name="T25" fmla="*/ 19 h 86"/>
                <a:gd name="T26" fmla="*/ 47 w 68"/>
                <a:gd name="T27" fmla="*/ 5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86">
                  <a:moveTo>
                    <a:pt x="56" y="86"/>
                  </a:moveTo>
                  <a:lnTo>
                    <a:pt x="68" y="86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8" y="69"/>
                  </a:lnTo>
                  <a:lnTo>
                    <a:pt x="51" y="69"/>
                  </a:lnTo>
                  <a:lnTo>
                    <a:pt x="56" y="86"/>
                  </a:lnTo>
                  <a:close/>
                  <a:moveTo>
                    <a:pt x="47" y="59"/>
                  </a:moveTo>
                  <a:lnTo>
                    <a:pt x="21" y="59"/>
                  </a:lnTo>
                  <a:lnTo>
                    <a:pt x="35" y="18"/>
                  </a:lnTo>
                  <a:lnTo>
                    <a:pt x="35" y="19"/>
                  </a:lnTo>
                  <a:lnTo>
                    <a:pt x="47" y="5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3" name="Freeform 515">
              <a:extLst>
                <a:ext uri="{FF2B5EF4-FFF2-40B4-BE49-F238E27FC236}">
                  <a16:creationId xmlns:a16="http://schemas.microsoft.com/office/drawing/2014/main" id="{4130C438-32D7-4BD5-8994-6F05533904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273338" y="12404725"/>
              <a:ext cx="79375" cy="136525"/>
            </a:xfrm>
            <a:custGeom>
              <a:avLst/>
              <a:gdLst>
                <a:gd name="T0" fmla="*/ 0 w 50"/>
                <a:gd name="T1" fmla="*/ 86 h 86"/>
                <a:gd name="T2" fmla="*/ 50 w 50"/>
                <a:gd name="T3" fmla="*/ 86 h 86"/>
                <a:gd name="T4" fmla="*/ 50 w 50"/>
                <a:gd name="T5" fmla="*/ 76 h 86"/>
                <a:gd name="T6" fmla="*/ 11 w 50"/>
                <a:gd name="T7" fmla="*/ 76 h 86"/>
                <a:gd name="T8" fmla="*/ 11 w 50"/>
                <a:gd name="T9" fmla="*/ 0 h 86"/>
                <a:gd name="T10" fmla="*/ 0 w 50"/>
                <a:gd name="T11" fmla="*/ 0 h 86"/>
                <a:gd name="T12" fmla="*/ 0 w 50"/>
                <a:gd name="T1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86">
                  <a:moveTo>
                    <a:pt x="0" y="86"/>
                  </a:moveTo>
                  <a:lnTo>
                    <a:pt x="50" y="86"/>
                  </a:lnTo>
                  <a:lnTo>
                    <a:pt x="50" y="76"/>
                  </a:lnTo>
                  <a:lnTo>
                    <a:pt x="11" y="7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4" name="Freeform 516">
              <a:extLst>
                <a:ext uri="{FF2B5EF4-FFF2-40B4-BE49-F238E27FC236}">
                  <a16:creationId xmlns:a16="http://schemas.microsoft.com/office/drawing/2014/main" id="{90644003-CC66-4819-A8AB-681D996942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422563" y="12404725"/>
              <a:ext cx="79375" cy="136525"/>
            </a:xfrm>
            <a:custGeom>
              <a:avLst/>
              <a:gdLst>
                <a:gd name="T0" fmla="*/ 0 w 50"/>
                <a:gd name="T1" fmla="*/ 86 h 86"/>
                <a:gd name="T2" fmla="*/ 50 w 50"/>
                <a:gd name="T3" fmla="*/ 86 h 86"/>
                <a:gd name="T4" fmla="*/ 50 w 50"/>
                <a:gd name="T5" fmla="*/ 76 h 86"/>
                <a:gd name="T6" fmla="*/ 10 w 50"/>
                <a:gd name="T7" fmla="*/ 76 h 86"/>
                <a:gd name="T8" fmla="*/ 10 w 50"/>
                <a:gd name="T9" fmla="*/ 48 h 86"/>
                <a:gd name="T10" fmla="*/ 44 w 50"/>
                <a:gd name="T11" fmla="*/ 48 h 86"/>
                <a:gd name="T12" fmla="*/ 44 w 50"/>
                <a:gd name="T13" fmla="*/ 38 h 86"/>
                <a:gd name="T14" fmla="*/ 10 w 50"/>
                <a:gd name="T15" fmla="*/ 38 h 86"/>
                <a:gd name="T16" fmla="*/ 10 w 50"/>
                <a:gd name="T17" fmla="*/ 11 h 86"/>
                <a:gd name="T18" fmla="*/ 50 w 50"/>
                <a:gd name="T19" fmla="*/ 11 h 86"/>
                <a:gd name="T20" fmla="*/ 50 w 50"/>
                <a:gd name="T21" fmla="*/ 0 h 86"/>
                <a:gd name="T22" fmla="*/ 0 w 50"/>
                <a:gd name="T23" fmla="*/ 0 h 86"/>
                <a:gd name="T24" fmla="*/ 0 w 5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86">
                  <a:moveTo>
                    <a:pt x="0" y="86"/>
                  </a:moveTo>
                  <a:lnTo>
                    <a:pt x="50" y="86"/>
                  </a:lnTo>
                  <a:lnTo>
                    <a:pt x="50" y="76"/>
                  </a:lnTo>
                  <a:lnTo>
                    <a:pt x="10" y="76"/>
                  </a:lnTo>
                  <a:lnTo>
                    <a:pt x="10" y="48"/>
                  </a:lnTo>
                  <a:lnTo>
                    <a:pt x="44" y="48"/>
                  </a:lnTo>
                  <a:lnTo>
                    <a:pt x="44" y="38"/>
                  </a:lnTo>
                  <a:lnTo>
                    <a:pt x="10" y="38"/>
                  </a:lnTo>
                  <a:lnTo>
                    <a:pt x="10" y="11"/>
                  </a:lnTo>
                  <a:lnTo>
                    <a:pt x="50" y="11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5" name="Freeform 517">
              <a:extLst>
                <a:ext uri="{FF2B5EF4-FFF2-40B4-BE49-F238E27FC236}">
                  <a16:creationId xmlns:a16="http://schemas.microsoft.com/office/drawing/2014/main" id="{3C909516-8EEE-435B-AB00-326B27D02F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525750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42 w 142"/>
                <a:gd name="T13" fmla="*/ 153 h 217"/>
                <a:gd name="T14" fmla="*/ 114 w 142"/>
                <a:gd name="T15" fmla="*/ 153 h 217"/>
                <a:gd name="T16" fmla="*/ 71 w 142"/>
                <a:gd name="T17" fmla="*/ 190 h 217"/>
                <a:gd name="T18" fmla="*/ 41 w 142"/>
                <a:gd name="T19" fmla="*/ 177 h 217"/>
                <a:gd name="T20" fmla="*/ 28 w 142"/>
                <a:gd name="T21" fmla="*/ 109 h 217"/>
                <a:gd name="T22" fmla="*/ 41 w 142"/>
                <a:gd name="T23" fmla="*/ 41 h 217"/>
                <a:gd name="T24" fmla="*/ 71 w 142"/>
                <a:gd name="T25" fmla="*/ 27 h 217"/>
                <a:gd name="T26" fmla="*/ 113 w 142"/>
                <a:gd name="T27" fmla="*/ 64 h 217"/>
                <a:gd name="T28" fmla="*/ 142 w 142"/>
                <a:gd name="T29" fmla="*/ 64 h 217"/>
                <a:gd name="T30" fmla="*/ 71 w 142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109" y="217"/>
                    <a:pt x="135" y="193"/>
                    <a:pt x="142" y="153"/>
                  </a:cubicBezTo>
                  <a:cubicBezTo>
                    <a:pt x="114" y="153"/>
                    <a:pt x="114" y="153"/>
                    <a:pt x="114" y="153"/>
                  </a:cubicBezTo>
                  <a:cubicBezTo>
                    <a:pt x="108" y="177"/>
                    <a:pt x="93" y="190"/>
                    <a:pt x="71" y="190"/>
                  </a:cubicBezTo>
                  <a:cubicBezTo>
                    <a:pt x="59" y="190"/>
                    <a:pt x="48" y="185"/>
                    <a:pt x="41" y="177"/>
                  </a:cubicBezTo>
                  <a:cubicBezTo>
                    <a:pt x="31" y="165"/>
                    <a:pt x="28" y="152"/>
                    <a:pt x="28" y="109"/>
                  </a:cubicBezTo>
                  <a:cubicBezTo>
                    <a:pt x="28" y="65"/>
                    <a:pt x="31" y="52"/>
                    <a:pt x="41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2" y="27"/>
                    <a:pt x="108" y="41"/>
                    <a:pt x="113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35" y="24"/>
                    <a:pt x="108" y="0"/>
                    <a:pt x="7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6" name="Freeform 518">
              <a:extLst>
                <a:ext uri="{FF2B5EF4-FFF2-40B4-BE49-F238E27FC236}">
                  <a16:creationId xmlns:a16="http://schemas.microsoft.com/office/drawing/2014/main" id="{843B1382-C1D8-4772-A9A9-765FFFFF6DF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635288" y="12404725"/>
              <a:ext cx="92075" cy="138112"/>
            </a:xfrm>
            <a:custGeom>
              <a:avLst/>
              <a:gdLst>
                <a:gd name="T0" fmla="*/ 71 w 143"/>
                <a:gd name="T1" fmla="*/ 0 h 217"/>
                <a:gd name="T2" fmla="*/ 20 w 143"/>
                <a:gd name="T3" fmla="*/ 23 h 217"/>
                <a:gd name="T4" fmla="*/ 0 w 143"/>
                <a:gd name="T5" fmla="*/ 107 h 217"/>
                <a:gd name="T6" fmla="*/ 0 w 143"/>
                <a:gd name="T7" fmla="*/ 110 h 217"/>
                <a:gd name="T8" fmla="*/ 20 w 143"/>
                <a:gd name="T9" fmla="*/ 194 h 217"/>
                <a:gd name="T10" fmla="*/ 71 w 143"/>
                <a:gd name="T11" fmla="*/ 217 h 217"/>
                <a:gd name="T12" fmla="*/ 124 w 143"/>
                <a:gd name="T13" fmla="*/ 194 h 217"/>
                <a:gd name="T14" fmla="*/ 143 w 143"/>
                <a:gd name="T15" fmla="*/ 112 h 217"/>
                <a:gd name="T16" fmla="*/ 143 w 143"/>
                <a:gd name="T17" fmla="*/ 105 h 217"/>
                <a:gd name="T18" fmla="*/ 124 w 143"/>
                <a:gd name="T19" fmla="*/ 23 h 217"/>
                <a:gd name="T20" fmla="*/ 71 w 143"/>
                <a:gd name="T21" fmla="*/ 0 h 217"/>
                <a:gd name="T22" fmla="*/ 71 w 143"/>
                <a:gd name="T23" fmla="*/ 190 h 217"/>
                <a:gd name="T24" fmla="*/ 40 w 143"/>
                <a:gd name="T25" fmla="*/ 176 h 217"/>
                <a:gd name="T26" fmla="*/ 28 w 143"/>
                <a:gd name="T27" fmla="*/ 109 h 217"/>
                <a:gd name="T28" fmla="*/ 40 w 143"/>
                <a:gd name="T29" fmla="*/ 41 h 217"/>
                <a:gd name="T30" fmla="*/ 71 w 143"/>
                <a:gd name="T31" fmla="*/ 27 h 217"/>
                <a:gd name="T32" fmla="*/ 103 w 143"/>
                <a:gd name="T33" fmla="*/ 41 h 217"/>
                <a:gd name="T34" fmla="*/ 115 w 143"/>
                <a:gd name="T35" fmla="*/ 109 h 217"/>
                <a:gd name="T36" fmla="*/ 103 w 143"/>
                <a:gd name="T37" fmla="*/ 176 h 217"/>
                <a:gd name="T38" fmla="*/ 71 w 143"/>
                <a:gd name="T39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3" h="217">
                  <a:moveTo>
                    <a:pt x="71" y="0"/>
                  </a:moveTo>
                  <a:cubicBezTo>
                    <a:pt x="51" y="0"/>
                    <a:pt x="34" y="8"/>
                    <a:pt x="20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20" y="194"/>
                  </a:cubicBezTo>
                  <a:cubicBezTo>
                    <a:pt x="34" y="209"/>
                    <a:pt x="51" y="217"/>
                    <a:pt x="71" y="217"/>
                  </a:cubicBezTo>
                  <a:cubicBezTo>
                    <a:pt x="92" y="217"/>
                    <a:pt x="110" y="209"/>
                    <a:pt x="124" y="194"/>
                  </a:cubicBezTo>
                  <a:cubicBezTo>
                    <a:pt x="143" y="174"/>
                    <a:pt x="143" y="151"/>
                    <a:pt x="143" y="112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3" y="67"/>
                    <a:pt x="143" y="43"/>
                    <a:pt x="124" y="23"/>
                  </a:cubicBezTo>
                  <a:cubicBezTo>
                    <a:pt x="110" y="8"/>
                    <a:pt x="92" y="0"/>
                    <a:pt x="71" y="0"/>
                  </a:cubicBezTo>
                  <a:moveTo>
                    <a:pt x="71" y="190"/>
                  </a:moveTo>
                  <a:cubicBezTo>
                    <a:pt x="60" y="190"/>
                    <a:pt x="48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60" y="27"/>
                    <a:pt x="71" y="27"/>
                  </a:cubicBezTo>
                  <a:cubicBezTo>
                    <a:pt x="83" y="27"/>
                    <a:pt x="95" y="32"/>
                    <a:pt x="103" y="41"/>
                  </a:cubicBezTo>
                  <a:cubicBezTo>
                    <a:pt x="113" y="53"/>
                    <a:pt x="115" y="65"/>
                    <a:pt x="115" y="109"/>
                  </a:cubicBezTo>
                  <a:cubicBezTo>
                    <a:pt x="115" y="153"/>
                    <a:pt x="113" y="165"/>
                    <a:pt x="103" y="176"/>
                  </a:cubicBezTo>
                  <a:cubicBezTo>
                    <a:pt x="95" y="185"/>
                    <a:pt x="83" y="190"/>
                    <a:pt x="71" y="19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7" name="Freeform 519">
              <a:extLst>
                <a:ext uri="{FF2B5EF4-FFF2-40B4-BE49-F238E27FC236}">
                  <a16:creationId xmlns:a16="http://schemas.microsoft.com/office/drawing/2014/main" id="{2D09037C-0497-4A63-9A7B-48450FD3E7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754350" y="12404725"/>
              <a:ext cx="95250" cy="136525"/>
            </a:xfrm>
            <a:custGeom>
              <a:avLst/>
              <a:gdLst>
                <a:gd name="T0" fmla="*/ 49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3 h 86"/>
                <a:gd name="T10" fmla="*/ 48 w 60"/>
                <a:gd name="T11" fmla="*/ 62 h 86"/>
                <a:gd name="T12" fmla="*/ 10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1 w 60"/>
                <a:gd name="T19" fmla="*/ 86 h 86"/>
                <a:gd name="T20" fmla="*/ 11 w 60"/>
                <a:gd name="T21" fmla="*/ 24 h 86"/>
                <a:gd name="T22" fmla="*/ 12 w 60"/>
                <a:gd name="T23" fmla="*/ 25 h 86"/>
                <a:gd name="T24" fmla="*/ 49 w 6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86">
                  <a:moveTo>
                    <a:pt x="49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3"/>
                  </a:lnTo>
                  <a:lnTo>
                    <a:pt x="48" y="62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4"/>
                  </a:lnTo>
                  <a:lnTo>
                    <a:pt x="12" y="25"/>
                  </a:lnTo>
                  <a:lnTo>
                    <a:pt x="49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8" name="Freeform 520">
              <a:extLst>
                <a:ext uri="{FF2B5EF4-FFF2-40B4-BE49-F238E27FC236}">
                  <a16:creationId xmlns:a16="http://schemas.microsoft.com/office/drawing/2014/main" id="{18355E5E-CD8E-4225-A8A0-CB81045FC93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78175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24 w 142"/>
                <a:gd name="T13" fmla="*/ 194 h 217"/>
                <a:gd name="T14" fmla="*/ 142 w 142"/>
                <a:gd name="T15" fmla="*/ 112 h 217"/>
                <a:gd name="T16" fmla="*/ 142 w 142"/>
                <a:gd name="T17" fmla="*/ 105 h 217"/>
                <a:gd name="T18" fmla="*/ 124 w 142"/>
                <a:gd name="T19" fmla="*/ 23 h 217"/>
                <a:gd name="T20" fmla="*/ 71 w 142"/>
                <a:gd name="T21" fmla="*/ 0 h 217"/>
                <a:gd name="T22" fmla="*/ 71 w 142"/>
                <a:gd name="T23" fmla="*/ 190 h 217"/>
                <a:gd name="T24" fmla="*/ 40 w 142"/>
                <a:gd name="T25" fmla="*/ 176 h 217"/>
                <a:gd name="T26" fmla="*/ 28 w 142"/>
                <a:gd name="T27" fmla="*/ 109 h 217"/>
                <a:gd name="T28" fmla="*/ 40 w 142"/>
                <a:gd name="T29" fmla="*/ 41 h 217"/>
                <a:gd name="T30" fmla="*/ 71 w 142"/>
                <a:gd name="T31" fmla="*/ 27 h 217"/>
                <a:gd name="T32" fmla="*/ 102 w 142"/>
                <a:gd name="T33" fmla="*/ 41 h 217"/>
                <a:gd name="T34" fmla="*/ 115 w 142"/>
                <a:gd name="T35" fmla="*/ 109 h 217"/>
                <a:gd name="T36" fmla="*/ 102 w 142"/>
                <a:gd name="T37" fmla="*/ 176 h 217"/>
                <a:gd name="T38" fmla="*/ 71 w 142"/>
                <a:gd name="T39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92" y="217"/>
                    <a:pt x="110" y="209"/>
                    <a:pt x="124" y="194"/>
                  </a:cubicBezTo>
                  <a:cubicBezTo>
                    <a:pt x="142" y="174"/>
                    <a:pt x="142" y="151"/>
                    <a:pt x="142" y="112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7"/>
                    <a:pt x="142" y="43"/>
                    <a:pt x="124" y="23"/>
                  </a:cubicBezTo>
                  <a:cubicBezTo>
                    <a:pt x="110" y="8"/>
                    <a:pt x="92" y="0"/>
                    <a:pt x="71" y="0"/>
                  </a:cubicBezTo>
                  <a:moveTo>
                    <a:pt x="71" y="190"/>
                  </a:moveTo>
                  <a:cubicBezTo>
                    <a:pt x="59" y="190"/>
                    <a:pt x="48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83" y="27"/>
                    <a:pt x="95" y="32"/>
                    <a:pt x="102" y="41"/>
                  </a:cubicBezTo>
                  <a:cubicBezTo>
                    <a:pt x="112" y="53"/>
                    <a:pt x="115" y="65"/>
                    <a:pt x="115" y="109"/>
                  </a:cubicBezTo>
                  <a:cubicBezTo>
                    <a:pt x="115" y="153"/>
                    <a:pt x="112" y="165"/>
                    <a:pt x="102" y="176"/>
                  </a:cubicBezTo>
                  <a:cubicBezTo>
                    <a:pt x="95" y="185"/>
                    <a:pt x="83" y="190"/>
                    <a:pt x="71" y="19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9" name="Freeform 521">
              <a:extLst>
                <a:ext uri="{FF2B5EF4-FFF2-40B4-BE49-F238E27FC236}">
                  <a16:creationId xmlns:a16="http://schemas.microsoft.com/office/drawing/2014/main" id="{07EAB21F-93BA-45F6-9995-AC0B45D97E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997238" y="12404725"/>
              <a:ext cx="112713" cy="136525"/>
            </a:xfrm>
            <a:custGeom>
              <a:avLst/>
              <a:gdLst>
                <a:gd name="T0" fmla="*/ 59 w 71"/>
                <a:gd name="T1" fmla="*/ 86 h 86"/>
                <a:gd name="T2" fmla="*/ 71 w 71"/>
                <a:gd name="T3" fmla="*/ 86 h 86"/>
                <a:gd name="T4" fmla="*/ 71 w 71"/>
                <a:gd name="T5" fmla="*/ 0 h 86"/>
                <a:gd name="T6" fmla="*/ 59 w 71"/>
                <a:gd name="T7" fmla="*/ 0 h 86"/>
                <a:gd name="T8" fmla="*/ 36 w 71"/>
                <a:gd name="T9" fmla="*/ 55 h 86"/>
                <a:gd name="T10" fmla="*/ 11 w 71"/>
                <a:gd name="T11" fmla="*/ 0 h 86"/>
                <a:gd name="T12" fmla="*/ 0 w 71"/>
                <a:gd name="T13" fmla="*/ 0 h 86"/>
                <a:gd name="T14" fmla="*/ 0 w 71"/>
                <a:gd name="T15" fmla="*/ 86 h 86"/>
                <a:gd name="T16" fmla="*/ 11 w 71"/>
                <a:gd name="T17" fmla="*/ 86 h 86"/>
                <a:gd name="T18" fmla="*/ 11 w 71"/>
                <a:gd name="T19" fmla="*/ 29 h 86"/>
                <a:gd name="T20" fmla="*/ 12 w 71"/>
                <a:gd name="T21" fmla="*/ 28 h 86"/>
                <a:gd name="T22" fmla="*/ 12 w 71"/>
                <a:gd name="T23" fmla="*/ 29 h 86"/>
                <a:gd name="T24" fmla="*/ 32 w 71"/>
                <a:gd name="T25" fmla="*/ 71 h 86"/>
                <a:gd name="T26" fmla="*/ 40 w 71"/>
                <a:gd name="T27" fmla="*/ 71 h 86"/>
                <a:gd name="T28" fmla="*/ 59 w 71"/>
                <a:gd name="T29" fmla="*/ 28 h 86"/>
                <a:gd name="T30" fmla="*/ 59 w 71"/>
                <a:gd name="T31" fmla="*/ 29 h 86"/>
                <a:gd name="T32" fmla="*/ 59 w 71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86">
                  <a:moveTo>
                    <a:pt x="59" y="86"/>
                  </a:moveTo>
                  <a:lnTo>
                    <a:pt x="71" y="86"/>
                  </a:lnTo>
                  <a:lnTo>
                    <a:pt x="71" y="0"/>
                  </a:lnTo>
                  <a:lnTo>
                    <a:pt x="59" y="0"/>
                  </a:lnTo>
                  <a:lnTo>
                    <a:pt x="36" y="5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9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32" y="71"/>
                  </a:lnTo>
                  <a:lnTo>
                    <a:pt x="40" y="71"/>
                  </a:lnTo>
                  <a:lnTo>
                    <a:pt x="59" y="28"/>
                  </a:lnTo>
                  <a:lnTo>
                    <a:pt x="59" y="29"/>
                  </a:lnTo>
                  <a:lnTo>
                    <a:pt x="59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0" name="Rectangle 522">
              <a:extLst>
                <a:ext uri="{FF2B5EF4-FFF2-40B4-BE49-F238E27FC236}">
                  <a16:creationId xmlns:a16="http://schemas.microsoft.com/office/drawing/2014/main" id="{D777CDF4-94D6-4F94-8E3E-39ACAB3EB35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6141700" y="12404725"/>
              <a:ext cx="17463" cy="13652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1" name="Freeform 523">
              <a:extLst>
                <a:ext uri="{FF2B5EF4-FFF2-40B4-BE49-F238E27FC236}">
                  <a16:creationId xmlns:a16="http://schemas.microsoft.com/office/drawing/2014/main" id="{74AB4E67-492E-4FB4-A10D-461CC56D5D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187738" y="12404725"/>
              <a:ext cx="92075" cy="138112"/>
            </a:xfrm>
            <a:custGeom>
              <a:avLst/>
              <a:gdLst>
                <a:gd name="T0" fmla="*/ 72 w 143"/>
                <a:gd name="T1" fmla="*/ 0 h 217"/>
                <a:gd name="T2" fmla="*/ 20 w 143"/>
                <a:gd name="T3" fmla="*/ 23 h 217"/>
                <a:gd name="T4" fmla="*/ 1 w 143"/>
                <a:gd name="T5" fmla="*/ 107 h 217"/>
                <a:gd name="T6" fmla="*/ 1 w 143"/>
                <a:gd name="T7" fmla="*/ 110 h 217"/>
                <a:gd name="T8" fmla="*/ 20 w 143"/>
                <a:gd name="T9" fmla="*/ 194 h 217"/>
                <a:gd name="T10" fmla="*/ 72 w 143"/>
                <a:gd name="T11" fmla="*/ 217 h 217"/>
                <a:gd name="T12" fmla="*/ 143 w 143"/>
                <a:gd name="T13" fmla="*/ 153 h 217"/>
                <a:gd name="T14" fmla="*/ 115 w 143"/>
                <a:gd name="T15" fmla="*/ 153 h 217"/>
                <a:gd name="T16" fmla="*/ 72 w 143"/>
                <a:gd name="T17" fmla="*/ 190 h 217"/>
                <a:gd name="T18" fmla="*/ 41 w 143"/>
                <a:gd name="T19" fmla="*/ 177 h 217"/>
                <a:gd name="T20" fmla="*/ 28 w 143"/>
                <a:gd name="T21" fmla="*/ 109 h 217"/>
                <a:gd name="T22" fmla="*/ 41 w 143"/>
                <a:gd name="T23" fmla="*/ 41 h 217"/>
                <a:gd name="T24" fmla="*/ 72 w 143"/>
                <a:gd name="T25" fmla="*/ 27 h 217"/>
                <a:gd name="T26" fmla="*/ 114 w 143"/>
                <a:gd name="T27" fmla="*/ 64 h 217"/>
                <a:gd name="T28" fmla="*/ 143 w 143"/>
                <a:gd name="T29" fmla="*/ 64 h 217"/>
                <a:gd name="T30" fmla="*/ 72 w 143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3" h="217">
                  <a:moveTo>
                    <a:pt x="72" y="0"/>
                  </a:moveTo>
                  <a:cubicBezTo>
                    <a:pt x="51" y="0"/>
                    <a:pt x="33" y="8"/>
                    <a:pt x="20" y="23"/>
                  </a:cubicBezTo>
                  <a:cubicBezTo>
                    <a:pt x="0" y="44"/>
                    <a:pt x="0" y="67"/>
                    <a:pt x="1" y="107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0" y="150"/>
                    <a:pt x="0" y="174"/>
                    <a:pt x="20" y="194"/>
                  </a:cubicBezTo>
                  <a:cubicBezTo>
                    <a:pt x="33" y="209"/>
                    <a:pt x="51" y="217"/>
                    <a:pt x="72" y="217"/>
                  </a:cubicBezTo>
                  <a:cubicBezTo>
                    <a:pt x="109" y="217"/>
                    <a:pt x="136" y="193"/>
                    <a:pt x="143" y="153"/>
                  </a:cubicBezTo>
                  <a:cubicBezTo>
                    <a:pt x="115" y="153"/>
                    <a:pt x="115" y="153"/>
                    <a:pt x="115" y="153"/>
                  </a:cubicBezTo>
                  <a:cubicBezTo>
                    <a:pt x="109" y="176"/>
                    <a:pt x="93" y="190"/>
                    <a:pt x="72" y="190"/>
                  </a:cubicBezTo>
                  <a:cubicBezTo>
                    <a:pt x="59" y="190"/>
                    <a:pt x="48" y="185"/>
                    <a:pt x="41" y="177"/>
                  </a:cubicBezTo>
                  <a:cubicBezTo>
                    <a:pt x="31" y="165"/>
                    <a:pt x="28" y="152"/>
                    <a:pt x="28" y="109"/>
                  </a:cubicBezTo>
                  <a:cubicBezTo>
                    <a:pt x="28" y="65"/>
                    <a:pt x="31" y="52"/>
                    <a:pt x="41" y="41"/>
                  </a:cubicBezTo>
                  <a:cubicBezTo>
                    <a:pt x="48" y="32"/>
                    <a:pt x="59" y="27"/>
                    <a:pt x="72" y="27"/>
                  </a:cubicBezTo>
                  <a:cubicBezTo>
                    <a:pt x="93" y="27"/>
                    <a:pt x="109" y="41"/>
                    <a:pt x="114" y="64"/>
                  </a:cubicBezTo>
                  <a:cubicBezTo>
                    <a:pt x="143" y="64"/>
                    <a:pt x="143" y="64"/>
                    <a:pt x="143" y="64"/>
                  </a:cubicBezTo>
                  <a:cubicBezTo>
                    <a:pt x="136" y="24"/>
                    <a:pt x="109" y="0"/>
                    <a:pt x="72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2" name="Freeform 524">
              <a:extLst>
                <a:ext uri="{FF2B5EF4-FFF2-40B4-BE49-F238E27FC236}">
                  <a16:creationId xmlns:a16="http://schemas.microsoft.com/office/drawing/2014/main" id="{ECBB778F-AB80-45B5-8DFC-CF854811CB8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352838" y="12404725"/>
              <a:ext cx="90488" cy="136525"/>
            </a:xfrm>
            <a:custGeom>
              <a:avLst/>
              <a:gdLst>
                <a:gd name="T0" fmla="*/ 0 w 141"/>
                <a:gd name="T1" fmla="*/ 213 h 213"/>
                <a:gd name="T2" fmla="*/ 70 w 141"/>
                <a:gd name="T3" fmla="*/ 213 h 213"/>
                <a:gd name="T4" fmla="*/ 121 w 141"/>
                <a:gd name="T5" fmla="*/ 193 h 213"/>
                <a:gd name="T6" fmla="*/ 141 w 141"/>
                <a:gd name="T7" fmla="*/ 111 h 213"/>
                <a:gd name="T8" fmla="*/ 141 w 141"/>
                <a:gd name="T9" fmla="*/ 105 h 213"/>
                <a:gd name="T10" fmla="*/ 141 w 141"/>
                <a:gd name="T11" fmla="*/ 100 h 213"/>
                <a:gd name="T12" fmla="*/ 121 w 141"/>
                <a:gd name="T13" fmla="*/ 20 h 213"/>
                <a:gd name="T14" fmla="*/ 70 w 141"/>
                <a:gd name="T15" fmla="*/ 0 h 213"/>
                <a:gd name="T16" fmla="*/ 0 w 141"/>
                <a:gd name="T17" fmla="*/ 0 h 213"/>
                <a:gd name="T18" fmla="*/ 0 w 141"/>
                <a:gd name="T19" fmla="*/ 213 h 213"/>
                <a:gd name="T20" fmla="*/ 67 w 141"/>
                <a:gd name="T21" fmla="*/ 186 h 213"/>
                <a:gd name="T22" fmla="*/ 28 w 141"/>
                <a:gd name="T23" fmla="*/ 186 h 213"/>
                <a:gd name="T24" fmla="*/ 28 w 141"/>
                <a:gd name="T25" fmla="*/ 27 h 213"/>
                <a:gd name="T26" fmla="*/ 67 w 141"/>
                <a:gd name="T27" fmla="*/ 27 h 213"/>
                <a:gd name="T28" fmla="*/ 102 w 141"/>
                <a:gd name="T29" fmla="*/ 42 h 213"/>
                <a:gd name="T30" fmla="*/ 113 w 141"/>
                <a:gd name="T31" fmla="*/ 105 h 213"/>
                <a:gd name="T32" fmla="*/ 102 w 141"/>
                <a:gd name="T33" fmla="*/ 171 h 213"/>
                <a:gd name="T34" fmla="*/ 67 w 141"/>
                <a:gd name="T35" fmla="*/ 18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213">
                  <a:moveTo>
                    <a:pt x="0" y="213"/>
                  </a:moveTo>
                  <a:cubicBezTo>
                    <a:pt x="70" y="213"/>
                    <a:pt x="70" y="213"/>
                    <a:pt x="70" y="213"/>
                  </a:cubicBezTo>
                  <a:cubicBezTo>
                    <a:pt x="91" y="213"/>
                    <a:pt x="109" y="206"/>
                    <a:pt x="121" y="193"/>
                  </a:cubicBezTo>
                  <a:cubicBezTo>
                    <a:pt x="141" y="172"/>
                    <a:pt x="141" y="141"/>
                    <a:pt x="141" y="111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41" y="71"/>
                    <a:pt x="141" y="42"/>
                    <a:pt x="121" y="20"/>
                  </a:cubicBezTo>
                  <a:cubicBezTo>
                    <a:pt x="109" y="7"/>
                    <a:pt x="91" y="0"/>
                    <a:pt x="7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67" y="186"/>
                  </a:moveTo>
                  <a:cubicBezTo>
                    <a:pt x="28" y="186"/>
                    <a:pt x="28" y="186"/>
                    <a:pt x="28" y="186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82" y="27"/>
                    <a:pt x="93" y="32"/>
                    <a:pt x="102" y="42"/>
                  </a:cubicBezTo>
                  <a:cubicBezTo>
                    <a:pt x="113" y="54"/>
                    <a:pt x="113" y="74"/>
                    <a:pt x="113" y="105"/>
                  </a:cubicBezTo>
                  <a:cubicBezTo>
                    <a:pt x="113" y="134"/>
                    <a:pt x="113" y="158"/>
                    <a:pt x="102" y="171"/>
                  </a:cubicBezTo>
                  <a:cubicBezTo>
                    <a:pt x="93" y="181"/>
                    <a:pt x="82" y="186"/>
                    <a:pt x="67" y="18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3" name="Freeform 525">
              <a:extLst>
                <a:ext uri="{FF2B5EF4-FFF2-40B4-BE49-F238E27FC236}">
                  <a16:creationId xmlns:a16="http://schemas.microsoft.com/office/drawing/2014/main" id="{F2832ABC-24F0-49A5-8064-3A082933BE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456025" y="12404725"/>
              <a:ext cx="93663" cy="136525"/>
            </a:xfrm>
            <a:custGeom>
              <a:avLst/>
              <a:gdLst>
                <a:gd name="T0" fmla="*/ 24 w 59"/>
                <a:gd name="T1" fmla="*/ 86 h 86"/>
                <a:gd name="T2" fmla="*/ 35 w 59"/>
                <a:gd name="T3" fmla="*/ 86 h 86"/>
                <a:gd name="T4" fmla="*/ 35 w 59"/>
                <a:gd name="T5" fmla="*/ 51 h 86"/>
                <a:gd name="T6" fmla="*/ 59 w 59"/>
                <a:gd name="T7" fmla="*/ 0 h 86"/>
                <a:gd name="T8" fmla="*/ 46 w 59"/>
                <a:gd name="T9" fmla="*/ 0 h 86"/>
                <a:gd name="T10" fmla="*/ 29 w 59"/>
                <a:gd name="T11" fmla="*/ 40 h 86"/>
                <a:gd name="T12" fmla="*/ 29 w 59"/>
                <a:gd name="T13" fmla="*/ 38 h 86"/>
                <a:gd name="T14" fmla="*/ 12 w 59"/>
                <a:gd name="T15" fmla="*/ 0 h 86"/>
                <a:gd name="T16" fmla="*/ 0 w 59"/>
                <a:gd name="T17" fmla="*/ 0 h 86"/>
                <a:gd name="T18" fmla="*/ 24 w 59"/>
                <a:gd name="T19" fmla="*/ 51 h 86"/>
                <a:gd name="T20" fmla="*/ 24 w 59"/>
                <a:gd name="T2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86">
                  <a:moveTo>
                    <a:pt x="24" y="86"/>
                  </a:moveTo>
                  <a:lnTo>
                    <a:pt x="35" y="86"/>
                  </a:lnTo>
                  <a:lnTo>
                    <a:pt x="35" y="51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12" y="0"/>
                  </a:lnTo>
                  <a:lnTo>
                    <a:pt x="0" y="0"/>
                  </a:lnTo>
                  <a:lnTo>
                    <a:pt x="24" y="51"/>
                  </a:lnTo>
                  <a:lnTo>
                    <a:pt x="24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4" name="Freeform 526">
              <a:extLst>
                <a:ext uri="{FF2B5EF4-FFF2-40B4-BE49-F238E27FC236}">
                  <a16:creationId xmlns:a16="http://schemas.microsoft.com/office/drawing/2014/main" id="{F3101584-833E-4400-B7F1-6095D3ABF9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568738" y="12404725"/>
              <a:ext cx="95250" cy="136525"/>
            </a:xfrm>
            <a:custGeom>
              <a:avLst/>
              <a:gdLst>
                <a:gd name="T0" fmla="*/ 50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3 h 86"/>
                <a:gd name="T10" fmla="*/ 48 w 60"/>
                <a:gd name="T11" fmla="*/ 62 h 86"/>
                <a:gd name="T12" fmla="*/ 11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1 w 60"/>
                <a:gd name="T19" fmla="*/ 86 h 86"/>
                <a:gd name="T20" fmla="*/ 11 w 60"/>
                <a:gd name="T21" fmla="*/ 24 h 86"/>
                <a:gd name="T22" fmla="*/ 12 w 60"/>
                <a:gd name="T23" fmla="*/ 25 h 86"/>
                <a:gd name="T24" fmla="*/ 50 w 6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86">
                  <a:moveTo>
                    <a:pt x="50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3"/>
                  </a:lnTo>
                  <a:lnTo>
                    <a:pt x="48" y="62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4"/>
                  </a:lnTo>
                  <a:lnTo>
                    <a:pt x="12" y="25"/>
                  </a:lnTo>
                  <a:lnTo>
                    <a:pt x="5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5" name="Freeform 527">
              <a:extLst>
                <a:ext uri="{FF2B5EF4-FFF2-40B4-BE49-F238E27FC236}">
                  <a16:creationId xmlns:a16="http://schemas.microsoft.com/office/drawing/2014/main" id="{4F761293-855A-4D02-9C95-6DDB01AAE62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684625" y="12404725"/>
              <a:ext cx="109538" cy="136525"/>
            </a:xfrm>
            <a:custGeom>
              <a:avLst/>
              <a:gdLst>
                <a:gd name="T0" fmla="*/ 57 w 69"/>
                <a:gd name="T1" fmla="*/ 86 h 86"/>
                <a:gd name="T2" fmla="*/ 69 w 69"/>
                <a:gd name="T3" fmla="*/ 86 h 86"/>
                <a:gd name="T4" fmla="*/ 39 w 69"/>
                <a:gd name="T5" fmla="*/ 0 h 86"/>
                <a:gd name="T6" fmla="*/ 30 w 69"/>
                <a:gd name="T7" fmla="*/ 0 h 86"/>
                <a:gd name="T8" fmla="*/ 0 w 69"/>
                <a:gd name="T9" fmla="*/ 86 h 86"/>
                <a:gd name="T10" fmla="*/ 13 w 69"/>
                <a:gd name="T11" fmla="*/ 86 h 86"/>
                <a:gd name="T12" fmla="*/ 18 w 69"/>
                <a:gd name="T13" fmla="*/ 69 h 86"/>
                <a:gd name="T14" fmla="*/ 51 w 69"/>
                <a:gd name="T15" fmla="*/ 69 h 86"/>
                <a:gd name="T16" fmla="*/ 51 w 69"/>
                <a:gd name="T17" fmla="*/ 69 h 86"/>
                <a:gd name="T18" fmla="*/ 57 w 69"/>
                <a:gd name="T19" fmla="*/ 86 h 86"/>
                <a:gd name="T20" fmla="*/ 48 w 69"/>
                <a:gd name="T21" fmla="*/ 59 h 86"/>
                <a:gd name="T22" fmla="*/ 21 w 69"/>
                <a:gd name="T23" fmla="*/ 59 h 86"/>
                <a:gd name="T24" fmla="*/ 35 w 69"/>
                <a:gd name="T25" fmla="*/ 18 h 86"/>
                <a:gd name="T26" fmla="*/ 48 w 69"/>
                <a:gd name="T27" fmla="*/ 5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9" h="86">
                  <a:moveTo>
                    <a:pt x="57" y="86"/>
                  </a:moveTo>
                  <a:lnTo>
                    <a:pt x="69" y="86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0" y="86"/>
                  </a:lnTo>
                  <a:lnTo>
                    <a:pt x="13" y="86"/>
                  </a:lnTo>
                  <a:lnTo>
                    <a:pt x="18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7" y="86"/>
                  </a:lnTo>
                  <a:close/>
                  <a:moveTo>
                    <a:pt x="48" y="59"/>
                  </a:moveTo>
                  <a:lnTo>
                    <a:pt x="21" y="59"/>
                  </a:lnTo>
                  <a:lnTo>
                    <a:pt x="35" y="18"/>
                  </a:lnTo>
                  <a:lnTo>
                    <a:pt x="48" y="5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6" name="Freeform 528">
              <a:extLst>
                <a:ext uri="{FF2B5EF4-FFF2-40B4-BE49-F238E27FC236}">
                  <a16:creationId xmlns:a16="http://schemas.microsoft.com/office/drawing/2014/main" id="{89B4AD35-068A-4017-AB5E-FD39713F29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813213" y="12404725"/>
              <a:ext cx="111125" cy="136525"/>
            </a:xfrm>
            <a:custGeom>
              <a:avLst/>
              <a:gdLst>
                <a:gd name="T0" fmla="*/ 59 w 70"/>
                <a:gd name="T1" fmla="*/ 86 h 86"/>
                <a:gd name="T2" fmla="*/ 70 w 70"/>
                <a:gd name="T3" fmla="*/ 86 h 86"/>
                <a:gd name="T4" fmla="*/ 70 w 70"/>
                <a:gd name="T5" fmla="*/ 0 h 86"/>
                <a:gd name="T6" fmla="*/ 59 w 70"/>
                <a:gd name="T7" fmla="*/ 0 h 86"/>
                <a:gd name="T8" fmla="*/ 35 w 70"/>
                <a:gd name="T9" fmla="*/ 55 h 86"/>
                <a:gd name="T10" fmla="*/ 11 w 70"/>
                <a:gd name="T11" fmla="*/ 0 h 86"/>
                <a:gd name="T12" fmla="*/ 0 w 70"/>
                <a:gd name="T13" fmla="*/ 0 h 86"/>
                <a:gd name="T14" fmla="*/ 0 w 70"/>
                <a:gd name="T15" fmla="*/ 86 h 86"/>
                <a:gd name="T16" fmla="*/ 11 w 70"/>
                <a:gd name="T17" fmla="*/ 86 h 86"/>
                <a:gd name="T18" fmla="*/ 11 w 70"/>
                <a:gd name="T19" fmla="*/ 29 h 86"/>
                <a:gd name="T20" fmla="*/ 12 w 70"/>
                <a:gd name="T21" fmla="*/ 28 h 86"/>
                <a:gd name="T22" fmla="*/ 12 w 70"/>
                <a:gd name="T23" fmla="*/ 29 h 86"/>
                <a:gd name="T24" fmla="*/ 31 w 70"/>
                <a:gd name="T25" fmla="*/ 71 h 86"/>
                <a:gd name="T26" fmla="*/ 40 w 70"/>
                <a:gd name="T27" fmla="*/ 71 h 86"/>
                <a:gd name="T28" fmla="*/ 58 w 70"/>
                <a:gd name="T29" fmla="*/ 28 h 86"/>
                <a:gd name="T30" fmla="*/ 59 w 70"/>
                <a:gd name="T31" fmla="*/ 29 h 86"/>
                <a:gd name="T32" fmla="*/ 59 w 70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86">
                  <a:moveTo>
                    <a:pt x="59" y="86"/>
                  </a:moveTo>
                  <a:lnTo>
                    <a:pt x="70" y="86"/>
                  </a:lnTo>
                  <a:lnTo>
                    <a:pt x="70" y="0"/>
                  </a:lnTo>
                  <a:lnTo>
                    <a:pt x="59" y="0"/>
                  </a:lnTo>
                  <a:lnTo>
                    <a:pt x="35" y="5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9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31" y="71"/>
                  </a:lnTo>
                  <a:lnTo>
                    <a:pt x="40" y="71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59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7" name="Rectangle 529">
              <a:extLst>
                <a:ext uri="{FF2B5EF4-FFF2-40B4-BE49-F238E27FC236}">
                  <a16:creationId xmlns:a16="http://schemas.microsoft.com/office/drawing/2014/main" id="{6CD8925F-1F1D-4371-8D51-457F3288D2E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6956088" y="12404725"/>
              <a:ext cx="19050" cy="13652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8" name="Freeform 530">
              <a:extLst>
                <a:ext uri="{FF2B5EF4-FFF2-40B4-BE49-F238E27FC236}">
                  <a16:creationId xmlns:a16="http://schemas.microsoft.com/office/drawing/2014/main" id="{C93F7E61-4F33-4EDD-B959-8EF19D1EF4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003713" y="12404725"/>
              <a:ext cx="90488" cy="138112"/>
            </a:xfrm>
            <a:custGeom>
              <a:avLst/>
              <a:gdLst>
                <a:gd name="T0" fmla="*/ 71 w 141"/>
                <a:gd name="T1" fmla="*/ 0 h 217"/>
                <a:gd name="T2" fmla="*/ 19 w 141"/>
                <a:gd name="T3" fmla="*/ 23 h 217"/>
                <a:gd name="T4" fmla="*/ 0 w 141"/>
                <a:gd name="T5" fmla="*/ 107 h 217"/>
                <a:gd name="T6" fmla="*/ 0 w 141"/>
                <a:gd name="T7" fmla="*/ 110 h 217"/>
                <a:gd name="T8" fmla="*/ 19 w 141"/>
                <a:gd name="T9" fmla="*/ 194 h 217"/>
                <a:gd name="T10" fmla="*/ 71 w 141"/>
                <a:gd name="T11" fmla="*/ 217 h 217"/>
                <a:gd name="T12" fmla="*/ 141 w 141"/>
                <a:gd name="T13" fmla="*/ 153 h 217"/>
                <a:gd name="T14" fmla="*/ 113 w 141"/>
                <a:gd name="T15" fmla="*/ 153 h 217"/>
                <a:gd name="T16" fmla="*/ 71 w 141"/>
                <a:gd name="T17" fmla="*/ 190 h 217"/>
                <a:gd name="T18" fmla="*/ 40 w 141"/>
                <a:gd name="T19" fmla="*/ 177 h 217"/>
                <a:gd name="T20" fmla="*/ 28 w 141"/>
                <a:gd name="T21" fmla="*/ 109 h 217"/>
                <a:gd name="T22" fmla="*/ 40 w 141"/>
                <a:gd name="T23" fmla="*/ 41 h 217"/>
                <a:gd name="T24" fmla="*/ 71 w 141"/>
                <a:gd name="T25" fmla="*/ 27 h 217"/>
                <a:gd name="T26" fmla="*/ 113 w 141"/>
                <a:gd name="T27" fmla="*/ 64 h 217"/>
                <a:gd name="T28" fmla="*/ 141 w 141"/>
                <a:gd name="T29" fmla="*/ 64 h 217"/>
                <a:gd name="T30" fmla="*/ 71 w 141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1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108" y="217"/>
                    <a:pt x="134" y="193"/>
                    <a:pt x="141" y="153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07" y="177"/>
                    <a:pt x="92" y="190"/>
                    <a:pt x="71" y="190"/>
                  </a:cubicBezTo>
                  <a:cubicBezTo>
                    <a:pt x="59" y="190"/>
                    <a:pt x="48" y="185"/>
                    <a:pt x="40" y="177"/>
                  </a:cubicBezTo>
                  <a:cubicBezTo>
                    <a:pt x="30" y="165"/>
                    <a:pt x="28" y="152"/>
                    <a:pt x="28" y="109"/>
                  </a:cubicBezTo>
                  <a:cubicBezTo>
                    <a:pt x="28" y="65"/>
                    <a:pt x="30" y="52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2" y="27"/>
                    <a:pt x="107" y="41"/>
                    <a:pt x="113" y="64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34" y="24"/>
                    <a:pt x="108" y="0"/>
                    <a:pt x="7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9" name="Freeform 531">
              <a:extLst>
                <a:ext uri="{FF2B5EF4-FFF2-40B4-BE49-F238E27FC236}">
                  <a16:creationId xmlns:a16="http://schemas.microsoft.com/office/drawing/2014/main" id="{A05F6B30-CC6C-4657-8B44-88366FB18A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108488" y="12404725"/>
              <a:ext cx="88900" cy="138112"/>
            </a:xfrm>
            <a:custGeom>
              <a:avLst/>
              <a:gdLst>
                <a:gd name="T0" fmla="*/ 0 w 141"/>
                <a:gd name="T1" fmla="*/ 190 h 217"/>
                <a:gd name="T2" fmla="*/ 69 w 141"/>
                <a:gd name="T3" fmla="*/ 217 h 217"/>
                <a:gd name="T4" fmla="*/ 141 w 141"/>
                <a:gd name="T5" fmla="*/ 155 h 217"/>
                <a:gd name="T6" fmla="*/ 125 w 141"/>
                <a:gd name="T7" fmla="*/ 112 h 217"/>
                <a:gd name="T8" fmla="*/ 88 w 141"/>
                <a:gd name="T9" fmla="*/ 96 h 217"/>
                <a:gd name="T10" fmla="*/ 65 w 141"/>
                <a:gd name="T11" fmla="*/ 92 h 217"/>
                <a:gd name="T12" fmla="*/ 41 w 141"/>
                <a:gd name="T13" fmla="*/ 82 h 217"/>
                <a:gd name="T14" fmla="*/ 33 w 141"/>
                <a:gd name="T15" fmla="*/ 61 h 217"/>
                <a:gd name="T16" fmla="*/ 71 w 141"/>
                <a:gd name="T17" fmla="*/ 26 h 217"/>
                <a:gd name="T18" fmla="*/ 115 w 141"/>
                <a:gd name="T19" fmla="*/ 42 h 217"/>
                <a:gd name="T20" fmla="*/ 133 w 141"/>
                <a:gd name="T21" fmla="*/ 24 h 217"/>
                <a:gd name="T22" fmla="*/ 72 w 141"/>
                <a:gd name="T23" fmla="*/ 0 h 217"/>
                <a:gd name="T24" fmla="*/ 6 w 141"/>
                <a:gd name="T25" fmla="*/ 62 h 217"/>
                <a:gd name="T26" fmla="*/ 21 w 141"/>
                <a:gd name="T27" fmla="*/ 103 h 217"/>
                <a:gd name="T28" fmla="*/ 58 w 141"/>
                <a:gd name="T29" fmla="*/ 119 h 217"/>
                <a:gd name="T30" fmla="*/ 82 w 141"/>
                <a:gd name="T31" fmla="*/ 123 h 217"/>
                <a:gd name="T32" fmla="*/ 105 w 141"/>
                <a:gd name="T33" fmla="*/ 133 h 217"/>
                <a:gd name="T34" fmla="*/ 113 w 141"/>
                <a:gd name="T35" fmla="*/ 156 h 217"/>
                <a:gd name="T36" fmla="*/ 70 w 141"/>
                <a:gd name="T37" fmla="*/ 190 h 217"/>
                <a:gd name="T38" fmla="*/ 19 w 141"/>
                <a:gd name="T39" fmla="*/ 170 h 217"/>
                <a:gd name="T40" fmla="*/ 0 w 141"/>
                <a:gd name="T41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217">
                  <a:moveTo>
                    <a:pt x="0" y="190"/>
                  </a:moveTo>
                  <a:cubicBezTo>
                    <a:pt x="18" y="209"/>
                    <a:pt x="39" y="217"/>
                    <a:pt x="69" y="217"/>
                  </a:cubicBezTo>
                  <a:cubicBezTo>
                    <a:pt x="113" y="217"/>
                    <a:pt x="141" y="193"/>
                    <a:pt x="141" y="155"/>
                  </a:cubicBezTo>
                  <a:cubicBezTo>
                    <a:pt x="141" y="136"/>
                    <a:pt x="135" y="122"/>
                    <a:pt x="125" y="112"/>
                  </a:cubicBezTo>
                  <a:cubicBezTo>
                    <a:pt x="116" y="103"/>
                    <a:pt x="105" y="99"/>
                    <a:pt x="88" y="96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55" y="91"/>
                    <a:pt x="47" y="87"/>
                    <a:pt x="41" y="82"/>
                  </a:cubicBezTo>
                  <a:cubicBezTo>
                    <a:pt x="36" y="77"/>
                    <a:pt x="33" y="70"/>
                    <a:pt x="33" y="61"/>
                  </a:cubicBezTo>
                  <a:cubicBezTo>
                    <a:pt x="33" y="40"/>
                    <a:pt x="48" y="26"/>
                    <a:pt x="71" y="26"/>
                  </a:cubicBezTo>
                  <a:cubicBezTo>
                    <a:pt x="90" y="26"/>
                    <a:pt x="104" y="31"/>
                    <a:pt x="115" y="42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16" y="7"/>
                    <a:pt x="98" y="0"/>
                    <a:pt x="72" y="0"/>
                  </a:cubicBezTo>
                  <a:cubicBezTo>
                    <a:pt x="32" y="0"/>
                    <a:pt x="6" y="25"/>
                    <a:pt x="6" y="62"/>
                  </a:cubicBezTo>
                  <a:cubicBezTo>
                    <a:pt x="6" y="80"/>
                    <a:pt x="11" y="93"/>
                    <a:pt x="21" y="103"/>
                  </a:cubicBezTo>
                  <a:cubicBezTo>
                    <a:pt x="29" y="111"/>
                    <a:pt x="42" y="117"/>
                    <a:pt x="58" y="119"/>
                  </a:cubicBezTo>
                  <a:cubicBezTo>
                    <a:pt x="82" y="123"/>
                    <a:pt x="82" y="123"/>
                    <a:pt x="82" y="123"/>
                  </a:cubicBezTo>
                  <a:cubicBezTo>
                    <a:pt x="94" y="125"/>
                    <a:pt x="99" y="127"/>
                    <a:pt x="105" y="133"/>
                  </a:cubicBezTo>
                  <a:cubicBezTo>
                    <a:pt x="110" y="138"/>
                    <a:pt x="113" y="146"/>
                    <a:pt x="113" y="156"/>
                  </a:cubicBezTo>
                  <a:cubicBezTo>
                    <a:pt x="113" y="178"/>
                    <a:pt x="97" y="190"/>
                    <a:pt x="70" y="190"/>
                  </a:cubicBezTo>
                  <a:cubicBezTo>
                    <a:pt x="48" y="190"/>
                    <a:pt x="32" y="184"/>
                    <a:pt x="19" y="170"/>
                  </a:cubicBezTo>
                  <a:lnTo>
                    <a:pt x="0" y="1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0" name="Freeform 532">
              <a:extLst>
                <a:ext uri="{FF2B5EF4-FFF2-40B4-BE49-F238E27FC236}">
                  <a16:creationId xmlns:a16="http://schemas.microsoft.com/office/drawing/2014/main" id="{9D664E8F-0CF0-44A2-93BD-C72FB09B426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712950" y="12615863"/>
              <a:ext cx="109538" cy="136525"/>
            </a:xfrm>
            <a:custGeom>
              <a:avLst/>
              <a:gdLst>
                <a:gd name="T0" fmla="*/ 39 w 69"/>
                <a:gd name="T1" fmla="*/ 0 h 86"/>
                <a:gd name="T2" fmla="*/ 30 w 69"/>
                <a:gd name="T3" fmla="*/ 0 h 86"/>
                <a:gd name="T4" fmla="*/ 0 w 69"/>
                <a:gd name="T5" fmla="*/ 86 h 86"/>
                <a:gd name="T6" fmla="*/ 13 w 69"/>
                <a:gd name="T7" fmla="*/ 86 h 86"/>
                <a:gd name="T8" fmla="*/ 18 w 69"/>
                <a:gd name="T9" fmla="*/ 69 h 86"/>
                <a:gd name="T10" fmla="*/ 51 w 69"/>
                <a:gd name="T11" fmla="*/ 69 h 86"/>
                <a:gd name="T12" fmla="*/ 51 w 69"/>
                <a:gd name="T13" fmla="*/ 69 h 86"/>
                <a:gd name="T14" fmla="*/ 57 w 69"/>
                <a:gd name="T15" fmla="*/ 86 h 86"/>
                <a:gd name="T16" fmla="*/ 69 w 69"/>
                <a:gd name="T17" fmla="*/ 86 h 86"/>
                <a:gd name="T18" fmla="*/ 39 w 69"/>
                <a:gd name="T19" fmla="*/ 0 h 86"/>
                <a:gd name="T20" fmla="*/ 22 w 69"/>
                <a:gd name="T21" fmla="*/ 58 h 86"/>
                <a:gd name="T22" fmla="*/ 35 w 69"/>
                <a:gd name="T23" fmla="*/ 17 h 86"/>
                <a:gd name="T24" fmla="*/ 35 w 69"/>
                <a:gd name="T25" fmla="*/ 18 h 86"/>
                <a:gd name="T26" fmla="*/ 48 w 69"/>
                <a:gd name="T27" fmla="*/ 58 h 86"/>
                <a:gd name="T28" fmla="*/ 22 w 69"/>
                <a:gd name="T29" fmla="*/ 5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9" h="86">
                  <a:moveTo>
                    <a:pt x="39" y="0"/>
                  </a:moveTo>
                  <a:lnTo>
                    <a:pt x="30" y="0"/>
                  </a:lnTo>
                  <a:lnTo>
                    <a:pt x="0" y="86"/>
                  </a:lnTo>
                  <a:lnTo>
                    <a:pt x="13" y="86"/>
                  </a:lnTo>
                  <a:lnTo>
                    <a:pt x="18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7" y="86"/>
                  </a:lnTo>
                  <a:lnTo>
                    <a:pt x="69" y="86"/>
                  </a:lnTo>
                  <a:lnTo>
                    <a:pt x="39" y="0"/>
                  </a:lnTo>
                  <a:close/>
                  <a:moveTo>
                    <a:pt x="22" y="58"/>
                  </a:moveTo>
                  <a:lnTo>
                    <a:pt x="35" y="17"/>
                  </a:lnTo>
                  <a:lnTo>
                    <a:pt x="35" y="18"/>
                  </a:lnTo>
                  <a:lnTo>
                    <a:pt x="48" y="58"/>
                  </a:lnTo>
                  <a:lnTo>
                    <a:pt x="22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1" name="Freeform 533">
              <a:extLst>
                <a:ext uri="{FF2B5EF4-FFF2-40B4-BE49-F238E27FC236}">
                  <a16:creationId xmlns:a16="http://schemas.microsoft.com/office/drawing/2014/main" id="{24F7FF48-6430-42BB-99AC-26091A967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39950" y="12615863"/>
              <a:ext cx="95250" cy="136525"/>
            </a:xfrm>
            <a:custGeom>
              <a:avLst/>
              <a:gdLst>
                <a:gd name="T0" fmla="*/ 50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2 h 86"/>
                <a:gd name="T10" fmla="*/ 48 w 60"/>
                <a:gd name="T11" fmla="*/ 61 h 86"/>
                <a:gd name="T12" fmla="*/ 11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1 w 60"/>
                <a:gd name="T19" fmla="*/ 86 h 86"/>
                <a:gd name="T20" fmla="*/ 11 w 60"/>
                <a:gd name="T21" fmla="*/ 23 h 86"/>
                <a:gd name="T22" fmla="*/ 50 w 60"/>
                <a:gd name="T2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6">
                  <a:moveTo>
                    <a:pt x="50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2"/>
                  </a:lnTo>
                  <a:lnTo>
                    <a:pt x="48" y="6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3"/>
                  </a:lnTo>
                  <a:lnTo>
                    <a:pt x="5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2" name="Freeform 534">
              <a:extLst>
                <a:ext uri="{FF2B5EF4-FFF2-40B4-BE49-F238E27FC236}">
                  <a16:creationId xmlns:a16="http://schemas.microsoft.com/office/drawing/2014/main" id="{3FE855C6-1D42-4DDC-BF69-4D825E899AA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965363" y="12615863"/>
              <a:ext cx="90488" cy="136525"/>
            </a:xfrm>
            <a:custGeom>
              <a:avLst/>
              <a:gdLst>
                <a:gd name="T0" fmla="*/ 0 w 140"/>
                <a:gd name="T1" fmla="*/ 213 h 213"/>
                <a:gd name="T2" fmla="*/ 69 w 140"/>
                <a:gd name="T3" fmla="*/ 213 h 213"/>
                <a:gd name="T4" fmla="*/ 120 w 140"/>
                <a:gd name="T5" fmla="*/ 193 h 213"/>
                <a:gd name="T6" fmla="*/ 140 w 140"/>
                <a:gd name="T7" fmla="*/ 111 h 213"/>
                <a:gd name="T8" fmla="*/ 140 w 140"/>
                <a:gd name="T9" fmla="*/ 105 h 213"/>
                <a:gd name="T10" fmla="*/ 140 w 140"/>
                <a:gd name="T11" fmla="*/ 100 h 213"/>
                <a:gd name="T12" fmla="*/ 120 w 140"/>
                <a:gd name="T13" fmla="*/ 20 h 213"/>
                <a:gd name="T14" fmla="*/ 69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66 w 140"/>
                <a:gd name="T21" fmla="*/ 187 h 213"/>
                <a:gd name="T22" fmla="*/ 28 w 140"/>
                <a:gd name="T23" fmla="*/ 187 h 213"/>
                <a:gd name="T24" fmla="*/ 28 w 140"/>
                <a:gd name="T25" fmla="*/ 27 h 213"/>
                <a:gd name="T26" fmla="*/ 66 w 140"/>
                <a:gd name="T27" fmla="*/ 27 h 213"/>
                <a:gd name="T28" fmla="*/ 101 w 140"/>
                <a:gd name="T29" fmla="*/ 42 h 213"/>
                <a:gd name="T30" fmla="*/ 112 w 140"/>
                <a:gd name="T31" fmla="*/ 105 h 213"/>
                <a:gd name="T32" fmla="*/ 101 w 140"/>
                <a:gd name="T33" fmla="*/ 172 h 213"/>
                <a:gd name="T34" fmla="*/ 66 w 140"/>
                <a:gd name="T35" fmla="*/ 18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69" y="213"/>
                    <a:pt x="69" y="213"/>
                    <a:pt x="69" y="213"/>
                  </a:cubicBezTo>
                  <a:cubicBezTo>
                    <a:pt x="90" y="213"/>
                    <a:pt x="108" y="206"/>
                    <a:pt x="120" y="193"/>
                  </a:cubicBezTo>
                  <a:cubicBezTo>
                    <a:pt x="140" y="172"/>
                    <a:pt x="140" y="141"/>
                    <a:pt x="140" y="111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71"/>
                    <a:pt x="140" y="42"/>
                    <a:pt x="120" y="20"/>
                  </a:cubicBezTo>
                  <a:cubicBezTo>
                    <a:pt x="108" y="7"/>
                    <a:pt x="90" y="0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66" y="187"/>
                  </a:moveTo>
                  <a:cubicBezTo>
                    <a:pt x="28" y="187"/>
                    <a:pt x="28" y="187"/>
                    <a:pt x="28" y="18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81" y="27"/>
                    <a:pt x="93" y="32"/>
                    <a:pt x="101" y="42"/>
                  </a:cubicBezTo>
                  <a:cubicBezTo>
                    <a:pt x="112" y="55"/>
                    <a:pt x="112" y="74"/>
                    <a:pt x="112" y="105"/>
                  </a:cubicBezTo>
                  <a:cubicBezTo>
                    <a:pt x="112" y="134"/>
                    <a:pt x="112" y="159"/>
                    <a:pt x="101" y="172"/>
                  </a:cubicBezTo>
                  <a:cubicBezTo>
                    <a:pt x="93" y="182"/>
                    <a:pt x="81" y="187"/>
                    <a:pt x="66" y="18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3" name="Freeform 535">
              <a:extLst>
                <a:ext uri="{FF2B5EF4-FFF2-40B4-BE49-F238E27FC236}">
                  <a16:creationId xmlns:a16="http://schemas.microsoft.com/office/drawing/2014/main" id="{0B1CCCA9-F7F6-49A1-91D6-FC65378BEE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113000" y="12615863"/>
              <a:ext cx="88900" cy="136525"/>
            </a:xfrm>
            <a:custGeom>
              <a:avLst/>
              <a:gdLst>
                <a:gd name="T0" fmla="*/ 23 w 56"/>
                <a:gd name="T1" fmla="*/ 86 h 86"/>
                <a:gd name="T2" fmla="*/ 34 w 56"/>
                <a:gd name="T3" fmla="*/ 86 h 86"/>
                <a:gd name="T4" fmla="*/ 34 w 56"/>
                <a:gd name="T5" fmla="*/ 10 h 86"/>
                <a:gd name="T6" fmla="*/ 56 w 56"/>
                <a:gd name="T7" fmla="*/ 10 h 86"/>
                <a:gd name="T8" fmla="*/ 56 w 56"/>
                <a:gd name="T9" fmla="*/ 0 h 86"/>
                <a:gd name="T10" fmla="*/ 0 w 56"/>
                <a:gd name="T11" fmla="*/ 0 h 86"/>
                <a:gd name="T12" fmla="*/ 0 w 56"/>
                <a:gd name="T13" fmla="*/ 10 h 86"/>
                <a:gd name="T14" fmla="*/ 23 w 56"/>
                <a:gd name="T15" fmla="*/ 10 h 86"/>
                <a:gd name="T16" fmla="*/ 23 w 56"/>
                <a:gd name="T1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86">
                  <a:moveTo>
                    <a:pt x="23" y="86"/>
                  </a:moveTo>
                  <a:lnTo>
                    <a:pt x="34" y="86"/>
                  </a:lnTo>
                  <a:lnTo>
                    <a:pt x="34" y="10"/>
                  </a:lnTo>
                  <a:lnTo>
                    <a:pt x="56" y="10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23" y="10"/>
                  </a:lnTo>
                  <a:lnTo>
                    <a:pt x="23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4" name="Freeform 536">
              <a:extLst>
                <a:ext uri="{FF2B5EF4-FFF2-40B4-BE49-F238E27FC236}">
                  <a16:creationId xmlns:a16="http://schemas.microsoft.com/office/drawing/2014/main" id="{11E69081-CEE7-45A9-B100-516B666988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222538" y="12615863"/>
              <a:ext cx="90488" cy="136525"/>
            </a:xfrm>
            <a:custGeom>
              <a:avLst/>
              <a:gdLst>
                <a:gd name="T0" fmla="*/ 45 w 57"/>
                <a:gd name="T1" fmla="*/ 86 h 86"/>
                <a:gd name="T2" fmla="*/ 57 w 57"/>
                <a:gd name="T3" fmla="*/ 86 h 86"/>
                <a:gd name="T4" fmla="*/ 57 w 57"/>
                <a:gd name="T5" fmla="*/ 0 h 86"/>
                <a:gd name="T6" fmla="*/ 45 w 57"/>
                <a:gd name="T7" fmla="*/ 0 h 86"/>
                <a:gd name="T8" fmla="*/ 45 w 57"/>
                <a:gd name="T9" fmla="*/ 37 h 86"/>
                <a:gd name="T10" fmla="*/ 12 w 57"/>
                <a:gd name="T11" fmla="*/ 37 h 86"/>
                <a:gd name="T12" fmla="*/ 12 w 57"/>
                <a:gd name="T13" fmla="*/ 0 h 86"/>
                <a:gd name="T14" fmla="*/ 0 w 57"/>
                <a:gd name="T15" fmla="*/ 0 h 86"/>
                <a:gd name="T16" fmla="*/ 0 w 57"/>
                <a:gd name="T17" fmla="*/ 86 h 86"/>
                <a:gd name="T18" fmla="*/ 12 w 57"/>
                <a:gd name="T19" fmla="*/ 86 h 86"/>
                <a:gd name="T20" fmla="*/ 12 w 57"/>
                <a:gd name="T21" fmla="*/ 48 h 86"/>
                <a:gd name="T22" fmla="*/ 45 w 57"/>
                <a:gd name="T23" fmla="*/ 48 h 86"/>
                <a:gd name="T24" fmla="*/ 45 w 57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86">
                  <a:moveTo>
                    <a:pt x="45" y="86"/>
                  </a:moveTo>
                  <a:lnTo>
                    <a:pt x="57" y="86"/>
                  </a:lnTo>
                  <a:lnTo>
                    <a:pt x="57" y="0"/>
                  </a:lnTo>
                  <a:lnTo>
                    <a:pt x="45" y="0"/>
                  </a:lnTo>
                  <a:lnTo>
                    <a:pt x="45" y="37"/>
                  </a:lnTo>
                  <a:lnTo>
                    <a:pt x="12" y="37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48"/>
                  </a:lnTo>
                  <a:lnTo>
                    <a:pt x="45" y="48"/>
                  </a:lnTo>
                  <a:lnTo>
                    <a:pt x="4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5" name="Freeform 537">
              <a:extLst>
                <a:ext uri="{FF2B5EF4-FFF2-40B4-BE49-F238E27FC236}">
                  <a16:creationId xmlns:a16="http://schemas.microsoft.com/office/drawing/2014/main" id="{B352F4FD-0564-4C17-B325-3B701A46D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341600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2 w 51"/>
                <a:gd name="T7" fmla="*/ 75 h 86"/>
                <a:gd name="T8" fmla="*/ 12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2 w 51"/>
                <a:gd name="T15" fmla="*/ 37 h 86"/>
                <a:gd name="T16" fmla="*/ 12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2" y="75"/>
                  </a:lnTo>
                  <a:lnTo>
                    <a:pt x="12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2" y="37"/>
                  </a:lnTo>
                  <a:lnTo>
                    <a:pt x="12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6" name="Freeform 538">
              <a:extLst>
                <a:ext uri="{FF2B5EF4-FFF2-40B4-BE49-F238E27FC236}">
                  <a16:creationId xmlns:a16="http://schemas.microsoft.com/office/drawing/2014/main" id="{7B4ECE68-A3FC-4E32-9DB8-4606DC5259D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501938" y="12615863"/>
              <a:ext cx="88900" cy="136525"/>
            </a:xfrm>
            <a:custGeom>
              <a:avLst/>
              <a:gdLst>
                <a:gd name="T0" fmla="*/ 0 w 140"/>
                <a:gd name="T1" fmla="*/ 213 h 213"/>
                <a:gd name="T2" fmla="*/ 81 w 140"/>
                <a:gd name="T3" fmla="*/ 213 h 213"/>
                <a:gd name="T4" fmla="*/ 140 w 140"/>
                <a:gd name="T5" fmla="*/ 154 h 213"/>
                <a:gd name="T6" fmla="*/ 111 w 140"/>
                <a:gd name="T7" fmla="*/ 105 h 213"/>
                <a:gd name="T8" fmla="*/ 108 w 140"/>
                <a:gd name="T9" fmla="*/ 104 h 213"/>
                <a:gd name="T10" fmla="*/ 111 w 140"/>
                <a:gd name="T11" fmla="*/ 103 h 213"/>
                <a:gd name="T12" fmla="*/ 137 w 140"/>
                <a:gd name="T13" fmla="*/ 58 h 213"/>
                <a:gd name="T14" fmla="*/ 77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78 w 140"/>
                <a:gd name="T21" fmla="*/ 187 h 213"/>
                <a:gd name="T22" fmla="*/ 28 w 140"/>
                <a:gd name="T23" fmla="*/ 187 h 213"/>
                <a:gd name="T24" fmla="*/ 28 w 140"/>
                <a:gd name="T25" fmla="*/ 118 h 213"/>
                <a:gd name="T26" fmla="*/ 78 w 140"/>
                <a:gd name="T27" fmla="*/ 118 h 213"/>
                <a:gd name="T28" fmla="*/ 112 w 140"/>
                <a:gd name="T29" fmla="*/ 152 h 213"/>
                <a:gd name="T30" fmla="*/ 78 w 140"/>
                <a:gd name="T31" fmla="*/ 187 h 213"/>
                <a:gd name="T32" fmla="*/ 75 w 140"/>
                <a:gd name="T33" fmla="*/ 92 h 213"/>
                <a:gd name="T34" fmla="*/ 28 w 140"/>
                <a:gd name="T35" fmla="*/ 92 h 213"/>
                <a:gd name="T36" fmla="*/ 28 w 140"/>
                <a:gd name="T37" fmla="*/ 27 h 213"/>
                <a:gd name="T38" fmla="*/ 75 w 140"/>
                <a:gd name="T39" fmla="*/ 27 h 213"/>
                <a:gd name="T40" fmla="*/ 109 w 140"/>
                <a:gd name="T41" fmla="*/ 59 h 213"/>
                <a:gd name="T42" fmla="*/ 75 w 140"/>
                <a:gd name="T43" fmla="*/ 9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81" y="213"/>
                    <a:pt x="81" y="213"/>
                    <a:pt x="81" y="213"/>
                  </a:cubicBezTo>
                  <a:cubicBezTo>
                    <a:pt x="117" y="213"/>
                    <a:pt x="140" y="191"/>
                    <a:pt x="140" y="154"/>
                  </a:cubicBezTo>
                  <a:cubicBezTo>
                    <a:pt x="140" y="131"/>
                    <a:pt x="129" y="113"/>
                    <a:pt x="111" y="105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24" y="97"/>
                    <a:pt x="137" y="81"/>
                    <a:pt x="137" y="58"/>
                  </a:cubicBezTo>
                  <a:cubicBezTo>
                    <a:pt x="137" y="23"/>
                    <a:pt x="114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8" y="187"/>
                  </a:moveTo>
                  <a:cubicBezTo>
                    <a:pt x="28" y="187"/>
                    <a:pt x="28" y="187"/>
                    <a:pt x="28" y="18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99" y="118"/>
                    <a:pt x="112" y="132"/>
                    <a:pt x="112" y="152"/>
                  </a:cubicBezTo>
                  <a:cubicBezTo>
                    <a:pt x="112" y="173"/>
                    <a:pt x="99" y="187"/>
                    <a:pt x="78" y="187"/>
                  </a:cubicBezTo>
                  <a:moveTo>
                    <a:pt x="75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96" y="27"/>
                    <a:pt x="109" y="39"/>
                    <a:pt x="109" y="59"/>
                  </a:cubicBezTo>
                  <a:cubicBezTo>
                    <a:pt x="109" y="79"/>
                    <a:pt x="96" y="92"/>
                    <a:pt x="75" y="9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7" name="Rectangle 539">
              <a:extLst>
                <a:ext uri="{FF2B5EF4-FFF2-40B4-BE49-F238E27FC236}">
                  <a16:creationId xmlns:a16="http://schemas.microsoft.com/office/drawing/2014/main" id="{452BFCAE-4875-496F-B90B-E402DA012E8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5617825" y="12615863"/>
              <a:ext cx="19050" cy="13652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8" name="Freeform 540">
              <a:extLst>
                <a:ext uri="{FF2B5EF4-FFF2-40B4-BE49-F238E27FC236}">
                  <a16:creationId xmlns:a16="http://schemas.microsoft.com/office/drawing/2014/main" id="{AB0A462A-0941-42E7-AD58-39DE9C506F0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665450" y="12614275"/>
              <a:ext cx="90488" cy="138112"/>
            </a:xfrm>
            <a:custGeom>
              <a:avLst/>
              <a:gdLst>
                <a:gd name="T0" fmla="*/ 71 w 142"/>
                <a:gd name="T1" fmla="*/ 0 h 216"/>
                <a:gd name="T2" fmla="*/ 19 w 142"/>
                <a:gd name="T3" fmla="*/ 22 h 216"/>
                <a:gd name="T4" fmla="*/ 0 w 142"/>
                <a:gd name="T5" fmla="*/ 106 h 216"/>
                <a:gd name="T6" fmla="*/ 0 w 142"/>
                <a:gd name="T7" fmla="*/ 110 h 216"/>
                <a:gd name="T8" fmla="*/ 19 w 142"/>
                <a:gd name="T9" fmla="*/ 194 h 216"/>
                <a:gd name="T10" fmla="*/ 71 w 142"/>
                <a:gd name="T11" fmla="*/ 216 h 216"/>
                <a:gd name="T12" fmla="*/ 123 w 142"/>
                <a:gd name="T13" fmla="*/ 194 h 216"/>
                <a:gd name="T14" fmla="*/ 142 w 142"/>
                <a:gd name="T15" fmla="*/ 111 h 216"/>
                <a:gd name="T16" fmla="*/ 142 w 142"/>
                <a:gd name="T17" fmla="*/ 105 h 216"/>
                <a:gd name="T18" fmla="*/ 123 w 142"/>
                <a:gd name="T19" fmla="*/ 22 h 216"/>
                <a:gd name="T20" fmla="*/ 71 w 142"/>
                <a:gd name="T21" fmla="*/ 0 h 216"/>
                <a:gd name="T22" fmla="*/ 71 w 142"/>
                <a:gd name="T23" fmla="*/ 189 h 216"/>
                <a:gd name="T24" fmla="*/ 40 w 142"/>
                <a:gd name="T25" fmla="*/ 176 h 216"/>
                <a:gd name="T26" fmla="*/ 28 w 142"/>
                <a:gd name="T27" fmla="*/ 108 h 216"/>
                <a:gd name="T28" fmla="*/ 40 w 142"/>
                <a:gd name="T29" fmla="*/ 40 h 216"/>
                <a:gd name="T30" fmla="*/ 71 w 142"/>
                <a:gd name="T31" fmla="*/ 26 h 216"/>
                <a:gd name="T32" fmla="*/ 102 w 142"/>
                <a:gd name="T33" fmla="*/ 40 h 216"/>
                <a:gd name="T34" fmla="*/ 114 w 142"/>
                <a:gd name="T35" fmla="*/ 108 h 216"/>
                <a:gd name="T36" fmla="*/ 102 w 142"/>
                <a:gd name="T37" fmla="*/ 176 h 216"/>
                <a:gd name="T38" fmla="*/ 71 w 142"/>
                <a:gd name="T39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6">
                  <a:moveTo>
                    <a:pt x="71" y="0"/>
                  </a:moveTo>
                  <a:cubicBezTo>
                    <a:pt x="50" y="0"/>
                    <a:pt x="33" y="7"/>
                    <a:pt x="19" y="22"/>
                  </a:cubicBezTo>
                  <a:cubicBezTo>
                    <a:pt x="0" y="43"/>
                    <a:pt x="0" y="67"/>
                    <a:pt x="0" y="106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49"/>
                    <a:pt x="0" y="173"/>
                    <a:pt x="19" y="194"/>
                  </a:cubicBezTo>
                  <a:cubicBezTo>
                    <a:pt x="33" y="209"/>
                    <a:pt x="50" y="216"/>
                    <a:pt x="71" y="216"/>
                  </a:cubicBezTo>
                  <a:cubicBezTo>
                    <a:pt x="91" y="216"/>
                    <a:pt x="109" y="209"/>
                    <a:pt x="123" y="194"/>
                  </a:cubicBezTo>
                  <a:cubicBezTo>
                    <a:pt x="142" y="173"/>
                    <a:pt x="142" y="150"/>
                    <a:pt x="142" y="111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6"/>
                    <a:pt x="142" y="42"/>
                    <a:pt x="123" y="22"/>
                  </a:cubicBezTo>
                  <a:cubicBezTo>
                    <a:pt x="109" y="7"/>
                    <a:pt x="91" y="0"/>
                    <a:pt x="71" y="0"/>
                  </a:cubicBezTo>
                  <a:moveTo>
                    <a:pt x="71" y="189"/>
                  </a:moveTo>
                  <a:cubicBezTo>
                    <a:pt x="59" y="189"/>
                    <a:pt x="47" y="184"/>
                    <a:pt x="40" y="176"/>
                  </a:cubicBezTo>
                  <a:cubicBezTo>
                    <a:pt x="30" y="164"/>
                    <a:pt x="28" y="152"/>
                    <a:pt x="28" y="108"/>
                  </a:cubicBezTo>
                  <a:cubicBezTo>
                    <a:pt x="28" y="64"/>
                    <a:pt x="30" y="52"/>
                    <a:pt x="40" y="40"/>
                  </a:cubicBezTo>
                  <a:cubicBezTo>
                    <a:pt x="47" y="31"/>
                    <a:pt x="59" y="26"/>
                    <a:pt x="71" y="26"/>
                  </a:cubicBezTo>
                  <a:cubicBezTo>
                    <a:pt x="83" y="26"/>
                    <a:pt x="94" y="31"/>
                    <a:pt x="102" y="40"/>
                  </a:cubicBezTo>
                  <a:cubicBezTo>
                    <a:pt x="112" y="52"/>
                    <a:pt x="114" y="64"/>
                    <a:pt x="114" y="108"/>
                  </a:cubicBezTo>
                  <a:cubicBezTo>
                    <a:pt x="114" y="152"/>
                    <a:pt x="112" y="164"/>
                    <a:pt x="102" y="176"/>
                  </a:cubicBezTo>
                  <a:cubicBezTo>
                    <a:pt x="94" y="184"/>
                    <a:pt x="83" y="189"/>
                    <a:pt x="71" y="18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9" name="Freeform 541">
              <a:extLst>
                <a:ext uri="{FF2B5EF4-FFF2-40B4-BE49-F238E27FC236}">
                  <a16:creationId xmlns:a16="http://schemas.microsoft.com/office/drawing/2014/main" id="{AE6E5AD2-67D4-4189-8F25-AE011A876F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773400" y="12614275"/>
              <a:ext cx="90488" cy="138112"/>
            </a:xfrm>
            <a:custGeom>
              <a:avLst/>
              <a:gdLst>
                <a:gd name="T0" fmla="*/ 0 w 141"/>
                <a:gd name="T1" fmla="*/ 189 h 216"/>
                <a:gd name="T2" fmla="*/ 70 w 141"/>
                <a:gd name="T3" fmla="*/ 216 h 216"/>
                <a:gd name="T4" fmla="*/ 141 w 141"/>
                <a:gd name="T5" fmla="*/ 154 h 216"/>
                <a:gd name="T6" fmla="*/ 125 w 141"/>
                <a:gd name="T7" fmla="*/ 111 h 216"/>
                <a:gd name="T8" fmla="*/ 88 w 141"/>
                <a:gd name="T9" fmla="*/ 95 h 216"/>
                <a:gd name="T10" fmla="*/ 65 w 141"/>
                <a:gd name="T11" fmla="*/ 92 h 216"/>
                <a:gd name="T12" fmla="*/ 42 w 141"/>
                <a:gd name="T13" fmla="*/ 81 h 216"/>
                <a:gd name="T14" fmla="*/ 34 w 141"/>
                <a:gd name="T15" fmla="*/ 60 h 216"/>
                <a:gd name="T16" fmla="*/ 72 w 141"/>
                <a:gd name="T17" fmla="*/ 25 h 216"/>
                <a:gd name="T18" fmla="*/ 116 w 141"/>
                <a:gd name="T19" fmla="*/ 42 h 216"/>
                <a:gd name="T20" fmla="*/ 133 w 141"/>
                <a:gd name="T21" fmla="*/ 23 h 216"/>
                <a:gd name="T22" fmla="*/ 73 w 141"/>
                <a:gd name="T23" fmla="*/ 0 h 216"/>
                <a:gd name="T24" fmla="*/ 7 w 141"/>
                <a:gd name="T25" fmla="*/ 62 h 216"/>
                <a:gd name="T26" fmla="*/ 21 w 141"/>
                <a:gd name="T27" fmla="*/ 102 h 216"/>
                <a:gd name="T28" fmla="*/ 58 w 141"/>
                <a:gd name="T29" fmla="*/ 119 h 216"/>
                <a:gd name="T30" fmla="*/ 82 w 141"/>
                <a:gd name="T31" fmla="*/ 122 h 216"/>
                <a:gd name="T32" fmla="*/ 105 w 141"/>
                <a:gd name="T33" fmla="*/ 132 h 216"/>
                <a:gd name="T34" fmla="*/ 113 w 141"/>
                <a:gd name="T35" fmla="*/ 155 h 216"/>
                <a:gd name="T36" fmla="*/ 70 w 141"/>
                <a:gd name="T37" fmla="*/ 189 h 216"/>
                <a:gd name="T38" fmla="*/ 19 w 141"/>
                <a:gd name="T39" fmla="*/ 170 h 216"/>
                <a:gd name="T40" fmla="*/ 0 w 141"/>
                <a:gd name="T41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216">
                  <a:moveTo>
                    <a:pt x="0" y="189"/>
                  </a:moveTo>
                  <a:cubicBezTo>
                    <a:pt x="18" y="208"/>
                    <a:pt x="39" y="216"/>
                    <a:pt x="70" y="216"/>
                  </a:cubicBezTo>
                  <a:cubicBezTo>
                    <a:pt x="113" y="216"/>
                    <a:pt x="141" y="192"/>
                    <a:pt x="141" y="154"/>
                  </a:cubicBezTo>
                  <a:cubicBezTo>
                    <a:pt x="141" y="136"/>
                    <a:pt x="135" y="121"/>
                    <a:pt x="125" y="111"/>
                  </a:cubicBezTo>
                  <a:cubicBezTo>
                    <a:pt x="116" y="103"/>
                    <a:pt x="106" y="98"/>
                    <a:pt x="88" y="95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55" y="90"/>
                    <a:pt x="47" y="86"/>
                    <a:pt x="42" y="81"/>
                  </a:cubicBezTo>
                  <a:cubicBezTo>
                    <a:pt x="36" y="76"/>
                    <a:pt x="34" y="69"/>
                    <a:pt x="34" y="60"/>
                  </a:cubicBezTo>
                  <a:cubicBezTo>
                    <a:pt x="34" y="39"/>
                    <a:pt x="49" y="25"/>
                    <a:pt x="72" y="25"/>
                  </a:cubicBezTo>
                  <a:cubicBezTo>
                    <a:pt x="91" y="25"/>
                    <a:pt x="104" y="30"/>
                    <a:pt x="116" y="4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17" y="7"/>
                    <a:pt x="98" y="0"/>
                    <a:pt x="73" y="0"/>
                  </a:cubicBezTo>
                  <a:cubicBezTo>
                    <a:pt x="33" y="0"/>
                    <a:pt x="7" y="24"/>
                    <a:pt x="7" y="62"/>
                  </a:cubicBezTo>
                  <a:cubicBezTo>
                    <a:pt x="7" y="79"/>
                    <a:pt x="11" y="92"/>
                    <a:pt x="21" y="102"/>
                  </a:cubicBezTo>
                  <a:cubicBezTo>
                    <a:pt x="30" y="110"/>
                    <a:pt x="43" y="116"/>
                    <a:pt x="5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94" y="124"/>
                    <a:pt x="100" y="126"/>
                    <a:pt x="105" y="132"/>
                  </a:cubicBezTo>
                  <a:cubicBezTo>
                    <a:pt x="110" y="137"/>
                    <a:pt x="113" y="145"/>
                    <a:pt x="113" y="155"/>
                  </a:cubicBezTo>
                  <a:cubicBezTo>
                    <a:pt x="113" y="177"/>
                    <a:pt x="98" y="189"/>
                    <a:pt x="70" y="189"/>
                  </a:cubicBezTo>
                  <a:cubicBezTo>
                    <a:pt x="48" y="189"/>
                    <a:pt x="32" y="183"/>
                    <a:pt x="19" y="170"/>
                  </a:cubicBezTo>
                  <a:lnTo>
                    <a:pt x="0" y="1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0" name="Freeform 542">
              <a:extLst>
                <a:ext uri="{FF2B5EF4-FFF2-40B4-BE49-F238E27FC236}">
                  <a16:creationId xmlns:a16="http://schemas.microsoft.com/office/drawing/2014/main" id="{19E3969B-67F3-44EF-BA24-061330421C2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87700" y="12615863"/>
              <a:ext cx="87313" cy="136525"/>
            </a:xfrm>
            <a:custGeom>
              <a:avLst/>
              <a:gdLst>
                <a:gd name="T0" fmla="*/ 0 w 138"/>
                <a:gd name="T1" fmla="*/ 213 h 213"/>
                <a:gd name="T2" fmla="*/ 28 w 138"/>
                <a:gd name="T3" fmla="*/ 213 h 213"/>
                <a:gd name="T4" fmla="*/ 28 w 138"/>
                <a:gd name="T5" fmla="*/ 129 h 213"/>
                <a:gd name="T6" fmla="*/ 75 w 138"/>
                <a:gd name="T7" fmla="*/ 129 h 213"/>
                <a:gd name="T8" fmla="*/ 138 w 138"/>
                <a:gd name="T9" fmla="*/ 65 h 213"/>
                <a:gd name="T10" fmla="*/ 75 w 138"/>
                <a:gd name="T11" fmla="*/ 0 h 213"/>
                <a:gd name="T12" fmla="*/ 0 w 138"/>
                <a:gd name="T13" fmla="*/ 0 h 213"/>
                <a:gd name="T14" fmla="*/ 0 w 138"/>
                <a:gd name="T15" fmla="*/ 213 h 213"/>
                <a:gd name="T16" fmla="*/ 73 w 138"/>
                <a:gd name="T17" fmla="*/ 102 h 213"/>
                <a:gd name="T18" fmla="*/ 28 w 138"/>
                <a:gd name="T19" fmla="*/ 102 h 213"/>
                <a:gd name="T20" fmla="*/ 28 w 138"/>
                <a:gd name="T21" fmla="*/ 27 h 213"/>
                <a:gd name="T22" fmla="*/ 73 w 138"/>
                <a:gd name="T23" fmla="*/ 27 h 213"/>
                <a:gd name="T24" fmla="*/ 111 w 138"/>
                <a:gd name="T25" fmla="*/ 65 h 213"/>
                <a:gd name="T26" fmla="*/ 73 w 138"/>
                <a:gd name="T27" fmla="*/ 10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8" h="213">
                  <a:moveTo>
                    <a:pt x="0" y="213"/>
                  </a:moveTo>
                  <a:cubicBezTo>
                    <a:pt x="28" y="213"/>
                    <a:pt x="28" y="213"/>
                    <a:pt x="28" y="213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75" y="129"/>
                    <a:pt x="75" y="129"/>
                    <a:pt x="75" y="129"/>
                  </a:cubicBezTo>
                  <a:cubicBezTo>
                    <a:pt x="112" y="129"/>
                    <a:pt x="138" y="102"/>
                    <a:pt x="138" y="65"/>
                  </a:cubicBezTo>
                  <a:cubicBezTo>
                    <a:pt x="138" y="27"/>
                    <a:pt x="112" y="0"/>
                    <a:pt x="7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3" y="102"/>
                  </a:moveTo>
                  <a:cubicBezTo>
                    <a:pt x="28" y="102"/>
                    <a:pt x="28" y="102"/>
                    <a:pt x="28" y="102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96" y="27"/>
                    <a:pt x="111" y="42"/>
                    <a:pt x="111" y="65"/>
                  </a:cubicBezTo>
                  <a:cubicBezTo>
                    <a:pt x="111" y="87"/>
                    <a:pt x="96" y="102"/>
                    <a:pt x="73" y="10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1" name="Freeform 543">
              <a:extLst>
                <a:ext uri="{FF2B5EF4-FFF2-40B4-BE49-F238E27FC236}">
                  <a16:creationId xmlns:a16="http://schemas.microsoft.com/office/drawing/2014/main" id="{C402F272-B378-4AF6-85B0-F5048BBD4F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997238" y="12615863"/>
              <a:ext cx="90488" cy="136525"/>
            </a:xfrm>
            <a:custGeom>
              <a:avLst/>
              <a:gdLst>
                <a:gd name="T0" fmla="*/ 46 w 57"/>
                <a:gd name="T1" fmla="*/ 86 h 86"/>
                <a:gd name="T2" fmla="*/ 57 w 57"/>
                <a:gd name="T3" fmla="*/ 86 h 86"/>
                <a:gd name="T4" fmla="*/ 57 w 57"/>
                <a:gd name="T5" fmla="*/ 0 h 86"/>
                <a:gd name="T6" fmla="*/ 46 w 57"/>
                <a:gd name="T7" fmla="*/ 0 h 86"/>
                <a:gd name="T8" fmla="*/ 46 w 57"/>
                <a:gd name="T9" fmla="*/ 37 h 86"/>
                <a:gd name="T10" fmla="*/ 11 w 57"/>
                <a:gd name="T11" fmla="*/ 37 h 86"/>
                <a:gd name="T12" fmla="*/ 11 w 57"/>
                <a:gd name="T13" fmla="*/ 0 h 86"/>
                <a:gd name="T14" fmla="*/ 0 w 57"/>
                <a:gd name="T15" fmla="*/ 0 h 86"/>
                <a:gd name="T16" fmla="*/ 0 w 57"/>
                <a:gd name="T17" fmla="*/ 86 h 86"/>
                <a:gd name="T18" fmla="*/ 11 w 57"/>
                <a:gd name="T19" fmla="*/ 86 h 86"/>
                <a:gd name="T20" fmla="*/ 11 w 57"/>
                <a:gd name="T21" fmla="*/ 48 h 86"/>
                <a:gd name="T22" fmla="*/ 46 w 57"/>
                <a:gd name="T23" fmla="*/ 48 h 86"/>
                <a:gd name="T24" fmla="*/ 46 w 57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86">
                  <a:moveTo>
                    <a:pt x="46" y="86"/>
                  </a:moveTo>
                  <a:lnTo>
                    <a:pt x="57" y="86"/>
                  </a:lnTo>
                  <a:lnTo>
                    <a:pt x="57" y="0"/>
                  </a:lnTo>
                  <a:lnTo>
                    <a:pt x="46" y="0"/>
                  </a:lnTo>
                  <a:lnTo>
                    <a:pt x="46" y="37"/>
                  </a:lnTo>
                  <a:lnTo>
                    <a:pt x="11" y="3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48"/>
                  </a:lnTo>
                  <a:lnTo>
                    <a:pt x="46" y="48"/>
                  </a:lnTo>
                  <a:lnTo>
                    <a:pt x="46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2" name="Freeform 544">
              <a:extLst>
                <a:ext uri="{FF2B5EF4-FFF2-40B4-BE49-F238E27FC236}">
                  <a16:creationId xmlns:a16="http://schemas.microsoft.com/office/drawing/2014/main" id="{7D30AF1B-AD29-48DF-824F-08CF9A912F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116300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3" name="Freeform 545">
              <a:extLst>
                <a:ext uri="{FF2B5EF4-FFF2-40B4-BE49-F238E27FC236}">
                  <a16:creationId xmlns:a16="http://schemas.microsoft.com/office/drawing/2014/main" id="{B657F9DD-BC40-4AAF-8A7A-E496E92797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225838" y="12615863"/>
              <a:ext cx="90488" cy="136525"/>
            </a:xfrm>
            <a:custGeom>
              <a:avLst/>
              <a:gdLst>
                <a:gd name="T0" fmla="*/ 111 w 143"/>
                <a:gd name="T1" fmla="*/ 213 h 213"/>
                <a:gd name="T2" fmla="*/ 143 w 143"/>
                <a:gd name="T3" fmla="*/ 213 h 213"/>
                <a:gd name="T4" fmla="*/ 97 w 143"/>
                <a:gd name="T5" fmla="*/ 118 h 213"/>
                <a:gd name="T6" fmla="*/ 99 w 143"/>
                <a:gd name="T7" fmla="*/ 118 h 213"/>
                <a:gd name="T8" fmla="*/ 138 w 143"/>
                <a:gd name="T9" fmla="*/ 62 h 213"/>
                <a:gd name="T10" fmla="*/ 77 w 143"/>
                <a:gd name="T11" fmla="*/ 0 h 213"/>
                <a:gd name="T12" fmla="*/ 0 w 143"/>
                <a:gd name="T13" fmla="*/ 0 h 213"/>
                <a:gd name="T14" fmla="*/ 0 w 143"/>
                <a:gd name="T15" fmla="*/ 213 h 213"/>
                <a:gd name="T16" fmla="*/ 28 w 143"/>
                <a:gd name="T17" fmla="*/ 213 h 213"/>
                <a:gd name="T18" fmla="*/ 28 w 143"/>
                <a:gd name="T19" fmla="*/ 123 h 213"/>
                <a:gd name="T20" fmla="*/ 68 w 143"/>
                <a:gd name="T21" fmla="*/ 123 h 213"/>
                <a:gd name="T22" fmla="*/ 69 w 143"/>
                <a:gd name="T23" fmla="*/ 123 h 213"/>
                <a:gd name="T24" fmla="*/ 111 w 143"/>
                <a:gd name="T25" fmla="*/ 213 h 213"/>
                <a:gd name="T26" fmla="*/ 74 w 143"/>
                <a:gd name="T27" fmla="*/ 97 h 213"/>
                <a:gd name="T28" fmla="*/ 28 w 143"/>
                <a:gd name="T29" fmla="*/ 97 h 213"/>
                <a:gd name="T30" fmla="*/ 28 w 143"/>
                <a:gd name="T31" fmla="*/ 27 h 213"/>
                <a:gd name="T32" fmla="*/ 74 w 143"/>
                <a:gd name="T33" fmla="*/ 27 h 213"/>
                <a:gd name="T34" fmla="*/ 110 w 143"/>
                <a:gd name="T35" fmla="*/ 62 h 213"/>
                <a:gd name="T36" fmla="*/ 74 w 143"/>
                <a:gd name="T37" fmla="*/ 9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3" h="213">
                  <a:moveTo>
                    <a:pt x="111" y="213"/>
                  </a:moveTo>
                  <a:cubicBezTo>
                    <a:pt x="143" y="213"/>
                    <a:pt x="143" y="213"/>
                    <a:pt x="143" y="213"/>
                  </a:cubicBezTo>
                  <a:cubicBezTo>
                    <a:pt x="97" y="118"/>
                    <a:pt x="97" y="118"/>
                    <a:pt x="97" y="118"/>
                  </a:cubicBezTo>
                  <a:cubicBezTo>
                    <a:pt x="99" y="118"/>
                    <a:pt x="99" y="118"/>
                    <a:pt x="99" y="118"/>
                  </a:cubicBezTo>
                  <a:cubicBezTo>
                    <a:pt x="123" y="111"/>
                    <a:pt x="138" y="90"/>
                    <a:pt x="138" y="62"/>
                  </a:cubicBezTo>
                  <a:cubicBezTo>
                    <a:pt x="138" y="25"/>
                    <a:pt x="113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9" y="123"/>
                    <a:pt x="69" y="123"/>
                    <a:pt x="69" y="123"/>
                  </a:cubicBezTo>
                  <a:lnTo>
                    <a:pt x="111" y="213"/>
                  </a:lnTo>
                  <a:close/>
                  <a:moveTo>
                    <a:pt x="74" y="97"/>
                  </a:moveTo>
                  <a:cubicBezTo>
                    <a:pt x="28" y="97"/>
                    <a:pt x="28" y="97"/>
                    <a:pt x="28" y="9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96" y="27"/>
                    <a:pt x="110" y="41"/>
                    <a:pt x="110" y="62"/>
                  </a:cubicBezTo>
                  <a:cubicBezTo>
                    <a:pt x="110" y="84"/>
                    <a:pt x="96" y="97"/>
                    <a:pt x="74" y="9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4" name="Freeform 546">
              <a:extLst>
                <a:ext uri="{FF2B5EF4-FFF2-40B4-BE49-F238E27FC236}">
                  <a16:creationId xmlns:a16="http://schemas.microsoft.com/office/drawing/2014/main" id="{3693634D-962C-495E-8122-61EA2BA86C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340138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5" name="Freeform 547">
              <a:extLst>
                <a:ext uri="{FF2B5EF4-FFF2-40B4-BE49-F238E27FC236}">
                  <a16:creationId xmlns:a16="http://schemas.microsoft.com/office/drawing/2014/main" id="{C8FA1B13-3AEF-4C94-AFC4-5CF966FD45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609763" y="12320588"/>
              <a:ext cx="0" cy="706437"/>
            </a:xfrm>
            <a:custGeom>
              <a:avLst/>
              <a:gdLst>
                <a:gd name="T0" fmla="*/ 0 h 445"/>
                <a:gd name="T1" fmla="*/ 445 h 445"/>
                <a:gd name="T2" fmla="*/ 0 h 44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45">
                  <a:moveTo>
                    <a:pt x="0" y="0"/>
                  </a:moveTo>
                  <a:lnTo>
                    <a:pt x="0" y="4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6" name="Line 548">
              <a:extLst>
                <a:ext uri="{FF2B5EF4-FFF2-40B4-BE49-F238E27FC236}">
                  <a16:creationId xmlns:a16="http://schemas.microsoft.com/office/drawing/2014/main" id="{FD27D49D-74B3-42A2-8F37-16A990B944F6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>
              <a:off x="14609763" y="12320588"/>
              <a:ext cx="0" cy="70643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7" name="Rectangle 549">
              <a:extLst>
                <a:ext uri="{FF2B5EF4-FFF2-40B4-BE49-F238E27FC236}">
                  <a16:creationId xmlns:a16="http://schemas.microsoft.com/office/drawing/2014/main" id="{F6D06CFC-7A2F-4B01-87BD-7D8E6F6E4CA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4606588" y="12320588"/>
              <a:ext cx="6350" cy="7064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8" name="Freeform 550">
              <a:extLst>
                <a:ext uri="{FF2B5EF4-FFF2-40B4-BE49-F238E27FC236}">
                  <a16:creationId xmlns:a16="http://schemas.microsoft.com/office/drawing/2014/main" id="{CD5E418D-EADD-43CD-9D9C-9DB0F18A584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719300" y="12868275"/>
              <a:ext cx="50800" cy="80962"/>
            </a:xfrm>
            <a:custGeom>
              <a:avLst/>
              <a:gdLst>
                <a:gd name="T0" fmla="*/ 14 w 32"/>
                <a:gd name="T1" fmla="*/ 51 h 51"/>
                <a:gd name="T2" fmla="*/ 14 w 32"/>
                <a:gd name="T3" fmla="*/ 4 h 51"/>
                <a:gd name="T4" fmla="*/ 0 w 32"/>
                <a:gd name="T5" fmla="*/ 4 h 51"/>
                <a:gd name="T6" fmla="*/ 0 w 32"/>
                <a:gd name="T7" fmla="*/ 0 h 51"/>
                <a:gd name="T8" fmla="*/ 32 w 32"/>
                <a:gd name="T9" fmla="*/ 0 h 51"/>
                <a:gd name="T10" fmla="*/ 32 w 32"/>
                <a:gd name="T11" fmla="*/ 4 h 51"/>
                <a:gd name="T12" fmla="*/ 18 w 32"/>
                <a:gd name="T13" fmla="*/ 4 h 51"/>
                <a:gd name="T14" fmla="*/ 18 w 32"/>
                <a:gd name="T15" fmla="*/ 50 h 51"/>
                <a:gd name="T16" fmla="*/ 18 w 32"/>
                <a:gd name="T17" fmla="*/ 51 h 51"/>
                <a:gd name="T18" fmla="*/ 14 w 32"/>
                <a:gd name="T19" fmla="*/ 51 h 51"/>
                <a:gd name="T20" fmla="*/ 18 w 32"/>
                <a:gd name="T21" fmla="*/ 50 h 51"/>
                <a:gd name="T22" fmla="*/ 18 w 32"/>
                <a:gd name="T23" fmla="*/ 50 h 51"/>
                <a:gd name="T24" fmla="*/ 18 w 32"/>
                <a:gd name="T25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1">
                  <a:moveTo>
                    <a:pt x="14" y="51"/>
                  </a:moveTo>
                  <a:lnTo>
                    <a:pt x="14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2" y="0"/>
                  </a:lnTo>
                  <a:lnTo>
                    <a:pt x="32" y="4"/>
                  </a:lnTo>
                  <a:lnTo>
                    <a:pt x="18" y="4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9" name="Freeform 551">
              <a:extLst>
                <a:ext uri="{FF2B5EF4-FFF2-40B4-BE49-F238E27FC236}">
                  <a16:creationId xmlns:a16="http://schemas.microsoft.com/office/drawing/2014/main" id="{59BFC2D9-4E31-4EBC-B54B-A0E9395155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784388" y="12868275"/>
              <a:ext cx="52388" cy="80962"/>
            </a:xfrm>
            <a:custGeom>
              <a:avLst/>
              <a:gdLst>
                <a:gd name="T0" fmla="*/ 29 w 33"/>
                <a:gd name="T1" fmla="*/ 51 h 51"/>
                <a:gd name="T2" fmla="*/ 29 w 33"/>
                <a:gd name="T3" fmla="*/ 27 h 51"/>
                <a:gd name="T4" fmla="*/ 4 w 33"/>
                <a:gd name="T5" fmla="*/ 27 h 51"/>
                <a:gd name="T6" fmla="*/ 4 w 33"/>
                <a:gd name="T7" fmla="*/ 51 h 51"/>
                <a:gd name="T8" fmla="*/ 0 w 33"/>
                <a:gd name="T9" fmla="*/ 51 h 51"/>
                <a:gd name="T10" fmla="*/ 0 w 33"/>
                <a:gd name="T11" fmla="*/ 0 h 51"/>
                <a:gd name="T12" fmla="*/ 4 w 33"/>
                <a:gd name="T13" fmla="*/ 0 h 51"/>
                <a:gd name="T14" fmla="*/ 4 w 33"/>
                <a:gd name="T15" fmla="*/ 23 h 51"/>
                <a:gd name="T16" fmla="*/ 29 w 33"/>
                <a:gd name="T17" fmla="*/ 23 h 51"/>
                <a:gd name="T18" fmla="*/ 29 w 33"/>
                <a:gd name="T19" fmla="*/ 0 h 51"/>
                <a:gd name="T20" fmla="*/ 33 w 33"/>
                <a:gd name="T21" fmla="*/ 0 h 51"/>
                <a:gd name="T22" fmla="*/ 33 w 33"/>
                <a:gd name="T23" fmla="*/ 51 h 51"/>
                <a:gd name="T24" fmla="*/ 29 w 33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29" y="51"/>
                  </a:moveTo>
                  <a:lnTo>
                    <a:pt x="29" y="27"/>
                  </a:lnTo>
                  <a:lnTo>
                    <a:pt x="4" y="2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3"/>
                  </a:lnTo>
                  <a:lnTo>
                    <a:pt x="29" y="23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3" y="51"/>
                  </a:lnTo>
                  <a:lnTo>
                    <a:pt x="29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0" name="Freeform 552">
              <a:extLst>
                <a:ext uri="{FF2B5EF4-FFF2-40B4-BE49-F238E27FC236}">
                  <a16:creationId xmlns:a16="http://schemas.microsoft.com/office/drawing/2014/main" id="{6CFA49C5-5DE4-4793-A6DB-81508E0ED3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60588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4 w 29"/>
                <a:gd name="T11" fmla="*/ 4 h 51"/>
                <a:gd name="T12" fmla="*/ 4 w 29"/>
                <a:gd name="T13" fmla="*/ 23 h 51"/>
                <a:gd name="T14" fmla="*/ 26 w 29"/>
                <a:gd name="T15" fmla="*/ 23 h 51"/>
                <a:gd name="T16" fmla="*/ 26 w 29"/>
                <a:gd name="T17" fmla="*/ 27 h 51"/>
                <a:gd name="T18" fmla="*/ 4 w 29"/>
                <a:gd name="T19" fmla="*/ 27 h 51"/>
                <a:gd name="T20" fmla="*/ 4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1" name="Freeform 553">
              <a:extLst>
                <a:ext uri="{FF2B5EF4-FFF2-40B4-BE49-F238E27FC236}">
                  <a16:creationId xmlns:a16="http://schemas.microsoft.com/office/drawing/2014/main" id="{34D49276-F966-4000-83A5-1E67F39D45A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952663" y="12868275"/>
              <a:ext cx="52388" cy="80962"/>
            </a:xfrm>
            <a:custGeom>
              <a:avLst/>
              <a:gdLst>
                <a:gd name="T0" fmla="*/ 71 w 82"/>
                <a:gd name="T1" fmla="*/ 125 h 125"/>
                <a:gd name="T2" fmla="*/ 42 w 82"/>
                <a:gd name="T3" fmla="*/ 68 h 125"/>
                <a:gd name="T4" fmla="*/ 10 w 82"/>
                <a:gd name="T5" fmla="*/ 68 h 125"/>
                <a:gd name="T6" fmla="*/ 10 w 82"/>
                <a:gd name="T7" fmla="*/ 125 h 125"/>
                <a:gd name="T8" fmla="*/ 0 w 82"/>
                <a:gd name="T9" fmla="*/ 125 h 125"/>
                <a:gd name="T10" fmla="*/ 0 w 82"/>
                <a:gd name="T11" fmla="*/ 0 h 125"/>
                <a:gd name="T12" fmla="*/ 46 w 82"/>
                <a:gd name="T13" fmla="*/ 0 h 125"/>
                <a:gd name="T14" fmla="*/ 81 w 82"/>
                <a:gd name="T15" fmla="*/ 34 h 125"/>
                <a:gd name="T16" fmla="*/ 53 w 82"/>
                <a:gd name="T17" fmla="*/ 67 h 125"/>
                <a:gd name="T18" fmla="*/ 82 w 82"/>
                <a:gd name="T19" fmla="*/ 125 h 125"/>
                <a:gd name="T20" fmla="*/ 71 w 82"/>
                <a:gd name="T21" fmla="*/ 125 h 125"/>
                <a:gd name="T22" fmla="*/ 45 w 82"/>
                <a:gd name="T23" fmla="*/ 9 h 125"/>
                <a:gd name="T24" fmla="*/ 10 w 82"/>
                <a:gd name="T25" fmla="*/ 9 h 125"/>
                <a:gd name="T26" fmla="*/ 10 w 82"/>
                <a:gd name="T27" fmla="*/ 59 h 125"/>
                <a:gd name="T28" fmla="*/ 45 w 82"/>
                <a:gd name="T29" fmla="*/ 59 h 125"/>
                <a:gd name="T30" fmla="*/ 71 w 82"/>
                <a:gd name="T31" fmla="*/ 34 h 125"/>
                <a:gd name="T32" fmla="*/ 45 w 82"/>
                <a:gd name="T33" fmla="*/ 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125">
                  <a:moveTo>
                    <a:pt x="71" y="125"/>
                  </a:moveTo>
                  <a:cubicBezTo>
                    <a:pt x="42" y="68"/>
                    <a:pt x="42" y="68"/>
                    <a:pt x="42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66" y="0"/>
                    <a:pt x="81" y="12"/>
                    <a:pt x="81" y="34"/>
                  </a:cubicBezTo>
                  <a:cubicBezTo>
                    <a:pt x="81" y="52"/>
                    <a:pt x="70" y="64"/>
                    <a:pt x="53" y="67"/>
                  </a:cubicBezTo>
                  <a:cubicBezTo>
                    <a:pt x="82" y="125"/>
                    <a:pt x="82" y="125"/>
                    <a:pt x="82" y="125"/>
                  </a:cubicBezTo>
                  <a:lnTo>
                    <a:pt x="71" y="125"/>
                  </a:lnTo>
                  <a:close/>
                  <a:moveTo>
                    <a:pt x="45" y="9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60" y="58"/>
                    <a:pt x="71" y="51"/>
                    <a:pt x="71" y="34"/>
                  </a:cubicBezTo>
                  <a:cubicBezTo>
                    <a:pt x="71" y="17"/>
                    <a:pt x="60" y="9"/>
                    <a:pt x="45" y="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2" name="Freeform 554">
              <a:extLst>
                <a:ext uri="{FF2B5EF4-FFF2-40B4-BE49-F238E27FC236}">
                  <a16:creationId xmlns:a16="http://schemas.microsoft.com/office/drawing/2014/main" id="{E6E88252-4142-4695-9907-E1CAC22AEC5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019338" y="12868275"/>
              <a:ext cx="53975" cy="80962"/>
            </a:xfrm>
            <a:custGeom>
              <a:avLst/>
              <a:gdLst>
                <a:gd name="T0" fmla="*/ 41 w 83"/>
                <a:gd name="T1" fmla="*/ 127 h 127"/>
                <a:gd name="T2" fmla="*/ 11 w 83"/>
                <a:gd name="T3" fmla="*/ 114 h 127"/>
                <a:gd name="T4" fmla="*/ 0 w 83"/>
                <a:gd name="T5" fmla="*/ 63 h 127"/>
                <a:gd name="T6" fmla="*/ 11 w 83"/>
                <a:gd name="T7" fmla="*/ 13 h 127"/>
                <a:gd name="T8" fmla="*/ 41 w 83"/>
                <a:gd name="T9" fmla="*/ 0 h 127"/>
                <a:gd name="T10" fmla="*/ 72 w 83"/>
                <a:gd name="T11" fmla="*/ 13 h 127"/>
                <a:gd name="T12" fmla="*/ 83 w 83"/>
                <a:gd name="T13" fmla="*/ 63 h 127"/>
                <a:gd name="T14" fmla="*/ 72 w 83"/>
                <a:gd name="T15" fmla="*/ 114 h 127"/>
                <a:gd name="T16" fmla="*/ 41 w 83"/>
                <a:gd name="T17" fmla="*/ 127 h 127"/>
                <a:gd name="T18" fmla="*/ 64 w 83"/>
                <a:gd name="T19" fmla="*/ 19 h 127"/>
                <a:gd name="T20" fmla="*/ 41 w 83"/>
                <a:gd name="T21" fmla="*/ 9 h 127"/>
                <a:gd name="T22" fmla="*/ 19 w 83"/>
                <a:gd name="T23" fmla="*/ 19 h 127"/>
                <a:gd name="T24" fmla="*/ 10 w 83"/>
                <a:gd name="T25" fmla="*/ 63 h 127"/>
                <a:gd name="T26" fmla="*/ 19 w 83"/>
                <a:gd name="T27" fmla="*/ 108 h 127"/>
                <a:gd name="T28" fmla="*/ 41 w 83"/>
                <a:gd name="T29" fmla="*/ 118 h 127"/>
                <a:gd name="T30" fmla="*/ 64 w 83"/>
                <a:gd name="T31" fmla="*/ 108 h 127"/>
                <a:gd name="T32" fmla="*/ 73 w 83"/>
                <a:gd name="T33" fmla="*/ 63 h 127"/>
                <a:gd name="T34" fmla="*/ 64 w 83"/>
                <a:gd name="T35" fmla="*/ 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53" y="0"/>
                    <a:pt x="64" y="5"/>
                    <a:pt x="72" y="13"/>
                  </a:cubicBezTo>
                  <a:cubicBezTo>
                    <a:pt x="83" y="24"/>
                    <a:pt x="83" y="35"/>
                    <a:pt x="83" y="63"/>
                  </a:cubicBezTo>
                  <a:cubicBezTo>
                    <a:pt x="83" y="91"/>
                    <a:pt x="83" y="102"/>
                    <a:pt x="72" y="114"/>
                  </a:cubicBezTo>
                  <a:cubicBezTo>
                    <a:pt x="64" y="122"/>
                    <a:pt x="53" y="127"/>
                    <a:pt x="41" y="127"/>
                  </a:cubicBezTo>
                  <a:moveTo>
                    <a:pt x="64" y="19"/>
                  </a:moveTo>
                  <a:cubicBezTo>
                    <a:pt x="58" y="12"/>
                    <a:pt x="50" y="9"/>
                    <a:pt x="41" y="9"/>
                  </a:cubicBezTo>
                  <a:cubicBezTo>
                    <a:pt x="33" y="9"/>
                    <a:pt x="25" y="12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0" y="118"/>
                    <a:pt x="58" y="114"/>
                    <a:pt x="64" y="108"/>
                  </a:cubicBezTo>
                  <a:cubicBezTo>
                    <a:pt x="72" y="99"/>
                    <a:pt x="73" y="90"/>
                    <a:pt x="73" y="63"/>
                  </a:cubicBezTo>
                  <a:cubicBezTo>
                    <a:pt x="73" y="37"/>
                    <a:pt x="72" y="27"/>
                    <a:pt x="64" y="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3" name="Freeform 555">
              <a:extLst>
                <a:ext uri="{FF2B5EF4-FFF2-40B4-BE49-F238E27FC236}">
                  <a16:creationId xmlns:a16="http://schemas.microsoft.com/office/drawing/2014/main" id="{D99292BC-036D-4415-9FCE-D4CDFDD777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081250" y="12868275"/>
              <a:ext cx="52388" cy="80962"/>
            </a:xfrm>
            <a:custGeom>
              <a:avLst/>
              <a:gdLst>
                <a:gd name="T0" fmla="*/ 14 w 33"/>
                <a:gd name="T1" fmla="*/ 51 h 51"/>
                <a:gd name="T2" fmla="*/ 14 w 33"/>
                <a:gd name="T3" fmla="*/ 30 h 51"/>
                <a:gd name="T4" fmla="*/ 0 w 33"/>
                <a:gd name="T5" fmla="*/ 0 h 51"/>
                <a:gd name="T6" fmla="*/ 4 w 33"/>
                <a:gd name="T7" fmla="*/ 0 h 51"/>
                <a:gd name="T8" fmla="*/ 17 w 33"/>
                <a:gd name="T9" fmla="*/ 25 h 51"/>
                <a:gd name="T10" fmla="*/ 28 w 33"/>
                <a:gd name="T11" fmla="*/ 0 h 51"/>
                <a:gd name="T12" fmla="*/ 33 w 33"/>
                <a:gd name="T13" fmla="*/ 0 h 51"/>
                <a:gd name="T14" fmla="*/ 18 w 33"/>
                <a:gd name="T15" fmla="*/ 30 h 51"/>
                <a:gd name="T16" fmla="*/ 18 w 33"/>
                <a:gd name="T17" fmla="*/ 50 h 51"/>
                <a:gd name="T18" fmla="*/ 18 w 33"/>
                <a:gd name="T19" fmla="*/ 51 h 51"/>
                <a:gd name="T20" fmla="*/ 14 w 33"/>
                <a:gd name="T21" fmla="*/ 51 h 51"/>
                <a:gd name="T22" fmla="*/ 18 w 33"/>
                <a:gd name="T23" fmla="*/ 50 h 51"/>
                <a:gd name="T24" fmla="*/ 18 w 33"/>
                <a:gd name="T25" fmla="*/ 50 h 51"/>
                <a:gd name="T26" fmla="*/ 18 w 33"/>
                <a:gd name="T27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51">
                  <a:moveTo>
                    <a:pt x="14" y="51"/>
                  </a:moveTo>
                  <a:lnTo>
                    <a:pt x="14" y="3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7" y="25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18" y="30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4" name="Freeform 556">
              <a:extLst>
                <a:ext uri="{FF2B5EF4-FFF2-40B4-BE49-F238E27FC236}">
                  <a16:creationId xmlns:a16="http://schemas.microsoft.com/office/drawing/2014/main" id="{F746F8AE-88BB-4E02-9B65-939CA8211CE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130463" y="12868275"/>
              <a:ext cx="63500" cy="80962"/>
            </a:xfrm>
            <a:custGeom>
              <a:avLst/>
              <a:gdLst>
                <a:gd name="T0" fmla="*/ 35 w 40"/>
                <a:gd name="T1" fmla="*/ 51 h 51"/>
                <a:gd name="T2" fmla="*/ 31 w 40"/>
                <a:gd name="T3" fmla="*/ 39 h 51"/>
                <a:gd name="T4" fmla="*/ 9 w 40"/>
                <a:gd name="T5" fmla="*/ 39 h 51"/>
                <a:gd name="T6" fmla="*/ 5 w 40"/>
                <a:gd name="T7" fmla="*/ 51 h 51"/>
                <a:gd name="T8" fmla="*/ 0 w 40"/>
                <a:gd name="T9" fmla="*/ 51 h 51"/>
                <a:gd name="T10" fmla="*/ 18 w 40"/>
                <a:gd name="T11" fmla="*/ 0 h 51"/>
                <a:gd name="T12" fmla="*/ 22 w 40"/>
                <a:gd name="T13" fmla="*/ 0 h 51"/>
                <a:gd name="T14" fmla="*/ 40 w 40"/>
                <a:gd name="T15" fmla="*/ 51 h 51"/>
                <a:gd name="T16" fmla="*/ 35 w 40"/>
                <a:gd name="T17" fmla="*/ 51 h 51"/>
                <a:gd name="T18" fmla="*/ 30 w 40"/>
                <a:gd name="T19" fmla="*/ 35 h 51"/>
                <a:gd name="T20" fmla="*/ 20 w 40"/>
                <a:gd name="T21" fmla="*/ 6 h 51"/>
                <a:gd name="T22" fmla="*/ 10 w 40"/>
                <a:gd name="T23" fmla="*/ 35 h 51"/>
                <a:gd name="T24" fmla="*/ 30 w 40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51">
                  <a:moveTo>
                    <a:pt x="35" y="51"/>
                  </a:moveTo>
                  <a:lnTo>
                    <a:pt x="31" y="39"/>
                  </a:lnTo>
                  <a:lnTo>
                    <a:pt x="9" y="39"/>
                  </a:lnTo>
                  <a:lnTo>
                    <a:pt x="5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40" y="51"/>
                  </a:lnTo>
                  <a:lnTo>
                    <a:pt x="35" y="51"/>
                  </a:lnTo>
                  <a:close/>
                  <a:moveTo>
                    <a:pt x="30" y="35"/>
                  </a:moveTo>
                  <a:lnTo>
                    <a:pt x="20" y="6"/>
                  </a:lnTo>
                  <a:lnTo>
                    <a:pt x="10" y="35"/>
                  </a:lnTo>
                  <a:lnTo>
                    <a:pt x="30" y="3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5" name="Freeform 557">
              <a:extLst>
                <a:ext uri="{FF2B5EF4-FFF2-40B4-BE49-F238E27FC236}">
                  <a16:creationId xmlns:a16="http://schemas.microsoft.com/office/drawing/2014/main" id="{74F357AA-E437-411A-8CC1-8A4DA62C74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206663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4 w 29"/>
                <a:gd name="T7" fmla="*/ 0 h 51"/>
                <a:gd name="T8" fmla="*/ 4 w 29"/>
                <a:gd name="T9" fmla="*/ 47 h 51"/>
                <a:gd name="T10" fmla="*/ 29 w 29"/>
                <a:gd name="T11" fmla="*/ 47 h 51"/>
                <a:gd name="T12" fmla="*/ 29 w 29"/>
                <a:gd name="T13" fmla="*/ 51 h 51"/>
                <a:gd name="T14" fmla="*/ 0 w 29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6" name="Freeform 558">
              <a:extLst>
                <a:ext uri="{FF2B5EF4-FFF2-40B4-BE49-F238E27FC236}">
                  <a16:creationId xmlns:a16="http://schemas.microsoft.com/office/drawing/2014/main" id="{946710AF-803F-43E9-AA73-D68A3AA34C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287625" y="12868275"/>
              <a:ext cx="52388" cy="80962"/>
            </a:xfrm>
            <a:custGeom>
              <a:avLst/>
              <a:gdLst>
                <a:gd name="T0" fmla="*/ 41 w 81"/>
                <a:gd name="T1" fmla="*/ 127 h 127"/>
                <a:gd name="T2" fmla="*/ 41 w 81"/>
                <a:gd name="T3" fmla="*/ 127 h 127"/>
                <a:gd name="T4" fmla="*/ 0 w 81"/>
                <a:gd name="T5" fmla="*/ 110 h 127"/>
                <a:gd name="T6" fmla="*/ 0 w 81"/>
                <a:gd name="T7" fmla="*/ 110 h 127"/>
                <a:gd name="T8" fmla="*/ 7 w 81"/>
                <a:gd name="T9" fmla="*/ 103 h 127"/>
                <a:gd name="T10" fmla="*/ 7 w 81"/>
                <a:gd name="T11" fmla="*/ 103 h 127"/>
                <a:gd name="T12" fmla="*/ 41 w 81"/>
                <a:gd name="T13" fmla="*/ 118 h 127"/>
                <a:gd name="T14" fmla="*/ 72 w 81"/>
                <a:gd name="T15" fmla="*/ 92 h 127"/>
                <a:gd name="T16" fmla="*/ 65 w 81"/>
                <a:gd name="T17" fmla="*/ 75 h 127"/>
                <a:gd name="T18" fmla="*/ 48 w 81"/>
                <a:gd name="T19" fmla="*/ 69 h 127"/>
                <a:gd name="T20" fmla="*/ 34 w 81"/>
                <a:gd name="T21" fmla="*/ 67 h 127"/>
                <a:gd name="T22" fmla="*/ 12 w 81"/>
                <a:gd name="T23" fmla="*/ 57 h 127"/>
                <a:gd name="T24" fmla="*/ 3 w 81"/>
                <a:gd name="T25" fmla="*/ 34 h 127"/>
                <a:gd name="T26" fmla="*/ 13 w 81"/>
                <a:gd name="T27" fmla="*/ 9 h 127"/>
                <a:gd name="T28" fmla="*/ 40 w 81"/>
                <a:gd name="T29" fmla="*/ 0 h 127"/>
                <a:gd name="T30" fmla="*/ 75 w 81"/>
                <a:gd name="T31" fmla="*/ 14 h 127"/>
                <a:gd name="T32" fmla="*/ 76 w 81"/>
                <a:gd name="T33" fmla="*/ 14 h 127"/>
                <a:gd name="T34" fmla="*/ 69 w 81"/>
                <a:gd name="T35" fmla="*/ 20 h 127"/>
                <a:gd name="T36" fmla="*/ 69 w 81"/>
                <a:gd name="T37" fmla="*/ 20 h 127"/>
                <a:gd name="T38" fmla="*/ 40 w 81"/>
                <a:gd name="T39" fmla="*/ 9 h 127"/>
                <a:gd name="T40" fmla="*/ 13 w 81"/>
                <a:gd name="T41" fmla="*/ 34 h 127"/>
                <a:gd name="T42" fmla="*/ 19 w 81"/>
                <a:gd name="T43" fmla="*/ 50 h 127"/>
                <a:gd name="T44" fmla="*/ 36 w 81"/>
                <a:gd name="T45" fmla="*/ 57 h 127"/>
                <a:gd name="T46" fmla="*/ 49 w 81"/>
                <a:gd name="T47" fmla="*/ 60 h 127"/>
                <a:gd name="T48" fmla="*/ 71 w 81"/>
                <a:gd name="T49" fmla="*/ 68 h 127"/>
                <a:gd name="T50" fmla="*/ 81 w 81"/>
                <a:gd name="T51" fmla="*/ 92 h 127"/>
                <a:gd name="T52" fmla="*/ 41 w 81"/>
                <a:gd name="T5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1" h="127">
                  <a:moveTo>
                    <a:pt x="41" y="127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23" y="127"/>
                    <a:pt x="11" y="122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2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6" y="15"/>
                    <a:pt x="13" y="9"/>
                  </a:cubicBezTo>
                  <a:cubicBezTo>
                    <a:pt x="19" y="3"/>
                    <a:pt x="29" y="0"/>
                    <a:pt x="40" y="0"/>
                  </a:cubicBezTo>
                  <a:cubicBezTo>
                    <a:pt x="55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6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1" y="82"/>
                    <a:pt x="81" y="92"/>
                  </a:cubicBezTo>
                  <a:cubicBezTo>
                    <a:pt x="81" y="113"/>
                    <a:pt x="66" y="127"/>
                    <a:pt x="41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7" name="Freeform 559">
              <a:extLst>
                <a:ext uri="{FF2B5EF4-FFF2-40B4-BE49-F238E27FC236}">
                  <a16:creationId xmlns:a16="http://schemas.microsoft.com/office/drawing/2014/main" id="{28AA9AF0-00D9-4335-94D0-5FE3F195F2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347950" y="12868275"/>
              <a:ext cx="87313" cy="80962"/>
            </a:xfrm>
            <a:custGeom>
              <a:avLst/>
              <a:gdLst>
                <a:gd name="T0" fmla="*/ 39 w 55"/>
                <a:gd name="T1" fmla="*/ 51 h 51"/>
                <a:gd name="T2" fmla="*/ 39 w 55"/>
                <a:gd name="T3" fmla="*/ 50 h 51"/>
                <a:gd name="T4" fmla="*/ 39 w 55"/>
                <a:gd name="T5" fmla="*/ 50 h 51"/>
                <a:gd name="T6" fmla="*/ 39 w 55"/>
                <a:gd name="T7" fmla="*/ 50 h 51"/>
                <a:gd name="T8" fmla="*/ 39 w 55"/>
                <a:gd name="T9" fmla="*/ 51 h 51"/>
                <a:gd name="T10" fmla="*/ 39 w 55"/>
                <a:gd name="T11" fmla="*/ 51 h 51"/>
                <a:gd name="T12" fmla="*/ 27 w 55"/>
                <a:gd name="T13" fmla="*/ 7 h 51"/>
                <a:gd name="T14" fmla="*/ 16 w 55"/>
                <a:gd name="T15" fmla="*/ 51 h 51"/>
                <a:gd name="T16" fmla="*/ 12 w 55"/>
                <a:gd name="T17" fmla="*/ 51 h 51"/>
                <a:gd name="T18" fmla="*/ 0 w 55"/>
                <a:gd name="T19" fmla="*/ 0 h 51"/>
                <a:gd name="T20" fmla="*/ 4 w 55"/>
                <a:gd name="T21" fmla="*/ 0 h 51"/>
                <a:gd name="T22" fmla="*/ 14 w 55"/>
                <a:gd name="T23" fmla="*/ 43 h 51"/>
                <a:gd name="T24" fmla="*/ 25 w 55"/>
                <a:gd name="T25" fmla="*/ 0 h 51"/>
                <a:gd name="T26" fmla="*/ 29 w 55"/>
                <a:gd name="T27" fmla="*/ 0 h 51"/>
                <a:gd name="T28" fmla="*/ 41 w 55"/>
                <a:gd name="T29" fmla="*/ 43 h 51"/>
                <a:gd name="T30" fmla="*/ 51 w 55"/>
                <a:gd name="T31" fmla="*/ 0 h 51"/>
                <a:gd name="T32" fmla="*/ 55 w 55"/>
                <a:gd name="T33" fmla="*/ 0 h 51"/>
                <a:gd name="T34" fmla="*/ 43 w 55"/>
                <a:gd name="T35" fmla="*/ 51 h 51"/>
                <a:gd name="T36" fmla="*/ 39 w 55"/>
                <a:gd name="T3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51">
                  <a:moveTo>
                    <a:pt x="39" y="51"/>
                  </a:moveTo>
                  <a:lnTo>
                    <a:pt x="39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27" y="7"/>
                  </a:lnTo>
                  <a:lnTo>
                    <a:pt x="16" y="51"/>
                  </a:lnTo>
                  <a:lnTo>
                    <a:pt x="12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3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41" y="43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43" y="51"/>
                  </a:lnTo>
                  <a:lnTo>
                    <a:pt x="39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8" name="Freeform 560">
              <a:extLst>
                <a:ext uri="{FF2B5EF4-FFF2-40B4-BE49-F238E27FC236}">
                  <a16:creationId xmlns:a16="http://schemas.microsoft.com/office/drawing/2014/main" id="{C019E7F3-90F2-462C-86B0-DB0B113300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44796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4 w 30"/>
                <a:gd name="T11" fmla="*/ 4 h 51"/>
                <a:gd name="T12" fmla="*/ 4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4 w 30"/>
                <a:gd name="T19" fmla="*/ 27 h 51"/>
                <a:gd name="T20" fmla="*/ 4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9" name="Freeform 561">
              <a:extLst>
                <a:ext uri="{FF2B5EF4-FFF2-40B4-BE49-F238E27FC236}">
                  <a16:creationId xmlns:a16="http://schemas.microsoft.com/office/drawing/2014/main" id="{E6504019-3BC4-4515-8E68-8CEFD8949F5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513050" y="12868275"/>
              <a:ext cx="52388" cy="80962"/>
            </a:xfrm>
            <a:custGeom>
              <a:avLst/>
              <a:gdLst>
                <a:gd name="T0" fmla="*/ 40 w 82"/>
                <a:gd name="T1" fmla="*/ 125 h 125"/>
                <a:gd name="T2" fmla="*/ 0 w 82"/>
                <a:gd name="T3" fmla="*/ 125 h 125"/>
                <a:gd name="T4" fmla="*/ 0 w 82"/>
                <a:gd name="T5" fmla="*/ 0 h 125"/>
                <a:gd name="T6" fmla="*/ 40 w 82"/>
                <a:gd name="T7" fmla="*/ 0 h 125"/>
                <a:gd name="T8" fmla="*/ 71 w 82"/>
                <a:gd name="T9" fmla="*/ 12 h 125"/>
                <a:gd name="T10" fmla="*/ 82 w 82"/>
                <a:gd name="T11" fmla="*/ 57 h 125"/>
                <a:gd name="T12" fmla="*/ 82 w 82"/>
                <a:gd name="T13" fmla="*/ 61 h 125"/>
                <a:gd name="T14" fmla="*/ 82 w 82"/>
                <a:gd name="T15" fmla="*/ 65 h 125"/>
                <a:gd name="T16" fmla="*/ 71 w 82"/>
                <a:gd name="T17" fmla="*/ 113 h 125"/>
                <a:gd name="T18" fmla="*/ 40 w 82"/>
                <a:gd name="T19" fmla="*/ 125 h 125"/>
                <a:gd name="T20" fmla="*/ 64 w 82"/>
                <a:gd name="T21" fmla="*/ 19 h 125"/>
                <a:gd name="T22" fmla="*/ 38 w 82"/>
                <a:gd name="T23" fmla="*/ 9 h 125"/>
                <a:gd name="T24" fmla="*/ 10 w 82"/>
                <a:gd name="T25" fmla="*/ 9 h 125"/>
                <a:gd name="T26" fmla="*/ 10 w 82"/>
                <a:gd name="T27" fmla="*/ 115 h 125"/>
                <a:gd name="T28" fmla="*/ 38 w 82"/>
                <a:gd name="T29" fmla="*/ 115 h 125"/>
                <a:gd name="T30" fmla="*/ 64 w 82"/>
                <a:gd name="T31" fmla="*/ 106 h 125"/>
                <a:gd name="T32" fmla="*/ 73 w 82"/>
                <a:gd name="T33" fmla="*/ 65 h 125"/>
                <a:gd name="T34" fmla="*/ 73 w 82"/>
                <a:gd name="T35" fmla="*/ 61 h 125"/>
                <a:gd name="T36" fmla="*/ 73 w 82"/>
                <a:gd name="T37" fmla="*/ 57 h 125"/>
                <a:gd name="T38" fmla="*/ 64 w 82"/>
                <a:gd name="T39" fmla="*/ 1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25">
                  <a:moveTo>
                    <a:pt x="40" y="125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53" y="0"/>
                    <a:pt x="63" y="4"/>
                    <a:pt x="71" y="12"/>
                  </a:cubicBezTo>
                  <a:cubicBezTo>
                    <a:pt x="82" y="23"/>
                    <a:pt x="82" y="41"/>
                    <a:pt x="82" y="57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81"/>
                    <a:pt x="82" y="101"/>
                    <a:pt x="71" y="113"/>
                  </a:cubicBezTo>
                  <a:cubicBezTo>
                    <a:pt x="63" y="121"/>
                    <a:pt x="53" y="125"/>
                    <a:pt x="40" y="125"/>
                  </a:cubicBezTo>
                  <a:moveTo>
                    <a:pt x="64" y="19"/>
                  </a:moveTo>
                  <a:cubicBezTo>
                    <a:pt x="57" y="11"/>
                    <a:pt x="48" y="9"/>
                    <a:pt x="38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8" y="115"/>
                    <a:pt x="57" y="113"/>
                    <a:pt x="64" y="106"/>
                  </a:cubicBezTo>
                  <a:cubicBezTo>
                    <a:pt x="72" y="97"/>
                    <a:pt x="73" y="79"/>
                    <a:pt x="73" y="65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43"/>
                    <a:pt x="72" y="28"/>
                    <a:pt x="64" y="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0" name="Freeform 562">
              <a:extLst>
                <a:ext uri="{FF2B5EF4-FFF2-40B4-BE49-F238E27FC236}">
                  <a16:creationId xmlns:a16="http://schemas.microsoft.com/office/drawing/2014/main" id="{D3E20CB6-AF92-43F5-BFB3-ABE8562470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586075" y="12868275"/>
              <a:ext cx="6350" cy="80962"/>
            </a:xfrm>
            <a:custGeom>
              <a:avLst/>
              <a:gdLst>
                <a:gd name="T0" fmla="*/ 0 w 4"/>
                <a:gd name="T1" fmla="*/ 51 h 51"/>
                <a:gd name="T2" fmla="*/ 0 w 4"/>
                <a:gd name="T3" fmla="*/ 1 h 51"/>
                <a:gd name="T4" fmla="*/ 0 w 4"/>
                <a:gd name="T5" fmla="*/ 0 h 51"/>
                <a:gd name="T6" fmla="*/ 4 w 4"/>
                <a:gd name="T7" fmla="*/ 0 h 51"/>
                <a:gd name="T8" fmla="*/ 4 w 4"/>
                <a:gd name="T9" fmla="*/ 51 h 51"/>
                <a:gd name="T10" fmla="*/ 0 w 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1" name="Freeform 563">
              <a:extLst>
                <a:ext uri="{FF2B5EF4-FFF2-40B4-BE49-F238E27FC236}">
                  <a16:creationId xmlns:a16="http://schemas.microsoft.com/office/drawing/2014/main" id="{1F5F165C-55CA-4302-A06A-384AC57006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608300" y="12868275"/>
              <a:ext cx="52388" cy="80962"/>
            </a:xfrm>
            <a:custGeom>
              <a:avLst/>
              <a:gdLst>
                <a:gd name="T0" fmla="*/ 41 w 81"/>
                <a:gd name="T1" fmla="*/ 127 h 127"/>
                <a:gd name="T2" fmla="*/ 40 w 81"/>
                <a:gd name="T3" fmla="*/ 127 h 127"/>
                <a:gd name="T4" fmla="*/ 40 w 81"/>
                <a:gd name="T5" fmla="*/ 127 h 127"/>
                <a:gd name="T6" fmla="*/ 0 w 81"/>
                <a:gd name="T7" fmla="*/ 110 h 127"/>
                <a:gd name="T8" fmla="*/ 0 w 81"/>
                <a:gd name="T9" fmla="*/ 110 h 127"/>
                <a:gd name="T10" fmla="*/ 7 w 81"/>
                <a:gd name="T11" fmla="*/ 103 h 127"/>
                <a:gd name="T12" fmla="*/ 7 w 81"/>
                <a:gd name="T13" fmla="*/ 103 h 127"/>
                <a:gd name="T14" fmla="*/ 41 w 81"/>
                <a:gd name="T15" fmla="*/ 118 h 127"/>
                <a:gd name="T16" fmla="*/ 71 w 81"/>
                <a:gd name="T17" fmla="*/ 92 h 127"/>
                <a:gd name="T18" fmla="*/ 65 w 81"/>
                <a:gd name="T19" fmla="*/ 75 h 127"/>
                <a:gd name="T20" fmla="*/ 48 w 81"/>
                <a:gd name="T21" fmla="*/ 69 h 127"/>
                <a:gd name="T22" fmla="*/ 34 w 81"/>
                <a:gd name="T23" fmla="*/ 67 h 127"/>
                <a:gd name="T24" fmla="*/ 12 w 81"/>
                <a:gd name="T25" fmla="*/ 57 h 127"/>
                <a:gd name="T26" fmla="*/ 3 w 81"/>
                <a:gd name="T27" fmla="*/ 34 h 127"/>
                <a:gd name="T28" fmla="*/ 13 w 81"/>
                <a:gd name="T29" fmla="*/ 9 h 127"/>
                <a:gd name="T30" fmla="*/ 40 w 81"/>
                <a:gd name="T31" fmla="*/ 0 h 127"/>
                <a:gd name="T32" fmla="*/ 75 w 81"/>
                <a:gd name="T33" fmla="*/ 14 h 127"/>
                <a:gd name="T34" fmla="*/ 75 w 81"/>
                <a:gd name="T35" fmla="*/ 14 h 127"/>
                <a:gd name="T36" fmla="*/ 69 w 81"/>
                <a:gd name="T37" fmla="*/ 20 h 127"/>
                <a:gd name="T38" fmla="*/ 69 w 81"/>
                <a:gd name="T39" fmla="*/ 20 h 127"/>
                <a:gd name="T40" fmla="*/ 40 w 81"/>
                <a:gd name="T41" fmla="*/ 9 h 127"/>
                <a:gd name="T42" fmla="*/ 12 w 81"/>
                <a:gd name="T43" fmla="*/ 34 h 127"/>
                <a:gd name="T44" fmla="*/ 19 w 81"/>
                <a:gd name="T45" fmla="*/ 50 h 127"/>
                <a:gd name="T46" fmla="*/ 36 w 81"/>
                <a:gd name="T47" fmla="*/ 57 h 127"/>
                <a:gd name="T48" fmla="*/ 49 w 81"/>
                <a:gd name="T49" fmla="*/ 60 h 127"/>
                <a:gd name="T50" fmla="*/ 71 w 81"/>
                <a:gd name="T51" fmla="*/ 68 h 127"/>
                <a:gd name="T52" fmla="*/ 81 w 81"/>
                <a:gd name="T53" fmla="*/ 92 h 127"/>
                <a:gd name="T54" fmla="*/ 41 w 81"/>
                <a:gd name="T5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1" h="127">
                  <a:moveTo>
                    <a:pt x="41" y="127"/>
                  </a:moveTo>
                  <a:cubicBezTo>
                    <a:pt x="40" y="127"/>
                    <a:pt x="40" y="127"/>
                    <a:pt x="40" y="127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23" y="127"/>
                    <a:pt x="11" y="122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1" y="108"/>
                    <a:pt x="71" y="92"/>
                  </a:cubicBezTo>
                  <a:cubicBezTo>
                    <a:pt x="71" y="85"/>
                    <a:pt x="69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2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6" y="15"/>
                    <a:pt x="13" y="9"/>
                  </a:cubicBezTo>
                  <a:cubicBezTo>
                    <a:pt x="19" y="3"/>
                    <a:pt x="29" y="0"/>
                    <a:pt x="40" y="0"/>
                  </a:cubicBezTo>
                  <a:cubicBezTo>
                    <a:pt x="55" y="0"/>
                    <a:pt x="65" y="4"/>
                    <a:pt x="75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2" y="9"/>
                    <a:pt x="12" y="18"/>
                    <a:pt x="12" y="34"/>
                  </a:cubicBezTo>
                  <a:cubicBezTo>
                    <a:pt x="12" y="41"/>
                    <a:pt x="14" y="46"/>
                    <a:pt x="19" y="50"/>
                  </a:cubicBezTo>
                  <a:cubicBezTo>
                    <a:pt x="23" y="53"/>
                    <a:pt x="30" y="56"/>
                    <a:pt x="36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0" y="61"/>
                    <a:pt x="66" y="63"/>
                    <a:pt x="71" y="68"/>
                  </a:cubicBezTo>
                  <a:cubicBezTo>
                    <a:pt x="77" y="73"/>
                    <a:pt x="81" y="82"/>
                    <a:pt x="81" y="92"/>
                  </a:cubicBezTo>
                  <a:cubicBezTo>
                    <a:pt x="81" y="113"/>
                    <a:pt x="66" y="127"/>
                    <a:pt x="41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2" name="Freeform 564">
              <a:extLst>
                <a:ext uri="{FF2B5EF4-FFF2-40B4-BE49-F238E27FC236}">
                  <a16:creationId xmlns:a16="http://schemas.microsoft.com/office/drawing/2014/main" id="{1D73DE32-D0C3-49A1-A0D8-20B6BFE081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678150" y="12868275"/>
              <a:ext cx="52388" cy="80962"/>
            </a:xfrm>
            <a:custGeom>
              <a:avLst/>
              <a:gdLst>
                <a:gd name="T0" fmla="*/ 29 w 33"/>
                <a:gd name="T1" fmla="*/ 51 h 51"/>
                <a:gd name="T2" fmla="*/ 29 w 33"/>
                <a:gd name="T3" fmla="*/ 27 h 51"/>
                <a:gd name="T4" fmla="*/ 4 w 33"/>
                <a:gd name="T5" fmla="*/ 27 h 51"/>
                <a:gd name="T6" fmla="*/ 4 w 33"/>
                <a:gd name="T7" fmla="*/ 51 h 51"/>
                <a:gd name="T8" fmla="*/ 0 w 33"/>
                <a:gd name="T9" fmla="*/ 51 h 51"/>
                <a:gd name="T10" fmla="*/ 0 w 33"/>
                <a:gd name="T11" fmla="*/ 0 h 51"/>
                <a:gd name="T12" fmla="*/ 4 w 33"/>
                <a:gd name="T13" fmla="*/ 0 h 51"/>
                <a:gd name="T14" fmla="*/ 4 w 33"/>
                <a:gd name="T15" fmla="*/ 23 h 51"/>
                <a:gd name="T16" fmla="*/ 29 w 33"/>
                <a:gd name="T17" fmla="*/ 23 h 51"/>
                <a:gd name="T18" fmla="*/ 29 w 33"/>
                <a:gd name="T19" fmla="*/ 0 h 51"/>
                <a:gd name="T20" fmla="*/ 33 w 33"/>
                <a:gd name="T21" fmla="*/ 0 h 51"/>
                <a:gd name="T22" fmla="*/ 33 w 33"/>
                <a:gd name="T23" fmla="*/ 51 h 51"/>
                <a:gd name="T24" fmla="*/ 29 w 33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29" y="51"/>
                  </a:moveTo>
                  <a:lnTo>
                    <a:pt x="29" y="27"/>
                  </a:lnTo>
                  <a:lnTo>
                    <a:pt x="4" y="2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3"/>
                  </a:lnTo>
                  <a:lnTo>
                    <a:pt x="29" y="23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3" y="51"/>
                  </a:lnTo>
                  <a:lnTo>
                    <a:pt x="29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3" name="Freeform 565">
              <a:extLst>
                <a:ext uri="{FF2B5EF4-FFF2-40B4-BE49-F238E27FC236}">
                  <a16:creationId xmlns:a16="http://schemas.microsoft.com/office/drawing/2014/main" id="{EECBAFA2-539C-4442-B22B-8CECC077BB3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771813" y="12868275"/>
              <a:ext cx="61913" cy="80962"/>
            </a:xfrm>
            <a:custGeom>
              <a:avLst/>
              <a:gdLst>
                <a:gd name="T0" fmla="*/ 34 w 39"/>
                <a:gd name="T1" fmla="*/ 51 h 51"/>
                <a:gd name="T2" fmla="*/ 30 w 39"/>
                <a:gd name="T3" fmla="*/ 39 h 51"/>
                <a:gd name="T4" fmla="*/ 8 w 39"/>
                <a:gd name="T5" fmla="*/ 39 h 51"/>
                <a:gd name="T6" fmla="*/ 4 w 39"/>
                <a:gd name="T7" fmla="*/ 51 h 51"/>
                <a:gd name="T8" fmla="*/ 0 w 39"/>
                <a:gd name="T9" fmla="*/ 51 h 51"/>
                <a:gd name="T10" fmla="*/ 17 w 39"/>
                <a:gd name="T11" fmla="*/ 0 h 51"/>
                <a:gd name="T12" fmla="*/ 21 w 39"/>
                <a:gd name="T13" fmla="*/ 0 h 51"/>
                <a:gd name="T14" fmla="*/ 39 w 39"/>
                <a:gd name="T15" fmla="*/ 51 h 51"/>
                <a:gd name="T16" fmla="*/ 34 w 39"/>
                <a:gd name="T17" fmla="*/ 51 h 51"/>
                <a:gd name="T18" fmla="*/ 29 w 39"/>
                <a:gd name="T19" fmla="*/ 35 h 51"/>
                <a:gd name="T20" fmla="*/ 19 w 39"/>
                <a:gd name="T21" fmla="*/ 6 h 51"/>
                <a:gd name="T22" fmla="*/ 9 w 39"/>
                <a:gd name="T23" fmla="*/ 35 h 51"/>
                <a:gd name="T24" fmla="*/ 29 w 39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51">
                  <a:moveTo>
                    <a:pt x="34" y="51"/>
                  </a:moveTo>
                  <a:lnTo>
                    <a:pt x="30" y="39"/>
                  </a:lnTo>
                  <a:lnTo>
                    <a:pt x="8" y="39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39" y="51"/>
                  </a:lnTo>
                  <a:lnTo>
                    <a:pt x="34" y="51"/>
                  </a:lnTo>
                  <a:close/>
                  <a:moveTo>
                    <a:pt x="29" y="35"/>
                  </a:moveTo>
                  <a:lnTo>
                    <a:pt x="19" y="6"/>
                  </a:lnTo>
                  <a:lnTo>
                    <a:pt x="9" y="35"/>
                  </a:lnTo>
                  <a:lnTo>
                    <a:pt x="29" y="3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4" name="Freeform 566">
              <a:extLst>
                <a:ext uri="{FF2B5EF4-FFF2-40B4-BE49-F238E27FC236}">
                  <a16:creationId xmlns:a16="http://schemas.microsoft.com/office/drawing/2014/main" id="{1083A8E2-F25C-47E8-95A6-C5680EF27D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841663" y="12868275"/>
              <a:ext cx="53975" cy="80962"/>
            </a:xfrm>
            <a:custGeom>
              <a:avLst/>
              <a:gdLst>
                <a:gd name="T0" fmla="*/ 41 w 82"/>
                <a:gd name="T1" fmla="*/ 127 h 127"/>
                <a:gd name="T2" fmla="*/ 11 w 82"/>
                <a:gd name="T3" fmla="*/ 114 h 127"/>
                <a:gd name="T4" fmla="*/ 0 w 82"/>
                <a:gd name="T5" fmla="*/ 63 h 127"/>
                <a:gd name="T6" fmla="*/ 11 w 82"/>
                <a:gd name="T7" fmla="*/ 13 h 127"/>
                <a:gd name="T8" fmla="*/ 41 w 82"/>
                <a:gd name="T9" fmla="*/ 0 h 127"/>
                <a:gd name="T10" fmla="*/ 82 w 82"/>
                <a:gd name="T11" fmla="*/ 37 h 127"/>
                <a:gd name="T12" fmla="*/ 82 w 82"/>
                <a:gd name="T13" fmla="*/ 37 h 127"/>
                <a:gd name="T14" fmla="*/ 72 w 82"/>
                <a:gd name="T15" fmla="*/ 37 h 127"/>
                <a:gd name="T16" fmla="*/ 72 w 82"/>
                <a:gd name="T17" fmla="*/ 37 h 127"/>
                <a:gd name="T18" fmla="*/ 41 w 82"/>
                <a:gd name="T19" fmla="*/ 9 h 127"/>
                <a:gd name="T20" fmla="*/ 19 w 82"/>
                <a:gd name="T21" fmla="*/ 19 h 127"/>
                <a:gd name="T22" fmla="*/ 10 w 82"/>
                <a:gd name="T23" fmla="*/ 63 h 127"/>
                <a:gd name="T24" fmla="*/ 19 w 82"/>
                <a:gd name="T25" fmla="*/ 108 h 127"/>
                <a:gd name="T26" fmla="*/ 41 w 82"/>
                <a:gd name="T27" fmla="*/ 118 h 127"/>
                <a:gd name="T28" fmla="*/ 73 w 82"/>
                <a:gd name="T29" fmla="*/ 90 h 127"/>
                <a:gd name="T30" fmla="*/ 73 w 82"/>
                <a:gd name="T31" fmla="*/ 90 h 127"/>
                <a:gd name="T32" fmla="*/ 82 w 82"/>
                <a:gd name="T33" fmla="*/ 90 h 127"/>
                <a:gd name="T34" fmla="*/ 82 w 82"/>
                <a:gd name="T35" fmla="*/ 90 h 127"/>
                <a:gd name="T36" fmla="*/ 41 w 82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63" y="0"/>
                    <a:pt x="78" y="14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69" y="20"/>
                    <a:pt x="57" y="9"/>
                    <a:pt x="41" y="9"/>
                  </a:cubicBezTo>
                  <a:cubicBezTo>
                    <a:pt x="33" y="9"/>
                    <a:pt x="25" y="13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7" y="118"/>
                    <a:pt x="69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78" y="113"/>
                    <a:pt x="63" y="127"/>
                    <a:pt x="41" y="1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5" name="Freeform 567">
              <a:extLst>
                <a:ext uri="{FF2B5EF4-FFF2-40B4-BE49-F238E27FC236}">
                  <a16:creationId xmlns:a16="http://schemas.microsoft.com/office/drawing/2014/main" id="{EEE8AE0E-468B-41AF-9E8C-638F1906E53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903575" y="12868275"/>
              <a:ext cx="61913" cy="80962"/>
            </a:xfrm>
            <a:custGeom>
              <a:avLst/>
              <a:gdLst>
                <a:gd name="T0" fmla="*/ 35 w 39"/>
                <a:gd name="T1" fmla="*/ 51 h 51"/>
                <a:gd name="T2" fmla="*/ 31 w 39"/>
                <a:gd name="T3" fmla="*/ 39 h 51"/>
                <a:gd name="T4" fmla="*/ 8 w 39"/>
                <a:gd name="T5" fmla="*/ 39 h 51"/>
                <a:gd name="T6" fmla="*/ 4 w 39"/>
                <a:gd name="T7" fmla="*/ 51 h 51"/>
                <a:gd name="T8" fmla="*/ 0 w 39"/>
                <a:gd name="T9" fmla="*/ 51 h 51"/>
                <a:gd name="T10" fmla="*/ 18 w 39"/>
                <a:gd name="T11" fmla="*/ 0 h 51"/>
                <a:gd name="T12" fmla="*/ 21 w 39"/>
                <a:gd name="T13" fmla="*/ 0 h 51"/>
                <a:gd name="T14" fmla="*/ 39 w 39"/>
                <a:gd name="T15" fmla="*/ 51 h 51"/>
                <a:gd name="T16" fmla="*/ 35 w 39"/>
                <a:gd name="T17" fmla="*/ 51 h 51"/>
                <a:gd name="T18" fmla="*/ 29 w 39"/>
                <a:gd name="T19" fmla="*/ 35 h 51"/>
                <a:gd name="T20" fmla="*/ 20 w 39"/>
                <a:gd name="T21" fmla="*/ 6 h 51"/>
                <a:gd name="T22" fmla="*/ 9 w 39"/>
                <a:gd name="T23" fmla="*/ 35 h 51"/>
                <a:gd name="T24" fmla="*/ 29 w 39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51">
                  <a:moveTo>
                    <a:pt x="35" y="51"/>
                  </a:moveTo>
                  <a:lnTo>
                    <a:pt x="31" y="39"/>
                  </a:lnTo>
                  <a:lnTo>
                    <a:pt x="8" y="39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39" y="51"/>
                  </a:lnTo>
                  <a:lnTo>
                    <a:pt x="35" y="51"/>
                  </a:lnTo>
                  <a:close/>
                  <a:moveTo>
                    <a:pt x="29" y="35"/>
                  </a:moveTo>
                  <a:lnTo>
                    <a:pt x="20" y="6"/>
                  </a:lnTo>
                  <a:lnTo>
                    <a:pt x="9" y="35"/>
                  </a:lnTo>
                  <a:lnTo>
                    <a:pt x="29" y="3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6" name="Freeform 568">
              <a:extLst>
                <a:ext uri="{FF2B5EF4-FFF2-40B4-BE49-F238E27FC236}">
                  <a16:creationId xmlns:a16="http://schemas.microsoft.com/office/drawing/2014/main" id="{FE9FDBBA-4535-40F0-9387-72A1529B894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978188" y="12868275"/>
              <a:ext cx="52388" cy="80962"/>
            </a:xfrm>
            <a:custGeom>
              <a:avLst/>
              <a:gdLst>
                <a:gd name="T0" fmla="*/ 40 w 82"/>
                <a:gd name="T1" fmla="*/ 125 h 125"/>
                <a:gd name="T2" fmla="*/ 0 w 82"/>
                <a:gd name="T3" fmla="*/ 125 h 125"/>
                <a:gd name="T4" fmla="*/ 0 w 82"/>
                <a:gd name="T5" fmla="*/ 0 h 125"/>
                <a:gd name="T6" fmla="*/ 40 w 82"/>
                <a:gd name="T7" fmla="*/ 0 h 125"/>
                <a:gd name="T8" fmla="*/ 71 w 82"/>
                <a:gd name="T9" fmla="*/ 12 h 125"/>
                <a:gd name="T10" fmla="*/ 82 w 82"/>
                <a:gd name="T11" fmla="*/ 57 h 125"/>
                <a:gd name="T12" fmla="*/ 82 w 82"/>
                <a:gd name="T13" fmla="*/ 61 h 125"/>
                <a:gd name="T14" fmla="*/ 82 w 82"/>
                <a:gd name="T15" fmla="*/ 65 h 125"/>
                <a:gd name="T16" fmla="*/ 71 w 82"/>
                <a:gd name="T17" fmla="*/ 113 h 125"/>
                <a:gd name="T18" fmla="*/ 40 w 82"/>
                <a:gd name="T19" fmla="*/ 125 h 125"/>
                <a:gd name="T20" fmla="*/ 10 w 82"/>
                <a:gd name="T21" fmla="*/ 115 h 125"/>
                <a:gd name="T22" fmla="*/ 38 w 82"/>
                <a:gd name="T23" fmla="*/ 115 h 125"/>
                <a:gd name="T24" fmla="*/ 64 w 82"/>
                <a:gd name="T25" fmla="*/ 106 h 125"/>
                <a:gd name="T26" fmla="*/ 72 w 82"/>
                <a:gd name="T27" fmla="*/ 65 h 125"/>
                <a:gd name="T28" fmla="*/ 72 w 82"/>
                <a:gd name="T29" fmla="*/ 61 h 125"/>
                <a:gd name="T30" fmla="*/ 72 w 82"/>
                <a:gd name="T31" fmla="*/ 57 h 125"/>
                <a:gd name="T32" fmla="*/ 64 w 82"/>
                <a:gd name="T33" fmla="*/ 19 h 125"/>
                <a:gd name="T34" fmla="*/ 38 w 82"/>
                <a:gd name="T35" fmla="*/ 9 h 125"/>
                <a:gd name="T36" fmla="*/ 10 w 82"/>
                <a:gd name="T37" fmla="*/ 9 h 125"/>
                <a:gd name="T38" fmla="*/ 10 w 82"/>
                <a:gd name="T39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25">
                  <a:moveTo>
                    <a:pt x="40" y="125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53" y="0"/>
                    <a:pt x="63" y="4"/>
                    <a:pt x="71" y="12"/>
                  </a:cubicBezTo>
                  <a:cubicBezTo>
                    <a:pt x="82" y="23"/>
                    <a:pt x="82" y="41"/>
                    <a:pt x="82" y="57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81"/>
                    <a:pt x="82" y="101"/>
                    <a:pt x="71" y="113"/>
                  </a:cubicBezTo>
                  <a:cubicBezTo>
                    <a:pt x="63" y="121"/>
                    <a:pt x="53" y="125"/>
                    <a:pt x="40" y="125"/>
                  </a:cubicBezTo>
                  <a:close/>
                  <a:moveTo>
                    <a:pt x="10" y="115"/>
                  </a:moveTo>
                  <a:cubicBezTo>
                    <a:pt x="38" y="115"/>
                    <a:pt x="38" y="115"/>
                    <a:pt x="38" y="115"/>
                  </a:cubicBezTo>
                  <a:cubicBezTo>
                    <a:pt x="48" y="115"/>
                    <a:pt x="57" y="113"/>
                    <a:pt x="64" y="106"/>
                  </a:cubicBezTo>
                  <a:cubicBezTo>
                    <a:pt x="72" y="97"/>
                    <a:pt x="73" y="79"/>
                    <a:pt x="72" y="65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43"/>
                    <a:pt x="72" y="28"/>
                    <a:pt x="64" y="19"/>
                  </a:cubicBezTo>
                  <a:cubicBezTo>
                    <a:pt x="57" y="11"/>
                    <a:pt x="48" y="9"/>
                    <a:pt x="38" y="9"/>
                  </a:cubicBezTo>
                  <a:cubicBezTo>
                    <a:pt x="10" y="9"/>
                    <a:pt x="10" y="9"/>
                    <a:pt x="10" y="9"/>
                  </a:cubicBezTo>
                  <a:lnTo>
                    <a:pt x="10" y="1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7" name="Freeform 569">
              <a:extLst>
                <a:ext uri="{FF2B5EF4-FFF2-40B4-BE49-F238E27FC236}">
                  <a16:creationId xmlns:a16="http://schemas.microsoft.com/office/drawing/2014/main" id="{CADFE11B-5240-4272-828F-D922543D38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05121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4 w 30"/>
                <a:gd name="T11" fmla="*/ 4 h 51"/>
                <a:gd name="T12" fmla="*/ 4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4 w 30"/>
                <a:gd name="T19" fmla="*/ 27 h 51"/>
                <a:gd name="T20" fmla="*/ 4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8" name="Freeform 570">
              <a:extLst>
                <a:ext uri="{FF2B5EF4-FFF2-40B4-BE49-F238E27FC236}">
                  <a16:creationId xmlns:a16="http://schemas.microsoft.com/office/drawing/2014/main" id="{58C8637E-0AD5-4AA5-A240-DAC0D5109A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116300" y="12868275"/>
              <a:ext cx="65088" cy="80962"/>
            </a:xfrm>
            <a:custGeom>
              <a:avLst/>
              <a:gdLst>
                <a:gd name="T0" fmla="*/ 37 w 41"/>
                <a:gd name="T1" fmla="*/ 51 h 51"/>
                <a:gd name="T2" fmla="*/ 37 w 41"/>
                <a:gd name="T3" fmla="*/ 10 h 51"/>
                <a:gd name="T4" fmla="*/ 23 w 41"/>
                <a:gd name="T5" fmla="*/ 43 h 51"/>
                <a:gd name="T6" fmla="*/ 19 w 41"/>
                <a:gd name="T7" fmla="*/ 43 h 51"/>
                <a:gd name="T8" fmla="*/ 4 w 41"/>
                <a:gd name="T9" fmla="*/ 10 h 51"/>
                <a:gd name="T10" fmla="*/ 4 w 41"/>
                <a:gd name="T11" fmla="*/ 51 h 51"/>
                <a:gd name="T12" fmla="*/ 0 w 41"/>
                <a:gd name="T13" fmla="*/ 51 h 51"/>
                <a:gd name="T14" fmla="*/ 0 w 41"/>
                <a:gd name="T15" fmla="*/ 0 h 51"/>
                <a:gd name="T16" fmla="*/ 4 w 41"/>
                <a:gd name="T17" fmla="*/ 0 h 51"/>
                <a:gd name="T18" fmla="*/ 21 w 41"/>
                <a:gd name="T19" fmla="*/ 39 h 51"/>
                <a:gd name="T20" fmla="*/ 37 w 41"/>
                <a:gd name="T21" fmla="*/ 0 h 51"/>
                <a:gd name="T22" fmla="*/ 41 w 41"/>
                <a:gd name="T23" fmla="*/ 0 h 51"/>
                <a:gd name="T24" fmla="*/ 41 w 41"/>
                <a:gd name="T25" fmla="*/ 51 h 51"/>
                <a:gd name="T26" fmla="*/ 37 w 41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51">
                  <a:moveTo>
                    <a:pt x="37" y="51"/>
                  </a:moveTo>
                  <a:lnTo>
                    <a:pt x="37" y="10"/>
                  </a:lnTo>
                  <a:lnTo>
                    <a:pt x="23" y="43"/>
                  </a:lnTo>
                  <a:lnTo>
                    <a:pt x="19" y="43"/>
                  </a:lnTo>
                  <a:lnTo>
                    <a:pt x="4" y="10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21" y="39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1" y="51"/>
                  </a:lnTo>
                  <a:lnTo>
                    <a:pt x="37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9" name="Freeform 571">
              <a:extLst>
                <a:ext uri="{FF2B5EF4-FFF2-40B4-BE49-F238E27FC236}">
                  <a16:creationId xmlns:a16="http://schemas.microsoft.com/office/drawing/2014/main" id="{C427247E-59C3-4A28-9EF1-E468F61C12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192500" y="12868275"/>
              <a:ext cx="52388" cy="80962"/>
            </a:xfrm>
            <a:custGeom>
              <a:avLst/>
              <a:gdLst>
                <a:gd name="T0" fmla="*/ 15 w 33"/>
                <a:gd name="T1" fmla="*/ 51 h 51"/>
                <a:gd name="T2" fmla="*/ 15 w 33"/>
                <a:gd name="T3" fmla="*/ 30 h 51"/>
                <a:gd name="T4" fmla="*/ 0 w 33"/>
                <a:gd name="T5" fmla="*/ 0 h 51"/>
                <a:gd name="T6" fmla="*/ 5 w 33"/>
                <a:gd name="T7" fmla="*/ 0 h 51"/>
                <a:gd name="T8" fmla="*/ 17 w 33"/>
                <a:gd name="T9" fmla="*/ 25 h 51"/>
                <a:gd name="T10" fmla="*/ 29 w 33"/>
                <a:gd name="T11" fmla="*/ 0 h 51"/>
                <a:gd name="T12" fmla="*/ 33 w 33"/>
                <a:gd name="T13" fmla="*/ 0 h 51"/>
                <a:gd name="T14" fmla="*/ 19 w 33"/>
                <a:gd name="T15" fmla="*/ 30 h 51"/>
                <a:gd name="T16" fmla="*/ 19 w 33"/>
                <a:gd name="T17" fmla="*/ 50 h 51"/>
                <a:gd name="T18" fmla="*/ 19 w 33"/>
                <a:gd name="T19" fmla="*/ 51 h 51"/>
                <a:gd name="T20" fmla="*/ 15 w 33"/>
                <a:gd name="T21" fmla="*/ 51 h 51"/>
                <a:gd name="T22" fmla="*/ 19 w 33"/>
                <a:gd name="T23" fmla="*/ 50 h 51"/>
                <a:gd name="T24" fmla="*/ 19 w 33"/>
                <a:gd name="T25" fmla="*/ 50 h 51"/>
                <a:gd name="T26" fmla="*/ 19 w 33"/>
                <a:gd name="T27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51">
                  <a:moveTo>
                    <a:pt x="15" y="51"/>
                  </a:moveTo>
                  <a:lnTo>
                    <a:pt x="15" y="30"/>
                  </a:lnTo>
                  <a:lnTo>
                    <a:pt x="0" y="0"/>
                  </a:lnTo>
                  <a:lnTo>
                    <a:pt x="5" y="0"/>
                  </a:lnTo>
                  <a:lnTo>
                    <a:pt x="17" y="25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19" y="30"/>
                  </a:lnTo>
                  <a:lnTo>
                    <a:pt x="19" y="50"/>
                  </a:lnTo>
                  <a:lnTo>
                    <a:pt x="19" y="51"/>
                  </a:lnTo>
                  <a:lnTo>
                    <a:pt x="15" y="51"/>
                  </a:lnTo>
                  <a:close/>
                  <a:moveTo>
                    <a:pt x="19" y="50"/>
                  </a:moveTo>
                  <a:lnTo>
                    <a:pt x="19" y="50"/>
                  </a:lnTo>
                  <a:lnTo>
                    <a:pt x="19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0" name="Freeform 572">
              <a:extLst>
                <a:ext uri="{FF2B5EF4-FFF2-40B4-BE49-F238E27FC236}">
                  <a16:creationId xmlns:a16="http://schemas.microsoft.com/office/drawing/2014/main" id="{DDE37616-C3CF-4D4D-BD5F-0384BE4E173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281400" y="12868275"/>
              <a:ext cx="53975" cy="80962"/>
            </a:xfrm>
            <a:custGeom>
              <a:avLst/>
              <a:gdLst>
                <a:gd name="T0" fmla="*/ 11 w 83"/>
                <a:gd name="T1" fmla="*/ 114 h 127"/>
                <a:gd name="T2" fmla="*/ 0 w 83"/>
                <a:gd name="T3" fmla="*/ 63 h 127"/>
                <a:gd name="T4" fmla="*/ 11 w 83"/>
                <a:gd name="T5" fmla="*/ 13 h 127"/>
                <a:gd name="T6" fmla="*/ 41 w 83"/>
                <a:gd name="T7" fmla="*/ 0 h 127"/>
                <a:gd name="T8" fmla="*/ 72 w 83"/>
                <a:gd name="T9" fmla="*/ 13 h 127"/>
                <a:gd name="T10" fmla="*/ 83 w 83"/>
                <a:gd name="T11" fmla="*/ 63 h 127"/>
                <a:gd name="T12" fmla="*/ 72 w 83"/>
                <a:gd name="T13" fmla="*/ 114 h 127"/>
                <a:gd name="T14" fmla="*/ 41 w 83"/>
                <a:gd name="T15" fmla="*/ 127 h 127"/>
                <a:gd name="T16" fmla="*/ 11 w 83"/>
                <a:gd name="T17" fmla="*/ 114 h 127"/>
                <a:gd name="T18" fmla="*/ 64 w 83"/>
                <a:gd name="T19" fmla="*/ 109 h 127"/>
                <a:gd name="T20" fmla="*/ 64 w 83"/>
                <a:gd name="T21" fmla="*/ 109 h 127"/>
                <a:gd name="T22" fmla="*/ 64 w 83"/>
                <a:gd name="T23" fmla="*/ 19 h 127"/>
                <a:gd name="T24" fmla="*/ 41 w 83"/>
                <a:gd name="T25" fmla="*/ 9 h 127"/>
                <a:gd name="T26" fmla="*/ 19 w 83"/>
                <a:gd name="T27" fmla="*/ 19 h 127"/>
                <a:gd name="T28" fmla="*/ 10 w 83"/>
                <a:gd name="T29" fmla="*/ 63 h 127"/>
                <a:gd name="T30" fmla="*/ 19 w 83"/>
                <a:gd name="T31" fmla="*/ 108 h 127"/>
                <a:gd name="T32" fmla="*/ 41 w 83"/>
                <a:gd name="T33" fmla="*/ 118 h 127"/>
                <a:gd name="T34" fmla="*/ 64 w 83"/>
                <a:gd name="T35" fmla="*/ 108 h 127"/>
                <a:gd name="T36" fmla="*/ 73 w 83"/>
                <a:gd name="T37" fmla="*/ 63 h 127"/>
                <a:gd name="T38" fmla="*/ 64 w 83"/>
                <a:gd name="T39" fmla="*/ 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127">
                  <a:moveTo>
                    <a:pt x="11" y="114"/>
                  </a:move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53" y="0"/>
                    <a:pt x="64" y="5"/>
                    <a:pt x="72" y="13"/>
                  </a:cubicBezTo>
                  <a:cubicBezTo>
                    <a:pt x="83" y="24"/>
                    <a:pt x="83" y="35"/>
                    <a:pt x="83" y="63"/>
                  </a:cubicBezTo>
                  <a:cubicBezTo>
                    <a:pt x="83" y="91"/>
                    <a:pt x="83" y="102"/>
                    <a:pt x="72" y="114"/>
                  </a:cubicBezTo>
                  <a:cubicBezTo>
                    <a:pt x="64" y="122"/>
                    <a:pt x="53" y="127"/>
                    <a:pt x="41" y="127"/>
                  </a:cubicBezTo>
                  <a:cubicBezTo>
                    <a:pt x="30" y="127"/>
                    <a:pt x="19" y="122"/>
                    <a:pt x="11" y="114"/>
                  </a:cubicBezTo>
                  <a:moveTo>
                    <a:pt x="64" y="109"/>
                  </a:moveTo>
                  <a:cubicBezTo>
                    <a:pt x="64" y="109"/>
                    <a:pt x="64" y="109"/>
                    <a:pt x="64" y="109"/>
                  </a:cubicBezTo>
                  <a:moveTo>
                    <a:pt x="64" y="19"/>
                  </a:moveTo>
                  <a:cubicBezTo>
                    <a:pt x="58" y="12"/>
                    <a:pt x="50" y="9"/>
                    <a:pt x="41" y="9"/>
                  </a:cubicBezTo>
                  <a:cubicBezTo>
                    <a:pt x="33" y="9"/>
                    <a:pt x="25" y="12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0" y="118"/>
                    <a:pt x="58" y="114"/>
                    <a:pt x="64" y="108"/>
                  </a:cubicBezTo>
                  <a:cubicBezTo>
                    <a:pt x="72" y="99"/>
                    <a:pt x="73" y="90"/>
                    <a:pt x="73" y="63"/>
                  </a:cubicBezTo>
                  <a:cubicBezTo>
                    <a:pt x="73" y="37"/>
                    <a:pt x="72" y="27"/>
                    <a:pt x="64" y="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1" name="Freeform 573">
              <a:extLst>
                <a:ext uri="{FF2B5EF4-FFF2-40B4-BE49-F238E27FC236}">
                  <a16:creationId xmlns:a16="http://schemas.microsoft.com/office/drawing/2014/main" id="{50037842-76B0-4565-A7E6-82304D4D53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354425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0 h 51"/>
                <a:gd name="T4" fmla="*/ 30 w 30"/>
                <a:gd name="T5" fmla="*/ 0 h 51"/>
                <a:gd name="T6" fmla="*/ 30 w 30"/>
                <a:gd name="T7" fmla="*/ 4 h 51"/>
                <a:gd name="T8" fmla="*/ 4 w 30"/>
                <a:gd name="T9" fmla="*/ 4 h 51"/>
                <a:gd name="T10" fmla="*/ 4 w 30"/>
                <a:gd name="T11" fmla="*/ 24 h 51"/>
                <a:gd name="T12" fmla="*/ 27 w 30"/>
                <a:gd name="T13" fmla="*/ 24 h 51"/>
                <a:gd name="T14" fmla="*/ 27 w 30"/>
                <a:gd name="T15" fmla="*/ 28 h 51"/>
                <a:gd name="T16" fmla="*/ 4 w 30"/>
                <a:gd name="T17" fmla="*/ 28 h 51"/>
                <a:gd name="T18" fmla="*/ 4 w 30"/>
                <a:gd name="T19" fmla="*/ 51 h 51"/>
                <a:gd name="T20" fmla="*/ 0 w 30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4"/>
                  </a:lnTo>
                  <a:lnTo>
                    <a:pt x="27" y="24"/>
                  </a:lnTo>
                  <a:lnTo>
                    <a:pt x="27" y="28"/>
                  </a:lnTo>
                  <a:lnTo>
                    <a:pt x="4" y="28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2" name="Freeform 574">
              <a:extLst>
                <a:ext uri="{FF2B5EF4-FFF2-40B4-BE49-F238E27FC236}">
                  <a16:creationId xmlns:a16="http://schemas.microsoft.com/office/drawing/2014/main" id="{6D7424CE-BDA8-4383-BCB2-BF3E8B6ECD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436975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41 w 82"/>
                <a:gd name="T3" fmla="*/ 127 h 127"/>
                <a:gd name="T4" fmla="*/ 1 w 82"/>
                <a:gd name="T5" fmla="*/ 110 h 127"/>
                <a:gd name="T6" fmla="*/ 0 w 82"/>
                <a:gd name="T7" fmla="*/ 110 h 127"/>
                <a:gd name="T8" fmla="*/ 7 w 82"/>
                <a:gd name="T9" fmla="*/ 103 h 127"/>
                <a:gd name="T10" fmla="*/ 8 w 82"/>
                <a:gd name="T11" fmla="*/ 103 h 127"/>
                <a:gd name="T12" fmla="*/ 41 w 82"/>
                <a:gd name="T13" fmla="*/ 118 h 127"/>
                <a:gd name="T14" fmla="*/ 72 w 82"/>
                <a:gd name="T15" fmla="*/ 92 h 127"/>
                <a:gd name="T16" fmla="*/ 65 w 82"/>
                <a:gd name="T17" fmla="*/ 75 h 127"/>
                <a:gd name="T18" fmla="*/ 48 w 82"/>
                <a:gd name="T19" fmla="*/ 69 h 127"/>
                <a:gd name="T20" fmla="*/ 34 w 82"/>
                <a:gd name="T21" fmla="*/ 67 h 127"/>
                <a:gd name="T22" fmla="*/ 13 w 82"/>
                <a:gd name="T23" fmla="*/ 57 h 127"/>
                <a:gd name="T24" fmla="*/ 3 w 82"/>
                <a:gd name="T25" fmla="*/ 34 h 127"/>
                <a:gd name="T26" fmla="*/ 13 w 82"/>
                <a:gd name="T27" fmla="*/ 9 h 127"/>
                <a:gd name="T28" fmla="*/ 41 w 82"/>
                <a:gd name="T29" fmla="*/ 0 h 127"/>
                <a:gd name="T30" fmla="*/ 75 w 82"/>
                <a:gd name="T31" fmla="*/ 14 h 127"/>
                <a:gd name="T32" fmla="*/ 76 w 82"/>
                <a:gd name="T33" fmla="*/ 14 h 127"/>
                <a:gd name="T34" fmla="*/ 69 w 82"/>
                <a:gd name="T35" fmla="*/ 20 h 127"/>
                <a:gd name="T36" fmla="*/ 69 w 82"/>
                <a:gd name="T37" fmla="*/ 20 h 127"/>
                <a:gd name="T38" fmla="*/ 40 w 82"/>
                <a:gd name="T39" fmla="*/ 9 h 127"/>
                <a:gd name="T40" fmla="*/ 13 w 82"/>
                <a:gd name="T41" fmla="*/ 34 h 127"/>
                <a:gd name="T42" fmla="*/ 19 w 82"/>
                <a:gd name="T43" fmla="*/ 50 h 127"/>
                <a:gd name="T44" fmla="*/ 37 w 82"/>
                <a:gd name="T45" fmla="*/ 57 h 127"/>
                <a:gd name="T46" fmla="*/ 49 w 82"/>
                <a:gd name="T47" fmla="*/ 60 h 127"/>
                <a:gd name="T48" fmla="*/ 71 w 82"/>
                <a:gd name="T49" fmla="*/ 68 h 127"/>
                <a:gd name="T50" fmla="*/ 82 w 82"/>
                <a:gd name="T51" fmla="*/ 92 h 127"/>
                <a:gd name="T52" fmla="*/ 41 w 82"/>
                <a:gd name="T5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23" y="127"/>
                    <a:pt x="12" y="122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3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7" y="15"/>
                    <a:pt x="13" y="9"/>
                  </a:cubicBezTo>
                  <a:cubicBezTo>
                    <a:pt x="20" y="3"/>
                    <a:pt x="29" y="0"/>
                    <a:pt x="41" y="0"/>
                  </a:cubicBezTo>
                  <a:cubicBezTo>
                    <a:pt x="56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7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2" y="82"/>
                    <a:pt x="82" y="92"/>
                  </a:cubicBezTo>
                  <a:cubicBezTo>
                    <a:pt x="82" y="113"/>
                    <a:pt x="66" y="127"/>
                    <a:pt x="41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3" name="Freeform 575">
              <a:extLst>
                <a:ext uri="{FF2B5EF4-FFF2-40B4-BE49-F238E27FC236}">
                  <a16:creationId xmlns:a16="http://schemas.microsoft.com/office/drawing/2014/main" id="{2ADF0C2A-2A3E-4A02-AAEB-5F5CDD3F22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503650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1 w 82"/>
                <a:gd name="T3" fmla="*/ 114 h 127"/>
                <a:gd name="T4" fmla="*/ 0 w 82"/>
                <a:gd name="T5" fmla="*/ 63 h 127"/>
                <a:gd name="T6" fmla="*/ 11 w 82"/>
                <a:gd name="T7" fmla="*/ 13 h 127"/>
                <a:gd name="T8" fmla="*/ 41 w 82"/>
                <a:gd name="T9" fmla="*/ 0 h 127"/>
                <a:gd name="T10" fmla="*/ 82 w 82"/>
                <a:gd name="T11" fmla="*/ 37 h 127"/>
                <a:gd name="T12" fmla="*/ 82 w 82"/>
                <a:gd name="T13" fmla="*/ 37 h 127"/>
                <a:gd name="T14" fmla="*/ 72 w 82"/>
                <a:gd name="T15" fmla="*/ 37 h 127"/>
                <a:gd name="T16" fmla="*/ 72 w 82"/>
                <a:gd name="T17" fmla="*/ 37 h 127"/>
                <a:gd name="T18" fmla="*/ 41 w 82"/>
                <a:gd name="T19" fmla="*/ 9 h 127"/>
                <a:gd name="T20" fmla="*/ 19 w 82"/>
                <a:gd name="T21" fmla="*/ 19 h 127"/>
                <a:gd name="T22" fmla="*/ 10 w 82"/>
                <a:gd name="T23" fmla="*/ 63 h 127"/>
                <a:gd name="T24" fmla="*/ 19 w 82"/>
                <a:gd name="T25" fmla="*/ 108 h 127"/>
                <a:gd name="T26" fmla="*/ 41 w 82"/>
                <a:gd name="T27" fmla="*/ 118 h 127"/>
                <a:gd name="T28" fmla="*/ 73 w 82"/>
                <a:gd name="T29" fmla="*/ 90 h 127"/>
                <a:gd name="T30" fmla="*/ 73 w 82"/>
                <a:gd name="T31" fmla="*/ 90 h 127"/>
                <a:gd name="T32" fmla="*/ 82 w 82"/>
                <a:gd name="T33" fmla="*/ 90 h 127"/>
                <a:gd name="T34" fmla="*/ 82 w 82"/>
                <a:gd name="T35" fmla="*/ 90 h 127"/>
                <a:gd name="T36" fmla="*/ 41 w 82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63" y="0"/>
                    <a:pt x="78" y="14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69" y="20"/>
                    <a:pt x="57" y="9"/>
                    <a:pt x="41" y="9"/>
                  </a:cubicBezTo>
                  <a:cubicBezTo>
                    <a:pt x="33" y="9"/>
                    <a:pt x="25" y="13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7" y="118"/>
                    <a:pt x="69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78" y="113"/>
                    <a:pt x="63" y="127"/>
                    <a:pt x="41" y="1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4" name="Freeform 576">
              <a:extLst>
                <a:ext uri="{FF2B5EF4-FFF2-40B4-BE49-F238E27FC236}">
                  <a16:creationId xmlns:a16="http://schemas.microsoft.com/office/drawing/2014/main" id="{0FA979CF-3174-4863-A5A9-F657422905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576675" y="12868275"/>
              <a:ext cx="6350" cy="80962"/>
            </a:xfrm>
            <a:custGeom>
              <a:avLst/>
              <a:gdLst>
                <a:gd name="T0" fmla="*/ 0 w 4"/>
                <a:gd name="T1" fmla="*/ 51 h 51"/>
                <a:gd name="T2" fmla="*/ 0 w 4"/>
                <a:gd name="T3" fmla="*/ 1 h 51"/>
                <a:gd name="T4" fmla="*/ 0 w 4"/>
                <a:gd name="T5" fmla="*/ 0 h 51"/>
                <a:gd name="T6" fmla="*/ 4 w 4"/>
                <a:gd name="T7" fmla="*/ 0 h 51"/>
                <a:gd name="T8" fmla="*/ 4 w 4"/>
                <a:gd name="T9" fmla="*/ 51 h 51"/>
                <a:gd name="T10" fmla="*/ 0 w 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5" name="Freeform 577">
              <a:extLst>
                <a:ext uri="{FF2B5EF4-FFF2-40B4-BE49-F238E27FC236}">
                  <a16:creationId xmlns:a16="http://schemas.microsoft.com/office/drawing/2014/main" id="{3F645133-6F6A-4C57-961D-4F26D9517F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605250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5 w 30"/>
                <a:gd name="T11" fmla="*/ 4 h 51"/>
                <a:gd name="T12" fmla="*/ 5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5 w 30"/>
                <a:gd name="T19" fmla="*/ 27 h 51"/>
                <a:gd name="T20" fmla="*/ 5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5" y="4"/>
                  </a:lnTo>
                  <a:lnTo>
                    <a:pt x="5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5" y="27"/>
                  </a:lnTo>
                  <a:lnTo>
                    <a:pt x="5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6" name="Freeform 578">
              <a:extLst>
                <a:ext uri="{FF2B5EF4-FFF2-40B4-BE49-F238E27FC236}">
                  <a16:creationId xmlns:a16="http://schemas.microsoft.com/office/drawing/2014/main" id="{C5A2DF4C-9B41-4ADF-A8E5-F71396931B6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670338" y="12868275"/>
              <a:ext cx="57150" cy="80962"/>
            </a:xfrm>
            <a:custGeom>
              <a:avLst/>
              <a:gdLst>
                <a:gd name="T0" fmla="*/ 32 w 36"/>
                <a:gd name="T1" fmla="*/ 51 h 51"/>
                <a:gd name="T2" fmla="*/ 4 w 36"/>
                <a:gd name="T3" fmla="*/ 7 h 51"/>
                <a:gd name="T4" fmla="*/ 4 w 36"/>
                <a:gd name="T5" fmla="*/ 51 h 51"/>
                <a:gd name="T6" fmla="*/ 0 w 36"/>
                <a:gd name="T7" fmla="*/ 51 h 51"/>
                <a:gd name="T8" fmla="*/ 0 w 36"/>
                <a:gd name="T9" fmla="*/ 0 h 51"/>
                <a:gd name="T10" fmla="*/ 4 w 36"/>
                <a:gd name="T11" fmla="*/ 0 h 51"/>
                <a:gd name="T12" fmla="*/ 32 w 36"/>
                <a:gd name="T13" fmla="*/ 43 h 51"/>
                <a:gd name="T14" fmla="*/ 32 w 36"/>
                <a:gd name="T15" fmla="*/ 0 h 51"/>
                <a:gd name="T16" fmla="*/ 36 w 36"/>
                <a:gd name="T17" fmla="*/ 0 h 51"/>
                <a:gd name="T18" fmla="*/ 36 w 36"/>
                <a:gd name="T19" fmla="*/ 51 h 51"/>
                <a:gd name="T20" fmla="*/ 32 w 36"/>
                <a:gd name="T21" fmla="*/ 51 h 51"/>
                <a:gd name="T22" fmla="*/ 4 w 36"/>
                <a:gd name="T23" fmla="*/ 7 h 51"/>
                <a:gd name="T24" fmla="*/ 4 w 36"/>
                <a:gd name="T25" fmla="*/ 7 h 51"/>
                <a:gd name="T26" fmla="*/ 4 w 36"/>
                <a:gd name="T27" fmla="*/ 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1">
                  <a:moveTo>
                    <a:pt x="32" y="51"/>
                  </a:moveTo>
                  <a:lnTo>
                    <a:pt x="4" y="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32" y="43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6" y="51"/>
                  </a:lnTo>
                  <a:lnTo>
                    <a:pt x="32" y="51"/>
                  </a:lnTo>
                  <a:close/>
                  <a:moveTo>
                    <a:pt x="4" y="7"/>
                  </a:move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7" name="Freeform 579">
              <a:extLst>
                <a:ext uri="{FF2B5EF4-FFF2-40B4-BE49-F238E27FC236}">
                  <a16:creationId xmlns:a16="http://schemas.microsoft.com/office/drawing/2014/main" id="{F53E7B46-19F5-48A3-ACC7-6B95AFBEFF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746538" y="12868275"/>
              <a:ext cx="53975" cy="80962"/>
            </a:xfrm>
            <a:custGeom>
              <a:avLst/>
              <a:gdLst>
                <a:gd name="T0" fmla="*/ 42 w 83"/>
                <a:gd name="T1" fmla="*/ 127 h 127"/>
                <a:gd name="T2" fmla="*/ 12 w 83"/>
                <a:gd name="T3" fmla="*/ 114 h 127"/>
                <a:gd name="T4" fmla="*/ 1 w 83"/>
                <a:gd name="T5" fmla="*/ 63 h 127"/>
                <a:gd name="T6" fmla="*/ 12 w 83"/>
                <a:gd name="T7" fmla="*/ 13 h 127"/>
                <a:gd name="T8" fmla="*/ 42 w 83"/>
                <a:gd name="T9" fmla="*/ 0 h 127"/>
                <a:gd name="T10" fmla="*/ 83 w 83"/>
                <a:gd name="T11" fmla="*/ 37 h 127"/>
                <a:gd name="T12" fmla="*/ 83 w 83"/>
                <a:gd name="T13" fmla="*/ 37 h 127"/>
                <a:gd name="T14" fmla="*/ 73 w 83"/>
                <a:gd name="T15" fmla="*/ 37 h 127"/>
                <a:gd name="T16" fmla="*/ 73 w 83"/>
                <a:gd name="T17" fmla="*/ 37 h 127"/>
                <a:gd name="T18" fmla="*/ 42 w 83"/>
                <a:gd name="T19" fmla="*/ 9 h 127"/>
                <a:gd name="T20" fmla="*/ 20 w 83"/>
                <a:gd name="T21" fmla="*/ 19 h 127"/>
                <a:gd name="T22" fmla="*/ 10 w 83"/>
                <a:gd name="T23" fmla="*/ 63 h 127"/>
                <a:gd name="T24" fmla="*/ 20 w 83"/>
                <a:gd name="T25" fmla="*/ 108 h 127"/>
                <a:gd name="T26" fmla="*/ 42 w 83"/>
                <a:gd name="T27" fmla="*/ 118 h 127"/>
                <a:gd name="T28" fmla="*/ 73 w 83"/>
                <a:gd name="T29" fmla="*/ 90 h 127"/>
                <a:gd name="T30" fmla="*/ 73 w 83"/>
                <a:gd name="T31" fmla="*/ 90 h 127"/>
                <a:gd name="T32" fmla="*/ 83 w 83"/>
                <a:gd name="T33" fmla="*/ 90 h 127"/>
                <a:gd name="T34" fmla="*/ 83 w 83"/>
                <a:gd name="T35" fmla="*/ 90 h 127"/>
                <a:gd name="T36" fmla="*/ 42 w 83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127">
                  <a:moveTo>
                    <a:pt x="42" y="127"/>
                  </a:moveTo>
                  <a:cubicBezTo>
                    <a:pt x="30" y="127"/>
                    <a:pt x="20" y="122"/>
                    <a:pt x="12" y="114"/>
                  </a:cubicBezTo>
                  <a:cubicBezTo>
                    <a:pt x="1" y="102"/>
                    <a:pt x="0" y="91"/>
                    <a:pt x="1" y="63"/>
                  </a:cubicBezTo>
                  <a:cubicBezTo>
                    <a:pt x="0" y="35"/>
                    <a:pt x="1" y="24"/>
                    <a:pt x="12" y="13"/>
                  </a:cubicBezTo>
                  <a:cubicBezTo>
                    <a:pt x="20" y="5"/>
                    <a:pt x="30" y="0"/>
                    <a:pt x="42" y="0"/>
                  </a:cubicBezTo>
                  <a:cubicBezTo>
                    <a:pt x="64" y="0"/>
                    <a:pt x="79" y="14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0" y="20"/>
                    <a:pt x="58" y="9"/>
                    <a:pt x="42" y="9"/>
                  </a:cubicBezTo>
                  <a:cubicBezTo>
                    <a:pt x="33" y="9"/>
                    <a:pt x="26" y="13"/>
                    <a:pt x="20" y="19"/>
                  </a:cubicBezTo>
                  <a:cubicBezTo>
                    <a:pt x="11" y="27"/>
                    <a:pt x="10" y="37"/>
                    <a:pt x="10" y="63"/>
                  </a:cubicBezTo>
                  <a:cubicBezTo>
                    <a:pt x="10" y="90"/>
                    <a:pt x="11" y="99"/>
                    <a:pt x="20" y="108"/>
                  </a:cubicBezTo>
                  <a:cubicBezTo>
                    <a:pt x="26" y="114"/>
                    <a:pt x="33" y="118"/>
                    <a:pt x="42" y="118"/>
                  </a:cubicBezTo>
                  <a:cubicBezTo>
                    <a:pt x="58" y="118"/>
                    <a:pt x="70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79" y="113"/>
                    <a:pt x="63" y="127"/>
                    <a:pt x="42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8" name="Freeform 580">
              <a:extLst>
                <a:ext uri="{FF2B5EF4-FFF2-40B4-BE49-F238E27FC236}">
                  <a16:creationId xmlns:a16="http://schemas.microsoft.com/office/drawing/2014/main" id="{03A687F9-CD0A-40E4-A4A3-6C47D93E69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81956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4 w 30"/>
                <a:gd name="T11" fmla="*/ 4 h 51"/>
                <a:gd name="T12" fmla="*/ 4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4 w 30"/>
                <a:gd name="T19" fmla="*/ 27 h 51"/>
                <a:gd name="T20" fmla="*/ 4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9" name="Freeform 581">
              <a:extLst>
                <a:ext uri="{FF2B5EF4-FFF2-40B4-BE49-F238E27FC236}">
                  <a16:creationId xmlns:a16="http://schemas.microsoft.com/office/drawing/2014/main" id="{77415A6E-7213-4674-9090-1704441DAC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876713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 w 82"/>
                <a:gd name="T3" fmla="*/ 110 h 127"/>
                <a:gd name="T4" fmla="*/ 0 w 82"/>
                <a:gd name="T5" fmla="*/ 110 h 127"/>
                <a:gd name="T6" fmla="*/ 7 w 82"/>
                <a:gd name="T7" fmla="*/ 103 h 127"/>
                <a:gd name="T8" fmla="*/ 8 w 82"/>
                <a:gd name="T9" fmla="*/ 103 h 127"/>
                <a:gd name="T10" fmla="*/ 41 w 82"/>
                <a:gd name="T11" fmla="*/ 118 h 127"/>
                <a:gd name="T12" fmla="*/ 72 w 82"/>
                <a:gd name="T13" fmla="*/ 92 h 127"/>
                <a:gd name="T14" fmla="*/ 65 w 82"/>
                <a:gd name="T15" fmla="*/ 75 h 127"/>
                <a:gd name="T16" fmla="*/ 48 w 82"/>
                <a:gd name="T17" fmla="*/ 69 h 127"/>
                <a:gd name="T18" fmla="*/ 34 w 82"/>
                <a:gd name="T19" fmla="*/ 67 h 127"/>
                <a:gd name="T20" fmla="*/ 13 w 82"/>
                <a:gd name="T21" fmla="*/ 57 h 127"/>
                <a:gd name="T22" fmla="*/ 3 w 82"/>
                <a:gd name="T23" fmla="*/ 34 h 127"/>
                <a:gd name="T24" fmla="*/ 13 w 82"/>
                <a:gd name="T25" fmla="*/ 9 h 127"/>
                <a:gd name="T26" fmla="*/ 41 w 82"/>
                <a:gd name="T27" fmla="*/ 0 h 127"/>
                <a:gd name="T28" fmla="*/ 75 w 82"/>
                <a:gd name="T29" fmla="*/ 14 h 127"/>
                <a:gd name="T30" fmla="*/ 76 w 82"/>
                <a:gd name="T31" fmla="*/ 14 h 127"/>
                <a:gd name="T32" fmla="*/ 69 w 82"/>
                <a:gd name="T33" fmla="*/ 20 h 127"/>
                <a:gd name="T34" fmla="*/ 69 w 82"/>
                <a:gd name="T35" fmla="*/ 20 h 127"/>
                <a:gd name="T36" fmla="*/ 40 w 82"/>
                <a:gd name="T37" fmla="*/ 9 h 127"/>
                <a:gd name="T38" fmla="*/ 13 w 82"/>
                <a:gd name="T39" fmla="*/ 34 h 127"/>
                <a:gd name="T40" fmla="*/ 19 w 82"/>
                <a:gd name="T41" fmla="*/ 50 h 127"/>
                <a:gd name="T42" fmla="*/ 37 w 82"/>
                <a:gd name="T43" fmla="*/ 57 h 127"/>
                <a:gd name="T44" fmla="*/ 49 w 82"/>
                <a:gd name="T45" fmla="*/ 60 h 127"/>
                <a:gd name="T46" fmla="*/ 71 w 82"/>
                <a:gd name="T47" fmla="*/ 68 h 127"/>
                <a:gd name="T48" fmla="*/ 82 w 82"/>
                <a:gd name="T49" fmla="*/ 92 h 127"/>
                <a:gd name="T50" fmla="*/ 41 w 82"/>
                <a:gd name="T5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23" y="127"/>
                    <a:pt x="12" y="122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3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7" y="15"/>
                    <a:pt x="13" y="9"/>
                  </a:cubicBezTo>
                  <a:cubicBezTo>
                    <a:pt x="20" y="3"/>
                    <a:pt x="29" y="0"/>
                    <a:pt x="41" y="0"/>
                  </a:cubicBezTo>
                  <a:cubicBezTo>
                    <a:pt x="56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7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2" y="82"/>
                    <a:pt x="82" y="92"/>
                  </a:cubicBezTo>
                  <a:cubicBezTo>
                    <a:pt x="82" y="113"/>
                    <a:pt x="66" y="127"/>
                    <a:pt x="41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0" name="Freeform 582">
              <a:extLst>
                <a:ext uri="{FF2B5EF4-FFF2-40B4-BE49-F238E27FC236}">
                  <a16:creationId xmlns:a16="http://schemas.microsoft.com/office/drawing/2014/main" id="{AB725CA5-60F9-4AA7-B01A-20A0B835965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03350" y="12692063"/>
              <a:ext cx="230188" cy="254000"/>
            </a:xfrm>
            <a:custGeom>
              <a:avLst/>
              <a:gdLst>
                <a:gd name="T0" fmla="*/ 198 w 359"/>
                <a:gd name="T1" fmla="*/ 387 h 394"/>
                <a:gd name="T2" fmla="*/ 241 w 359"/>
                <a:gd name="T3" fmla="*/ 361 h 394"/>
                <a:gd name="T4" fmla="*/ 259 w 359"/>
                <a:gd name="T5" fmla="*/ 359 h 394"/>
                <a:gd name="T6" fmla="*/ 252 w 359"/>
                <a:gd name="T7" fmla="*/ 354 h 394"/>
                <a:gd name="T8" fmla="*/ 215 w 359"/>
                <a:gd name="T9" fmla="*/ 368 h 394"/>
                <a:gd name="T10" fmla="*/ 180 w 359"/>
                <a:gd name="T11" fmla="*/ 385 h 394"/>
                <a:gd name="T12" fmla="*/ 146 w 359"/>
                <a:gd name="T13" fmla="*/ 368 h 394"/>
                <a:gd name="T14" fmla="*/ 123 w 359"/>
                <a:gd name="T15" fmla="*/ 357 h 394"/>
                <a:gd name="T16" fmla="*/ 117 w 359"/>
                <a:gd name="T17" fmla="*/ 360 h 394"/>
                <a:gd name="T18" fmla="*/ 161 w 359"/>
                <a:gd name="T19" fmla="*/ 385 h 394"/>
                <a:gd name="T20" fmla="*/ 179 w 359"/>
                <a:gd name="T21" fmla="*/ 394 h 394"/>
                <a:gd name="T22" fmla="*/ 181 w 359"/>
                <a:gd name="T23" fmla="*/ 394 h 394"/>
                <a:gd name="T24" fmla="*/ 198 w 359"/>
                <a:gd name="T25" fmla="*/ 387 h 394"/>
                <a:gd name="T26" fmla="*/ 359 w 359"/>
                <a:gd name="T27" fmla="*/ 129 h 394"/>
                <a:gd name="T28" fmla="*/ 319 w 359"/>
                <a:gd name="T29" fmla="*/ 65 h 394"/>
                <a:gd name="T30" fmla="*/ 259 w 359"/>
                <a:gd name="T31" fmla="*/ 20 h 394"/>
                <a:gd name="T32" fmla="*/ 181 w 359"/>
                <a:gd name="T33" fmla="*/ 1 h 394"/>
                <a:gd name="T34" fmla="*/ 99 w 359"/>
                <a:gd name="T35" fmla="*/ 20 h 394"/>
                <a:gd name="T36" fmla="*/ 40 w 359"/>
                <a:gd name="T37" fmla="*/ 65 h 394"/>
                <a:gd name="T38" fmla="*/ 0 w 359"/>
                <a:gd name="T39" fmla="*/ 129 h 394"/>
                <a:gd name="T40" fmla="*/ 10 w 359"/>
                <a:gd name="T41" fmla="*/ 125 h 394"/>
                <a:gd name="T42" fmla="*/ 54 w 359"/>
                <a:gd name="T43" fmla="*/ 62 h 394"/>
                <a:gd name="T44" fmla="*/ 182 w 359"/>
                <a:gd name="T45" fmla="*/ 8 h 394"/>
                <a:gd name="T46" fmla="*/ 309 w 359"/>
                <a:gd name="T47" fmla="*/ 64 h 394"/>
                <a:gd name="T48" fmla="*/ 337 w 359"/>
                <a:gd name="T49" fmla="*/ 103 h 394"/>
                <a:gd name="T50" fmla="*/ 350 w 359"/>
                <a:gd name="T51" fmla="*/ 136 h 394"/>
                <a:gd name="T52" fmla="*/ 359 w 359"/>
                <a:gd name="T53" fmla="*/ 129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9" h="394">
                  <a:moveTo>
                    <a:pt x="198" y="387"/>
                  </a:moveTo>
                  <a:cubicBezTo>
                    <a:pt x="214" y="377"/>
                    <a:pt x="219" y="368"/>
                    <a:pt x="241" y="361"/>
                  </a:cubicBezTo>
                  <a:cubicBezTo>
                    <a:pt x="259" y="359"/>
                    <a:pt x="259" y="359"/>
                    <a:pt x="259" y="359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36" y="355"/>
                    <a:pt x="221" y="364"/>
                    <a:pt x="215" y="368"/>
                  </a:cubicBezTo>
                  <a:cubicBezTo>
                    <a:pt x="215" y="368"/>
                    <a:pt x="193" y="386"/>
                    <a:pt x="180" y="385"/>
                  </a:cubicBezTo>
                  <a:cubicBezTo>
                    <a:pt x="169" y="386"/>
                    <a:pt x="153" y="372"/>
                    <a:pt x="146" y="368"/>
                  </a:cubicBezTo>
                  <a:cubicBezTo>
                    <a:pt x="139" y="364"/>
                    <a:pt x="123" y="357"/>
                    <a:pt x="123" y="357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35" y="367"/>
                    <a:pt x="151" y="380"/>
                    <a:pt x="161" y="385"/>
                  </a:cubicBezTo>
                  <a:cubicBezTo>
                    <a:pt x="164" y="388"/>
                    <a:pt x="171" y="394"/>
                    <a:pt x="179" y="394"/>
                  </a:cubicBezTo>
                  <a:cubicBezTo>
                    <a:pt x="181" y="394"/>
                    <a:pt x="181" y="394"/>
                    <a:pt x="181" y="394"/>
                  </a:cubicBezTo>
                  <a:cubicBezTo>
                    <a:pt x="189" y="394"/>
                    <a:pt x="194" y="389"/>
                    <a:pt x="198" y="387"/>
                  </a:cubicBezTo>
                  <a:moveTo>
                    <a:pt x="359" y="129"/>
                  </a:moveTo>
                  <a:cubicBezTo>
                    <a:pt x="352" y="114"/>
                    <a:pt x="343" y="90"/>
                    <a:pt x="319" y="65"/>
                  </a:cubicBezTo>
                  <a:cubicBezTo>
                    <a:pt x="295" y="39"/>
                    <a:pt x="259" y="20"/>
                    <a:pt x="259" y="20"/>
                  </a:cubicBezTo>
                  <a:cubicBezTo>
                    <a:pt x="249" y="16"/>
                    <a:pt x="217" y="0"/>
                    <a:pt x="181" y="1"/>
                  </a:cubicBezTo>
                  <a:cubicBezTo>
                    <a:pt x="144" y="1"/>
                    <a:pt x="107" y="16"/>
                    <a:pt x="99" y="20"/>
                  </a:cubicBezTo>
                  <a:cubicBezTo>
                    <a:pt x="99" y="20"/>
                    <a:pt x="64" y="39"/>
                    <a:pt x="40" y="65"/>
                  </a:cubicBezTo>
                  <a:cubicBezTo>
                    <a:pt x="16" y="90"/>
                    <a:pt x="5" y="114"/>
                    <a:pt x="0" y="129"/>
                  </a:cubicBezTo>
                  <a:cubicBezTo>
                    <a:pt x="0" y="129"/>
                    <a:pt x="7" y="143"/>
                    <a:pt x="10" y="125"/>
                  </a:cubicBezTo>
                  <a:cubicBezTo>
                    <a:pt x="10" y="125"/>
                    <a:pt x="26" y="85"/>
                    <a:pt x="54" y="62"/>
                  </a:cubicBezTo>
                  <a:cubicBezTo>
                    <a:pt x="78" y="37"/>
                    <a:pt x="131" y="8"/>
                    <a:pt x="182" y="8"/>
                  </a:cubicBezTo>
                  <a:cubicBezTo>
                    <a:pt x="241" y="9"/>
                    <a:pt x="286" y="44"/>
                    <a:pt x="309" y="64"/>
                  </a:cubicBezTo>
                  <a:cubicBezTo>
                    <a:pt x="321" y="76"/>
                    <a:pt x="337" y="103"/>
                    <a:pt x="337" y="103"/>
                  </a:cubicBezTo>
                  <a:cubicBezTo>
                    <a:pt x="347" y="122"/>
                    <a:pt x="352" y="130"/>
                    <a:pt x="350" y="136"/>
                  </a:cubicBezTo>
                  <a:lnTo>
                    <a:pt x="359" y="12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1" name="Freeform 583">
              <a:extLst>
                <a:ext uri="{FF2B5EF4-FFF2-40B4-BE49-F238E27FC236}">
                  <a16:creationId xmlns:a16="http://schemas.microsoft.com/office/drawing/2014/main" id="{BCCAF9A5-AC59-41EE-AFB6-2ED753BFFD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25550" y="12322175"/>
              <a:ext cx="587375" cy="704850"/>
            </a:xfrm>
            <a:custGeom>
              <a:avLst/>
              <a:gdLst>
                <a:gd name="T0" fmla="*/ 879 w 916"/>
                <a:gd name="T1" fmla="*/ 342 h 1100"/>
                <a:gd name="T2" fmla="*/ 785 w 916"/>
                <a:gd name="T3" fmla="*/ 169 h 1100"/>
                <a:gd name="T4" fmla="*/ 600 w 916"/>
                <a:gd name="T5" fmla="*/ 30 h 1100"/>
                <a:gd name="T6" fmla="*/ 406 w 916"/>
                <a:gd name="T7" fmla="*/ 6 h 1100"/>
                <a:gd name="T8" fmla="*/ 209 w 916"/>
                <a:gd name="T9" fmla="*/ 88 h 1100"/>
                <a:gd name="T10" fmla="*/ 64 w 916"/>
                <a:gd name="T11" fmla="*/ 270 h 1100"/>
                <a:gd name="T12" fmla="*/ 8 w 916"/>
                <a:gd name="T13" fmla="*/ 472 h 1100"/>
                <a:gd name="T14" fmla="*/ 13 w 916"/>
                <a:gd name="T15" fmla="*/ 665 h 1100"/>
                <a:gd name="T16" fmla="*/ 76 w 916"/>
                <a:gd name="T17" fmla="*/ 848 h 1100"/>
                <a:gd name="T18" fmla="*/ 229 w 916"/>
                <a:gd name="T19" fmla="*/ 1022 h 1100"/>
                <a:gd name="T20" fmla="*/ 430 w 916"/>
                <a:gd name="T21" fmla="*/ 1099 h 1100"/>
                <a:gd name="T22" fmla="*/ 605 w 916"/>
                <a:gd name="T23" fmla="*/ 1068 h 1100"/>
                <a:gd name="T24" fmla="*/ 788 w 916"/>
                <a:gd name="T25" fmla="*/ 927 h 1100"/>
                <a:gd name="T26" fmla="*/ 891 w 916"/>
                <a:gd name="T27" fmla="*/ 720 h 1100"/>
                <a:gd name="T28" fmla="*/ 906 w 916"/>
                <a:gd name="T29" fmla="*/ 501 h 1100"/>
                <a:gd name="T30" fmla="*/ 896 w 916"/>
                <a:gd name="T31" fmla="*/ 428 h 1100"/>
                <a:gd name="T32" fmla="*/ 864 w 916"/>
                <a:gd name="T33" fmla="*/ 318 h 1100"/>
                <a:gd name="T34" fmla="*/ 826 w 916"/>
                <a:gd name="T35" fmla="*/ 249 h 1100"/>
                <a:gd name="T36" fmla="*/ 788 w 916"/>
                <a:gd name="T37" fmla="*/ 185 h 1100"/>
                <a:gd name="T38" fmla="*/ 737 w 916"/>
                <a:gd name="T39" fmla="*/ 129 h 1100"/>
                <a:gd name="T40" fmla="*/ 675 w 916"/>
                <a:gd name="T41" fmla="*/ 80 h 1100"/>
                <a:gd name="T42" fmla="*/ 592 w 916"/>
                <a:gd name="T43" fmla="*/ 36 h 1100"/>
                <a:gd name="T44" fmla="*/ 441 w 916"/>
                <a:gd name="T45" fmla="*/ 12 h 1100"/>
                <a:gd name="T46" fmla="*/ 363 w 916"/>
                <a:gd name="T47" fmla="*/ 31 h 1100"/>
                <a:gd name="T48" fmla="*/ 294 w 916"/>
                <a:gd name="T49" fmla="*/ 59 h 1100"/>
                <a:gd name="T50" fmla="*/ 199 w 916"/>
                <a:gd name="T51" fmla="*/ 112 h 1100"/>
                <a:gd name="T52" fmla="*/ 171 w 916"/>
                <a:gd name="T53" fmla="*/ 138 h 1100"/>
                <a:gd name="T54" fmla="*/ 103 w 916"/>
                <a:gd name="T55" fmla="*/ 217 h 1100"/>
                <a:gd name="T56" fmla="*/ 70 w 916"/>
                <a:gd name="T57" fmla="*/ 277 h 1100"/>
                <a:gd name="T58" fmla="*/ 30 w 916"/>
                <a:gd name="T59" fmla="*/ 386 h 1100"/>
                <a:gd name="T60" fmla="*/ 11 w 916"/>
                <a:gd name="T61" fmla="*/ 499 h 1100"/>
                <a:gd name="T62" fmla="*/ 12 w 916"/>
                <a:gd name="T63" fmla="*/ 614 h 1100"/>
                <a:gd name="T64" fmla="*/ 40 w 916"/>
                <a:gd name="T65" fmla="*/ 712 h 1100"/>
                <a:gd name="T66" fmla="*/ 63 w 916"/>
                <a:gd name="T67" fmla="*/ 808 h 1100"/>
                <a:gd name="T68" fmla="*/ 98 w 916"/>
                <a:gd name="T69" fmla="*/ 875 h 1100"/>
                <a:gd name="T70" fmla="*/ 157 w 916"/>
                <a:gd name="T71" fmla="*/ 943 h 1100"/>
                <a:gd name="T72" fmla="*/ 209 w 916"/>
                <a:gd name="T73" fmla="*/ 996 h 1100"/>
                <a:gd name="T74" fmla="*/ 272 w 916"/>
                <a:gd name="T75" fmla="*/ 1039 h 1100"/>
                <a:gd name="T76" fmla="*/ 322 w 916"/>
                <a:gd name="T77" fmla="*/ 1066 h 1100"/>
                <a:gd name="T78" fmla="*/ 435 w 916"/>
                <a:gd name="T79" fmla="*/ 1090 h 1100"/>
                <a:gd name="T80" fmla="*/ 552 w 916"/>
                <a:gd name="T81" fmla="*/ 1080 h 1100"/>
                <a:gd name="T82" fmla="*/ 625 w 916"/>
                <a:gd name="T83" fmla="*/ 1053 h 1100"/>
                <a:gd name="T84" fmla="*/ 703 w 916"/>
                <a:gd name="T85" fmla="*/ 1000 h 1100"/>
                <a:gd name="T86" fmla="*/ 754 w 916"/>
                <a:gd name="T87" fmla="*/ 959 h 1100"/>
                <a:gd name="T88" fmla="*/ 803 w 916"/>
                <a:gd name="T89" fmla="*/ 898 h 1100"/>
                <a:gd name="T90" fmla="*/ 838 w 916"/>
                <a:gd name="T91" fmla="*/ 839 h 1100"/>
                <a:gd name="T92" fmla="*/ 786 w 916"/>
                <a:gd name="T93" fmla="*/ 890 h 1100"/>
                <a:gd name="T94" fmla="*/ 622 w 916"/>
                <a:gd name="T95" fmla="*/ 1036 h 1100"/>
                <a:gd name="T96" fmla="*/ 433 w 916"/>
                <a:gd name="T97" fmla="*/ 1072 h 1100"/>
                <a:gd name="T98" fmla="*/ 240 w 916"/>
                <a:gd name="T99" fmla="*/ 1003 h 1100"/>
                <a:gd name="T100" fmla="*/ 96 w 916"/>
                <a:gd name="T101" fmla="*/ 834 h 1100"/>
                <a:gd name="T102" fmla="*/ 37 w 916"/>
                <a:gd name="T103" fmla="*/ 650 h 1100"/>
                <a:gd name="T104" fmla="*/ 32 w 916"/>
                <a:gd name="T105" fmla="*/ 473 h 1100"/>
                <a:gd name="T106" fmla="*/ 91 w 916"/>
                <a:gd name="T107" fmla="*/ 282 h 1100"/>
                <a:gd name="T108" fmla="*/ 228 w 916"/>
                <a:gd name="T109" fmla="*/ 111 h 1100"/>
                <a:gd name="T110" fmla="*/ 416 w 916"/>
                <a:gd name="T111" fmla="*/ 29 h 1100"/>
                <a:gd name="T112" fmla="*/ 595 w 916"/>
                <a:gd name="T113" fmla="*/ 53 h 1100"/>
                <a:gd name="T114" fmla="*/ 769 w 916"/>
                <a:gd name="T115" fmla="*/ 187 h 1100"/>
                <a:gd name="T116" fmla="*/ 867 w 916"/>
                <a:gd name="T117" fmla="*/ 386 h 1100"/>
                <a:gd name="T118" fmla="*/ 886 w 916"/>
                <a:gd name="T119" fmla="*/ 554 h 1100"/>
                <a:gd name="T120" fmla="*/ 855 w 916"/>
                <a:gd name="T121" fmla="*/ 754 h 1100"/>
                <a:gd name="T122" fmla="*/ 872 w 916"/>
                <a:gd name="T123" fmla="*/ 717 h 1100"/>
                <a:gd name="T124" fmla="*/ 894 w 916"/>
                <a:gd name="T125" fmla="*/ 613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6" h="1100">
                  <a:moveTo>
                    <a:pt x="913" y="530"/>
                  </a:moveTo>
                  <a:cubicBezTo>
                    <a:pt x="913" y="530"/>
                    <a:pt x="913" y="530"/>
                    <a:pt x="913" y="530"/>
                  </a:cubicBezTo>
                  <a:cubicBezTo>
                    <a:pt x="913" y="528"/>
                    <a:pt x="913" y="528"/>
                    <a:pt x="913" y="528"/>
                  </a:cubicBezTo>
                  <a:cubicBezTo>
                    <a:pt x="913" y="527"/>
                    <a:pt x="913" y="527"/>
                    <a:pt x="913" y="527"/>
                  </a:cubicBezTo>
                  <a:cubicBezTo>
                    <a:pt x="914" y="523"/>
                    <a:pt x="915" y="519"/>
                    <a:pt x="915" y="514"/>
                  </a:cubicBezTo>
                  <a:cubicBezTo>
                    <a:pt x="915" y="508"/>
                    <a:pt x="914" y="501"/>
                    <a:pt x="911" y="492"/>
                  </a:cubicBezTo>
                  <a:cubicBezTo>
                    <a:pt x="910" y="492"/>
                    <a:pt x="910" y="492"/>
                    <a:pt x="910" y="492"/>
                  </a:cubicBezTo>
                  <a:cubicBezTo>
                    <a:pt x="910" y="490"/>
                    <a:pt x="910" y="490"/>
                    <a:pt x="910" y="490"/>
                  </a:cubicBezTo>
                  <a:cubicBezTo>
                    <a:pt x="910" y="489"/>
                    <a:pt x="910" y="489"/>
                    <a:pt x="910" y="489"/>
                  </a:cubicBezTo>
                  <a:cubicBezTo>
                    <a:pt x="911" y="486"/>
                    <a:pt x="912" y="482"/>
                    <a:pt x="912" y="478"/>
                  </a:cubicBezTo>
                  <a:cubicBezTo>
                    <a:pt x="912" y="471"/>
                    <a:pt x="910" y="464"/>
                    <a:pt x="906" y="455"/>
                  </a:cubicBezTo>
                  <a:cubicBezTo>
                    <a:pt x="906" y="454"/>
                    <a:pt x="906" y="454"/>
                    <a:pt x="906" y="454"/>
                  </a:cubicBezTo>
                  <a:cubicBezTo>
                    <a:pt x="906" y="452"/>
                    <a:pt x="906" y="452"/>
                    <a:pt x="906" y="452"/>
                  </a:cubicBezTo>
                  <a:cubicBezTo>
                    <a:pt x="906" y="451"/>
                    <a:pt x="906" y="451"/>
                    <a:pt x="906" y="451"/>
                  </a:cubicBezTo>
                  <a:cubicBezTo>
                    <a:pt x="906" y="449"/>
                    <a:pt x="907" y="446"/>
                    <a:pt x="907" y="442"/>
                  </a:cubicBezTo>
                  <a:cubicBezTo>
                    <a:pt x="907" y="440"/>
                    <a:pt x="906" y="437"/>
                    <a:pt x="906" y="434"/>
                  </a:cubicBezTo>
                  <a:cubicBezTo>
                    <a:pt x="905" y="432"/>
                    <a:pt x="905" y="432"/>
                    <a:pt x="905" y="432"/>
                  </a:cubicBezTo>
                  <a:cubicBezTo>
                    <a:pt x="905" y="432"/>
                    <a:pt x="905" y="432"/>
                    <a:pt x="905" y="432"/>
                  </a:cubicBezTo>
                  <a:cubicBezTo>
                    <a:pt x="904" y="427"/>
                    <a:pt x="902" y="421"/>
                    <a:pt x="899" y="415"/>
                  </a:cubicBezTo>
                  <a:cubicBezTo>
                    <a:pt x="899" y="415"/>
                    <a:pt x="899" y="415"/>
                    <a:pt x="899" y="415"/>
                  </a:cubicBezTo>
                  <a:cubicBezTo>
                    <a:pt x="899" y="413"/>
                    <a:pt x="899" y="413"/>
                    <a:pt x="899" y="413"/>
                  </a:cubicBezTo>
                  <a:cubicBezTo>
                    <a:pt x="899" y="412"/>
                    <a:pt x="899" y="412"/>
                    <a:pt x="899" y="412"/>
                  </a:cubicBezTo>
                  <a:cubicBezTo>
                    <a:pt x="899" y="410"/>
                    <a:pt x="899" y="408"/>
                    <a:pt x="899" y="406"/>
                  </a:cubicBezTo>
                  <a:cubicBezTo>
                    <a:pt x="899" y="398"/>
                    <a:pt x="897" y="389"/>
                    <a:pt x="890" y="378"/>
                  </a:cubicBezTo>
                  <a:cubicBezTo>
                    <a:pt x="890" y="378"/>
                    <a:pt x="890" y="378"/>
                    <a:pt x="890" y="378"/>
                  </a:cubicBezTo>
                  <a:cubicBezTo>
                    <a:pt x="889" y="376"/>
                    <a:pt x="889" y="376"/>
                    <a:pt x="889" y="376"/>
                  </a:cubicBezTo>
                  <a:cubicBezTo>
                    <a:pt x="889" y="375"/>
                    <a:pt x="889" y="375"/>
                    <a:pt x="889" y="375"/>
                  </a:cubicBezTo>
                  <a:cubicBezTo>
                    <a:pt x="890" y="374"/>
                    <a:pt x="890" y="372"/>
                    <a:pt x="890" y="371"/>
                  </a:cubicBezTo>
                  <a:cubicBezTo>
                    <a:pt x="890" y="363"/>
                    <a:pt x="887" y="353"/>
                    <a:pt x="879" y="342"/>
                  </a:cubicBezTo>
                  <a:cubicBezTo>
                    <a:pt x="879" y="341"/>
                    <a:pt x="879" y="341"/>
                    <a:pt x="879" y="341"/>
                  </a:cubicBezTo>
                  <a:cubicBezTo>
                    <a:pt x="878" y="339"/>
                    <a:pt x="878" y="339"/>
                    <a:pt x="878" y="339"/>
                  </a:cubicBezTo>
                  <a:cubicBezTo>
                    <a:pt x="878" y="339"/>
                    <a:pt x="878" y="339"/>
                    <a:pt x="878" y="339"/>
                  </a:cubicBezTo>
                  <a:cubicBezTo>
                    <a:pt x="878" y="338"/>
                    <a:pt x="878" y="338"/>
                    <a:pt x="878" y="337"/>
                  </a:cubicBezTo>
                  <a:cubicBezTo>
                    <a:pt x="878" y="333"/>
                    <a:pt x="877" y="327"/>
                    <a:pt x="875" y="322"/>
                  </a:cubicBezTo>
                  <a:cubicBezTo>
                    <a:pt x="874" y="320"/>
                    <a:pt x="874" y="320"/>
                    <a:pt x="874" y="320"/>
                  </a:cubicBezTo>
                  <a:cubicBezTo>
                    <a:pt x="874" y="320"/>
                    <a:pt x="874" y="320"/>
                    <a:pt x="874" y="320"/>
                  </a:cubicBezTo>
                  <a:cubicBezTo>
                    <a:pt x="872" y="315"/>
                    <a:pt x="869" y="310"/>
                    <a:pt x="865" y="304"/>
                  </a:cubicBezTo>
                  <a:cubicBezTo>
                    <a:pt x="865" y="304"/>
                    <a:pt x="865" y="304"/>
                    <a:pt x="865" y="304"/>
                  </a:cubicBezTo>
                  <a:cubicBezTo>
                    <a:pt x="864" y="302"/>
                    <a:pt x="864" y="302"/>
                    <a:pt x="864" y="302"/>
                  </a:cubicBezTo>
                  <a:cubicBezTo>
                    <a:pt x="864" y="301"/>
                    <a:pt x="864" y="301"/>
                    <a:pt x="864" y="301"/>
                  </a:cubicBezTo>
                  <a:cubicBezTo>
                    <a:pt x="864" y="292"/>
                    <a:pt x="860" y="282"/>
                    <a:pt x="849" y="270"/>
                  </a:cubicBezTo>
                  <a:cubicBezTo>
                    <a:pt x="849" y="269"/>
                    <a:pt x="849" y="269"/>
                    <a:pt x="849" y="269"/>
                  </a:cubicBezTo>
                  <a:cubicBezTo>
                    <a:pt x="848" y="267"/>
                    <a:pt x="848" y="267"/>
                    <a:pt x="848" y="267"/>
                  </a:cubicBezTo>
                  <a:cubicBezTo>
                    <a:pt x="848" y="267"/>
                    <a:pt x="848" y="267"/>
                    <a:pt x="848" y="267"/>
                  </a:cubicBezTo>
                  <a:cubicBezTo>
                    <a:pt x="847" y="258"/>
                    <a:pt x="843" y="247"/>
                    <a:pt x="831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29" y="234"/>
                    <a:pt x="829" y="234"/>
                    <a:pt x="829" y="234"/>
                  </a:cubicBezTo>
                  <a:cubicBezTo>
                    <a:pt x="829" y="233"/>
                    <a:pt x="829" y="233"/>
                    <a:pt x="829" y="233"/>
                  </a:cubicBezTo>
                  <a:cubicBezTo>
                    <a:pt x="828" y="228"/>
                    <a:pt x="827" y="223"/>
                    <a:pt x="823" y="217"/>
                  </a:cubicBezTo>
                  <a:cubicBezTo>
                    <a:pt x="821" y="215"/>
                    <a:pt x="821" y="215"/>
                    <a:pt x="821" y="215"/>
                  </a:cubicBezTo>
                  <a:cubicBezTo>
                    <a:pt x="821" y="215"/>
                    <a:pt x="821" y="215"/>
                    <a:pt x="821" y="215"/>
                  </a:cubicBezTo>
                  <a:cubicBezTo>
                    <a:pt x="819" y="211"/>
                    <a:pt x="815" y="206"/>
                    <a:pt x="809" y="202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8" y="200"/>
                    <a:pt x="808" y="200"/>
                    <a:pt x="808" y="200"/>
                  </a:cubicBezTo>
                  <a:cubicBezTo>
                    <a:pt x="808" y="199"/>
                    <a:pt x="808" y="199"/>
                    <a:pt x="808" y="199"/>
                  </a:cubicBezTo>
                  <a:cubicBezTo>
                    <a:pt x="806" y="191"/>
                    <a:pt x="800" y="181"/>
                    <a:pt x="787" y="171"/>
                  </a:cubicBezTo>
                  <a:cubicBezTo>
                    <a:pt x="786" y="171"/>
                    <a:pt x="786" y="171"/>
                    <a:pt x="786" y="171"/>
                  </a:cubicBezTo>
                  <a:cubicBezTo>
                    <a:pt x="785" y="169"/>
                    <a:pt x="785" y="169"/>
                    <a:pt x="785" y="169"/>
                  </a:cubicBezTo>
                  <a:cubicBezTo>
                    <a:pt x="785" y="169"/>
                    <a:pt x="785" y="169"/>
                    <a:pt x="785" y="169"/>
                  </a:cubicBezTo>
                  <a:cubicBezTo>
                    <a:pt x="782" y="160"/>
                    <a:pt x="775" y="151"/>
                    <a:pt x="762" y="142"/>
                  </a:cubicBezTo>
                  <a:cubicBezTo>
                    <a:pt x="761" y="142"/>
                    <a:pt x="761" y="142"/>
                    <a:pt x="761" y="142"/>
                  </a:cubicBezTo>
                  <a:cubicBezTo>
                    <a:pt x="760" y="140"/>
                    <a:pt x="760" y="140"/>
                    <a:pt x="760" y="140"/>
                  </a:cubicBezTo>
                  <a:cubicBezTo>
                    <a:pt x="760" y="140"/>
                    <a:pt x="760" y="140"/>
                    <a:pt x="760" y="140"/>
                  </a:cubicBezTo>
                  <a:cubicBezTo>
                    <a:pt x="758" y="135"/>
                    <a:pt x="755" y="130"/>
                    <a:pt x="750" y="125"/>
                  </a:cubicBezTo>
                  <a:cubicBezTo>
                    <a:pt x="748" y="124"/>
                    <a:pt x="748" y="124"/>
                    <a:pt x="748" y="124"/>
                  </a:cubicBezTo>
                  <a:cubicBezTo>
                    <a:pt x="748" y="124"/>
                    <a:pt x="748" y="124"/>
                    <a:pt x="748" y="124"/>
                  </a:cubicBezTo>
                  <a:cubicBezTo>
                    <a:pt x="744" y="121"/>
                    <a:pt x="739" y="117"/>
                    <a:pt x="733" y="114"/>
                  </a:cubicBezTo>
                  <a:cubicBezTo>
                    <a:pt x="733" y="114"/>
                    <a:pt x="733" y="114"/>
                    <a:pt x="733" y="114"/>
                  </a:cubicBezTo>
                  <a:cubicBezTo>
                    <a:pt x="731" y="112"/>
                    <a:pt x="731" y="112"/>
                    <a:pt x="731" y="112"/>
                  </a:cubicBezTo>
                  <a:cubicBezTo>
                    <a:pt x="731" y="112"/>
                    <a:pt x="731" y="112"/>
                    <a:pt x="731" y="112"/>
                  </a:cubicBezTo>
                  <a:cubicBezTo>
                    <a:pt x="727" y="104"/>
                    <a:pt x="719" y="95"/>
                    <a:pt x="704" y="89"/>
                  </a:cubicBezTo>
                  <a:cubicBezTo>
                    <a:pt x="704" y="89"/>
                    <a:pt x="704" y="89"/>
                    <a:pt x="704" y="89"/>
                  </a:cubicBezTo>
                  <a:cubicBezTo>
                    <a:pt x="702" y="88"/>
                    <a:pt x="702" y="88"/>
                    <a:pt x="702" y="88"/>
                  </a:cubicBezTo>
                  <a:cubicBezTo>
                    <a:pt x="701" y="87"/>
                    <a:pt x="701" y="87"/>
                    <a:pt x="701" y="87"/>
                  </a:cubicBezTo>
                  <a:cubicBezTo>
                    <a:pt x="697" y="79"/>
                    <a:pt x="688" y="72"/>
                    <a:pt x="672" y="67"/>
                  </a:cubicBezTo>
                  <a:cubicBezTo>
                    <a:pt x="672" y="67"/>
                    <a:pt x="672" y="67"/>
                    <a:pt x="672" y="67"/>
                  </a:cubicBezTo>
                  <a:cubicBezTo>
                    <a:pt x="670" y="66"/>
                    <a:pt x="670" y="66"/>
                    <a:pt x="670" y="66"/>
                  </a:cubicBezTo>
                  <a:cubicBezTo>
                    <a:pt x="670" y="65"/>
                    <a:pt x="670" y="65"/>
                    <a:pt x="670" y="65"/>
                  </a:cubicBezTo>
                  <a:cubicBezTo>
                    <a:pt x="667" y="61"/>
                    <a:pt x="662" y="57"/>
                    <a:pt x="656" y="54"/>
                  </a:cubicBezTo>
                  <a:cubicBezTo>
                    <a:pt x="656" y="54"/>
                    <a:pt x="656" y="54"/>
                    <a:pt x="656" y="54"/>
                  </a:cubicBezTo>
                  <a:cubicBezTo>
                    <a:pt x="651" y="51"/>
                    <a:pt x="645" y="48"/>
                    <a:pt x="637" y="47"/>
                  </a:cubicBezTo>
                  <a:cubicBezTo>
                    <a:pt x="637" y="47"/>
                    <a:pt x="637" y="47"/>
                    <a:pt x="637" y="47"/>
                  </a:cubicBezTo>
                  <a:cubicBezTo>
                    <a:pt x="635" y="45"/>
                    <a:pt x="635" y="45"/>
                    <a:pt x="635" y="45"/>
                  </a:cubicBezTo>
                  <a:cubicBezTo>
                    <a:pt x="635" y="45"/>
                    <a:pt x="635" y="45"/>
                    <a:pt x="635" y="45"/>
                  </a:cubicBezTo>
                  <a:cubicBezTo>
                    <a:pt x="628" y="39"/>
                    <a:pt x="619" y="32"/>
                    <a:pt x="602" y="31"/>
                  </a:cubicBezTo>
                  <a:cubicBezTo>
                    <a:pt x="602" y="31"/>
                    <a:pt x="602" y="31"/>
                    <a:pt x="602" y="31"/>
                  </a:cubicBezTo>
                  <a:cubicBezTo>
                    <a:pt x="600" y="30"/>
                    <a:pt x="600" y="30"/>
                    <a:pt x="600" y="30"/>
                  </a:cubicBezTo>
                  <a:cubicBezTo>
                    <a:pt x="599" y="29"/>
                    <a:pt x="599" y="29"/>
                    <a:pt x="599" y="29"/>
                  </a:cubicBezTo>
                  <a:cubicBezTo>
                    <a:pt x="593" y="23"/>
                    <a:pt x="582" y="18"/>
                    <a:pt x="566" y="18"/>
                  </a:cubicBezTo>
                  <a:cubicBezTo>
                    <a:pt x="566" y="18"/>
                    <a:pt x="566" y="18"/>
                    <a:pt x="566" y="18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58" y="14"/>
                    <a:pt x="553" y="11"/>
                    <a:pt x="547" y="10"/>
                  </a:cubicBezTo>
                  <a:cubicBezTo>
                    <a:pt x="546" y="10"/>
                    <a:pt x="546" y="10"/>
                    <a:pt x="546" y="10"/>
                  </a:cubicBezTo>
                  <a:cubicBezTo>
                    <a:pt x="542" y="9"/>
                    <a:pt x="538" y="8"/>
                    <a:pt x="532" y="8"/>
                  </a:cubicBezTo>
                  <a:cubicBezTo>
                    <a:pt x="530" y="8"/>
                    <a:pt x="528" y="8"/>
                    <a:pt x="526" y="9"/>
                  </a:cubicBezTo>
                  <a:cubicBezTo>
                    <a:pt x="526" y="9"/>
                    <a:pt x="526" y="9"/>
                    <a:pt x="526" y="9"/>
                  </a:cubicBezTo>
                  <a:cubicBezTo>
                    <a:pt x="524" y="8"/>
                    <a:pt x="524" y="8"/>
                    <a:pt x="524" y="8"/>
                  </a:cubicBezTo>
                  <a:cubicBezTo>
                    <a:pt x="523" y="8"/>
                    <a:pt x="523" y="8"/>
                    <a:pt x="523" y="8"/>
                  </a:cubicBezTo>
                  <a:cubicBezTo>
                    <a:pt x="518" y="5"/>
                    <a:pt x="510" y="2"/>
                    <a:pt x="501" y="2"/>
                  </a:cubicBezTo>
                  <a:cubicBezTo>
                    <a:pt x="497" y="2"/>
                    <a:pt x="493" y="3"/>
                    <a:pt x="488" y="4"/>
                  </a:cubicBezTo>
                  <a:cubicBezTo>
                    <a:pt x="488" y="4"/>
                    <a:pt x="488" y="4"/>
                    <a:pt x="488" y="4"/>
                  </a:cubicBezTo>
                  <a:cubicBezTo>
                    <a:pt x="485" y="4"/>
                    <a:pt x="485" y="4"/>
                    <a:pt x="485" y="4"/>
                  </a:cubicBezTo>
                  <a:cubicBezTo>
                    <a:pt x="485" y="3"/>
                    <a:pt x="485" y="3"/>
                    <a:pt x="485" y="3"/>
                  </a:cubicBezTo>
                  <a:cubicBezTo>
                    <a:pt x="480" y="1"/>
                    <a:pt x="474" y="0"/>
                    <a:pt x="467" y="0"/>
                  </a:cubicBezTo>
                  <a:cubicBezTo>
                    <a:pt x="462" y="0"/>
                    <a:pt x="456" y="1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47" y="3"/>
                    <a:pt x="447" y="3"/>
                    <a:pt x="447" y="3"/>
                  </a:cubicBezTo>
                  <a:cubicBezTo>
                    <a:pt x="446" y="3"/>
                    <a:pt x="446" y="3"/>
                    <a:pt x="446" y="3"/>
                  </a:cubicBezTo>
                  <a:cubicBezTo>
                    <a:pt x="442" y="1"/>
                    <a:pt x="438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8" y="1"/>
                    <a:pt x="428" y="1"/>
                  </a:cubicBezTo>
                  <a:cubicBezTo>
                    <a:pt x="423" y="1"/>
                    <a:pt x="416" y="3"/>
                    <a:pt x="409" y="6"/>
                  </a:cubicBezTo>
                  <a:cubicBezTo>
                    <a:pt x="409" y="6"/>
                    <a:pt x="409" y="6"/>
                    <a:pt x="409" y="6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3" y="5"/>
                    <a:pt x="400" y="5"/>
                    <a:pt x="397" y="5"/>
                  </a:cubicBezTo>
                  <a:cubicBezTo>
                    <a:pt x="390" y="5"/>
                    <a:pt x="381" y="7"/>
                    <a:pt x="371" y="13"/>
                  </a:cubicBezTo>
                  <a:cubicBezTo>
                    <a:pt x="371" y="13"/>
                    <a:pt x="371" y="13"/>
                    <a:pt x="371" y="13"/>
                  </a:cubicBezTo>
                  <a:cubicBezTo>
                    <a:pt x="368" y="13"/>
                    <a:pt x="368" y="13"/>
                    <a:pt x="368" y="13"/>
                  </a:cubicBezTo>
                  <a:cubicBezTo>
                    <a:pt x="368" y="13"/>
                    <a:pt x="368" y="13"/>
                    <a:pt x="368" y="13"/>
                  </a:cubicBezTo>
                  <a:cubicBezTo>
                    <a:pt x="366" y="13"/>
                    <a:pt x="365" y="13"/>
                    <a:pt x="363" y="13"/>
                  </a:cubicBezTo>
                  <a:cubicBezTo>
                    <a:pt x="355" y="13"/>
                    <a:pt x="345" y="15"/>
                    <a:pt x="334" y="23"/>
                  </a:cubicBezTo>
                  <a:cubicBezTo>
                    <a:pt x="333" y="23"/>
                    <a:pt x="333" y="23"/>
                    <a:pt x="333" y="23"/>
                  </a:cubicBezTo>
                  <a:cubicBezTo>
                    <a:pt x="331" y="24"/>
                    <a:pt x="331" y="24"/>
                    <a:pt x="331" y="24"/>
                  </a:cubicBezTo>
                  <a:cubicBezTo>
                    <a:pt x="331" y="24"/>
                    <a:pt x="331" y="24"/>
                    <a:pt x="331" y="24"/>
                  </a:cubicBezTo>
                  <a:cubicBezTo>
                    <a:pt x="330" y="24"/>
                    <a:pt x="329" y="24"/>
                    <a:pt x="329" y="24"/>
                  </a:cubicBezTo>
                  <a:cubicBezTo>
                    <a:pt x="324" y="24"/>
                    <a:pt x="319" y="25"/>
                    <a:pt x="313" y="28"/>
                  </a:cubicBezTo>
                  <a:cubicBezTo>
                    <a:pt x="311" y="29"/>
                    <a:pt x="311" y="29"/>
                    <a:pt x="311" y="29"/>
                  </a:cubicBezTo>
                  <a:cubicBezTo>
                    <a:pt x="311" y="29"/>
                    <a:pt x="311" y="29"/>
                    <a:pt x="311" y="29"/>
                  </a:cubicBezTo>
                  <a:cubicBezTo>
                    <a:pt x="306" y="31"/>
                    <a:pt x="301" y="34"/>
                    <a:pt x="296" y="38"/>
                  </a:cubicBezTo>
                  <a:cubicBezTo>
                    <a:pt x="296" y="38"/>
                    <a:pt x="296" y="38"/>
                    <a:pt x="296" y="38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3" y="40"/>
                    <a:pt x="293" y="40"/>
                    <a:pt x="293" y="40"/>
                  </a:cubicBezTo>
                  <a:cubicBezTo>
                    <a:pt x="284" y="40"/>
                    <a:pt x="273" y="44"/>
                    <a:pt x="262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7"/>
                    <a:pt x="259" y="57"/>
                    <a:pt x="259" y="57"/>
                  </a:cubicBezTo>
                  <a:cubicBezTo>
                    <a:pt x="259" y="57"/>
                    <a:pt x="259" y="57"/>
                    <a:pt x="259" y="57"/>
                  </a:cubicBezTo>
                  <a:cubicBezTo>
                    <a:pt x="250" y="59"/>
                    <a:pt x="240" y="64"/>
                    <a:pt x="229" y="77"/>
                  </a:cubicBezTo>
                  <a:cubicBezTo>
                    <a:pt x="229" y="77"/>
                    <a:pt x="229" y="77"/>
                    <a:pt x="229" y="77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1" y="80"/>
                    <a:pt x="216" y="82"/>
                    <a:pt x="211" y="87"/>
                  </a:cubicBezTo>
                  <a:cubicBezTo>
                    <a:pt x="209" y="88"/>
                    <a:pt x="209" y="88"/>
                    <a:pt x="209" y="88"/>
                  </a:cubicBezTo>
                  <a:cubicBezTo>
                    <a:pt x="209" y="88"/>
                    <a:pt x="209" y="88"/>
                    <a:pt x="209" y="88"/>
                  </a:cubicBezTo>
                  <a:cubicBezTo>
                    <a:pt x="205" y="91"/>
                    <a:pt x="201" y="95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86" y="106"/>
                    <a:pt x="177" y="113"/>
                    <a:pt x="169" y="127"/>
                  </a:cubicBezTo>
                  <a:cubicBezTo>
                    <a:pt x="169" y="127"/>
                    <a:pt x="169" y="127"/>
                    <a:pt x="169" y="127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58" y="133"/>
                    <a:pt x="150" y="140"/>
                    <a:pt x="143" y="155"/>
                  </a:cubicBezTo>
                  <a:cubicBezTo>
                    <a:pt x="143" y="155"/>
                    <a:pt x="143" y="155"/>
                    <a:pt x="143" y="155"/>
                  </a:cubicBezTo>
                  <a:cubicBezTo>
                    <a:pt x="141" y="157"/>
                    <a:pt x="141" y="157"/>
                    <a:pt x="141" y="157"/>
                  </a:cubicBezTo>
                  <a:cubicBezTo>
                    <a:pt x="141" y="158"/>
                    <a:pt x="141" y="158"/>
                    <a:pt x="141" y="158"/>
                  </a:cubicBezTo>
                  <a:cubicBezTo>
                    <a:pt x="136" y="160"/>
                    <a:pt x="132" y="164"/>
                    <a:pt x="128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3" y="175"/>
                    <a:pt x="120" y="180"/>
                    <a:pt x="118" y="186"/>
                  </a:cubicBezTo>
                  <a:cubicBezTo>
                    <a:pt x="118" y="187"/>
                    <a:pt x="118" y="187"/>
                    <a:pt x="118" y="187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08" y="194"/>
                    <a:pt x="101" y="203"/>
                    <a:pt x="96" y="218"/>
                  </a:cubicBezTo>
                  <a:cubicBezTo>
                    <a:pt x="96" y="218"/>
                    <a:pt x="96" y="218"/>
                    <a:pt x="96" y="218"/>
                  </a:cubicBezTo>
                  <a:cubicBezTo>
                    <a:pt x="95" y="220"/>
                    <a:pt x="95" y="220"/>
                    <a:pt x="95" y="220"/>
                  </a:cubicBezTo>
                  <a:cubicBezTo>
                    <a:pt x="94" y="221"/>
                    <a:pt x="94" y="221"/>
                    <a:pt x="94" y="221"/>
                  </a:cubicBezTo>
                  <a:cubicBezTo>
                    <a:pt x="87" y="226"/>
                    <a:pt x="80" y="235"/>
                    <a:pt x="77" y="251"/>
                  </a:cubicBezTo>
                  <a:cubicBezTo>
                    <a:pt x="77" y="251"/>
                    <a:pt x="77" y="251"/>
                    <a:pt x="77" y="251"/>
                  </a:cubicBezTo>
                  <a:cubicBezTo>
                    <a:pt x="76" y="254"/>
                    <a:pt x="76" y="254"/>
                    <a:pt x="76" y="254"/>
                  </a:cubicBezTo>
                  <a:cubicBezTo>
                    <a:pt x="75" y="254"/>
                    <a:pt x="75" y="254"/>
                    <a:pt x="75" y="254"/>
                  </a:cubicBezTo>
                  <a:cubicBezTo>
                    <a:pt x="71" y="257"/>
                    <a:pt x="68" y="262"/>
                    <a:pt x="65" y="268"/>
                  </a:cubicBezTo>
                  <a:cubicBezTo>
                    <a:pt x="64" y="270"/>
                    <a:pt x="64" y="270"/>
                    <a:pt x="64" y="270"/>
                  </a:cubicBezTo>
                  <a:cubicBezTo>
                    <a:pt x="64" y="270"/>
                    <a:pt x="64" y="270"/>
                    <a:pt x="64" y="270"/>
                  </a:cubicBezTo>
                  <a:cubicBezTo>
                    <a:pt x="62" y="275"/>
                    <a:pt x="60" y="280"/>
                    <a:pt x="59" y="287"/>
                  </a:cubicBezTo>
                  <a:cubicBezTo>
                    <a:pt x="59" y="287"/>
                    <a:pt x="59" y="287"/>
                    <a:pt x="59" y="287"/>
                  </a:cubicBezTo>
                  <a:cubicBezTo>
                    <a:pt x="58" y="289"/>
                    <a:pt x="58" y="289"/>
                    <a:pt x="58" y="289"/>
                  </a:cubicBezTo>
                  <a:cubicBezTo>
                    <a:pt x="58" y="290"/>
                    <a:pt x="58" y="290"/>
                    <a:pt x="58" y="290"/>
                  </a:cubicBezTo>
                  <a:cubicBezTo>
                    <a:pt x="51" y="296"/>
                    <a:pt x="46" y="306"/>
                    <a:pt x="44" y="322"/>
                  </a:cubicBezTo>
                  <a:cubicBezTo>
                    <a:pt x="44" y="322"/>
                    <a:pt x="44" y="322"/>
                    <a:pt x="44" y="322"/>
                  </a:cubicBezTo>
                  <a:cubicBezTo>
                    <a:pt x="43" y="325"/>
                    <a:pt x="43" y="325"/>
                    <a:pt x="43" y="325"/>
                  </a:cubicBezTo>
                  <a:cubicBezTo>
                    <a:pt x="43" y="325"/>
                    <a:pt x="43" y="325"/>
                    <a:pt x="43" y="325"/>
                  </a:cubicBezTo>
                  <a:cubicBezTo>
                    <a:pt x="37" y="332"/>
                    <a:pt x="32" y="342"/>
                    <a:pt x="32" y="358"/>
                  </a:cubicBezTo>
                  <a:cubicBezTo>
                    <a:pt x="32" y="359"/>
                    <a:pt x="32" y="359"/>
                    <a:pt x="32" y="359"/>
                  </a:cubicBezTo>
                  <a:cubicBezTo>
                    <a:pt x="31" y="361"/>
                    <a:pt x="31" y="361"/>
                    <a:pt x="31" y="361"/>
                  </a:cubicBezTo>
                  <a:cubicBezTo>
                    <a:pt x="31" y="361"/>
                    <a:pt x="31" y="361"/>
                    <a:pt x="31" y="361"/>
                  </a:cubicBezTo>
                  <a:cubicBezTo>
                    <a:pt x="27" y="365"/>
                    <a:pt x="25" y="370"/>
                    <a:pt x="23" y="377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22" y="383"/>
                    <a:pt x="21" y="388"/>
                    <a:pt x="21" y="393"/>
                  </a:cubicBezTo>
                  <a:cubicBezTo>
                    <a:pt x="21" y="394"/>
                    <a:pt x="21" y="395"/>
                    <a:pt x="21" y="397"/>
                  </a:cubicBezTo>
                  <a:cubicBezTo>
                    <a:pt x="21" y="397"/>
                    <a:pt x="21" y="397"/>
                    <a:pt x="21" y="397"/>
                  </a:cubicBezTo>
                  <a:cubicBezTo>
                    <a:pt x="21" y="399"/>
                    <a:pt x="21" y="399"/>
                    <a:pt x="21" y="399"/>
                  </a:cubicBezTo>
                  <a:cubicBezTo>
                    <a:pt x="20" y="400"/>
                    <a:pt x="20" y="400"/>
                    <a:pt x="20" y="400"/>
                  </a:cubicBezTo>
                  <a:cubicBezTo>
                    <a:pt x="16" y="406"/>
                    <a:pt x="13" y="414"/>
                    <a:pt x="13" y="426"/>
                  </a:cubicBezTo>
                  <a:cubicBezTo>
                    <a:pt x="13" y="429"/>
                    <a:pt x="13" y="431"/>
                    <a:pt x="13" y="434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3" y="437"/>
                    <a:pt x="13" y="437"/>
                    <a:pt x="13" y="437"/>
                  </a:cubicBezTo>
                  <a:cubicBezTo>
                    <a:pt x="13" y="437"/>
                    <a:pt x="13" y="437"/>
                    <a:pt x="13" y="437"/>
                  </a:cubicBezTo>
                  <a:cubicBezTo>
                    <a:pt x="9" y="443"/>
                    <a:pt x="7" y="450"/>
                    <a:pt x="7" y="460"/>
                  </a:cubicBezTo>
                  <a:cubicBezTo>
                    <a:pt x="7" y="464"/>
                    <a:pt x="7" y="468"/>
                    <a:pt x="8" y="472"/>
                  </a:cubicBezTo>
                  <a:cubicBezTo>
                    <a:pt x="8" y="472"/>
                    <a:pt x="8" y="472"/>
                    <a:pt x="8" y="472"/>
                  </a:cubicBezTo>
                  <a:cubicBezTo>
                    <a:pt x="8" y="474"/>
                    <a:pt x="8" y="474"/>
                    <a:pt x="8" y="474"/>
                  </a:cubicBezTo>
                  <a:cubicBezTo>
                    <a:pt x="7" y="475"/>
                    <a:pt x="7" y="475"/>
                    <a:pt x="7" y="475"/>
                  </a:cubicBezTo>
                  <a:cubicBezTo>
                    <a:pt x="5" y="479"/>
                    <a:pt x="3" y="485"/>
                    <a:pt x="3" y="492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3" y="493"/>
                    <a:pt x="2" y="495"/>
                    <a:pt x="2" y="496"/>
                  </a:cubicBezTo>
                  <a:cubicBezTo>
                    <a:pt x="2" y="501"/>
                    <a:pt x="3" y="506"/>
                    <a:pt x="4" y="511"/>
                  </a:cubicBezTo>
                  <a:cubicBezTo>
                    <a:pt x="4" y="512"/>
                    <a:pt x="4" y="512"/>
                    <a:pt x="4" y="512"/>
                  </a:cubicBezTo>
                  <a:cubicBezTo>
                    <a:pt x="4" y="514"/>
                    <a:pt x="4" y="514"/>
                    <a:pt x="4" y="514"/>
                  </a:cubicBezTo>
                  <a:cubicBezTo>
                    <a:pt x="4" y="515"/>
                    <a:pt x="4" y="515"/>
                    <a:pt x="4" y="515"/>
                  </a:cubicBezTo>
                  <a:cubicBezTo>
                    <a:pt x="2" y="519"/>
                    <a:pt x="1" y="525"/>
                    <a:pt x="1" y="531"/>
                  </a:cubicBezTo>
                  <a:cubicBezTo>
                    <a:pt x="1" y="536"/>
                    <a:pt x="1" y="543"/>
                    <a:pt x="3" y="549"/>
                  </a:cubicBezTo>
                  <a:cubicBezTo>
                    <a:pt x="3" y="550"/>
                    <a:pt x="3" y="550"/>
                    <a:pt x="3" y="550"/>
                  </a:cubicBezTo>
                  <a:cubicBezTo>
                    <a:pt x="3" y="552"/>
                    <a:pt x="3" y="552"/>
                    <a:pt x="3" y="552"/>
                  </a:cubicBezTo>
                  <a:cubicBezTo>
                    <a:pt x="3" y="552"/>
                    <a:pt x="3" y="552"/>
                    <a:pt x="3" y="552"/>
                  </a:cubicBezTo>
                  <a:cubicBezTo>
                    <a:pt x="2" y="557"/>
                    <a:pt x="0" y="562"/>
                    <a:pt x="0" y="568"/>
                  </a:cubicBezTo>
                  <a:cubicBezTo>
                    <a:pt x="0" y="573"/>
                    <a:pt x="2" y="580"/>
                    <a:pt x="4" y="587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4" y="590"/>
                    <a:pt x="4" y="590"/>
                    <a:pt x="4" y="590"/>
                  </a:cubicBezTo>
                  <a:cubicBezTo>
                    <a:pt x="4" y="591"/>
                    <a:pt x="4" y="591"/>
                    <a:pt x="4" y="591"/>
                  </a:cubicBezTo>
                  <a:cubicBezTo>
                    <a:pt x="3" y="594"/>
                    <a:pt x="2" y="598"/>
                    <a:pt x="2" y="603"/>
                  </a:cubicBezTo>
                  <a:cubicBezTo>
                    <a:pt x="2" y="605"/>
                    <a:pt x="3" y="606"/>
                    <a:pt x="3" y="608"/>
                  </a:cubicBezTo>
                  <a:cubicBezTo>
                    <a:pt x="3" y="610"/>
                    <a:pt x="3" y="610"/>
                    <a:pt x="3" y="610"/>
                  </a:cubicBezTo>
                  <a:cubicBezTo>
                    <a:pt x="3" y="610"/>
                    <a:pt x="3" y="610"/>
                    <a:pt x="3" y="610"/>
                  </a:cubicBezTo>
                  <a:cubicBezTo>
                    <a:pt x="4" y="615"/>
                    <a:pt x="5" y="621"/>
                    <a:pt x="8" y="627"/>
                  </a:cubicBezTo>
                  <a:cubicBezTo>
                    <a:pt x="8" y="627"/>
                    <a:pt x="8" y="627"/>
                    <a:pt x="8" y="627"/>
                  </a:cubicBezTo>
                  <a:cubicBezTo>
                    <a:pt x="8" y="630"/>
                    <a:pt x="8" y="630"/>
                    <a:pt x="8" y="630"/>
                  </a:cubicBezTo>
                  <a:cubicBezTo>
                    <a:pt x="8" y="630"/>
                    <a:pt x="8" y="630"/>
                    <a:pt x="8" y="630"/>
                  </a:cubicBezTo>
                  <a:cubicBezTo>
                    <a:pt x="7" y="633"/>
                    <a:pt x="7" y="636"/>
                    <a:pt x="7" y="640"/>
                  </a:cubicBezTo>
                  <a:cubicBezTo>
                    <a:pt x="7" y="647"/>
                    <a:pt x="9" y="655"/>
                    <a:pt x="13" y="665"/>
                  </a:cubicBezTo>
                  <a:cubicBezTo>
                    <a:pt x="13" y="665"/>
                    <a:pt x="13" y="665"/>
                    <a:pt x="13" y="665"/>
                  </a:cubicBezTo>
                  <a:cubicBezTo>
                    <a:pt x="14" y="668"/>
                    <a:pt x="14" y="668"/>
                    <a:pt x="14" y="668"/>
                  </a:cubicBezTo>
                  <a:cubicBezTo>
                    <a:pt x="14" y="668"/>
                    <a:pt x="14" y="668"/>
                    <a:pt x="14" y="668"/>
                  </a:cubicBezTo>
                  <a:cubicBezTo>
                    <a:pt x="13" y="670"/>
                    <a:pt x="13" y="673"/>
                    <a:pt x="13" y="675"/>
                  </a:cubicBezTo>
                  <a:cubicBezTo>
                    <a:pt x="13" y="683"/>
                    <a:pt x="15" y="692"/>
                    <a:pt x="21" y="702"/>
                  </a:cubicBezTo>
                  <a:cubicBezTo>
                    <a:pt x="21" y="702"/>
                    <a:pt x="21" y="702"/>
                    <a:pt x="21" y="702"/>
                  </a:cubicBezTo>
                  <a:cubicBezTo>
                    <a:pt x="22" y="705"/>
                    <a:pt x="22" y="705"/>
                    <a:pt x="22" y="705"/>
                  </a:cubicBezTo>
                  <a:cubicBezTo>
                    <a:pt x="22" y="705"/>
                    <a:pt x="22" y="705"/>
                    <a:pt x="22" y="705"/>
                  </a:cubicBezTo>
                  <a:cubicBezTo>
                    <a:pt x="21" y="707"/>
                    <a:pt x="21" y="709"/>
                    <a:pt x="21" y="710"/>
                  </a:cubicBezTo>
                  <a:cubicBezTo>
                    <a:pt x="21" y="714"/>
                    <a:pt x="22" y="718"/>
                    <a:pt x="23" y="723"/>
                  </a:cubicBezTo>
                  <a:cubicBezTo>
                    <a:pt x="24" y="725"/>
                    <a:pt x="24" y="725"/>
                    <a:pt x="24" y="725"/>
                  </a:cubicBezTo>
                  <a:cubicBezTo>
                    <a:pt x="24" y="725"/>
                    <a:pt x="24" y="725"/>
                    <a:pt x="24" y="725"/>
                  </a:cubicBezTo>
                  <a:cubicBezTo>
                    <a:pt x="25" y="730"/>
                    <a:pt x="28" y="735"/>
                    <a:pt x="31" y="741"/>
                  </a:cubicBezTo>
                  <a:cubicBezTo>
                    <a:pt x="32" y="741"/>
                    <a:pt x="32" y="741"/>
                    <a:pt x="32" y="741"/>
                  </a:cubicBezTo>
                  <a:cubicBezTo>
                    <a:pt x="32" y="743"/>
                    <a:pt x="32" y="743"/>
                    <a:pt x="32" y="743"/>
                  </a:cubicBezTo>
                  <a:cubicBezTo>
                    <a:pt x="32" y="744"/>
                    <a:pt x="32" y="744"/>
                    <a:pt x="32" y="744"/>
                  </a:cubicBezTo>
                  <a:cubicBezTo>
                    <a:pt x="32" y="745"/>
                    <a:pt x="32" y="745"/>
                    <a:pt x="32" y="746"/>
                  </a:cubicBezTo>
                  <a:cubicBezTo>
                    <a:pt x="32" y="755"/>
                    <a:pt x="35" y="765"/>
                    <a:pt x="44" y="777"/>
                  </a:cubicBezTo>
                  <a:cubicBezTo>
                    <a:pt x="44" y="777"/>
                    <a:pt x="44" y="777"/>
                    <a:pt x="44" y="777"/>
                  </a:cubicBezTo>
                  <a:cubicBezTo>
                    <a:pt x="45" y="779"/>
                    <a:pt x="45" y="779"/>
                    <a:pt x="45" y="779"/>
                  </a:cubicBezTo>
                  <a:cubicBezTo>
                    <a:pt x="45" y="780"/>
                    <a:pt x="45" y="780"/>
                    <a:pt x="45" y="780"/>
                  </a:cubicBezTo>
                  <a:cubicBezTo>
                    <a:pt x="45" y="780"/>
                    <a:pt x="45" y="780"/>
                    <a:pt x="45" y="781"/>
                  </a:cubicBezTo>
                  <a:cubicBezTo>
                    <a:pt x="45" y="790"/>
                    <a:pt x="49" y="800"/>
                    <a:pt x="59" y="812"/>
                  </a:cubicBezTo>
                  <a:cubicBezTo>
                    <a:pt x="59" y="812"/>
                    <a:pt x="59" y="812"/>
                    <a:pt x="59" y="812"/>
                  </a:cubicBezTo>
                  <a:cubicBezTo>
                    <a:pt x="60" y="814"/>
                    <a:pt x="60" y="814"/>
                    <a:pt x="60" y="814"/>
                  </a:cubicBezTo>
                  <a:cubicBezTo>
                    <a:pt x="60" y="815"/>
                    <a:pt x="60" y="815"/>
                    <a:pt x="60" y="815"/>
                  </a:cubicBezTo>
                  <a:cubicBezTo>
                    <a:pt x="60" y="820"/>
                    <a:pt x="62" y="826"/>
                    <a:pt x="65" y="832"/>
                  </a:cubicBezTo>
                  <a:cubicBezTo>
                    <a:pt x="65" y="832"/>
                    <a:pt x="65" y="832"/>
                    <a:pt x="65" y="832"/>
                  </a:cubicBezTo>
                  <a:cubicBezTo>
                    <a:pt x="67" y="837"/>
                    <a:pt x="71" y="842"/>
                    <a:pt x="76" y="848"/>
                  </a:cubicBezTo>
                  <a:cubicBezTo>
                    <a:pt x="77" y="848"/>
                    <a:pt x="77" y="848"/>
                    <a:pt x="77" y="848"/>
                  </a:cubicBezTo>
                  <a:cubicBezTo>
                    <a:pt x="78" y="850"/>
                    <a:pt x="78" y="850"/>
                    <a:pt x="78" y="850"/>
                  </a:cubicBezTo>
                  <a:cubicBezTo>
                    <a:pt x="78" y="851"/>
                    <a:pt x="78" y="851"/>
                    <a:pt x="78" y="851"/>
                  </a:cubicBezTo>
                  <a:cubicBezTo>
                    <a:pt x="79" y="860"/>
                    <a:pt x="84" y="870"/>
                    <a:pt x="96" y="881"/>
                  </a:cubicBezTo>
                  <a:cubicBezTo>
                    <a:pt x="96" y="881"/>
                    <a:pt x="96" y="881"/>
                    <a:pt x="96" y="881"/>
                  </a:cubicBezTo>
                  <a:cubicBezTo>
                    <a:pt x="97" y="883"/>
                    <a:pt x="97" y="883"/>
                    <a:pt x="97" y="883"/>
                  </a:cubicBezTo>
                  <a:cubicBezTo>
                    <a:pt x="97" y="884"/>
                    <a:pt x="97" y="884"/>
                    <a:pt x="97" y="884"/>
                  </a:cubicBezTo>
                  <a:cubicBezTo>
                    <a:pt x="99" y="893"/>
                    <a:pt x="104" y="902"/>
                    <a:pt x="117" y="912"/>
                  </a:cubicBezTo>
                  <a:cubicBezTo>
                    <a:pt x="117" y="913"/>
                    <a:pt x="117" y="913"/>
                    <a:pt x="117" y="913"/>
                  </a:cubicBezTo>
                  <a:cubicBezTo>
                    <a:pt x="119" y="915"/>
                    <a:pt x="119" y="915"/>
                    <a:pt x="119" y="915"/>
                  </a:cubicBezTo>
                  <a:cubicBezTo>
                    <a:pt x="119" y="915"/>
                    <a:pt x="119" y="915"/>
                    <a:pt x="119" y="915"/>
                  </a:cubicBezTo>
                  <a:cubicBezTo>
                    <a:pt x="120" y="920"/>
                    <a:pt x="123" y="925"/>
                    <a:pt x="127" y="930"/>
                  </a:cubicBezTo>
                  <a:cubicBezTo>
                    <a:pt x="129" y="932"/>
                    <a:pt x="129" y="932"/>
                    <a:pt x="129" y="932"/>
                  </a:cubicBezTo>
                  <a:cubicBezTo>
                    <a:pt x="129" y="932"/>
                    <a:pt x="129" y="932"/>
                    <a:pt x="129" y="932"/>
                  </a:cubicBezTo>
                  <a:cubicBezTo>
                    <a:pt x="132" y="936"/>
                    <a:pt x="136" y="940"/>
                    <a:pt x="142" y="944"/>
                  </a:cubicBezTo>
                  <a:cubicBezTo>
                    <a:pt x="142" y="944"/>
                    <a:pt x="142" y="944"/>
                    <a:pt x="142" y="944"/>
                  </a:cubicBezTo>
                  <a:cubicBezTo>
                    <a:pt x="144" y="946"/>
                    <a:pt x="144" y="946"/>
                    <a:pt x="144" y="946"/>
                  </a:cubicBezTo>
                  <a:cubicBezTo>
                    <a:pt x="144" y="946"/>
                    <a:pt x="144" y="946"/>
                    <a:pt x="144" y="946"/>
                  </a:cubicBezTo>
                  <a:cubicBezTo>
                    <a:pt x="147" y="955"/>
                    <a:pt x="154" y="964"/>
                    <a:pt x="168" y="972"/>
                  </a:cubicBezTo>
                  <a:cubicBezTo>
                    <a:pt x="169" y="972"/>
                    <a:pt x="169" y="972"/>
                    <a:pt x="169" y="972"/>
                  </a:cubicBezTo>
                  <a:cubicBezTo>
                    <a:pt x="170" y="974"/>
                    <a:pt x="170" y="974"/>
                    <a:pt x="170" y="974"/>
                  </a:cubicBezTo>
                  <a:cubicBezTo>
                    <a:pt x="171" y="974"/>
                    <a:pt x="171" y="974"/>
                    <a:pt x="171" y="974"/>
                  </a:cubicBezTo>
                  <a:cubicBezTo>
                    <a:pt x="174" y="982"/>
                    <a:pt x="182" y="991"/>
                    <a:pt x="197" y="998"/>
                  </a:cubicBezTo>
                  <a:cubicBezTo>
                    <a:pt x="197" y="998"/>
                    <a:pt x="197" y="998"/>
                    <a:pt x="197" y="998"/>
                  </a:cubicBezTo>
                  <a:cubicBezTo>
                    <a:pt x="199" y="1000"/>
                    <a:pt x="199" y="1000"/>
                    <a:pt x="199" y="1000"/>
                  </a:cubicBezTo>
                  <a:cubicBezTo>
                    <a:pt x="199" y="1000"/>
                    <a:pt x="199" y="1000"/>
                    <a:pt x="199" y="1000"/>
                  </a:cubicBezTo>
                  <a:cubicBezTo>
                    <a:pt x="201" y="1005"/>
                    <a:pt x="205" y="1009"/>
                    <a:pt x="211" y="1013"/>
                  </a:cubicBezTo>
                  <a:cubicBezTo>
                    <a:pt x="211" y="1013"/>
                    <a:pt x="211" y="1013"/>
                    <a:pt x="211" y="1013"/>
                  </a:cubicBezTo>
                  <a:cubicBezTo>
                    <a:pt x="215" y="1017"/>
                    <a:pt x="221" y="1020"/>
                    <a:pt x="229" y="1022"/>
                  </a:cubicBezTo>
                  <a:cubicBezTo>
                    <a:pt x="229" y="1023"/>
                    <a:pt x="229" y="1023"/>
                    <a:pt x="229" y="1023"/>
                  </a:cubicBezTo>
                  <a:cubicBezTo>
                    <a:pt x="231" y="1024"/>
                    <a:pt x="231" y="1024"/>
                    <a:pt x="231" y="1024"/>
                  </a:cubicBezTo>
                  <a:cubicBezTo>
                    <a:pt x="231" y="1024"/>
                    <a:pt x="231" y="1024"/>
                    <a:pt x="231" y="1024"/>
                  </a:cubicBezTo>
                  <a:cubicBezTo>
                    <a:pt x="236" y="1032"/>
                    <a:pt x="245" y="1039"/>
                    <a:pt x="261" y="1043"/>
                  </a:cubicBezTo>
                  <a:cubicBezTo>
                    <a:pt x="261" y="1043"/>
                    <a:pt x="261" y="1043"/>
                    <a:pt x="261" y="1043"/>
                  </a:cubicBezTo>
                  <a:cubicBezTo>
                    <a:pt x="263" y="1045"/>
                    <a:pt x="263" y="1045"/>
                    <a:pt x="263" y="1045"/>
                  </a:cubicBezTo>
                  <a:cubicBezTo>
                    <a:pt x="264" y="1045"/>
                    <a:pt x="264" y="1045"/>
                    <a:pt x="264" y="1045"/>
                  </a:cubicBezTo>
                  <a:cubicBezTo>
                    <a:pt x="269" y="1052"/>
                    <a:pt x="279" y="1058"/>
                    <a:pt x="295" y="1061"/>
                  </a:cubicBezTo>
                  <a:cubicBezTo>
                    <a:pt x="296" y="1061"/>
                    <a:pt x="296" y="1061"/>
                    <a:pt x="296" y="1061"/>
                  </a:cubicBezTo>
                  <a:cubicBezTo>
                    <a:pt x="298" y="1062"/>
                    <a:pt x="298" y="1062"/>
                    <a:pt x="298" y="1062"/>
                  </a:cubicBezTo>
                  <a:cubicBezTo>
                    <a:pt x="298" y="1062"/>
                    <a:pt x="298" y="1062"/>
                    <a:pt x="298" y="1062"/>
                  </a:cubicBezTo>
                  <a:cubicBezTo>
                    <a:pt x="302" y="1066"/>
                    <a:pt x="307" y="1069"/>
                    <a:pt x="313" y="1072"/>
                  </a:cubicBezTo>
                  <a:cubicBezTo>
                    <a:pt x="313" y="1072"/>
                    <a:pt x="313" y="1072"/>
                    <a:pt x="313" y="1072"/>
                  </a:cubicBezTo>
                  <a:cubicBezTo>
                    <a:pt x="318" y="1074"/>
                    <a:pt x="325" y="1076"/>
                    <a:pt x="333" y="1076"/>
                  </a:cubicBezTo>
                  <a:cubicBezTo>
                    <a:pt x="333" y="1076"/>
                    <a:pt x="333" y="1076"/>
                    <a:pt x="333" y="1076"/>
                  </a:cubicBezTo>
                  <a:cubicBezTo>
                    <a:pt x="336" y="1077"/>
                    <a:pt x="336" y="1077"/>
                    <a:pt x="336" y="1077"/>
                  </a:cubicBezTo>
                  <a:cubicBezTo>
                    <a:pt x="336" y="1077"/>
                    <a:pt x="336" y="1077"/>
                    <a:pt x="336" y="1077"/>
                  </a:cubicBezTo>
                  <a:cubicBezTo>
                    <a:pt x="342" y="1083"/>
                    <a:pt x="352" y="1087"/>
                    <a:pt x="368" y="1087"/>
                  </a:cubicBezTo>
                  <a:cubicBezTo>
                    <a:pt x="368" y="1087"/>
                    <a:pt x="369" y="1087"/>
                    <a:pt x="370" y="1087"/>
                  </a:cubicBezTo>
                  <a:cubicBezTo>
                    <a:pt x="370" y="1087"/>
                    <a:pt x="370" y="1087"/>
                    <a:pt x="370" y="1087"/>
                  </a:cubicBezTo>
                  <a:cubicBezTo>
                    <a:pt x="373" y="1087"/>
                    <a:pt x="373" y="1087"/>
                    <a:pt x="373" y="1087"/>
                  </a:cubicBezTo>
                  <a:cubicBezTo>
                    <a:pt x="373" y="1088"/>
                    <a:pt x="373" y="1088"/>
                    <a:pt x="373" y="1088"/>
                  </a:cubicBezTo>
                  <a:cubicBezTo>
                    <a:pt x="379" y="1092"/>
                    <a:pt x="387" y="1095"/>
                    <a:pt x="398" y="1095"/>
                  </a:cubicBezTo>
                  <a:cubicBezTo>
                    <a:pt x="401" y="1095"/>
                    <a:pt x="404" y="1094"/>
                    <a:pt x="408" y="1094"/>
                  </a:cubicBezTo>
                  <a:cubicBezTo>
                    <a:pt x="408" y="1094"/>
                    <a:pt x="408" y="1094"/>
                    <a:pt x="408" y="1094"/>
                  </a:cubicBezTo>
                  <a:cubicBezTo>
                    <a:pt x="411" y="1094"/>
                    <a:pt x="411" y="1094"/>
                    <a:pt x="411" y="1094"/>
                  </a:cubicBezTo>
                  <a:cubicBezTo>
                    <a:pt x="411" y="1094"/>
                    <a:pt x="411" y="1094"/>
                    <a:pt x="411" y="1094"/>
                  </a:cubicBezTo>
                  <a:cubicBezTo>
                    <a:pt x="416" y="1097"/>
                    <a:pt x="421" y="1098"/>
                    <a:pt x="428" y="1099"/>
                  </a:cubicBezTo>
                  <a:cubicBezTo>
                    <a:pt x="430" y="1099"/>
                    <a:pt x="430" y="1099"/>
                    <a:pt x="430" y="1099"/>
                  </a:cubicBezTo>
                  <a:cubicBezTo>
                    <a:pt x="430" y="1099"/>
                    <a:pt x="430" y="1099"/>
                    <a:pt x="430" y="1099"/>
                  </a:cubicBezTo>
                  <a:cubicBezTo>
                    <a:pt x="431" y="1099"/>
                    <a:pt x="432" y="1099"/>
                    <a:pt x="433" y="1099"/>
                  </a:cubicBezTo>
                  <a:cubicBezTo>
                    <a:pt x="437" y="1099"/>
                    <a:pt x="443" y="1098"/>
                    <a:pt x="448" y="1097"/>
                  </a:cubicBezTo>
                  <a:cubicBezTo>
                    <a:pt x="449" y="1097"/>
                    <a:pt x="449" y="1097"/>
                    <a:pt x="449" y="1097"/>
                  </a:cubicBezTo>
                  <a:cubicBezTo>
                    <a:pt x="451" y="1097"/>
                    <a:pt x="451" y="1097"/>
                    <a:pt x="451" y="1097"/>
                  </a:cubicBezTo>
                  <a:cubicBezTo>
                    <a:pt x="452" y="1097"/>
                    <a:pt x="452" y="1097"/>
                    <a:pt x="452" y="1097"/>
                  </a:cubicBezTo>
                  <a:cubicBezTo>
                    <a:pt x="456" y="1099"/>
                    <a:pt x="460" y="1100"/>
                    <a:pt x="466" y="1100"/>
                  </a:cubicBezTo>
                  <a:cubicBezTo>
                    <a:pt x="472" y="1100"/>
                    <a:pt x="479" y="1099"/>
                    <a:pt x="487" y="1096"/>
                  </a:cubicBezTo>
                  <a:cubicBezTo>
                    <a:pt x="487" y="1096"/>
                    <a:pt x="487" y="1096"/>
                    <a:pt x="487" y="1096"/>
                  </a:cubicBezTo>
                  <a:cubicBezTo>
                    <a:pt x="490" y="1096"/>
                    <a:pt x="490" y="1096"/>
                    <a:pt x="490" y="1096"/>
                  </a:cubicBezTo>
                  <a:cubicBezTo>
                    <a:pt x="490" y="1096"/>
                    <a:pt x="490" y="1096"/>
                    <a:pt x="490" y="1096"/>
                  </a:cubicBezTo>
                  <a:cubicBezTo>
                    <a:pt x="493" y="1097"/>
                    <a:pt x="497" y="1097"/>
                    <a:pt x="501" y="1097"/>
                  </a:cubicBezTo>
                  <a:cubicBezTo>
                    <a:pt x="508" y="1097"/>
                    <a:pt x="516" y="1096"/>
                    <a:pt x="526" y="1091"/>
                  </a:cubicBezTo>
                  <a:cubicBezTo>
                    <a:pt x="526" y="1091"/>
                    <a:pt x="526" y="1091"/>
                    <a:pt x="526" y="1091"/>
                  </a:cubicBezTo>
                  <a:cubicBezTo>
                    <a:pt x="528" y="1091"/>
                    <a:pt x="528" y="1091"/>
                    <a:pt x="528" y="1091"/>
                  </a:cubicBezTo>
                  <a:cubicBezTo>
                    <a:pt x="529" y="1091"/>
                    <a:pt x="529" y="1091"/>
                    <a:pt x="529" y="1091"/>
                  </a:cubicBezTo>
                  <a:cubicBezTo>
                    <a:pt x="531" y="1091"/>
                    <a:pt x="533" y="1091"/>
                    <a:pt x="535" y="1091"/>
                  </a:cubicBezTo>
                  <a:cubicBezTo>
                    <a:pt x="538" y="1091"/>
                    <a:pt x="542" y="1091"/>
                    <a:pt x="546" y="1090"/>
                  </a:cubicBezTo>
                  <a:cubicBezTo>
                    <a:pt x="547" y="1090"/>
                    <a:pt x="547" y="1090"/>
                    <a:pt x="547" y="1090"/>
                  </a:cubicBezTo>
                  <a:cubicBezTo>
                    <a:pt x="552" y="1089"/>
                    <a:pt x="558" y="1086"/>
                    <a:pt x="565" y="1082"/>
                  </a:cubicBezTo>
                  <a:cubicBezTo>
                    <a:pt x="565" y="1082"/>
                    <a:pt x="565" y="1082"/>
                    <a:pt x="565" y="1082"/>
                  </a:cubicBezTo>
                  <a:cubicBezTo>
                    <a:pt x="568" y="1081"/>
                    <a:pt x="568" y="1081"/>
                    <a:pt x="568" y="1081"/>
                  </a:cubicBezTo>
                  <a:cubicBezTo>
                    <a:pt x="568" y="1081"/>
                    <a:pt x="568" y="1081"/>
                    <a:pt x="568" y="1081"/>
                  </a:cubicBezTo>
                  <a:cubicBezTo>
                    <a:pt x="569" y="1081"/>
                    <a:pt x="570" y="1081"/>
                    <a:pt x="571" y="1081"/>
                  </a:cubicBezTo>
                  <a:cubicBezTo>
                    <a:pt x="580" y="1081"/>
                    <a:pt x="590" y="1078"/>
                    <a:pt x="601" y="1069"/>
                  </a:cubicBezTo>
                  <a:cubicBezTo>
                    <a:pt x="602" y="1069"/>
                    <a:pt x="602" y="1069"/>
                    <a:pt x="602" y="1069"/>
                  </a:cubicBezTo>
                  <a:cubicBezTo>
                    <a:pt x="604" y="1068"/>
                    <a:pt x="604" y="1068"/>
                    <a:pt x="604" y="1068"/>
                  </a:cubicBezTo>
                  <a:cubicBezTo>
                    <a:pt x="604" y="1068"/>
                    <a:pt x="604" y="1068"/>
                    <a:pt x="604" y="1068"/>
                  </a:cubicBezTo>
                  <a:cubicBezTo>
                    <a:pt x="605" y="1068"/>
                    <a:pt x="605" y="1068"/>
                    <a:pt x="605" y="1068"/>
                  </a:cubicBezTo>
                  <a:cubicBezTo>
                    <a:pt x="614" y="1068"/>
                    <a:pt x="625" y="1064"/>
                    <a:pt x="637" y="1053"/>
                  </a:cubicBezTo>
                  <a:cubicBezTo>
                    <a:pt x="637" y="1053"/>
                    <a:pt x="637" y="1053"/>
                    <a:pt x="637" y="1053"/>
                  </a:cubicBezTo>
                  <a:cubicBezTo>
                    <a:pt x="639" y="1052"/>
                    <a:pt x="639" y="1052"/>
                    <a:pt x="639" y="1052"/>
                  </a:cubicBezTo>
                  <a:cubicBezTo>
                    <a:pt x="639" y="1052"/>
                    <a:pt x="639" y="1052"/>
                    <a:pt x="639" y="1052"/>
                  </a:cubicBezTo>
                  <a:cubicBezTo>
                    <a:pt x="645" y="1051"/>
                    <a:pt x="650" y="1050"/>
                    <a:pt x="656" y="1046"/>
                  </a:cubicBezTo>
                  <a:cubicBezTo>
                    <a:pt x="656" y="1046"/>
                    <a:pt x="656" y="1046"/>
                    <a:pt x="656" y="1046"/>
                  </a:cubicBezTo>
                  <a:cubicBezTo>
                    <a:pt x="661" y="1043"/>
                    <a:pt x="666" y="1039"/>
                    <a:pt x="672" y="1033"/>
                  </a:cubicBezTo>
                  <a:cubicBezTo>
                    <a:pt x="672" y="1033"/>
                    <a:pt x="672" y="1033"/>
                    <a:pt x="672" y="1033"/>
                  </a:cubicBezTo>
                  <a:cubicBezTo>
                    <a:pt x="674" y="1032"/>
                    <a:pt x="674" y="1032"/>
                    <a:pt x="674" y="1032"/>
                  </a:cubicBezTo>
                  <a:cubicBezTo>
                    <a:pt x="674" y="1032"/>
                    <a:pt x="674" y="1032"/>
                    <a:pt x="674" y="1032"/>
                  </a:cubicBezTo>
                  <a:cubicBezTo>
                    <a:pt x="683" y="1030"/>
                    <a:pt x="693" y="1024"/>
                    <a:pt x="703" y="1011"/>
                  </a:cubicBezTo>
                  <a:cubicBezTo>
                    <a:pt x="703" y="1011"/>
                    <a:pt x="703" y="1011"/>
                    <a:pt x="703" y="1011"/>
                  </a:cubicBezTo>
                  <a:cubicBezTo>
                    <a:pt x="705" y="1009"/>
                    <a:pt x="705" y="1009"/>
                    <a:pt x="705" y="1009"/>
                  </a:cubicBezTo>
                  <a:cubicBezTo>
                    <a:pt x="706" y="1009"/>
                    <a:pt x="706" y="1009"/>
                    <a:pt x="706" y="1009"/>
                  </a:cubicBezTo>
                  <a:cubicBezTo>
                    <a:pt x="714" y="1007"/>
                    <a:pt x="724" y="1000"/>
                    <a:pt x="733" y="986"/>
                  </a:cubicBezTo>
                  <a:cubicBezTo>
                    <a:pt x="733" y="986"/>
                    <a:pt x="733" y="986"/>
                    <a:pt x="733" y="986"/>
                  </a:cubicBezTo>
                  <a:cubicBezTo>
                    <a:pt x="735" y="984"/>
                    <a:pt x="735" y="984"/>
                    <a:pt x="735" y="984"/>
                  </a:cubicBezTo>
                  <a:cubicBezTo>
                    <a:pt x="735" y="984"/>
                    <a:pt x="735" y="984"/>
                    <a:pt x="735" y="984"/>
                  </a:cubicBezTo>
                  <a:cubicBezTo>
                    <a:pt x="740" y="982"/>
                    <a:pt x="745" y="979"/>
                    <a:pt x="750" y="974"/>
                  </a:cubicBezTo>
                  <a:cubicBezTo>
                    <a:pt x="751" y="973"/>
                    <a:pt x="751" y="973"/>
                    <a:pt x="751" y="973"/>
                  </a:cubicBezTo>
                  <a:cubicBezTo>
                    <a:pt x="751" y="973"/>
                    <a:pt x="751" y="973"/>
                    <a:pt x="751" y="973"/>
                  </a:cubicBezTo>
                  <a:cubicBezTo>
                    <a:pt x="755" y="969"/>
                    <a:pt x="758" y="964"/>
                    <a:pt x="761" y="958"/>
                  </a:cubicBezTo>
                  <a:cubicBezTo>
                    <a:pt x="761" y="958"/>
                    <a:pt x="761" y="958"/>
                    <a:pt x="761" y="958"/>
                  </a:cubicBezTo>
                  <a:cubicBezTo>
                    <a:pt x="763" y="956"/>
                    <a:pt x="763" y="956"/>
                    <a:pt x="763" y="956"/>
                  </a:cubicBezTo>
                  <a:cubicBezTo>
                    <a:pt x="763" y="956"/>
                    <a:pt x="763" y="956"/>
                    <a:pt x="763" y="956"/>
                  </a:cubicBezTo>
                  <a:cubicBezTo>
                    <a:pt x="771" y="952"/>
                    <a:pt x="780" y="944"/>
                    <a:pt x="786" y="929"/>
                  </a:cubicBezTo>
                  <a:cubicBezTo>
                    <a:pt x="786" y="929"/>
                    <a:pt x="786" y="929"/>
                    <a:pt x="786" y="929"/>
                  </a:cubicBezTo>
                  <a:cubicBezTo>
                    <a:pt x="788" y="927"/>
                    <a:pt x="788" y="927"/>
                    <a:pt x="788" y="927"/>
                  </a:cubicBezTo>
                  <a:cubicBezTo>
                    <a:pt x="788" y="927"/>
                    <a:pt x="788" y="927"/>
                    <a:pt x="788" y="927"/>
                  </a:cubicBezTo>
                  <a:cubicBezTo>
                    <a:pt x="796" y="922"/>
                    <a:pt x="804" y="914"/>
                    <a:pt x="809" y="898"/>
                  </a:cubicBezTo>
                  <a:cubicBezTo>
                    <a:pt x="809" y="898"/>
                    <a:pt x="809" y="898"/>
                    <a:pt x="809" y="898"/>
                  </a:cubicBezTo>
                  <a:cubicBezTo>
                    <a:pt x="810" y="896"/>
                    <a:pt x="810" y="896"/>
                    <a:pt x="810" y="896"/>
                  </a:cubicBezTo>
                  <a:cubicBezTo>
                    <a:pt x="811" y="896"/>
                    <a:pt x="811" y="896"/>
                    <a:pt x="811" y="896"/>
                  </a:cubicBezTo>
                  <a:cubicBezTo>
                    <a:pt x="815" y="893"/>
                    <a:pt x="819" y="889"/>
                    <a:pt x="823" y="883"/>
                  </a:cubicBezTo>
                  <a:cubicBezTo>
                    <a:pt x="824" y="881"/>
                    <a:pt x="824" y="881"/>
                    <a:pt x="824" y="881"/>
                  </a:cubicBezTo>
                  <a:cubicBezTo>
                    <a:pt x="824" y="881"/>
                    <a:pt x="824" y="881"/>
                    <a:pt x="824" y="881"/>
                  </a:cubicBezTo>
                  <a:cubicBezTo>
                    <a:pt x="826" y="877"/>
                    <a:pt x="829" y="871"/>
                    <a:pt x="830" y="864"/>
                  </a:cubicBezTo>
                  <a:cubicBezTo>
                    <a:pt x="830" y="864"/>
                    <a:pt x="830" y="864"/>
                    <a:pt x="830" y="864"/>
                  </a:cubicBezTo>
                  <a:cubicBezTo>
                    <a:pt x="832" y="862"/>
                    <a:pt x="832" y="862"/>
                    <a:pt x="832" y="862"/>
                  </a:cubicBezTo>
                  <a:cubicBezTo>
                    <a:pt x="832" y="862"/>
                    <a:pt x="832" y="862"/>
                    <a:pt x="832" y="862"/>
                  </a:cubicBezTo>
                  <a:cubicBezTo>
                    <a:pt x="839" y="856"/>
                    <a:pt x="845" y="847"/>
                    <a:pt x="849" y="831"/>
                  </a:cubicBezTo>
                  <a:cubicBezTo>
                    <a:pt x="849" y="831"/>
                    <a:pt x="849" y="831"/>
                    <a:pt x="849" y="831"/>
                  </a:cubicBezTo>
                  <a:cubicBezTo>
                    <a:pt x="850" y="828"/>
                    <a:pt x="850" y="828"/>
                    <a:pt x="850" y="828"/>
                  </a:cubicBezTo>
                  <a:cubicBezTo>
                    <a:pt x="850" y="828"/>
                    <a:pt x="850" y="828"/>
                    <a:pt x="850" y="828"/>
                  </a:cubicBezTo>
                  <a:cubicBezTo>
                    <a:pt x="857" y="822"/>
                    <a:pt x="863" y="812"/>
                    <a:pt x="864" y="796"/>
                  </a:cubicBezTo>
                  <a:cubicBezTo>
                    <a:pt x="864" y="796"/>
                    <a:pt x="864" y="796"/>
                    <a:pt x="864" y="796"/>
                  </a:cubicBezTo>
                  <a:cubicBezTo>
                    <a:pt x="865" y="794"/>
                    <a:pt x="865" y="794"/>
                    <a:pt x="865" y="794"/>
                  </a:cubicBezTo>
                  <a:cubicBezTo>
                    <a:pt x="866" y="793"/>
                    <a:pt x="866" y="793"/>
                    <a:pt x="866" y="793"/>
                  </a:cubicBezTo>
                  <a:cubicBezTo>
                    <a:pt x="869" y="790"/>
                    <a:pt x="872" y="785"/>
                    <a:pt x="875" y="778"/>
                  </a:cubicBezTo>
                  <a:cubicBezTo>
                    <a:pt x="875" y="778"/>
                    <a:pt x="875" y="778"/>
                    <a:pt x="875" y="778"/>
                  </a:cubicBezTo>
                  <a:cubicBezTo>
                    <a:pt x="877" y="773"/>
                    <a:pt x="878" y="767"/>
                    <a:pt x="879" y="759"/>
                  </a:cubicBezTo>
                  <a:cubicBezTo>
                    <a:pt x="879" y="759"/>
                    <a:pt x="879" y="759"/>
                    <a:pt x="879" y="759"/>
                  </a:cubicBezTo>
                  <a:cubicBezTo>
                    <a:pt x="879" y="756"/>
                    <a:pt x="879" y="756"/>
                    <a:pt x="879" y="756"/>
                  </a:cubicBezTo>
                  <a:cubicBezTo>
                    <a:pt x="880" y="756"/>
                    <a:pt x="880" y="756"/>
                    <a:pt x="880" y="756"/>
                  </a:cubicBezTo>
                  <a:cubicBezTo>
                    <a:pt x="885" y="749"/>
                    <a:pt x="890" y="739"/>
                    <a:pt x="890" y="723"/>
                  </a:cubicBezTo>
                  <a:cubicBezTo>
                    <a:pt x="890" y="722"/>
                    <a:pt x="890" y="722"/>
                    <a:pt x="890" y="722"/>
                  </a:cubicBezTo>
                  <a:cubicBezTo>
                    <a:pt x="890" y="722"/>
                    <a:pt x="890" y="722"/>
                    <a:pt x="890" y="722"/>
                  </a:cubicBezTo>
                  <a:cubicBezTo>
                    <a:pt x="891" y="720"/>
                    <a:pt x="891" y="720"/>
                    <a:pt x="891" y="720"/>
                  </a:cubicBezTo>
                  <a:cubicBezTo>
                    <a:pt x="891" y="719"/>
                    <a:pt x="891" y="719"/>
                    <a:pt x="891" y="719"/>
                  </a:cubicBezTo>
                  <a:cubicBezTo>
                    <a:pt x="896" y="713"/>
                    <a:pt x="899" y="703"/>
                    <a:pt x="899" y="690"/>
                  </a:cubicBezTo>
                  <a:cubicBezTo>
                    <a:pt x="899" y="688"/>
                    <a:pt x="899" y="687"/>
                    <a:pt x="899" y="685"/>
                  </a:cubicBezTo>
                  <a:cubicBezTo>
                    <a:pt x="899" y="685"/>
                    <a:pt x="899" y="685"/>
                    <a:pt x="899" y="685"/>
                  </a:cubicBezTo>
                  <a:cubicBezTo>
                    <a:pt x="899" y="683"/>
                    <a:pt x="899" y="683"/>
                    <a:pt x="899" y="683"/>
                  </a:cubicBezTo>
                  <a:cubicBezTo>
                    <a:pt x="900" y="682"/>
                    <a:pt x="900" y="682"/>
                    <a:pt x="900" y="682"/>
                  </a:cubicBezTo>
                  <a:cubicBezTo>
                    <a:pt x="902" y="678"/>
                    <a:pt x="905" y="673"/>
                    <a:pt x="906" y="666"/>
                  </a:cubicBezTo>
                  <a:cubicBezTo>
                    <a:pt x="906" y="664"/>
                    <a:pt x="906" y="664"/>
                    <a:pt x="906" y="664"/>
                  </a:cubicBezTo>
                  <a:cubicBezTo>
                    <a:pt x="906" y="664"/>
                    <a:pt x="906" y="664"/>
                    <a:pt x="906" y="664"/>
                  </a:cubicBezTo>
                  <a:cubicBezTo>
                    <a:pt x="906" y="662"/>
                    <a:pt x="907" y="659"/>
                    <a:pt x="907" y="656"/>
                  </a:cubicBezTo>
                  <a:cubicBezTo>
                    <a:pt x="907" y="653"/>
                    <a:pt x="906" y="650"/>
                    <a:pt x="906" y="646"/>
                  </a:cubicBezTo>
                  <a:cubicBezTo>
                    <a:pt x="906" y="646"/>
                    <a:pt x="906" y="646"/>
                    <a:pt x="906" y="646"/>
                  </a:cubicBezTo>
                  <a:cubicBezTo>
                    <a:pt x="906" y="643"/>
                    <a:pt x="906" y="643"/>
                    <a:pt x="906" y="643"/>
                  </a:cubicBezTo>
                  <a:cubicBezTo>
                    <a:pt x="906" y="643"/>
                    <a:pt x="906" y="643"/>
                    <a:pt x="906" y="643"/>
                  </a:cubicBezTo>
                  <a:cubicBezTo>
                    <a:pt x="910" y="638"/>
                    <a:pt x="912" y="631"/>
                    <a:pt x="912" y="622"/>
                  </a:cubicBezTo>
                  <a:cubicBezTo>
                    <a:pt x="912" y="618"/>
                    <a:pt x="911" y="613"/>
                    <a:pt x="910" y="608"/>
                  </a:cubicBezTo>
                  <a:cubicBezTo>
                    <a:pt x="910" y="608"/>
                    <a:pt x="910" y="608"/>
                    <a:pt x="910" y="608"/>
                  </a:cubicBezTo>
                  <a:cubicBezTo>
                    <a:pt x="911" y="605"/>
                    <a:pt x="911" y="605"/>
                    <a:pt x="911" y="605"/>
                  </a:cubicBezTo>
                  <a:cubicBezTo>
                    <a:pt x="911" y="605"/>
                    <a:pt x="911" y="605"/>
                    <a:pt x="911" y="605"/>
                  </a:cubicBezTo>
                  <a:cubicBezTo>
                    <a:pt x="913" y="600"/>
                    <a:pt x="915" y="594"/>
                    <a:pt x="915" y="586"/>
                  </a:cubicBezTo>
                  <a:cubicBezTo>
                    <a:pt x="915" y="582"/>
                    <a:pt x="914" y="576"/>
                    <a:pt x="913" y="570"/>
                  </a:cubicBezTo>
                  <a:cubicBezTo>
                    <a:pt x="913" y="570"/>
                    <a:pt x="913" y="570"/>
                    <a:pt x="913" y="570"/>
                  </a:cubicBezTo>
                  <a:cubicBezTo>
                    <a:pt x="913" y="567"/>
                    <a:pt x="913" y="567"/>
                    <a:pt x="913" y="567"/>
                  </a:cubicBezTo>
                  <a:cubicBezTo>
                    <a:pt x="913" y="567"/>
                    <a:pt x="913" y="567"/>
                    <a:pt x="913" y="567"/>
                  </a:cubicBezTo>
                  <a:cubicBezTo>
                    <a:pt x="915" y="562"/>
                    <a:pt x="916" y="557"/>
                    <a:pt x="916" y="550"/>
                  </a:cubicBezTo>
                  <a:cubicBezTo>
                    <a:pt x="916" y="550"/>
                    <a:pt x="916" y="550"/>
                    <a:pt x="916" y="550"/>
                  </a:cubicBezTo>
                  <a:cubicBezTo>
                    <a:pt x="916" y="549"/>
                    <a:pt x="916" y="549"/>
                    <a:pt x="916" y="549"/>
                  </a:cubicBezTo>
                  <a:cubicBezTo>
                    <a:pt x="916" y="543"/>
                    <a:pt x="915" y="537"/>
                    <a:pt x="913" y="530"/>
                  </a:cubicBezTo>
                  <a:moveTo>
                    <a:pt x="906" y="501"/>
                  </a:moveTo>
                  <a:cubicBezTo>
                    <a:pt x="906" y="503"/>
                    <a:pt x="906" y="504"/>
                    <a:pt x="906" y="504"/>
                  </a:cubicBezTo>
                  <a:cubicBezTo>
                    <a:pt x="906" y="504"/>
                    <a:pt x="906" y="504"/>
                    <a:pt x="906" y="504"/>
                  </a:cubicBezTo>
                  <a:cubicBezTo>
                    <a:pt x="906" y="504"/>
                    <a:pt x="905" y="505"/>
                    <a:pt x="904" y="505"/>
                  </a:cubicBezTo>
                  <a:cubicBezTo>
                    <a:pt x="902" y="505"/>
                    <a:pt x="898" y="503"/>
                    <a:pt x="896" y="500"/>
                  </a:cubicBezTo>
                  <a:cubicBezTo>
                    <a:pt x="892" y="495"/>
                    <a:pt x="890" y="488"/>
                    <a:pt x="890" y="484"/>
                  </a:cubicBezTo>
                  <a:cubicBezTo>
                    <a:pt x="890" y="483"/>
                    <a:pt x="890" y="483"/>
                    <a:pt x="890" y="482"/>
                  </a:cubicBezTo>
                  <a:cubicBezTo>
                    <a:pt x="891" y="482"/>
                    <a:pt x="891" y="481"/>
                    <a:pt x="892" y="481"/>
                  </a:cubicBezTo>
                  <a:cubicBezTo>
                    <a:pt x="894" y="481"/>
                    <a:pt x="898" y="483"/>
                    <a:pt x="900" y="486"/>
                  </a:cubicBezTo>
                  <a:cubicBezTo>
                    <a:pt x="904" y="491"/>
                    <a:pt x="906" y="497"/>
                    <a:pt x="906" y="501"/>
                  </a:cubicBezTo>
                  <a:moveTo>
                    <a:pt x="902" y="464"/>
                  </a:moveTo>
                  <a:cubicBezTo>
                    <a:pt x="902" y="464"/>
                    <a:pt x="902" y="465"/>
                    <a:pt x="902" y="465"/>
                  </a:cubicBezTo>
                  <a:cubicBezTo>
                    <a:pt x="902" y="465"/>
                    <a:pt x="901" y="466"/>
                    <a:pt x="900" y="466"/>
                  </a:cubicBezTo>
                  <a:cubicBezTo>
                    <a:pt x="898" y="466"/>
                    <a:pt x="894" y="465"/>
                    <a:pt x="892" y="462"/>
                  </a:cubicBezTo>
                  <a:cubicBezTo>
                    <a:pt x="887" y="457"/>
                    <a:pt x="885" y="450"/>
                    <a:pt x="885" y="446"/>
                  </a:cubicBezTo>
                  <a:cubicBezTo>
                    <a:pt x="885" y="445"/>
                    <a:pt x="885" y="445"/>
                    <a:pt x="885" y="444"/>
                  </a:cubicBezTo>
                  <a:cubicBezTo>
                    <a:pt x="885" y="444"/>
                    <a:pt x="886" y="443"/>
                    <a:pt x="888" y="443"/>
                  </a:cubicBezTo>
                  <a:cubicBezTo>
                    <a:pt x="888" y="443"/>
                    <a:pt x="888" y="443"/>
                    <a:pt x="888" y="443"/>
                  </a:cubicBezTo>
                  <a:cubicBezTo>
                    <a:pt x="890" y="443"/>
                    <a:pt x="893" y="445"/>
                    <a:pt x="895" y="448"/>
                  </a:cubicBezTo>
                  <a:cubicBezTo>
                    <a:pt x="900" y="452"/>
                    <a:pt x="902" y="460"/>
                    <a:pt x="902" y="464"/>
                  </a:cubicBezTo>
                  <a:moveTo>
                    <a:pt x="896" y="428"/>
                  </a:moveTo>
                  <a:cubicBezTo>
                    <a:pt x="896" y="428"/>
                    <a:pt x="896" y="428"/>
                    <a:pt x="896" y="429"/>
                  </a:cubicBezTo>
                  <a:cubicBezTo>
                    <a:pt x="896" y="429"/>
                    <a:pt x="895" y="430"/>
                    <a:pt x="893" y="430"/>
                  </a:cubicBezTo>
                  <a:cubicBezTo>
                    <a:pt x="891" y="430"/>
                    <a:pt x="888" y="429"/>
                    <a:pt x="885" y="426"/>
                  </a:cubicBezTo>
                  <a:cubicBezTo>
                    <a:pt x="881" y="421"/>
                    <a:pt x="878" y="413"/>
                    <a:pt x="878" y="410"/>
                  </a:cubicBezTo>
                  <a:cubicBezTo>
                    <a:pt x="878" y="409"/>
                    <a:pt x="878" y="409"/>
                    <a:pt x="878" y="409"/>
                  </a:cubicBezTo>
                  <a:cubicBezTo>
                    <a:pt x="878" y="408"/>
                    <a:pt x="879" y="408"/>
                    <a:pt x="881" y="408"/>
                  </a:cubicBezTo>
                  <a:cubicBezTo>
                    <a:pt x="881" y="408"/>
                    <a:pt x="881" y="408"/>
                    <a:pt x="881" y="408"/>
                  </a:cubicBezTo>
                  <a:cubicBezTo>
                    <a:pt x="883" y="408"/>
                    <a:pt x="886" y="409"/>
                    <a:pt x="889" y="412"/>
                  </a:cubicBezTo>
                  <a:cubicBezTo>
                    <a:pt x="894" y="416"/>
                    <a:pt x="896" y="424"/>
                    <a:pt x="896" y="428"/>
                  </a:cubicBezTo>
                  <a:moveTo>
                    <a:pt x="879" y="374"/>
                  </a:moveTo>
                  <a:cubicBezTo>
                    <a:pt x="884" y="378"/>
                    <a:pt x="888" y="386"/>
                    <a:pt x="888" y="390"/>
                  </a:cubicBezTo>
                  <a:cubicBezTo>
                    <a:pt x="888" y="390"/>
                    <a:pt x="888" y="390"/>
                    <a:pt x="888" y="390"/>
                  </a:cubicBezTo>
                  <a:cubicBezTo>
                    <a:pt x="888" y="391"/>
                    <a:pt x="887" y="391"/>
                    <a:pt x="885" y="392"/>
                  </a:cubicBezTo>
                  <a:cubicBezTo>
                    <a:pt x="883" y="391"/>
                    <a:pt x="880" y="391"/>
                    <a:pt x="877" y="388"/>
                  </a:cubicBezTo>
                  <a:cubicBezTo>
                    <a:pt x="872" y="384"/>
                    <a:pt x="868" y="376"/>
                    <a:pt x="869" y="372"/>
                  </a:cubicBezTo>
                  <a:cubicBezTo>
                    <a:pt x="869" y="372"/>
                    <a:pt x="869" y="372"/>
                    <a:pt x="869" y="372"/>
                  </a:cubicBezTo>
                  <a:cubicBezTo>
                    <a:pt x="869" y="371"/>
                    <a:pt x="869" y="371"/>
                    <a:pt x="869" y="371"/>
                  </a:cubicBezTo>
                  <a:cubicBezTo>
                    <a:pt x="870" y="371"/>
                    <a:pt x="870" y="370"/>
                    <a:pt x="871" y="371"/>
                  </a:cubicBezTo>
                  <a:cubicBezTo>
                    <a:pt x="873" y="371"/>
                    <a:pt x="876" y="371"/>
                    <a:pt x="879" y="374"/>
                  </a:cubicBezTo>
                  <a:moveTo>
                    <a:pt x="866" y="336"/>
                  </a:moveTo>
                  <a:cubicBezTo>
                    <a:pt x="867" y="336"/>
                    <a:pt x="867" y="336"/>
                    <a:pt x="867" y="337"/>
                  </a:cubicBezTo>
                  <a:cubicBezTo>
                    <a:pt x="867" y="337"/>
                    <a:pt x="867" y="337"/>
                    <a:pt x="867" y="337"/>
                  </a:cubicBezTo>
                  <a:cubicBezTo>
                    <a:pt x="870" y="339"/>
                    <a:pt x="873" y="342"/>
                    <a:pt x="874" y="345"/>
                  </a:cubicBezTo>
                  <a:cubicBezTo>
                    <a:pt x="876" y="348"/>
                    <a:pt x="877" y="351"/>
                    <a:pt x="877" y="352"/>
                  </a:cubicBezTo>
                  <a:cubicBezTo>
                    <a:pt x="877" y="353"/>
                    <a:pt x="877" y="353"/>
                    <a:pt x="877" y="353"/>
                  </a:cubicBezTo>
                  <a:cubicBezTo>
                    <a:pt x="877" y="353"/>
                    <a:pt x="877" y="353"/>
                    <a:pt x="876" y="354"/>
                  </a:cubicBezTo>
                  <a:cubicBezTo>
                    <a:pt x="875" y="354"/>
                    <a:pt x="875" y="354"/>
                    <a:pt x="873" y="354"/>
                  </a:cubicBezTo>
                  <a:cubicBezTo>
                    <a:pt x="871" y="354"/>
                    <a:pt x="869" y="353"/>
                    <a:pt x="866" y="351"/>
                  </a:cubicBezTo>
                  <a:cubicBezTo>
                    <a:pt x="863" y="349"/>
                    <a:pt x="861" y="346"/>
                    <a:pt x="859" y="343"/>
                  </a:cubicBezTo>
                  <a:cubicBezTo>
                    <a:pt x="857" y="340"/>
                    <a:pt x="857" y="337"/>
                    <a:pt x="857" y="335"/>
                  </a:cubicBezTo>
                  <a:cubicBezTo>
                    <a:pt x="857" y="335"/>
                    <a:pt x="857" y="335"/>
                    <a:pt x="857" y="335"/>
                  </a:cubicBezTo>
                  <a:cubicBezTo>
                    <a:pt x="857" y="335"/>
                    <a:pt x="857" y="335"/>
                    <a:pt x="857" y="334"/>
                  </a:cubicBezTo>
                  <a:cubicBezTo>
                    <a:pt x="858" y="334"/>
                    <a:pt x="859" y="334"/>
                    <a:pt x="860" y="334"/>
                  </a:cubicBezTo>
                  <a:cubicBezTo>
                    <a:pt x="860" y="334"/>
                    <a:pt x="860" y="334"/>
                    <a:pt x="860" y="334"/>
                  </a:cubicBezTo>
                  <a:cubicBezTo>
                    <a:pt x="862" y="334"/>
                    <a:pt x="864" y="335"/>
                    <a:pt x="866" y="336"/>
                  </a:cubicBezTo>
                  <a:moveTo>
                    <a:pt x="854" y="303"/>
                  </a:moveTo>
                  <a:cubicBezTo>
                    <a:pt x="857" y="304"/>
                    <a:pt x="860" y="307"/>
                    <a:pt x="861" y="310"/>
                  </a:cubicBezTo>
                  <a:cubicBezTo>
                    <a:pt x="863" y="313"/>
                    <a:pt x="864" y="316"/>
                    <a:pt x="864" y="318"/>
                  </a:cubicBezTo>
                  <a:cubicBezTo>
                    <a:pt x="864" y="318"/>
                    <a:pt x="864" y="318"/>
                    <a:pt x="864" y="318"/>
                  </a:cubicBezTo>
                  <a:cubicBezTo>
                    <a:pt x="864" y="318"/>
                    <a:pt x="864" y="319"/>
                    <a:pt x="864" y="319"/>
                  </a:cubicBezTo>
                  <a:cubicBezTo>
                    <a:pt x="863" y="319"/>
                    <a:pt x="862" y="320"/>
                    <a:pt x="861" y="320"/>
                  </a:cubicBezTo>
                  <a:cubicBezTo>
                    <a:pt x="859" y="319"/>
                    <a:pt x="856" y="319"/>
                    <a:pt x="853" y="317"/>
                  </a:cubicBezTo>
                  <a:cubicBezTo>
                    <a:pt x="850" y="315"/>
                    <a:pt x="848" y="312"/>
                    <a:pt x="846" y="309"/>
                  </a:cubicBezTo>
                  <a:cubicBezTo>
                    <a:pt x="844" y="306"/>
                    <a:pt x="843" y="303"/>
                    <a:pt x="843" y="302"/>
                  </a:cubicBezTo>
                  <a:cubicBezTo>
                    <a:pt x="843" y="302"/>
                    <a:pt x="843" y="302"/>
                    <a:pt x="843" y="302"/>
                  </a:cubicBezTo>
                  <a:cubicBezTo>
                    <a:pt x="843" y="302"/>
                    <a:pt x="843" y="302"/>
                    <a:pt x="843" y="302"/>
                  </a:cubicBezTo>
                  <a:cubicBezTo>
                    <a:pt x="843" y="301"/>
                    <a:pt x="843" y="301"/>
                    <a:pt x="844" y="301"/>
                  </a:cubicBezTo>
                  <a:cubicBezTo>
                    <a:pt x="844" y="300"/>
                    <a:pt x="845" y="300"/>
                    <a:pt x="847" y="300"/>
                  </a:cubicBezTo>
                  <a:cubicBezTo>
                    <a:pt x="849" y="300"/>
                    <a:pt x="851" y="301"/>
                    <a:pt x="854" y="303"/>
                  </a:cubicBezTo>
                  <a:moveTo>
                    <a:pt x="837" y="267"/>
                  </a:moveTo>
                  <a:cubicBezTo>
                    <a:pt x="837" y="267"/>
                    <a:pt x="837" y="267"/>
                    <a:pt x="837" y="267"/>
                  </a:cubicBezTo>
                  <a:cubicBezTo>
                    <a:pt x="841" y="269"/>
                    <a:pt x="844" y="272"/>
                    <a:pt x="846" y="275"/>
                  </a:cubicBezTo>
                  <a:cubicBezTo>
                    <a:pt x="848" y="278"/>
                    <a:pt x="849" y="281"/>
                    <a:pt x="849" y="282"/>
                  </a:cubicBezTo>
                  <a:cubicBezTo>
                    <a:pt x="849" y="282"/>
                    <a:pt x="849" y="283"/>
                    <a:pt x="848" y="283"/>
                  </a:cubicBezTo>
                  <a:cubicBezTo>
                    <a:pt x="847" y="283"/>
                    <a:pt x="846" y="284"/>
                    <a:pt x="844" y="284"/>
                  </a:cubicBezTo>
                  <a:cubicBezTo>
                    <a:pt x="843" y="284"/>
                    <a:pt x="840" y="283"/>
                    <a:pt x="838" y="282"/>
                  </a:cubicBezTo>
                  <a:cubicBezTo>
                    <a:pt x="835" y="280"/>
                    <a:pt x="832" y="277"/>
                    <a:pt x="830" y="274"/>
                  </a:cubicBezTo>
                  <a:cubicBezTo>
                    <a:pt x="828" y="271"/>
                    <a:pt x="827" y="268"/>
                    <a:pt x="827" y="267"/>
                  </a:cubicBezTo>
                  <a:cubicBezTo>
                    <a:pt x="827" y="267"/>
                    <a:pt x="827" y="267"/>
                    <a:pt x="827" y="266"/>
                  </a:cubicBezTo>
                  <a:cubicBezTo>
                    <a:pt x="828" y="266"/>
                    <a:pt x="829" y="265"/>
                    <a:pt x="831" y="265"/>
                  </a:cubicBezTo>
                  <a:cubicBezTo>
                    <a:pt x="833" y="265"/>
                    <a:pt x="835" y="266"/>
                    <a:pt x="837" y="267"/>
                  </a:cubicBezTo>
                  <a:moveTo>
                    <a:pt x="818" y="233"/>
                  </a:moveTo>
                  <a:cubicBezTo>
                    <a:pt x="822" y="235"/>
                    <a:pt x="825" y="237"/>
                    <a:pt x="827" y="240"/>
                  </a:cubicBezTo>
                  <a:cubicBezTo>
                    <a:pt x="829" y="243"/>
                    <a:pt x="831" y="246"/>
                    <a:pt x="831" y="247"/>
                  </a:cubicBezTo>
                  <a:cubicBezTo>
                    <a:pt x="831" y="247"/>
                    <a:pt x="831" y="247"/>
                    <a:pt x="831" y="247"/>
                  </a:cubicBezTo>
                  <a:cubicBezTo>
                    <a:pt x="831" y="247"/>
                    <a:pt x="831" y="248"/>
                    <a:pt x="830" y="248"/>
                  </a:cubicBezTo>
                  <a:cubicBezTo>
                    <a:pt x="829" y="249"/>
                    <a:pt x="828" y="249"/>
                    <a:pt x="826" y="249"/>
                  </a:cubicBezTo>
                  <a:cubicBezTo>
                    <a:pt x="824" y="249"/>
                    <a:pt x="822" y="249"/>
                    <a:pt x="820" y="248"/>
                  </a:cubicBezTo>
                  <a:cubicBezTo>
                    <a:pt x="816" y="246"/>
                    <a:pt x="813" y="243"/>
                    <a:pt x="811" y="241"/>
                  </a:cubicBezTo>
                  <a:cubicBezTo>
                    <a:pt x="809" y="238"/>
                    <a:pt x="808" y="235"/>
                    <a:pt x="808" y="234"/>
                  </a:cubicBezTo>
                  <a:cubicBezTo>
                    <a:pt x="808" y="234"/>
                    <a:pt x="808" y="234"/>
                    <a:pt x="808" y="234"/>
                  </a:cubicBezTo>
                  <a:cubicBezTo>
                    <a:pt x="808" y="234"/>
                    <a:pt x="808" y="233"/>
                    <a:pt x="809" y="233"/>
                  </a:cubicBezTo>
                  <a:cubicBezTo>
                    <a:pt x="809" y="232"/>
                    <a:pt x="811" y="232"/>
                    <a:pt x="812" y="232"/>
                  </a:cubicBezTo>
                  <a:cubicBezTo>
                    <a:pt x="814" y="232"/>
                    <a:pt x="816" y="232"/>
                    <a:pt x="818" y="233"/>
                  </a:cubicBezTo>
                  <a:moveTo>
                    <a:pt x="793" y="201"/>
                  </a:moveTo>
                  <a:cubicBezTo>
                    <a:pt x="793" y="201"/>
                    <a:pt x="793" y="201"/>
                    <a:pt x="793" y="201"/>
                  </a:cubicBezTo>
                  <a:cubicBezTo>
                    <a:pt x="795" y="201"/>
                    <a:pt x="796" y="202"/>
                    <a:pt x="798" y="202"/>
                  </a:cubicBezTo>
                  <a:cubicBezTo>
                    <a:pt x="798" y="202"/>
                    <a:pt x="798" y="202"/>
                    <a:pt x="798" y="202"/>
                  </a:cubicBezTo>
                  <a:cubicBezTo>
                    <a:pt x="802" y="204"/>
                    <a:pt x="805" y="206"/>
                    <a:pt x="808" y="209"/>
                  </a:cubicBezTo>
                  <a:cubicBezTo>
                    <a:pt x="810" y="211"/>
                    <a:pt x="812" y="214"/>
                    <a:pt x="812" y="215"/>
                  </a:cubicBezTo>
                  <a:cubicBezTo>
                    <a:pt x="812" y="216"/>
                    <a:pt x="812" y="216"/>
                    <a:pt x="812" y="216"/>
                  </a:cubicBezTo>
                  <a:cubicBezTo>
                    <a:pt x="812" y="216"/>
                    <a:pt x="811" y="216"/>
                    <a:pt x="811" y="217"/>
                  </a:cubicBezTo>
                  <a:cubicBezTo>
                    <a:pt x="810" y="218"/>
                    <a:pt x="808" y="218"/>
                    <a:pt x="806" y="218"/>
                  </a:cubicBezTo>
                  <a:cubicBezTo>
                    <a:pt x="805" y="218"/>
                    <a:pt x="803" y="218"/>
                    <a:pt x="801" y="217"/>
                  </a:cubicBezTo>
                  <a:cubicBezTo>
                    <a:pt x="798" y="215"/>
                    <a:pt x="794" y="213"/>
                    <a:pt x="792" y="210"/>
                  </a:cubicBezTo>
                  <a:cubicBezTo>
                    <a:pt x="789" y="208"/>
                    <a:pt x="788" y="205"/>
                    <a:pt x="788" y="204"/>
                  </a:cubicBezTo>
                  <a:cubicBezTo>
                    <a:pt x="788" y="204"/>
                    <a:pt x="788" y="204"/>
                    <a:pt x="788" y="204"/>
                  </a:cubicBezTo>
                  <a:cubicBezTo>
                    <a:pt x="788" y="203"/>
                    <a:pt x="788" y="203"/>
                    <a:pt x="789" y="202"/>
                  </a:cubicBezTo>
                  <a:cubicBezTo>
                    <a:pt x="790" y="202"/>
                    <a:pt x="791" y="201"/>
                    <a:pt x="793" y="201"/>
                  </a:cubicBezTo>
                  <a:moveTo>
                    <a:pt x="766" y="172"/>
                  </a:moveTo>
                  <a:cubicBezTo>
                    <a:pt x="767" y="171"/>
                    <a:pt x="768" y="171"/>
                    <a:pt x="771" y="171"/>
                  </a:cubicBezTo>
                  <a:cubicBezTo>
                    <a:pt x="772" y="171"/>
                    <a:pt x="773" y="171"/>
                    <a:pt x="775" y="171"/>
                  </a:cubicBezTo>
                  <a:cubicBezTo>
                    <a:pt x="778" y="172"/>
                    <a:pt x="782" y="175"/>
                    <a:pt x="785" y="177"/>
                  </a:cubicBezTo>
                  <a:cubicBezTo>
                    <a:pt x="787" y="180"/>
                    <a:pt x="789" y="182"/>
                    <a:pt x="789" y="183"/>
                  </a:cubicBezTo>
                  <a:cubicBezTo>
                    <a:pt x="789" y="184"/>
                    <a:pt x="789" y="184"/>
                    <a:pt x="789" y="184"/>
                  </a:cubicBezTo>
                  <a:cubicBezTo>
                    <a:pt x="789" y="184"/>
                    <a:pt x="789" y="184"/>
                    <a:pt x="788" y="185"/>
                  </a:cubicBezTo>
                  <a:cubicBezTo>
                    <a:pt x="787" y="186"/>
                    <a:pt x="785" y="186"/>
                    <a:pt x="783" y="186"/>
                  </a:cubicBezTo>
                  <a:cubicBezTo>
                    <a:pt x="781" y="186"/>
                    <a:pt x="780" y="186"/>
                    <a:pt x="778" y="185"/>
                  </a:cubicBezTo>
                  <a:cubicBezTo>
                    <a:pt x="775" y="184"/>
                    <a:pt x="771" y="182"/>
                    <a:pt x="769" y="180"/>
                  </a:cubicBezTo>
                  <a:cubicBezTo>
                    <a:pt x="766" y="177"/>
                    <a:pt x="765" y="175"/>
                    <a:pt x="764" y="174"/>
                  </a:cubicBezTo>
                  <a:cubicBezTo>
                    <a:pt x="764" y="173"/>
                    <a:pt x="764" y="173"/>
                    <a:pt x="764" y="173"/>
                  </a:cubicBezTo>
                  <a:cubicBezTo>
                    <a:pt x="764" y="173"/>
                    <a:pt x="765" y="172"/>
                    <a:pt x="766" y="172"/>
                  </a:cubicBezTo>
                  <a:moveTo>
                    <a:pt x="740" y="143"/>
                  </a:moveTo>
                  <a:cubicBezTo>
                    <a:pt x="741" y="142"/>
                    <a:pt x="743" y="142"/>
                    <a:pt x="746" y="142"/>
                  </a:cubicBezTo>
                  <a:cubicBezTo>
                    <a:pt x="746" y="142"/>
                    <a:pt x="746" y="142"/>
                    <a:pt x="746" y="142"/>
                  </a:cubicBezTo>
                  <a:cubicBezTo>
                    <a:pt x="747" y="142"/>
                    <a:pt x="748" y="142"/>
                    <a:pt x="749" y="142"/>
                  </a:cubicBezTo>
                  <a:cubicBezTo>
                    <a:pt x="753" y="143"/>
                    <a:pt x="756" y="145"/>
                    <a:pt x="759" y="147"/>
                  </a:cubicBezTo>
                  <a:cubicBezTo>
                    <a:pt x="762" y="149"/>
                    <a:pt x="764" y="152"/>
                    <a:pt x="764" y="153"/>
                  </a:cubicBezTo>
                  <a:cubicBezTo>
                    <a:pt x="764" y="153"/>
                    <a:pt x="764" y="153"/>
                    <a:pt x="764" y="153"/>
                  </a:cubicBezTo>
                  <a:cubicBezTo>
                    <a:pt x="764" y="154"/>
                    <a:pt x="764" y="154"/>
                    <a:pt x="763" y="155"/>
                  </a:cubicBezTo>
                  <a:cubicBezTo>
                    <a:pt x="761" y="156"/>
                    <a:pt x="759" y="156"/>
                    <a:pt x="757" y="156"/>
                  </a:cubicBezTo>
                  <a:cubicBezTo>
                    <a:pt x="756" y="156"/>
                    <a:pt x="755" y="156"/>
                    <a:pt x="754" y="156"/>
                  </a:cubicBezTo>
                  <a:cubicBezTo>
                    <a:pt x="750" y="155"/>
                    <a:pt x="746" y="153"/>
                    <a:pt x="744" y="151"/>
                  </a:cubicBezTo>
                  <a:cubicBezTo>
                    <a:pt x="741" y="149"/>
                    <a:pt x="739" y="146"/>
                    <a:pt x="739" y="145"/>
                  </a:cubicBezTo>
                  <a:cubicBezTo>
                    <a:pt x="739" y="145"/>
                    <a:pt x="739" y="145"/>
                    <a:pt x="739" y="145"/>
                  </a:cubicBezTo>
                  <a:cubicBezTo>
                    <a:pt x="739" y="145"/>
                    <a:pt x="739" y="144"/>
                    <a:pt x="740" y="143"/>
                  </a:cubicBezTo>
                  <a:moveTo>
                    <a:pt x="714" y="118"/>
                  </a:moveTo>
                  <a:cubicBezTo>
                    <a:pt x="716" y="117"/>
                    <a:pt x="718" y="116"/>
                    <a:pt x="721" y="117"/>
                  </a:cubicBezTo>
                  <a:cubicBezTo>
                    <a:pt x="721" y="117"/>
                    <a:pt x="721" y="117"/>
                    <a:pt x="721" y="117"/>
                  </a:cubicBezTo>
                  <a:cubicBezTo>
                    <a:pt x="721" y="117"/>
                    <a:pt x="722" y="117"/>
                    <a:pt x="723" y="117"/>
                  </a:cubicBezTo>
                  <a:cubicBezTo>
                    <a:pt x="723" y="117"/>
                    <a:pt x="723" y="117"/>
                    <a:pt x="723" y="117"/>
                  </a:cubicBezTo>
                  <a:cubicBezTo>
                    <a:pt x="726" y="117"/>
                    <a:pt x="730" y="119"/>
                    <a:pt x="733" y="121"/>
                  </a:cubicBezTo>
                  <a:cubicBezTo>
                    <a:pt x="736" y="123"/>
                    <a:pt x="738" y="125"/>
                    <a:pt x="738" y="126"/>
                  </a:cubicBezTo>
                  <a:cubicBezTo>
                    <a:pt x="739" y="126"/>
                    <a:pt x="739" y="127"/>
                    <a:pt x="739" y="127"/>
                  </a:cubicBezTo>
                  <a:cubicBezTo>
                    <a:pt x="739" y="127"/>
                    <a:pt x="738" y="128"/>
                    <a:pt x="737" y="129"/>
                  </a:cubicBezTo>
                  <a:cubicBezTo>
                    <a:pt x="735" y="130"/>
                    <a:pt x="733" y="130"/>
                    <a:pt x="730" y="130"/>
                  </a:cubicBezTo>
                  <a:cubicBezTo>
                    <a:pt x="730" y="130"/>
                    <a:pt x="729" y="130"/>
                    <a:pt x="728" y="130"/>
                  </a:cubicBezTo>
                  <a:cubicBezTo>
                    <a:pt x="725" y="129"/>
                    <a:pt x="721" y="128"/>
                    <a:pt x="718" y="126"/>
                  </a:cubicBezTo>
                  <a:cubicBezTo>
                    <a:pt x="715" y="124"/>
                    <a:pt x="713" y="121"/>
                    <a:pt x="712" y="120"/>
                  </a:cubicBezTo>
                  <a:cubicBezTo>
                    <a:pt x="712" y="120"/>
                    <a:pt x="712" y="120"/>
                    <a:pt x="712" y="120"/>
                  </a:cubicBezTo>
                  <a:cubicBezTo>
                    <a:pt x="712" y="120"/>
                    <a:pt x="713" y="119"/>
                    <a:pt x="714" y="118"/>
                  </a:cubicBezTo>
                  <a:moveTo>
                    <a:pt x="685" y="94"/>
                  </a:moveTo>
                  <a:cubicBezTo>
                    <a:pt x="686" y="93"/>
                    <a:pt x="689" y="92"/>
                    <a:pt x="692" y="92"/>
                  </a:cubicBezTo>
                  <a:cubicBezTo>
                    <a:pt x="692" y="92"/>
                    <a:pt x="692" y="92"/>
                    <a:pt x="692" y="92"/>
                  </a:cubicBezTo>
                  <a:cubicBezTo>
                    <a:pt x="692" y="92"/>
                    <a:pt x="692" y="92"/>
                    <a:pt x="692" y="92"/>
                  </a:cubicBezTo>
                  <a:cubicBezTo>
                    <a:pt x="696" y="92"/>
                    <a:pt x="700" y="93"/>
                    <a:pt x="703" y="95"/>
                  </a:cubicBezTo>
                  <a:cubicBezTo>
                    <a:pt x="706" y="97"/>
                    <a:pt x="709" y="99"/>
                    <a:pt x="709" y="100"/>
                  </a:cubicBezTo>
                  <a:cubicBezTo>
                    <a:pt x="709" y="100"/>
                    <a:pt x="709" y="100"/>
                    <a:pt x="709" y="101"/>
                  </a:cubicBezTo>
                  <a:cubicBezTo>
                    <a:pt x="709" y="101"/>
                    <a:pt x="709" y="102"/>
                    <a:pt x="707" y="103"/>
                  </a:cubicBezTo>
                  <a:cubicBezTo>
                    <a:pt x="705" y="104"/>
                    <a:pt x="703" y="105"/>
                    <a:pt x="700" y="105"/>
                  </a:cubicBezTo>
                  <a:cubicBezTo>
                    <a:pt x="700" y="105"/>
                    <a:pt x="699" y="105"/>
                    <a:pt x="699" y="105"/>
                  </a:cubicBezTo>
                  <a:cubicBezTo>
                    <a:pt x="695" y="105"/>
                    <a:pt x="692" y="103"/>
                    <a:pt x="689" y="101"/>
                  </a:cubicBezTo>
                  <a:cubicBezTo>
                    <a:pt x="685" y="100"/>
                    <a:pt x="683" y="98"/>
                    <a:pt x="683" y="97"/>
                  </a:cubicBezTo>
                  <a:cubicBezTo>
                    <a:pt x="683" y="97"/>
                    <a:pt x="683" y="97"/>
                    <a:pt x="683" y="97"/>
                  </a:cubicBezTo>
                  <a:cubicBezTo>
                    <a:pt x="683" y="96"/>
                    <a:pt x="683" y="96"/>
                    <a:pt x="683" y="96"/>
                  </a:cubicBezTo>
                  <a:cubicBezTo>
                    <a:pt x="683" y="96"/>
                    <a:pt x="683" y="96"/>
                    <a:pt x="683" y="96"/>
                  </a:cubicBezTo>
                  <a:cubicBezTo>
                    <a:pt x="683" y="96"/>
                    <a:pt x="683" y="95"/>
                    <a:pt x="685" y="94"/>
                  </a:cubicBezTo>
                  <a:moveTo>
                    <a:pt x="653" y="72"/>
                  </a:moveTo>
                  <a:cubicBezTo>
                    <a:pt x="654" y="71"/>
                    <a:pt x="657" y="70"/>
                    <a:pt x="660" y="70"/>
                  </a:cubicBezTo>
                  <a:cubicBezTo>
                    <a:pt x="661" y="70"/>
                    <a:pt x="661" y="70"/>
                    <a:pt x="661" y="70"/>
                  </a:cubicBezTo>
                  <a:cubicBezTo>
                    <a:pt x="665" y="70"/>
                    <a:pt x="669" y="71"/>
                    <a:pt x="672" y="72"/>
                  </a:cubicBezTo>
                  <a:cubicBezTo>
                    <a:pt x="675" y="74"/>
                    <a:pt x="677" y="76"/>
                    <a:pt x="677" y="77"/>
                  </a:cubicBezTo>
                  <a:cubicBezTo>
                    <a:pt x="678" y="77"/>
                    <a:pt x="678" y="77"/>
                    <a:pt x="678" y="77"/>
                  </a:cubicBezTo>
                  <a:cubicBezTo>
                    <a:pt x="678" y="78"/>
                    <a:pt x="677" y="79"/>
                    <a:pt x="675" y="80"/>
                  </a:cubicBezTo>
                  <a:cubicBezTo>
                    <a:pt x="674" y="81"/>
                    <a:pt x="671" y="82"/>
                    <a:pt x="668" y="82"/>
                  </a:cubicBezTo>
                  <a:cubicBezTo>
                    <a:pt x="668" y="82"/>
                    <a:pt x="667" y="82"/>
                    <a:pt x="667" y="82"/>
                  </a:cubicBezTo>
                  <a:cubicBezTo>
                    <a:pt x="663" y="82"/>
                    <a:pt x="660" y="81"/>
                    <a:pt x="657" y="80"/>
                  </a:cubicBezTo>
                  <a:cubicBezTo>
                    <a:pt x="654" y="78"/>
                    <a:pt x="651" y="76"/>
                    <a:pt x="651" y="76"/>
                  </a:cubicBezTo>
                  <a:cubicBezTo>
                    <a:pt x="651" y="75"/>
                    <a:pt x="651" y="75"/>
                    <a:pt x="651" y="75"/>
                  </a:cubicBezTo>
                  <a:cubicBezTo>
                    <a:pt x="651" y="75"/>
                    <a:pt x="651" y="73"/>
                    <a:pt x="653" y="72"/>
                  </a:cubicBezTo>
                  <a:moveTo>
                    <a:pt x="628" y="52"/>
                  </a:moveTo>
                  <a:cubicBezTo>
                    <a:pt x="628" y="52"/>
                    <a:pt x="628" y="52"/>
                    <a:pt x="628" y="52"/>
                  </a:cubicBezTo>
                  <a:cubicBezTo>
                    <a:pt x="629" y="52"/>
                    <a:pt x="630" y="52"/>
                    <a:pt x="631" y="52"/>
                  </a:cubicBezTo>
                  <a:cubicBezTo>
                    <a:pt x="635" y="52"/>
                    <a:pt x="638" y="53"/>
                    <a:pt x="641" y="54"/>
                  </a:cubicBezTo>
                  <a:cubicBezTo>
                    <a:pt x="643" y="55"/>
                    <a:pt x="645" y="57"/>
                    <a:pt x="646" y="57"/>
                  </a:cubicBezTo>
                  <a:cubicBezTo>
                    <a:pt x="646" y="57"/>
                    <a:pt x="646" y="58"/>
                    <a:pt x="646" y="58"/>
                  </a:cubicBezTo>
                  <a:cubicBezTo>
                    <a:pt x="646" y="58"/>
                    <a:pt x="646" y="60"/>
                    <a:pt x="644" y="61"/>
                  </a:cubicBezTo>
                  <a:cubicBezTo>
                    <a:pt x="642" y="62"/>
                    <a:pt x="640" y="63"/>
                    <a:pt x="637" y="64"/>
                  </a:cubicBezTo>
                  <a:cubicBezTo>
                    <a:pt x="636" y="64"/>
                    <a:pt x="635" y="64"/>
                    <a:pt x="635" y="64"/>
                  </a:cubicBezTo>
                  <a:cubicBezTo>
                    <a:pt x="631" y="64"/>
                    <a:pt x="628" y="63"/>
                    <a:pt x="625" y="62"/>
                  </a:cubicBezTo>
                  <a:cubicBezTo>
                    <a:pt x="622" y="61"/>
                    <a:pt x="620" y="59"/>
                    <a:pt x="619" y="58"/>
                  </a:cubicBezTo>
                  <a:cubicBezTo>
                    <a:pt x="619" y="58"/>
                    <a:pt x="619" y="58"/>
                    <a:pt x="619" y="58"/>
                  </a:cubicBezTo>
                  <a:cubicBezTo>
                    <a:pt x="619" y="57"/>
                    <a:pt x="622" y="53"/>
                    <a:pt x="628" y="52"/>
                  </a:cubicBezTo>
                  <a:moveTo>
                    <a:pt x="592" y="36"/>
                  </a:moveTo>
                  <a:cubicBezTo>
                    <a:pt x="594" y="36"/>
                    <a:pt x="596" y="36"/>
                    <a:pt x="597" y="36"/>
                  </a:cubicBezTo>
                  <a:cubicBezTo>
                    <a:pt x="600" y="36"/>
                    <a:pt x="603" y="36"/>
                    <a:pt x="606" y="37"/>
                  </a:cubicBezTo>
                  <a:cubicBezTo>
                    <a:pt x="608" y="38"/>
                    <a:pt x="610" y="39"/>
                    <a:pt x="611" y="40"/>
                  </a:cubicBezTo>
                  <a:cubicBezTo>
                    <a:pt x="611" y="40"/>
                    <a:pt x="611" y="40"/>
                    <a:pt x="611" y="40"/>
                  </a:cubicBezTo>
                  <a:cubicBezTo>
                    <a:pt x="611" y="42"/>
                    <a:pt x="608" y="46"/>
                    <a:pt x="602" y="47"/>
                  </a:cubicBezTo>
                  <a:cubicBezTo>
                    <a:pt x="601" y="47"/>
                    <a:pt x="599" y="48"/>
                    <a:pt x="597" y="47"/>
                  </a:cubicBezTo>
                  <a:cubicBezTo>
                    <a:pt x="591" y="47"/>
                    <a:pt x="586" y="45"/>
                    <a:pt x="584" y="43"/>
                  </a:cubicBezTo>
                  <a:cubicBezTo>
                    <a:pt x="584" y="43"/>
                    <a:pt x="584" y="43"/>
                    <a:pt x="584" y="43"/>
                  </a:cubicBezTo>
                  <a:cubicBezTo>
                    <a:pt x="584" y="41"/>
                    <a:pt x="586" y="38"/>
                    <a:pt x="592" y="36"/>
                  </a:cubicBezTo>
                  <a:moveTo>
                    <a:pt x="555" y="24"/>
                  </a:moveTo>
                  <a:cubicBezTo>
                    <a:pt x="558" y="23"/>
                    <a:pt x="561" y="23"/>
                    <a:pt x="564" y="23"/>
                  </a:cubicBezTo>
                  <a:cubicBezTo>
                    <a:pt x="568" y="23"/>
                    <a:pt x="573" y="25"/>
                    <a:pt x="574" y="26"/>
                  </a:cubicBezTo>
                  <a:cubicBezTo>
                    <a:pt x="574" y="26"/>
                    <a:pt x="574" y="26"/>
                    <a:pt x="574" y="27"/>
                  </a:cubicBezTo>
                  <a:cubicBezTo>
                    <a:pt x="574" y="28"/>
                    <a:pt x="572" y="32"/>
                    <a:pt x="566" y="34"/>
                  </a:cubicBezTo>
                  <a:cubicBezTo>
                    <a:pt x="564" y="35"/>
                    <a:pt x="561" y="35"/>
                    <a:pt x="558" y="35"/>
                  </a:cubicBezTo>
                  <a:cubicBezTo>
                    <a:pt x="553" y="35"/>
                    <a:pt x="549" y="33"/>
                    <a:pt x="548" y="32"/>
                  </a:cubicBezTo>
                  <a:cubicBezTo>
                    <a:pt x="548" y="32"/>
                    <a:pt x="548" y="32"/>
                    <a:pt x="548" y="31"/>
                  </a:cubicBezTo>
                  <a:cubicBezTo>
                    <a:pt x="547" y="30"/>
                    <a:pt x="550" y="26"/>
                    <a:pt x="555" y="24"/>
                  </a:cubicBezTo>
                  <a:moveTo>
                    <a:pt x="519" y="17"/>
                  </a:moveTo>
                  <a:cubicBezTo>
                    <a:pt x="519" y="17"/>
                    <a:pt x="519" y="17"/>
                    <a:pt x="519" y="17"/>
                  </a:cubicBezTo>
                  <a:cubicBezTo>
                    <a:pt x="522" y="15"/>
                    <a:pt x="526" y="14"/>
                    <a:pt x="530" y="14"/>
                  </a:cubicBezTo>
                  <a:cubicBezTo>
                    <a:pt x="533" y="14"/>
                    <a:pt x="537" y="16"/>
                    <a:pt x="538" y="16"/>
                  </a:cubicBezTo>
                  <a:cubicBezTo>
                    <a:pt x="538" y="17"/>
                    <a:pt x="538" y="17"/>
                    <a:pt x="538" y="17"/>
                  </a:cubicBezTo>
                  <a:cubicBezTo>
                    <a:pt x="538" y="19"/>
                    <a:pt x="536" y="23"/>
                    <a:pt x="531" y="25"/>
                  </a:cubicBezTo>
                  <a:cubicBezTo>
                    <a:pt x="528" y="26"/>
                    <a:pt x="524" y="27"/>
                    <a:pt x="520" y="27"/>
                  </a:cubicBezTo>
                  <a:cubicBezTo>
                    <a:pt x="517" y="27"/>
                    <a:pt x="513" y="26"/>
                    <a:pt x="513" y="25"/>
                  </a:cubicBezTo>
                  <a:cubicBezTo>
                    <a:pt x="513" y="25"/>
                    <a:pt x="512" y="25"/>
                    <a:pt x="512" y="24"/>
                  </a:cubicBezTo>
                  <a:cubicBezTo>
                    <a:pt x="512" y="22"/>
                    <a:pt x="514" y="19"/>
                    <a:pt x="519" y="17"/>
                  </a:cubicBezTo>
                  <a:moveTo>
                    <a:pt x="480" y="12"/>
                  </a:moveTo>
                  <a:cubicBezTo>
                    <a:pt x="484" y="10"/>
                    <a:pt x="489" y="9"/>
                    <a:pt x="493" y="9"/>
                  </a:cubicBezTo>
                  <a:cubicBezTo>
                    <a:pt x="496" y="9"/>
                    <a:pt x="498" y="10"/>
                    <a:pt x="499" y="10"/>
                  </a:cubicBezTo>
                  <a:cubicBezTo>
                    <a:pt x="499" y="10"/>
                    <a:pt x="499" y="10"/>
                    <a:pt x="499" y="11"/>
                  </a:cubicBezTo>
                  <a:cubicBezTo>
                    <a:pt x="499" y="13"/>
                    <a:pt x="497" y="17"/>
                    <a:pt x="493" y="19"/>
                  </a:cubicBezTo>
                  <a:cubicBezTo>
                    <a:pt x="489" y="22"/>
                    <a:pt x="484" y="22"/>
                    <a:pt x="480" y="22"/>
                  </a:cubicBezTo>
                  <a:cubicBezTo>
                    <a:pt x="478" y="22"/>
                    <a:pt x="476" y="22"/>
                    <a:pt x="475" y="21"/>
                  </a:cubicBezTo>
                  <a:cubicBezTo>
                    <a:pt x="475" y="21"/>
                    <a:pt x="474" y="21"/>
                    <a:pt x="474" y="20"/>
                  </a:cubicBezTo>
                  <a:cubicBezTo>
                    <a:pt x="474" y="18"/>
                    <a:pt x="476" y="15"/>
                    <a:pt x="480" y="12"/>
                  </a:cubicBezTo>
                  <a:moveTo>
                    <a:pt x="441" y="12"/>
                  </a:moveTo>
                  <a:cubicBezTo>
                    <a:pt x="441" y="12"/>
                    <a:pt x="441" y="12"/>
                    <a:pt x="441" y="12"/>
                  </a:cubicBezTo>
                  <a:cubicBezTo>
                    <a:pt x="446" y="9"/>
                    <a:pt x="452" y="7"/>
                    <a:pt x="456" y="7"/>
                  </a:cubicBezTo>
                  <a:cubicBezTo>
                    <a:pt x="458" y="7"/>
                    <a:pt x="459" y="7"/>
                    <a:pt x="459" y="8"/>
                  </a:cubicBezTo>
                  <a:cubicBezTo>
                    <a:pt x="460" y="8"/>
                    <a:pt x="460" y="8"/>
                    <a:pt x="460" y="9"/>
                  </a:cubicBezTo>
                  <a:cubicBezTo>
                    <a:pt x="460" y="11"/>
                    <a:pt x="458" y="15"/>
                    <a:pt x="455" y="18"/>
                  </a:cubicBezTo>
                  <a:cubicBezTo>
                    <a:pt x="450" y="21"/>
                    <a:pt x="444" y="22"/>
                    <a:pt x="440" y="22"/>
                  </a:cubicBezTo>
                  <a:cubicBezTo>
                    <a:pt x="439" y="22"/>
                    <a:pt x="437" y="22"/>
                    <a:pt x="437" y="22"/>
                  </a:cubicBezTo>
                  <a:cubicBezTo>
                    <a:pt x="436" y="21"/>
                    <a:pt x="436" y="21"/>
                    <a:pt x="436" y="20"/>
                  </a:cubicBezTo>
                  <a:cubicBezTo>
                    <a:pt x="436" y="18"/>
                    <a:pt x="438" y="15"/>
                    <a:pt x="441" y="12"/>
                  </a:cubicBezTo>
                  <a:moveTo>
                    <a:pt x="405" y="15"/>
                  </a:moveTo>
                  <a:cubicBezTo>
                    <a:pt x="405" y="15"/>
                    <a:pt x="405" y="15"/>
                    <a:pt x="405" y="15"/>
                  </a:cubicBezTo>
                  <a:cubicBezTo>
                    <a:pt x="409" y="11"/>
                    <a:pt x="416" y="9"/>
                    <a:pt x="420" y="9"/>
                  </a:cubicBezTo>
                  <a:cubicBezTo>
                    <a:pt x="421" y="9"/>
                    <a:pt x="422" y="9"/>
                    <a:pt x="422" y="9"/>
                  </a:cubicBezTo>
                  <a:cubicBezTo>
                    <a:pt x="423" y="10"/>
                    <a:pt x="423" y="10"/>
                    <a:pt x="423" y="12"/>
                  </a:cubicBezTo>
                  <a:cubicBezTo>
                    <a:pt x="423" y="14"/>
                    <a:pt x="422" y="17"/>
                    <a:pt x="419" y="20"/>
                  </a:cubicBezTo>
                  <a:cubicBezTo>
                    <a:pt x="414" y="24"/>
                    <a:pt x="406" y="26"/>
                    <a:pt x="403" y="26"/>
                  </a:cubicBezTo>
                  <a:cubicBezTo>
                    <a:pt x="402" y="26"/>
                    <a:pt x="401" y="26"/>
                    <a:pt x="401" y="26"/>
                  </a:cubicBezTo>
                  <a:cubicBezTo>
                    <a:pt x="401" y="26"/>
                    <a:pt x="400" y="25"/>
                    <a:pt x="400" y="23"/>
                  </a:cubicBezTo>
                  <a:cubicBezTo>
                    <a:pt x="400" y="21"/>
                    <a:pt x="401" y="18"/>
                    <a:pt x="405" y="15"/>
                  </a:cubicBezTo>
                  <a:moveTo>
                    <a:pt x="366" y="23"/>
                  </a:moveTo>
                  <a:cubicBezTo>
                    <a:pt x="371" y="18"/>
                    <a:pt x="379" y="15"/>
                    <a:pt x="382" y="15"/>
                  </a:cubicBezTo>
                  <a:cubicBezTo>
                    <a:pt x="383" y="15"/>
                    <a:pt x="383" y="15"/>
                    <a:pt x="383" y="15"/>
                  </a:cubicBezTo>
                  <a:cubicBezTo>
                    <a:pt x="384" y="15"/>
                    <a:pt x="384" y="15"/>
                    <a:pt x="384" y="16"/>
                  </a:cubicBezTo>
                  <a:cubicBezTo>
                    <a:pt x="384" y="16"/>
                    <a:pt x="384" y="17"/>
                    <a:pt x="384" y="18"/>
                  </a:cubicBezTo>
                  <a:cubicBezTo>
                    <a:pt x="384" y="20"/>
                    <a:pt x="383" y="23"/>
                    <a:pt x="381" y="26"/>
                  </a:cubicBezTo>
                  <a:cubicBezTo>
                    <a:pt x="376" y="31"/>
                    <a:pt x="368" y="34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3" y="33"/>
                    <a:pt x="363" y="33"/>
                  </a:cubicBezTo>
                  <a:cubicBezTo>
                    <a:pt x="363" y="33"/>
                    <a:pt x="363" y="32"/>
                    <a:pt x="363" y="31"/>
                  </a:cubicBezTo>
                  <a:cubicBezTo>
                    <a:pt x="363" y="29"/>
                    <a:pt x="364" y="26"/>
                    <a:pt x="366" y="23"/>
                  </a:cubicBezTo>
                  <a:moveTo>
                    <a:pt x="329" y="35"/>
                  </a:moveTo>
                  <a:cubicBezTo>
                    <a:pt x="331" y="32"/>
                    <a:pt x="334" y="29"/>
                    <a:pt x="337" y="27"/>
                  </a:cubicBezTo>
                  <a:cubicBezTo>
                    <a:pt x="340" y="26"/>
                    <a:pt x="343" y="25"/>
                    <a:pt x="345" y="25"/>
                  </a:cubicBezTo>
                  <a:cubicBezTo>
                    <a:pt x="345" y="25"/>
                    <a:pt x="345" y="25"/>
                    <a:pt x="345" y="25"/>
                  </a:cubicBezTo>
                  <a:cubicBezTo>
                    <a:pt x="345" y="25"/>
                    <a:pt x="345" y="25"/>
                    <a:pt x="346" y="26"/>
                  </a:cubicBezTo>
                  <a:cubicBezTo>
                    <a:pt x="346" y="26"/>
                    <a:pt x="346" y="27"/>
                    <a:pt x="346" y="28"/>
                  </a:cubicBezTo>
                  <a:cubicBezTo>
                    <a:pt x="346" y="30"/>
                    <a:pt x="345" y="33"/>
                    <a:pt x="343" y="36"/>
                  </a:cubicBezTo>
                  <a:cubicBezTo>
                    <a:pt x="341" y="39"/>
                    <a:pt x="338" y="41"/>
                    <a:pt x="335" y="43"/>
                  </a:cubicBezTo>
                  <a:cubicBezTo>
                    <a:pt x="332" y="44"/>
                    <a:pt x="329" y="45"/>
                    <a:pt x="328" y="45"/>
                  </a:cubicBezTo>
                  <a:cubicBezTo>
                    <a:pt x="328" y="45"/>
                    <a:pt x="328" y="45"/>
                    <a:pt x="328" y="45"/>
                  </a:cubicBezTo>
                  <a:cubicBezTo>
                    <a:pt x="328" y="45"/>
                    <a:pt x="328" y="45"/>
                    <a:pt x="328" y="45"/>
                  </a:cubicBezTo>
                  <a:cubicBezTo>
                    <a:pt x="327" y="45"/>
                    <a:pt x="327" y="45"/>
                    <a:pt x="327" y="45"/>
                  </a:cubicBezTo>
                  <a:cubicBezTo>
                    <a:pt x="327" y="45"/>
                    <a:pt x="327" y="45"/>
                    <a:pt x="327" y="44"/>
                  </a:cubicBezTo>
                  <a:cubicBezTo>
                    <a:pt x="326" y="44"/>
                    <a:pt x="326" y="43"/>
                    <a:pt x="326" y="42"/>
                  </a:cubicBezTo>
                  <a:cubicBezTo>
                    <a:pt x="326" y="40"/>
                    <a:pt x="327" y="37"/>
                    <a:pt x="329" y="35"/>
                  </a:cubicBezTo>
                  <a:moveTo>
                    <a:pt x="295" y="49"/>
                  </a:moveTo>
                  <a:cubicBezTo>
                    <a:pt x="297" y="46"/>
                    <a:pt x="300" y="43"/>
                    <a:pt x="303" y="41"/>
                  </a:cubicBezTo>
                  <a:cubicBezTo>
                    <a:pt x="306" y="39"/>
                    <a:pt x="309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1" y="38"/>
                    <a:pt x="311" y="39"/>
                  </a:cubicBezTo>
                  <a:cubicBezTo>
                    <a:pt x="312" y="39"/>
                    <a:pt x="312" y="40"/>
                    <a:pt x="312" y="42"/>
                  </a:cubicBezTo>
                  <a:cubicBezTo>
                    <a:pt x="312" y="44"/>
                    <a:pt x="311" y="46"/>
                    <a:pt x="310" y="49"/>
                  </a:cubicBezTo>
                  <a:cubicBezTo>
                    <a:pt x="308" y="52"/>
                    <a:pt x="305" y="55"/>
                    <a:pt x="302" y="57"/>
                  </a:cubicBezTo>
                  <a:cubicBezTo>
                    <a:pt x="299" y="59"/>
                    <a:pt x="296" y="60"/>
                    <a:pt x="295" y="60"/>
                  </a:cubicBezTo>
                  <a:cubicBezTo>
                    <a:pt x="295" y="60"/>
                    <a:pt x="295" y="60"/>
                    <a:pt x="295" y="60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3" y="58"/>
                    <a:pt x="293" y="57"/>
                    <a:pt x="293" y="55"/>
                  </a:cubicBezTo>
                  <a:cubicBezTo>
                    <a:pt x="293" y="54"/>
                    <a:pt x="294" y="51"/>
                    <a:pt x="295" y="49"/>
                  </a:cubicBezTo>
                  <a:moveTo>
                    <a:pt x="261" y="67"/>
                  </a:moveTo>
                  <a:cubicBezTo>
                    <a:pt x="261" y="67"/>
                    <a:pt x="261" y="67"/>
                    <a:pt x="261" y="67"/>
                  </a:cubicBezTo>
                  <a:cubicBezTo>
                    <a:pt x="262" y="64"/>
                    <a:pt x="265" y="61"/>
                    <a:pt x="268" y="58"/>
                  </a:cubicBezTo>
                  <a:cubicBezTo>
                    <a:pt x="270" y="56"/>
                    <a:pt x="274" y="55"/>
                    <a:pt x="275" y="55"/>
                  </a:cubicBezTo>
                  <a:cubicBezTo>
                    <a:pt x="275" y="55"/>
                    <a:pt x="275" y="55"/>
                    <a:pt x="276" y="56"/>
                  </a:cubicBezTo>
                  <a:cubicBezTo>
                    <a:pt x="276" y="57"/>
                    <a:pt x="277" y="58"/>
                    <a:pt x="277" y="60"/>
                  </a:cubicBezTo>
                  <a:cubicBezTo>
                    <a:pt x="277" y="61"/>
                    <a:pt x="276" y="64"/>
                    <a:pt x="275" y="66"/>
                  </a:cubicBezTo>
                  <a:cubicBezTo>
                    <a:pt x="273" y="69"/>
                    <a:pt x="271" y="72"/>
                    <a:pt x="268" y="74"/>
                  </a:cubicBezTo>
                  <a:cubicBezTo>
                    <a:pt x="265" y="77"/>
                    <a:pt x="262" y="78"/>
                    <a:pt x="261" y="78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0" y="77"/>
                  </a:cubicBezTo>
                  <a:cubicBezTo>
                    <a:pt x="260" y="76"/>
                    <a:pt x="259" y="75"/>
                    <a:pt x="259" y="73"/>
                  </a:cubicBezTo>
                  <a:cubicBezTo>
                    <a:pt x="259" y="71"/>
                    <a:pt x="260" y="69"/>
                    <a:pt x="261" y="67"/>
                  </a:cubicBezTo>
                  <a:moveTo>
                    <a:pt x="228" y="89"/>
                  </a:moveTo>
                  <a:cubicBezTo>
                    <a:pt x="229" y="85"/>
                    <a:pt x="232" y="82"/>
                    <a:pt x="234" y="79"/>
                  </a:cubicBezTo>
                  <a:cubicBezTo>
                    <a:pt x="237" y="77"/>
                    <a:pt x="240" y="75"/>
                    <a:pt x="241" y="75"/>
                  </a:cubicBezTo>
                  <a:cubicBezTo>
                    <a:pt x="241" y="75"/>
                    <a:pt x="241" y="75"/>
                    <a:pt x="241" y="75"/>
                  </a:cubicBezTo>
                  <a:cubicBezTo>
                    <a:pt x="241" y="75"/>
                    <a:pt x="242" y="75"/>
                    <a:pt x="242" y="76"/>
                  </a:cubicBezTo>
                  <a:cubicBezTo>
                    <a:pt x="243" y="77"/>
                    <a:pt x="243" y="79"/>
                    <a:pt x="243" y="81"/>
                  </a:cubicBezTo>
                  <a:cubicBezTo>
                    <a:pt x="243" y="82"/>
                    <a:pt x="243" y="84"/>
                    <a:pt x="242" y="86"/>
                  </a:cubicBezTo>
                  <a:cubicBezTo>
                    <a:pt x="241" y="90"/>
                    <a:pt x="239" y="93"/>
                    <a:pt x="236" y="95"/>
                  </a:cubicBezTo>
                  <a:cubicBezTo>
                    <a:pt x="234" y="98"/>
                    <a:pt x="231" y="99"/>
                    <a:pt x="230" y="99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29" y="99"/>
                    <a:pt x="229" y="99"/>
                    <a:pt x="228" y="98"/>
                  </a:cubicBezTo>
                  <a:cubicBezTo>
                    <a:pt x="228" y="97"/>
                    <a:pt x="227" y="96"/>
                    <a:pt x="227" y="94"/>
                  </a:cubicBezTo>
                  <a:cubicBezTo>
                    <a:pt x="227" y="92"/>
                    <a:pt x="227" y="90"/>
                    <a:pt x="228" y="89"/>
                  </a:cubicBezTo>
                  <a:moveTo>
                    <a:pt x="199" y="112"/>
                  </a:moveTo>
                  <a:cubicBezTo>
                    <a:pt x="199" y="112"/>
                    <a:pt x="199" y="112"/>
                    <a:pt x="199" y="112"/>
                  </a:cubicBezTo>
                  <a:cubicBezTo>
                    <a:pt x="200" y="108"/>
                    <a:pt x="202" y="104"/>
                    <a:pt x="205" y="102"/>
                  </a:cubicBezTo>
                  <a:cubicBezTo>
                    <a:pt x="207" y="99"/>
                    <a:pt x="210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2" y="97"/>
                    <a:pt x="213" y="98"/>
                  </a:cubicBezTo>
                  <a:cubicBezTo>
                    <a:pt x="213" y="99"/>
                    <a:pt x="214" y="101"/>
                    <a:pt x="214" y="103"/>
                  </a:cubicBezTo>
                  <a:cubicBezTo>
                    <a:pt x="214" y="105"/>
                    <a:pt x="214" y="106"/>
                    <a:pt x="213" y="108"/>
                  </a:cubicBezTo>
                  <a:cubicBezTo>
                    <a:pt x="212" y="111"/>
                    <a:pt x="210" y="115"/>
                    <a:pt x="208" y="117"/>
                  </a:cubicBezTo>
                  <a:cubicBezTo>
                    <a:pt x="206" y="120"/>
                    <a:pt x="203" y="122"/>
                    <a:pt x="202" y="122"/>
                  </a:cubicBezTo>
                  <a:cubicBezTo>
                    <a:pt x="202" y="122"/>
                    <a:pt x="202" y="122"/>
                    <a:pt x="202" y="122"/>
                  </a:cubicBezTo>
                  <a:cubicBezTo>
                    <a:pt x="201" y="122"/>
                    <a:pt x="201" y="122"/>
                    <a:pt x="200" y="121"/>
                  </a:cubicBezTo>
                  <a:cubicBezTo>
                    <a:pt x="199" y="120"/>
                    <a:pt x="199" y="118"/>
                    <a:pt x="199" y="116"/>
                  </a:cubicBezTo>
                  <a:cubicBezTo>
                    <a:pt x="199" y="114"/>
                    <a:pt x="199" y="113"/>
                    <a:pt x="199" y="112"/>
                  </a:cubicBezTo>
                  <a:moveTo>
                    <a:pt x="171" y="138"/>
                  </a:moveTo>
                  <a:cubicBezTo>
                    <a:pt x="171" y="138"/>
                    <a:pt x="171" y="138"/>
                    <a:pt x="171" y="138"/>
                  </a:cubicBezTo>
                  <a:cubicBezTo>
                    <a:pt x="171" y="135"/>
                    <a:pt x="173" y="131"/>
                    <a:pt x="175" y="128"/>
                  </a:cubicBezTo>
                  <a:cubicBezTo>
                    <a:pt x="178" y="125"/>
                    <a:pt x="180" y="123"/>
                    <a:pt x="181" y="123"/>
                  </a:cubicBezTo>
                  <a:cubicBezTo>
                    <a:pt x="181" y="123"/>
                    <a:pt x="181" y="123"/>
                    <a:pt x="182" y="123"/>
                  </a:cubicBezTo>
                  <a:cubicBezTo>
                    <a:pt x="182" y="123"/>
                    <a:pt x="183" y="123"/>
                    <a:pt x="184" y="124"/>
                  </a:cubicBezTo>
                  <a:cubicBezTo>
                    <a:pt x="184" y="126"/>
                    <a:pt x="185" y="128"/>
                    <a:pt x="185" y="130"/>
                  </a:cubicBezTo>
                  <a:cubicBezTo>
                    <a:pt x="185" y="131"/>
                    <a:pt x="185" y="132"/>
                    <a:pt x="185" y="133"/>
                  </a:cubicBezTo>
                  <a:cubicBezTo>
                    <a:pt x="184" y="137"/>
                    <a:pt x="182" y="140"/>
                    <a:pt x="180" y="143"/>
                  </a:cubicBezTo>
                  <a:cubicBezTo>
                    <a:pt x="178" y="146"/>
                    <a:pt x="175" y="148"/>
                    <a:pt x="174" y="149"/>
                  </a:cubicBezTo>
                  <a:cubicBezTo>
                    <a:pt x="174" y="149"/>
                    <a:pt x="174" y="149"/>
                    <a:pt x="174" y="149"/>
                  </a:cubicBezTo>
                  <a:cubicBezTo>
                    <a:pt x="174" y="149"/>
                    <a:pt x="173" y="148"/>
                    <a:pt x="172" y="147"/>
                  </a:cubicBezTo>
                  <a:cubicBezTo>
                    <a:pt x="171" y="146"/>
                    <a:pt x="171" y="143"/>
                    <a:pt x="171" y="141"/>
                  </a:cubicBezTo>
                  <a:cubicBezTo>
                    <a:pt x="171" y="140"/>
                    <a:pt x="171" y="139"/>
                    <a:pt x="171" y="138"/>
                  </a:cubicBezTo>
                  <a:moveTo>
                    <a:pt x="145" y="167"/>
                  </a:moveTo>
                  <a:cubicBezTo>
                    <a:pt x="145" y="167"/>
                    <a:pt x="145" y="167"/>
                    <a:pt x="145" y="167"/>
                  </a:cubicBezTo>
                  <a:cubicBezTo>
                    <a:pt x="145" y="163"/>
                    <a:pt x="147" y="160"/>
                    <a:pt x="149" y="157"/>
                  </a:cubicBezTo>
                  <a:cubicBezTo>
                    <a:pt x="150" y="153"/>
                    <a:pt x="153" y="151"/>
                    <a:pt x="154" y="151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54" y="151"/>
                    <a:pt x="156" y="151"/>
                    <a:pt x="156" y="153"/>
                  </a:cubicBezTo>
                  <a:cubicBezTo>
                    <a:pt x="157" y="154"/>
                    <a:pt x="158" y="157"/>
                    <a:pt x="158" y="160"/>
                  </a:cubicBezTo>
                  <a:cubicBezTo>
                    <a:pt x="158" y="160"/>
                    <a:pt x="158" y="161"/>
                    <a:pt x="158" y="161"/>
                  </a:cubicBezTo>
                  <a:cubicBezTo>
                    <a:pt x="158" y="165"/>
                    <a:pt x="156" y="169"/>
                    <a:pt x="154" y="172"/>
                  </a:cubicBezTo>
                  <a:cubicBezTo>
                    <a:pt x="152" y="174"/>
                    <a:pt x="150" y="177"/>
                    <a:pt x="149" y="177"/>
                  </a:cubicBezTo>
                  <a:cubicBezTo>
                    <a:pt x="149" y="177"/>
                    <a:pt x="149" y="177"/>
                    <a:pt x="148" y="177"/>
                  </a:cubicBezTo>
                  <a:cubicBezTo>
                    <a:pt x="148" y="177"/>
                    <a:pt x="147" y="177"/>
                    <a:pt x="146" y="175"/>
                  </a:cubicBezTo>
                  <a:cubicBezTo>
                    <a:pt x="145" y="174"/>
                    <a:pt x="145" y="171"/>
                    <a:pt x="145" y="169"/>
                  </a:cubicBezTo>
                  <a:cubicBezTo>
                    <a:pt x="145" y="168"/>
                    <a:pt x="145" y="168"/>
                    <a:pt x="145" y="167"/>
                  </a:cubicBezTo>
                  <a:moveTo>
                    <a:pt x="122" y="196"/>
                  </a:moveTo>
                  <a:cubicBezTo>
                    <a:pt x="122" y="192"/>
                    <a:pt x="123" y="188"/>
                    <a:pt x="125" y="185"/>
                  </a:cubicBezTo>
                  <a:cubicBezTo>
                    <a:pt x="127" y="182"/>
                    <a:pt x="129" y="180"/>
                    <a:pt x="130" y="179"/>
                  </a:cubicBezTo>
                  <a:cubicBezTo>
                    <a:pt x="130" y="179"/>
                    <a:pt x="130" y="179"/>
                    <a:pt x="130" y="179"/>
                  </a:cubicBezTo>
                  <a:cubicBezTo>
                    <a:pt x="130" y="179"/>
                    <a:pt x="130" y="179"/>
                    <a:pt x="131" y="179"/>
                  </a:cubicBezTo>
                  <a:cubicBezTo>
                    <a:pt x="131" y="179"/>
                    <a:pt x="132" y="180"/>
                    <a:pt x="133" y="181"/>
                  </a:cubicBezTo>
                  <a:cubicBezTo>
                    <a:pt x="134" y="183"/>
                    <a:pt x="135" y="185"/>
                    <a:pt x="135" y="188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5" y="193"/>
                    <a:pt x="133" y="197"/>
                    <a:pt x="132" y="200"/>
                  </a:cubicBezTo>
                  <a:cubicBezTo>
                    <a:pt x="130" y="203"/>
                    <a:pt x="128" y="205"/>
                    <a:pt x="127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6" y="206"/>
                    <a:pt x="125" y="205"/>
                    <a:pt x="124" y="204"/>
                  </a:cubicBezTo>
                  <a:cubicBezTo>
                    <a:pt x="123" y="202"/>
                    <a:pt x="122" y="199"/>
                    <a:pt x="122" y="196"/>
                  </a:cubicBezTo>
                  <a:cubicBezTo>
                    <a:pt x="122" y="196"/>
                    <a:pt x="122" y="196"/>
                    <a:pt x="122" y="196"/>
                  </a:cubicBezTo>
                  <a:moveTo>
                    <a:pt x="103" y="217"/>
                  </a:moveTo>
                  <a:cubicBezTo>
                    <a:pt x="104" y="214"/>
                    <a:pt x="106" y="212"/>
                    <a:pt x="107" y="211"/>
                  </a:cubicBezTo>
                  <a:cubicBezTo>
                    <a:pt x="107" y="211"/>
                    <a:pt x="107" y="211"/>
                    <a:pt x="108" y="211"/>
                  </a:cubicBezTo>
                  <a:cubicBezTo>
                    <a:pt x="108" y="211"/>
                    <a:pt x="109" y="212"/>
                    <a:pt x="111" y="213"/>
                  </a:cubicBezTo>
                  <a:cubicBezTo>
                    <a:pt x="112" y="215"/>
                    <a:pt x="113" y="217"/>
                    <a:pt x="113" y="221"/>
                  </a:cubicBezTo>
                  <a:cubicBezTo>
                    <a:pt x="113" y="221"/>
                    <a:pt x="113" y="221"/>
                    <a:pt x="113" y="222"/>
                  </a:cubicBezTo>
                  <a:cubicBezTo>
                    <a:pt x="113" y="225"/>
                    <a:pt x="112" y="229"/>
                    <a:pt x="110" y="232"/>
                  </a:cubicBezTo>
                  <a:cubicBezTo>
                    <a:pt x="109" y="235"/>
                    <a:pt x="107" y="237"/>
                    <a:pt x="106" y="238"/>
                  </a:cubicBezTo>
                  <a:cubicBezTo>
                    <a:pt x="106" y="238"/>
                    <a:pt x="106" y="238"/>
                    <a:pt x="106" y="238"/>
                  </a:cubicBezTo>
                  <a:cubicBezTo>
                    <a:pt x="105" y="238"/>
                    <a:pt x="104" y="237"/>
                    <a:pt x="103" y="236"/>
                  </a:cubicBezTo>
                  <a:cubicBezTo>
                    <a:pt x="102" y="234"/>
                    <a:pt x="101" y="232"/>
                    <a:pt x="100" y="229"/>
                  </a:cubicBezTo>
                  <a:cubicBezTo>
                    <a:pt x="100" y="228"/>
                    <a:pt x="100" y="228"/>
                    <a:pt x="100" y="227"/>
                  </a:cubicBezTo>
                  <a:cubicBezTo>
                    <a:pt x="101" y="224"/>
                    <a:pt x="102" y="220"/>
                    <a:pt x="103" y="217"/>
                  </a:cubicBezTo>
                  <a:moveTo>
                    <a:pt x="83" y="250"/>
                  </a:moveTo>
                  <a:cubicBezTo>
                    <a:pt x="84" y="247"/>
                    <a:pt x="86" y="245"/>
                    <a:pt x="87" y="245"/>
                  </a:cubicBezTo>
                  <a:cubicBezTo>
                    <a:pt x="87" y="245"/>
                    <a:pt x="87" y="245"/>
                    <a:pt x="87" y="245"/>
                  </a:cubicBezTo>
                  <a:cubicBezTo>
                    <a:pt x="87" y="245"/>
                    <a:pt x="87" y="245"/>
                    <a:pt x="87" y="245"/>
                  </a:cubicBezTo>
                  <a:cubicBezTo>
                    <a:pt x="88" y="244"/>
                    <a:pt x="89" y="245"/>
                    <a:pt x="90" y="247"/>
                  </a:cubicBezTo>
                  <a:cubicBezTo>
                    <a:pt x="91" y="248"/>
                    <a:pt x="92" y="251"/>
                    <a:pt x="93" y="254"/>
                  </a:cubicBezTo>
                  <a:cubicBezTo>
                    <a:pt x="93" y="255"/>
                    <a:pt x="93" y="255"/>
                    <a:pt x="93" y="256"/>
                  </a:cubicBezTo>
                  <a:cubicBezTo>
                    <a:pt x="93" y="260"/>
                    <a:pt x="92" y="263"/>
                    <a:pt x="91" y="266"/>
                  </a:cubicBezTo>
                  <a:cubicBezTo>
                    <a:pt x="90" y="269"/>
                    <a:pt x="88" y="271"/>
                    <a:pt x="87" y="271"/>
                  </a:cubicBezTo>
                  <a:cubicBezTo>
                    <a:pt x="87" y="271"/>
                    <a:pt x="87" y="271"/>
                    <a:pt x="87" y="271"/>
                  </a:cubicBezTo>
                  <a:cubicBezTo>
                    <a:pt x="86" y="271"/>
                    <a:pt x="85" y="271"/>
                    <a:pt x="84" y="269"/>
                  </a:cubicBezTo>
                  <a:cubicBezTo>
                    <a:pt x="83" y="268"/>
                    <a:pt x="82" y="266"/>
                    <a:pt x="81" y="263"/>
                  </a:cubicBezTo>
                  <a:cubicBezTo>
                    <a:pt x="81" y="262"/>
                    <a:pt x="81" y="261"/>
                    <a:pt x="81" y="260"/>
                  </a:cubicBezTo>
                  <a:cubicBezTo>
                    <a:pt x="81" y="256"/>
                    <a:pt x="82" y="253"/>
                    <a:pt x="83" y="250"/>
                  </a:cubicBezTo>
                  <a:moveTo>
                    <a:pt x="67" y="282"/>
                  </a:moveTo>
                  <a:cubicBezTo>
                    <a:pt x="68" y="280"/>
                    <a:pt x="69" y="278"/>
                    <a:pt x="70" y="277"/>
                  </a:cubicBezTo>
                  <a:cubicBezTo>
                    <a:pt x="70" y="277"/>
                    <a:pt x="70" y="277"/>
                    <a:pt x="70" y="277"/>
                  </a:cubicBezTo>
                  <a:cubicBezTo>
                    <a:pt x="71" y="277"/>
                    <a:pt x="72" y="278"/>
                    <a:pt x="73" y="279"/>
                  </a:cubicBezTo>
                  <a:cubicBezTo>
                    <a:pt x="75" y="281"/>
                    <a:pt x="76" y="283"/>
                    <a:pt x="76" y="286"/>
                  </a:cubicBezTo>
                  <a:cubicBezTo>
                    <a:pt x="77" y="287"/>
                    <a:pt x="77" y="288"/>
                    <a:pt x="77" y="290"/>
                  </a:cubicBezTo>
                  <a:cubicBezTo>
                    <a:pt x="77" y="293"/>
                    <a:pt x="76" y="296"/>
                    <a:pt x="75" y="299"/>
                  </a:cubicBezTo>
                  <a:cubicBezTo>
                    <a:pt x="74" y="301"/>
                    <a:pt x="73" y="303"/>
                    <a:pt x="72" y="304"/>
                  </a:cubicBezTo>
                  <a:cubicBezTo>
                    <a:pt x="72" y="304"/>
                    <a:pt x="72" y="304"/>
                    <a:pt x="71" y="304"/>
                  </a:cubicBezTo>
                  <a:cubicBezTo>
                    <a:pt x="70" y="304"/>
                    <a:pt x="66" y="301"/>
                    <a:pt x="65" y="296"/>
                  </a:cubicBezTo>
                  <a:cubicBezTo>
                    <a:pt x="65" y="294"/>
                    <a:pt x="65" y="293"/>
                    <a:pt x="65" y="291"/>
                  </a:cubicBezTo>
                  <a:cubicBezTo>
                    <a:pt x="65" y="288"/>
                    <a:pt x="66" y="285"/>
                    <a:pt x="67" y="282"/>
                  </a:cubicBezTo>
                  <a:moveTo>
                    <a:pt x="51" y="318"/>
                  </a:moveTo>
                  <a:cubicBezTo>
                    <a:pt x="52" y="315"/>
                    <a:pt x="53" y="314"/>
                    <a:pt x="54" y="313"/>
                  </a:cubicBezTo>
                  <a:cubicBezTo>
                    <a:pt x="54" y="313"/>
                    <a:pt x="54" y="313"/>
                    <a:pt x="54" y="313"/>
                  </a:cubicBezTo>
                  <a:cubicBezTo>
                    <a:pt x="56" y="313"/>
                    <a:pt x="60" y="316"/>
                    <a:pt x="61" y="321"/>
                  </a:cubicBezTo>
                  <a:cubicBezTo>
                    <a:pt x="61" y="323"/>
                    <a:pt x="62" y="325"/>
                    <a:pt x="62" y="327"/>
                  </a:cubicBezTo>
                  <a:cubicBezTo>
                    <a:pt x="62" y="333"/>
                    <a:pt x="59" y="338"/>
                    <a:pt x="58" y="339"/>
                  </a:cubicBezTo>
                  <a:cubicBezTo>
                    <a:pt x="58" y="340"/>
                    <a:pt x="58" y="340"/>
                    <a:pt x="57" y="340"/>
                  </a:cubicBezTo>
                  <a:cubicBezTo>
                    <a:pt x="56" y="340"/>
                    <a:pt x="52" y="337"/>
                    <a:pt x="51" y="332"/>
                  </a:cubicBezTo>
                  <a:cubicBezTo>
                    <a:pt x="50" y="330"/>
                    <a:pt x="50" y="328"/>
                    <a:pt x="50" y="325"/>
                  </a:cubicBezTo>
                  <a:cubicBezTo>
                    <a:pt x="50" y="323"/>
                    <a:pt x="51" y="320"/>
                    <a:pt x="51" y="318"/>
                  </a:cubicBezTo>
                  <a:moveTo>
                    <a:pt x="40" y="350"/>
                  </a:moveTo>
                  <a:cubicBezTo>
                    <a:pt x="40" y="350"/>
                    <a:pt x="41" y="350"/>
                    <a:pt x="41" y="350"/>
                  </a:cubicBezTo>
                  <a:cubicBezTo>
                    <a:pt x="43" y="350"/>
                    <a:pt x="47" y="352"/>
                    <a:pt x="48" y="358"/>
                  </a:cubicBezTo>
                  <a:cubicBezTo>
                    <a:pt x="49" y="360"/>
                    <a:pt x="49" y="362"/>
                    <a:pt x="49" y="365"/>
                  </a:cubicBezTo>
                  <a:cubicBezTo>
                    <a:pt x="49" y="370"/>
                    <a:pt x="47" y="375"/>
                    <a:pt x="46" y="376"/>
                  </a:cubicBezTo>
                  <a:cubicBezTo>
                    <a:pt x="46" y="376"/>
                    <a:pt x="46" y="376"/>
                    <a:pt x="45" y="376"/>
                  </a:cubicBezTo>
                  <a:cubicBezTo>
                    <a:pt x="44" y="376"/>
                    <a:pt x="40" y="374"/>
                    <a:pt x="38" y="369"/>
                  </a:cubicBezTo>
                  <a:cubicBezTo>
                    <a:pt x="38" y="366"/>
                    <a:pt x="37" y="364"/>
                    <a:pt x="37" y="361"/>
                  </a:cubicBezTo>
                  <a:cubicBezTo>
                    <a:pt x="37" y="356"/>
                    <a:pt x="39" y="351"/>
                    <a:pt x="40" y="350"/>
                  </a:cubicBezTo>
                  <a:moveTo>
                    <a:pt x="30" y="386"/>
                  </a:moveTo>
                  <a:cubicBezTo>
                    <a:pt x="30" y="386"/>
                    <a:pt x="30" y="386"/>
                    <a:pt x="30" y="386"/>
                  </a:cubicBezTo>
                  <a:cubicBezTo>
                    <a:pt x="30" y="385"/>
                    <a:pt x="30" y="385"/>
                    <a:pt x="31" y="385"/>
                  </a:cubicBezTo>
                  <a:cubicBezTo>
                    <a:pt x="32" y="385"/>
                    <a:pt x="36" y="387"/>
                    <a:pt x="38" y="393"/>
                  </a:cubicBezTo>
                  <a:cubicBezTo>
                    <a:pt x="39" y="395"/>
                    <a:pt x="40" y="399"/>
                    <a:pt x="40" y="402"/>
                  </a:cubicBezTo>
                  <a:cubicBezTo>
                    <a:pt x="39" y="406"/>
                    <a:pt x="38" y="410"/>
                    <a:pt x="37" y="411"/>
                  </a:cubicBezTo>
                  <a:cubicBezTo>
                    <a:pt x="37" y="411"/>
                    <a:pt x="37" y="411"/>
                    <a:pt x="36" y="411"/>
                  </a:cubicBezTo>
                  <a:cubicBezTo>
                    <a:pt x="35" y="411"/>
                    <a:pt x="31" y="409"/>
                    <a:pt x="29" y="404"/>
                  </a:cubicBezTo>
                  <a:cubicBezTo>
                    <a:pt x="28" y="401"/>
                    <a:pt x="27" y="398"/>
                    <a:pt x="28" y="394"/>
                  </a:cubicBezTo>
                  <a:cubicBezTo>
                    <a:pt x="28" y="390"/>
                    <a:pt x="29" y="386"/>
                    <a:pt x="30" y="386"/>
                  </a:cubicBezTo>
                  <a:moveTo>
                    <a:pt x="21" y="424"/>
                  </a:moveTo>
                  <a:cubicBezTo>
                    <a:pt x="21" y="423"/>
                    <a:pt x="21" y="423"/>
                    <a:pt x="22" y="423"/>
                  </a:cubicBezTo>
                  <a:cubicBezTo>
                    <a:pt x="24" y="423"/>
                    <a:pt x="28" y="425"/>
                    <a:pt x="30" y="430"/>
                  </a:cubicBezTo>
                  <a:cubicBezTo>
                    <a:pt x="31" y="433"/>
                    <a:pt x="32" y="437"/>
                    <a:pt x="32" y="441"/>
                  </a:cubicBezTo>
                  <a:cubicBezTo>
                    <a:pt x="32" y="444"/>
                    <a:pt x="31" y="448"/>
                    <a:pt x="30" y="449"/>
                  </a:cubicBezTo>
                  <a:cubicBezTo>
                    <a:pt x="30" y="449"/>
                    <a:pt x="30" y="449"/>
                    <a:pt x="29" y="449"/>
                  </a:cubicBezTo>
                  <a:cubicBezTo>
                    <a:pt x="27" y="449"/>
                    <a:pt x="24" y="447"/>
                    <a:pt x="21" y="442"/>
                  </a:cubicBezTo>
                  <a:cubicBezTo>
                    <a:pt x="20" y="439"/>
                    <a:pt x="19" y="435"/>
                    <a:pt x="19" y="431"/>
                  </a:cubicBezTo>
                  <a:cubicBezTo>
                    <a:pt x="19" y="428"/>
                    <a:pt x="20" y="424"/>
                    <a:pt x="21" y="424"/>
                  </a:cubicBezTo>
                  <a:moveTo>
                    <a:pt x="15" y="462"/>
                  </a:moveTo>
                  <a:cubicBezTo>
                    <a:pt x="15" y="462"/>
                    <a:pt x="15" y="462"/>
                    <a:pt x="15" y="462"/>
                  </a:cubicBezTo>
                  <a:cubicBezTo>
                    <a:pt x="15" y="462"/>
                    <a:pt x="15" y="462"/>
                    <a:pt x="16" y="462"/>
                  </a:cubicBezTo>
                  <a:cubicBezTo>
                    <a:pt x="18" y="462"/>
                    <a:pt x="21" y="464"/>
                    <a:pt x="24" y="468"/>
                  </a:cubicBezTo>
                  <a:cubicBezTo>
                    <a:pt x="26" y="472"/>
                    <a:pt x="26" y="477"/>
                    <a:pt x="26" y="481"/>
                  </a:cubicBezTo>
                  <a:cubicBezTo>
                    <a:pt x="26" y="484"/>
                    <a:pt x="26" y="486"/>
                    <a:pt x="25" y="487"/>
                  </a:cubicBezTo>
                  <a:cubicBezTo>
                    <a:pt x="25" y="487"/>
                    <a:pt x="25" y="487"/>
                    <a:pt x="24" y="487"/>
                  </a:cubicBezTo>
                  <a:cubicBezTo>
                    <a:pt x="22" y="487"/>
                    <a:pt x="19" y="485"/>
                    <a:pt x="16" y="481"/>
                  </a:cubicBezTo>
                  <a:cubicBezTo>
                    <a:pt x="14" y="477"/>
                    <a:pt x="13" y="472"/>
                    <a:pt x="13" y="468"/>
                  </a:cubicBezTo>
                  <a:cubicBezTo>
                    <a:pt x="13" y="465"/>
                    <a:pt x="14" y="463"/>
                    <a:pt x="15" y="462"/>
                  </a:cubicBezTo>
                  <a:moveTo>
                    <a:pt x="11" y="499"/>
                  </a:moveTo>
                  <a:cubicBezTo>
                    <a:pt x="11" y="499"/>
                    <a:pt x="11" y="499"/>
                    <a:pt x="11" y="499"/>
                  </a:cubicBezTo>
                  <a:cubicBezTo>
                    <a:pt x="11" y="499"/>
                    <a:pt x="11" y="498"/>
                    <a:pt x="12" y="498"/>
                  </a:cubicBezTo>
                  <a:cubicBezTo>
                    <a:pt x="14" y="498"/>
                    <a:pt x="18" y="500"/>
                    <a:pt x="20" y="505"/>
                  </a:cubicBezTo>
                  <a:cubicBezTo>
                    <a:pt x="23" y="508"/>
                    <a:pt x="24" y="514"/>
                    <a:pt x="24" y="518"/>
                  </a:cubicBezTo>
                  <a:cubicBezTo>
                    <a:pt x="23" y="520"/>
                    <a:pt x="23" y="522"/>
                    <a:pt x="23" y="523"/>
                  </a:cubicBezTo>
                  <a:cubicBezTo>
                    <a:pt x="22" y="523"/>
                    <a:pt x="22" y="523"/>
                    <a:pt x="21" y="523"/>
                  </a:cubicBezTo>
                  <a:cubicBezTo>
                    <a:pt x="19" y="523"/>
                    <a:pt x="16" y="522"/>
                    <a:pt x="13" y="517"/>
                  </a:cubicBezTo>
                  <a:cubicBezTo>
                    <a:pt x="11" y="513"/>
                    <a:pt x="10" y="508"/>
                    <a:pt x="10" y="504"/>
                  </a:cubicBezTo>
                  <a:cubicBezTo>
                    <a:pt x="10" y="501"/>
                    <a:pt x="10" y="500"/>
                    <a:pt x="11" y="499"/>
                  </a:cubicBezTo>
                  <a:moveTo>
                    <a:pt x="9" y="538"/>
                  </a:moveTo>
                  <a:cubicBezTo>
                    <a:pt x="9" y="538"/>
                    <a:pt x="9" y="537"/>
                    <a:pt x="11" y="537"/>
                  </a:cubicBezTo>
                  <a:cubicBezTo>
                    <a:pt x="13" y="537"/>
                    <a:pt x="16" y="539"/>
                    <a:pt x="19" y="543"/>
                  </a:cubicBezTo>
                  <a:cubicBezTo>
                    <a:pt x="22" y="547"/>
                    <a:pt x="23" y="554"/>
                    <a:pt x="23" y="558"/>
                  </a:cubicBezTo>
                  <a:cubicBezTo>
                    <a:pt x="23" y="559"/>
                    <a:pt x="22" y="561"/>
                    <a:pt x="22" y="561"/>
                  </a:cubicBezTo>
                  <a:cubicBezTo>
                    <a:pt x="22" y="561"/>
                    <a:pt x="22" y="562"/>
                    <a:pt x="21" y="562"/>
                  </a:cubicBezTo>
                  <a:cubicBezTo>
                    <a:pt x="19" y="562"/>
                    <a:pt x="15" y="560"/>
                    <a:pt x="13" y="556"/>
                  </a:cubicBezTo>
                  <a:cubicBezTo>
                    <a:pt x="9" y="552"/>
                    <a:pt x="8" y="546"/>
                    <a:pt x="8" y="542"/>
                  </a:cubicBezTo>
                  <a:cubicBezTo>
                    <a:pt x="8" y="540"/>
                    <a:pt x="9" y="539"/>
                    <a:pt x="9" y="538"/>
                  </a:cubicBezTo>
                  <a:moveTo>
                    <a:pt x="9" y="577"/>
                  </a:moveTo>
                  <a:cubicBezTo>
                    <a:pt x="9" y="577"/>
                    <a:pt x="10" y="577"/>
                    <a:pt x="11" y="577"/>
                  </a:cubicBezTo>
                  <a:cubicBezTo>
                    <a:pt x="13" y="577"/>
                    <a:pt x="16" y="578"/>
                    <a:pt x="19" y="582"/>
                  </a:cubicBezTo>
                  <a:cubicBezTo>
                    <a:pt x="23" y="586"/>
                    <a:pt x="25" y="593"/>
                    <a:pt x="24" y="597"/>
                  </a:cubicBezTo>
                  <a:cubicBezTo>
                    <a:pt x="24" y="598"/>
                    <a:pt x="24" y="599"/>
                    <a:pt x="24" y="599"/>
                  </a:cubicBezTo>
                  <a:cubicBezTo>
                    <a:pt x="24" y="600"/>
                    <a:pt x="23" y="600"/>
                    <a:pt x="22" y="600"/>
                  </a:cubicBezTo>
                  <a:cubicBezTo>
                    <a:pt x="20" y="600"/>
                    <a:pt x="17" y="599"/>
                    <a:pt x="14" y="595"/>
                  </a:cubicBezTo>
                  <a:cubicBezTo>
                    <a:pt x="11" y="591"/>
                    <a:pt x="9" y="584"/>
                    <a:pt x="9" y="580"/>
                  </a:cubicBezTo>
                  <a:cubicBezTo>
                    <a:pt x="9" y="579"/>
                    <a:pt x="9" y="578"/>
                    <a:pt x="9" y="577"/>
                  </a:cubicBezTo>
                  <a:moveTo>
                    <a:pt x="12" y="616"/>
                  </a:moveTo>
                  <a:cubicBezTo>
                    <a:pt x="12" y="615"/>
                    <a:pt x="12" y="614"/>
                    <a:pt x="12" y="614"/>
                  </a:cubicBezTo>
                  <a:cubicBezTo>
                    <a:pt x="12" y="614"/>
                    <a:pt x="12" y="614"/>
                    <a:pt x="12" y="614"/>
                  </a:cubicBezTo>
                  <a:cubicBezTo>
                    <a:pt x="12" y="614"/>
                    <a:pt x="12" y="613"/>
                    <a:pt x="14" y="613"/>
                  </a:cubicBezTo>
                  <a:cubicBezTo>
                    <a:pt x="16" y="613"/>
                    <a:pt x="19" y="615"/>
                    <a:pt x="22" y="618"/>
                  </a:cubicBezTo>
                  <a:cubicBezTo>
                    <a:pt x="26" y="622"/>
                    <a:pt x="28" y="630"/>
                    <a:pt x="28" y="634"/>
                  </a:cubicBezTo>
                  <a:cubicBezTo>
                    <a:pt x="28" y="634"/>
                    <a:pt x="28" y="635"/>
                    <a:pt x="28" y="636"/>
                  </a:cubicBezTo>
                  <a:cubicBezTo>
                    <a:pt x="28" y="636"/>
                    <a:pt x="27" y="636"/>
                    <a:pt x="26" y="636"/>
                  </a:cubicBezTo>
                  <a:cubicBezTo>
                    <a:pt x="24" y="636"/>
                    <a:pt x="21" y="635"/>
                    <a:pt x="18" y="632"/>
                  </a:cubicBezTo>
                  <a:cubicBezTo>
                    <a:pt x="14" y="627"/>
                    <a:pt x="12" y="620"/>
                    <a:pt x="12" y="616"/>
                  </a:cubicBezTo>
                  <a:moveTo>
                    <a:pt x="24" y="670"/>
                  </a:moveTo>
                  <a:cubicBezTo>
                    <a:pt x="19" y="666"/>
                    <a:pt x="16" y="658"/>
                    <a:pt x="17" y="654"/>
                  </a:cubicBezTo>
                  <a:cubicBezTo>
                    <a:pt x="17" y="654"/>
                    <a:pt x="17" y="653"/>
                    <a:pt x="17" y="653"/>
                  </a:cubicBezTo>
                  <a:cubicBezTo>
                    <a:pt x="17" y="653"/>
                    <a:pt x="17" y="653"/>
                    <a:pt x="17" y="653"/>
                  </a:cubicBezTo>
                  <a:cubicBezTo>
                    <a:pt x="17" y="653"/>
                    <a:pt x="18" y="652"/>
                    <a:pt x="19" y="652"/>
                  </a:cubicBezTo>
                  <a:cubicBezTo>
                    <a:pt x="21" y="652"/>
                    <a:pt x="24" y="653"/>
                    <a:pt x="27" y="656"/>
                  </a:cubicBezTo>
                  <a:cubicBezTo>
                    <a:pt x="32" y="661"/>
                    <a:pt x="34" y="668"/>
                    <a:pt x="34" y="672"/>
                  </a:cubicBezTo>
                  <a:cubicBezTo>
                    <a:pt x="34" y="673"/>
                    <a:pt x="34" y="673"/>
                    <a:pt x="34" y="673"/>
                  </a:cubicBezTo>
                  <a:cubicBezTo>
                    <a:pt x="34" y="674"/>
                    <a:pt x="34" y="674"/>
                    <a:pt x="32" y="674"/>
                  </a:cubicBezTo>
                  <a:cubicBezTo>
                    <a:pt x="30" y="674"/>
                    <a:pt x="27" y="673"/>
                    <a:pt x="24" y="670"/>
                  </a:cubicBezTo>
                  <a:moveTo>
                    <a:pt x="32" y="708"/>
                  </a:moveTo>
                  <a:cubicBezTo>
                    <a:pt x="27" y="704"/>
                    <a:pt x="24" y="696"/>
                    <a:pt x="24" y="692"/>
                  </a:cubicBezTo>
                  <a:cubicBezTo>
                    <a:pt x="24" y="692"/>
                    <a:pt x="24" y="692"/>
                    <a:pt x="24" y="691"/>
                  </a:cubicBezTo>
                  <a:cubicBezTo>
                    <a:pt x="24" y="691"/>
                    <a:pt x="24" y="691"/>
                    <a:pt x="24" y="691"/>
                  </a:cubicBezTo>
                  <a:cubicBezTo>
                    <a:pt x="24" y="691"/>
                    <a:pt x="24" y="691"/>
                    <a:pt x="25" y="691"/>
                  </a:cubicBezTo>
                  <a:cubicBezTo>
                    <a:pt x="25" y="690"/>
                    <a:pt x="26" y="690"/>
                    <a:pt x="27" y="690"/>
                  </a:cubicBezTo>
                  <a:cubicBezTo>
                    <a:pt x="29" y="690"/>
                    <a:pt x="32" y="691"/>
                    <a:pt x="35" y="694"/>
                  </a:cubicBezTo>
                  <a:cubicBezTo>
                    <a:pt x="40" y="698"/>
                    <a:pt x="43" y="707"/>
                    <a:pt x="43" y="710"/>
                  </a:cubicBezTo>
                  <a:cubicBezTo>
                    <a:pt x="43" y="710"/>
                    <a:pt x="43" y="711"/>
                    <a:pt x="43" y="711"/>
                  </a:cubicBezTo>
                  <a:cubicBezTo>
                    <a:pt x="42" y="711"/>
                    <a:pt x="42" y="711"/>
                    <a:pt x="42" y="711"/>
                  </a:cubicBezTo>
                  <a:cubicBezTo>
                    <a:pt x="42" y="712"/>
                    <a:pt x="41" y="712"/>
                    <a:pt x="40" y="712"/>
                  </a:cubicBezTo>
                  <a:cubicBezTo>
                    <a:pt x="38" y="712"/>
                    <a:pt x="35" y="711"/>
                    <a:pt x="32" y="708"/>
                  </a:cubicBezTo>
                  <a:moveTo>
                    <a:pt x="42" y="743"/>
                  </a:moveTo>
                  <a:cubicBezTo>
                    <a:pt x="37" y="739"/>
                    <a:pt x="33" y="731"/>
                    <a:pt x="33" y="728"/>
                  </a:cubicBezTo>
                  <a:cubicBezTo>
                    <a:pt x="33" y="728"/>
                    <a:pt x="33" y="727"/>
                    <a:pt x="33" y="727"/>
                  </a:cubicBezTo>
                  <a:cubicBezTo>
                    <a:pt x="33" y="727"/>
                    <a:pt x="33" y="727"/>
                    <a:pt x="33" y="727"/>
                  </a:cubicBezTo>
                  <a:cubicBezTo>
                    <a:pt x="33" y="727"/>
                    <a:pt x="34" y="727"/>
                    <a:pt x="34" y="726"/>
                  </a:cubicBezTo>
                  <a:cubicBezTo>
                    <a:pt x="34" y="726"/>
                    <a:pt x="35" y="726"/>
                    <a:pt x="36" y="726"/>
                  </a:cubicBezTo>
                  <a:cubicBezTo>
                    <a:pt x="38" y="726"/>
                    <a:pt x="41" y="727"/>
                    <a:pt x="44" y="729"/>
                  </a:cubicBezTo>
                  <a:cubicBezTo>
                    <a:pt x="47" y="731"/>
                    <a:pt x="49" y="734"/>
                    <a:pt x="51" y="737"/>
                  </a:cubicBezTo>
                  <a:cubicBezTo>
                    <a:pt x="52" y="740"/>
                    <a:pt x="53" y="743"/>
                    <a:pt x="53" y="745"/>
                  </a:cubicBezTo>
                  <a:cubicBezTo>
                    <a:pt x="53" y="745"/>
                    <a:pt x="53" y="745"/>
                    <a:pt x="53" y="745"/>
                  </a:cubicBezTo>
                  <a:cubicBezTo>
                    <a:pt x="53" y="745"/>
                    <a:pt x="53" y="746"/>
                    <a:pt x="52" y="746"/>
                  </a:cubicBezTo>
                  <a:cubicBezTo>
                    <a:pt x="52" y="746"/>
                    <a:pt x="51" y="747"/>
                    <a:pt x="50" y="747"/>
                  </a:cubicBezTo>
                  <a:cubicBezTo>
                    <a:pt x="48" y="747"/>
                    <a:pt x="45" y="746"/>
                    <a:pt x="42" y="743"/>
                  </a:cubicBezTo>
                  <a:moveTo>
                    <a:pt x="55" y="780"/>
                  </a:moveTo>
                  <a:cubicBezTo>
                    <a:pt x="52" y="778"/>
                    <a:pt x="50" y="775"/>
                    <a:pt x="48" y="772"/>
                  </a:cubicBezTo>
                  <a:cubicBezTo>
                    <a:pt x="46" y="769"/>
                    <a:pt x="45" y="766"/>
                    <a:pt x="45" y="765"/>
                  </a:cubicBezTo>
                  <a:cubicBezTo>
                    <a:pt x="45" y="765"/>
                    <a:pt x="45" y="765"/>
                    <a:pt x="45" y="765"/>
                  </a:cubicBezTo>
                  <a:cubicBezTo>
                    <a:pt x="45" y="764"/>
                    <a:pt x="45" y="764"/>
                    <a:pt x="46" y="764"/>
                  </a:cubicBezTo>
                  <a:cubicBezTo>
                    <a:pt x="47" y="763"/>
                    <a:pt x="48" y="763"/>
                    <a:pt x="49" y="763"/>
                  </a:cubicBezTo>
                  <a:cubicBezTo>
                    <a:pt x="51" y="763"/>
                    <a:pt x="54" y="764"/>
                    <a:pt x="56" y="766"/>
                  </a:cubicBezTo>
                  <a:cubicBezTo>
                    <a:pt x="59" y="768"/>
                    <a:pt x="62" y="771"/>
                    <a:pt x="63" y="774"/>
                  </a:cubicBezTo>
                  <a:cubicBezTo>
                    <a:pt x="65" y="777"/>
                    <a:pt x="66" y="780"/>
                    <a:pt x="66" y="781"/>
                  </a:cubicBezTo>
                  <a:cubicBezTo>
                    <a:pt x="66" y="781"/>
                    <a:pt x="66" y="781"/>
                    <a:pt x="66" y="781"/>
                  </a:cubicBezTo>
                  <a:cubicBezTo>
                    <a:pt x="66" y="782"/>
                    <a:pt x="66" y="782"/>
                    <a:pt x="65" y="782"/>
                  </a:cubicBezTo>
                  <a:cubicBezTo>
                    <a:pt x="65" y="782"/>
                    <a:pt x="64" y="783"/>
                    <a:pt x="62" y="783"/>
                  </a:cubicBezTo>
                  <a:cubicBezTo>
                    <a:pt x="60" y="783"/>
                    <a:pt x="58" y="782"/>
                    <a:pt x="55" y="780"/>
                  </a:cubicBezTo>
                  <a:moveTo>
                    <a:pt x="71" y="816"/>
                  </a:moveTo>
                  <a:cubicBezTo>
                    <a:pt x="68" y="814"/>
                    <a:pt x="65" y="811"/>
                    <a:pt x="63" y="808"/>
                  </a:cubicBezTo>
                  <a:cubicBezTo>
                    <a:pt x="61" y="805"/>
                    <a:pt x="60" y="802"/>
                    <a:pt x="60" y="801"/>
                  </a:cubicBezTo>
                  <a:cubicBezTo>
                    <a:pt x="60" y="801"/>
                    <a:pt x="60" y="801"/>
                    <a:pt x="60" y="801"/>
                  </a:cubicBezTo>
                  <a:cubicBezTo>
                    <a:pt x="60" y="801"/>
                    <a:pt x="60" y="801"/>
                    <a:pt x="60" y="801"/>
                  </a:cubicBezTo>
                  <a:cubicBezTo>
                    <a:pt x="60" y="801"/>
                    <a:pt x="60" y="800"/>
                    <a:pt x="61" y="800"/>
                  </a:cubicBezTo>
                  <a:cubicBezTo>
                    <a:pt x="61" y="800"/>
                    <a:pt x="62" y="799"/>
                    <a:pt x="64" y="799"/>
                  </a:cubicBezTo>
                  <a:cubicBezTo>
                    <a:pt x="64" y="799"/>
                    <a:pt x="64" y="799"/>
                    <a:pt x="64" y="799"/>
                  </a:cubicBezTo>
                  <a:cubicBezTo>
                    <a:pt x="66" y="799"/>
                    <a:pt x="68" y="800"/>
                    <a:pt x="71" y="801"/>
                  </a:cubicBezTo>
                  <a:cubicBezTo>
                    <a:pt x="74" y="803"/>
                    <a:pt x="77" y="806"/>
                    <a:pt x="79" y="809"/>
                  </a:cubicBezTo>
                  <a:cubicBezTo>
                    <a:pt x="81" y="812"/>
                    <a:pt x="82" y="815"/>
                    <a:pt x="81" y="816"/>
                  </a:cubicBezTo>
                  <a:cubicBezTo>
                    <a:pt x="81" y="816"/>
                    <a:pt x="81" y="816"/>
                    <a:pt x="81" y="816"/>
                  </a:cubicBezTo>
                  <a:cubicBezTo>
                    <a:pt x="81" y="817"/>
                    <a:pt x="81" y="817"/>
                    <a:pt x="81" y="817"/>
                  </a:cubicBezTo>
                  <a:cubicBezTo>
                    <a:pt x="80" y="818"/>
                    <a:pt x="79" y="818"/>
                    <a:pt x="78" y="818"/>
                  </a:cubicBezTo>
                  <a:cubicBezTo>
                    <a:pt x="76" y="818"/>
                    <a:pt x="73" y="817"/>
                    <a:pt x="71" y="816"/>
                  </a:cubicBezTo>
                  <a:close/>
                  <a:moveTo>
                    <a:pt x="87" y="849"/>
                  </a:moveTo>
                  <a:cubicBezTo>
                    <a:pt x="84" y="847"/>
                    <a:pt x="81" y="844"/>
                    <a:pt x="79" y="841"/>
                  </a:cubicBezTo>
                  <a:cubicBezTo>
                    <a:pt x="77" y="838"/>
                    <a:pt x="75" y="835"/>
                    <a:pt x="76" y="834"/>
                  </a:cubicBezTo>
                  <a:cubicBezTo>
                    <a:pt x="76" y="834"/>
                    <a:pt x="76" y="834"/>
                    <a:pt x="76" y="834"/>
                  </a:cubicBezTo>
                  <a:cubicBezTo>
                    <a:pt x="76" y="834"/>
                    <a:pt x="76" y="834"/>
                    <a:pt x="76" y="833"/>
                  </a:cubicBezTo>
                  <a:cubicBezTo>
                    <a:pt x="77" y="833"/>
                    <a:pt x="78" y="832"/>
                    <a:pt x="80" y="832"/>
                  </a:cubicBezTo>
                  <a:cubicBezTo>
                    <a:pt x="82" y="832"/>
                    <a:pt x="84" y="833"/>
                    <a:pt x="86" y="834"/>
                  </a:cubicBezTo>
                  <a:cubicBezTo>
                    <a:pt x="90" y="836"/>
                    <a:pt x="93" y="839"/>
                    <a:pt x="95" y="841"/>
                  </a:cubicBezTo>
                  <a:cubicBezTo>
                    <a:pt x="97" y="844"/>
                    <a:pt x="98" y="847"/>
                    <a:pt x="98" y="848"/>
                  </a:cubicBezTo>
                  <a:cubicBezTo>
                    <a:pt x="98" y="848"/>
                    <a:pt x="98" y="848"/>
                    <a:pt x="98" y="848"/>
                  </a:cubicBezTo>
                  <a:cubicBezTo>
                    <a:pt x="98" y="849"/>
                    <a:pt x="98" y="849"/>
                    <a:pt x="97" y="849"/>
                  </a:cubicBezTo>
                  <a:cubicBezTo>
                    <a:pt x="96" y="850"/>
                    <a:pt x="95" y="850"/>
                    <a:pt x="94" y="850"/>
                  </a:cubicBezTo>
                  <a:cubicBezTo>
                    <a:pt x="92" y="850"/>
                    <a:pt x="90" y="850"/>
                    <a:pt x="87" y="849"/>
                  </a:cubicBezTo>
                  <a:moveTo>
                    <a:pt x="108" y="882"/>
                  </a:moveTo>
                  <a:cubicBezTo>
                    <a:pt x="108" y="882"/>
                    <a:pt x="108" y="882"/>
                    <a:pt x="108" y="882"/>
                  </a:cubicBezTo>
                  <a:cubicBezTo>
                    <a:pt x="104" y="881"/>
                    <a:pt x="101" y="878"/>
                    <a:pt x="98" y="875"/>
                  </a:cubicBezTo>
                  <a:cubicBezTo>
                    <a:pt x="96" y="873"/>
                    <a:pt x="95" y="870"/>
                    <a:pt x="95" y="869"/>
                  </a:cubicBezTo>
                  <a:cubicBezTo>
                    <a:pt x="95" y="869"/>
                    <a:pt x="95" y="869"/>
                    <a:pt x="95" y="869"/>
                  </a:cubicBezTo>
                  <a:cubicBezTo>
                    <a:pt x="95" y="868"/>
                    <a:pt x="95" y="868"/>
                    <a:pt x="96" y="867"/>
                  </a:cubicBezTo>
                  <a:cubicBezTo>
                    <a:pt x="96" y="867"/>
                    <a:pt x="98" y="866"/>
                    <a:pt x="100" y="866"/>
                  </a:cubicBezTo>
                  <a:cubicBezTo>
                    <a:pt x="100" y="866"/>
                    <a:pt x="100" y="866"/>
                    <a:pt x="100" y="866"/>
                  </a:cubicBezTo>
                  <a:cubicBezTo>
                    <a:pt x="100" y="866"/>
                    <a:pt x="100" y="866"/>
                    <a:pt x="100" y="866"/>
                  </a:cubicBezTo>
                  <a:cubicBezTo>
                    <a:pt x="101" y="866"/>
                    <a:pt x="103" y="867"/>
                    <a:pt x="105" y="868"/>
                  </a:cubicBezTo>
                  <a:cubicBezTo>
                    <a:pt x="109" y="869"/>
                    <a:pt x="112" y="872"/>
                    <a:pt x="114" y="874"/>
                  </a:cubicBezTo>
                  <a:cubicBezTo>
                    <a:pt x="117" y="877"/>
                    <a:pt x="118" y="880"/>
                    <a:pt x="118" y="881"/>
                  </a:cubicBezTo>
                  <a:cubicBezTo>
                    <a:pt x="118" y="881"/>
                    <a:pt x="118" y="881"/>
                    <a:pt x="118" y="881"/>
                  </a:cubicBezTo>
                  <a:cubicBezTo>
                    <a:pt x="118" y="881"/>
                    <a:pt x="118" y="882"/>
                    <a:pt x="117" y="882"/>
                  </a:cubicBezTo>
                  <a:cubicBezTo>
                    <a:pt x="116" y="883"/>
                    <a:pt x="115" y="883"/>
                    <a:pt x="113" y="883"/>
                  </a:cubicBezTo>
                  <a:cubicBezTo>
                    <a:pt x="111" y="883"/>
                    <a:pt x="110" y="883"/>
                    <a:pt x="108" y="882"/>
                  </a:cubicBezTo>
                  <a:moveTo>
                    <a:pt x="130" y="914"/>
                  </a:moveTo>
                  <a:cubicBezTo>
                    <a:pt x="126" y="913"/>
                    <a:pt x="123" y="910"/>
                    <a:pt x="120" y="908"/>
                  </a:cubicBezTo>
                  <a:cubicBezTo>
                    <a:pt x="118" y="905"/>
                    <a:pt x="116" y="902"/>
                    <a:pt x="116" y="901"/>
                  </a:cubicBezTo>
                  <a:cubicBezTo>
                    <a:pt x="116" y="901"/>
                    <a:pt x="116" y="901"/>
                    <a:pt x="116" y="901"/>
                  </a:cubicBezTo>
                  <a:cubicBezTo>
                    <a:pt x="116" y="901"/>
                    <a:pt x="116" y="900"/>
                    <a:pt x="117" y="900"/>
                  </a:cubicBezTo>
                  <a:cubicBezTo>
                    <a:pt x="118" y="899"/>
                    <a:pt x="120" y="899"/>
                    <a:pt x="122" y="899"/>
                  </a:cubicBezTo>
                  <a:cubicBezTo>
                    <a:pt x="122" y="899"/>
                    <a:pt x="122" y="899"/>
                    <a:pt x="122" y="899"/>
                  </a:cubicBezTo>
                  <a:cubicBezTo>
                    <a:pt x="123" y="899"/>
                    <a:pt x="125" y="899"/>
                    <a:pt x="127" y="900"/>
                  </a:cubicBezTo>
                  <a:cubicBezTo>
                    <a:pt x="130" y="901"/>
                    <a:pt x="134" y="903"/>
                    <a:pt x="136" y="906"/>
                  </a:cubicBezTo>
                  <a:cubicBezTo>
                    <a:pt x="139" y="908"/>
                    <a:pt x="140" y="911"/>
                    <a:pt x="140" y="912"/>
                  </a:cubicBezTo>
                  <a:cubicBezTo>
                    <a:pt x="140" y="912"/>
                    <a:pt x="140" y="912"/>
                    <a:pt x="140" y="912"/>
                  </a:cubicBezTo>
                  <a:cubicBezTo>
                    <a:pt x="140" y="913"/>
                    <a:pt x="140" y="913"/>
                    <a:pt x="139" y="914"/>
                  </a:cubicBezTo>
                  <a:cubicBezTo>
                    <a:pt x="138" y="914"/>
                    <a:pt x="137" y="915"/>
                    <a:pt x="134" y="915"/>
                  </a:cubicBezTo>
                  <a:cubicBezTo>
                    <a:pt x="133" y="915"/>
                    <a:pt x="132" y="914"/>
                    <a:pt x="130" y="914"/>
                  </a:cubicBezTo>
                  <a:moveTo>
                    <a:pt x="162" y="942"/>
                  </a:moveTo>
                  <a:cubicBezTo>
                    <a:pt x="161" y="942"/>
                    <a:pt x="159" y="943"/>
                    <a:pt x="157" y="943"/>
                  </a:cubicBezTo>
                  <a:cubicBezTo>
                    <a:pt x="156" y="943"/>
                    <a:pt x="155" y="943"/>
                    <a:pt x="153" y="942"/>
                  </a:cubicBezTo>
                  <a:cubicBezTo>
                    <a:pt x="150" y="941"/>
                    <a:pt x="146" y="939"/>
                    <a:pt x="143" y="937"/>
                  </a:cubicBezTo>
                  <a:cubicBezTo>
                    <a:pt x="140" y="935"/>
                    <a:pt x="139" y="932"/>
                    <a:pt x="138" y="931"/>
                  </a:cubicBezTo>
                  <a:cubicBezTo>
                    <a:pt x="138" y="931"/>
                    <a:pt x="138" y="931"/>
                    <a:pt x="138" y="931"/>
                  </a:cubicBezTo>
                  <a:cubicBezTo>
                    <a:pt x="138" y="930"/>
                    <a:pt x="139" y="930"/>
                    <a:pt x="140" y="929"/>
                  </a:cubicBezTo>
                  <a:cubicBezTo>
                    <a:pt x="141" y="928"/>
                    <a:pt x="143" y="928"/>
                    <a:pt x="145" y="928"/>
                  </a:cubicBezTo>
                  <a:cubicBezTo>
                    <a:pt x="146" y="928"/>
                    <a:pt x="148" y="928"/>
                    <a:pt x="149" y="928"/>
                  </a:cubicBezTo>
                  <a:cubicBezTo>
                    <a:pt x="153" y="929"/>
                    <a:pt x="156" y="931"/>
                    <a:pt x="159" y="934"/>
                  </a:cubicBezTo>
                  <a:cubicBezTo>
                    <a:pt x="162" y="936"/>
                    <a:pt x="163" y="939"/>
                    <a:pt x="163" y="940"/>
                  </a:cubicBezTo>
                  <a:cubicBezTo>
                    <a:pt x="164" y="940"/>
                    <a:pt x="164" y="940"/>
                    <a:pt x="164" y="940"/>
                  </a:cubicBezTo>
                  <a:cubicBezTo>
                    <a:pt x="164" y="940"/>
                    <a:pt x="163" y="941"/>
                    <a:pt x="162" y="942"/>
                  </a:cubicBezTo>
                  <a:moveTo>
                    <a:pt x="189" y="969"/>
                  </a:moveTo>
                  <a:cubicBezTo>
                    <a:pt x="187" y="970"/>
                    <a:pt x="185" y="971"/>
                    <a:pt x="183" y="971"/>
                  </a:cubicBezTo>
                  <a:cubicBezTo>
                    <a:pt x="182" y="971"/>
                    <a:pt x="181" y="971"/>
                    <a:pt x="180" y="971"/>
                  </a:cubicBezTo>
                  <a:cubicBezTo>
                    <a:pt x="180" y="970"/>
                    <a:pt x="180" y="970"/>
                    <a:pt x="180" y="970"/>
                  </a:cubicBezTo>
                  <a:cubicBezTo>
                    <a:pt x="176" y="970"/>
                    <a:pt x="173" y="968"/>
                    <a:pt x="170" y="966"/>
                  </a:cubicBezTo>
                  <a:cubicBezTo>
                    <a:pt x="167" y="964"/>
                    <a:pt x="165" y="961"/>
                    <a:pt x="165" y="960"/>
                  </a:cubicBezTo>
                  <a:cubicBezTo>
                    <a:pt x="165" y="960"/>
                    <a:pt x="164" y="960"/>
                    <a:pt x="164" y="960"/>
                  </a:cubicBezTo>
                  <a:cubicBezTo>
                    <a:pt x="164" y="960"/>
                    <a:pt x="165" y="959"/>
                    <a:pt x="166" y="958"/>
                  </a:cubicBezTo>
                  <a:cubicBezTo>
                    <a:pt x="167" y="957"/>
                    <a:pt x="170" y="957"/>
                    <a:pt x="172" y="957"/>
                  </a:cubicBezTo>
                  <a:cubicBezTo>
                    <a:pt x="172" y="957"/>
                    <a:pt x="172" y="957"/>
                    <a:pt x="172" y="957"/>
                  </a:cubicBezTo>
                  <a:cubicBezTo>
                    <a:pt x="173" y="957"/>
                    <a:pt x="174" y="957"/>
                    <a:pt x="175" y="957"/>
                  </a:cubicBezTo>
                  <a:cubicBezTo>
                    <a:pt x="178" y="958"/>
                    <a:pt x="182" y="960"/>
                    <a:pt x="185" y="962"/>
                  </a:cubicBezTo>
                  <a:cubicBezTo>
                    <a:pt x="188" y="964"/>
                    <a:pt x="190" y="966"/>
                    <a:pt x="190" y="967"/>
                  </a:cubicBezTo>
                  <a:cubicBezTo>
                    <a:pt x="190" y="967"/>
                    <a:pt x="190" y="967"/>
                    <a:pt x="190" y="967"/>
                  </a:cubicBezTo>
                  <a:cubicBezTo>
                    <a:pt x="190" y="968"/>
                    <a:pt x="190" y="969"/>
                    <a:pt x="189" y="969"/>
                  </a:cubicBezTo>
                  <a:moveTo>
                    <a:pt x="217" y="995"/>
                  </a:moveTo>
                  <a:cubicBezTo>
                    <a:pt x="216" y="996"/>
                    <a:pt x="213" y="997"/>
                    <a:pt x="210" y="997"/>
                  </a:cubicBezTo>
                  <a:cubicBezTo>
                    <a:pt x="210" y="997"/>
                    <a:pt x="210" y="997"/>
                    <a:pt x="209" y="996"/>
                  </a:cubicBezTo>
                  <a:cubicBezTo>
                    <a:pt x="206" y="996"/>
                    <a:pt x="202" y="995"/>
                    <a:pt x="199" y="993"/>
                  </a:cubicBezTo>
                  <a:cubicBezTo>
                    <a:pt x="195" y="991"/>
                    <a:pt x="193" y="988"/>
                    <a:pt x="193" y="988"/>
                  </a:cubicBezTo>
                  <a:cubicBezTo>
                    <a:pt x="193" y="987"/>
                    <a:pt x="193" y="987"/>
                    <a:pt x="193" y="987"/>
                  </a:cubicBezTo>
                  <a:cubicBezTo>
                    <a:pt x="193" y="987"/>
                    <a:pt x="193" y="986"/>
                    <a:pt x="195" y="985"/>
                  </a:cubicBezTo>
                  <a:cubicBezTo>
                    <a:pt x="196" y="984"/>
                    <a:pt x="199" y="983"/>
                    <a:pt x="202" y="983"/>
                  </a:cubicBezTo>
                  <a:cubicBezTo>
                    <a:pt x="202" y="983"/>
                    <a:pt x="203" y="983"/>
                    <a:pt x="203" y="983"/>
                  </a:cubicBezTo>
                  <a:cubicBezTo>
                    <a:pt x="207" y="984"/>
                    <a:pt x="210" y="985"/>
                    <a:pt x="213" y="987"/>
                  </a:cubicBezTo>
                  <a:cubicBezTo>
                    <a:pt x="216" y="989"/>
                    <a:pt x="219" y="991"/>
                    <a:pt x="219" y="992"/>
                  </a:cubicBezTo>
                  <a:cubicBezTo>
                    <a:pt x="219" y="992"/>
                    <a:pt x="219" y="992"/>
                    <a:pt x="219" y="993"/>
                  </a:cubicBezTo>
                  <a:cubicBezTo>
                    <a:pt x="219" y="993"/>
                    <a:pt x="219" y="994"/>
                    <a:pt x="217" y="995"/>
                  </a:cubicBezTo>
                  <a:moveTo>
                    <a:pt x="246" y="1017"/>
                  </a:moveTo>
                  <a:cubicBezTo>
                    <a:pt x="244" y="1018"/>
                    <a:pt x="242" y="1018"/>
                    <a:pt x="239" y="1018"/>
                  </a:cubicBezTo>
                  <a:cubicBezTo>
                    <a:pt x="239" y="1018"/>
                    <a:pt x="239" y="1018"/>
                    <a:pt x="239" y="1018"/>
                  </a:cubicBezTo>
                  <a:cubicBezTo>
                    <a:pt x="235" y="1018"/>
                    <a:pt x="231" y="1017"/>
                    <a:pt x="228" y="1016"/>
                  </a:cubicBezTo>
                  <a:cubicBezTo>
                    <a:pt x="224" y="1014"/>
                    <a:pt x="222" y="1012"/>
                    <a:pt x="222" y="1011"/>
                  </a:cubicBezTo>
                  <a:cubicBezTo>
                    <a:pt x="222" y="1011"/>
                    <a:pt x="221" y="1011"/>
                    <a:pt x="221" y="1011"/>
                  </a:cubicBezTo>
                  <a:cubicBezTo>
                    <a:pt x="221" y="1010"/>
                    <a:pt x="222" y="1009"/>
                    <a:pt x="224" y="1008"/>
                  </a:cubicBezTo>
                  <a:cubicBezTo>
                    <a:pt x="225" y="1007"/>
                    <a:pt x="228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2" y="1006"/>
                    <a:pt x="232" y="1006"/>
                    <a:pt x="232" y="1006"/>
                  </a:cubicBezTo>
                  <a:cubicBezTo>
                    <a:pt x="235" y="1006"/>
                    <a:pt x="239" y="1007"/>
                    <a:pt x="242" y="1009"/>
                  </a:cubicBezTo>
                  <a:cubicBezTo>
                    <a:pt x="245" y="1010"/>
                    <a:pt x="248" y="1012"/>
                    <a:pt x="248" y="1013"/>
                  </a:cubicBezTo>
                  <a:cubicBezTo>
                    <a:pt x="248" y="1013"/>
                    <a:pt x="248" y="1014"/>
                    <a:pt x="248" y="1014"/>
                  </a:cubicBezTo>
                  <a:cubicBezTo>
                    <a:pt x="248" y="1014"/>
                    <a:pt x="248" y="1016"/>
                    <a:pt x="246" y="1017"/>
                  </a:cubicBezTo>
                  <a:moveTo>
                    <a:pt x="279" y="1036"/>
                  </a:moveTo>
                  <a:cubicBezTo>
                    <a:pt x="277" y="1038"/>
                    <a:pt x="275" y="1039"/>
                    <a:pt x="272" y="1039"/>
                  </a:cubicBezTo>
                  <a:cubicBezTo>
                    <a:pt x="272" y="1039"/>
                    <a:pt x="272" y="1039"/>
                    <a:pt x="272" y="1039"/>
                  </a:cubicBezTo>
                  <a:cubicBezTo>
                    <a:pt x="271" y="1039"/>
                    <a:pt x="270" y="1039"/>
                    <a:pt x="269" y="1039"/>
                  </a:cubicBezTo>
                  <a:cubicBezTo>
                    <a:pt x="266" y="1039"/>
                    <a:pt x="262" y="1038"/>
                    <a:pt x="259" y="1037"/>
                  </a:cubicBezTo>
                  <a:cubicBezTo>
                    <a:pt x="257" y="1036"/>
                    <a:pt x="255" y="1034"/>
                    <a:pt x="254" y="1033"/>
                  </a:cubicBezTo>
                  <a:cubicBezTo>
                    <a:pt x="254" y="1033"/>
                    <a:pt x="254" y="1033"/>
                    <a:pt x="254" y="1032"/>
                  </a:cubicBezTo>
                  <a:cubicBezTo>
                    <a:pt x="254" y="1032"/>
                    <a:pt x="255" y="1031"/>
                    <a:pt x="256" y="1029"/>
                  </a:cubicBezTo>
                  <a:cubicBezTo>
                    <a:pt x="258" y="1028"/>
                    <a:pt x="260" y="1027"/>
                    <a:pt x="263" y="1027"/>
                  </a:cubicBezTo>
                  <a:cubicBezTo>
                    <a:pt x="265" y="1027"/>
                    <a:pt x="265" y="1027"/>
                    <a:pt x="265" y="1027"/>
                  </a:cubicBezTo>
                  <a:cubicBezTo>
                    <a:pt x="268" y="1027"/>
                    <a:pt x="272" y="1028"/>
                    <a:pt x="275" y="1029"/>
                  </a:cubicBezTo>
                  <a:cubicBezTo>
                    <a:pt x="278" y="1030"/>
                    <a:pt x="280" y="1032"/>
                    <a:pt x="281" y="1033"/>
                  </a:cubicBezTo>
                  <a:cubicBezTo>
                    <a:pt x="281" y="1033"/>
                    <a:pt x="281" y="1033"/>
                    <a:pt x="281" y="1034"/>
                  </a:cubicBezTo>
                  <a:cubicBezTo>
                    <a:pt x="281" y="1034"/>
                    <a:pt x="280" y="1035"/>
                    <a:pt x="279" y="1036"/>
                  </a:cubicBezTo>
                  <a:moveTo>
                    <a:pt x="307" y="1056"/>
                  </a:moveTo>
                  <a:cubicBezTo>
                    <a:pt x="305" y="1057"/>
                    <a:pt x="304" y="1057"/>
                    <a:pt x="302" y="1057"/>
                  </a:cubicBezTo>
                  <a:cubicBezTo>
                    <a:pt x="299" y="1057"/>
                    <a:pt x="296" y="1056"/>
                    <a:pt x="294" y="1055"/>
                  </a:cubicBezTo>
                  <a:cubicBezTo>
                    <a:pt x="291" y="1054"/>
                    <a:pt x="289" y="1053"/>
                    <a:pt x="289" y="1052"/>
                  </a:cubicBezTo>
                  <a:cubicBezTo>
                    <a:pt x="289" y="1052"/>
                    <a:pt x="288" y="1052"/>
                    <a:pt x="288" y="1051"/>
                  </a:cubicBezTo>
                  <a:cubicBezTo>
                    <a:pt x="288" y="1051"/>
                    <a:pt x="289" y="1049"/>
                    <a:pt x="291" y="1048"/>
                  </a:cubicBezTo>
                  <a:cubicBezTo>
                    <a:pt x="292" y="1047"/>
                    <a:pt x="294" y="1046"/>
                    <a:pt x="297" y="1045"/>
                  </a:cubicBezTo>
                  <a:cubicBezTo>
                    <a:pt x="298" y="1045"/>
                    <a:pt x="300" y="1045"/>
                    <a:pt x="301" y="1045"/>
                  </a:cubicBezTo>
                  <a:cubicBezTo>
                    <a:pt x="304" y="1045"/>
                    <a:pt x="307" y="1046"/>
                    <a:pt x="310" y="1047"/>
                  </a:cubicBezTo>
                  <a:cubicBezTo>
                    <a:pt x="313" y="1048"/>
                    <a:pt x="315" y="1049"/>
                    <a:pt x="315" y="1050"/>
                  </a:cubicBezTo>
                  <a:cubicBezTo>
                    <a:pt x="315" y="1050"/>
                    <a:pt x="315" y="1050"/>
                    <a:pt x="315" y="1050"/>
                  </a:cubicBezTo>
                  <a:cubicBezTo>
                    <a:pt x="316" y="1051"/>
                    <a:pt x="313" y="1055"/>
                    <a:pt x="307" y="1056"/>
                  </a:cubicBezTo>
                  <a:moveTo>
                    <a:pt x="341" y="1069"/>
                  </a:moveTo>
                  <a:cubicBezTo>
                    <a:pt x="339" y="1070"/>
                    <a:pt x="337" y="1070"/>
                    <a:pt x="334" y="1070"/>
                  </a:cubicBezTo>
                  <a:cubicBezTo>
                    <a:pt x="332" y="1070"/>
                    <a:pt x="329" y="1070"/>
                    <a:pt x="327" y="1069"/>
                  </a:cubicBezTo>
                  <a:cubicBezTo>
                    <a:pt x="325" y="1069"/>
                    <a:pt x="323" y="1068"/>
                    <a:pt x="323" y="1067"/>
                  </a:cubicBezTo>
                  <a:cubicBezTo>
                    <a:pt x="323" y="1067"/>
                    <a:pt x="322" y="1067"/>
                    <a:pt x="322" y="1066"/>
                  </a:cubicBezTo>
                  <a:cubicBezTo>
                    <a:pt x="322" y="1065"/>
                    <a:pt x="325" y="1061"/>
                    <a:pt x="331" y="1059"/>
                  </a:cubicBezTo>
                  <a:cubicBezTo>
                    <a:pt x="333" y="1059"/>
                    <a:pt x="335" y="1059"/>
                    <a:pt x="337" y="1059"/>
                  </a:cubicBezTo>
                  <a:cubicBezTo>
                    <a:pt x="343" y="1059"/>
                    <a:pt x="348" y="1061"/>
                    <a:pt x="349" y="1062"/>
                  </a:cubicBezTo>
                  <a:cubicBezTo>
                    <a:pt x="349" y="1062"/>
                    <a:pt x="349" y="1062"/>
                    <a:pt x="349" y="1063"/>
                  </a:cubicBezTo>
                  <a:cubicBezTo>
                    <a:pt x="349" y="1064"/>
                    <a:pt x="347" y="1068"/>
                    <a:pt x="341" y="1069"/>
                  </a:cubicBezTo>
                  <a:moveTo>
                    <a:pt x="379" y="1080"/>
                  </a:moveTo>
                  <a:cubicBezTo>
                    <a:pt x="376" y="1081"/>
                    <a:pt x="372" y="1081"/>
                    <a:pt x="369" y="1081"/>
                  </a:cubicBezTo>
                  <a:cubicBezTo>
                    <a:pt x="365" y="1081"/>
                    <a:pt x="361" y="1080"/>
                    <a:pt x="360" y="1079"/>
                  </a:cubicBezTo>
                  <a:cubicBezTo>
                    <a:pt x="360" y="1079"/>
                    <a:pt x="360" y="1079"/>
                    <a:pt x="360" y="1078"/>
                  </a:cubicBezTo>
                  <a:cubicBezTo>
                    <a:pt x="360" y="1076"/>
                    <a:pt x="362" y="1073"/>
                    <a:pt x="367" y="1071"/>
                  </a:cubicBezTo>
                  <a:cubicBezTo>
                    <a:pt x="370" y="1070"/>
                    <a:pt x="374" y="1069"/>
                    <a:pt x="377" y="1069"/>
                  </a:cubicBezTo>
                  <a:cubicBezTo>
                    <a:pt x="381" y="1069"/>
                    <a:pt x="385" y="1070"/>
                    <a:pt x="386" y="1071"/>
                  </a:cubicBezTo>
                  <a:cubicBezTo>
                    <a:pt x="386" y="1072"/>
                    <a:pt x="386" y="1072"/>
                    <a:pt x="386" y="1072"/>
                  </a:cubicBezTo>
                  <a:cubicBezTo>
                    <a:pt x="386" y="1074"/>
                    <a:pt x="384" y="1078"/>
                    <a:pt x="379" y="1080"/>
                  </a:cubicBezTo>
                  <a:moveTo>
                    <a:pt x="417" y="1086"/>
                  </a:moveTo>
                  <a:cubicBezTo>
                    <a:pt x="417" y="1086"/>
                    <a:pt x="417" y="1086"/>
                    <a:pt x="417" y="1086"/>
                  </a:cubicBezTo>
                  <a:cubicBezTo>
                    <a:pt x="414" y="1088"/>
                    <a:pt x="410" y="1089"/>
                    <a:pt x="406" y="1089"/>
                  </a:cubicBezTo>
                  <a:cubicBezTo>
                    <a:pt x="403" y="1089"/>
                    <a:pt x="400" y="1088"/>
                    <a:pt x="399" y="1087"/>
                  </a:cubicBezTo>
                  <a:cubicBezTo>
                    <a:pt x="399" y="1087"/>
                    <a:pt x="398" y="1087"/>
                    <a:pt x="398" y="1086"/>
                  </a:cubicBezTo>
                  <a:cubicBezTo>
                    <a:pt x="398" y="1084"/>
                    <a:pt x="400" y="1081"/>
                    <a:pt x="405" y="1078"/>
                  </a:cubicBezTo>
                  <a:cubicBezTo>
                    <a:pt x="409" y="1076"/>
                    <a:pt x="413" y="1076"/>
                    <a:pt x="417" y="1076"/>
                  </a:cubicBezTo>
                  <a:cubicBezTo>
                    <a:pt x="417" y="1076"/>
                    <a:pt x="417" y="1076"/>
                    <a:pt x="417" y="1076"/>
                  </a:cubicBezTo>
                  <a:cubicBezTo>
                    <a:pt x="420" y="1076"/>
                    <a:pt x="423" y="1076"/>
                    <a:pt x="423" y="1077"/>
                  </a:cubicBezTo>
                  <a:cubicBezTo>
                    <a:pt x="424" y="1077"/>
                    <a:pt x="424" y="1077"/>
                    <a:pt x="424" y="1078"/>
                  </a:cubicBezTo>
                  <a:cubicBezTo>
                    <a:pt x="424" y="1080"/>
                    <a:pt x="422" y="1083"/>
                    <a:pt x="417" y="1086"/>
                  </a:cubicBezTo>
                  <a:moveTo>
                    <a:pt x="454" y="1088"/>
                  </a:moveTo>
                  <a:cubicBezTo>
                    <a:pt x="450" y="1091"/>
                    <a:pt x="444" y="1092"/>
                    <a:pt x="440" y="1092"/>
                  </a:cubicBezTo>
                  <a:cubicBezTo>
                    <a:pt x="438" y="1092"/>
                    <a:pt x="436" y="1092"/>
                    <a:pt x="436" y="1091"/>
                  </a:cubicBezTo>
                  <a:cubicBezTo>
                    <a:pt x="435" y="1091"/>
                    <a:pt x="435" y="1091"/>
                    <a:pt x="435" y="1090"/>
                  </a:cubicBezTo>
                  <a:cubicBezTo>
                    <a:pt x="435" y="1088"/>
                    <a:pt x="437" y="1084"/>
                    <a:pt x="441" y="1082"/>
                  </a:cubicBezTo>
                  <a:cubicBezTo>
                    <a:pt x="445" y="1079"/>
                    <a:pt x="451" y="1078"/>
                    <a:pt x="455" y="1078"/>
                  </a:cubicBezTo>
                  <a:cubicBezTo>
                    <a:pt x="455" y="1078"/>
                    <a:pt x="455" y="1078"/>
                    <a:pt x="455" y="1078"/>
                  </a:cubicBezTo>
                  <a:cubicBezTo>
                    <a:pt x="457" y="1078"/>
                    <a:pt x="459" y="1078"/>
                    <a:pt x="459" y="1079"/>
                  </a:cubicBezTo>
                  <a:cubicBezTo>
                    <a:pt x="459" y="1079"/>
                    <a:pt x="459" y="1079"/>
                    <a:pt x="459" y="1079"/>
                  </a:cubicBezTo>
                  <a:cubicBezTo>
                    <a:pt x="459" y="1079"/>
                    <a:pt x="459" y="1079"/>
                    <a:pt x="459" y="1079"/>
                  </a:cubicBezTo>
                  <a:cubicBezTo>
                    <a:pt x="459" y="1079"/>
                    <a:pt x="460" y="1079"/>
                    <a:pt x="460" y="1080"/>
                  </a:cubicBezTo>
                  <a:cubicBezTo>
                    <a:pt x="460" y="1082"/>
                    <a:pt x="458" y="1086"/>
                    <a:pt x="454" y="1088"/>
                  </a:cubicBezTo>
                  <a:moveTo>
                    <a:pt x="493" y="1086"/>
                  </a:moveTo>
                  <a:cubicBezTo>
                    <a:pt x="489" y="1090"/>
                    <a:pt x="482" y="1092"/>
                    <a:pt x="478" y="1092"/>
                  </a:cubicBezTo>
                  <a:cubicBezTo>
                    <a:pt x="477" y="1092"/>
                    <a:pt x="476" y="1092"/>
                    <a:pt x="475" y="1092"/>
                  </a:cubicBezTo>
                  <a:cubicBezTo>
                    <a:pt x="475" y="1091"/>
                    <a:pt x="475" y="1091"/>
                    <a:pt x="475" y="1090"/>
                  </a:cubicBezTo>
                  <a:cubicBezTo>
                    <a:pt x="475" y="1088"/>
                    <a:pt x="476" y="1084"/>
                    <a:pt x="480" y="1082"/>
                  </a:cubicBezTo>
                  <a:cubicBezTo>
                    <a:pt x="484" y="1078"/>
                    <a:pt x="491" y="1076"/>
                    <a:pt x="495" y="1076"/>
                  </a:cubicBezTo>
                  <a:cubicBezTo>
                    <a:pt x="496" y="1076"/>
                    <a:pt x="497" y="1076"/>
                    <a:pt x="497" y="1076"/>
                  </a:cubicBezTo>
                  <a:cubicBezTo>
                    <a:pt x="498" y="1077"/>
                    <a:pt x="498" y="1077"/>
                    <a:pt x="498" y="1078"/>
                  </a:cubicBezTo>
                  <a:cubicBezTo>
                    <a:pt x="498" y="1080"/>
                    <a:pt x="497" y="1084"/>
                    <a:pt x="493" y="1086"/>
                  </a:cubicBezTo>
                  <a:moveTo>
                    <a:pt x="532" y="1081"/>
                  </a:moveTo>
                  <a:cubicBezTo>
                    <a:pt x="532" y="1081"/>
                    <a:pt x="532" y="1081"/>
                    <a:pt x="532" y="1081"/>
                  </a:cubicBezTo>
                  <a:cubicBezTo>
                    <a:pt x="528" y="1086"/>
                    <a:pt x="520" y="1088"/>
                    <a:pt x="516" y="1088"/>
                  </a:cubicBezTo>
                  <a:cubicBezTo>
                    <a:pt x="515" y="1088"/>
                    <a:pt x="515" y="1088"/>
                    <a:pt x="515" y="1088"/>
                  </a:cubicBezTo>
                  <a:cubicBezTo>
                    <a:pt x="514" y="1087"/>
                    <a:pt x="514" y="1087"/>
                    <a:pt x="514" y="1085"/>
                  </a:cubicBezTo>
                  <a:cubicBezTo>
                    <a:pt x="514" y="1083"/>
                    <a:pt x="515" y="1080"/>
                    <a:pt x="518" y="1077"/>
                  </a:cubicBezTo>
                  <a:cubicBezTo>
                    <a:pt x="522" y="1073"/>
                    <a:pt x="530" y="1070"/>
                    <a:pt x="534" y="1070"/>
                  </a:cubicBezTo>
                  <a:cubicBezTo>
                    <a:pt x="534" y="1070"/>
                    <a:pt x="535" y="1070"/>
                    <a:pt x="535" y="1070"/>
                  </a:cubicBezTo>
                  <a:cubicBezTo>
                    <a:pt x="535" y="1070"/>
                    <a:pt x="536" y="1071"/>
                    <a:pt x="536" y="1073"/>
                  </a:cubicBezTo>
                  <a:cubicBezTo>
                    <a:pt x="536" y="1075"/>
                    <a:pt x="535" y="1078"/>
                    <a:pt x="532" y="1081"/>
                  </a:cubicBezTo>
                  <a:moveTo>
                    <a:pt x="568" y="1072"/>
                  </a:moveTo>
                  <a:cubicBezTo>
                    <a:pt x="563" y="1077"/>
                    <a:pt x="555" y="1081"/>
                    <a:pt x="552" y="1080"/>
                  </a:cubicBezTo>
                  <a:cubicBezTo>
                    <a:pt x="551" y="1080"/>
                    <a:pt x="551" y="1080"/>
                    <a:pt x="551" y="1080"/>
                  </a:cubicBezTo>
                  <a:cubicBezTo>
                    <a:pt x="551" y="1080"/>
                    <a:pt x="551" y="1080"/>
                    <a:pt x="550" y="1080"/>
                  </a:cubicBezTo>
                  <a:cubicBezTo>
                    <a:pt x="550" y="1079"/>
                    <a:pt x="550" y="1079"/>
                    <a:pt x="550" y="1078"/>
                  </a:cubicBezTo>
                  <a:cubicBezTo>
                    <a:pt x="550" y="1075"/>
                    <a:pt x="551" y="1072"/>
                    <a:pt x="553" y="1070"/>
                  </a:cubicBezTo>
                  <a:cubicBezTo>
                    <a:pt x="557" y="1064"/>
                    <a:pt x="566" y="1061"/>
                    <a:pt x="569" y="1061"/>
                  </a:cubicBezTo>
                  <a:cubicBezTo>
                    <a:pt x="569" y="1061"/>
                    <a:pt x="569" y="1061"/>
                    <a:pt x="569" y="1061"/>
                  </a:cubicBezTo>
                  <a:cubicBezTo>
                    <a:pt x="569" y="1061"/>
                    <a:pt x="569" y="1061"/>
                    <a:pt x="569" y="1061"/>
                  </a:cubicBezTo>
                  <a:cubicBezTo>
                    <a:pt x="570" y="1061"/>
                    <a:pt x="570" y="1061"/>
                    <a:pt x="570" y="1062"/>
                  </a:cubicBezTo>
                  <a:cubicBezTo>
                    <a:pt x="570" y="1062"/>
                    <a:pt x="571" y="1063"/>
                    <a:pt x="571" y="1064"/>
                  </a:cubicBezTo>
                  <a:cubicBezTo>
                    <a:pt x="571" y="1066"/>
                    <a:pt x="570" y="1069"/>
                    <a:pt x="568" y="1072"/>
                  </a:cubicBezTo>
                  <a:moveTo>
                    <a:pt x="604" y="1058"/>
                  </a:moveTo>
                  <a:cubicBezTo>
                    <a:pt x="602" y="1061"/>
                    <a:pt x="599" y="1064"/>
                    <a:pt x="596" y="1066"/>
                  </a:cubicBezTo>
                  <a:cubicBezTo>
                    <a:pt x="593" y="1068"/>
                    <a:pt x="590" y="1069"/>
                    <a:pt x="589" y="1069"/>
                  </a:cubicBezTo>
                  <a:cubicBezTo>
                    <a:pt x="589" y="1069"/>
                    <a:pt x="589" y="1069"/>
                    <a:pt x="589" y="1069"/>
                  </a:cubicBezTo>
                  <a:cubicBezTo>
                    <a:pt x="588" y="1069"/>
                    <a:pt x="588" y="1069"/>
                    <a:pt x="588" y="1068"/>
                  </a:cubicBezTo>
                  <a:cubicBezTo>
                    <a:pt x="587" y="1067"/>
                    <a:pt x="587" y="1066"/>
                    <a:pt x="587" y="1065"/>
                  </a:cubicBezTo>
                  <a:cubicBezTo>
                    <a:pt x="587" y="1063"/>
                    <a:pt x="588" y="1061"/>
                    <a:pt x="590" y="1058"/>
                  </a:cubicBezTo>
                  <a:cubicBezTo>
                    <a:pt x="592" y="1055"/>
                    <a:pt x="595" y="1052"/>
                    <a:pt x="598" y="1050"/>
                  </a:cubicBezTo>
                  <a:cubicBezTo>
                    <a:pt x="601" y="1049"/>
                    <a:pt x="604" y="1048"/>
                    <a:pt x="605" y="1048"/>
                  </a:cubicBezTo>
                  <a:cubicBezTo>
                    <a:pt x="605" y="1048"/>
                    <a:pt x="605" y="1048"/>
                    <a:pt x="605" y="1048"/>
                  </a:cubicBezTo>
                  <a:cubicBezTo>
                    <a:pt x="605" y="1048"/>
                    <a:pt x="605" y="1048"/>
                    <a:pt x="605" y="1048"/>
                  </a:cubicBezTo>
                  <a:cubicBezTo>
                    <a:pt x="605" y="1048"/>
                    <a:pt x="606" y="1048"/>
                    <a:pt x="606" y="1049"/>
                  </a:cubicBezTo>
                  <a:cubicBezTo>
                    <a:pt x="606" y="1049"/>
                    <a:pt x="607" y="1050"/>
                    <a:pt x="607" y="1051"/>
                  </a:cubicBezTo>
                  <a:cubicBezTo>
                    <a:pt x="607" y="1053"/>
                    <a:pt x="606" y="1056"/>
                    <a:pt x="604" y="1058"/>
                  </a:cubicBezTo>
                  <a:moveTo>
                    <a:pt x="639" y="1042"/>
                  </a:moveTo>
                  <a:cubicBezTo>
                    <a:pt x="639" y="1042"/>
                    <a:pt x="639" y="1042"/>
                    <a:pt x="639" y="1042"/>
                  </a:cubicBezTo>
                  <a:cubicBezTo>
                    <a:pt x="638" y="1045"/>
                    <a:pt x="635" y="1048"/>
                    <a:pt x="632" y="1050"/>
                  </a:cubicBezTo>
                  <a:cubicBezTo>
                    <a:pt x="629" y="1052"/>
                    <a:pt x="626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4" y="1053"/>
                    <a:pt x="624" y="1052"/>
                  </a:cubicBezTo>
                  <a:cubicBezTo>
                    <a:pt x="623" y="1052"/>
                    <a:pt x="623" y="1051"/>
                    <a:pt x="623" y="1049"/>
                  </a:cubicBezTo>
                  <a:cubicBezTo>
                    <a:pt x="623" y="1047"/>
                    <a:pt x="624" y="1045"/>
                    <a:pt x="625" y="1042"/>
                  </a:cubicBezTo>
                  <a:cubicBezTo>
                    <a:pt x="627" y="1039"/>
                    <a:pt x="630" y="1036"/>
                    <a:pt x="633" y="1034"/>
                  </a:cubicBezTo>
                  <a:cubicBezTo>
                    <a:pt x="635" y="1032"/>
                    <a:pt x="638" y="1031"/>
                    <a:pt x="639" y="1031"/>
                  </a:cubicBezTo>
                  <a:cubicBezTo>
                    <a:pt x="639" y="1031"/>
                    <a:pt x="639" y="1031"/>
                    <a:pt x="639" y="1031"/>
                  </a:cubicBezTo>
                  <a:cubicBezTo>
                    <a:pt x="639" y="1031"/>
                    <a:pt x="639" y="1031"/>
                    <a:pt x="639" y="1031"/>
                  </a:cubicBezTo>
                  <a:cubicBezTo>
                    <a:pt x="640" y="1031"/>
                    <a:pt x="640" y="1031"/>
                    <a:pt x="640" y="1032"/>
                  </a:cubicBezTo>
                  <a:cubicBezTo>
                    <a:pt x="641" y="1032"/>
                    <a:pt x="641" y="1034"/>
                    <a:pt x="641" y="1035"/>
                  </a:cubicBezTo>
                  <a:cubicBezTo>
                    <a:pt x="641" y="1037"/>
                    <a:pt x="641" y="1039"/>
                    <a:pt x="639" y="1042"/>
                  </a:cubicBezTo>
                  <a:moveTo>
                    <a:pt x="671" y="1023"/>
                  </a:moveTo>
                  <a:cubicBezTo>
                    <a:pt x="670" y="1026"/>
                    <a:pt x="667" y="1030"/>
                    <a:pt x="664" y="1032"/>
                  </a:cubicBezTo>
                  <a:cubicBezTo>
                    <a:pt x="664" y="1032"/>
                    <a:pt x="664" y="1032"/>
                    <a:pt x="663" y="1033"/>
                  </a:cubicBezTo>
                  <a:cubicBezTo>
                    <a:pt x="661" y="1035"/>
                    <a:pt x="659" y="1036"/>
                    <a:pt x="658" y="1036"/>
                  </a:cubicBezTo>
                  <a:cubicBezTo>
                    <a:pt x="658" y="1036"/>
                    <a:pt x="658" y="1036"/>
                    <a:pt x="658" y="1036"/>
                  </a:cubicBezTo>
                  <a:cubicBezTo>
                    <a:pt x="658" y="1036"/>
                    <a:pt x="658" y="1036"/>
                    <a:pt x="658" y="1036"/>
                  </a:cubicBezTo>
                  <a:cubicBezTo>
                    <a:pt x="657" y="1036"/>
                    <a:pt x="657" y="1036"/>
                    <a:pt x="656" y="1035"/>
                  </a:cubicBezTo>
                  <a:cubicBezTo>
                    <a:pt x="656" y="1034"/>
                    <a:pt x="655" y="1032"/>
                    <a:pt x="655" y="1030"/>
                  </a:cubicBezTo>
                  <a:cubicBezTo>
                    <a:pt x="655" y="1029"/>
                    <a:pt x="656" y="1027"/>
                    <a:pt x="657" y="1025"/>
                  </a:cubicBezTo>
                  <a:cubicBezTo>
                    <a:pt x="658" y="1021"/>
                    <a:pt x="661" y="1018"/>
                    <a:pt x="663" y="1016"/>
                  </a:cubicBezTo>
                  <a:cubicBezTo>
                    <a:pt x="666" y="1014"/>
                    <a:pt x="669" y="1012"/>
                    <a:pt x="670" y="1012"/>
                  </a:cubicBezTo>
                  <a:cubicBezTo>
                    <a:pt x="670" y="1012"/>
                    <a:pt x="670" y="1012"/>
                    <a:pt x="670" y="1012"/>
                  </a:cubicBezTo>
                  <a:cubicBezTo>
                    <a:pt x="670" y="1012"/>
                    <a:pt x="670" y="1012"/>
                    <a:pt x="670" y="1012"/>
                  </a:cubicBezTo>
                  <a:cubicBezTo>
                    <a:pt x="670" y="1012"/>
                    <a:pt x="671" y="1012"/>
                    <a:pt x="671" y="1013"/>
                  </a:cubicBezTo>
                  <a:cubicBezTo>
                    <a:pt x="672" y="1014"/>
                    <a:pt x="672" y="1015"/>
                    <a:pt x="672" y="1017"/>
                  </a:cubicBezTo>
                  <a:cubicBezTo>
                    <a:pt x="672" y="1019"/>
                    <a:pt x="672" y="1021"/>
                    <a:pt x="671" y="1023"/>
                  </a:cubicBezTo>
                  <a:moveTo>
                    <a:pt x="703" y="1000"/>
                  </a:moveTo>
                  <a:cubicBezTo>
                    <a:pt x="702" y="1003"/>
                    <a:pt x="699" y="1007"/>
                    <a:pt x="697" y="1010"/>
                  </a:cubicBezTo>
                  <a:cubicBezTo>
                    <a:pt x="694" y="1012"/>
                    <a:pt x="691" y="1014"/>
                    <a:pt x="690" y="1014"/>
                  </a:cubicBezTo>
                  <a:cubicBezTo>
                    <a:pt x="690" y="1014"/>
                    <a:pt x="690" y="1014"/>
                    <a:pt x="690" y="1014"/>
                  </a:cubicBezTo>
                  <a:cubicBezTo>
                    <a:pt x="690" y="1014"/>
                    <a:pt x="689" y="1014"/>
                    <a:pt x="689" y="1013"/>
                  </a:cubicBezTo>
                  <a:cubicBezTo>
                    <a:pt x="688" y="1012"/>
                    <a:pt x="688" y="1010"/>
                    <a:pt x="688" y="1008"/>
                  </a:cubicBezTo>
                  <a:cubicBezTo>
                    <a:pt x="688" y="1006"/>
                    <a:pt x="688" y="1005"/>
                    <a:pt x="689" y="1003"/>
                  </a:cubicBezTo>
                  <a:cubicBezTo>
                    <a:pt x="690" y="1000"/>
                    <a:pt x="692" y="996"/>
                    <a:pt x="694" y="994"/>
                  </a:cubicBezTo>
                  <a:cubicBezTo>
                    <a:pt x="697" y="991"/>
                    <a:pt x="700" y="990"/>
                    <a:pt x="701" y="989"/>
                  </a:cubicBezTo>
                  <a:cubicBezTo>
                    <a:pt x="701" y="989"/>
                    <a:pt x="701" y="989"/>
                    <a:pt x="701" y="989"/>
                  </a:cubicBezTo>
                  <a:cubicBezTo>
                    <a:pt x="701" y="989"/>
                    <a:pt x="702" y="990"/>
                    <a:pt x="702" y="991"/>
                  </a:cubicBezTo>
                  <a:cubicBezTo>
                    <a:pt x="703" y="992"/>
                    <a:pt x="703" y="993"/>
                    <a:pt x="703" y="995"/>
                  </a:cubicBezTo>
                  <a:cubicBezTo>
                    <a:pt x="703" y="997"/>
                    <a:pt x="703" y="998"/>
                    <a:pt x="703" y="1000"/>
                  </a:cubicBezTo>
                  <a:moveTo>
                    <a:pt x="732" y="974"/>
                  </a:moveTo>
                  <a:cubicBezTo>
                    <a:pt x="732" y="974"/>
                    <a:pt x="732" y="974"/>
                    <a:pt x="732" y="974"/>
                  </a:cubicBezTo>
                  <a:cubicBezTo>
                    <a:pt x="731" y="978"/>
                    <a:pt x="729" y="982"/>
                    <a:pt x="727" y="984"/>
                  </a:cubicBezTo>
                  <a:cubicBezTo>
                    <a:pt x="725" y="987"/>
                    <a:pt x="722" y="989"/>
                    <a:pt x="721" y="989"/>
                  </a:cubicBezTo>
                  <a:cubicBezTo>
                    <a:pt x="721" y="989"/>
                    <a:pt x="721" y="989"/>
                    <a:pt x="721" y="989"/>
                  </a:cubicBezTo>
                  <a:cubicBezTo>
                    <a:pt x="721" y="989"/>
                    <a:pt x="720" y="989"/>
                    <a:pt x="719" y="988"/>
                  </a:cubicBezTo>
                  <a:cubicBezTo>
                    <a:pt x="718" y="987"/>
                    <a:pt x="718" y="985"/>
                    <a:pt x="718" y="982"/>
                  </a:cubicBezTo>
                  <a:cubicBezTo>
                    <a:pt x="718" y="981"/>
                    <a:pt x="718" y="980"/>
                    <a:pt x="718" y="979"/>
                  </a:cubicBezTo>
                  <a:cubicBezTo>
                    <a:pt x="719" y="975"/>
                    <a:pt x="721" y="972"/>
                    <a:pt x="723" y="969"/>
                  </a:cubicBezTo>
                  <a:cubicBezTo>
                    <a:pt x="726" y="966"/>
                    <a:pt x="728" y="964"/>
                    <a:pt x="729" y="964"/>
                  </a:cubicBezTo>
                  <a:cubicBezTo>
                    <a:pt x="729" y="964"/>
                    <a:pt x="729" y="964"/>
                    <a:pt x="729" y="964"/>
                  </a:cubicBezTo>
                  <a:cubicBezTo>
                    <a:pt x="729" y="964"/>
                    <a:pt x="729" y="964"/>
                    <a:pt x="729" y="964"/>
                  </a:cubicBezTo>
                  <a:cubicBezTo>
                    <a:pt x="730" y="964"/>
                    <a:pt x="730" y="964"/>
                    <a:pt x="731" y="965"/>
                  </a:cubicBezTo>
                  <a:cubicBezTo>
                    <a:pt x="732" y="967"/>
                    <a:pt x="733" y="969"/>
                    <a:pt x="732" y="971"/>
                  </a:cubicBezTo>
                  <a:cubicBezTo>
                    <a:pt x="732" y="972"/>
                    <a:pt x="732" y="973"/>
                    <a:pt x="732" y="974"/>
                  </a:cubicBezTo>
                  <a:moveTo>
                    <a:pt x="758" y="948"/>
                  </a:moveTo>
                  <a:cubicBezTo>
                    <a:pt x="757" y="952"/>
                    <a:pt x="756" y="956"/>
                    <a:pt x="754" y="959"/>
                  </a:cubicBezTo>
                  <a:cubicBezTo>
                    <a:pt x="752" y="962"/>
                    <a:pt x="749" y="964"/>
                    <a:pt x="748" y="964"/>
                  </a:cubicBezTo>
                  <a:cubicBezTo>
                    <a:pt x="748" y="964"/>
                    <a:pt x="748" y="964"/>
                    <a:pt x="748" y="964"/>
                  </a:cubicBezTo>
                  <a:cubicBezTo>
                    <a:pt x="747" y="964"/>
                    <a:pt x="746" y="964"/>
                    <a:pt x="746" y="962"/>
                  </a:cubicBezTo>
                  <a:cubicBezTo>
                    <a:pt x="745" y="961"/>
                    <a:pt x="744" y="959"/>
                    <a:pt x="744" y="956"/>
                  </a:cubicBezTo>
                  <a:cubicBezTo>
                    <a:pt x="744" y="955"/>
                    <a:pt x="744" y="954"/>
                    <a:pt x="744" y="954"/>
                  </a:cubicBezTo>
                  <a:cubicBezTo>
                    <a:pt x="745" y="950"/>
                    <a:pt x="747" y="946"/>
                    <a:pt x="749" y="943"/>
                  </a:cubicBezTo>
                  <a:cubicBezTo>
                    <a:pt x="751" y="940"/>
                    <a:pt x="753" y="938"/>
                    <a:pt x="754" y="938"/>
                  </a:cubicBezTo>
                  <a:cubicBezTo>
                    <a:pt x="754" y="938"/>
                    <a:pt x="754" y="938"/>
                    <a:pt x="754" y="938"/>
                  </a:cubicBezTo>
                  <a:cubicBezTo>
                    <a:pt x="754" y="938"/>
                    <a:pt x="754" y="938"/>
                    <a:pt x="754" y="938"/>
                  </a:cubicBezTo>
                  <a:cubicBezTo>
                    <a:pt x="755" y="938"/>
                    <a:pt x="756" y="938"/>
                    <a:pt x="757" y="940"/>
                  </a:cubicBezTo>
                  <a:cubicBezTo>
                    <a:pt x="757" y="941"/>
                    <a:pt x="758" y="943"/>
                    <a:pt x="758" y="946"/>
                  </a:cubicBezTo>
                  <a:cubicBezTo>
                    <a:pt x="758" y="947"/>
                    <a:pt x="758" y="948"/>
                    <a:pt x="758" y="948"/>
                  </a:cubicBezTo>
                  <a:moveTo>
                    <a:pt x="783" y="918"/>
                  </a:moveTo>
                  <a:cubicBezTo>
                    <a:pt x="783" y="922"/>
                    <a:pt x="781" y="926"/>
                    <a:pt x="780" y="929"/>
                  </a:cubicBezTo>
                  <a:cubicBezTo>
                    <a:pt x="778" y="932"/>
                    <a:pt x="776" y="935"/>
                    <a:pt x="775" y="935"/>
                  </a:cubicBezTo>
                  <a:cubicBezTo>
                    <a:pt x="774" y="935"/>
                    <a:pt x="774" y="935"/>
                    <a:pt x="774" y="935"/>
                  </a:cubicBezTo>
                  <a:cubicBezTo>
                    <a:pt x="774" y="935"/>
                    <a:pt x="773" y="934"/>
                    <a:pt x="772" y="933"/>
                  </a:cubicBezTo>
                  <a:cubicBezTo>
                    <a:pt x="771" y="931"/>
                    <a:pt x="770" y="929"/>
                    <a:pt x="770" y="926"/>
                  </a:cubicBezTo>
                  <a:cubicBezTo>
                    <a:pt x="770" y="926"/>
                    <a:pt x="770" y="925"/>
                    <a:pt x="770" y="925"/>
                  </a:cubicBezTo>
                  <a:cubicBezTo>
                    <a:pt x="770" y="921"/>
                    <a:pt x="772" y="917"/>
                    <a:pt x="773" y="914"/>
                  </a:cubicBezTo>
                  <a:cubicBezTo>
                    <a:pt x="775" y="911"/>
                    <a:pt x="777" y="909"/>
                    <a:pt x="778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80" y="909"/>
                    <a:pt x="781" y="910"/>
                  </a:cubicBezTo>
                  <a:cubicBezTo>
                    <a:pt x="782" y="912"/>
                    <a:pt x="783" y="914"/>
                    <a:pt x="783" y="917"/>
                  </a:cubicBezTo>
                  <a:cubicBezTo>
                    <a:pt x="783" y="918"/>
                    <a:pt x="783" y="918"/>
                    <a:pt x="783" y="918"/>
                  </a:cubicBezTo>
                  <a:moveTo>
                    <a:pt x="806" y="888"/>
                  </a:moveTo>
                  <a:cubicBezTo>
                    <a:pt x="806" y="891"/>
                    <a:pt x="804" y="895"/>
                    <a:pt x="803" y="898"/>
                  </a:cubicBezTo>
                  <a:cubicBezTo>
                    <a:pt x="801" y="901"/>
                    <a:pt x="799" y="903"/>
                    <a:pt x="798" y="904"/>
                  </a:cubicBezTo>
                  <a:cubicBezTo>
                    <a:pt x="798" y="904"/>
                    <a:pt x="798" y="904"/>
                    <a:pt x="798" y="904"/>
                  </a:cubicBezTo>
                  <a:cubicBezTo>
                    <a:pt x="797" y="904"/>
                    <a:pt x="796" y="903"/>
                    <a:pt x="795" y="901"/>
                  </a:cubicBezTo>
                  <a:cubicBezTo>
                    <a:pt x="794" y="900"/>
                    <a:pt x="793" y="897"/>
                    <a:pt x="793" y="894"/>
                  </a:cubicBezTo>
                  <a:cubicBezTo>
                    <a:pt x="793" y="890"/>
                    <a:pt x="794" y="887"/>
                    <a:pt x="796" y="883"/>
                  </a:cubicBezTo>
                  <a:cubicBezTo>
                    <a:pt x="797" y="880"/>
                    <a:pt x="799" y="878"/>
                    <a:pt x="800" y="877"/>
                  </a:cubicBezTo>
                  <a:cubicBezTo>
                    <a:pt x="801" y="877"/>
                    <a:pt x="801" y="877"/>
                    <a:pt x="801" y="877"/>
                  </a:cubicBezTo>
                  <a:cubicBezTo>
                    <a:pt x="801" y="877"/>
                    <a:pt x="801" y="877"/>
                    <a:pt x="801" y="877"/>
                  </a:cubicBezTo>
                  <a:cubicBezTo>
                    <a:pt x="801" y="877"/>
                    <a:pt x="803" y="878"/>
                    <a:pt x="804" y="879"/>
                  </a:cubicBezTo>
                  <a:cubicBezTo>
                    <a:pt x="805" y="881"/>
                    <a:pt x="806" y="883"/>
                    <a:pt x="806" y="887"/>
                  </a:cubicBezTo>
                  <a:lnTo>
                    <a:pt x="806" y="888"/>
                  </a:lnTo>
                  <a:close/>
                  <a:moveTo>
                    <a:pt x="823" y="867"/>
                  </a:moveTo>
                  <a:cubicBezTo>
                    <a:pt x="822" y="870"/>
                    <a:pt x="820" y="873"/>
                    <a:pt x="819" y="873"/>
                  </a:cubicBezTo>
                  <a:cubicBezTo>
                    <a:pt x="819" y="873"/>
                    <a:pt x="819" y="873"/>
                    <a:pt x="818" y="873"/>
                  </a:cubicBezTo>
                  <a:cubicBezTo>
                    <a:pt x="818" y="873"/>
                    <a:pt x="817" y="873"/>
                    <a:pt x="815" y="871"/>
                  </a:cubicBezTo>
                  <a:cubicBezTo>
                    <a:pt x="814" y="869"/>
                    <a:pt x="813" y="867"/>
                    <a:pt x="813" y="864"/>
                  </a:cubicBezTo>
                  <a:cubicBezTo>
                    <a:pt x="813" y="863"/>
                    <a:pt x="813" y="862"/>
                    <a:pt x="813" y="862"/>
                  </a:cubicBezTo>
                  <a:cubicBezTo>
                    <a:pt x="813" y="858"/>
                    <a:pt x="814" y="855"/>
                    <a:pt x="815" y="852"/>
                  </a:cubicBezTo>
                  <a:cubicBezTo>
                    <a:pt x="817" y="849"/>
                    <a:pt x="818" y="847"/>
                    <a:pt x="819" y="846"/>
                  </a:cubicBezTo>
                  <a:cubicBezTo>
                    <a:pt x="819" y="846"/>
                    <a:pt x="819" y="846"/>
                    <a:pt x="820" y="846"/>
                  </a:cubicBezTo>
                  <a:cubicBezTo>
                    <a:pt x="820" y="846"/>
                    <a:pt x="820" y="846"/>
                    <a:pt x="820" y="846"/>
                  </a:cubicBezTo>
                  <a:cubicBezTo>
                    <a:pt x="820" y="846"/>
                    <a:pt x="822" y="847"/>
                    <a:pt x="823" y="848"/>
                  </a:cubicBezTo>
                  <a:cubicBezTo>
                    <a:pt x="824" y="850"/>
                    <a:pt x="825" y="852"/>
                    <a:pt x="825" y="855"/>
                  </a:cubicBezTo>
                  <a:cubicBezTo>
                    <a:pt x="825" y="856"/>
                    <a:pt x="825" y="857"/>
                    <a:pt x="825" y="857"/>
                  </a:cubicBezTo>
                  <a:cubicBezTo>
                    <a:pt x="825" y="861"/>
                    <a:pt x="824" y="864"/>
                    <a:pt x="823" y="867"/>
                  </a:cubicBezTo>
                  <a:moveTo>
                    <a:pt x="841" y="834"/>
                  </a:moveTo>
                  <a:cubicBezTo>
                    <a:pt x="840" y="836"/>
                    <a:pt x="839" y="838"/>
                    <a:pt x="838" y="839"/>
                  </a:cubicBezTo>
                  <a:cubicBezTo>
                    <a:pt x="838" y="839"/>
                    <a:pt x="838" y="839"/>
                    <a:pt x="838" y="839"/>
                  </a:cubicBezTo>
                  <a:cubicBezTo>
                    <a:pt x="838" y="839"/>
                    <a:pt x="838" y="839"/>
                    <a:pt x="838" y="839"/>
                  </a:cubicBezTo>
                  <a:cubicBezTo>
                    <a:pt x="837" y="839"/>
                    <a:pt x="836" y="838"/>
                    <a:pt x="834" y="837"/>
                  </a:cubicBezTo>
                  <a:cubicBezTo>
                    <a:pt x="833" y="835"/>
                    <a:pt x="832" y="833"/>
                    <a:pt x="832" y="830"/>
                  </a:cubicBezTo>
                  <a:cubicBezTo>
                    <a:pt x="832" y="829"/>
                    <a:pt x="832" y="828"/>
                    <a:pt x="832" y="827"/>
                  </a:cubicBezTo>
                  <a:cubicBezTo>
                    <a:pt x="832" y="824"/>
                    <a:pt x="832" y="820"/>
                    <a:pt x="833" y="818"/>
                  </a:cubicBezTo>
                  <a:cubicBezTo>
                    <a:pt x="834" y="815"/>
                    <a:pt x="836" y="813"/>
                    <a:pt x="837" y="812"/>
                  </a:cubicBezTo>
                  <a:cubicBezTo>
                    <a:pt x="837" y="812"/>
                    <a:pt x="837" y="812"/>
                    <a:pt x="837" y="812"/>
                  </a:cubicBezTo>
                  <a:cubicBezTo>
                    <a:pt x="838" y="812"/>
                    <a:pt x="842" y="815"/>
                    <a:pt x="843" y="821"/>
                  </a:cubicBezTo>
                  <a:cubicBezTo>
                    <a:pt x="843" y="822"/>
                    <a:pt x="843" y="823"/>
                    <a:pt x="843" y="825"/>
                  </a:cubicBezTo>
                  <a:cubicBezTo>
                    <a:pt x="843" y="828"/>
                    <a:pt x="842" y="831"/>
                    <a:pt x="841" y="834"/>
                  </a:cubicBezTo>
                  <a:moveTo>
                    <a:pt x="847" y="769"/>
                  </a:moveTo>
                  <a:cubicBezTo>
                    <a:pt x="845" y="775"/>
                    <a:pt x="843" y="781"/>
                    <a:pt x="841" y="790"/>
                  </a:cubicBezTo>
                  <a:cubicBezTo>
                    <a:pt x="841" y="790"/>
                    <a:pt x="841" y="790"/>
                    <a:pt x="841" y="790"/>
                  </a:cubicBezTo>
                  <a:cubicBezTo>
                    <a:pt x="841" y="792"/>
                    <a:pt x="841" y="792"/>
                    <a:pt x="841" y="792"/>
                  </a:cubicBezTo>
                  <a:cubicBezTo>
                    <a:pt x="840" y="792"/>
                    <a:pt x="840" y="792"/>
                    <a:pt x="840" y="792"/>
                  </a:cubicBezTo>
                  <a:cubicBezTo>
                    <a:pt x="835" y="799"/>
                    <a:pt x="829" y="808"/>
                    <a:pt x="826" y="823"/>
                  </a:cubicBezTo>
                  <a:cubicBezTo>
                    <a:pt x="826" y="824"/>
                    <a:pt x="826" y="824"/>
                    <a:pt x="826" y="824"/>
                  </a:cubicBezTo>
                  <a:cubicBezTo>
                    <a:pt x="825" y="825"/>
                    <a:pt x="825" y="825"/>
                    <a:pt x="825" y="825"/>
                  </a:cubicBezTo>
                  <a:cubicBezTo>
                    <a:pt x="825" y="826"/>
                    <a:pt x="825" y="826"/>
                    <a:pt x="825" y="826"/>
                  </a:cubicBezTo>
                  <a:cubicBezTo>
                    <a:pt x="818" y="831"/>
                    <a:pt x="813" y="840"/>
                    <a:pt x="808" y="855"/>
                  </a:cubicBezTo>
                  <a:cubicBezTo>
                    <a:pt x="808" y="856"/>
                    <a:pt x="808" y="856"/>
                    <a:pt x="808" y="856"/>
                  </a:cubicBezTo>
                  <a:cubicBezTo>
                    <a:pt x="807" y="857"/>
                    <a:pt x="807" y="857"/>
                    <a:pt x="807" y="857"/>
                  </a:cubicBezTo>
                  <a:cubicBezTo>
                    <a:pt x="807" y="858"/>
                    <a:pt x="807" y="858"/>
                    <a:pt x="807" y="858"/>
                  </a:cubicBezTo>
                  <a:cubicBezTo>
                    <a:pt x="804" y="860"/>
                    <a:pt x="801" y="863"/>
                    <a:pt x="798" y="867"/>
                  </a:cubicBezTo>
                  <a:cubicBezTo>
                    <a:pt x="799" y="867"/>
                    <a:pt x="799" y="867"/>
                    <a:pt x="799" y="867"/>
                  </a:cubicBezTo>
                  <a:cubicBezTo>
                    <a:pt x="797" y="869"/>
                    <a:pt x="797" y="869"/>
                    <a:pt x="797" y="869"/>
                  </a:cubicBezTo>
                  <a:cubicBezTo>
                    <a:pt x="794" y="874"/>
                    <a:pt x="791" y="880"/>
                    <a:pt x="788" y="888"/>
                  </a:cubicBezTo>
                  <a:cubicBezTo>
                    <a:pt x="788" y="888"/>
                    <a:pt x="788" y="888"/>
                    <a:pt x="788" y="888"/>
                  </a:cubicBezTo>
                  <a:cubicBezTo>
                    <a:pt x="787" y="890"/>
                    <a:pt x="787" y="890"/>
                    <a:pt x="787" y="890"/>
                  </a:cubicBezTo>
                  <a:cubicBezTo>
                    <a:pt x="786" y="890"/>
                    <a:pt x="786" y="890"/>
                    <a:pt x="786" y="890"/>
                  </a:cubicBezTo>
                  <a:cubicBezTo>
                    <a:pt x="779" y="895"/>
                    <a:pt x="773" y="903"/>
                    <a:pt x="766" y="917"/>
                  </a:cubicBezTo>
                  <a:cubicBezTo>
                    <a:pt x="766" y="917"/>
                    <a:pt x="766" y="917"/>
                    <a:pt x="766" y="917"/>
                  </a:cubicBezTo>
                  <a:cubicBezTo>
                    <a:pt x="765" y="919"/>
                    <a:pt x="765" y="919"/>
                    <a:pt x="765" y="919"/>
                  </a:cubicBezTo>
                  <a:cubicBezTo>
                    <a:pt x="764" y="919"/>
                    <a:pt x="764" y="919"/>
                    <a:pt x="764" y="919"/>
                  </a:cubicBezTo>
                  <a:cubicBezTo>
                    <a:pt x="757" y="923"/>
                    <a:pt x="750" y="931"/>
                    <a:pt x="742" y="945"/>
                  </a:cubicBezTo>
                  <a:cubicBezTo>
                    <a:pt x="742" y="945"/>
                    <a:pt x="742" y="945"/>
                    <a:pt x="742" y="945"/>
                  </a:cubicBezTo>
                  <a:cubicBezTo>
                    <a:pt x="741" y="946"/>
                    <a:pt x="741" y="946"/>
                    <a:pt x="741" y="946"/>
                  </a:cubicBezTo>
                  <a:cubicBezTo>
                    <a:pt x="740" y="947"/>
                    <a:pt x="740" y="947"/>
                    <a:pt x="740" y="947"/>
                  </a:cubicBezTo>
                  <a:cubicBezTo>
                    <a:pt x="737" y="948"/>
                    <a:pt x="733" y="951"/>
                    <a:pt x="730" y="954"/>
                  </a:cubicBezTo>
                  <a:cubicBezTo>
                    <a:pt x="730" y="954"/>
                    <a:pt x="730" y="954"/>
                    <a:pt x="730" y="954"/>
                  </a:cubicBezTo>
                  <a:cubicBezTo>
                    <a:pt x="728" y="955"/>
                    <a:pt x="728" y="955"/>
                    <a:pt x="728" y="955"/>
                  </a:cubicBezTo>
                  <a:cubicBezTo>
                    <a:pt x="724" y="959"/>
                    <a:pt x="719" y="964"/>
                    <a:pt x="715" y="972"/>
                  </a:cubicBezTo>
                  <a:cubicBezTo>
                    <a:pt x="715" y="972"/>
                    <a:pt x="715" y="972"/>
                    <a:pt x="715" y="972"/>
                  </a:cubicBezTo>
                  <a:cubicBezTo>
                    <a:pt x="713" y="973"/>
                    <a:pt x="713" y="973"/>
                    <a:pt x="713" y="973"/>
                  </a:cubicBezTo>
                  <a:cubicBezTo>
                    <a:pt x="713" y="973"/>
                    <a:pt x="713" y="973"/>
                    <a:pt x="713" y="973"/>
                  </a:cubicBezTo>
                  <a:cubicBezTo>
                    <a:pt x="705" y="976"/>
                    <a:pt x="697" y="983"/>
                    <a:pt x="687" y="995"/>
                  </a:cubicBezTo>
                  <a:cubicBezTo>
                    <a:pt x="687" y="995"/>
                    <a:pt x="687" y="995"/>
                    <a:pt x="687" y="995"/>
                  </a:cubicBezTo>
                  <a:cubicBezTo>
                    <a:pt x="685" y="996"/>
                    <a:pt x="685" y="996"/>
                    <a:pt x="685" y="996"/>
                  </a:cubicBezTo>
                  <a:cubicBezTo>
                    <a:pt x="685" y="996"/>
                    <a:pt x="685" y="996"/>
                    <a:pt x="685" y="996"/>
                  </a:cubicBezTo>
                  <a:cubicBezTo>
                    <a:pt x="677" y="999"/>
                    <a:pt x="668" y="1004"/>
                    <a:pt x="657" y="1016"/>
                  </a:cubicBezTo>
                  <a:cubicBezTo>
                    <a:pt x="657" y="1016"/>
                    <a:pt x="657" y="1016"/>
                    <a:pt x="657" y="1016"/>
                  </a:cubicBezTo>
                  <a:cubicBezTo>
                    <a:pt x="655" y="1017"/>
                    <a:pt x="655" y="1017"/>
                    <a:pt x="655" y="1017"/>
                  </a:cubicBezTo>
                  <a:cubicBezTo>
                    <a:pt x="655" y="1017"/>
                    <a:pt x="655" y="1017"/>
                    <a:pt x="655" y="1017"/>
                  </a:cubicBezTo>
                  <a:cubicBezTo>
                    <a:pt x="650" y="1018"/>
                    <a:pt x="646" y="1020"/>
                    <a:pt x="641" y="1022"/>
                  </a:cubicBezTo>
                  <a:cubicBezTo>
                    <a:pt x="641" y="1023"/>
                    <a:pt x="641" y="1023"/>
                    <a:pt x="641" y="1023"/>
                  </a:cubicBezTo>
                  <a:cubicBezTo>
                    <a:pt x="636" y="1025"/>
                    <a:pt x="630" y="1029"/>
                    <a:pt x="624" y="1035"/>
                  </a:cubicBezTo>
                  <a:cubicBezTo>
                    <a:pt x="624" y="1035"/>
                    <a:pt x="624" y="1035"/>
                    <a:pt x="624" y="1035"/>
                  </a:cubicBezTo>
                  <a:cubicBezTo>
                    <a:pt x="622" y="1036"/>
                    <a:pt x="622" y="1036"/>
                    <a:pt x="622" y="1036"/>
                  </a:cubicBezTo>
                  <a:cubicBezTo>
                    <a:pt x="622" y="1036"/>
                    <a:pt x="622" y="1036"/>
                    <a:pt x="622" y="1036"/>
                  </a:cubicBezTo>
                  <a:cubicBezTo>
                    <a:pt x="613" y="1036"/>
                    <a:pt x="604" y="1040"/>
                    <a:pt x="591" y="1049"/>
                  </a:cubicBezTo>
                  <a:cubicBezTo>
                    <a:pt x="591" y="1050"/>
                    <a:pt x="591" y="1050"/>
                    <a:pt x="591" y="1050"/>
                  </a:cubicBezTo>
                  <a:cubicBezTo>
                    <a:pt x="589" y="1050"/>
                    <a:pt x="589" y="1050"/>
                    <a:pt x="589" y="1050"/>
                  </a:cubicBezTo>
                  <a:cubicBezTo>
                    <a:pt x="588" y="1050"/>
                    <a:pt x="588" y="1050"/>
                    <a:pt x="588" y="1050"/>
                  </a:cubicBezTo>
                  <a:cubicBezTo>
                    <a:pt x="580" y="1050"/>
                    <a:pt x="570" y="1053"/>
                    <a:pt x="557" y="1061"/>
                  </a:cubicBezTo>
                  <a:cubicBezTo>
                    <a:pt x="556" y="1061"/>
                    <a:pt x="556" y="1061"/>
                    <a:pt x="556" y="1061"/>
                  </a:cubicBezTo>
                  <a:cubicBezTo>
                    <a:pt x="554" y="1062"/>
                    <a:pt x="554" y="1062"/>
                    <a:pt x="554" y="1062"/>
                  </a:cubicBezTo>
                  <a:cubicBezTo>
                    <a:pt x="554" y="1062"/>
                    <a:pt x="554" y="1062"/>
                    <a:pt x="554" y="1062"/>
                  </a:cubicBezTo>
                  <a:cubicBezTo>
                    <a:pt x="553" y="1062"/>
                    <a:pt x="552" y="1062"/>
                    <a:pt x="551" y="1062"/>
                  </a:cubicBezTo>
                  <a:cubicBezTo>
                    <a:pt x="548" y="1062"/>
                    <a:pt x="545" y="1062"/>
                    <a:pt x="542" y="1062"/>
                  </a:cubicBezTo>
                  <a:cubicBezTo>
                    <a:pt x="542" y="1063"/>
                    <a:pt x="542" y="1063"/>
                    <a:pt x="542" y="1063"/>
                  </a:cubicBezTo>
                  <a:cubicBezTo>
                    <a:pt x="539" y="1063"/>
                    <a:pt x="539" y="1063"/>
                    <a:pt x="539" y="1063"/>
                  </a:cubicBezTo>
                  <a:cubicBezTo>
                    <a:pt x="534" y="1064"/>
                    <a:pt x="527" y="1066"/>
                    <a:pt x="520" y="1070"/>
                  </a:cubicBezTo>
                  <a:cubicBezTo>
                    <a:pt x="519" y="1070"/>
                    <a:pt x="519" y="1070"/>
                    <a:pt x="519" y="1070"/>
                  </a:cubicBezTo>
                  <a:cubicBezTo>
                    <a:pt x="517" y="1070"/>
                    <a:pt x="517" y="1070"/>
                    <a:pt x="517" y="1070"/>
                  </a:cubicBezTo>
                  <a:cubicBezTo>
                    <a:pt x="517" y="1070"/>
                    <a:pt x="517" y="1070"/>
                    <a:pt x="517" y="1070"/>
                  </a:cubicBezTo>
                  <a:cubicBezTo>
                    <a:pt x="515" y="1069"/>
                    <a:pt x="512" y="1069"/>
                    <a:pt x="509" y="1069"/>
                  </a:cubicBezTo>
                  <a:cubicBezTo>
                    <a:pt x="502" y="1069"/>
                    <a:pt x="494" y="1070"/>
                    <a:pt x="484" y="1074"/>
                  </a:cubicBezTo>
                  <a:cubicBezTo>
                    <a:pt x="484" y="1074"/>
                    <a:pt x="484" y="1074"/>
                    <a:pt x="484" y="1074"/>
                  </a:cubicBezTo>
                  <a:cubicBezTo>
                    <a:pt x="482" y="1074"/>
                    <a:pt x="482" y="1074"/>
                    <a:pt x="482" y="1074"/>
                  </a:cubicBezTo>
                  <a:cubicBezTo>
                    <a:pt x="481" y="1074"/>
                    <a:pt x="481" y="1074"/>
                    <a:pt x="481" y="1074"/>
                  </a:cubicBezTo>
                  <a:cubicBezTo>
                    <a:pt x="477" y="1073"/>
                    <a:pt x="473" y="1072"/>
                    <a:pt x="468" y="1072"/>
                  </a:cubicBezTo>
                  <a:cubicBezTo>
                    <a:pt x="463" y="1072"/>
                    <a:pt x="456" y="1073"/>
                    <a:pt x="448" y="1075"/>
                  </a:cubicBezTo>
                  <a:cubicBezTo>
                    <a:pt x="447" y="1075"/>
                    <a:pt x="447" y="1075"/>
                    <a:pt x="447" y="1075"/>
                  </a:cubicBezTo>
                  <a:cubicBezTo>
                    <a:pt x="447" y="1075"/>
                    <a:pt x="447" y="1075"/>
                    <a:pt x="447" y="1075"/>
                  </a:cubicBezTo>
                  <a:cubicBezTo>
                    <a:pt x="445" y="1075"/>
                    <a:pt x="445" y="1075"/>
                    <a:pt x="445" y="1075"/>
                  </a:cubicBezTo>
                  <a:cubicBezTo>
                    <a:pt x="445" y="1074"/>
                    <a:pt x="445" y="1074"/>
                    <a:pt x="445" y="1074"/>
                  </a:cubicBezTo>
                  <a:cubicBezTo>
                    <a:pt x="442" y="1073"/>
                    <a:pt x="438" y="1072"/>
                    <a:pt x="433" y="1071"/>
                  </a:cubicBezTo>
                  <a:cubicBezTo>
                    <a:pt x="433" y="1072"/>
                    <a:pt x="433" y="1072"/>
                    <a:pt x="433" y="1072"/>
                  </a:cubicBezTo>
                  <a:cubicBezTo>
                    <a:pt x="431" y="1071"/>
                    <a:pt x="431" y="1071"/>
                    <a:pt x="431" y="1071"/>
                  </a:cubicBezTo>
                  <a:cubicBezTo>
                    <a:pt x="429" y="1071"/>
                    <a:pt x="426" y="1071"/>
                    <a:pt x="424" y="1071"/>
                  </a:cubicBezTo>
                  <a:cubicBezTo>
                    <a:pt x="420" y="1071"/>
                    <a:pt x="415" y="1071"/>
                    <a:pt x="410" y="1072"/>
                  </a:cubicBezTo>
                  <a:cubicBezTo>
                    <a:pt x="410" y="1072"/>
                    <a:pt x="410" y="1072"/>
                    <a:pt x="410" y="1072"/>
                  </a:cubicBezTo>
                  <a:cubicBezTo>
                    <a:pt x="408" y="1071"/>
                    <a:pt x="408" y="1071"/>
                    <a:pt x="408" y="1071"/>
                  </a:cubicBezTo>
                  <a:cubicBezTo>
                    <a:pt x="407" y="1071"/>
                    <a:pt x="407" y="1071"/>
                    <a:pt x="407" y="1071"/>
                  </a:cubicBezTo>
                  <a:cubicBezTo>
                    <a:pt x="400" y="1067"/>
                    <a:pt x="391" y="1065"/>
                    <a:pt x="377" y="1065"/>
                  </a:cubicBezTo>
                  <a:cubicBezTo>
                    <a:pt x="374" y="1065"/>
                    <a:pt x="374" y="1065"/>
                    <a:pt x="374" y="1065"/>
                  </a:cubicBezTo>
                  <a:cubicBezTo>
                    <a:pt x="374" y="1065"/>
                    <a:pt x="374" y="1065"/>
                    <a:pt x="374" y="1065"/>
                  </a:cubicBezTo>
                  <a:cubicBezTo>
                    <a:pt x="372" y="1065"/>
                    <a:pt x="372" y="1065"/>
                    <a:pt x="372" y="1065"/>
                  </a:cubicBezTo>
                  <a:cubicBezTo>
                    <a:pt x="372" y="1064"/>
                    <a:pt x="372" y="1064"/>
                    <a:pt x="372" y="1064"/>
                  </a:cubicBezTo>
                  <a:cubicBezTo>
                    <a:pt x="365" y="1059"/>
                    <a:pt x="355" y="1056"/>
                    <a:pt x="340" y="1055"/>
                  </a:cubicBezTo>
                  <a:cubicBezTo>
                    <a:pt x="339" y="1055"/>
                    <a:pt x="339" y="1055"/>
                    <a:pt x="339" y="1055"/>
                  </a:cubicBezTo>
                  <a:cubicBezTo>
                    <a:pt x="338" y="1054"/>
                    <a:pt x="338" y="1054"/>
                    <a:pt x="338" y="1054"/>
                  </a:cubicBezTo>
                  <a:cubicBezTo>
                    <a:pt x="337" y="1054"/>
                    <a:pt x="337" y="1054"/>
                    <a:pt x="337" y="1054"/>
                  </a:cubicBezTo>
                  <a:cubicBezTo>
                    <a:pt x="334" y="1051"/>
                    <a:pt x="331" y="1049"/>
                    <a:pt x="327" y="1047"/>
                  </a:cubicBezTo>
                  <a:cubicBezTo>
                    <a:pt x="326" y="1047"/>
                    <a:pt x="326" y="1047"/>
                    <a:pt x="326" y="1047"/>
                  </a:cubicBezTo>
                  <a:cubicBezTo>
                    <a:pt x="325" y="1046"/>
                    <a:pt x="325" y="1046"/>
                    <a:pt x="325" y="1046"/>
                  </a:cubicBezTo>
                  <a:cubicBezTo>
                    <a:pt x="319" y="1044"/>
                    <a:pt x="313" y="1042"/>
                    <a:pt x="304" y="1040"/>
                  </a:cubicBezTo>
                  <a:cubicBezTo>
                    <a:pt x="304" y="1040"/>
                    <a:pt x="304" y="1040"/>
                    <a:pt x="304" y="1040"/>
                  </a:cubicBezTo>
                  <a:cubicBezTo>
                    <a:pt x="302" y="1040"/>
                    <a:pt x="302" y="1040"/>
                    <a:pt x="302" y="1040"/>
                  </a:cubicBezTo>
                  <a:cubicBezTo>
                    <a:pt x="302" y="1039"/>
                    <a:pt x="302" y="1039"/>
                    <a:pt x="302" y="1039"/>
                  </a:cubicBezTo>
                  <a:cubicBezTo>
                    <a:pt x="296" y="1033"/>
                    <a:pt x="287" y="1028"/>
                    <a:pt x="272" y="1024"/>
                  </a:cubicBezTo>
                  <a:cubicBezTo>
                    <a:pt x="272" y="1024"/>
                    <a:pt x="272" y="1024"/>
                    <a:pt x="272" y="1024"/>
                  </a:cubicBezTo>
                  <a:cubicBezTo>
                    <a:pt x="270" y="1023"/>
                    <a:pt x="270" y="1023"/>
                    <a:pt x="270" y="1023"/>
                  </a:cubicBezTo>
                  <a:cubicBezTo>
                    <a:pt x="270" y="1022"/>
                    <a:pt x="270" y="1022"/>
                    <a:pt x="270" y="1022"/>
                  </a:cubicBezTo>
                  <a:cubicBezTo>
                    <a:pt x="265" y="1015"/>
                    <a:pt x="256" y="1010"/>
                    <a:pt x="242" y="1004"/>
                  </a:cubicBezTo>
                  <a:cubicBezTo>
                    <a:pt x="242" y="1004"/>
                    <a:pt x="242" y="1004"/>
                    <a:pt x="242" y="1004"/>
                  </a:cubicBezTo>
                  <a:cubicBezTo>
                    <a:pt x="240" y="1003"/>
                    <a:pt x="240" y="1003"/>
                    <a:pt x="240" y="1003"/>
                  </a:cubicBezTo>
                  <a:cubicBezTo>
                    <a:pt x="240" y="1002"/>
                    <a:pt x="240" y="1002"/>
                    <a:pt x="240" y="1002"/>
                  </a:cubicBezTo>
                  <a:cubicBezTo>
                    <a:pt x="237" y="999"/>
                    <a:pt x="234" y="995"/>
                    <a:pt x="230" y="992"/>
                  </a:cubicBezTo>
                  <a:cubicBezTo>
                    <a:pt x="229" y="992"/>
                    <a:pt x="229" y="992"/>
                    <a:pt x="229" y="992"/>
                  </a:cubicBezTo>
                  <a:cubicBezTo>
                    <a:pt x="225" y="988"/>
                    <a:pt x="219" y="984"/>
                    <a:pt x="212" y="980"/>
                  </a:cubicBezTo>
                  <a:cubicBezTo>
                    <a:pt x="211" y="980"/>
                    <a:pt x="211" y="980"/>
                    <a:pt x="211" y="980"/>
                  </a:cubicBezTo>
                  <a:cubicBezTo>
                    <a:pt x="210" y="979"/>
                    <a:pt x="210" y="979"/>
                    <a:pt x="210" y="979"/>
                  </a:cubicBezTo>
                  <a:cubicBezTo>
                    <a:pt x="210" y="979"/>
                    <a:pt x="210" y="979"/>
                    <a:pt x="210" y="979"/>
                  </a:cubicBezTo>
                  <a:cubicBezTo>
                    <a:pt x="206" y="971"/>
                    <a:pt x="199" y="964"/>
                    <a:pt x="185" y="956"/>
                  </a:cubicBezTo>
                  <a:cubicBezTo>
                    <a:pt x="185" y="956"/>
                    <a:pt x="185" y="956"/>
                    <a:pt x="185" y="956"/>
                  </a:cubicBezTo>
                  <a:cubicBezTo>
                    <a:pt x="183" y="954"/>
                    <a:pt x="183" y="954"/>
                    <a:pt x="183" y="954"/>
                  </a:cubicBezTo>
                  <a:cubicBezTo>
                    <a:pt x="183" y="954"/>
                    <a:pt x="183" y="954"/>
                    <a:pt x="183" y="954"/>
                  </a:cubicBezTo>
                  <a:cubicBezTo>
                    <a:pt x="180" y="946"/>
                    <a:pt x="173" y="938"/>
                    <a:pt x="160" y="929"/>
                  </a:cubicBezTo>
                  <a:cubicBezTo>
                    <a:pt x="160" y="929"/>
                    <a:pt x="160" y="929"/>
                    <a:pt x="160" y="929"/>
                  </a:cubicBezTo>
                  <a:cubicBezTo>
                    <a:pt x="159" y="927"/>
                    <a:pt x="159" y="927"/>
                    <a:pt x="159" y="927"/>
                  </a:cubicBezTo>
                  <a:cubicBezTo>
                    <a:pt x="158" y="927"/>
                    <a:pt x="158" y="927"/>
                    <a:pt x="158" y="927"/>
                  </a:cubicBezTo>
                  <a:cubicBezTo>
                    <a:pt x="157" y="923"/>
                    <a:pt x="155" y="919"/>
                    <a:pt x="152" y="915"/>
                  </a:cubicBezTo>
                  <a:cubicBezTo>
                    <a:pt x="150" y="912"/>
                    <a:pt x="150" y="912"/>
                    <a:pt x="150" y="912"/>
                  </a:cubicBezTo>
                  <a:cubicBezTo>
                    <a:pt x="147" y="908"/>
                    <a:pt x="142" y="904"/>
                    <a:pt x="136" y="899"/>
                  </a:cubicBezTo>
                  <a:cubicBezTo>
                    <a:pt x="136" y="899"/>
                    <a:pt x="136" y="899"/>
                    <a:pt x="136" y="899"/>
                  </a:cubicBezTo>
                  <a:cubicBezTo>
                    <a:pt x="135" y="897"/>
                    <a:pt x="135" y="897"/>
                    <a:pt x="135" y="897"/>
                  </a:cubicBezTo>
                  <a:cubicBezTo>
                    <a:pt x="135" y="897"/>
                    <a:pt x="135" y="897"/>
                    <a:pt x="135" y="897"/>
                  </a:cubicBezTo>
                  <a:cubicBezTo>
                    <a:pt x="132" y="888"/>
                    <a:pt x="127" y="879"/>
                    <a:pt x="116" y="869"/>
                  </a:cubicBezTo>
                  <a:cubicBezTo>
                    <a:pt x="116" y="868"/>
                    <a:pt x="116" y="868"/>
                    <a:pt x="116" y="868"/>
                  </a:cubicBezTo>
                  <a:cubicBezTo>
                    <a:pt x="114" y="867"/>
                    <a:pt x="114" y="867"/>
                    <a:pt x="114" y="867"/>
                  </a:cubicBezTo>
                  <a:cubicBezTo>
                    <a:pt x="114" y="866"/>
                    <a:pt x="114" y="866"/>
                    <a:pt x="114" y="866"/>
                  </a:cubicBezTo>
                  <a:cubicBezTo>
                    <a:pt x="113" y="858"/>
                    <a:pt x="108" y="849"/>
                    <a:pt x="97" y="837"/>
                  </a:cubicBezTo>
                  <a:cubicBezTo>
                    <a:pt x="97" y="837"/>
                    <a:pt x="97" y="837"/>
                    <a:pt x="97" y="837"/>
                  </a:cubicBezTo>
                  <a:cubicBezTo>
                    <a:pt x="96" y="835"/>
                    <a:pt x="96" y="835"/>
                    <a:pt x="96" y="835"/>
                  </a:cubicBezTo>
                  <a:cubicBezTo>
                    <a:pt x="96" y="834"/>
                    <a:pt x="96" y="834"/>
                    <a:pt x="96" y="834"/>
                  </a:cubicBezTo>
                  <a:cubicBezTo>
                    <a:pt x="96" y="831"/>
                    <a:pt x="94" y="827"/>
                    <a:pt x="93" y="822"/>
                  </a:cubicBezTo>
                  <a:cubicBezTo>
                    <a:pt x="92" y="822"/>
                    <a:pt x="92" y="822"/>
                    <a:pt x="92" y="822"/>
                  </a:cubicBezTo>
                  <a:cubicBezTo>
                    <a:pt x="92" y="820"/>
                    <a:pt x="92" y="820"/>
                    <a:pt x="92" y="820"/>
                  </a:cubicBezTo>
                  <a:cubicBezTo>
                    <a:pt x="89" y="815"/>
                    <a:pt x="86" y="809"/>
                    <a:pt x="80" y="802"/>
                  </a:cubicBezTo>
                  <a:cubicBezTo>
                    <a:pt x="80" y="802"/>
                    <a:pt x="80" y="802"/>
                    <a:pt x="80" y="802"/>
                  </a:cubicBezTo>
                  <a:cubicBezTo>
                    <a:pt x="79" y="800"/>
                    <a:pt x="79" y="800"/>
                    <a:pt x="79" y="800"/>
                  </a:cubicBezTo>
                  <a:cubicBezTo>
                    <a:pt x="79" y="800"/>
                    <a:pt x="79" y="800"/>
                    <a:pt x="79" y="800"/>
                  </a:cubicBezTo>
                  <a:cubicBezTo>
                    <a:pt x="79" y="791"/>
                    <a:pt x="75" y="782"/>
                    <a:pt x="66" y="768"/>
                  </a:cubicBezTo>
                  <a:cubicBezTo>
                    <a:pt x="66" y="768"/>
                    <a:pt x="66" y="768"/>
                    <a:pt x="66" y="768"/>
                  </a:cubicBezTo>
                  <a:cubicBezTo>
                    <a:pt x="65" y="766"/>
                    <a:pt x="65" y="766"/>
                    <a:pt x="65" y="766"/>
                  </a:cubicBezTo>
                  <a:cubicBezTo>
                    <a:pt x="65" y="766"/>
                    <a:pt x="65" y="766"/>
                    <a:pt x="65" y="766"/>
                  </a:cubicBezTo>
                  <a:cubicBezTo>
                    <a:pt x="65" y="757"/>
                    <a:pt x="63" y="747"/>
                    <a:pt x="54" y="734"/>
                  </a:cubicBezTo>
                  <a:cubicBezTo>
                    <a:pt x="54" y="733"/>
                    <a:pt x="54" y="733"/>
                    <a:pt x="54" y="733"/>
                  </a:cubicBezTo>
                  <a:cubicBezTo>
                    <a:pt x="54" y="731"/>
                    <a:pt x="54" y="731"/>
                    <a:pt x="54" y="731"/>
                  </a:cubicBezTo>
                  <a:cubicBezTo>
                    <a:pt x="54" y="731"/>
                    <a:pt x="54" y="731"/>
                    <a:pt x="54" y="731"/>
                  </a:cubicBezTo>
                  <a:cubicBezTo>
                    <a:pt x="54" y="730"/>
                    <a:pt x="54" y="729"/>
                    <a:pt x="54" y="728"/>
                  </a:cubicBezTo>
                  <a:cubicBezTo>
                    <a:pt x="54" y="725"/>
                    <a:pt x="53" y="722"/>
                    <a:pt x="53" y="718"/>
                  </a:cubicBezTo>
                  <a:cubicBezTo>
                    <a:pt x="53" y="718"/>
                    <a:pt x="53" y="718"/>
                    <a:pt x="53" y="718"/>
                  </a:cubicBezTo>
                  <a:cubicBezTo>
                    <a:pt x="52" y="716"/>
                    <a:pt x="52" y="716"/>
                    <a:pt x="52" y="716"/>
                  </a:cubicBezTo>
                  <a:cubicBezTo>
                    <a:pt x="51" y="710"/>
                    <a:pt x="48" y="704"/>
                    <a:pt x="44" y="696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4" y="694"/>
                    <a:pt x="44" y="694"/>
                    <a:pt x="44" y="694"/>
                  </a:cubicBezTo>
                  <a:cubicBezTo>
                    <a:pt x="44" y="694"/>
                    <a:pt x="44" y="694"/>
                    <a:pt x="44" y="694"/>
                  </a:cubicBezTo>
                  <a:cubicBezTo>
                    <a:pt x="44" y="692"/>
                    <a:pt x="44" y="691"/>
                    <a:pt x="44" y="689"/>
                  </a:cubicBezTo>
                  <a:cubicBezTo>
                    <a:pt x="44" y="681"/>
                    <a:pt x="42" y="672"/>
                    <a:pt x="37" y="660"/>
                  </a:cubicBezTo>
                  <a:cubicBezTo>
                    <a:pt x="37" y="660"/>
                    <a:pt x="37" y="660"/>
                    <a:pt x="37" y="660"/>
                  </a:cubicBezTo>
                  <a:cubicBezTo>
                    <a:pt x="36" y="658"/>
                    <a:pt x="36" y="658"/>
                    <a:pt x="36" y="658"/>
                  </a:cubicBezTo>
                  <a:cubicBezTo>
                    <a:pt x="37" y="658"/>
                    <a:pt x="37" y="658"/>
                    <a:pt x="37" y="658"/>
                  </a:cubicBezTo>
                  <a:cubicBezTo>
                    <a:pt x="37" y="655"/>
                    <a:pt x="37" y="653"/>
                    <a:pt x="37" y="650"/>
                  </a:cubicBezTo>
                  <a:cubicBezTo>
                    <a:pt x="37" y="643"/>
                    <a:pt x="36" y="634"/>
                    <a:pt x="32" y="624"/>
                  </a:cubicBezTo>
                  <a:cubicBezTo>
                    <a:pt x="32" y="624"/>
                    <a:pt x="32" y="624"/>
                    <a:pt x="32" y="624"/>
                  </a:cubicBezTo>
                  <a:cubicBezTo>
                    <a:pt x="31" y="622"/>
                    <a:pt x="31" y="622"/>
                    <a:pt x="31" y="622"/>
                  </a:cubicBezTo>
                  <a:cubicBezTo>
                    <a:pt x="31" y="621"/>
                    <a:pt x="31" y="621"/>
                    <a:pt x="31" y="621"/>
                  </a:cubicBezTo>
                  <a:cubicBezTo>
                    <a:pt x="32" y="618"/>
                    <a:pt x="33" y="615"/>
                    <a:pt x="33" y="611"/>
                  </a:cubicBezTo>
                  <a:cubicBezTo>
                    <a:pt x="33" y="610"/>
                    <a:pt x="33" y="609"/>
                    <a:pt x="33" y="609"/>
                  </a:cubicBezTo>
                  <a:cubicBezTo>
                    <a:pt x="32" y="609"/>
                    <a:pt x="32" y="609"/>
                    <a:pt x="32" y="609"/>
                  </a:cubicBezTo>
                  <a:cubicBezTo>
                    <a:pt x="32" y="606"/>
                    <a:pt x="32" y="606"/>
                    <a:pt x="32" y="606"/>
                  </a:cubicBezTo>
                  <a:cubicBezTo>
                    <a:pt x="32" y="600"/>
                    <a:pt x="31" y="594"/>
                    <a:pt x="28" y="585"/>
                  </a:cubicBezTo>
                  <a:cubicBezTo>
                    <a:pt x="28" y="585"/>
                    <a:pt x="28" y="585"/>
                    <a:pt x="28" y="585"/>
                  </a:cubicBezTo>
                  <a:cubicBezTo>
                    <a:pt x="28" y="585"/>
                    <a:pt x="28" y="585"/>
                    <a:pt x="28" y="585"/>
                  </a:cubicBezTo>
                  <a:cubicBezTo>
                    <a:pt x="28" y="583"/>
                    <a:pt x="28" y="583"/>
                    <a:pt x="28" y="583"/>
                  </a:cubicBezTo>
                  <a:cubicBezTo>
                    <a:pt x="28" y="583"/>
                    <a:pt x="28" y="583"/>
                    <a:pt x="28" y="583"/>
                  </a:cubicBezTo>
                  <a:cubicBezTo>
                    <a:pt x="30" y="579"/>
                    <a:pt x="30" y="574"/>
                    <a:pt x="30" y="569"/>
                  </a:cubicBezTo>
                  <a:cubicBezTo>
                    <a:pt x="30" y="563"/>
                    <a:pt x="29" y="556"/>
                    <a:pt x="27" y="549"/>
                  </a:cubicBezTo>
                  <a:cubicBezTo>
                    <a:pt x="27" y="548"/>
                    <a:pt x="27" y="548"/>
                    <a:pt x="27" y="548"/>
                  </a:cubicBezTo>
                  <a:cubicBezTo>
                    <a:pt x="27" y="548"/>
                    <a:pt x="27" y="548"/>
                    <a:pt x="27" y="548"/>
                  </a:cubicBezTo>
                  <a:cubicBezTo>
                    <a:pt x="27" y="546"/>
                    <a:pt x="27" y="546"/>
                    <a:pt x="27" y="546"/>
                  </a:cubicBezTo>
                  <a:cubicBezTo>
                    <a:pt x="28" y="546"/>
                    <a:pt x="28" y="546"/>
                    <a:pt x="28" y="546"/>
                  </a:cubicBezTo>
                  <a:cubicBezTo>
                    <a:pt x="29" y="541"/>
                    <a:pt x="30" y="536"/>
                    <a:pt x="30" y="529"/>
                  </a:cubicBezTo>
                  <a:cubicBezTo>
                    <a:pt x="30" y="524"/>
                    <a:pt x="30" y="518"/>
                    <a:pt x="29" y="512"/>
                  </a:cubicBezTo>
                  <a:cubicBezTo>
                    <a:pt x="29" y="511"/>
                    <a:pt x="29" y="511"/>
                    <a:pt x="29" y="511"/>
                  </a:cubicBezTo>
                  <a:cubicBezTo>
                    <a:pt x="29" y="510"/>
                    <a:pt x="29" y="510"/>
                    <a:pt x="29" y="510"/>
                  </a:cubicBezTo>
                  <a:cubicBezTo>
                    <a:pt x="29" y="509"/>
                    <a:pt x="29" y="509"/>
                    <a:pt x="29" y="509"/>
                  </a:cubicBezTo>
                  <a:cubicBezTo>
                    <a:pt x="31" y="505"/>
                    <a:pt x="32" y="500"/>
                    <a:pt x="32" y="495"/>
                  </a:cubicBezTo>
                  <a:cubicBezTo>
                    <a:pt x="32" y="495"/>
                    <a:pt x="32" y="495"/>
                    <a:pt x="32" y="495"/>
                  </a:cubicBezTo>
                  <a:cubicBezTo>
                    <a:pt x="33" y="492"/>
                    <a:pt x="33" y="489"/>
                    <a:pt x="33" y="486"/>
                  </a:cubicBezTo>
                  <a:cubicBezTo>
                    <a:pt x="33" y="482"/>
                    <a:pt x="33" y="478"/>
                    <a:pt x="32" y="473"/>
                  </a:cubicBezTo>
                  <a:cubicBezTo>
                    <a:pt x="32" y="473"/>
                    <a:pt x="32" y="473"/>
                    <a:pt x="32" y="473"/>
                  </a:cubicBezTo>
                  <a:cubicBezTo>
                    <a:pt x="32" y="471"/>
                    <a:pt x="32" y="471"/>
                    <a:pt x="32" y="471"/>
                  </a:cubicBezTo>
                  <a:cubicBezTo>
                    <a:pt x="32" y="471"/>
                    <a:pt x="32" y="471"/>
                    <a:pt x="32" y="471"/>
                  </a:cubicBezTo>
                  <a:cubicBezTo>
                    <a:pt x="36" y="464"/>
                    <a:pt x="38" y="456"/>
                    <a:pt x="38" y="444"/>
                  </a:cubicBezTo>
                  <a:cubicBezTo>
                    <a:pt x="38" y="442"/>
                    <a:pt x="38" y="439"/>
                    <a:pt x="38" y="437"/>
                  </a:cubicBezTo>
                  <a:cubicBezTo>
                    <a:pt x="38" y="437"/>
                    <a:pt x="38" y="437"/>
                    <a:pt x="38" y="437"/>
                  </a:cubicBezTo>
                  <a:cubicBezTo>
                    <a:pt x="38" y="435"/>
                    <a:pt x="38" y="435"/>
                    <a:pt x="38" y="435"/>
                  </a:cubicBezTo>
                  <a:cubicBezTo>
                    <a:pt x="38" y="434"/>
                    <a:pt x="38" y="434"/>
                    <a:pt x="38" y="434"/>
                  </a:cubicBezTo>
                  <a:cubicBezTo>
                    <a:pt x="43" y="427"/>
                    <a:pt x="45" y="417"/>
                    <a:pt x="45" y="401"/>
                  </a:cubicBezTo>
                  <a:cubicBezTo>
                    <a:pt x="45" y="401"/>
                    <a:pt x="45" y="401"/>
                    <a:pt x="45" y="401"/>
                  </a:cubicBezTo>
                  <a:cubicBezTo>
                    <a:pt x="45" y="401"/>
                    <a:pt x="45" y="401"/>
                    <a:pt x="45" y="401"/>
                  </a:cubicBezTo>
                  <a:cubicBezTo>
                    <a:pt x="46" y="399"/>
                    <a:pt x="46" y="399"/>
                    <a:pt x="46" y="399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8" y="395"/>
                    <a:pt x="50" y="391"/>
                    <a:pt x="52" y="387"/>
                  </a:cubicBezTo>
                  <a:cubicBezTo>
                    <a:pt x="51" y="387"/>
                    <a:pt x="51" y="387"/>
                    <a:pt x="51" y="387"/>
                  </a:cubicBezTo>
                  <a:cubicBezTo>
                    <a:pt x="52" y="385"/>
                    <a:pt x="52" y="385"/>
                    <a:pt x="52" y="385"/>
                  </a:cubicBezTo>
                  <a:cubicBezTo>
                    <a:pt x="54" y="379"/>
                    <a:pt x="55" y="372"/>
                    <a:pt x="56" y="364"/>
                  </a:cubicBezTo>
                  <a:cubicBezTo>
                    <a:pt x="56" y="363"/>
                    <a:pt x="56" y="363"/>
                    <a:pt x="56" y="363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6" y="361"/>
                    <a:pt x="56" y="361"/>
                    <a:pt x="56" y="361"/>
                  </a:cubicBezTo>
                  <a:cubicBezTo>
                    <a:pt x="62" y="355"/>
                    <a:pt x="66" y="345"/>
                    <a:pt x="68" y="329"/>
                  </a:cubicBezTo>
                  <a:cubicBezTo>
                    <a:pt x="68" y="329"/>
                    <a:pt x="68" y="329"/>
                    <a:pt x="68" y="329"/>
                  </a:cubicBezTo>
                  <a:cubicBezTo>
                    <a:pt x="68" y="327"/>
                    <a:pt x="68" y="327"/>
                    <a:pt x="68" y="327"/>
                  </a:cubicBezTo>
                  <a:cubicBezTo>
                    <a:pt x="69" y="327"/>
                    <a:pt x="69" y="327"/>
                    <a:pt x="69" y="327"/>
                  </a:cubicBezTo>
                  <a:cubicBezTo>
                    <a:pt x="74" y="320"/>
                    <a:pt x="79" y="311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3" y="293"/>
                    <a:pt x="83" y="293"/>
                    <a:pt x="83" y="293"/>
                  </a:cubicBezTo>
                  <a:cubicBezTo>
                    <a:pt x="83" y="293"/>
                    <a:pt x="83" y="293"/>
                    <a:pt x="83" y="293"/>
                  </a:cubicBezTo>
                  <a:cubicBezTo>
                    <a:pt x="86" y="290"/>
                    <a:pt x="89" y="287"/>
                    <a:pt x="91" y="282"/>
                  </a:cubicBezTo>
                  <a:cubicBezTo>
                    <a:pt x="91" y="282"/>
                    <a:pt x="91" y="282"/>
                    <a:pt x="91" y="282"/>
                  </a:cubicBezTo>
                  <a:cubicBezTo>
                    <a:pt x="92" y="281"/>
                    <a:pt x="92" y="281"/>
                    <a:pt x="92" y="281"/>
                  </a:cubicBezTo>
                  <a:cubicBezTo>
                    <a:pt x="94" y="275"/>
                    <a:pt x="97" y="269"/>
                    <a:pt x="99" y="261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59"/>
                    <a:pt x="100" y="259"/>
                    <a:pt x="100" y="259"/>
                  </a:cubicBezTo>
                  <a:cubicBezTo>
                    <a:pt x="100" y="259"/>
                    <a:pt x="100" y="259"/>
                    <a:pt x="100" y="259"/>
                  </a:cubicBezTo>
                  <a:cubicBezTo>
                    <a:pt x="107" y="253"/>
                    <a:pt x="113" y="244"/>
                    <a:pt x="118" y="229"/>
                  </a:cubicBezTo>
                  <a:cubicBezTo>
                    <a:pt x="118" y="229"/>
                    <a:pt x="118" y="229"/>
                    <a:pt x="118" y="229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26" y="222"/>
                    <a:pt x="133" y="214"/>
                    <a:pt x="139" y="199"/>
                  </a:cubicBezTo>
                  <a:cubicBezTo>
                    <a:pt x="139" y="199"/>
                    <a:pt x="139" y="199"/>
                    <a:pt x="139" y="199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3" y="195"/>
                    <a:pt x="147" y="192"/>
                    <a:pt x="150" y="189"/>
                  </a:cubicBezTo>
                  <a:cubicBezTo>
                    <a:pt x="150" y="189"/>
                    <a:pt x="150" y="189"/>
                    <a:pt x="150" y="189"/>
                  </a:cubicBezTo>
                  <a:cubicBezTo>
                    <a:pt x="151" y="187"/>
                    <a:pt x="151" y="187"/>
                    <a:pt x="151" y="187"/>
                  </a:cubicBezTo>
                  <a:cubicBezTo>
                    <a:pt x="155" y="182"/>
                    <a:pt x="159" y="177"/>
                    <a:pt x="163" y="169"/>
                  </a:cubicBezTo>
                  <a:cubicBezTo>
                    <a:pt x="163" y="169"/>
                    <a:pt x="163" y="169"/>
                    <a:pt x="163" y="169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7"/>
                    <a:pt x="164" y="167"/>
                    <a:pt x="164" y="167"/>
                  </a:cubicBezTo>
                  <a:cubicBezTo>
                    <a:pt x="172" y="163"/>
                    <a:pt x="180" y="156"/>
                    <a:pt x="188" y="143"/>
                  </a:cubicBezTo>
                  <a:cubicBezTo>
                    <a:pt x="188" y="142"/>
                    <a:pt x="188" y="142"/>
                    <a:pt x="188" y="142"/>
                  </a:cubicBezTo>
                  <a:cubicBezTo>
                    <a:pt x="189" y="141"/>
                    <a:pt x="189" y="141"/>
                    <a:pt x="189" y="141"/>
                  </a:cubicBezTo>
                  <a:cubicBezTo>
                    <a:pt x="190" y="141"/>
                    <a:pt x="190" y="141"/>
                    <a:pt x="190" y="141"/>
                  </a:cubicBezTo>
                  <a:cubicBezTo>
                    <a:pt x="197" y="137"/>
                    <a:pt x="205" y="131"/>
                    <a:pt x="215" y="118"/>
                  </a:cubicBezTo>
                  <a:cubicBezTo>
                    <a:pt x="215" y="118"/>
                    <a:pt x="215" y="118"/>
                    <a:pt x="215" y="118"/>
                  </a:cubicBezTo>
                  <a:cubicBezTo>
                    <a:pt x="216" y="117"/>
                    <a:pt x="216" y="117"/>
                    <a:pt x="216" y="117"/>
                  </a:cubicBezTo>
                  <a:cubicBezTo>
                    <a:pt x="216" y="117"/>
                    <a:pt x="216" y="117"/>
                    <a:pt x="216" y="117"/>
                  </a:cubicBezTo>
                  <a:cubicBezTo>
                    <a:pt x="220" y="115"/>
                    <a:pt x="224" y="113"/>
                    <a:pt x="228" y="111"/>
                  </a:cubicBezTo>
                  <a:cubicBezTo>
                    <a:pt x="228" y="111"/>
                    <a:pt x="228" y="111"/>
                    <a:pt x="228" y="111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34" y="106"/>
                    <a:pt x="239" y="101"/>
                    <a:pt x="245" y="95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247" y="94"/>
                    <a:pt x="247" y="94"/>
                    <a:pt x="247" y="94"/>
                  </a:cubicBezTo>
                  <a:cubicBezTo>
                    <a:pt x="247" y="94"/>
                    <a:pt x="247" y="94"/>
                    <a:pt x="247" y="94"/>
                  </a:cubicBezTo>
                  <a:cubicBezTo>
                    <a:pt x="255" y="91"/>
                    <a:pt x="264" y="87"/>
                    <a:pt x="276" y="76"/>
                  </a:cubicBezTo>
                  <a:cubicBezTo>
                    <a:pt x="276" y="75"/>
                    <a:pt x="276" y="75"/>
                    <a:pt x="276" y="75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86" y="73"/>
                    <a:pt x="296" y="69"/>
                    <a:pt x="308" y="59"/>
                  </a:cubicBezTo>
                  <a:cubicBezTo>
                    <a:pt x="308" y="59"/>
                    <a:pt x="308" y="59"/>
                    <a:pt x="308" y="59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4" y="58"/>
                    <a:pt x="318" y="57"/>
                    <a:pt x="323" y="55"/>
                  </a:cubicBezTo>
                  <a:cubicBezTo>
                    <a:pt x="325" y="55"/>
                    <a:pt x="325" y="55"/>
                    <a:pt x="325" y="55"/>
                  </a:cubicBezTo>
                  <a:cubicBezTo>
                    <a:pt x="330" y="53"/>
                    <a:pt x="336" y="50"/>
                    <a:pt x="343" y="45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5" y="44"/>
                    <a:pt x="345" y="44"/>
                    <a:pt x="345" y="44"/>
                  </a:cubicBezTo>
                  <a:cubicBezTo>
                    <a:pt x="346" y="44"/>
                    <a:pt x="346" y="44"/>
                    <a:pt x="346" y="44"/>
                  </a:cubicBezTo>
                  <a:cubicBezTo>
                    <a:pt x="346" y="44"/>
                    <a:pt x="346" y="44"/>
                    <a:pt x="347" y="44"/>
                  </a:cubicBezTo>
                  <a:cubicBezTo>
                    <a:pt x="355" y="44"/>
                    <a:pt x="365" y="42"/>
                    <a:pt x="378" y="35"/>
                  </a:cubicBezTo>
                  <a:cubicBezTo>
                    <a:pt x="378" y="35"/>
                    <a:pt x="378" y="35"/>
                    <a:pt x="378" y="35"/>
                  </a:cubicBezTo>
                  <a:cubicBezTo>
                    <a:pt x="380" y="35"/>
                    <a:pt x="380" y="35"/>
                    <a:pt x="380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2" y="35"/>
                    <a:pt x="384" y="35"/>
                    <a:pt x="386" y="35"/>
                  </a:cubicBezTo>
                  <a:cubicBezTo>
                    <a:pt x="394" y="35"/>
                    <a:pt x="402" y="34"/>
                    <a:pt x="414" y="29"/>
                  </a:cubicBezTo>
                  <a:cubicBezTo>
                    <a:pt x="414" y="29"/>
                    <a:pt x="414" y="29"/>
                    <a:pt x="414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9" y="30"/>
                    <a:pt x="423" y="30"/>
                    <a:pt x="427" y="30"/>
                  </a:cubicBezTo>
                  <a:cubicBezTo>
                    <a:pt x="427" y="30"/>
                    <a:pt x="428" y="30"/>
                    <a:pt x="429" y="30"/>
                  </a:cubicBezTo>
                  <a:cubicBezTo>
                    <a:pt x="431" y="30"/>
                    <a:pt x="431" y="30"/>
                    <a:pt x="431" y="30"/>
                  </a:cubicBezTo>
                  <a:cubicBezTo>
                    <a:pt x="437" y="29"/>
                    <a:pt x="443" y="29"/>
                    <a:pt x="451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9" y="28"/>
                    <a:pt x="464" y="29"/>
                    <a:pt x="471" y="29"/>
                  </a:cubicBezTo>
                  <a:cubicBezTo>
                    <a:pt x="476" y="29"/>
                    <a:pt x="481" y="29"/>
                    <a:pt x="488" y="27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90" y="28"/>
                    <a:pt x="490" y="28"/>
                    <a:pt x="490" y="28"/>
                  </a:cubicBezTo>
                  <a:cubicBezTo>
                    <a:pt x="490" y="28"/>
                    <a:pt x="490" y="28"/>
                    <a:pt x="490" y="28"/>
                  </a:cubicBezTo>
                  <a:cubicBezTo>
                    <a:pt x="496" y="31"/>
                    <a:pt x="504" y="33"/>
                    <a:pt x="515" y="33"/>
                  </a:cubicBezTo>
                  <a:cubicBezTo>
                    <a:pt x="517" y="33"/>
                    <a:pt x="520" y="32"/>
                    <a:pt x="523" y="32"/>
                  </a:cubicBezTo>
                  <a:cubicBezTo>
                    <a:pt x="524" y="32"/>
                    <a:pt x="524" y="32"/>
                    <a:pt x="524" y="32"/>
                  </a:cubicBezTo>
                  <a:cubicBezTo>
                    <a:pt x="526" y="33"/>
                    <a:pt x="526" y="33"/>
                    <a:pt x="526" y="33"/>
                  </a:cubicBezTo>
                  <a:cubicBezTo>
                    <a:pt x="526" y="33"/>
                    <a:pt x="526" y="33"/>
                    <a:pt x="526" y="33"/>
                  </a:cubicBezTo>
                  <a:cubicBezTo>
                    <a:pt x="529" y="35"/>
                    <a:pt x="533" y="37"/>
                    <a:pt x="538" y="38"/>
                  </a:cubicBezTo>
                  <a:cubicBezTo>
                    <a:pt x="538" y="38"/>
                    <a:pt x="538" y="38"/>
                    <a:pt x="538" y="38"/>
                  </a:cubicBezTo>
                  <a:cubicBezTo>
                    <a:pt x="540" y="38"/>
                    <a:pt x="540" y="38"/>
                    <a:pt x="540" y="38"/>
                  </a:cubicBezTo>
                  <a:cubicBezTo>
                    <a:pt x="545" y="40"/>
                    <a:pt x="552" y="41"/>
                    <a:pt x="560" y="41"/>
                  </a:cubicBezTo>
                  <a:cubicBezTo>
                    <a:pt x="560" y="41"/>
                    <a:pt x="560" y="41"/>
                    <a:pt x="560" y="41"/>
                  </a:cubicBezTo>
                  <a:cubicBezTo>
                    <a:pt x="562" y="42"/>
                    <a:pt x="562" y="42"/>
                    <a:pt x="562" y="42"/>
                  </a:cubicBezTo>
                  <a:cubicBezTo>
                    <a:pt x="563" y="42"/>
                    <a:pt x="563" y="42"/>
                    <a:pt x="563" y="42"/>
                  </a:cubicBezTo>
                  <a:cubicBezTo>
                    <a:pt x="569" y="47"/>
                    <a:pt x="579" y="51"/>
                    <a:pt x="594" y="53"/>
                  </a:cubicBezTo>
                  <a:cubicBezTo>
                    <a:pt x="595" y="53"/>
                    <a:pt x="595" y="53"/>
                    <a:pt x="595" y="53"/>
                  </a:cubicBezTo>
                  <a:cubicBezTo>
                    <a:pt x="596" y="54"/>
                    <a:pt x="596" y="54"/>
                    <a:pt x="596" y="54"/>
                  </a:cubicBezTo>
                  <a:cubicBezTo>
                    <a:pt x="597" y="54"/>
                    <a:pt x="597" y="54"/>
                    <a:pt x="597" y="54"/>
                  </a:cubicBezTo>
                  <a:cubicBezTo>
                    <a:pt x="603" y="60"/>
                    <a:pt x="612" y="65"/>
                    <a:pt x="627" y="68"/>
                  </a:cubicBezTo>
                  <a:cubicBezTo>
                    <a:pt x="628" y="68"/>
                    <a:pt x="628" y="68"/>
                    <a:pt x="628" y="68"/>
                  </a:cubicBezTo>
                  <a:cubicBezTo>
                    <a:pt x="629" y="69"/>
                    <a:pt x="629" y="69"/>
                    <a:pt x="629" y="69"/>
                  </a:cubicBezTo>
                  <a:cubicBezTo>
                    <a:pt x="630" y="70"/>
                    <a:pt x="630" y="70"/>
                    <a:pt x="630" y="70"/>
                  </a:cubicBezTo>
                  <a:cubicBezTo>
                    <a:pt x="632" y="72"/>
                    <a:pt x="635" y="75"/>
                    <a:pt x="639" y="78"/>
                  </a:cubicBezTo>
                  <a:cubicBezTo>
                    <a:pt x="639" y="78"/>
                    <a:pt x="639" y="78"/>
                    <a:pt x="639" y="78"/>
                  </a:cubicBezTo>
                  <a:cubicBezTo>
                    <a:pt x="641" y="79"/>
                    <a:pt x="641" y="79"/>
                    <a:pt x="641" y="79"/>
                  </a:cubicBezTo>
                  <a:cubicBezTo>
                    <a:pt x="646" y="82"/>
                    <a:pt x="652" y="85"/>
                    <a:pt x="660" y="87"/>
                  </a:cubicBezTo>
                  <a:cubicBezTo>
                    <a:pt x="660" y="87"/>
                    <a:pt x="660" y="87"/>
                    <a:pt x="660" y="87"/>
                  </a:cubicBezTo>
                  <a:cubicBezTo>
                    <a:pt x="662" y="89"/>
                    <a:pt x="662" y="89"/>
                    <a:pt x="662" y="89"/>
                  </a:cubicBezTo>
                  <a:cubicBezTo>
                    <a:pt x="662" y="89"/>
                    <a:pt x="662" y="89"/>
                    <a:pt x="662" y="89"/>
                  </a:cubicBezTo>
                  <a:cubicBezTo>
                    <a:pt x="667" y="96"/>
                    <a:pt x="676" y="102"/>
                    <a:pt x="690" y="109"/>
                  </a:cubicBezTo>
                  <a:cubicBezTo>
                    <a:pt x="690" y="109"/>
                    <a:pt x="690" y="109"/>
                    <a:pt x="690" y="109"/>
                  </a:cubicBezTo>
                  <a:cubicBezTo>
                    <a:pt x="692" y="110"/>
                    <a:pt x="692" y="110"/>
                    <a:pt x="692" y="110"/>
                  </a:cubicBezTo>
                  <a:cubicBezTo>
                    <a:pt x="692" y="110"/>
                    <a:pt x="692" y="110"/>
                    <a:pt x="692" y="110"/>
                  </a:cubicBezTo>
                  <a:cubicBezTo>
                    <a:pt x="696" y="117"/>
                    <a:pt x="704" y="125"/>
                    <a:pt x="718" y="132"/>
                  </a:cubicBezTo>
                  <a:cubicBezTo>
                    <a:pt x="718" y="132"/>
                    <a:pt x="718" y="132"/>
                    <a:pt x="718" y="132"/>
                  </a:cubicBezTo>
                  <a:cubicBezTo>
                    <a:pt x="719" y="134"/>
                    <a:pt x="719" y="134"/>
                    <a:pt x="719" y="134"/>
                  </a:cubicBezTo>
                  <a:cubicBezTo>
                    <a:pt x="720" y="134"/>
                    <a:pt x="720" y="134"/>
                    <a:pt x="720" y="134"/>
                  </a:cubicBezTo>
                  <a:cubicBezTo>
                    <a:pt x="721" y="137"/>
                    <a:pt x="723" y="141"/>
                    <a:pt x="727" y="144"/>
                  </a:cubicBezTo>
                  <a:cubicBezTo>
                    <a:pt x="729" y="146"/>
                    <a:pt x="729" y="146"/>
                    <a:pt x="729" y="146"/>
                  </a:cubicBezTo>
                  <a:cubicBezTo>
                    <a:pt x="733" y="151"/>
                    <a:pt x="738" y="155"/>
                    <a:pt x="745" y="159"/>
                  </a:cubicBezTo>
                  <a:cubicBezTo>
                    <a:pt x="745" y="159"/>
                    <a:pt x="745" y="159"/>
                    <a:pt x="745" y="159"/>
                  </a:cubicBezTo>
                  <a:cubicBezTo>
                    <a:pt x="746" y="161"/>
                    <a:pt x="746" y="161"/>
                    <a:pt x="746" y="161"/>
                  </a:cubicBezTo>
                  <a:cubicBezTo>
                    <a:pt x="746" y="161"/>
                    <a:pt x="746" y="161"/>
                    <a:pt x="746" y="161"/>
                  </a:cubicBezTo>
                  <a:cubicBezTo>
                    <a:pt x="749" y="169"/>
                    <a:pt x="756" y="177"/>
                    <a:pt x="768" y="187"/>
                  </a:cubicBezTo>
                  <a:cubicBezTo>
                    <a:pt x="769" y="187"/>
                    <a:pt x="769" y="187"/>
                    <a:pt x="769" y="187"/>
                  </a:cubicBezTo>
                  <a:cubicBezTo>
                    <a:pt x="770" y="189"/>
                    <a:pt x="770" y="189"/>
                    <a:pt x="770" y="189"/>
                  </a:cubicBezTo>
                  <a:cubicBezTo>
                    <a:pt x="770" y="189"/>
                    <a:pt x="770" y="189"/>
                    <a:pt x="770" y="189"/>
                  </a:cubicBezTo>
                  <a:cubicBezTo>
                    <a:pt x="773" y="197"/>
                    <a:pt x="778" y="206"/>
                    <a:pt x="790" y="216"/>
                  </a:cubicBezTo>
                  <a:cubicBezTo>
                    <a:pt x="790" y="217"/>
                    <a:pt x="790" y="217"/>
                    <a:pt x="790" y="217"/>
                  </a:cubicBezTo>
                  <a:cubicBezTo>
                    <a:pt x="791" y="218"/>
                    <a:pt x="791" y="218"/>
                    <a:pt x="791" y="218"/>
                  </a:cubicBezTo>
                  <a:cubicBezTo>
                    <a:pt x="792" y="219"/>
                    <a:pt x="792" y="219"/>
                    <a:pt x="792" y="219"/>
                  </a:cubicBezTo>
                  <a:cubicBezTo>
                    <a:pt x="792" y="223"/>
                    <a:pt x="794" y="228"/>
                    <a:pt x="797" y="232"/>
                  </a:cubicBezTo>
                  <a:cubicBezTo>
                    <a:pt x="797" y="232"/>
                    <a:pt x="797" y="232"/>
                    <a:pt x="797" y="232"/>
                  </a:cubicBezTo>
                  <a:cubicBezTo>
                    <a:pt x="801" y="237"/>
                    <a:pt x="804" y="243"/>
                    <a:pt x="810" y="249"/>
                  </a:cubicBezTo>
                  <a:cubicBezTo>
                    <a:pt x="811" y="249"/>
                    <a:pt x="811" y="249"/>
                    <a:pt x="811" y="249"/>
                  </a:cubicBezTo>
                  <a:cubicBezTo>
                    <a:pt x="812" y="251"/>
                    <a:pt x="812" y="251"/>
                    <a:pt x="812" y="251"/>
                  </a:cubicBezTo>
                  <a:cubicBezTo>
                    <a:pt x="812" y="251"/>
                    <a:pt x="812" y="251"/>
                    <a:pt x="812" y="251"/>
                  </a:cubicBezTo>
                  <a:cubicBezTo>
                    <a:pt x="813" y="260"/>
                    <a:pt x="817" y="269"/>
                    <a:pt x="828" y="281"/>
                  </a:cubicBezTo>
                  <a:cubicBezTo>
                    <a:pt x="828" y="282"/>
                    <a:pt x="828" y="282"/>
                    <a:pt x="828" y="282"/>
                  </a:cubicBezTo>
                  <a:cubicBezTo>
                    <a:pt x="829" y="283"/>
                    <a:pt x="829" y="283"/>
                    <a:pt x="829" y="283"/>
                  </a:cubicBezTo>
                  <a:cubicBezTo>
                    <a:pt x="829" y="284"/>
                    <a:pt x="829" y="284"/>
                    <a:pt x="829" y="284"/>
                  </a:cubicBezTo>
                  <a:cubicBezTo>
                    <a:pt x="830" y="292"/>
                    <a:pt x="834" y="302"/>
                    <a:pt x="843" y="315"/>
                  </a:cubicBezTo>
                  <a:cubicBezTo>
                    <a:pt x="843" y="315"/>
                    <a:pt x="843" y="315"/>
                    <a:pt x="843" y="315"/>
                  </a:cubicBezTo>
                  <a:cubicBezTo>
                    <a:pt x="844" y="317"/>
                    <a:pt x="844" y="317"/>
                    <a:pt x="844" y="317"/>
                  </a:cubicBezTo>
                  <a:cubicBezTo>
                    <a:pt x="844" y="317"/>
                    <a:pt x="844" y="317"/>
                    <a:pt x="844" y="317"/>
                  </a:cubicBezTo>
                  <a:cubicBezTo>
                    <a:pt x="844" y="322"/>
                    <a:pt x="845" y="326"/>
                    <a:pt x="847" y="332"/>
                  </a:cubicBezTo>
                  <a:cubicBezTo>
                    <a:pt x="847" y="332"/>
                    <a:pt x="847" y="332"/>
                    <a:pt x="847" y="332"/>
                  </a:cubicBezTo>
                  <a:cubicBezTo>
                    <a:pt x="849" y="337"/>
                    <a:pt x="852" y="344"/>
                    <a:pt x="857" y="351"/>
                  </a:cubicBezTo>
                  <a:cubicBezTo>
                    <a:pt x="857" y="351"/>
                    <a:pt x="857" y="351"/>
                    <a:pt x="857" y="351"/>
                  </a:cubicBezTo>
                  <a:cubicBezTo>
                    <a:pt x="857" y="353"/>
                    <a:pt x="857" y="353"/>
                    <a:pt x="857" y="353"/>
                  </a:cubicBezTo>
                  <a:cubicBezTo>
                    <a:pt x="857" y="353"/>
                    <a:pt x="857" y="353"/>
                    <a:pt x="857" y="353"/>
                  </a:cubicBezTo>
                  <a:cubicBezTo>
                    <a:pt x="857" y="355"/>
                    <a:pt x="857" y="355"/>
                    <a:pt x="857" y="355"/>
                  </a:cubicBezTo>
                  <a:cubicBezTo>
                    <a:pt x="857" y="363"/>
                    <a:pt x="860" y="373"/>
                    <a:pt x="867" y="386"/>
                  </a:cubicBezTo>
                  <a:cubicBezTo>
                    <a:pt x="867" y="386"/>
                    <a:pt x="867" y="386"/>
                    <a:pt x="867" y="386"/>
                  </a:cubicBezTo>
                  <a:cubicBezTo>
                    <a:pt x="868" y="388"/>
                    <a:pt x="868" y="388"/>
                    <a:pt x="868" y="388"/>
                  </a:cubicBezTo>
                  <a:cubicBezTo>
                    <a:pt x="868" y="388"/>
                    <a:pt x="868" y="388"/>
                    <a:pt x="868" y="388"/>
                  </a:cubicBezTo>
                  <a:cubicBezTo>
                    <a:pt x="868" y="390"/>
                    <a:pt x="868" y="391"/>
                    <a:pt x="868" y="392"/>
                  </a:cubicBezTo>
                  <a:cubicBezTo>
                    <a:pt x="868" y="400"/>
                    <a:pt x="870" y="410"/>
                    <a:pt x="876" y="422"/>
                  </a:cubicBezTo>
                  <a:cubicBezTo>
                    <a:pt x="876" y="422"/>
                    <a:pt x="876" y="422"/>
                    <a:pt x="876" y="422"/>
                  </a:cubicBezTo>
                  <a:cubicBezTo>
                    <a:pt x="876" y="424"/>
                    <a:pt x="876" y="424"/>
                    <a:pt x="876" y="424"/>
                  </a:cubicBezTo>
                  <a:cubicBezTo>
                    <a:pt x="876" y="424"/>
                    <a:pt x="876" y="424"/>
                    <a:pt x="876" y="424"/>
                  </a:cubicBezTo>
                  <a:cubicBezTo>
                    <a:pt x="876" y="426"/>
                    <a:pt x="876" y="429"/>
                    <a:pt x="876" y="431"/>
                  </a:cubicBezTo>
                  <a:cubicBezTo>
                    <a:pt x="876" y="433"/>
                    <a:pt x="876" y="436"/>
                    <a:pt x="877" y="439"/>
                  </a:cubicBezTo>
                  <a:cubicBezTo>
                    <a:pt x="877" y="439"/>
                    <a:pt x="877" y="439"/>
                    <a:pt x="877" y="439"/>
                  </a:cubicBezTo>
                  <a:cubicBezTo>
                    <a:pt x="878" y="445"/>
                    <a:pt x="879" y="452"/>
                    <a:pt x="882" y="460"/>
                  </a:cubicBezTo>
                  <a:cubicBezTo>
                    <a:pt x="882" y="460"/>
                    <a:pt x="882" y="460"/>
                    <a:pt x="882" y="460"/>
                  </a:cubicBezTo>
                  <a:cubicBezTo>
                    <a:pt x="883" y="462"/>
                    <a:pt x="883" y="462"/>
                    <a:pt x="883" y="462"/>
                  </a:cubicBezTo>
                  <a:cubicBezTo>
                    <a:pt x="883" y="462"/>
                    <a:pt x="883" y="462"/>
                    <a:pt x="883" y="462"/>
                  </a:cubicBezTo>
                  <a:cubicBezTo>
                    <a:pt x="882" y="465"/>
                    <a:pt x="882" y="468"/>
                    <a:pt x="882" y="472"/>
                  </a:cubicBezTo>
                  <a:cubicBezTo>
                    <a:pt x="882" y="479"/>
                    <a:pt x="883" y="487"/>
                    <a:pt x="887" y="496"/>
                  </a:cubicBezTo>
                  <a:cubicBezTo>
                    <a:pt x="887" y="497"/>
                    <a:pt x="887" y="497"/>
                    <a:pt x="887" y="497"/>
                  </a:cubicBezTo>
                  <a:cubicBezTo>
                    <a:pt x="887" y="499"/>
                    <a:pt x="887" y="499"/>
                    <a:pt x="887" y="499"/>
                  </a:cubicBezTo>
                  <a:cubicBezTo>
                    <a:pt x="887" y="499"/>
                    <a:pt x="887" y="499"/>
                    <a:pt x="887" y="499"/>
                  </a:cubicBezTo>
                  <a:cubicBezTo>
                    <a:pt x="886" y="502"/>
                    <a:pt x="885" y="506"/>
                    <a:pt x="885" y="511"/>
                  </a:cubicBezTo>
                  <a:cubicBezTo>
                    <a:pt x="885" y="517"/>
                    <a:pt x="886" y="524"/>
                    <a:pt x="889" y="533"/>
                  </a:cubicBezTo>
                  <a:cubicBezTo>
                    <a:pt x="889" y="534"/>
                    <a:pt x="889" y="534"/>
                    <a:pt x="889" y="534"/>
                  </a:cubicBezTo>
                  <a:cubicBezTo>
                    <a:pt x="889" y="534"/>
                    <a:pt x="889" y="534"/>
                    <a:pt x="889" y="534"/>
                  </a:cubicBezTo>
                  <a:cubicBezTo>
                    <a:pt x="889" y="535"/>
                    <a:pt x="889" y="535"/>
                    <a:pt x="889" y="535"/>
                  </a:cubicBezTo>
                  <a:cubicBezTo>
                    <a:pt x="889" y="536"/>
                    <a:pt x="889" y="536"/>
                    <a:pt x="889" y="536"/>
                  </a:cubicBezTo>
                  <a:cubicBezTo>
                    <a:pt x="887" y="539"/>
                    <a:pt x="886" y="544"/>
                    <a:pt x="886" y="549"/>
                  </a:cubicBezTo>
                  <a:cubicBezTo>
                    <a:pt x="887" y="549"/>
                    <a:pt x="887" y="549"/>
                    <a:pt x="887" y="549"/>
                  </a:cubicBezTo>
                  <a:cubicBezTo>
                    <a:pt x="886" y="551"/>
                    <a:pt x="886" y="551"/>
                    <a:pt x="886" y="551"/>
                  </a:cubicBezTo>
                  <a:cubicBezTo>
                    <a:pt x="886" y="552"/>
                    <a:pt x="886" y="553"/>
                    <a:pt x="886" y="554"/>
                  </a:cubicBezTo>
                  <a:cubicBezTo>
                    <a:pt x="886" y="559"/>
                    <a:pt x="887" y="565"/>
                    <a:pt x="889" y="572"/>
                  </a:cubicBezTo>
                  <a:cubicBezTo>
                    <a:pt x="889" y="572"/>
                    <a:pt x="889" y="572"/>
                    <a:pt x="889" y="572"/>
                  </a:cubicBezTo>
                  <a:cubicBezTo>
                    <a:pt x="889" y="572"/>
                    <a:pt x="889" y="572"/>
                    <a:pt x="889" y="572"/>
                  </a:cubicBezTo>
                  <a:cubicBezTo>
                    <a:pt x="889" y="574"/>
                    <a:pt x="889" y="574"/>
                    <a:pt x="889" y="574"/>
                  </a:cubicBezTo>
                  <a:cubicBezTo>
                    <a:pt x="888" y="574"/>
                    <a:pt x="888" y="574"/>
                    <a:pt x="888" y="574"/>
                  </a:cubicBezTo>
                  <a:cubicBezTo>
                    <a:pt x="886" y="580"/>
                    <a:pt x="885" y="586"/>
                    <a:pt x="885" y="594"/>
                  </a:cubicBezTo>
                  <a:cubicBezTo>
                    <a:pt x="885" y="598"/>
                    <a:pt x="885" y="603"/>
                    <a:pt x="886" y="609"/>
                  </a:cubicBezTo>
                  <a:cubicBezTo>
                    <a:pt x="886" y="609"/>
                    <a:pt x="886" y="609"/>
                    <a:pt x="886" y="609"/>
                  </a:cubicBezTo>
                  <a:cubicBezTo>
                    <a:pt x="886" y="611"/>
                    <a:pt x="886" y="611"/>
                    <a:pt x="886" y="611"/>
                  </a:cubicBezTo>
                  <a:cubicBezTo>
                    <a:pt x="886" y="611"/>
                    <a:pt x="886" y="611"/>
                    <a:pt x="886" y="611"/>
                  </a:cubicBezTo>
                  <a:cubicBezTo>
                    <a:pt x="883" y="617"/>
                    <a:pt x="881" y="625"/>
                    <a:pt x="881" y="635"/>
                  </a:cubicBezTo>
                  <a:cubicBezTo>
                    <a:pt x="881" y="638"/>
                    <a:pt x="881" y="641"/>
                    <a:pt x="882" y="645"/>
                  </a:cubicBezTo>
                  <a:cubicBezTo>
                    <a:pt x="882" y="645"/>
                    <a:pt x="882" y="645"/>
                    <a:pt x="882" y="645"/>
                  </a:cubicBezTo>
                  <a:cubicBezTo>
                    <a:pt x="882" y="647"/>
                    <a:pt x="882" y="647"/>
                    <a:pt x="882" y="647"/>
                  </a:cubicBezTo>
                  <a:cubicBezTo>
                    <a:pt x="881" y="648"/>
                    <a:pt x="881" y="648"/>
                    <a:pt x="881" y="648"/>
                  </a:cubicBezTo>
                  <a:cubicBezTo>
                    <a:pt x="879" y="651"/>
                    <a:pt x="878" y="655"/>
                    <a:pt x="877" y="660"/>
                  </a:cubicBezTo>
                  <a:cubicBezTo>
                    <a:pt x="877" y="660"/>
                    <a:pt x="877" y="660"/>
                    <a:pt x="877" y="660"/>
                  </a:cubicBezTo>
                  <a:cubicBezTo>
                    <a:pt x="877" y="662"/>
                    <a:pt x="877" y="662"/>
                    <a:pt x="877" y="662"/>
                  </a:cubicBezTo>
                  <a:cubicBezTo>
                    <a:pt x="875" y="666"/>
                    <a:pt x="875" y="672"/>
                    <a:pt x="875" y="678"/>
                  </a:cubicBezTo>
                  <a:cubicBezTo>
                    <a:pt x="875" y="680"/>
                    <a:pt x="875" y="681"/>
                    <a:pt x="875" y="683"/>
                  </a:cubicBezTo>
                  <a:cubicBezTo>
                    <a:pt x="875" y="683"/>
                    <a:pt x="875" y="683"/>
                    <a:pt x="875" y="683"/>
                  </a:cubicBezTo>
                  <a:cubicBezTo>
                    <a:pt x="875" y="685"/>
                    <a:pt x="875" y="685"/>
                    <a:pt x="875" y="685"/>
                  </a:cubicBezTo>
                  <a:cubicBezTo>
                    <a:pt x="874" y="686"/>
                    <a:pt x="874" y="686"/>
                    <a:pt x="874" y="686"/>
                  </a:cubicBezTo>
                  <a:cubicBezTo>
                    <a:pt x="870" y="693"/>
                    <a:pt x="867" y="703"/>
                    <a:pt x="866" y="719"/>
                  </a:cubicBezTo>
                  <a:cubicBezTo>
                    <a:pt x="866" y="719"/>
                    <a:pt x="866" y="719"/>
                    <a:pt x="866" y="719"/>
                  </a:cubicBezTo>
                  <a:cubicBezTo>
                    <a:pt x="866" y="721"/>
                    <a:pt x="866" y="721"/>
                    <a:pt x="866" y="721"/>
                  </a:cubicBezTo>
                  <a:cubicBezTo>
                    <a:pt x="865" y="721"/>
                    <a:pt x="865" y="721"/>
                    <a:pt x="865" y="721"/>
                  </a:cubicBezTo>
                  <a:cubicBezTo>
                    <a:pt x="860" y="728"/>
                    <a:pt x="856" y="738"/>
                    <a:pt x="855" y="754"/>
                  </a:cubicBezTo>
                  <a:cubicBezTo>
                    <a:pt x="855" y="754"/>
                    <a:pt x="855" y="754"/>
                    <a:pt x="855" y="754"/>
                  </a:cubicBezTo>
                  <a:cubicBezTo>
                    <a:pt x="855" y="756"/>
                    <a:pt x="855" y="756"/>
                    <a:pt x="855" y="756"/>
                  </a:cubicBezTo>
                  <a:cubicBezTo>
                    <a:pt x="854" y="756"/>
                    <a:pt x="854" y="756"/>
                    <a:pt x="854" y="756"/>
                  </a:cubicBezTo>
                  <a:cubicBezTo>
                    <a:pt x="852" y="759"/>
                    <a:pt x="850" y="763"/>
                    <a:pt x="848" y="767"/>
                  </a:cubicBezTo>
                  <a:lnTo>
                    <a:pt x="847" y="769"/>
                  </a:lnTo>
                  <a:close/>
                  <a:moveTo>
                    <a:pt x="858" y="799"/>
                  </a:moveTo>
                  <a:cubicBezTo>
                    <a:pt x="857" y="801"/>
                    <a:pt x="856" y="803"/>
                    <a:pt x="855" y="803"/>
                  </a:cubicBezTo>
                  <a:cubicBezTo>
                    <a:pt x="855" y="804"/>
                    <a:pt x="855" y="804"/>
                    <a:pt x="855" y="804"/>
                  </a:cubicBezTo>
                  <a:cubicBezTo>
                    <a:pt x="853" y="804"/>
                    <a:pt x="849" y="801"/>
                    <a:pt x="848" y="795"/>
                  </a:cubicBezTo>
                  <a:cubicBezTo>
                    <a:pt x="848" y="794"/>
                    <a:pt x="848" y="792"/>
                    <a:pt x="848" y="790"/>
                  </a:cubicBezTo>
                  <a:cubicBezTo>
                    <a:pt x="848" y="787"/>
                    <a:pt x="848" y="784"/>
                    <a:pt x="849" y="782"/>
                  </a:cubicBezTo>
                  <a:cubicBezTo>
                    <a:pt x="850" y="780"/>
                    <a:pt x="851" y="778"/>
                    <a:pt x="852" y="777"/>
                  </a:cubicBezTo>
                  <a:cubicBezTo>
                    <a:pt x="852" y="777"/>
                    <a:pt x="852" y="777"/>
                    <a:pt x="853" y="777"/>
                  </a:cubicBezTo>
                  <a:cubicBezTo>
                    <a:pt x="854" y="777"/>
                    <a:pt x="858" y="779"/>
                    <a:pt x="859" y="785"/>
                  </a:cubicBezTo>
                  <a:cubicBezTo>
                    <a:pt x="859" y="787"/>
                    <a:pt x="859" y="788"/>
                    <a:pt x="859" y="790"/>
                  </a:cubicBezTo>
                  <a:cubicBezTo>
                    <a:pt x="859" y="793"/>
                    <a:pt x="859" y="796"/>
                    <a:pt x="858" y="799"/>
                  </a:cubicBezTo>
                  <a:moveTo>
                    <a:pt x="869" y="769"/>
                  </a:moveTo>
                  <a:cubicBezTo>
                    <a:pt x="869" y="769"/>
                    <a:pt x="869" y="769"/>
                    <a:pt x="869" y="769"/>
                  </a:cubicBezTo>
                  <a:cubicBezTo>
                    <a:pt x="869" y="769"/>
                    <a:pt x="869" y="769"/>
                    <a:pt x="868" y="769"/>
                  </a:cubicBezTo>
                  <a:cubicBezTo>
                    <a:pt x="867" y="770"/>
                    <a:pt x="863" y="767"/>
                    <a:pt x="861" y="761"/>
                  </a:cubicBezTo>
                  <a:cubicBezTo>
                    <a:pt x="861" y="759"/>
                    <a:pt x="861" y="757"/>
                    <a:pt x="861" y="755"/>
                  </a:cubicBezTo>
                  <a:cubicBezTo>
                    <a:pt x="861" y="749"/>
                    <a:pt x="863" y="744"/>
                    <a:pt x="864" y="743"/>
                  </a:cubicBezTo>
                  <a:cubicBezTo>
                    <a:pt x="864" y="743"/>
                    <a:pt x="864" y="743"/>
                    <a:pt x="865" y="743"/>
                  </a:cubicBezTo>
                  <a:cubicBezTo>
                    <a:pt x="866" y="743"/>
                    <a:pt x="870" y="745"/>
                    <a:pt x="871" y="751"/>
                  </a:cubicBezTo>
                  <a:cubicBezTo>
                    <a:pt x="872" y="753"/>
                    <a:pt x="872" y="755"/>
                    <a:pt x="872" y="758"/>
                  </a:cubicBezTo>
                  <a:cubicBezTo>
                    <a:pt x="872" y="763"/>
                    <a:pt x="870" y="768"/>
                    <a:pt x="869" y="769"/>
                  </a:cubicBezTo>
                  <a:moveTo>
                    <a:pt x="881" y="732"/>
                  </a:moveTo>
                  <a:cubicBezTo>
                    <a:pt x="881" y="732"/>
                    <a:pt x="881" y="732"/>
                    <a:pt x="880" y="732"/>
                  </a:cubicBezTo>
                  <a:cubicBezTo>
                    <a:pt x="879" y="732"/>
                    <a:pt x="875" y="730"/>
                    <a:pt x="873" y="725"/>
                  </a:cubicBezTo>
                  <a:cubicBezTo>
                    <a:pt x="872" y="722"/>
                    <a:pt x="872" y="719"/>
                    <a:pt x="872" y="717"/>
                  </a:cubicBezTo>
                  <a:cubicBezTo>
                    <a:pt x="872" y="712"/>
                    <a:pt x="874" y="707"/>
                    <a:pt x="875" y="706"/>
                  </a:cubicBezTo>
                  <a:cubicBezTo>
                    <a:pt x="875" y="706"/>
                    <a:pt x="875" y="706"/>
                    <a:pt x="876" y="706"/>
                  </a:cubicBezTo>
                  <a:cubicBezTo>
                    <a:pt x="876" y="706"/>
                    <a:pt x="876" y="706"/>
                    <a:pt x="876" y="706"/>
                  </a:cubicBezTo>
                  <a:cubicBezTo>
                    <a:pt x="877" y="706"/>
                    <a:pt x="881" y="708"/>
                    <a:pt x="883" y="713"/>
                  </a:cubicBezTo>
                  <a:cubicBezTo>
                    <a:pt x="884" y="716"/>
                    <a:pt x="884" y="719"/>
                    <a:pt x="884" y="722"/>
                  </a:cubicBezTo>
                  <a:cubicBezTo>
                    <a:pt x="884" y="727"/>
                    <a:pt x="882" y="731"/>
                    <a:pt x="881" y="732"/>
                  </a:cubicBezTo>
                  <a:moveTo>
                    <a:pt x="891" y="694"/>
                  </a:moveTo>
                  <a:cubicBezTo>
                    <a:pt x="891" y="694"/>
                    <a:pt x="891" y="694"/>
                    <a:pt x="890" y="694"/>
                  </a:cubicBezTo>
                  <a:cubicBezTo>
                    <a:pt x="888" y="695"/>
                    <a:pt x="885" y="692"/>
                    <a:pt x="883" y="687"/>
                  </a:cubicBezTo>
                  <a:cubicBezTo>
                    <a:pt x="882" y="684"/>
                    <a:pt x="881" y="680"/>
                    <a:pt x="881" y="677"/>
                  </a:cubicBezTo>
                  <a:cubicBezTo>
                    <a:pt x="881" y="673"/>
                    <a:pt x="882" y="670"/>
                    <a:pt x="883" y="669"/>
                  </a:cubicBezTo>
                  <a:cubicBezTo>
                    <a:pt x="883" y="669"/>
                    <a:pt x="883" y="668"/>
                    <a:pt x="884" y="668"/>
                  </a:cubicBezTo>
                  <a:cubicBezTo>
                    <a:pt x="886" y="668"/>
                    <a:pt x="889" y="670"/>
                    <a:pt x="891" y="675"/>
                  </a:cubicBezTo>
                  <a:cubicBezTo>
                    <a:pt x="893" y="679"/>
                    <a:pt x="893" y="682"/>
                    <a:pt x="893" y="686"/>
                  </a:cubicBezTo>
                  <a:cubicBezTo>
                    <a:pt x="893" y="690"/>
                    <a:pt x="892" y="693"/>
                    <a:pt x="891" y="694"/>
                  </a:cubicBezTo>
                  <a:moveTo>
                    <a:pt x="898" y="658"/>
                  </a:moveTo>
                  <a:cubicBezTo>
                    <a:pt x="898" y="658"/>
                    <a:pt x="898" y="658"/>
                    <a:pt x="897" y="658"/>
                  </a:cubicBezTo>
                  <a:cubicBezTo>
                    <a:pt x="896" y="658"/>
                    <a:pt x="892" y="656"/>
                    <a:pt x="890" y="652"/>
                  </a:cubicBezTo>
                  <a:cubicBezTo>
                    <a:pt x="888" y="648"/>
                    <a:pt x="887" y="644"/>
                    <a:pt x="887" y="640"/>
                  </a:cubicBezTo>
                  <a:cubicBezTo>
                    <a:pt x="887" y="637"/>
                    <a:pt x="888" y="634"/>
                    <a:pt x="889" y="633"/>
                  </a:cubicBezTo>
                  <a:cubicBezTo>
                    <a:pt x="889" y="633"/>
                    <a:pt x="889" y="633"/>
                    <a:pt x="890" y="633"/>
                  </a:cubicBezTo>
                  <a:cubicBezTo>
                    <a:pt x="890" y="633"/>
                    <a:pt x="890" y="633"/>
                    <a:pt x="890" y="633"/>
                  </a:cubicBezTo>
                  <a:cubicBezTo>
                    <a:pt x="890" y="633"/>
                    <a:pt x="890" y="633"/>
                    <a:pt x="890" y="633"/>
                  </a:cubicBezTo>
                  <a:cubicBezTo>
                    <a:pt x="892" y="633"/>
                    <a:pt x="895" y="635"/>
                    <a:pt x="897" y="639"/>
                  </a:cubicBezTo>
                  <a:cubicBezTo>
                    <a:pt x="899" y="643"/>
                    <a:pt x="900" y="647"/>
                    <a:pt x="900" y="651"/>
                  </a:cubicBezTo>
                  <a:cubicBezTo>
                    <a:pt x="900" y="654"/>
                    <a:pt x="899" y="657"/>
                    <a:pt x="898" y="658"/>
                  </a:cubicBezTo>
                  <a:moveTo>
                    <a:pt x="904" y="619"/>
                  </a:moveTo>
                  <a:cubicBezTo>
                    <a:pt x="903" y="619"/>
                    <a:pt x="903" y="620"/>
                    <a:pt x="902" y="620"/>
                  </a:cubicBezTo>
                  <a:cubicBezTo>
                    <a:pt x="900" y="620"/>
                    <a:pt x="897" y="618"/>
                    <a:pt x="894" y="613"/>
                  </a:cubicBezTo>
                  <a:cubicBezTo>
                    <a:pt x="892" y="609"/>
                    <a:pt x="891" y="604"/>
                    <a:pt x="891" y="600"/>
                  </a:cubicBezTo>
                  <a:cubicBezTo>
                    <a:pt x="892" y="598"/>
                    <a:pt x="892" y="596"/>
                    <a:pt x="892" y="595"/>
                  </a:cubicBezTo>
                  <a:cubicBezTo>
                    <a:pt x="893" y="595"/>
                    <a:pt x="893" y="594"/>
                    <a:pt x="894" y="594"/>
                  </a:cubicBezTo>
                  <a:cubicBezTo>
                    <a:pt x="894" y="594"/>
                    <a:pt x="894" y="594"/>
                    <a:pt x="894" y="594"/>
                  </a:cubicBezTo>
                  <a:cubicBezTo>
                    <a:pt x="894" y="594"/>
                    <a:pt x="894" y="594"/>
                    <a:pt x="894" y="594"/>
                  </a:cubicBezTo>
                  <a:cubicBezTo>
                    <a:pt x="896" y="595"/>
                    <a:pt x="899" y="596"/>
                    <a:pt x="902" y="601"/>
                  </a:cubicBezTo>
                  <a:cubicBezTo>
                    <a:pt x="904" y="604"/>
                    <a:pt x="905" y="609"/>
                    <a:pt x="905" y="613"/>
                  </a:cubicBezTo>
                  <a:cubicBezTo>
                    <a:pt x="905" y="616"/>
                    <a:pt x="904" y="618"/>
                    <a:pt x="904" y="619"/>
                  </a:cubicBezTo>
                  <a:moveTo>
                    <a:pt x="907" y="580"/>
                  </a:moveTo>
                  <a:cubicBezTo>
                    <a:pt x="907" y="580"/>
                    <a:pt x="906" y="581"/>
                    <a:pt x="905" y="581"/>
                  </a:cubicBezTo>
                  <a:cubicBezTo>
                    <a:pt x="903" y="581"/>
                    <a:pt x="900" y="579"/>
                    <a:pt x="897" y="575"/>
                  </a:cubicBezTo>
                  <a:cubicBezTo>
                    <a:pt x="894" y="571"/>
                    <a:pt x="893" y="565"/>
                    <a:pt x="893" y="561"/>
                  </a:cubicBezTo>
                  <a:cubicBezTo>
                    <a:pt x="893" y="559"/>
                    <a:pt x="894" y="557"/>
                    <a:pt x="894" y="557"/>
                  </a:cubicBezTo>
                  <a:cubicBezTo>
                    <a:pt x="894" y="556"/>
                    <a:pt x="894" y="556"/>
                    <a:pt x="895" y="556"/>
                  </a:cubicBezTo>
                  <a:cubicBezTo>
                    <a:pt x="896" y="556"/>
                    <a:pt x="896" y="556"/>
                    <a:pt x="896" y="556"/>
                  </a:cubicBezTo>
                  <a:cubicBezTo>
                    <a:pt x="897" y="556"/>
                    <a:pt x="901" y="558"/>
                    <a:pt x="903" y="562"/>
                  </a:cubicBezTo>
                  <a:cubicBezTo>
                    <a:pt x="906" y="566"/>
                    <a:pt x="908" y="572"/>
                    <a:pt x="907" y="576"/>
                  </a:cubicBezTo>
                  <a:cubicBezTo>
                    <a:pt x="907" y="578"/>
                    <a:pt x="907" y="579"/>
                    <a:pt x="907" y="580"/>
                  </a:cubicBezTo>
                  <a:moveTo>
                    <a:pt x="907" y="543"/>
                  </a:moveTo>
                  <a:cubicBezTo>
                    <a:pt x="907" y="543"/>
                    <a:pt x="907" y="544"/>
                    <a:pt x="906" y="544"/>
                  </a:cubicBezTo>
                  <a:cubicBezTo>
                    <a:pt x="904" y="544"/>
                    <a:pt x="900" y="542"/>
                    <a:pt x="897" y="539"/>
                  </a:cubicBezTo>
                  <a:cubicBezTo>
                    <a:pt x="894" y="534"/>
                    <a:pt x="893" y="528"/>
                    <a:pt x="893" y="524"/>
                  </a:cubicBezTo>
                  <a:cubicBezTo>
                    <a:pt x="893" y="522"/>
                    <a:pt x="893" y="521"/>
                    <a:pt x="893" y="520"/>
                  </a:cubicBezTo>
                  <a:cubicBezTo>
                    <a:pt x="894" y="520"/>
                    <a:pt x="894" y="520"/>
                    <a:pt x="895" y="520"/>
                  </a:cubicBezTo>
                  <a:cubicBezTo>
                    <a:pt x="895" y="520"/>
                    <a:pt x="895" y="520"/>
                    <a:pt x="895" y="520"/>
                  </a:cubicBezTo>
                  <a:cubicBezTo>
                    <a:pt x="897" y="520"/>
                    <a:pt x="900" y="521"/>
                    <a:pt x="903" y="525"/>
                  </a:cubicBezTo>
                  <a:cubicBezTo>
                    <a:pt x="906" y="529"/>
                    <a:pt x="908" y="536"/>
                    <a:pt x="908" y="540"/>
                  </a:cubicBezTo>
                  <a:cubicBezTo>
                    <a:pt x="908" y="542"/>
                    <a:pt x="908" y="543"/>
                    <a:pt x="907" y="54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2" name="Freeform 584">
              <a:extLst>
                <a:ext uri="{FF2B5EF4-FFF2-40B4-BE49-F238E27FC236}">
                  <a16:creationId xmlns:a16="http://schemas.microsoft.com/office/drawing/2014/main" id="{FD7502E0-97CC-43B6-8356-91BBF56BB38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09713" y="12673013"/>
              <a:ext cx="19050" cy="11112"/>
            </a:xfrm>
            <a:custGeom>
              <a:avLst/>
              <a:gdLst>
                <a:gd name="T0" fmla="*/ 0 w 30"/>
                <a:gd name="T1" fmla="*/ 10 h 17"/>
                <a:gd name="T2" fmla="*/ 0 w 30"/>
                <a:gd name="T3" fmla="*/ 10 h 17"/>
                <a:gd name="T4" fmla="*/ 0 w 30"/>
                <a:gd name="T5" fmla="*/ 8 h 17"/>
                <a:gd name="T6" fmla="*/ 13 w 30"/>
                <a:gd name="T7" fmla="*/ 0 h 17"/>
                <a:gd name="T8" fmla="*/ 13 w 30"/>
                <a:gd name="T9" fmla="*/ 0 h 17"/>
                <a:gd name="T10" fmla="*/ 13 w 30"/>
                <a:gd name="T11" fmla="*/ 0 h 17"/>
                <a:gd name="T12" fmla="*/ 13 w 30"/>
                <a:gd name="T13" fmla="*/ 0 h 17"/>
                <a:gd name="T14" fmla="*/ 13 w 30"/>
                <a:gd name="T15" fmla="*/ 1 h 17"/>
                <a:gd name="T16" fmla="*/ 14 w 30"/>
                <a:gd name="T17" fmla="*/ 1 h 17"/>
                <a:gd name="T18" fmla="*/ 17 w 30"/>
                <a:gd name="T19" fmla="*/ 1 h 17"/>
                <a:gd name="T20" fmla="*/ 17 w 30"/>
                <a:gd name="T21" fmla="*/ 1 h 17"/>
                <a:gd name="T22" fmla="*/ 30 w 30"/>
                <a:gd name="T23" fmla="*/ 8 h 17"/>
                <a:gd name="T24" fmla="*/ 29 w 30"/>
                <a:gd name="T25" fmla="*/ 10 h 17"/>
                <a:gd name="T26" fmla="*/ 15 w 30"/>
                <a:gd name="T27" fmla="*/ 17 h 17"/>
                <a:gd name="T28" fmla="*/ 0 w 30"/>
                <a:gd name="T29" fmla="*/ 10 h 17"/>
                <a:gd name="T30" fmla="*/ 14 w 30"/>
                <a:gd name="T31" fmla="*/ 14 h 17"/>
                <a:gd name="T32" fmla="*/ 24 w 30"/>
                <a:gd name="T33" fmla="*/ 9 h 17"/>
                <a:gd name="T34" fmla="*/ 24 w 30"/>
                <a:gd name="T35" fmla="*/ 9 h 17"/>
                <a:gd name="T36" fmla="*/ 14 w 30"/>
                <a:gd name="T37" fmla="*/ 3 h 17"/>
                <a:gd name="T38" fmla="*/ 14 w 30"/>
                <a:gd name="T39" fmla="*/ 3 h 17"/>
                <a:gd name="T40" fmla="*/ 4 w 30"/>
                <a:gd name="T41" fmla="*/ 9 h 17"/>
                <a:gd name="T42" fmla="*/ 14 w 30"/>
                <a:gd name="T4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17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5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15" y="17"/>
                    <a:pt x="15" y="17"/>
                    <a:pt x="15" y="17"/>
                  </a:cubicBezTo>
                  <a:lnTo>
                    <a:pt x="0" y="10"/>
                  </a:lnTo>
                  <a:close/>
                  <a:moveTo>
                    <a:pt x="14" y="14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14" y="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3" name="Freeform 585">
              <a:extLst>
                <a:ext uri="{FF2B5EF4-FFF2-40B4-BE49-F238E27FC236}">
                  <a16:creationId xmlns:a16="http://schemas.microsoft.com/office/drawing/2014/main" id="{A8255CB6-4226-430F-B686-042799471C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87488" y="12676188"/>
              <a:ext cx="19050" cy="11112"/>
            </a:xfrm>
            <a:custGeom>
              <a:avLst/>
              <a:gdLst>
                <a:gd name="T0" fmla="*/ 29 w 30"/>
                <a:gd name="T1" fmla="*/ 5 h 17"/>
                <a:gd name="T2" fmla="*/ 29 w 30"/>
                <a:gd name="T3" fmla="*/ 5 h 17"/>
                <a:gd name="T4" fmla="*/ 30 w 30"/>
                <a:gd name="T5" fmla="*/ 8 h 17"/>
                <a:gd name="T6" fmla="*/ 17 w 30"/>
                <a:gd name="T7" fmla="*/ 16 h 17"/>
                <a:gd name="T8" fmla="*/ 17 w 30"/>
                <a:gd name="T9" fmla="*/ 16 h 17"/>
                <a:gd name="T10" fmla="*/ 16 w 30"/>
                <a:gd name="T11" fmla="*/ 17 h 17"/>
                <a:gd name="T12" fmla="*/ 16 w 30"/>
                <a:gd name="T13" fmla="*/ 17 h 17"/>
                <a:gd name="T14" fmla="*/ 0 w 30"/>
                <a:gd name="T15" fmla="*/ 12 h 17"/>
                <a:gd name="T16" fmla="*/ 0 w 30"/>
                <a:gd name="T17" fmla="*/ 11 h 17"/>
                <a:gd name="T18" fmla="*/ 12 w 30"/>
                <a:gd name="T19" fmla="*/ 0 h 17"/>
                <a:gd name="T20" fmla="*/ 12 w 30"/>
                <a:gd name="T21" fmla="*/ 0 h 17"/>
                <a:gd name="T22" fmla="*/ 14 w 30"/>
                <a:gd name="T23" fmla="*/ 0 h 17"/>
                <a:gd name="T24" fmla="*/ 14 w 30"/>
                <a:gd name="T25" fmla="*/ 0 h 17"/>
                <a:gd name="T26" fmla="*/ 29 w 30"/>
                <a:gd name="T27" fmla="*/ 5 h 17"/>
                <a:gd name="T28" fmla="*/ 15 w 30"/>
                <a:gd name="T29" fmla="*/ 13 h 17"/>
                <a:gd name="T30" fmla="*/ 24 w 30"/>
                <a:gd name="T31" fmla="*/ 7 h 17"/>
                <a:gd name="T32" fmla="*/ 24 w 30"/>
                <a:gd name="T33" fmla="*/ 7 h 17"/>
                <a:gd name="T34" fmla="*/ 14 w 30"/>
                <a:gd name="T35" fmla="*/ 3 h 17"/>
                <a:gd name="T36" fmla="*/ 13 w 30"/>
                <a:gd name="T37" fmla="*/ 3 h 17"/>
                <a:gd name="T38" fmla="*/ 5 w 30"/>
                <a:gd name="T39" fmla="*/ 10 h 17"/>
                <a:gd name="T40" fmla="*/ 15 w 30"/>
                <a:gd name="T4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17">
                  <a:moveTo>
                    <a:pt x="29" y="5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6"/>
                    <a:pt x="16" y="16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29" y="5"/>
                  </a:lnTo>
                  <a:close/>
                  <a:moveTo>
                    <a:pt x="15" y="13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5" y="10"/>
                    <a:pt x="5" y="10"/>
                    <a:pt x="5" y="10"/>
                  </a:cubicBezTo>
                  <a:lnTo>
                    <a:pt x="15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4" name="Freeform 586">
              <a:extLst>
                <a:ext uri="{FF2B5EF4-FFF2-40B4-BE49-F238E27FC236}">
                  <a16:creationId xmlns:a16="http://schemas.microsoft.com/office/drawing/2014/main" id="{58974F28-38F3-4D70-A4AB-B8D61C4A7EB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71613" y="12684125"/>
              <a:ext cx="14288" cy="9525"/>
            </a:xfrm>
            <a:custGeom>
              <a:avLst/>
              <a:gdLst>
                <a:gd name="T0" fmla="*/ 20 w 21"/>
                <a:gd name="T1" fmla="*/ 3 h 15"/>
                <a:gd name="T2" fmla="*/ 20 w 21"/>
                <a:gd name="T3" fmla="*/ 3 h 15"/>
                <a:gd name="T4" fmla="*/ 5 w 21"/>
                <a:gd name="T5" fmla="*/ 0 h 15"/>
                <a:gd name="T6" fmla="*/ 5 w 21"/>
                <a:gd name="T7" fmla="*/ 0 h 15"/>
                <a:gd name="T8" fmla="*/ 4 w 21"/>
                <a:gd name="T9" fmla="*/ 0 h 15"/>
                <a:gd name="T10" fmla="*/ 4 w 21"/>
                <a:gd name="T11" fmla="*/ 0 h 15"/>
                <a:gd name="T12" fmla="*/ 3 w 21"/>
                <a:gd name="T13" fmla="*/ 1 h 15"/>
                <a:gd name="T14" fmla="*/ 0 w 21"/>
                <a:gd name="T15" fmla="*/ 4 h 15"/>
                <a:gd name="T16" fmla="*/ 0 w 21"/>
                <a:gd name="T17" fmla="*/ 6 h 15"/>
                <a:gd name="T18" fmla="*/ 1 w 21"/>
                <a:gd name="T19" fmla="*/ 10 h 15"/>
                <a:gd name="T20" fmla="*/ 2 w 21"/>
                <a:gd name="T21" fmla="*/ 13 h 15"/>
                <a:gd name="T22" fmla="*/ 2 w 21"/>
                <a:gd name="T23" fmla="*/ 13 h 15"/>
                <a:gd name="T24" fmla="*/ 4 w 21"/>
                <a:gd name="T25" fmla="*/ 15 h 15"/>
                <a:gd name="T26" fmla="*/ 8 w 21"/>
                <a:gd name="T27" fmla="*/ 15 h 15"/>
                <a:gd name="T28" fmla="*/ 9 w 21"/>
                <a:gd name="T29" fmla="*/ 15 h 15"/>
                <a:gd name="T30" fmla="*/ 10 w 21"/>
                <a:gd name="T31" fmla="*/ 15 h 15"/>
                <a:gd name="T32" fmla="*/ 10 w 21"/>
                <a:gd name="T33" fmla="*/ 15 h 15"/>
                <a:gd name="T34" fmla="*/ 21 w 21"/>
                <a:gd name="T35" fmla="*/ 5 h 15"/>
                <a:gd name="T36" fmla="*/ 20 w 21"/>
                <a:gd name="T37" fmla="*/ 3 h 15"/>
                <a:gd name="T38" fmla="*/ 8 w 21"/>
                <a:gd name="T39" fmla="*/ 13 h 15"/>
                <a:gd name="T40" fmla="*/ 5 w 21"/>
                <a:gd name="T41" fmla="*/ 12 h 15"/>
                <a:gd name="T42" fmla="*/ 4 w 21"/>
                <a:gd name="T43" fmla="*/ 9 h 15"/>
                <a:gd name="T44" fmla="*/ 3 w 21"/>
                <a:gd name="T45" fmla="*/ 4 h 15"/>
                <a:gd name="T46" fmla="*/ 4 w 21"/>
                <a:gd name="T47" fmla="*/ 3 h 15"/>
                <a:gd name="T48" fmla="*/ 5 w 21"/>
                <a:gd name="T49" fmla="*/ 3 h 15"/>
                <a:gd name="T50" fmla="*/ 15 w 21"/>
                <a:gd name="T51" fmla="*/ 5 h 15"/>
                <a:gd name="T52" fmla="*/ 15 w 21"/>
                <a:gd name="T53" fmla="*/ 6 h 15"/>
                <a:gd name="T54" fmla="*/ 8 w 21"/>
                <a:gd name="T5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" h="15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1" y="7"/>
                    <a:pt x="1" y="9"/>
                    <a:pt x="1" y="10"/>
                  </a:cubicBezTo>
                  <a:cubicBezTo>
                    <a:pt x="1" y="11"/>
                    <a:pt x="1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0" y="3"/>
                  </a:lnTo>
                  <a:close/>
                  <a:moveTo>
                    <a:pt x="8" y="13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0"/>
                    <a:pt x="4" y="9"/>
                  </a:cubicBezTo>
                  <a:cubicBezTo>
                    <a:pt x="3" y="7"/>
                    <a:pt x="3" y="5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6"/>
                    <a:pt x="15" y="6"/>
                    <a:pt x="15" y="6"/>
                  </a:cubicBezTo>
                  <a:lnTo>
                    <a:pt x="8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5" name="Freeform 587">
              <a:extLst>
                <a:ext uri="{FF2B5EF4-FFF2-40B4-BE49-F238E27FC236}">
                  <a16:creationId xmlns:a16="http://schemas.microsoft.com/office/drawing/2014/main" id="{11DA0FD0-7D06-41D1-A476-9F7D9D331F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31938" y="12676188"/>
              <a:ext cx="19050" cy="11112"/>
            </a:xfrm>
            <a:custGeom>
              <a:avLst/>
              <a:gdLst>
                <a:gd name="T0" fmla="*/ 29 w 30"/>
                <a:gd name="T1" fmla="*/ 10 h 17"/>
                <a:gd name="T2" fmla="*/ 30 w 30"/>
                <a:gd name="T3" fmla="*/ 11 h 17"/>
                <a:gd name="T4" fmla="*/ 29 w 30"/>
                <a:gd name="T5" fmla="*/ 12 h 17"/>
                <a:gd name="T6" fmla="*/ 14 w 30"/>
                <a:gd name="T7" fmla="*/ 17 h 17"/>
                <a:gd name="T8" fmla="*/ 14 w 30"/>
                <a:gd name="T9" fmla="*/ 17 h 17"/>
                <a:gd name="T10" fmla="*/ 13 w 30"/>
                <a:gd name="T11" fmla="*/ 16 h 17"/>
                <a:gd name="T12" fmla="*/ 13 w 30"/>
                <a:gd name="T13" fmla="*/ 16 h 17"/>
                <a:gd name="T14" fmla="*/ 0 w 30"/>
                <a:gd name="T15" fmla="*/ 8 h 17"/>
                <a:gd name="T16" fmla="*/ 0 w 30"/>
                <a:gd name="T17" fmla="*/ 5 h 17"/>
                <a:gd name="T18" fmla="*/ 16 w 30"/>
                <a:gd name="T19" fmla="*/ 0 h 17"/>
                <a:gd name="T20" fmla="*/ 16 w 30"/>
                <a:gd name="T21" fmla="*/ 0 h 17"/>
                <a:gd name="T22" fmla="*/ 17 w 30"/>
                <a:gd name="T23" fmla="*/ 0 h 17"/>
                <a:gd name="T24" fmla="*/ 17 w 30"/>
                <a:gd name="T25" fmla="*/ 0 h 17"/>
                <a:gd name="T26" fmla="*/ 29 w 30"/>
                <a:gd name="T27" fmla="*/ 10 h 17"/>
                <a:gd name="T28" fmla="*/ 5 w 30"/>
                <a:gd name="T29" fmla="*/ 7 h 17"/>
                <a:gd name="T30" fmla="*/ 5 w 30"/>
                <a:gd name="T31" fmla="*/ 7 h 17"/>
                <a:gd name="T32" fmla="*/ 14 w 30"/>
                <a:gd name="T33" fmla="*/ 13 h 17"/>
                <a:gd name="T34" fmla="*/ 25 w 30"/>
                <a:gd name="T35" fmla="*/ 10 h 17"/>
                <a:gd name="T36" fmla="*/ 16 w 30"/>
                <a:gd name="T37" fmla="*/ 3 h 17"/>
                <a:gd name="T38" fmla="*/ 16 w 30"/>
                <a:gd name="T39" fmla="*/ 3 h 17"/>
                <a:gd name="T40" fmla="*/ 5 w 30"/>
                <a:gd name="T41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17">
                  <a:moveTo>
                    <a:pt x="29" y="10"/>
                  </a:moveTo>
                  <a:cubicBezTo>
                    <a:pt x="30" y="11"/>
                    <a:pt x="30" y="11"/>
                    <a:pt x="30" y="11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29" y="10"/>
                  </a:lnTo>
                  <a:close/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lnTo>
                    <a:pt x="5" y="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6" name="Freeform 588">
              <a:extLst>
                <a:ext uri="{FF2B5EF4-FFF2-40B4-BE49-F238E27FC236}">
                  <a16:creationId xmlns:a16="http://schemas.microsoft.com/office/drawing/2014/main" id="{10B1DF0D-95EC-4E3C-9F6E-07BCF63AAD9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52575" y="12684125"/>
              <a:ext cx="14288" cy="9525"/>
            </a:xfrm>
            <a:custGeom>
              <a:avLst/>
              <a:gdLst>
                <a:gd name="T0" fmla="*/ 22 w 22"/>
                <a:gd name="T1" fmla="*/ 5 h 15"/>
                <a:gd name="T2" fmla="*/ 19 w 22"/>
                <a:gd name="T3" fmla="*/ 2 h 15"/>
                <a:gd name="T4" fmla="*/ 19 w 22"/>
                <a:gd name="T5" fmla="*/ 1 h 15"/>
                <a:gd name="T6" fmla="*/ 19 w 22"/>
                <a:gd name="T7" fmla="*/ 1 h 15"/>
                <a:gd name="T8" fmla="*/ 18 w 22"/>
                <a:gd name="T9" fmla="*/ 1 h 15"/>
                <a:gd name="T10" fmla="*/ 17 w 22"/>
                <a:gd name="T11" fmla="*/ 0 h 15"/>
                <a:gd name="T12" fmla="*/ 17 w 22"/>
                <a:gd name="T13" fmla="*/ 0 h 15"/>
                <a:gd name="T14" fmla="*/ 17 w 22"/>
                <a:gd name="T15" fmla="*/ 0 h 15"/>
                <a:gd name="T16" fmla="*/ 16 w 22"/>
                <a:gd name="T17" fmla="*/ 0 h 15"/>
                <a:gd name="T18" fmla="*/ 16 w 22"/>
                <a:gd name="T19" fmla="*/ 0 h 15"/>
                <a:gd name="T20" fmla="*/ 1 w 22"/>
                <a:gd name="T21" fmla="*/ 3 h 15"/>
                <a:gd name="T22" fmla="*/ 0 w 22"/>
                <a:gd name="T23" fmla="*/ 5 h 15"/>
                <a:gd name="T24" fmla="*/ 10 w 22"/>
                <a:gd name="T25" fmla="*/ 14 h 15"/>
                <a:gd name="T26" fmla="*/ 10 w 22"/>
                <a:gd name="T27" fmla="*/ 14 h 15"/>
                <a:gd name="T28" fmla="*/ 11 w 22"/>
                <a:gd name="T29" fmla="*/ 15 h 15"/>
                <a:gd name="T30" fmla="*/ 12 w 22"/>
                <a:gd name="T31" fmla="*/ 15 h 15"/>
                <a:gd name="T32" fmla="*/ 18 w 22"/>
                <a:gd name="T33" fmla="*/ 15 h 15"/>
                <a:gd name="T34" fmla="*/ 19 w 22"/>
                <a:gd name="T35" fmla="*/ 13 h 15"/>
                <a:gd name="T36" fmla="*/ 20 w 22"/>
                <a:gd name="T37" fmla="*/ 12 h 15"/>
                <a:gd name="T38" fmla="*/ 21 w 22"/>
                <a:gd name="T39" fmla="*/ 10 h 15"/>
                <a:gd name="T40" fmla="*/ 21 w 22"/>
                <a:gd name="T41" fmla="*/ 7 h 15"/>
                <a:gd name="T42" fmla="*/ 22 w 22"/>
                <a:gd name="T43" fmla="*/ 5 h 15"/>
                <a:gd name="T44" fmla="*/ 5 w 22"/>
                <a:gd name="T45" fmla="*/ 6 h 15"/>
                <a:gd name="T46" fmla="*/ 5 w 22"/>
                <a:gd name="T47" fmla="*/ 5 h 15"/>
                <a:gd name="T48" fmla="*/ 16 w 22"/>
                <a:gd name="T49" fmla="*/ 3 h 15"/>
                <a:gd name="T50" fmla="*/ 17 w 22"/>
                <a:gd name="T51" fmla="*/ 3 h 15"/>
                <a:gd name="T52" fmla="*/ 19 w 22"/>
                <a:gd name="T53" fmla="*/ 5 h 15"/>
                <a:gd name="T54" fmla="*/ 18 w 22"/>
                <a:gd name="T55" fmla="*/ 9 h 15"/>
                <a:gd name="T56" fmla="*/ 16 w 22"/>
                <a:gd name="T57" fmla="*/ 12 h 15"/>
                <a:gd name="T58" fmla="*/ 16 w 22"/>
                <a:gd name="T59" fmla="*/ 12 h 15"/>
                <a:gd name="T60" fmla="*/ 13 w 22"/>
                <a:gd name="T61" fmla="*/ 13 h 15"/>
                <a:gd name="T62" fmla="*/ 5 w 22"/>
                <a:gd name="T63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" h="15">
                  <a:moveTo>
                    <a:pt x="22" y="5"/>
                  </a:move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9" y="14"/>
                    <a:pt x="19" y="13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21" y="12"/>
                    <a:pt x="21" y="11"/>
                    <a:pt x="21" y="10"/>
                  </a:cubicBezTo>
                  <a:cubicBezTo>
                    <a:pt x="21" y="9"/>
                    <a:pt x="21" y="8"/>
                    <a:pt x="21" y="7"/>
                  </a:cubicBezTo>
                  <a:cubicBezTo>
                    <a:pt x="21" y="6"/>
                    <a:pt x="21" y="5"/>
                    <a:pt x="22" y="5"/>
                  </a:cubicBezTo>
                  <a:moveTo>
                    <a:pt x="5" y="6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6"/>
                    <a:pt x="18" y="8"/>
                    <a:pt x="18" y="9"/>
                  </a:cubicBezTo>
                  <a:cubicBezTo>
                    <a:pt x="17" y="11"/>
                    <a:pt x="17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5" y="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7" name="Freeform 589">
              <a:extLst>
                <a:ext uri="{FF2B5EF4-FFF2-40B4-BE49-F238E27FC236}">
                  <a16:creationId xmlns:a16="http://schemas.microsoft.com/office/drawing/2014/main" id="{CBC20026-9495-4FAC-86D8-92373AE822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74788" y="12684125"/>
              <a:ext cx="90488" cy="17462"/>
            </a:xfrm>
            <a:custGeom>
              <a:avLst/>
              <a:gdLst>
                <a:gd name="T0" fmla="*/ 141 w 141"/>
                <a:gd name="T1" fmla="*/ 15 h 29"/>
                <a:gd name="T2" fmla="*/ 135 w 141"/>
                <a:gd name="T3" fmla="*/ 15 h 29"/>
                <a:gd name="T4" fmla="*/ 132 w 141"/>
                <a:gd name="T5" fmla="*/ 12 h 29"/>
                <a:gd name="T6" fmla="*/ 110 w 141"/>
                <a:gd name="T7" fmla="*/ 6 h 29"/>
                <a:gd name="T8" fmla="*/ 103 w 141"/>
                <a:gd name="T9" fmla="*/ 5 h 29"/>
                <a:gd name="T10" fmla="*/ 102 w 141"/>
                <a:gd name="T11" fmla="*/ 5 h 29"/>
                <a:gd name="T12" fmla="*/ 67 w 141"/>
                <a:gd name="T13" fmla="*/ 1 h 29"/>
                <a:gd name="T14" fmla="*/ 38 w 141"/>
                <a:gd name="T15" fmla="*/ 5 h 29"/>
                <a:gd name="T16" fmla="*/ 37 w 141"/>
                <a:gd name="T17" fmla="*/ 5 h 29"/>
                <a:gd name="T18" fmla="*/ 37 w 141"/>
                <a:gd name="T19" fmla="*/ 5 h 29"/>
                <a:gd name="T20" fmla="*/ 31 w 141"/>
                <a:gd name="T21" fmla="*/ 6 h 29"/>
                <a:gd name="T22" fmla="*/ 7 w 141"/>
                <a:gd name="T23" fmla="*/ 13 h 29"/>
                <a:gd name="T24" fmla="*/ 4 w 141"/>
                <a:gd name="T25" fmla="*/ 15 h 29"/>
                <a:gd name="T26" fmla="*/ 0 w 141"/>
                <a:gd name="T27" fmla="*/ 15 h 29"/>
                <a:gd name="T28" fmla="*/ 2 w 141"/>
                <a:gd name="T29" fmla="*/ 17 h 29"/>
                <a:gd name="T30" fmla="*/ 2 w 141"/>
                <a:gd name="T31" fmla="*/ 24 h 29"/>
                <a:gd name="T32" fmla="*/ 6 w 141"/>
                <a:gd name="T33" fmla="*/ 27 h 29"/>
                <a:gd name="T34" fmla="*/ 12 w 141"/>
                <a:gd name="T35" fmla="*/ 28 h 29"/>
                <a:gd name="T36" fmla="*/ 71 w 141"/>
                <a:gd name="T37" fmla="*/ 18 h 29"/>
                <a:gd name="T38" fmla="*/ 129 w 141"/>
                <a:gd name="T39" fmla="*/ 28 h 29"/>
                <a:gd name="T40" fmla="*/ 135 w 141"/>
                <a:gd name="T41" fmla="*/ 28 h 29"/>
                <a:gd name="T42" fmla="*/ 139 w 141"/>
                <a:gd name="T43" fmla="*/ 24 h 29"/>
                <a:gd name="T44" fmla="*/ 139 w 141"/>
                <a:gd name="T45" fmla="*/ 17 h 29"/>
                <a:gd name="T46" fmla="*/ 141 w 141"/>
                <a:gd name="T47" fmla="*/ 15 h 29"/>
                <a:gd name="T48" fmla="*/ 133 w 141"/>
                <a:gd name="T49" fmla="*/ 23 h 29"/>
                <a:gd name="T50" fmla="*/ 128 w 141"/>
                <a:gd name="T51" fmla="*/ 24 h 29"/>
                <a:gd name="T52" fmla="*/ 70 w 141"/>
                <a:gd name="T53" fmla="*/ 13 h 29"/>
                <a:gd name="T54" fmla="*/ 14 w 141"/>
                <a:gd name="T55" fmla="*/ 23 h 29"/>
                <a:gd name="T56" fmla="*/ 8 w 141"/>
                <a:gd name="T57" fmla="*/ 22 h 29"/>
                <a:gd name="T58" fmla="*/ 11 w 141"/>
                <a:gd name="T59" fmla="*/ 17 h 29"/>
                <a:gd name="T60" fmla="*/ 70 w 141"/>
                <a:gd name="T61" fmla="*/ 6 h 29"/>
                <a:gd name="T62" fmla="*/ 132 w 141"/>
                <a:gd name="T63" fmla="*/ 18 h 29"/>
                <a:gd name="T64" fmla="*/ 133 w 141"/>
                <a:gd name="T65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" h="29">
                  <a:moveTo>
                    <a:pt x="141" y="15"/>
                  </a:moveTo>
                  <a:cubicBezTo>
                    <a:pt x="135" y="15"/>
                    <a:pt x="135" y="15"/>
                    <a:pt x="135" y="15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27" y="11"/>
                    <a:pt x="113" y="7"/>
                    <a:pt x="110" y="6"/>
                  </a:cubicBezTo>
                  <a:cubicBezTo>
                    <a:pt x="109" y="6"/>
                    <a:pt x="106" y="6"/>
                    <a:pt x="103" y="5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93" y="3"/>
                    <a:pt x="79" y="0"/>
                    <a:pt x="67" y="1"/>
                  </a:cubicBezTo>
                  <a:cubicBezTo>
                    <a:pt x="56" y="1"/>
                    <a:pt x="45" y="3"/>
                    <a:pt x="38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4" y="6"/>
                    <a:pt x="31" y="6"/>
                    <a:pt x="31" y="6"/>
                  </a:cubicBezTo>
                  <a:cubicBezTo>
                    <a:pt x="27" y="7"/>
                    <a:pt x="9" y="12"/>
                    <a:pt x="7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2" y="17"/>
                    <a:pt x="2" y="17"/>
                  </a:cubicBezTo>
                  <a:cubicBezTo>
                    <a:pt x="2" y="17"/>
                    <a:pt x="0" y="21"/>
                    <a:pt x="2" y="24"/>
                  </a:cubicBezTo>
                  <a:cubicBezTo>
                    <a:pt x="2" y="25"/>
                    <a:pt x="7" y="28"/>
                    <a:pt x="6" y="27"/>
                  </a:cubicBezTo>
                  <a:cubicBezTo>
                    <a:pt x="5" y="27"/>
                    <a:pt x="10" y="29"/>
                    <a:pt x="12" y="28"/>
                  </a:cubicBezTo>
                  <a:cubicBezTo>
                    <a:pt x="28" y="21"/>
                    <a:pt x="55" y="19"/>
                    <a:pt x="71" y="18"/>
                  </a:cubicBezTo>
                  <a:cubicBezTo>
                    <a:pt x="95" y="17"/>
                    <a:pt x="118" y="24"/>
                    <a:pt x="129" y="28"/>
                  </a:cubicBezTo>
                  <a:cubicBezTo>
                    <a:pt x="133" y="29"/>
                    <a:pt x="133" y="28"/>
                    <a:pt x="135" y="28"/>
                  </a:cubicBezTo>
                  <a:cubicBezTo>
                    <a:pt x="136" y="27"/>
                    <a:pt x="138" y="25"/>
                    <a:pt x="139" y="24"/>
                  </a:cubicBezTo>
                  <a:cubicBezTo>
                    <a:pt x="141" y="21"/>
                    <a:pt x="139" y="17"/>
                    <a:pt x="139" y="17"/>
                  </a:cubicBezTo>
                  <a:cubicBezTo>
                    <a:pt x="139" y="17"/>
                    <a:pt x="140" y="16"/>
                    <a:pt x="141" y="15"/>
                  </a:cubicBezTo>
                  <a:moveTo>
                    <a:pt x="133" y="23"/>
                  </a:moveTo>
                  <a:cubicBezTo>
                    <a:pt x="132" y="25"/>
                    <a:pt x="129" y="25"/>
                    <a:pt x="128" y="24"/>
                  </a:cubicBezTo>
                  <a:cubicBezTo>
                    <a:pt x="123" y="22"/>
                    <a:pt x="96" y="14"/>
                    <a:pt x="70" y="13"/>
                  </a:cubicBezTo>
                  <a:cubicBezTo>
                    <a:pt x="45" y="14"/>
                    <a:pt x="18" y="21"/>
                    <a:pt x="14" y="23"/>
                  </a:cubicBezTo>
                  <a:cubicBezTo>
                    <a:pt x="12" y="24"/>
                    <a:pt x="9" y="24"/>
                    <a:pt x="8" y="22"/>
                  </a:cubicBezTo>
                  <a:cubicBezTo>
                    <a:pt x="7" y="20"/>
                    <a:pt x="9" y="18"/>
                    <a:pt x="11" y="17"/>
                  </a:cubicBezTo>
                  <a:cubicBezTo>
                    <a:pt x="16" y="15"/>
                    <a:pt x="46" y="7"/>
                    <a:pt x="70" y="6"/>
                  </a:cubicBezTo>
                  <a:cubicBezTo>
                    <a:pt x="98" y="7"/>
                    <a:pt x="117" y="12"/>
                    <a:pt x="132" y="18"/>
                  </a:cubicBezTo>
                  <a:cubicBezTo>
                    <a:pt x="134" y="19"/>
                    <a:pt x="134" y="22"/>
                    <a:pt x="133" y="2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8" name="Freeform 590">
              <a:extLst>
                <a:ext uri="{FF2B5EF4-FFF2-40B4-BE49-F238E27FC236}">
                  <a16:creationId xmlns:a16="http://schemas.microsoft.com/office/drawing/2014/main" id="{CA22FFED-1AFC-44CD-9C60-CD09D6E81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16063" y="12601575"/>
              <a:ext cx="6350" cy="0"/>
            </a:xfrm>
            <a:custGeom>
              <a:avLst/>
              <a:gdLst>
                <a:gd name="T0" fmla="*/ 8 w 8"/>
                <a:gd name="T1" fmla="*/ 2 h 2"/>
                <a:gd name="T2" fmla="*/ 5 w 8"/>
                <a:gd name="T3" fmla="*/ 0 h 2"/>
                <a:gd name="T4" fmla="*/ 2 w 8"/>
                <a:gd name="T5" fmla="*/ 0 h 2"/>
                <a:gd name="T6" fmla="*/ 0 w 8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9" name="Freeform 591">
              <a:extLst>
                <a:ext uri="{FF2B5EF4-FFF2-40B4-BE49-F238E27FC236}">
                  <a16:creationId xmlns:a16="http://schemas.microsoft.com/office/drawing/2014/main" id="{916794D1-4E6D-4141-A68A-B27F62783F9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47800" y="12598400"/>
              <a:ext cx="142875" cy="88900"/>
            </a:xfrm>
            <a:custGeom>
              <a:avLst/>
              <a:gdLst>
                <a:gd name="T0" fmla="*/ 205 w 222"/>
                <a:gd name="T1" fmla="*/ 69 h 138"/>
                <a:gd name="T2" fmla="*/ 181 w 222"/>
                <a:gd name="T3" fmla="*/ 51 h 138"/>
                <a:gd name="T4" fmla="*/ 151 w 222"/>
                <a:gd name="T5" fmla="*/ 45 h 138"/>
                <a:gd name="T6" fmla="*/ 133 w 222"/>
                <a:gd name="T7" fmla="*/ 47 h 138"/>
                <a:gd name="T8" fmla="*/ 118 w 222"/>
                <a:gd name="T9" fmla="*/ 22 h 138"/>
                <a:gd name="T10" fmla="*/ 118 w 222"/>
                <a:gd name="T11" fmla="*/ 7 h 138"/>
                <a:gd name="T12" fmla="*/ 101 w 222"/>
                <a:gd name="T13" fmla="*/ 7 h 138"/>
                <a:gd name="T14" fmla="*/ 97 w 222"/>
                <a:gd name="T15" fmla="*/ 33 h 138"/>
                <a:gd name="T16" fmla="*/ 81 w 222"/>
                <a:gd name="T17" fmla="*/ 44 h 138"/>
                <a:gd name="T18" fmla="*/ 57 w 222"/>
                <a:gd name="T19" fmla="*/ 46 h 138"/>
                <a:gd name="T20" fmla="*/ 32 w 222"/>
                <a:gd name="T21" fmla="*/ 60 h 138"/>
                <a:gd name="T22" fmla="*/ 0 w 222"/>
                <a:gd name="T23" fmla="*/ 92 h 138"/>
                <a:gd name="T24" fmla="*/ 30 w 222"/>
                <a:gd name="T25" fmla="*/ 129 h 138"/>
                <a:gd name="T26" fmla="*/ 41 w 222"/>
                <a:gd name="T27" fmla="*/ 133 h 138"/>
                <a:gd name="T28" fmla="*/ 108 w 222"/>
                <a:gd name="T29" fmla="*/ 118 h 138"/>
                <a:gd name="T30" fmla="*/ 138 w 222"/>
                <a:gd name="T31" fmla="*/ 121 h 138"/>
                <a:gd name="T32" fmla="*/ 179 w 222"/>
                <a:gd name="T33" fmla="*/ 133 h 138"/>
                <a:gd name="T34" fmla="*/ 186 w 222"/>
                <a:gd name="T35" fmla="*/ 137 h 138"/>
                <a:gd name="T36" fmla="*/ 203 w 222"/>
                <a:gd name="T37" fmla="*/ 115 h 138"/>
                <a:gd name="T38" fmla="*/ 210 w 222"/>
                <a:gd name="T39" fmla="*/ 73 h 138"/>
                <a:gd name="T40" fmla="*/ 181 w 222"/>
                <a:gd name="T41" fmla="*/ 62 h 138"/>
                <a:gd name="T42" fmla="*/ 172 w 222"/>
                <a:gd name="T43" fmla="*/ 105 h 138"/>
                <a:gd name="T44" fmla="*/ 181 w 222"/>
                <a:gd name="T45" fmla="*/ 82 h 138"/>
                <a:gd name="T46" fmla="*/ 174 w 222"/>
                <a:gd name="T47" fmla="*/ 59 h 138"/>
                <a:gd name="T48" fmla="*/ 162 w 222"/>
                <a:gd name="T49" fmla="*/ 49 h 138"/>
                <a:gd name="T50" fmla="*/ 146 w 222"/>
                <a:gd name="T51" fmla="*/ 51 h 138"/>
                <a:gd name="T52" fmla="*/ 136 w 222"/>
                <a:gd name="T53" fmla="*/ 49 h 138"/>
                <a:gd name="T54" fmla="*/ 132 w 222"/>
                <a:gd name="T55" fmla="*/ 53 h 138"/>
                <a:gd name="T56" fmla="*/ 130 w 222"/>
                <a:gd name="T57" fmla="*/ 104 h 138"/>
                <a:gd name="T58" fmla="*/ 129 w 222"/>
                <a:gd name="T59" fmla="*/ 75 h 138"/>
                <a:gd name="T60" fmla="*/ 107 w 222"/>
                <a:gd name="T61" fmla="*/ 10 h 138"/>
                <a:gd name="T62" fmla="*/ 121 w 222"/>
                <a:gd name="T63" fmla="*/ 15 h 138"/>
                <a:gd name="T64" fmla="*/ 103 w 222"/>
                <a:gd name="T65" fmla="*/ 17 h 138"/>
                <a:gd name="T66" fmla="*/ 112 w 222"/>
                <a:gd name="T67" fmla="*/ 64 h 138"/>
                <a:gd name="T68" fmla="*/ 110 w 222"/>
                <a:gd name="T69" fmla="*/ 48 h 138"/>
                <a:gd name="T70" fmla="*/ 104 w 222"/>
                <a:gd name="T71" fmla="*/ 54 h 138"/>
                <a:gd name="T72" fmla="*/ 117 w 222"/>
                <a:gd name="T73" fmla="*/ 85 h 138"/>
                <a:gd name="T74" fmla="*/ 94 w 222"/>
                <a:gd name="T75" fmla="*/ 54 h 138"/>
                <a:gd name="T76" fmla="*/ 84 w 222"/>
                <a:gd name="T77" fmla="*/ 45 h 138"/>
                <a:gd name="T78" fmla="*/ 74 w 222"/>
                <a:gd name="T79" fmla="*/ 48 h 138"/>
                <a:gd name="T80" fmla="*/ 87 w 222"/>
                <a:gd name="T81" fmla="*/ 74 h 138"/>
                <a:gd name="T82" fmla="*/ 67 w 222"/>
                <a:gd name="T83" fmla="*/ 106 h 138"/>
                <a:gd name="T84" fmla="*/ 49 w 222"/>
                <a:gd name="T85" fmla="*/ 89 h 138"/>
                <a:gd name="T86" fmla="*/ 45 w 222"/>
                <a:gd name="T87" fmla="*/ 86 h 138"/>
                <a:gd name="T88" fmla="*/ 55 w 222"/>
                <a:gd name="T89" fmla="*/ 100 h 138"/>
                <a:gd name="T90" fmla="*/ 60 w 222"/>
                <a:gd name="T91" fmla="*/ 56 h 138"/>
                <a:gd name="T92" fmla="*/ 53 w 222"/>
                <a:gd name="T93" fmla="*/ 55 h 138"/>
                <a:gd name="T94" fmla="*/ 40 w 222"/>
                <a:gd name="T95" fmla="*/ 53 h 138"/>
                <a:gd name="T96" fmla="*/ 20 w 222"/>
                <a:gd name="T97" fmla="*/ 65 h 138"/>
                <a:gd name="T98" fmla="*/ 4 w 222"/>
                <a:gd name="T99" fmla="*/ 92 h 138"/>
                <a:gd name="T100" fmla="*/ 18 w 222"/>
                <a:gd name="T101" fmla="*/ 111 h 138"/>
                <a:gd name="T102" fmla="*/ 20 w 222"/>
                <a:gd name="T103" fmla="*/ 88 h 138"/>
                <a:gd name="T104" fmla="*/ 35 w 222"/>
                <a:gd name="T105" fmla="*/ 70 h 138"/>
                <a:gd name="T106" fmla="*/ 185 w 222"/>
                <a:gd name="T107" fmla="*/ 129 h 138"/>
                <a:gd name="T108" fmla="*/ 65 w 222"/>
                <a:gd name="T109" fmla="*/ 116 h 138"/>
                <a:gd name="T110" fmla="*/ 185 w 222"/>
                <a:gd name="T111" fmla="*/ 129 h 138"/>
                <a:gd name="T112" fmla="*/ 188 w 222"/>
                <a:gd name="T113" fmla="*/ 74 h 138"/>
                <a:gd name="T114" fmla="*/ 192 w 222"/>
                <a:gd name="T115" fmla="*/ 104 h 138"/>
                <a:gd name="T116" fmla="*/ 199 w 222"/>
                <a:gd name="T117" fmla="*/ 106 h 138"/>
                <a:gd name="T118" fmla="*/ 213 w 222"/>
                <a:gd name="T119" fmla="*/ 9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2" h="138">
                  <a:moveTo>
                    <a:pt x="222" y="92"/>
                  </a:moveTo>
                  <a:cubicBezTo>
                    <a:pt x="222" y="88"/>
                    <a:pt x="220" y="85"/>
                    <a:pt x="217" y="83"/>
                  </a:cubicBezTo>
                  <a:cubicBezTo>
                    <a:pt x="218" y="82"/>
                    <a:pt x="218" y="80"/>
                    <a:pt x="218" y="79"/>
                  </a:cubicBezTo>
                  <a:cubicBezTo>
                    <a:pt x="218" y="73"/>
                    <a:pt x="214" y="68"/>
                    <a:pt x="209" y="68"/>
                  </a:cubicBezTo>
                  <a:cubicBezTo>
                    <a:pt x="208" y="68"/>
                    <a:pt x="206" y="68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8"/>
                    <a:pt x="205" y="68"/>
                    <a:pt x="205" y="68"/>
                  </a:cubicBezTo>
                  <a:cubicBezTo>
                    <a:pt x="205" y="67"/>
                    <a:pt x="205" y="66"/>
                    <a:pt x="205" y="65"/>
                  </a:cubicBezTo>
                  <a:cubicBezTo>
                    <a:pt x="205" y="60"/>
                    <a:pt x="201" y="57"/>
                    <a:pt x="197" y="57"/>
                  </a:cubicBezTo>
                  <a:cubicBezTo>
                    <a:pt x="194" y="57"/>
                    <a:pt x="193" y="58"/>
                    <a:pt x="191" y="60"/>
                  </a:cubicBezTo>
                  <a:cubicBezTo>
                    <a:pt x="191" y="60"/>
                    <a:pt x="190" y="60"/>
                    <a:pt x="190" y="60"/>
                  </a:cubicBezTo>
                  <a:cubicBezTo>
                    <a:pt x="190" y="60"/>
                    <a:pt x="189" y="59"/>
                    <a:pt x="189" y="58"/>
                  </a:cubicBezTo>
                  <a:cubicBezTo>
                    <a:pt x="189" y="56"/>
                    <a:pt x="188" y="52"/>
                    <a:pt x="184" y="51"/>
                  </a:cubicBezTo>
                  <a:cubicBezTo>
                    <a:pt x="183" y="51"/>
                    <a:pt x="182" y="51"/>
                    <a:pt x="181" y="51"/>
                  </a:cubicBezTo>
                  <a:cubicBezTo>
                    <a:pt x="178" y="51"/>
                    <a:pt x="176" y="53"/>
                    <a:pt x="175" y="54"/>
                  </a:cubicBezTo>
                  <a:cubicBezTo>
                    <a:pt x="174" y="54"/>
                    <a:pt x="172" y="53"/>
                    <a:pt x="170" y="53"/>
                  </a:cubicBezTo>
                  <a:cubicBezTo>
                    <a:pt x="170" y="50"/>
                    <a:pt x="169" y="47"/>
                    <a:pt x="165" y="46"/>
                  </a:cubicBezTo>
                  <a:cubicBezTo>
                    <a:pt x="165" y="46"/>
                    <a:pt x="164" y="46"/>
                    <a:pt x="163" y="46"/>
                  </a:cubicBezTo>
                  <a:cubicBezTo>
                    <a:pt x="162" y="46"/>
                    <a:pt x="161" y="46"/>
                    <a:pt x="160" y="46"/>
                  </a:cubicBezTo>
                  <a:cubicBezTo>
                    <a:pt x="160" y="45"/>
                    <a:pt x="159" y="44"/>
                    <a:pt x="156" y="44"/>
                  </a:cubicBezTo>
                  <a:cubicBezTo>
                    <a:pt x="156" y="43"/>
                    <a:pt x="155" y="43"/>
                    <a:pt x="155" y="43"/>
                  </a:cubicBezTo>
                  <a:cubicBezTo>
                    <a:pt x="153" y="43"/>
                    <a:pt x="152" y="44"/>
                    <a:pt x="151" y="45"/>
                  </a:cubicBezTo>
                  <a:cubicBezTo>
                    <a:pt x="150" y="43"/>
                    <a:pt x="149" y="43"/>
                    <a:pt x="148" y="43"/>
                  </a:cubicBezTo>
                  <a:cubicBezTo>
                    <a:pt x="148" y="43"/>
                    <a:pt x="147" y="43"/>
                    <a:pt x="147" y="43"/>
                  </a:cubicBezTo>
                  <a:cubicBezTo>
                    <a:pt x="145" y="43"/>
                    <a:pt x="143" y="44"/>
                    <a:pt x="143" y="45"/>
                  </a:cubicBezTo>
                  <a:cubicBezTo>
                    <a:pt x="141" y="43"/>
                    <a:pt x="140" y="43"/>
                    <a:pt x="138" y="43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5" y="43"/>
                    <a:pt x="134" y="44"/>
                    <a:pt x="134" y="45"/>
                  </a:cubicBezTo>
                  <a:cubicBezTo>
                    <a:pt x="133" y="45"/>
                    <a:pt x="133" y="46"/>
                    <a:pt x="133" y="46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1" y="47"/>
                    <a:pt x="130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4" y="46"/>
                    <a:pt x="122" y="46"/>
                    <a:pt x="120" y="46"/>
                  </a:cubicBezTo>
                  <a:cubicBezTo>
                    <a:pt x="118" y="46"/>
                    <a:pt x="118" y="45"/>
                    <a:pt x="118" y="45"/>
                  </a:cubicBezTo>
                  <a:cubicBezTo>
                    <a:pt x="118" y="45"/>
                    <a:pt x="119" y="44"/>
                    <a:pt x="119" y="43"/>
                  </a:cubicBezTo>
                  <a:cubicBezTo>
                    <a:pt x="122" y="41"/>
                    <a:pt x="125" y="37"/>
                    <a:pt x="125" y="33"/>
                  </a:cubicBezTo>
                  <a:cubicBezTo>
                    <a:pt x="125" y="28"/>
                    <a:pt x="122" y="24"/>
                    <a:pt x="118" y="22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3" y="20"/>
                    <a:pt x="125" y="18"/>
                    <a:pt x="125" y="16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8"/>
                    <a:pt x="123" y="7"/>
                    <a:pt x="122" y="7"/>
                  </a:cubicBezTo>
                  <a:cubicBezTo>
                    <a:pt x="121" y="7"/>
                    <a:pt x="121" y="7"/>
                    <a:pt x="121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1"/>
                    <a:pt x="116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0"/>
                    <a:pt x="104" y="1"/>
                    <a:pt x="104" y="3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8" y="7"/>
                    <a:pt x="97" y="8"/>
                    <a:pt x="97" y="10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8"/>
                    <a:pt x="98" y="20"/>
                    <a:pt x="100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0" y="24"/>
                    <a:pt x="97" y="28"/>
                    <a:pt x="97" y="33"/>
                  </a:cubicBezTo>
                  <a:cubicBezTo>
                    <a:pt x="97" y="37"/>
                    <a:pt x="99" y="41"/>
                    <a:pt x="102" y="43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03" y="45"/>
                    <a:pt x="103" y="45"/>
                    <a:pt x="101" y="46"/>
                  </a:cubicBezTo>
                  <a:cubicBezTo>
                    <a:pt x="100" y="46"/>
                    <a:pt x="97" y="46"/>
                    <a:pt x="94" y="47"/>
                  </a:cubicBezTo>
                  <a:cubicBezTo>
                    <a:pt x="93" y="47"/>
                    <a:pt x="92" y="47"/>
                    <a:pt x="90" y="47"/>
                  </a:cubicBezTo>
                  <a:cubicBezTo>
                    <a:pt x="89" y="44"/>
                    <a:pt x="87" y="43"/>
                    <a:pt x="85" y="42"/>
                  </a:cubicBezTo>
                  <a:cubicBezTo>
                    <a:pt x="85" y="42"/>
                    <a:pt x="85" y="42"/>
                    <a:pt x="84" y="42"/>
                  </a:cubicBezTo>
                  <a:cubicBezTo>
                    <a:pt x="83" y="42"/>
                    <a:pt x="82" y="43"/>
                    <a:pt x="81" y="44"/>
                  </a:cubicBezTo>
                  <a:cubicBezTo>
                    <a:pt x="81" y="44"/>
                    <a:pt x="81" y="44"/>
                    <a:pt x="80" y="44"/>
                  </a:cubicBezTo>
                  <a:cubicBezTo>
                    <a:pt x="79" y="43"/>
                    <a:pt x="78" y="42"/>
                    <a:pt x="76" y="42"/>
                  </a:cubicBezTo>
                  <a:cubicBezTo>
                    <a:pt x="74" y="42"/>
                    <a:pt x="72" y="44"/>
                    <a:pt x="72" y="45"/>
                  </a:cubicBezTo>
                  <a:cubicBezTo>
                    <a:pt x="71" y="45"/>
                    <a:pt x="69" y="44"/>
                    <a:pt x="67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4" y="44"/>
                    <a:pt x="63" y="45"/>
                    <a:pt x="62" y="46"/>
                  </a:cubicBezTo>
                  <a:cubicBezTo>
                    <a:pt x="61" y="46"/>
                    <a:pt x="61" y="46"/>
                    <a:pt x="60" y="46"/>
                  </a:cubicBezTo>
                  <a:cubicBezTo>
                    <a:pt x="59" y="46"/>
                    <a:pt x="58" y="46"/>
                    <a:pt x="57" y="46"/>
                  </a:cubicBezTo>
                  <a:cubicBezTo>
                    <a:pt x="54" y="47"/>
                    <a:pt x="53" y="49"/>
                    <a:pt x="53" y="52"/>
                  </a:cubicBezTo>
                  <a:cubicBezTo>
                    <a:pt x="51" y="53"/>
                    <a:pt x="48" y="54"/>
                    <a:pt x="46" y="55"/>
                  </a:cubicBezTo>
                  <a:cubicBezTo>
                    <a:pt x="45" y="52"/>
                    <a:pt x="42" y="50"/>
                    <a:pt x="40" y="50"/>
                  </a:cubicBezTo>
                  <a:cubicBezTo>
                    <a:pt x="39" y="50"/>
                    <a:pt x="38" y="50"/>
                    <a:pt x="38" y="51"/>
                  </a:cubicBezTo>
                  <a:cubicBezTo>
                    <a:pt x="35" y="52"/>
                    <a:pt x="33" y="54"/>
                    <a:pt x="33" y="58"/>
                  </a:cubicBezTo>
                  <a:cubicBezTo>
                    <a:pt x="33" y="59"/>
                    <a:pt x="33" y="59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0" y="58"/>
                    <a:pt x="29" y="57"/>
                    <a:pt x="26" y="57"/>
                  </a:cubicBezTo>
                  <a:cubicBezTo>
                    <a:pt x="21" y="57"/>
                    <a:pt x="17" y="60"/>
                    <a:pt x="17" y="64"/>
                  </a:cubicBezTo>
                  <a:cubicBezTo>
                    <a:pt x="17" y="65"/>
                    <a:pt x="17" y="66"/>
                    <a:pt x="17" y="67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7" y="68"/>
                    <a:pt x="16" y="68"/>
                    <a:pt x="15" y="68"/>
                  </a:cubicBezTo>
                  <a:cubicBezTo>
                    <a:pt x="10" y="68"/>
                    <a:pt x="4" y="71"/>
                    <a:pt x="4" y="77"/>
                  </a:cubicBezTo>
                  <a:cubicBezTo>
                    <a:pt x="4" y="79"/>
                    <a:pt x="4" y="81"/>
                    <a:pt x="5" y="82"/>
                  </a:cubicBezTo>
                  <a:cubicBezTo>
                    <a:pt x="2" y="84"/>
                    <a:pt x="0" y="88"/>
                    <a:pt x="0" y="92"/>
                  </a:cubicBezTo>
                  <a:cubicBezTo>
                    <a:pt x="0" y="97"/>
                    <a:pt x="4" y="103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6"/>
                    <a:pt x="10" y="107"/>
                  </a:cubicBezTo>
                  <a:cubicBezTo>
                    <a:pt x="10" y="112"/>
                    <a:pt x="14" y="115"/>
                    <a:pt x="19" y="116"/>
                  </a:cubicBezTo>
                  <a:cubicBezTo>
                    <a:pt x="19" y="121"/>
                    <a:pt x="24" y="125"/>
                    <a:pt x="29" y="125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9" y="126"/>
                    <a:pt x="30" y="127"/>
                    <a:pt x="31" y="128"/>
                  </a:cubicBezTo>
                  <a:cubicBezTo>
                    <a:pt x="30" y="128"/>
                    <a:pt x="30" y="129"/>
                    <a:pt x="30" y="129"/>
                  </a:cubicBezTo>
                  <a:cubicBezTo>
                    <a:pt x="30" y="131"/>
                    <a:pt x="30" y="132"/>
                    <a:pt x="31" y="133"/>
                  </a:cubicBezTo>
                  <a:cubicBezTo>
                    <a:pt x="32" y="134"/>
                    <a:pt x="34" y="135"/>
                    <a:pt x="35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0" y="133"/>
                    <a:pt x="40" y="133"/>
                    <a:pt x="40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3" y="133"/>
                    <a:pt x="43" y="133"/>
                    <a:pt x="43" y="133"/>
                  </a:cubicBezTo>
                  <a:cubicBezTo>
                    <a:pt x="51" y="130"/>
                    <a:pt x="52" y="129"/>
                    <a:pt x="61" y="127"/>
                  </a:cubicBezTo>
                  <a:cubicBezTo>
                    <a:pt x="65" y="125"/>
                    <a:pt x="69" y="124"/>
                    <a:pt x="73" y="123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9" y="122"/>
                    <a:pt x="82" y="121"/>
                    <a:pt x="84" y="121"/>
                  </a:cubicBezTo>
                  <a:cubicBezTo>
                    <a:pt x="92" y="119"/>
                    <a:pt x="104" y="118"/>
                    <a:pt x="108" y="118"/>
                  </a:cubicBezTo>
                  <a:cubicBezTo>
                    <a:pt x="108" y="118"/>
                    <a:pt x="109" y="118"/>
                    <a:pt x="109" y="118"/>
                  </a:cubicBezTo>
                  <a:cubicBezTo>
                    <a:pt x="109" y="118"/>
                    <a:pt x="109" y="118"/>
                    <a:pt x="109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20" y="119"/>
                    <a:pt x="132" y="120"/>
                    <a:pt x="138" y="121"/>
                  </a:cubicBezTo>
                  <a:cubicBezTo>
                    <a:pt x="140" y="121"/>
                    <a:pt x="143" y="122"/>
                    <a:pt x="146" y="122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51" y="124"/>
                    <a:pt x="156" y="125"/>
                    <a:pt x="162" y="127"/>
                  </a:cubicBezTo>
                  <a:cubicBezTo>
                    <a:pt x="170" y="129"/>
                    <a:pt x="172" y="130"/>
                    <a:pt x="179" y="133"/>
                  </a:cubicBezTo>
                  <a:cubicBezTo>
                    <a:pt x="180" y="133"/>
                    <a:pt x="180" y="133"/>
                    <a:pt x="180" y="133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4" y="138"/>
                    <a:pt x="184" y="138"/>
                    <a:pt x="184" y="138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5" y="138"/>
                    <a:pt x="185" y="138"/>
                    <a:pt x="185" y="138"/>
                  </a:cubicBezTo>
                  <a:cubicBezTo>
                    <a:pt x="186" y="137"/>
                    <a:pt x="186" y="137"/>
                    <a:pt x="186" y="137"/>
                  </a:cubicBezTo>
                  <a:cubicBezTo>
                    <a:pt x="186" y="137"/>
                    <a:pt x="187" y="136"/>
                    <a:pt x="187" y="135"/>
                  </a:cubicBezTo>
                  <a:cubicBezTo>
                    <a:pt x="188" y="135"/>
                    <a:pt x="188" y="135"/>
                    <a:pt x="188" y="135"/>
                  </a:cubicBezTo>
                  <a:cubicBezTo>
                    <a:pt x="189" y="135"/>
                    <a:pt x="191" y="134"/>
                    <a:pt x="192" y="133"/>
                  </a:cubicBezTo>
                  <a:cubicBezTo>
                    <a:pt x="192" y="132"/>
                    <a:pt x="193" y="131"/>
                    <a:pt x="193" y="129"/>
                  </a:cubicBezTo>
                  <a:cubicBezTo>
                    <a:pt x="193" y="129"/>
                    <a:pt x="193" y="128"/>
                    <a:pt x="192" y="128"/>
                  </a:cubicBezTo>
                  <a:cubicBezTo>
                    <a:pt x="193" y="127"/>
                    <a:pt x="194" y="126"/>
                    <a:pt x="194" y="125"/>
                  </a:cubicBezTo>
                  <a:cubicBezTo>
                    <a:pt x="194" y="125"/>
                    <a:pt x="194" y="125"/>
                    <a:pt x="194" y="125"/>
                  </a:cubicBezTo>
                  <a:cubicBezTo>
                    <a:pt x="199" y="124"/>
                    <a:pt x="203" y="120"/>
                    <a:pt x="203" y="115"/>
                  </a:cubicBezTo>
                  <a:cubicBezTo>
                    <a:pt x="209" y="115"/>
                    <a:pt x="213" y="110"/>
                    <a:pt x="213" y="105"/>
                  </a:cubicBezTo>
                  <a:cubicBezTo>
                    <a:pt x="213" y="104"/>
                    <a:pt x="212" y="103"/>
                    <a:pt x="212" y="103"/>
                  </a:cubicBezTo>
                  <a:cubicBezTo>
                    <a:pt x="218" y="102"/>
                    <a:pt x="222" y="98"/>
                    <a:pt x="222" y="92"/>
                  </a:cubicBezTo>
                  <a:moveTo>
                    <a:pt x="210" y="73"/>
                  </a:moveTo>
                  <a:cubicBezTo>
                    <a:pt x="212" y="73"/>
                    <a:pt x="214" y="75"/>
                    <a:pt x="214" y="77"/>
                  </a:cubicBezTo>
                  <a:cubicBezTo>
                    <a:pt x="214" y="80"/>
                    <a:pt x="212" y="82"/>
                    <a:pt x="210" y="82"/>
                  </a:cubicBezTo>
                  <a:cubicBezTo>
                    <a:pt x="207" y="82"/>
                    <a:pt x="205" y="80"/>
                    <a:pt x="205" y="77"/>
                  </a:cubicBezTo>
                  <a:cubicBezTo>
                    <a:pt x="205" y="75"/>
                    <a:pt x="207" y="73"/>
                    <a:pt x="210" y="73"/>
                  </a:cubicBezTo>
                  <a:moveTo>
                    <a:pt x="197" y="61"/>
                  </a:moveTo>
                  <a:cubicBezTo>
                    <a:pt x="200" y="61"/>
                    <a:pt x="202" y="63"/>
                    <a:pt x="202" y="65"/>
                  </a:cubicBezTo>
                  <a:cubicBezTo>
                    <a:pt x="202" y="68"/>
                    <a:pt x="200" y="70"/>
                    <a:pt x="197" y="70"/>
                  </a:cubicBezTo>
                  <a:cubicBezTo>
                    <a:pt x="194" y="70"/>
                    <a:pt x="192" y="68"/>
                    <a:pt x="192" y="65"/>
                  </a:cubicBezTo>
                  <a:cubicBezTo>
                    <a:pt x="192" y="63"/>
                    <a:pt x="194" y="61"/>
                    <a:pt x="197" y="61"/>
                  </a:cubicBezTo>
                  <a:moveTo>
                    <a:pt x="181" y="54"/>
                  </a:moveTo>
                  <a:cubicBezTo>
                    <a:pt x="183" y="54"/>
                    <a:pt x="185" y="56"/>
                    <a:pt x="185" y="58"/>
                  </a:cubicBezTo>
                  <a:cubicBezTo>
                    <a:pt x="185" y="60"/>
                    <a:pt x="183" y="62"/>
                    <a:pt x="181" y="62"/>
                  </a:cubicBezTo>
                  <a:cubicBezTo>
                    <a:pt x="178" y="62"/>
                    <a:pt x="177" y="60"/>
                    <a:pt x="177" y="58"/>
                  </a:cubicBezTo>
                  <a:cubicBezTo>
                    <a:pt x="177" y="56"/>
                    <a:pt x="178" y="54"/>
                    <a:pt x="181" y="54"/>
                  </a:cubicBezTo>
                  <a:moveTo>
                    <a:pt x="169" y="94"/>
                  </a:moveTo>
                  <a:cubicBezTo>
                    <a:pt x="169" y="91"/>
                    <a:pt x="171" y="89"/>
                    <a:pt x="174" y="89"/>
                  </a:cubicBezTo>
                  <a:cubicBezTo>
                    <a:pt x="176" y="89"/>
                    <a:pt x="178" y="91"/>
                    <a:pt x="178" y="94"/>
                  </a:cubicBezTo>
                  <a:cubicBezTo>
                    <a:pt x="178" y="96"/>
                    <a:pt x="176" y="98"/>
                    <a:pt x="174" y="98"/>
                  </a:cubicBezTo>
                  <a:cubicBezTo>
                    <a:pt x="171" y="98"/>
                    <a:pt x="169" y="96"/>
                    <a:pt x="169" y="94"/>
                  </a:cubicBezTo>
                  <a:moveTo>
                    <a:pt x="172" y="105"/>
                  </a:moveTo>
                  <a:cubicBezTo>
                    <a:pt x="172" y="108"/>
                    <a:pt x="170" y="110"/>
                    <a:pt x="167" y="110"/>
                  </a:cubicBezTo>
                  <a:cubicBezTo>
                    <a:pt x="165" y="110"/>
                    <a:pt x="163" y="108"/>
                    <a:pt x="163" y="105"/>
                  </a:cubicBezTo>
                  <a:cubicBezTo>
                    <a:pt x="163" y="102"/>
                    <a:pt x="165" y="100"/>
                    <a:pt x="167" y="100"/>
                  </a:cubicBezTo>
                  <a:cubicBezTo>
                    <a:pt x="170" y="100"/>
                    <a:pt x="172" y="102"/>
                    <a:pt x="172" y="105"/>
                  </a:cubicBezTo>
                  <a:moveTo>
                    <a:pt x="177" y="86"/>
                  </a:moveTo>
                  <a:cubicBezTo>
                    <a:pt x="174" y="86"/>
                    <a:pt x="172" y="84"/>
                    <a:pt x="172" y="82"/>
                  </a:cubicBezTo>
                  <a:cubicBezTo>
                    <a:pt x="172" y="79"/>
                    <a:pt x="174" y="77"/>
                    <a:pt x="177" y="77"/>
                  </a:cubicBezTo>
                  <a:cubicBezTo>
                    <a:pt x="179" y="77"/>
                    <a:pt x="181" y="79"/>
                    <a:pt x="181" y="82"/>
                  </a:cubicBezTo>
                  <a:cubicBezTo>
                    <a:pt x="181" y="84"/>
                    <a:pt x="179" y="86"/>
                    <a:pt x="177" y="86"/>
                  </a:cubicBezTo>
                  <a:moveTo>
                    <a:pt x="175" y="64"/>
                  </a:moveTo>
                  <a:cubicBezTo>
                    <a:pt x="178" y="64"/>
                    <a:pt x="180" y="66"/>
                    <a:pt x="180" y="69"/>
                  </a:cubicBezTo>
                  <a:cubicBezTo>
                    <a:pt x="180" y="71"/>
                    <a:pt x="178" y="73"/>
                    <a:pt x="175" y="73"/>
                  </a:cubicBezTo>
                  <a:cubicBezTo>
                    <a:pt x="173" y="73"/>
                    <a:pt x="171" y="71"/>
                    <a:pt x="171" y="69"/>
                  </a:cubicBezTo>
                  <a:cubicBezTo>
                    <a:pt x="171" y="66"/>
                    <a:pt x="173" y="64"/>
                    <a:pt x="175" y="64"/>
                  </a:cubicBezTo>
                  <a:moveTo>
                    <a:pt x="169" y="55"/>
                  </a:moveTo>
                  <a:cubicBezTo>
                    <a:pt x="172" y="55"/>
                    <a:pt x="174" y="57"/>
                    <a:pt x="174" y="59"/>
                  </a:cubicBezTo>
                  <a:cubicBezTo>
                    <a:pt x="174" y="62"/>
                    <a:pt x="172" y="64"/>
                    <a:pt x="169" y="64"/>
                  </a:cubicBezTo>
                  <a:cubicBezTo>
                    <a:pt x="167" y="64"/>
                    <a:pt x="165" y="62"/>
                    <a:pt x="165" y="59"/>
                  </a:cubicBezTo>
                  <a:cubicBezTo>
                    <a:pt x="165" y="57"/>
                    <a:pt x="167" y="55"/>
                    <a:pt x="169" y="55"/>
                  </a:cubicBezTo>
                  <a:moveTo>
                    <a:pt x="162" y="49"/>
                  </a:moveTo>
                  <a:cubicBezTo>
                    <a:pt x="164" y="49"/>
                    <a:pt x="166" y="50"/>
                    <a:pt x="166" y="52"/>
                  </a:cubicBezTo>
                  <a:cubicBezTo>
                    <a:pt x="166" y="55"/>
                    <a:pt x="164" y="56"/>
                    <a:pt x="162" y="56"/>
                  </a:cubicBezTo>
                  <a:cubicBezTo>
                    <a:pt x="160" y="56"/>
                    <a:pt x="158" y="55"/>
                    <a:pt x="158" y="52"/>
                  </a:cubicBezTo>
                  <a:cubicBezTo>
                    <a:pt x="158" y="50"/>
                    <a:pt x="160" y="49"/>
                    <a:pt x="162" y="49"/>
                  </a:cubicBezTo>
                  <a:moveTo>
                    <a:pt x="154" y="46"/>
                  </a:moveTo>
                  <a:cubicBezTo>
                    <a:pt x="156" y="46"/>
                    <a:pt x="157" y="48"/>
                    <a:pt x="157" y="49"/>
                  </a:cubicBezTo>
                  <a:cubicBezTo>
                    <a:pt x="157" y="51"/>
                    <a:pt x="156" y="53"/>
                    <a:pt x="154" y="53"/>
                  </a:cubicBezTo>
                  <a:cubicBezTo>
                    <a:pt x="152" y="53"/>
                    <a:pt x="151" y="51"/>
                    <a:pt x="151" y="49"/>
                  </a:cubicBezTo>
                  <a:cubicBezTo>
                    <a:pt x="151" y="48"/>
                    <a:pt x="152" y="46"/>
                    <a:pt x="154" y="46"/>
                  </a:cubicBezTo>
                  <a:moveTo>
                    <a:pt x="146" y="45"/>
                  </a:moveTo>
                  <a:cubicBezTo>
                    <a:pt x="148" y="45"/>
                    <a:pt x="149" y="46"/>
                    <a:pt x="149" y="48"/>
                  </a:cubicBezTo>
                  <a:cubicBezTo>
                    <a:pt x="149" y="49"/>
                    <a:pt x="148" y="51"/>
                    <a:pt x="146" y="51"/>
                  </a:cubicBezTo>
                  <a:cubicBezTo>
                    <a:pt x="145" y="51"/>
                    <a:pt x="144" y="49"/>
                    <a:pt x="144" y="48"/>
                  </a:cubicBezTo>
                  <a:cubicBezTo>
                    <a:pt x="144" y="46"/>
                    <a:pt x="145" y="45"/>
                    <a:pt x="146" y="45"/>
                  </a:cubicBezTo>
                  <a:moveTo>
                    <a:pt x="138" y="45"/>
                  </a:moveTo>
                  <a:cubicBezTo>
                    <a:pt x="139" y="45"/>
                    <a:pt x="140" y="46"/>
                    <a:pt x="140" y="48"/>
                  </a:cubicBezTo>
                  <a:cubicBezTo>
                    <a:pt x="140" y="49"/>
                    <a:pt x="140" y="49"/>
                    <a:pt x="139" y="50"/>
                  </a:cubicBezTo>
                  <a:cubicBezTo>
                    <a:pt x="139" y="50"/>
                    <a:pt x="139" y="50"/>
                    <a:pt x="138" y="50"/>
                  </a:cubicBezTo>
                  <a:cubicBezTo>
                    <a:pt x="138" y="50"/>
                    <a:pt x="138" y="50"/>
                    <a:pt x="138" y="50"/>
                  </a:cubicBezTo>
                  <a:cubicBezTo>
                    <a:pt x="137" y="50"/>
                    <a:pt x="136" y="50"/>
                    <a:pt x="136" y="49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5" y="49"/>
                    <a:pt x="135" y="48"/>
                    <a:pt x="135" y="48"/>
                  </a:cubicBezTo>
                  <a:cubicBezTo>
                    <a:pt x="135" y="46"/>
                    <a:pt x="136" y="45"/>
                    <a:pt x="138" y="45"/>
                  </a:cubicBezTo>
                  <a:moveTo>
                    <a:pt x="130" y="104"/>
                  </a:moveTo>
                  <a:cubicBezTo>
                    <a:pt x="133" y="98"/>
                    <a:pt x="134" y="89"/>
                    <a:pt x="134" y="80"/>
                  </a:cubicBezTo>
                  <a:cubicBezTo>
                    <a:pt x="134" y="71"/>
                    <a:pt x="133" y="62"/>
                    <a:pt x="132" y="54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2" y="54"/>
                    <a:pt x="132" y="53"/>
                    <a:pt x="132" y="53"/>
                  </a:cubicBezTo>
                  <a:cubicBezTo>
                    <a:pt x="134" y="53"/>
                    <a:pt x="142" y="55"/>
                    <a:pt x="150" y="56"/>
                  </a:cubicBezTo>
                  <a:cubicBezTo>
                    <a:pt x="159" y="59"/>
                    <a:pt x="160" y="61"/>
                    <a:pt x="162" y="63"/>
                  </a:cubicBezTo>
                  <a:cubicBezTo>
                    <a:pt x="163" y="65"/>
                    <a:pt x="166" y="73"/>
                    <a:pt x="166" y="77"/>
                  </a:cubicBezTo>
                  <a:cubicBezTo>
                    <a:pt x="166" y="77"/>
                    <a:pt x="166" y="77"/>
                    <a:pt x="166" y="78"/>
                  </a:cubicBezTo>
                  <a:cubicBezTo>
                    <a:pt x="165" y="85"/>
                    <a:pt x="165" y="92"/>
                    <a:pt x="155" y="108"/>
                  </a:cubicBezTo>
                  <a:cubicBezTo>
                    <a:pt x="155" y="109"/>
                    <a:pt x="154" y="109"/>
                    <a:pt x="154" y="109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8" y="107"/>
                    <a:pt x="133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moveTo>
                    <a:pt x="120" y="102"/>
                  </a:moveTo>
                  <a:cubicBezTo>
                    <a:pt x="122" y="99"/>
                    <a:pt x="124" y="87"/>
                    <a:pt x="123" y="75"/>
                  </a:cubicBezTo>
                  <a:cubicBezTo>
                    <a:pt x="123" y="65"/>
                    <a:pt x="123" y="55"/>
                    <a:pt x="123" y="55"/>
                  </a:cubicBezTo>
                  <a:cubicBezTo>
                    <a:pt x="123" y="53"/>
                    <a:pt x="123" y="50"/>
                    <a:pt x="124" y="50"/>
                  </a:cubicBezTo>
                  <a:cubicBezTo>
                    <a:pt x="125" y="50"/>
                    <a:pt x="126" y="52"/>
                    <a:pt x="126" y="54"/>
                  </a:cubicBezTo>
                  <a:cubicBezTo>
                    <a:pt x="127" y="54"/>
                    <a:pt x="129" y="65"/>
                    <a:pt x="129" y="75"/>
                  </a:cubicBezTo>
                  <a:cubicBezTo>
                    <a:pt x="129" y="87"/>
                    <a:pt x="127" y="99"/>
                    <a:pt x="124" y="103"/>
                  </a:cubicBezTo>
                  <a:cubicBezTo>
                    <a:pt x="123" y="104"/>
                    <a:pt x="123" y="105"/>
                    <a:pt x="122" y="104"/>
                  </a:cubicBezTo>
                  <a:cubicBezTo>
                    <a:pt x="121" y="103"/>
                    <a:pt x="120" y="103"/>
                    <a:pt x="120" y="102"/>
                  </a:cubicBezTo>
                  <a:moveTo>
                    <a:pt x="103" y="17"/>
                  </a:moveTo>
                  <a:cubicBezTo>
                    <a:pt x="101" y="17"/>
                    <a:pt x="101" y="16"/>
                    <a:pt x="101" y="15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1"/>
                    <a:pt x="101" y="10"/>
                    <a:pt x="103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4"/>
                    <a:pt x="108" y="3"/>
                    <a:pt x="109" y="3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4" y="3"/>
                    <a:pt x="115" y="4"/>
                    <a:pt x="115" y="5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20" y="10"/>
                    <a:pt x="121" y="11"/>
                    <a:pt x="121" y="12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1" y="16"/>
                    <a:pt x="120" y="17"/>
                    <a:pt x="119" y="17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5" y="20"/>
                    <a:pt x="114" y="21"/>
                    <a:pt x="112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8" y="21"/>
                    <a:pt x="107" y="20"/>
                    <a:pt x="107" y="19"/>
                  </a:cubicBezTo>
                  <a:cubicBezTo>
                    <a:pt x="107" y="17"/>
                    <a:pt x="107" y="17"/>
                    <a:pt x="107" y="17"/>
                  </a:cubicBezTo>
                  <a:lnTo>
                    <a:pt x="103" y="17"/>
                  </a:lnTo>
                  <a:close/>
                  <a:moveTo>
                    <a:pt x="102" y="33"/>
                  </a:moveTo>
                  <a:cubicBezTo>
                    <a:pt x="102" y="28"/>
                    <a:pt x="106" y="25"/>
                    <a:pt x="111" y="25"/>
                  </a:cubicBezTo>
                  <a:cubicBezTo>
                    <a:pt x="116" y="25"/>
                    <a:pt x="120" y="28"/>
                    <a:pt x="120" y="33"/>
                  </a:cubicBezTo>
                  <a:cubicBezTo>
                    <a:pt x="120" y="38"/>
                    <a:pt x="116" y="42"/>
                    <a:pt x="111" y="42"/>
                  </a:cubicBezTo>
                  <a:cubicBezTo>
                    <a:pt x="106" y="42"/>
                    <a:pt x="102" y="38"/>
                    <a:pt x="102" y="33"/>
                  </a:cubicBezTo>
                  <a:moveTo>
                    <a:pt x="110" y="64"/>
                  </a:moveTo>
                  <a:cubicBezTo>
                    <a:pt x="110" y="64"/>
                    <a:pt x="110" y="64"/>
                    <a:pt x="110" y="64"/>
                  </a:cubicBezTo>
                  <a:cubicBezTo>
                    <a:pt x="111" y="64"/>
                    <a:pt x="112" y="64"/>
                    <a:pt x="112" y="64"/>
                  </a:cubicBezTo>
                  <a:cubicBezTo>
                    <a:pt x="115" y="65"/>
                    <a:pt x="117" y="67"/>
                    <a:pt x="117" y="70"/>
                  </a:cubicBezTo>
                  <a:cubicBezTo>
                    <a:pt x="117" y="73"/>
                    <a:pt x="115" y="75"/>
                    <a:pt x="112" y="76"/>
                  </a:cubicBezTo>
                  <a:cubicBezTo>
                    <a:pt x="111" y="76"/>
                    <a:pt x="111" y="76"/>
                    <a:pt x="110" y="7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07" y="75"/>
                    <a:pt x="104" y="73"/>
                    <a:pt x="104" y="70"/>
                  </a:cubicBezTo>
                  <a:cubicBezTo>
                    <a:pt x="104" y="67"/>
                    <a:pt x="107" y="64"/>
                    <a:pt x="110" y="64"/>
                  </a:cubicBezTo>
                  <a:moveTo>
                    <a:pt x="104" y="54"/>
                  </a:moveTo>
                  <a:cubicBezTo>
                    <a:pt x="104" y="51"/>
                    <a:pt x="107" y="49"/>
                    <a:pt x="110" y="48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11" y="48"/>
                    <a:pt x="112" y="48"/>
                    <a:pt x="112" y="48"/>
                  </a:cubicBezTo>
                  <a:cubicBezTo>
                    <a:pt x="112" y="48"/>
                    <a:pt x="112" y="49"/>
                    <a:pt x="112" y="49"/>
                  </a:cubicBezTo>
                  <a:cubicBezTo>
                    <a:pt x="115" y="49"/>
                    <a:pt x="117" y="52"/>
                    <a:pt x="117" y="54"/>
                  </a:cubicBezTo>
                  <a:cubicBezTo>
                    <a:pt x="117" y="57"/>
                    <a:pt x="115" y="59"/>
                    <a:pt x="112" y="60"/>
                  </a:cubicBezTo>
                  <a:cubicBezTo>
                    <a:pt x="112" y="60"/>
                    <a:pt x="111" y="60"/>
                    <a:pt x="111" y="60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07" y="60"/>
                    <a:pt x="104" y="57"/>
                    <a:pt x="104" y="54"/>
                  </a:cubicBezTo>
                  <a:moveTo>
                    <a:pt x="112" y="91"/>
                  </a:moveTo>
                  <a:cubicBezTo>
                    <a:pt x="111" y="91"/>
                    <a:pt x="111" y="91"/>
                    <a:pt x="111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1"/>
                    <a:pt x="105" y="88"/>
                    <a:pt x="105" y="85"/>
                  </a:cubicBezTo>
                  <a:cubicBezTo>
                    <a:pt x="105" y="82"/>
                    <a:pt x="107" y="80"/>
                    <a:pt x="110" y="79"/>
                  </a:cubicBezTo>
                  <a:cubicBezTo>
                    <a:pt x="110" y="79"/>
                    <a:pt x="110" y="79"/>
                    <a:pt x="111" y="79"/>
                  </a:cubicBezTo>
                  <a:cubicBezTo>
                    <a:pt x="111" y="79"/>
                    <a:pt x="111" y="79"/>
                    <a:pt x="112" y="79"/>
                  </a:cubicBezTo>
                  <a:cubicBezTo>
                    <a:pt x="115" y="80"/>
                    <a:pt x="117" y="82"/>
                    <a:pt x="117" y="85"/>
                  </a:cubicBezTo>
                  <a:cubicBezTo>
                    <a:pt x="117" y="88"/>
                    <a:pt x="115" y="91"/>
                    <a:pt x="112" y="91"/>
                  </a:cubicBezTo>
                  <a:moveTo>
                    <a:pt x="117" y="101"/>
                  </a:moveTo>
                  <a:cubicBezTo>
                    <a:pt x="117" y="104"/>
                    <a:pt x="114" y="107"/>
                    <a:pt x="111" y="107"/>
                  </a:cubicBezTo>
                  <a:cubicBezTo>
                    <a:pt x="107" y="107"/>
                    <a:pt x="105" y="104"/>
                    <a:pt x="105" y="101"/>
                  </a:cubicBezTo>
                  <a:cubicBezTo>
                    <a:pt x="105" y="97"/>
                    <a:pt x="107" y="95"/>
                    <a:pt x="111" y="95"/>
                  </a:cubicBezTo>
                  <a:cubicBezTo>
                    <a:pt x="114" y="95"/>
                    <a:pt x="117" y="97"/>
                    <a:pt x="117" y="101"/>
                  </a:cubicBezTo>
                  <a:moveTo>
                    <a:pt x="93" y="75"/>
                  </a:moveTo>
                  <a:cubicBezTo>
                    <a:pt x="93" y="65"/>
                    <a:pt x="94" y="55"/>
                    <a:pt x="94" y="54"/>
                  </a:cubicBezTo>
                  <a:cubicBezTo>
                    <a:pt x="95" y="53"/>
                    <a:pt x="96" y="50"/>
                    <a:pt x="98" y="50"/>
                  </a:cubicBezTo>
                  <a:cubicBezTo>
                    <a:pt x="99" y="50"/>
                    <a:pt x="98" y="53"/>
                    <a:pt x="98" y="55"/>
                  </a:cubicBezTo>
                  <a:cubicBezTo>
                    <a:pt x="98" y="55"/>
                    <a:pt x="99" y="66"/>
                    <a:pt x="98" y="75"/>
                  </a:cubicBezTo>
                  <a:cubicBezTo>
                    <a:pt x="98" y="88"/>
                    <a:pt x="100" y="99"/>
                    <a:pt x="101" y="102"/>
                  </a:cubicBezTo>
                  <a:cubicBezTo>
                    <a:pt x="102" y="103"/>
                    <a:pt x="101" y="103"/>
                    <a:pt x="100" y="104"/>
                  </a:cubicBezTo>
                  <a:cubicBezTo>
                    <a:pt x="99" y="105"/>
                    <a:pt x="98" y="104"/>
                    <a:pt x="98" y="103"/>
                  </a:cubicBezTo>
                  <a:cubicBezTo>
                    <a:pt x="95" y="99"/>
                    <a:pt x="93" y="87"/>
                    <a:pt x="93" y="75"/>
                  </a:cubicBezTo>
                  <a:moveTo>
                    <a:pt x="84" y="45"/>
                  </a:moveTo>
                  <a:cubicBezTo>
                    <a:pt x="85" y="45"/>
                    <a:pt x="87" y="46"/>
                    <a:pt x="87" y="48"/>
                  </a:cubicBezTo>
                  <a:cubicBezTo>
                    <a:pt x="87" y="49"/>
                    <a:pt x="85" y="50"/>
                    <a:pt x="84" y="50"/>
                  </a:cubicBezTo>
                  <a:cubicBezTo>
                    <a:pt x="83" y="50"/>
                    <a:pt x="82" y="49"/>
                    <a:pt x="82" y="48"/>
                  </a:cubicBezTo>
                  <a:cubicBezTo>
                    <a:pt x="82" y="46"/>
                    <a:pt x="83" y="45"/>
                    <a:pt x="84" y="45"/>
                  </a:cubicBezTo>
                  <a:moveTo>
                    <a:pt x="77" y="45"/>
                  </a:moveTo>
                  <a:cubicBezTo>
                    <a:pt x="78" y="45"/>
                    <a:pt x="80" y="46"/>
                    <a:pt x="80" y="48"/>
                  </a:cubicBezTo>
                  <a:cubicBezTo>
                    <a:pt x="80" y="49"/>
                    <a:pt x="78" y="51"/>
                    <a:pt x="77" y="51"/>
                  </a:cubicBezTo>
                  <a:cubicBezTo>
                    <a:pt x="75" y="51"/>
                    <a:pt x="74" y="49"/>
                    <a:pt x="74" y="48"/>
                  </a:cubicBezTo>
                  <a:cubicBezTo>
                    <a:pt x="74" y="46"/>
                    <a:pt x="75" y="45"/>
                    <a:pt x="77" y="45"/>
                  </a:cubicBezTo>
                  <a:moveTo>
                    <a:pt x="74" y="57"/>
                  </a:moveTo>
                  <a:cubicBezTo>
                    <a:pt x="82" y="55"/>
                    <a:pt x="87" y="54"/>
                    <a:pt x="88" y="54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4"/>
                    <a:pt x="89" y="54"/>
                    <a:pt x="89" y="55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90" y="55"/>
                    <a:pt x="90" y="56"/>
                    <a:pt x="90" y="56"/>
                  </a:cubicBezTo>
                  <a:cubicBezTo>
                    <a:pt x="88" y="62"/>
                    <a:pt x="87" y="68"/>
                    <a:pt x="87" y="74"/>
                  </a:cubicBezTo>
                  <a:cubicBezTo>
                    <a:pt x="87" y="87"/>
                    <a:pt x="90" y="98"/>
                    <a:pt x="92" y="102"/>
                  </a:cubicBezTo>
                  <a:cubicBezTo>
                    <a:pt x="92" y="102"/>
                    <a:pt x="92" y="102"/>
                    <a:pt x="92" y="102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89" y="104"/>
                    <a:pt x="72" y="106"/>
                    <a:pt x="69" y="107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7"/>
                    <a:pt x="68" y="107"/>
                    <a:pt x="68" y="106"/>
                  </a:cubicBezTo>
                  <a:cubicBezTo>
                    <a:pt x="68" y="106"/>
                    <a:pt x="67" y="106"/>
                    <a:pt x="67" y="106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1" y="95"/>
                    <a:pt x="59" y="88"/>
                    <a:pt x="58" y="73"/>
                  </a:cubicBezTo>
                  <a:cubicBezTo>
                    <a:pt x="58" y="69"/>
                    <a:pt x="60" y="63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4" y="60"/>
                    <a:pt x="67" y="58"/>
                    <a:pt x="74" y="57"/>
                  </a:cubicBezTo>
                  <a:moveTo>
                    <a:pt x="49" y="89"/>
                  </a:moveTo>
                  <a:cubicBezTo>
                    <a:pt x="52" y="89"/>
                    <a:pt x="54" y="91"/>
                    <a:pt x="54" y="93"/>
                  </a:cubicBezTo>
                  <a:cubicBezTo>
                    <a:pt x="54" y="96"/>
                    <a:pt x="52" y="98"/>
                    <a:pt x="49" y="98"/>
                  </a:cubicBezTo>
                  <a:cubicBezTo>
                    <a:pt x="47" y="98"/>
                    <a:pt x="45" y="96"/>
                    <a:pt x="45" y="93"/>
                  </a:cubicBezTo>
                  <a:cubicBezTo>
                    <a:pt x="45" y="91"/>
                    <a:pt x="47" y="89"/>
                    <a:pt x="49" y="89"/>
                  </a:cubicBezTo>
                  <a:moveTo>
                    <a:pt x="41" y="81"/>
                  </a:moveTo>
                  <a:cubicBezTo>
                    <a:pt x="41" y="78"/>
                    <a:pt x="43" y="76"/>
                    <a:pt x="45" y="76"/>
                  </a:cubicBezTo>
                  <a:cubicBezTo>
                    <a:pt x="48" y="76"/>
                    <a:pt x="50" y="78"/>
                    <a:pt x="50" y="81"/>
                  </a:cubicBezTo>
                  <a:cubicBezTo>
                    <a:pt x="50" y="84"/>
                    <a:pt x="48" y="86"/>
                    <a:pt x="45" y="86"/>
                  </a:cubicBezTo>
                  <a:cubicBezTo>
                    <a:pt x="43" y="86"/>
                    <a:pt x="41" y="84"/>
                    <a:pt x="41" y="81"/>
                  </a:cubicBezTo>
                  <a:moveTo>
                    <a:pt x="55" y="100"/>
                  </a:moveTo>
                  <a:cubicBezTo>
                    <a:pt x="58" y="100"/>
                    <a:pt x="60" y="102"/>
                    <a:pt x="60" y="105"/>
                  </a:cubicBezTo>
                  <a:cubicBezTo>
                    <a:pt x="60" y="108"/>
                    <a:pt x="58" y="110"/>
                    <a:pt x="55" y="110"/>
                  </a:cubicBezTo>
                  <a:cubicBezTo>
                    <a:pt x="55" y="110"/>
                    <a:pt x="54" y="110"/>
                    <a:pt x="54" y="109"/>
                  </a:cubicBezTo>
                  <a:cubicBezTo>
                    <a:pt x="52" y="109"/>
                    <a:pt x="52" y="108"/>
                    <a:pt x="51" y="107"/>
                  </a:cubicBezTo>
                  <a:cubicBezTo>
                    <a:pt x="51" y="107"/>
                    <a:pt x="50" y="106"/>
                    <a:pt x="50" y="105"/>
                  </a:cubicBezTo>
                  <a:cubicBezTo>
                    <a:pt x="50" y="102"/>
                    <a:pt x="53" y="100"/>
                    <a:pt x="55" y="100"/>
                  </a:cubicBezTo>
                  <a:moveTo>
                    <a:pt x="68" y="46"/>
                  </a:moveTo>
                  <a:cubicBezTo>
                    <a:pt x="70" y="46"/>
                    <a:pt x="71" y="48"/>
                    <a:pt x="71" y="49"/>
                  </a:cubicBezTo>
                  <a:cubicBezTo>
                    <a:pt x="71" y="51"/>
                    <a:pt x="70" y="53"/>
                    <a:pt x="68" y="53"/>
                  </a:cubicBezTo>
                  <a:cubicBezTo>
                    <a:pt x="66" y="53"/>
                    <a:pt x="65" y="51"/>
                    <a:pt x="65" y="49"/>
                  </a:cubicBezTo>
                  <a:cubicBezTo>
                    <a:pt x="65" y="48"/>
                    <a:pt x="66" y="46"/>
                    <a:pt x="68" y="46"/>
                  </a:cubicBezTo>
                  <a:moveTo>
                    <a:pt x="60" y="49"/>
                  </a:moveTo>
                  <a:cubicBezTo>
                    <a:pt x="62" y="49"/>
                    <a:pt x="64" y="50"/>
                    <a:pt x="64" y="52"/>
                  </a:cubicBezTo>
                  <a:cubicBezTo>
                    <a:pt x="64" y="55"/>
                    <a:pt x="62" y="56"/>
                    <a:pt x="60" y="56"/>
                  </a:cubicBezTo>
                  <a:cubicBezTo>
                    <a:pt x="59" y="56"/>
                    <a:pt x="58" y="56"/>
                    <a:pt x="58" y="56"/>
                  </a:cubicBezTo>
                  <a:cubicBezTo>
                    <a:pt x="57" y="55"/>
                    <a:pt x="56" y="54"/>
                    <a:pt x="56" y="52"/>
                  </a:cubicBezTo>
                  <a:cubicBezTo>
                    <a:pt x="56" y="50"/>
                    <a:pt x="58" y="49"/>
                    <a:pt x="60" y="49"/>
                  </a:cubicBezTo>
                  <a:moveTo>
                    <a:pt x="53" y="55"/>
                  </a:moveTo>
                  <a:cubicBezTo>
                    <a:pt x="55" y="55"/>
                    <a:pt x="57" y="57"/>
                    <a:pt x="57" y="59"/>
                  </a:cubicBezTo>
                  <a:cubicBezTo>
                    <a:pt x="57" y="62"/>
                    <a:pt x="55" y="63"/>
                    <a:pt x="53" y="63"/>
                  </a:cubicBezTo>
                  <a:cubicBezTo>
                    <a:pt x="50" y="63"/>
                    <a:pt x="49" y="62"/>
                    <a:pt x="49" y="59"/>
                  </a:cubicBezTo>
                  <a:cubicBezTo>
                    <a:pt x="49" y="57"/>
                    <a:pt x="50" y="55"/>
                    <a:pt x="53" y="55"/>
                  </a:cubicBezTo>
                  <a:moveTo>
                    <a:pt x="46" y="64"/>
                  </a:moveTo>
                  <a:cubicBezTo>
                    <a:pt x="47" y="64"/>
                    <a:pt x="47" y="64"/>
                    <a:pt x="48" y="64"/>
                  </a:cubicBezTo>
                  <a:cubicBezTo>
                    <a:pt x="50" y="65"/>
                    <a:pt x="51" y="67"/>
                    <a:pt x="51" y="69"/>
                  </a:cubicBezTo>
                  <a:cubicBezTo>
                    <a:pt x="51" y="71"/>
                    <a:pt x="49" y="74"/>
                    <a:pt x="46" y="74"/>
                  </a:cubicBezTo>
                  <a:cubicBezTo>
                    <a:pt x="44" y="74"/>
                    <a:pt x="42" y="72"/>
                    <a:pt x="42" y="70"/>
                  </a:cubicBezTo>
                  <a:cubicBezTo>
                    <a:pt x="42" y="69"/>
                    <a:pt x="42" y="69"/>
                    <a:pt x="42" y="69"/>
                  </a:cubicBezTo>
                  <a:cubicBezTo>
                    <a:pt x="42" y="66"/>
                    <a:pt x="44" y="64"/>
                    <a:pt x="46" y="64"/>
                  </a:cubicBezTo>
                  <a:moveTo>
                    <a:pt x="40" y="53"/>
                  </a:moveTo>
                  <a:cubicBezTo>
                    <a:pt x="42" y="53"/>
                    <a:pt x="44" y="55"/>
                    <a:pt x="44" y="58"/>
                  </a:cubicBezTo>
                  <a:cubicBezTo>
                    <a:pt x="44" y="60"/>
                    <a:pt x="42" y="62"/>
                    <a:pt x="40" y="62"/>
                  </a:cubicBezTo>
                  <a:cubicBezTo>
                    <a:pt x="38" y="62"/>
                    <a:pt x="36" y="60"/>
                    <a:pt x="36" y="58"/>
                  </a:cubicBezTo>
                  <a:cubicBezTo>
                    <a:pt x="36" y="55"/>
                    <a:pt x="38" y="53"/>
                    <a:pt x="40" y="53"/>
                  </a:cubicBezTo>
                  <a:moveTo>
                    <a:pt x="25" y="61"/>
                  </a:moveTo>
                  <a:cubicBezTo>
                    <a:pt x="28" y="61"/>
                    <a:pt x="30" y="63"/>
                    <a:pt x="30" y="65"/>
                  </a:cubicBezTo>
                  <a:cubicBezTo>
                    <a:pt x="30" y="68"/>
                    <a:pt x="28" y="70"/>
                    <a:pt x="25" y="70"/>
                  </a:cubicBezTo>
                  <a:cubicBezTo>
                    <a:pt x="23" y="70"/>
                    <a:pt x="20" y="68"/>
                    <a:pt x="20" y="65"/>
                  </a:cubicBezTo>
                  <a:cubicBezTo>
                    <a:pt x="20" y="63"/>
                    <a:pt x="23" y="61"/>
                    <a:pt x="25" y="61"/>
                  </a:cubicBezTo>
                  <a:moveTo>
                    <a:pt x="12" y="73"/>
                  </a:moveTo>
                  <a:cubicBezTo>
                    <a:pt x="15" y="73"/>
                    <a:pt x="17" y="75"/>
                    <a:pt x="17" y="77"/>
                  </a:cubicBezTo>
                  <a:cubicBezTo>
                    <a:pt x="17" y="80"/>
                    <a:pt x="15" y="82"/>
                    <a:pt x="12" y="82"/>
                  </a:cubicBezTo>
                  <a:cubicBezTo>
                    <a:pt x="10" y="82"/>
                    <a:pt x="8" y="80"/>
                    <a:pt x="8" y="77"/>
                  </a:cubicBezTo>
                  <a:cubicBezTo>
                    <a:pt x="8" y="75"/>
                    <a:pt x="10" y="73"/>
                    <a:pt x="12" y="73"/>
                  </a:cubicBezTo>
                  <a:moveTo>
                    <a:pt x="9" y="97"/>
                  </a:moveTo>
                  <a:cubicBezTo>
                    <a:pt x="7" y="97"/>
                    <a:pt x="4" y="95"/>
                    <a:pt x="4" y="92"/>
                  </a:cubicBezTo>
                  <a:cubicBezTo>
                    <a:pt x="4" y="90"/>
                    <a:pt x="7" y="88"/>
                    <a:pt x="9" y="88"/>
                  </a:cubicBezTo>
                  <a:cubicBezTo>
                    <a:pt x="12" y="88"/>
                    <a:pt x="14" y="90"/>
                    <a:pt x="14" y="92"/>
                  </a:cubicBezTo>
                  <a:cubicBezTo>
                    <a:pt x="14" y="95"/>
                    <a:pt x="12" y="97"/>
                    <a:pt x="9" y="97"/>
                  </a:cubicBezTo>
                  <a:moveTo>
                    <a:pt x="18" y="111"/>
                  </a:moveTo>
                  <a:cubicBezTo>
                    <a:pt x="15" y="111"/>
                    <a:pt x="13" y="109"/>
                    <a:pt x="13" y="106"/>
                  </a:cubicBezTo>
                  <a:cubicBezTo>
                    <a:pt x="13" y="104"/>
                    <a:pt x="15" y="101"/>
                    <a:pt x="18" y="101"/>
                  </a:cubicBezTo>
                  <a:cubicBezTo>
                    <a:pt x="20" y="101"/>
                    <a:pt x="22" y="104"/>
                    <a:pt x="22" y="106"/>
                  </a:cubicBezTo>
                  <a:cubicBezTo>
                    <a:pt x="22" y="109"/>
                    <a:pt x="20" y="111"/>
                    <a:pt x="18" y="111"/>
                  </a:cubicBezTo>
                  <a:moveTo>
                    <a:pt x="28" y="121"/>
                  </a:moveTo>
                  <a:cubicBezTo>
                    <a:pt x="26" y="121"/>
                    <a:pt x="24" y="119"/>
                    <a:pt x="24" y="116"/>
                  </a:cubicBezTo>
                  <a:cubicBezTo>
                    <a:pt x="24" y="114"/>
                    <a:pt x="26" y="112"/>
                    <a:pt x="28" y="112"/>
                  </a:cubicBezTo>
                  <a:cubicBezTo>
                    <a:pt x="31" y="112"/>
                    <a:pt x="33" y="114"/>
                    <a:pt x="33" y="116"/>
                  </a:cubicBezTo>
                  <a:cubicBezTo>
                    <a:pt x="33" y="119"/>
                    <a:pt x="31" y="121"/>
                    <a:pt x="28" y="121"/>
                  </a:cubicBezTo>
                  <a:moveTo>
                    <a:pt x="28" y="101"/>
                  </a:moveTo>
                  <a:cubicBezTo>
                    <a:pt x="27" y="100"/>
                    <a:pt x="24" y="96"/>
                    <a:pt x="22" y="93"/>
                  </a:cubicBezTo>
                  <a:cubicBezTo>
                    <a:pt x="20" y="91"/>
                    <a:pt x="20" y="89"/>
                    <a:pt x="20" y="88"/>
                  </a:cubicBezTo>
                  <a:cubicBezTo>
                    <a:pt x="20" y="86"/>
                    <a:pt x="21" y="85"/>
                    <a:pt x="22" y="83"/>
                  </a:cubicBezTo>
                  <a:cubicBezTo>
                    <a:pt x="23" y="80"/>
                    <a:pt x="23" y="80"/>
                    <a:pt x="25" y="78"/>
                  </a:cubicBezTo>
                  <a:cubicBezTo>
                    <a:pt x="26" y="77"/>
                    <a:pt x="26" y="76"/>
                    <a:pt x="31" y="73"/>
                  </a:cubicBezTo>
                  <a:cubicBezTo>
                    <a:pt x="32" y="72"/>
                    <a:pt x="33" y="71"/>
                    <a:pt x="34" y="70"/>
                  </a:cubicBezTo>
                  <a:cubicBezTo>
                    <a:pt x="34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2"/>
                    <a:pt x="35" y="73"/>
                    <a:pt x="35" y="75"/>
                  </a:cubicBezTo>
                  <a:cubicBezTo>
                    <a:pt x="35" y="89"/>
                    <a:pt x="38" y="101"/>
                    <a:pt x="50" y="113"/>
                  </a:cubicBezTo>
                  <a:cubicBezTo>
                    <a:pt x="49" y="114"/>
                    <a:pt x="47" y="115"/>
                    <a:pt x="46" y="115"/>
                  </a:cubicBezTo>
                  <a:cubicBezTo>
                    <a:pt x="44" y="116"/>
                    <a:pt x="42" y="117"/>
                    <a:pt x="41" y="118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8"/>
                    <a:pt x="41" y="117"/>
                    <a:pt x="41" y="116"/>
                  </a:cubicBezTo>
                  <a:cubicBezTo>
                    <a:pt x="39" y="112"/>
                    <a:pt x="31" y="104"/>
                    <a:pt x="28" y="101"/>
                  </a:cubicBezTo>
                  <a:moveTo>
                    <a:pt x="185" y="129"/>
                  </a:moveTo>
                  <a:cubicBezTo>
                    <a:pt x="185" y="130"/>
                    <a:pt x="183" y="131"/>
                    <a:pt x="182" y="130"/>
                  </a:cubicBezTo>
                  <a:cubicBezTo>
                    <a:pt x="182" y="130"/>
                    <a:pt x="171" y="125"/>
                    <a:pt x="155" y="121"/>
                  </a:cubicBezTo>
                  <a:cubicBezTo>
                    <a:pt x="138" y="117"/>
                    <a:pt x="128" y="115"/>
                    <a:pt x="111" y="114"/>
                  </a:cubicBezTo>
                  <a:cubicBezTo>
                    <a:pt x="94" y="115"/>
                    <a:pt x="83" y="117"/>
                    <a:pt x="66" y="121"/>
                  </a:cubicBezTo>
                  <a:cubicBezTo>
                    <a:pt x="50" y="125"/>
                    <a:pt x="40" y="130"/>
                    <a:pt x="40" y="130"/>
                  </a:cubicBezTo>
                  <a:cubicBezTo>
                    <a:pt x="39" y="131"/>
                    <a:pt x="37" y="130"/>
                    <a:pt x="37" y="129"/>
                  </a:cubicBezTo>
                  <a:cubicBezTo>
                    <a:pt x="36" y="128"/>
                    <a:pt x="36" y="127"/>
                    <a:pt x="38" y="126"/>
                  </a:cubicBezTo>
                  <a:cubicBezTo>
                    <a:pt x="38" y="126"/>
                    <a:pt x="49" y="120"/>
                    <a:pt x="65" y="116"/>
                  </a:cubicBezTo>
                  <a:cubicBezTo>
                    <a:pt x="82" y="112"/>
                    <a:pt x="92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30" y="110"/>
                    <a:pt x="140" y="112"/>
                    <a:pt x="157" y="116"/>
                  </a:cubicBezTo>
                  <a:cubicBezTo>
                    <a:pt x="173" y="120"/>
                    <a:pt x="184" y="126"/>
                    <a:pt x="184" y="126"/>
                  </a:cubicBezTo>
                  <a:cubicBezTo>
                    <a:pt x="185" y="127"/>
                    <a:pt x="186" y="128"/>
                    <a:pt x="185" y="129"/>
                  </a:cubicBezTo>
                  <a:moveTo>
                    <a:pt x="184" y="113"/>
                  </a:moveTo>
                  <a:cubicBezTo>
                    <a:pt x="183" y="114"/>
                    <a:pt x="183" y="115"/>
                    <a:pt x="182" y="116"/>
                  </a:cubicBezTo>
                  <a:cubicBezTo>
                    <a:pt x="182" y="117"/>
                    <a:pt x="181" y="117"/>
                    <a:pt x="181" y="117"/>
                  </a:cubicBezTo>
                  <a:cubicBezTo>
                    <a:pt x="181" y="117"/>
                    <a:pt x="178" y="117"/>
                    <a:pt x="176" y="116"/>
                  </a:cubicBezTo>
                  <a:cubicBezTo>
                    <a:pt x="174" y="115"/>
                    <a:pt x="172" y="114"/>
                    <a:pt x="172" y="114"/>
                  </a:cubicBezTo>
                  <a:cubicBezTo>
                    <a:pt x="172" y="114"/>
                    <a:pt x="173" y="113"/>
                    <a:pt x="173" y="112"/>
                  </a:cubicBezTo>
                  <a:cubicBezTo>
                    <a:pt x="178" y="108"/>
                    <a:pt x="183" y="99"/>
                    <a:pt x="184" y="94"/>
                  </a:cubicBezTo>
                  <a:cubicBezTo>
                    <a:pt x="187" y="86"/>
                    <a:pt x="188" y="80"/>
                    <a:pt x="188" y="74"/>
                  </a:cubicBezTo>
                  <a:cubicBezTo>
                    <a:pt x="188" y="74"/>
                    <a:pt x="188" y="73"/>
                    <a:pt x="188" y="72"/>
                  </a:cubicBezTo>
                  <a:cubicBezTo>
                    <a:pt x="188" y="71"/>
                    <a:pt x="187" y="70"/>
                    <a:pt x="187" y="70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90" y="71"/>
                    <a:pt x="195" y="75"/>
                    <a:pt x="197" y="77"/>
                  </a:cubicBezTo>
                  <a:cubicBezTo>
                    <a:pt x="200" y="79"/>
                    <a:pt x="201" y="81"/>
                    <a:pt x="202" y="84"/>
                  </a:cubicBezTo>
                  <a:cubicBezTo>
                    <a:pt x="203" y="86"/>
                    <a:pt x="203" y="87"/>
                    <a:pt x="203" y="87"/>
                  </a:cubicBezTo>
                  <a:cubicBezTo>
                    <a:pt x="203" y="89"/>
                    <a:pt x="202" y="90"/>
                    <a:pt x="201" y="92"/>
                  </a:cubicBezTo>
                  <a:cubicBezTo>
                    <a:pt x="199" y="96"/>
                    <a:pt x="196" y="100"/>
                    <a:pt x="192" y="104"/>
                  </a:cubicBezTo>
                  <a:cubicBezTo>
                    <a:pt x="188" y="109"/>
                    <a:pt x="185" y="112"/>
                    <a:pt x="184" y="113"/>
                  </a:cubicBezTo>
                  <a:moveTo>
                    <a:pt x="193" y="121"/>
                  </a:moveTo>
                  <a:cubicBezTo>
                    <a:pt x="191" y="121"/>
                    <a:pt x="189" y="119"/>
                    <a:pt x="189" y="116"/>
                  </a:cubicBezTo>
                  <a:cubicBezTo>
                    <a:pt x="189" y="114"/>
                    <a:pt x="191" y="112"/>
                    <a:pt x="193" y="112"/>
                  </a:cubicBezTo>
                  <a:cubicBezTo>
                    <a:pt x="196" y="112"/>
                    <a:pt x="198" y="114"/>
                    <a:pt x="198" y="116"/>
                  </a:cubicBezTo>
                  <a:cubicBezTo>
                    <a:pt x="198" y="119"/>
                    <a:pt x="196" y="121"/>
                    <a:pt x="193" y="121"/>
                  </a:cubicBezTo>
                  <a:moveTo>
                    <a:pt x="204" y="111"/>
                  </a:moveTo>
                  <a:cubicBezTo>
                    <a:pt x="201" y="111"/>
                    <a:pt x="199" y="108"/>
                    <a:pt x="199" y="106"/>
                  </a:cubicBezTo>
                  <a:cubicBezTo>
                    <a:pt x="199" y="103"/>
                    <a:pt x="201" y="101"/>
                    <a:pt x="204" y="101"/>
                  </a:cubicBezTo>
                  <a:cubicBezTo>
                    <a:pt x="206" y="101"/>
                    <a:pt x="208" y="103"/>
                    <a:pt x="208" y="106"/>
                  </a:cubicBezTo>
                  <a:cubicBezTo>
                    <a:pt x="208" y="108"/>
                    <a:pt x="206" y="111"/>
                    <a:pt x="204" y="111"/>
                  </a:cubicBezTo>
                  <a:moveTo>
                    <a:pt x="213" y="97"/>
                  </a:moveTo>
                  <a:cubicBezTo>
                    <a:pt x="210" y="97"/>
                    <a:pt x="208" y="95"/>
                    <a:pt x="208" y="92"/>
                  </a:cubicBezTo>
                  <a:cubicBezTo>
                    <a:pt x="208" y="90"/>
                    <a:pt x="210" y="88"/>
                    <a:pt x="213" y="88"/>
                  </a:cubicBezTo>
                  <a:cubicBezTo>
                    <a:pt x="215" y="88"/>
                    <a:pt x="217" y="90"/>
                    <a:pt x="217" y="92"/>
                  </a:cubicBezTo>
                  <a:cubicBezTo>
                    <a:pt x="217" y="95"/>
                    <a:pt x="215" y="97"/>
                    <a:pt x="213" y="9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0" name="Freeform 592">
              <a:extLst>
                <a:ext uri="{FF2B5EF4-FFF2-40B4-BE49-F238E27FC236}">
                  <a16:creationId xmlns:a16="http://schemas.microsoft.com/office/drawing/2014/main" id="{BE4A0A11-CEC0-4DFA-831B-E5C80230F88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79550" y="12839700"/>
              <a:ext cx="79375" cy="46037"/>
            </a:xfrm>
            <a:custGeom>
              <a:avLst/>
              <a:gdLst>
                <a:gd name="T0" fmla="*/ 107 w 125"/>
                <a:gd name="T1" fmla="*/ 12 h 72"/>
                <a:gd name="T2" fmla="*/ 90 w 125"/>
                <a:gd name="T3" fmla="*/ 27 h 72"/>
                <a:gd name="T4" fmla="*/ 84 w 125"/>
                <a:gd name="T5" fmla="*/ 34 h 72"/>
                <a:gd name="T6" fmla="*/ 81 w 125"/>
                <a:gd name="T7" fmla="*/ 21 h 72"/>
                <a:gd name="T8" fmla="*/ 72 w 125"/>
                <a:gd name="T9" fmla="*/ 10 h 72"/>
                <a:gd name="T10" fmla="*/ 63 w 125"/>
                <a:gd name="T11" fmla="*/ 0 h 72"/>
                <a:gd name="T12" fmla="*/ 54 w 125"/>
                <a:gd name="T13" fmla="*/ 9 h 72"/>
                <a:gd name="T14" fmla="*/ 44 w 125"/>
                <a:gd name="T15" fmla="*/ 20 h 72"/>
                <a:gd name="T16" fmla="*/ 41 w 125"/>
                <a:gd name="T17" fmla="*/ 33 h 72"/>
                <a:gd name="T18" fmla="*/ 35 w 125"/>
                <a:gd name="T19" fmla="*/ 26 h 72"/>
                <a:gd name="T20" fmla="*/ 19 w 125"/>
                <a:gd name="T21" fmla="*/ 11 h 72"/>
                <a:gd name="T22" fmla="*/ 2 w 125"/>
                <a:gd name="T23" fmla="*/ 16 h 72"/>
                <a:gd name="T24" fmla="*/ 28 w 125"/>
                <a:gd name="T25" fmla="*/ 62 h 72"/>
                <a:gd name="T26" fmla="*/ 61 w 125"/>
                <a:gd name="T27" fmla="*/ 72 h 72"/>
                <a:gd name="T28" fmla="*/ 65 w 125"/>
                <a:gd name="T29" fmla="*/ 72 h 72"/>
                <a:gd name="T30" fmla="*/ 110 w 125"/>
                <a:gd name="T31" fmla="*/ 31 h 72"/>
                <a:gd name="T32" fmla="*/ 70 w 125"/>
                <a:gd name="T33" fmla="*/ 15 h 72"/>
                <a:gd name="T34" fmla="*/ 72 w 125"/>
                <a:gd name="T35" fmla="*/ 26 h 72"/>
                <a:gd name="T36" fmla="*/ 70 w 125"/>
                <a:gd name="T37" fmla="*/ 15 h 72"/>
                <a:gd name="T38" fmla="*/ 56 w 125"/>
                <a:gd name="T39" fmla="*/ 15 h 72"/>
                <a:gd name="T40" fmla="*/ 54 w 125"/>
                <a:gd name="T41" fmla="*/ 25 h 72"/>
                <a:gd name="T42" fmla="*/ 21 w 125"/>
                <a:gd name="T43" fmla="*/ 25 h 72"/>
                <a:gd name="T44" fmla="*/ 16 w 125"/>
                <a:gd name="T45" fmla="*/ 16 h 72"/>
                <a:gd name="T46" fmla="*/ 32 w 125"/>
                <a:gd name="T47" fmla="*/ 21 h 72"/>
                <a:gd name="T48" fmla="*/ 29 w 125"/>
                <a:gd name="T49" fmla="*/ 28 h 72"/>
                <a:gd name="T50" fmla="*/ 30 w 125"/>
                <a:gd name="T51" fmla="*/ 50 h 72"/>
                <a:gd name="T52" fmla="*/ 40 w 125"/>
                <a:gd name="T53" fmla="*/ 45 h 72"/>
                <a:gd name="T54" fmla="*/ 26 w 125"/>
                <a:gd name="T55" fmla="*/ 41 h 72"/>
                <a:gd name="T56" fmla="*/ 52 w 125"/>
                <a:gd name="T57" fmla="*/ 41 h 72"/>
                <a:gd name="T58" fmla="*/ 59 w 125"/>
                <a:gd name="T59" fmla="*/ 47 h 72"/>
                <a:gd name="T60" fmla="*/ 29 w 125"/>
                <a:gd name="T61" fmla="*/ 52 h 72"/>
                <a:gd name="T62" fmla="*/ 35 w 125"/>
                <a:gd name="T63" fmla="*/ 64 h 72"/>
                <a:gd name="T64" fmla="*/ 38 w 125"/>
                <a:gd name="T65" fmla="*/ 59 h 72"/>
                <a:gd name="T66" fmla="*/ 39 w 125"/>
                <a:gd name="T67" fmla="*/ 63 h 72"/>
                <a:gd name="T68" fmla="*/ 42 w 125"/>
                <a:gd name="T69" fmla="*/ 58 h 72"/>
                <a:gd name="T70" fmla="*/ 53 w 125"/>
                <a:gd name="T71" fmla="*/ 68 h 72"/>
                <a:gd name="T72" fmla="*/ 53 w 125"/>
                <a:gd name="T73" fmla="*/ 57 h 72"/>
                <a:gd name="T74" fmla="*/ 56 w 125"/>
                <a:gd name="T75" fmla="*/ 68 h 72"/>
                <a:gd name="T76" fmla="*/ 59 w 125"/>
                <a:gd name="T77" fmla="*/ 68 h 72"/>
                <a:gd name="T78" fmla="*/ 58 w 125"/>
                <a:gd name="T79" fmla="*/ 9 h 72"/>
                <a:gd name="T80" fmla="*/ 67 w 125"/>
                <a:gd name="T81" fmla="*/ 12 h 72"/>
                <a:gd name="T82" fmla="*/ 61 w 125"/>
                <a:gd name="T83" fmla="*/ 15 h 72"/>
                <a:gd name="T84" fmla="*/ 63 w 125"/>
                <a:gd name="T85" fmla="*/ 57 h 72"/>
                <a:gd name="T86" fmla="*/ 74 w 125"/>
                <a:gd name="T87" fmla="*/ 68 h 72"/>
                <a:gd name="T88" fmla="*/ 74 w 125"/>
                <a:gd name="T89" fmla="*/ 58 h 72"/>
                <a:gd name="T90" fmla="*/ 78 w 125"/>
                <a:gd name="T91" fmla="*/ 68 h 72"/>
                <a:gd name="T92" fmla="*/ 82 w 125"/>
                <a:gd name="T93" fmla="*/ 67 h 72"/>
                <a:gd name="T94" fmla="*/ 85 w 125"/>
                <a:gd name="T95" fmla="*/ 64 h 72"/>
                <a:gd name="T96" fmla="*/ 86 w 125"/>
                <a:gd name="T97" fmla="*/ 60 h 72"/>
                <a:gd name="T98" fmla="*/ 90 w 125"/>
                <a:gd name="T99" fmla="*/ 65 h 72"/>
                <a:gd name="T100" fmla="*/ 84 w 125"/>
                <a:gd name="T101" fmla="*/ 46 h 72"/>
                <a:gd name="T102" fmla="*/ 94 w 125"/>
                <a:gd name="T103" fmla="*/ 52 h 72"/>
                <a:gd name="T104" fmla="*/ 66 w 125"/>
                <a:gd name="T105" fmla="*/ 53 h 72"/>
                <a:gd name="T106" fmla="*/ 76 w 125"/>
                <a:gd name="T107" fmla="*/ 45 h 72"/>
                <a:gd name="T108" fmla="*/ 66 w 125"/>
                <a:gd name="T109" fmla="*/ 36 h 72"/>
                <a:gd name="T110" fmla="*/ 104 w 125"/>
                <a:gd name="T111" fmla="*/ 27 h 72"/>
                <a:gd name="T112" fmla="*/ 93 w 125"/>
                <a:gd name="T113" fmla="*/ 24 h 72"/>
                <a:gd name="T114" fmla="*/ 100 w 125"/>
                <a:gd name="T115" fmla="*/ 21 h 72"/>
                <a:gd name="T116" fmla="*/ 114 w 125"/>
                <a:gd name="T117" fmla="*/ 1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5" h="72">
                  <a:moveTo>
                    <a:pt x="125" y="16"/>
                  </a:moveTo>
                  <a:cubicBezTo>
                    <a:pt x="124" y="13"/>
                    <a:pt x="117" y="11"/>
                    <a:pt x="114" y="11"/>
                  </a:cubicBezTo>
                  <a:cubicBezTo>
                    <a:pt x="111" y="11"/>
                    <a:pt x="109" y="11"/>
                    <a:pt x="107" y="12"/>
                  </a:cubicBezTo>
                  <a:cubicBezTo>
                    <a:pt x="105" y="14"/>
                    <a:pt x="100" y="17"/>
                    <a:pt x="100" y="17"/>
                  </a:cubicBezTo>
                  <a:cubicBezTo>
                    <a:pt x="97" y="17"/>
                    <a:pt x="88" y="15"/>
                    <a:pt x="87" y="21"/>
                  </a:cubicBezTo>
                  <a:cubicBezTo>
                    <a:pt x="87" y="23"/>
                    <a:pt x="89" y="26"/>
                    <a:pt x="90" y="27"/>
                  </a:cubicBezTo>
                  <a:cubicBezTo>
                    <a:pt x="91" y="28"/>
                    <a:pt x="92" y="29"/>
                    <a:pt x="92" y="30"/>
                  </a:cubicBezTo>
                  <a:cubicBezTo>
                    <a:pt x="92" y="30"/>
                    <a:pt x="92" y="30"/>
                    <a:pt x="90" y="31"/>
                  </a:cubicBezTo>
                  <a:cubicBezTo>
                    <a:pt x="87" y="33"/>
                    <a:pt x="84" y="34"/>
                    <a:pt x="84" y="34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76" y="32"/>
                    <a:pt x="77" y="33"/>
                    <a:pt x="74" y="30"/>
                  </a:cubicBezTo>
                  <a:cubicBezTo>
                    <a:pt x="78" y="28"/>
                    <a:pt x="81" y="25"/>
                    <a:pt x="81" y="21"/>
                  </a:cubicBezTo>
                  <a:cubicBezTo>
                    <a:pt x="81" y="15"/>
                    <a:pt x="77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1"/>
                    <a:pt x="72" y="10"/>
                    <a:pt x="72" y="10"/>
                  </a:cubicBezTo>
                  <a:cubicBezTo>
                    <a:pt x="72" y="5"/>
                    <a:pt x="68" y="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1"/>
                    <a:pt x="54" y="4"/>
                    <a:pt x="54" y="9"/>
                  </a:cubicBezTo>
                  <a:cubicBezTo>
                    <a:pt x="54" y="10"/>
                    <a:pt x="54" y="10"/>
                    <a:pt x="54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9" y="10"/>
                    <a:pt x="44" y="15"/>
                    <a:pt x="44" y="20"/>
                  </a:cubicBezTo>
                  <a:cubicBezTo>
                    <a:pt x="44" y="24"/>
                    <a:pt x="47" y="28"/>
                    <a:pt x="51" y="29"/>
                  </a:cubicBezTo>
                  <a:cubicBezTo>
                    <a:pt x="48" y="32"/>
                    <a:pt x="49" y="31"/>
                    <a:pt x="43" y="32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38" y="32"/>
                    <a:pt x="35" y="30"/>
                  </a:cubicBezTo>
                  <a:cubicBezTo>
                    <a:pt x="33" y="29"/>
                    <a:pt x="33" y="29"/>
                    <a:pt x="33" y="28"/>
                  </a:cubicBezTo>
                  <a:cubicBezTo>
                    <a:pt x="33" y="28"/>
                    <a:pt x="34" y="27"/>
                    <a:pt x="35" y="26"/>
                  </a:cubicBezTo>
                  <a:cubicBezTo>
                    <a:pt x="36" y="25"/>
                    <a:pt x="38" y="22"/>
                    <a:pt x="38" y="20"/>
                  </a:cubicBezTo>
                  <a:cubicBezTo>
                    <a:pt x="37" y="14"/>
                    <a:pt x="29" y="16"/>
                    <a:pt x="25" y="16"/>
                  </a:cubicBezTo>
                  <a:cubicBezTo>
                    <a:pt x="25" y="16"/>
                    <a:pt x="20" y="12"/>
                    <a:pt x="19" y="11"/>
                  </a:cubicBezTo>
                  <a:cubicBezTo>
                    <a:pt x="17" y="9"/>
                    <a:pt x="14" y="9"/>
                    <a:pt x="12" y="9"/>
                  </a:cubicBezTo>
                  <a:cubicBezTo>
                    <a:pt x="9" y="9"/>
                    <a:pt x="2" y="10"/>
                    <a:pt x="1" y="13"/>
                  </a:cubicBezTo>
                  <a:cubicBezTo>
                    <a:pt x="0" y="14"/>
                    <a:pt x="1" y="16"/>
                    <a:pt x="2" y="16"/>
                  </a:cubicBezTo>
                  <a:cubicBezTo>
                    <a:pt x="4" y="17"/>
                    <a:pt x="10" y="23"/>
                    <a:pt x="15" y="29"/>
                  </a:cubicBezTo>
                  <a:cubicBezTo>
                    <a:pt x="19" y="34"/>
                    <a:pt x="23" y="44"/>
                    <a:pt x="24" y="48"/>
                  </a:cubicBezTo>
                  <a:cubicBezTo>
                    <a:pt x="24" y="48"/>
                    <a:pt x="28" y="62"/>
                    <a:pt x="28" y="62"/>
                  </a:cubicBezTo>
                  <a:cubicBezTo>
                    <a:pt x="28" y="69"/>
                    <a:pt x="46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77" y="72"/>
                    <a:pt x="95" y="70"/>
                    <a:pt x="96" y="64"/>
                  </a:cubicBezTo>
                  <a:cubicBezTo>
                    <a:pt x="96" y="63"/>
                    <a:pt x="100" y="50"/>
                    <a:pt x="100" y="50"/>
                  </a:cubicBezTo>
                  <a:cubicBezTo>
                    <a:pt x="101" y="45"/>
                    <a:pt x="106" y="36"/>
                    <a:pt x="110" y="31"/>
                  </a:cubicBezTo>
                  <a:cubicBezTo>
                    <a:pt x="115" y="25"/>
                    <a:pt x="121" y="19"/>
                    <a:pt x="123" y="19"/>
                  </a:cubicBezTo>
                  <a:cubicBezTo>
                    <a:pt x="125" y="18"/>
                    <a:pt x="125" y="17"/>
                    <a:pt x="125" y="16"/>
                  </a:cubicBezTo>
                  <a:moveTo>
                    <a:pt x="70" y="15"/>
                  </a:moveTo>
                  <a:cubicBezTo>
                    <a:pt x="71" y="15"/>
                    <a:pt x="71" y="15"/>
                    <a:pt x="72" y="15"/>
                  </a:cubicBezTo>
                  <a:cubicBezTo>
                    <a:pt x="75" y="15"/>
                    <a:pt x="77" y="17"/>
                    <a:pt x="77" y="20"/>
                  </a:cubicBezTo>
                  <a:cubicBezTo>
                    <a:pt x="77" y="23"/>
                    <a:pt x="75" y="26"/>
                    <a:pt x="72" y="26"/>
                  </a:cubicBezTo>
                  <a:cubicBezTo>
                    <a:pt x="69" y="26"/>
                    <a:pt x="66" y="23"/>
                    <a:pt x="66" y="20"/>
                  </a:cubicBezTo>
                  <a:cubicBezTo>
                    <a:pt x="66" y="19"/>
                    <a:pt x="67" y="19"/>
                    <a:pt x="67" y="18"/>
                  </a:cubicBezTo>
                  <a:cubicBezTo>
                    <a:pt x="68" y="17"/>
                    <a:pt x="69" y="16"/>
                    <a:pt x="70" y="15"/>
                  </a:cubicBezTo>
                  <a:moveTo>
                    <a:pt x="48" y="20"/>
                  </a:moveTo>
                  <a:cubicBezTo>
                    <a:pt x="48" y="17"/>
                    <a:pt x="51" y="14"/>
                    <a:pt x="54" y="15"/>
                  </a:cubicBezTo>
                  <a:cubicBezTo>
                    <a:pt x="54" y="15"/>
                    <a:pt x="55" y="15"/>
                    <a:pt x="56" y="15"/>
                  </a:cubicBezTo>
                  <a:cubicBezTo>
                    <a:pt x="56" y="16"/>
                    <a:pt x="57" y="17"/>
                    <a:pt x="59" y="18"/>
                  </a:cubicBezTo>
                  <a:cubicBezTo>
                    <a:pt x="59" y="18"/>
                    <a:pt x="59" y="19"/>
                    <a:pt x="59" y="20"/>
                  </a:cubicBezTo>
                  <a:cubicBezTo>
                    <a:pt x="59" y="23"/>
                    <a:pt x="57" y="26"/>
                    <a:pt x="54" y="25"/>
                  </a:cubicBezTo>
                  <a:cubicBezTo>
                    <a:pt x="51" y="25"/>
                    <a:pt x="48" y="23"/>
                    <a:pt x="48" y="20"/>
                  </a:cubicBezTo>
                  <a:moveTo>
                    <a:pt x="24" y="32"/>
                  </a:moveTo>
                  <a:cubicBezTo>
                    <a:pt x="23" y="31"/>
                    <a:pt x="25" y="24"/>
                    <a:pt x="21" y="25"/>
                  </a:cubicBezTo>
                  <a:cubicBezTo>
                    <a:pt x="17" y="26"/>
                    <a:pt x="12" y="17"/>
                    <a:pt x="6" y="14"/>
                  </a:cubicBezTo>
                  <a:cubicBezTo>
                    <a:pt x="7" y="14"/>
                    <a:pt x="10" y="13"/>
                    <a:pt x="11" y="13"/>
                  </a:cubicBezTo>
                  <a:cubicBezTo>
                    <a:pt x="13" y="13"/>
                    <a:pt x="14" y="15"/>
                    <a:pt x="16" y="16"/>
                  </a:cubicBezTo>
                  <a:cubicBezTo>
                    <a:pt x="17" y="17"/>
                    <a:pt x="19" y="19"/>
                    <a:pt x="21" y="19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8" y="20"/>
                    <a:pt x="31" y="20"/>
                    <a:pt x="32" y="21"/>
                  </a:cubicBezTo>
                  <a:cubicBezTo>
                    <a:pt x="32" y="21"/>
                    <a:pt x="33" y="22"/>
                    <a:pt x="33" y="22"/>
                  </a:cubicBezTo>
                  <a:cubicBezTo>
                    <a:pt x="33" y="23"/>
                    <a:pt x="33" y="23"/>
                    <a:pt x="32" y="23"/>
                  </a:cubicBezTo>
                  <a:cubicBezTo>
                    <a:pt x="31" y="24"/>
                    <a:pt x="29" y="26"/>
                    <a:pt x="29" y="28"/>
                  </a:cubicBezTo>
                  <a:cubicBezTo>
                    <a:pt x="31" y="34"/>
                    <a:pt x="26" y="35"/>
                    <a:pt x="24" y="32"/>
                  </a:cubicBezTo>
                  <a:moveTo>
                    <a:pt x="29" y="52"/>
                  </a:moveTo>
                  <a:cubicBezTo>
                    <a:pt x="30" y="51"/>
                    <a:pt x="30" y="51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3" y="50"/>
                    <a:pt x="37" y="49"/>
                  </a:cubicBezTo>
                  <a:cubicBezTo>
                    <a:pt x="39" y="48"/>
                    <a:pt x="40" y="47"/>
                    <a:pt x="40" y="45"/>
                  </a:cubicBezTo>
                  <a:cubicBezTo>
                    <a:pt x="40" y="43"/>
                    <a:pt x="38" y="42"/>
                    <a:pt x="36" y="42"/>
                  </a:cubicBezTo>
                  <a:cubicBezTo>
                    <a:pt x="34" y="43"/>
                    <a:pt x="30" y="44"/>
                    <a:pt x="28" y="45"/>
                  </a:cubicBezTo>
                  <a:cubicBezTo>
                    <a:pt x="27" y="44"/>
                    <a:pt x="27" y="43"/>
                    <a:pt x="26" y="41"/>
                  </a:cubicBezTo>
                  <a:cubicBezTo>
                    <a:pt x="32" y="38"/>
                    <a:pt x="45" y="36"/>
                    <a:pt x="59" y="36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0" y="41"/>
                    <a:pt x="49" y="42"/>
                    <a:pt x="49" y="44"/>
                  </a:cubicBezTo>
                  <a:cubicBezTo>
                    <a:pt x="49" y="46"/>
                    <a:pt x="50" y="47"/>
                    <a:pt x="52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9" y="53"/>
                    <a:pt x="37" y="54"/>
                    <a:pt x="31" y="58"/>
                  </a:cubicBezTo>
                  <a:cubicBezTo>
                    <a:pt x="30" y="56"/>
                    <a:pt x="30" y="53"/>
                    <a:pt x="29" y="52"/>
                  </a:cubicBezTo>
                  <a:moveTo>
                    <a:pt x="39" y="63"/>
                  </a:moveTo>
                  <a:cubicBezTo>
                    <a:pt x="39" y="64"/>
                    <a:pt x="39" y="65"/>
                    <a:pt x="38" y="65"/>
                  </a:cubicBezTo>
                  <a:cubicBezTo>
                    <a:pt x="37" y="65"/>
                    <a:pt x="36" y="65"/>
                    <a:pt x="35" y="64"/>
                  </a:cubicBezTo>
                  <a:cubicBezTo>
                    <a:pt x="34" y="64"/>
                    <a:pt x="34" y="63"/>
                    <a:pt x="33" y="62"/>
                  </a:cubicBezTo>
                  <a:cubicBezTo>
                    <a:pt x="34" y="62"/>
                    <a:pt x="34" y="61"/>
                    <a:pt x="35" y="60"/>
                  </a:cubicBezTo>
                  <a:cubicBezTo>
                    <a:pt x="36" y="59"/>
                    <a:pt x="37" y="59"/>
                    <a:pt x="38" y="59"/>
                  </a:cubicBezTo>
                  <a:cubicBezTo>
                    <a:pt x="39" y="60"/>
                    <a:pt x="39" y="60"/>
                    <a:pt x="39" y="61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3"/>
                    <a:pt x="39" y="63"/>
                    <a:pt x="39" y="63"/>
                  </a:cubicBezTo>
                  <a:moveTo>
                    <a:pt x="45" y="67"/>
                  </a:moveTo>
                  <a:cubicBezTo>
                    <a:pt x="44" y="67"/>
                    <a:pt x="43" y="66"/>
                    <a:pt x="42" y="66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3" y="58"/>
                    <a:pt x="44" y="58"/>
                    <a:pt x="46" y="58"/>
                  </a:cubicBezTo>
                  <a:lnTo>
                    <a:pt x="45" y="67"/>
                  </a:lnTo>
                  <a:close/>
                  <a:moveTo>
                    <a:pt x="53" y="68"/>
                  </a:moveTo>
                  <a:cubicBezTo>
                    <a:pt x="51" y="68"/>
                    <a:pt x="50" y="68"/>
                    <a:pt x="49" y="6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1" y="57"/>
                    <a:pt x="52" y="57"/>
                    <a:pt x="53" y="57"/>
                  </a:cubicBezTo>
                  <a:lnTo>
                    <a:pt x="53" y="68"/>
                  </a:lnTo>
                  <a:close/>
                  <a:moveTo>
                    <a:pt x="59" y="68"/>
                  </a:moveTo>
                  <a:cubicBezTo>
                    <a:pt x="60" y="68"/>
                    <a:pt x="56" y="68"/>
                    <a:pt x="56" y="68"/>
                  </a:cubicBezTo>
                  <a:cubicBezTo>
                    <a:pt x="56" y="57"/>
                    <a:pt x="56" y="57"/>
                    <a:pt x="56" y="57"/>
                  </a:cubicBezTo>
                  <a:cubicBezTo>
                    <a:pt x="56" y="57"/>
                    <a:pt x="58" y="57"/>
                    <a:pt x="59" y="57"/>
                  </a:cubicBezTo>
                  <a:lnTo>
                    <a:pt x="59" y="68"/>
                  </a:lnTo>
                  <a:close/>
                  <a:moveTo>
                    <a:pt x="61" y="15"/>
                  </a:moveTo>
                  <a:cubicBezTo>
                    <a:pt x="60" y="14"/>
                    <a:pt x="59" y="13"/>
                    <a:pt x="59" y="12"/>
                  </a:cubicBezTo>
                  <a:cubicBezTo>
                    <a:pt x="58" y="11"/>
                    <a:pt x="58" y="10"/>
                    <a:pt x="58" y="9"/>
                  </a:cubicBezTo>
                  <a:cubicBezTo>
                    <a:pt x="58" y="7"/>
                    <a:pt x="60" y="4"/>
                    <a:pt x="63" y="4"/>
                  </a:cubicBezTo>
                  <a:cubicBezTo>
                    <a:pt x="66" y="4"/>
                    <a:pt x="68" y="7"/>
                    <a:pt x="68" y="10"/>
                  </a:cubicBezTo>
                  <a:cubicBezTo>
                    <a:pt x="68" y="11"/>
                    <a:pt x="68" y="11"/>
                    <a:pt x="67" y="12"/>
                  </a:cubicBezTo>
                  <a:cubicBezTo>
                    <a:pt x="66" y="14"/>
                    <a:pt x="65" y="14"/>
                    <a:pt x="64" y="15"/>
                  </a:cubicBezTo>
                  <a:cubicBezTo>
                    <a:pt x="64" y="15"/>
                    <a:pt x="63" y="15"/>
                    <a:pt x="63" y="15"/>
                  </a:cubicBezTo>
                  <a:cubicBezTo>
                    <a:pt x="62" y="15"/>
                    <a:pt x="62" y="15"/>
                    <a:pt x="61" y="15"/>
                  </a:cubicBezTo>
                  <a:moveTo>
                    <a:pt x="68" y="68"/>
                  </a:moveTo>
                  <a:cubicBezTo>
                    <a:pt x="63" y="68"/>
                    <a:pt x="63" y="68"/>
                    <a:pt x="63" y="68"/>
                  </a:cubicBezTo>
                  <a:cubicBezTo>
                    <a:pt x="63" y="65"/>
                    <a:pt x="63" y="57"/>
                    <a:pt x="63" y="57"/>
                  </a:cubicBezTo>
                  <a:cubicBezTo>
                    <a:pt x="64" y="57"/>
                    <a:pt x="67" y="57"/>
                    <a:pt x="68" y="57"/>
                  </a:cubicBezTo>
                  <a:lnTo>
                    <a:pt x="68" y="68"/>
                  </a:lnTo>
                  <a:close/>
                  <a:moveTo>
                    <a:pt x="74" y="68"/>
                  </a:moveTo>
                  <a:cubicBezTo>
                    <a:pt x="73" y="68"/>
                    <a:pt x="72" y="68"/>
                    <a:pt x="71" y="68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2" y="57"/>
                    <a:pt x="73" y="58"/>
                    <a:pt x="74" y="58"/>
                  </a:cubicBezTo>
                  <a:lnTo>
                    <a:pt x="74" y="68"/>
                  </a:lnTo>
                  <a:close/>
                  <a:moveTo>
                    <a:pt x="82" y="67"/>
                  </a:moveTo>
                  <a:cubicBezTo>
                    <a:pt x="81" y="67"/>
                    <a:pt x="80" y="67"/>
                    <a:pt x="78" y="6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80" y="58"/>
                    <a:pt x="81" y="59"/>
                    <a:pt x="82" y="59"/>
                  </a:cubicBezTo>
                  <a:lnTo>
                    <a:pt x="82" y="67"/>
                  </a:lnTo>
                  <a:close/>
                  <a:moveTo>
                    <a:pt x="90" y="65"/>
                  </a:moveTo>
                  <a:cubicBezTo>
                    <a:pt x="89" y="66"/>
                    <a:pt x="87" y="66"/>
                    <a:pt x="86" y="66"/>
                  </a:cubicBezTo>
                  <a:cubicBezTo>
                    <a:pt x="86" y="66"/>
                    <a:pt x="86" y="65"/>
                    <a:pt x="85" y="64"/>
                  </a:cubicBezTo>
                  <a:cubicBezTo>
                    <a:pt x="85" y="64"/>
                    <a:pt x="85" y="64"/>
                    <a:pt x="85" y="63"/>
                  </a:cubicBezTo>
                  <a:cubicBezTo>
                    <a:pt x="85" y="63"/>
                    <a:pt x="85" y="63"/>
                    <a:pt x="85" y="62"/>
                  </a:cubicBezTo>
                  <a:cubicBezTo>
                    <a:pt x="85" y="61"/>
                    <a:pt x="86" y="61"/>
                    <a:pt x="86" y="60"/>
                  </a:cubicBezTo>
                  <a:cubicBezTo>
                    <a:pt x="87" y="60"/>
                    <a:pt x="88" y="60"/>
                    <a:pt x="89" y="61"/>
                  </a:cubicBezTo>
                  <a:cubicBezTo>
                    <a:pt x="90" y="62"/>
                    <a:pt x="91" y="62"/>
                    <a:pt x="91" y="63"/>
                  </a:cubicBezTo>
                  <a:cubicBezTo>
                    <a:pt x="91" y="64"/>
                    <a:pt x="90" y="65"/>
                    <a:pt x="90" y="65"/>
                  </a:cubicBezTo>
                  <a:moveTo>
                    <a:pt x="97" y="47"/>
                  </a:moveTo>
                  <a:cubicBezTo>
                    <a:pt x="94" y="45"/>
                    <a:pt x="90" y="44"/>
                    <a:pt x="88" y="43"/>
                  </a:cubicBezTo>
                  <a:cubicBezTo>
                    <a:pt x="87" y="43"/>
                    <a:pt x="85" y="44"/>
                    <a:pt x="84" y="46"/>
                  </a:cubicBezTo>
                  <a:cubicBezTo>
                    <a:pt x="84" y="48"/>
                    <a:pt x="85" y="49"/>
                    <a:pt x="87" y="50"/>
                  </a:cubicBezTo>
                  <a:cubicBezTo>
                    <a:pt x="91" y="51"/>
                    <a:pt x="94" y="52"/>
                    <a:pt x="94" y="53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94" y="52"/>
                    <a:pt x="95" y="53"/>
                  </a:cubicBezTo>
                  <a:cubicBezTo>
                    <a:pt x="94" y="55"/>
                    <a:pt x="94" y="57"/>
                    <a:pt x="93" y="59"/>
                  </a:cubicBezTo>
                  <a:cubicBezTo>
                    <a:pt x="87" y="55"/>
                    <a:pt x="75" y="53"/>
                    <a:pt x="66" y="53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5" y="42"/>
                    <a:pt x="73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80" y="37"/>
                    <a:pt x="93" y="39"/>
                    <a:pt x="98" y="43"/>
                  </a:cubicBezTo>
                  <a:cubicBezTo>
                    <a:pt x="98" y="44"/>
                    <a:pt x="97" y="45"/>
                    <a:pt x="97" y="47"/>
                  </a:cubicBezTo>
                  <a:moveTo>
                    <a:pt x="104" y="27"/>
                  </a:moveTo>
                  <a:cubicBezTo>
                    <a:pt x="101" y="25"/>
                    <a:pt x="102" y="32"/>
                    <a:pt x="101" y="34"/>
                  </a:cubicBezTo>
                  <a:cubicBezTo>
                    <a:pt x="99" y="37"/>
                    <a:pt x="94" y="36"/>
                    <a:pt x="96" y="30"/>
                  </a:cubicBezTo>
                  <a:cubicBezTo>
                    <a:pt x="96" y="27"/>
                    <a:pt x="94" y="25"/>
                    <a:pt x="93" y="24"/>
                  </a:cubicBezTo>
                  <a:cubicBezTo>
                    <a:pt x="93" y="24"/>
                    <a:pt x="92" y="24"/>
                    <a:pt x="93" y="23"/>
                  </a:cubicBezTo>
                  <a:cubicBezTo>
                    <a:pt x="93" y="23"/>
                    <a:pt x="93" y="23"/>
                    <a:pt x="93" y="22"/>
                  </a:cubicBezTo>
                  <a:cubicBezTo>
                    <a:pt x="95" y="22"/>
                    <a:pt x="98" y="21"/>
                    <a:pt x="100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6" y="21"/>
                    <a:pt x="108" y="19"/>
                    <a:pt x="110" y="18"/>
                  </a:cubicBezTo>
                  <a:cubicBezTo>
                    <a:pt x="111" y="16"/>
                    <a:pt x="113" y="15"/>
                    <a:pt x="114" y="15"/>
                  </a:cubicBezTo>
                  <a:cubicBezTo>
                    <a:pt x="116" y="15"/>
                    <a:pt x="118" y="16"/>
                    <a:pt x="120" y="16"/>
                  </a:cubicBezTo>
                  <a:cubicBezTo>
                    <a:pt x="114" y="19"/>
                    <a:pt x="109" y="28"/>
                    <a:pt x="104" y="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1" name="Freeform 593">
              <a:extLst>
                <a:ext uri="{FF2B5EF4-FFF2-40B4-BE49-F238E27FC236}">
                  <a16:creationId xmlns:a16="http://schemas.microsoft.com/office/drawing/2014/main" id="{50FA8D78-9D63-47AC-9D23-52A134A5A5E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27163" y="12763500"/>
              <a:ext cx="79375" cy="47625"/>
            </a:xfrm>
            <a:custGeom>
              <a:avLst/>
              <a:gdLst>
                <a:gd name="T0" fmla="*/ 105 w 124"/>
                <a:gd name="T1" fmla="*/ 6 h 74"/>
                <a:gd name="T2" fmla="*/ 91 w 124"/>
                <a:gd name="T3" fmla="*/ 23 h 74"/>
                <a:gd name="T4" fmla="*/ 86 w 124"/>
                <a:gd name="T5" fmla="*/ 30 h 74"/>
                <a:gd name="T6" fmla="*/ 81 w 124"/>
                <a:gd name="T7" fmla="*/ 18 h 74"/>
                <a:gd name="T8" fmla="*/ 70 w 124"/>
                <a:gd name="T9" fmla="*/ 8 h 74"/>
                <a:gd name="T10" fmla="*/ 60 w 124"/>
                <a:gd name="T11" fmla="*/ 0 h 74"/>
                <a:gd name="T12" fmla="*/ 53 w 124"/>
                <a:gd name="T13" fmla="*/ 12 h 74"/>
                <a:gd name="T14" fmla="*/ 53 w 124"/>
                <a:gd name="T15" fmla="*/ 31 h 74"/>
                <a:gd name="T16" fmla="*/ 37 w 124"/>
                <a:gd name="T17" fmla="*/ 34 h 74"/>
                <a:gd name="T18" fmla="*/ 39 w 124"/>
                <a:gd name="T19" fmla="*/ 24 h 74"/>
                <a:gd name="T20" fmla="*/ 11 w 124"/>
                <a:gd name="T21" fmla="*/ 18 h 74"/>
                <a:gd name="T22" fmla="*/ 17 w 124"/>
                <a:gd name="T23" fmla="*/ 37 h 74"/>
                <a:gd name="T24" fmla="*/ 66 w 124"/>
                <a:gd name="T25" fmla="*/ 72 h 74"/>
                <a:gd name="T26" fmla="*/ 71 w 124"/>
                <a:gd name="T27" fmla="*/ 72 h 74"/>
                <a:gd name="T28" fmla="*/ 103 w 124"/>
                <a:gd name="T29" fmla="*/ 58 h 74"/>
                <a:gd name="T30" fmla="*/ 122 w 124"/>
                <a:gd name="T31" fmla="*/ 9 h 74"/>
                <a:gd name="T32" fmla="*/ 69 w 124"/>
                <a:gd name="T33" fmla="*/ 14 h 74"/>
                <a:gd name="T34" fmla="*/ 73 w 124"/>
                <a:gd name="T35" fmla="*/ 24 h 74"/>
                <a:gd name="T36" fmla="*/ 61 w 124"/>
                <a:gd name="T37" fmla="*/ 4 h 74"/>
                <a:gd name="T38" fmla="*/ 63 w 124"/>
                <a:gd name="T39" fmla="*/ 15 h 74"/>
                <a:gd name="T40" fmla="*/ 57 w 124"/>
                <a:gd name="T41" fmla="*/ 13 h 74"/>
                <a:gd name="T42" fmla="*/ 48 w 124"/>
                <a:gd name="T43" fmla="*/ 22 h 74"/>
                <a:gd name="T44" fmla="*/ 58 w 124"/>
                <a:gd name="T45" fmla="*/ 18 h 74"/>
                <a:gd name="T46" fmla="*/ 48 w 124"/>
                <a:gd name="T47" fmla="*/ 22 h 74"/>
                <a:gd name="T48" fmla="*/ 6 w 124"/>
                <a:gd name="T49" fmla="*/ 23 h 74"/>
                <a:gd name="T50" fmla="*/ 22 w 124"/>
                <a:gd name="T51" fmla="*/ 26 h 74"/>
                <a:gd name="T52" fmla="*/ 34 w 124"/>
                <a:gd name="T53" fmla="*/ 27 h 74"/>
                <a:gd name="T54" fmla="*/ 27 w 124"/>
                <a:gd name="T55" fmla="*/ 38 h 74"/>
                <a:gd name="T56" fmla="*/ 39 w 124"/>
                <a:gd name="T57" fmla="*/ 66 h 74"/>
                <a:gd name="T58" fmla="*/ 45 w 124"/>
                <a:gd name="T59" fmla="*/ 65 h 74"/>
                <a:gd name="T60" fmla="*/ 45 w 124"/>
                <a:gd name="T61" fmla="*/ 69 h 74"/>
                <a:gd name="T62" fmla="*/ 52 w 124"/>
                <a:gd name="T63" fmla="*/ 60 h 74"/>
                <a:gd name="T64" fmla="*/ 37 w 124"/>
                <a:gd name="T65" fmla="*/ 62 h 74"/>
                <a:gd name="T66" fmla="*/ 35 w 124"/>
                <a:gd name="T67" fmla="*/ 56 h 74"/>
                <a:gd name="T68" fmla="*/ 40 w 124"/>
                <a:gd name="T69" fmla="*/ 46 h 74"/>
                <a:gd name="T70" fmla="*/ 62 w 124"/>
                <a:gd name="T71" fmla="*/ 36 h 74"/>
                <a:gd name="T72" fmla="*/ 53 w 124"/>
                <a:gd name="T73" fmla="*/ 46 h 74"/>
                <a:gd name="T74" fmla="*/ 64 w 124"/>
                <a:gd name="T75" fmla="*/ 53 h 74"/>
                <a:gd name="T76" fmla="*/ 56 w 124"/>
                <a:gd name="T77" fmla="*/ 59 h 74"/>
                <a:gd name="T78" fmla="*/ 57 w 124"/>
                <a:gd name="T79" fmla="*/ 69 h 74"/>
                <a:gd name="T80" fmla="*/ 66 w 124"/>
                <a:gd name="T81" fmla="*/ 57 h 74"/>
                <a:gd name="T82" fmla="*/ 71 w 124"/>
                <a:gd name="T83" fmla="*/ 68 h 74"/>
                <a:gd name="T84" fmla="*/ 76 w 124"/>
                <a:gd name="T85" fmla="*/ 67 h 74"/>
                <a:gd name="T86" fmla="*/ 77 w 124"/>
                <a:gd name="T87" fmla="*/ 56 h 74"/>
                <a:gd name="T88" fmla="*/ 79 w 124"/>
                <a:gd name="T89" fmla="*/ 66 h 74"/>
                <a:gd name="T90" fmla="*/ 88 w 124"/>
                <a:gd name="T91" fmla="*/ 55 h 74"/>
                <a:gd name="T92" fmla="*/ 97 w 124"/>
                <a:gd name="T93" fmla="*/ 60 h 74"/>
                <a:gd name="T94" fmla="*/ 92 w 124"/>
                <a:gd name="T95" fmla="*/ 59 h 74"/>
                <a:gd name="T96" fmla="*/ 96 w 124"/>
                <a:gd name="T97" fmla="*/ 56 h 74"/>
                <a:gd name="T98" fmla="*/ 101 w 124"/>
                <a:gd name="T99" fmla="*/ 41 h 74"/>
                <a:gd name="T100" fmla="*/ 91 w 124"/>
                <a:gd name="T101" fmla="*/ 46 h 74"/>
                <a:gd name="T102" fmla="*/ 100 w 124"/>
                <a:gd name="T103" fmla="*/ 47 h 74"/>
                <a:gd name="T104" fmla="*/ 70 w 124"/>
                <a:gd name="T105" fmla="*/ 47 h 74"/>
                <a:gd name="T106" fmla="*/ 76 w 124"/>
                <a:gd name="T107" fmla="*/ 40 h 74"/>
                <a:gd name="T108" fmla="*/ 102 w 124"/>
                <a:gd name="T109" fmla="*/ 37 h 74"/>
                <a:gd name="T110" fmla="*/ 103 w 124"/>
                <a:gd name="T111" fmla="*/ 28 h 74"/>
                <a:gd name="T112" fmla="*/ 93 w 124"/>
                <a:gd name="T113" fmla="*/ 19 h 74"/>
                <a:gd name="T114" fmla="*/ 104 w 124"/>
                <a:gd name="T115" fmla="*/ 14 h 74"/>
                <a:gd name="T116" fmla="*/ 118 w 124"/>
                <a:gd name="T11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4" h="74">
                  <a:moveTo>
                    <a:pt x="124" y="6"/>
                  </a:moveTo>
                  <a:cubicBezTo>
                    <a:pt x="122" y="3"/>
                    <a:pt x="115" y="3"/>
                    <a:pt x="112" y="3"/>
                  </a:cubicBezTo>
                  <a:cubicBezTo>
                    <a:pt x="109" y="4"/>
                    <a:pt x="107" y="4"/>
                    <a:pt x="105" y="6"/>
                  </a:cubicBezTo>
                  <a:cubicBezTo>
                    <a:pt x="104" y="7"/>
                    <a:pt x="99" y="11"/>
                    <a:pt x="99" y="11"/>
                  </a:cubicBezTo>
                  <a:cubicBezTo>
                    <a:pt x="96" y="12"/>
                    <a:pt x="87" y="11"/>
                    <a:pt x="87" y="17"/>
                  </a:cubicBezTo>
                  <a:cubicBezTo>
                    <a:pt x="87" y="19"/>
                    <a:pt x="90" y="22"/>
                    <a:pt x="91" y="23"/>
                  </a:cubicBezTo>
                  <a:cubicBezTo>
                    <a:pt x="92" y="23"/>
                    <a:pt x="93" y="24"/>
                    <a:pt x="93" y="25"/>
                  </a:cubicBezTo>
                  <a:cubicBezTo>
                    <a:pt x="93" y="25"/>
                    <a:pt x="93" y="26"/>
                    <a:pt x="92" y="26"/>
                  </a:cubicBezTo>
                  <a:cubicBezTo>
                    <a:pt x="89" y="29"/>
                    <a:pt x="86" y="30"/>
                    <a:pt x="86" y="30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78" y="29"/>
                    <a:pt x="79" y="31"/>
                    <a:pt x="76" y="28"/>
                  </a:cubicBezTo>
                  <a:cubicBezTo>
                    <a:pt x="79" y="26"/>
                    <a:pt x="82" y="22"/>
                    <a:pt x="81" y="18"/>
                  </a:cubicBezTo>
                  <a:cubicBezTo>
                    <a:pt x="80" y="12"/>
                    <a:pt x="76" y="9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9"/>
                    <a:pt x="70" y="9"/>
                    <a:pt x="70" y="8"/>
                  </a:cubicBezTo>
                  <a:cubicBezTo>
                    <a:pt x="69" y="4"/>
                    <a:pt x="65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59" y="0"/>
                  </a:cubicBezTo>
                  <a:cubicBezTo>
                    <a:pt x="55" y="2"/>
                    <a:pt x="52" y="6"/>
                    <a:pt x="52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47" y="13"/>
                    <a:pt x="44" y="18"/>
                    <a:pt x="44" y="23"/>
                  </a:cubicBezTo>
                  <a:cubicBezTo>
                    <a:pt x="45" y="27"/>
                    <a:pt x="48" y="30"/>
                    <a:pt x="53" y="31"/>
                  </a:cubicBezTo>
                  <a:cubicBezTo>
                    <a:pt x="51" y="35"/>
                    <a:pt x="51" y="33"/>
                    <a:pt x="46" y="35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0" y="36"/>
                    <a:pt x="37" y="34"/>
                  </a:cubicBezTo>
                  <a:cubicBezTo>
                    <a:pt x="35" y="34"/>
                    <a:pt x="35" y="33"/>
                    <a:pt x="35" y="33"/>
                  </a:cubicBezTo>
                  <a:cubicBezTo>
                    <a:pt x="35" y="32"/>
                    <a:pt x="36" y="31"/>
                    <a:pt x="36" y="31"/>
                  </a:cubicBezTo>
                  <a:cubicBezTo>
                    <a:pt x="37" y="30"/>
                    <a:pt x="39" y="26"/>
                    <a:pt x="39" y="24"/>
                  </a:cubicBezTo>
                  <a:cubicBezTo>
                    <a:pt x="37" y="18"/>
                    <a:pt x="29" y="22"/>
                    <a:pt x="25" y="22"/>
                  </a:cubicBezTo>
                  <a:cubicBezTo>
                    <a:pt x="25" y="22"/>
                    <a:pt x="20" y="19"/>
                    <a:pt x="18" y="18"/>
                  </a:cubicBezTo>
                  <a:cubicBezTo>
                    <a:pt x="16" y="17"/>
                    <a:pt x="13" y="17"/>
                    <a:pt x="11" y="18"/>
                  </a:cubicBezTo>
                  <a:cubicBezTo>
                    <a:pt x="8" y="18"/>
                    <a:pt x="1" y="20"/>
                    <a:pt x="1" y="23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4" y="27"/>
                    <a:pt x="12" y="31"/>
                    <a:pt x="17" y="37"/>
                  </a:cubicBezTo>
                  <a:cubicBezTo>
                    <a:pt x="22" y="41"/>
                    <a:pt x="27" y="50"/>
                    <a:pt x="29" y="54"/>
                  </a:cubicBezTo>
                  <a:cubicBezTo>
                    <a:pt x="29" y="54"/>
                    <a:pt x="35" y="67"/>
                    <a:pt x="35" y="67"/>
                  </a:cubicBezTo>
                  <a:cubicBezTo>
                    <a:pt x="37" y="74"/>
                    <a:pt x="55" y="74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85" y="69"/>
                    <a:pt x="103" y="65"/>
                    <a:pt x="103" y="58"/>
                  </a:cubicBezTo>
                  <a:cubicBezTo>
                    <a:pt x="103" y="57"/>
                    <a:pt x="104" y="43"/>
                    <a:pt x="104" y="43"/>
                  </a:cubicBezTo>
                  <a:cubicBezTo>
                    <a:pt x="105" y="39"/>
                    <a:pt x="108" y="29"/>
                    <a:pt x="111" y="23"/>
                  </a:cubicBezTo>
                  <a:cubicBezTo>
                    <a:pt x="115" y="17"/>
                    <a:pt x="121" y="10"/>
                    <a:pt x="122" y="9"/>
                  </a:cubicBezTo>
                  <a:cubicBezTo>
                    <a:pt x="124" y="8"/>
                    <a:pt x="124" y="7"/>
                    <a:pt x="124" y="6"/>
                  </a:cubicBezTo>
                  <a:moveTo>
                    <a:pt x="67" y="17"/>
                  </a:moveTo>
                  <a:cubicBezTo>
                    <a:pt x="68" y="16"/>
                    <a:pt x="69" y="15"/>
                    <a:pt x="69" y="14"/>
                  </a:cubicBezTo>
                  <a:cubicBezTo>
                    <a:pt x="70" y="14"/>
                    <a:pt x="70" y="14"/>
                    <a:pt x="71" y="14"/>
                  </a:cubicBezTo>
                  <a:cubicBezTo>
                    <a:pt x="74" y="13"/>
                    <a:pt x="77" y="15"/>
                    <a:pt x="77" y="18"/>
                  </a:cubicBezTo>
                  <a:cubicBezTo>
                    <a:pt x="78" y="21"/>
                    <a:pt x="76" y="24"/>
                    <a:pt x="73" y="24"/>
                  </a:cubicBezTo>
                  <a:cubicBezTo>
                    <a:pt x="70" y="25"/>
                    <a:pt x="67" y="23"/>
                    <a:pt x="66" y="20"/>
                  </a:cubicBezTo>
                  <a:cubicBezTo>
                    <a:pt x="66" y="19"/>
                    <a:pt x="66" y="18"/>
                    <a:pt x="67" y="17"/>
                  </a:cubicBezTo>
                  <a:moveTo>
                    <a:pt x="61" y="4"/>
                  </a:moveTo>
                  <a:cubicBezTo>
                    <a:pt x="63" y="4"/>
                    <a:pt x="66" y="6"/>
                    <a:pt x="66" y="9"/>
                  </a:cubicBezTo>
                  <a:cubicBezTo>
                    <a:pt x="66" y="10"/>
                    <a:pt x="66" y="11"/>
                    <a:pt x="66" y="12"/>
                  </a:cubicBezTo>
                  <a:cubicBezTo>
                    <a:pt x="65" y="13"/>
                    <a:pt x="65" y="14"/>
                    <a:pt x="63" y="15"/>
                  </a:cubicBezTo>
                  <a:cubicBezTo>
                    <a:pt x="63" y="15"/>
                    <a:pt x="63" y="15"/>
                    <a:pt x="62" y="15"/>
                  </a:cubicBezTo>
                  <a:cubicBezTo>
                    <a:pt x="62" y="15"/>
                    <a:pt x="61" y="15"/>
                    <a:pt x="61" y="15"/>
                  </a:cubicBezTo>
                  <a:cubicBezTo>
                    <a:pt x="59" y="15"/>
                    <a:pt x="58" y="14"/>
                    <a:pt x="57" y="13"/>
                  </a:cubicBezTo>
                  <a:cubicBezTo>
                    <a:pt x="57" y="12"/>
                    <a:pt x="57" y="11"/>
                    <a:pt x="56" y="10"/>
                  </a:cubicBezTo>
                  <a:cubicBezTo>
                    <a:pt x="56" y="8"/>
                    <a:pt x="58" y="5"/>
                    <a:pt x="61" y="4"/>
                  </a:cubicBezTo>
                  <a:moveTo>
                    <a:pt x="48" y="22"/>
                  </a:moveTo>
                  <a:cubicBezTo>
                    <a:pt x="48" y="19"/>
                    <a:pt x="50" y="17"/>
                    <a:pt x="53" y="16"/>
                  </a:cubicBezTo>
                  <a:cubicBezTo>
                    <a:pt x="54" y="16"/>
                    <a:pt x="54" y="16"/>
                    <a:pt x="55" y="16"/>
                  </a:cubicBezTo>
                  <a:cubicBezTo>
                    <a:pt x="56" y="17"/>
                    <a:pt x="57" y="18"/>
                    <a:pt x="58" y="18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60" y="24"/>
                    <a:pt x="58" y="26"/>
                    <a:pt x="55" y="27"/>
                  </a:cubicBezTo>
                  <a:cubicBezTo>
                    <a:pt x="52" y="27"/>
                    <a:pt x="49" y="25"/>
                    <a:pt x="48" y="22"/>
                  </a:cubicBezTo>
                  <a:moveTo>
                    <a:pt x="27" y="38"/>
                  </a:moveTo>
                  <a:cubicBezTo>
                    <a:pt x="25" y="37"/>
                    <a:pt x="26" y="30"/>
                    <a:pt x="22" y="32"/>
                  </a:cubicBezTo>
                  <a:cubicBezTo>
                    <a:pt x="18" y="34"/>
                    <a:pt x="12" y="25"/>
                    <a:pt x="6" y="23"/>
                  </a:cubicBezTo>
                  <a:cubicBezTo>
                    <a:pt x="7" y="23"/>
                    <a:pt x="9" y="22"/>
                    <a:pt x="11" y="22"/>
                  </a:cubicBezTo>
                  <a:cubicBezTo>
                    <a:pt x="12" y="21"/>
                    <a:pt x="14" y="22"/>
                    <a:pt x="16" y="24"/>
                  </a:cubicBezTo>
                  <a:cubicBezTo>
                    <a:pt x="18" y="25"/>
                    <a:pt x="20" y="26"/>
                    <a:pt x="22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8" y="26"/>
                    <a:pt x="31" y="26"/>
                    <a:pt x="33" y="26"/>
                  </a:cubicBezTo>
                  <a:cubicBezTo>
                    <a:pt x="33" y="26"/>
                    <a:pt x="34" y="27"/>
                    <a:pt x="34" y="27"/>
                  </a:cubicBezTo>
                  <a:cubicBezTo>
                    <a:pt x="34" y="28"/>
                    <a:pt x="34" y="28"/>
                    <a:pt x="33" y="28"/>
                  </a:cubicBezTo>
                  <a:cubicBezTo>
                    <a:pt x="32" y="29"/>
                    <a:pt x="30" y="32"/>
                    <a:pt x="31" y="34"/>
                  </a:cubicBezTo>
                  <a:cubicBezTo>
                    <a:pt x="34" y="39"/>
                    <a:pt x="29" y="41"/>
                    <a:pt x="27" y="38"/>
                  </a:cubicBezTo>
                  <a:moveTo>
                    <a:pt x="45" y="69"/>
                  </a:moveTo>
                  <a:cubicBezTo>
                    <a:pt x="44" y="69"/>
                    <a:pt x="43" y="69"/>
                    <a:pt x="41" y="68"/>
                  </a:cubicBezTo>
                  <a:cubicBezTo>
                    <a:pt x="41" y="68"/>
                    <a:pt x="40" y="67"/>
                    <a:pt x="39" y="66"/>
                  </a:cubicBezTo>
                  <a:cubicBezTo>
                    <a:pt x="40" y="66"/>
                    <a:pt x="40" y="65"/>
                    <a:pt x="41" y="64"/>
                  </a:cubicBezTo>
                  <a:cubicBezTo>
                    <a:pt x="42" y="63"/>
                    <a:pt x="43" y="63"/>
                    <a:pt x="44" y="63"/>
                  </a:cubicBezTo>
                  <a:cubicBezTo>
                    <a:pt x="44" y="63"/>
                    <a:pt x="45" y="64"/>
                    <a:pt x="45" y="65"/>
                  </a:cubicBezTo>
                  <a:cubicBezTo>
                    <a:pt x="45" y="65"/>
                    <a:pt x="45" y="65"/>
                    <a:pt x="45" y="66"/>
                  </a:cubicBezTo>
                  <a:cubicBezTo>
                    <a:pt x="45" y="66"/>
                    <a:pt x="45" y="66"/>
                    <a:pt x="45" y="67"/>
                  </a:cubicBezTo>
                  <a:cubicBezTo>
                    <a:pt x="45" y="68"/>
                    <a:pt x="45" y="68"/>
                    <a:pt x="45" y="69"/>
                  </a:cubicBezTo>
                  <a:moveTo>
                    <a:pt x="49" y="69"/>
                  </a:moveTo>
                  <a:cubicBezTo>
                    <a:pt x="48" y="61"/>
                    <a:pt x="48" y="61"/>
                    <a:pt x="48" y="61"/>
                  </a:cubicBezTo>
                  <a:cubicBezTo>
                    <a:pt x="49" y="61"/>
                    <a:pt x="51" y="60"/>
                    <a:pt x="52" y="60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2" y="69"/>
                    <a:pt x="51" y="69"/>
                    <a:pt x="49" y="69"/>
                  </a:cubicBezTo>
                  <a:moveTo>
                    <a:pt x="37" y="62"/>
                  </a:moveTo>
                  <a:cubicBezTo>
                    <a:pt x="37" y="60"/>
                    <a:pt x="36" y="58"/>
                    <a:pt x="35" y="56"/>
                  </a:cubicBezTo>
                  <a:cubicBezTo>
                    <a:pt x="35" y="56"/>
                    <a:pt x="36" y="56"/>
                    <a:pt x="36" y="55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6" y="56"/>
                    <a:pt x="38" y="54"/>
                    <a:pt x="42" y="53"/>
                  </a:cubicBezTo>
                  <a:cubicBezTo>
                    <a:pt x="44" y="52"/>
                    <a:pt x="45" y="50"/>
                    <a:pt x="44" y="48"/>
                  </a:cubicBezTo>
                  <a:cubicBezTo>
                    <a:pt x="44" y="47"/>
                    <a:pt x="42" y="46"/>
                    <a:pt x="40" y="46"/>
                  </a:cubicBezTo>
                  <a:cubicBezTo>
                    <a:pt x="38" y="47"/>
                    <a:pt x="35" y="49"/>
                    <a:pt x="32" y="51"/>
                  </a:cubicBezTo>
                  <a:cubicBezTo>
                    <a:pt x="32" y="49"/>
                    <a:pt x="31" y="48"/>
                    <a:pt x="30" y="47"/>
                  </a:cubicBezTo>
                  <a:cubicBezTo>
                    <a:pt x="36" y="43"/>
                    <a:pt x="48" y="39"/>
                    <a:pt x="62" y="36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4" y="43"/>
                    <a:pt x="53" y="44"/>
                    <a:pt x="53" y="46"/>
                  </a:cubicBezTo>
                  <a:cubicBezTo>
                    <a:pt x="53" y="48"/>
                    <a:pt x="55" y="49"/>
                    <a:pt x="56" y="49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55" y="55"/>
                    <a:pt x="43" y="58"/>
                    <a:pt x="37" y="62"/>
                  </a:cubicBezTo>
                  <a:moveTo>
                    <a:pt x="57" y="69"/>
                  </a:moveTo>
                  <a:cubicBezTo>
                    <a:pt x="56" y="59"/>
                    <a:pt x="56" y="59"/>
                    <a:pt x="56" y="59"/>
                  </a:cubicBezTo>
                  <a:cubicBezTo>
                    <a:pt x="57" y="59"/>
                    <a:pt x="58" y="58"/>
                    <a:pt x="59" y="58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59" y="69"/>
                    <a:pt x="58" y="69"/>
                    <a:pt x="57" y="69"/>
                  </a:cubicBezTo>
                  <a:moveTo>
                    <a:pt x="64" y="69"/>
                  </a:moveTo>
                  <a:cubicBezTo>
                    <a:pt x="62" y="57"/>
                    <a:pt x="62" y="57"/>
                    <a:pt x="62" y="57"/>
                  </a:cubicBezTo>
                  <a:cubicBezTo>
                    <a:pt x="62" y="57"/>
                    <a:pt x="65" y="57"/>
                    <a:pt x="66" y="57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4" y="69"/>
                    <a:pt x="64" y="69"/>
                  </a:cubicBezTo>
                  <a:moveTo>
                    <a:pt x="71" y="68"/>
                  </a:moveTo>
                  <a:cubicBezTo>
                    <a:pt x="71" y="65"/>
                    <a:pt x="70" y="57"/>
                    <a:pt x="69" y="56"/>
                  </a:cubicBezTo>
                  <a:cubicBezTo>
                    <a:pt x="70" y="56"/>
                    <a:pt x="73" y="56"/>
                    <a:pt x="74" y="5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7"/>
                    <a:pt x="72" y="68"/>
                    <a:pt x="71" y="68"/>
                  </a:cubicBezTo>
                  <a:moveTo>
                    <a:pt x="79" y="66"/>
                  </a:moveTo>
                  <a:cubicBezTo>
                    <a:pt x="77" y="56"/>
                    <a:pt x="77" y="56"/>
                    <a:pt x="77" y="56"/>
                  </a:cubicBezTo>
                  <a:cubicBezTo>
                    <a:pt x="78" y="55"/>
                    <a:pt x="79" y="55"/>
                    <a:pt x="80" y="55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1" y="66"/>
                    <a:pt x="80" y="66"/>
                    <a:pt x="79" y="66"/>
                  </a:cubicBezTo>
                  <a:moveTo>
                    <a:pt x="86" y="64"/>
                  </a:moveTo>
                  <a:cubicBezTo>
                    <a:pt x="84" y="55"/>
                    <a:pt x="84" y="55"/>
                    <a:pt x="84" y="55"/>
                  </a:cubicBezTo>
                  <a:cubicBezTo>
                    <a:pt x="86" y="55"/>
                    <a:pt x="87" y="55"/>
                    <a:pt x="88" y="55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8" y="64"/>
                    <a:pt x="87" y="64"/>
                    <a:pt x="86" y="64"/>
                  </a:cubicBezTo>
                  <a:moveTo>
                    <a:pt x="97" y="60"/>
                  </a:moveTo>
                  <a:cubicBezTo>
                    <a:pt x="96" y="61"/>
                    <a:pt x="95" y="62"/>
                    <a:pt x="94" y="62"/>
                  </a:cubicBezTo>
                  <a:cubicBezTo>
                    <a:pt x="93" y="61"/>
                    <a:pt x="93" y="61"/>
                    <a:pt x="92" y="60"/>
                  </a:cubicBezTo>
                  <a:cubicBezTo>
                    <a:pt x="92" y="60"/>
                    <a:pt x="92" y="59"/>
                    <a:pt x="92" y="59"/>
                  </a:cubicBezTo>
                  <a:cubicBezTo>
                    <a:pt x="92" y="59"/>
                    <a:pt x="92" y="58"/>
                    <a:pt x="92" y="58"/>
                  </a:cubicBezTo>
                  <a:cubicBezTo>
                    <a:pt x="92" y="57"/>
                    <a:pt x="92" y="56"/>
                    <a:pt x="93" y="56"/>
                  </a:cubicBezTo>
                  <a:cubicBezTo>
                    <a:pt x="94" y="55"/>
                    <a:pt x="95" y="56"/>
                    <a:pt x="96" y="56"/>
                  </a:cubicBezTo>
                  <a:cubicBezTo>
                    <a:pt x="97" y="57"/>
                    <a:pt x="98" y="57"/>
                    <a:pt x="98" y="58"/>
                  </a:cubicBezTo>
                  <a:cubicBezTo>
                    <a:pt x="98" y="59"/>
                    <a:pt x="97" y="60"/>
                    <a:pt x="97" y="60"/>
                  </a:cubicBezTo>
                  <a:moveTo>
                    <a:pt x="101" y="41"/>
                  </a:moveTo>
                  <a:cubicBezTo>
                    <a:pt x="98" y="40"/>
                    <a:pt x="94" y="39"/>
                    <a:pt x="92" y="39"/>
                  </a:cubicBezTo>
                  <a:cubicBezTo>
                    <a:pt x="90" y="39"/>
                    <a:pt x="89" y="40"/>
                    <a:pt x="88" y="42"/>
                  </a:cubicBezTo>
                  <a:cubicBezTo>
                    <a:pt x="88" y="44"/>
                    <a:pt x="90" y="45"/>
                    <a:pt x="91" y="46"/>
                  </a:cubicBezTo>
                  <a:cubicBezTo>
                    <a:pt x="96" y="46"/>
                    <a:pt x="99" y="47"/>
                    <a:pt x="99" y="47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7"/>
                    <a:pt x="99" y="47"/>
                    <a:pt x="100" y="47"/>
                  </a:cubicBezTo>
                  <a:cubicBezTo>
                    <a:pt x="99" y="49"/>
                    <a:pt x="99" y="52"/>
                    <a:pt x="99" y="53"/>
                  </a:cubicBezTo>
                  <a:cubicBezTo>
                    <a:pt x="93" y="51"/>
                    <a:pt x="80" y="51"/>
                    <a:pt x="71" y="52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9" y="46"/>
                    <a:pt x="80" y="44"/>
                    <a:pt x="80" y="42"/>
                  </a:cubicBezTo>
                  <a:cubicBezTo>
                    <a:pt x="79" y="41"/>
                    <a:pt x="78" y="39"/>
                    <a:pt x="76" y="40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82" y="34"/>
                    <a:pt x="95" y="34"/>
                    <a:pt x="102" y="37"/>
                  </a:cubicBezTo>
                  <a:cubicBezTo>
                    <a:pt x="101" y="38"/>
                    <a:pt x="101" y="40"/>
                    <a:pt x="101" y="41"/>
                  </a:cubicBezTo>
                  <a:moveTo>
                    <a:pt x="105" y="20"/>
                  </a:moveTo>
                  <a:cubicBezTo>
                    <a:pt x="101" y="19"/>
                    <a:pt x="103" y="26"/>
                    <a:pt x="103" y="28"/>
                  </a:cubicBezTo>
                  <a:cubicBezTo>
                    <a:pt x="101" y="31"/>
                    <a:pt x="96" y="31"/>
                    <a:pt x="97" y="24"/>
                  </a:cubicBezTo>
                  <a:cubicBezTo>
                    <a:pt x="97" y="22"/>
                    <a:pt x="95" y="20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3" y="18"/>
                    <a:pt x="93" y="18"/>
                    <a:pt x="93" y="17"/>
                  </a:cubicBezTo>
                  <a:cubicBezTo>
                    <a:pt x="95" y="17"/>
                    <a:pt x="98" y="16"/>
                    <a:pt x="100" y="15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6" y="14"/>
                    <a:pt x="107" y="12"/>
                    <a:pt x="109" y="10"/>
                  </a:cubicBezTo>
                  <a:cubicBezTo>
                    <a:pt x="110" y="9"/>
                    <a:pt x="112" y="7"/>
                    <a:pt x="113" y="7"/>
                  </a:cubicBezTo>
                  <a:cubicBezTo>
                    <a:pt x="115" y="7"/>
                    <a:pt x="117" y="7"/>
                    <a:pt x="118" y="7"/>
                  </a:cubicBezTo>
                  <a:cubicBezTo>
                    <a:pt x="113" y="11"/>
                    <a:pt x="109" y="21"/>
                    <a:pt x="105" y="2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2" name="Freeform 594">
              <a:extLst>
                <a:ext uri="{FF2B5EF4-FFF2-40B4-BE49-F238E27FC236}">
                  <a16:creationId xmlns:a16="http://schemas.microsoft.com/office/drawing/2014/main" id="{16FD0709-6CFE-4665-ABF2-071F74E325B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33525" y="12763500"/>
              <a:ext cx="77788" cy="47625"/>
            </a:xfrm>
            <a:custGeom>
              <a:avLst/>
              <a:gdLst>
                <a:gd name="T0" fmla="*/ 98 w 123"/>
                <a:gd name="T1" fmla="*/ 21 h 74"/>
                <a:gd name="T2" fmla="*/ 88 w 123"/>
                <a:gd name="T3" fmla="*/ 33 h 74"/>
                <a:gd name="T4" fmla="*/ 78 w 123"/>
                <a:gd name="T5" fmla="*/ 34 h 74"/>
                <a:gd name="T6" fmla="*/ 71 w 123"/>
                <a:gd name="T7" fmla="*/ 12 h 74"/>
                <a:gd name="T8" fmla="*/ 64 w 123"/>
                <a:gd name="T9" fmla="*/ 0 h 74"/>
                <a:gd name="T10" fmla="*/ 63 w 123"/>
                <a:gd name="T11" fmla="*/ 0 h 74"/>
                <a:gd name="T12" fmla="*/ 53 w 123"/>
                <a:gd name="T13" fmla="*/ 9 h 74"/>
                <a:gd name="T14" fmla="*/ 48 w 123"/>
                <a:gd name="T15" fmla="*/ 27 h 74"/>
                <a:gd name="T16" fmla="*/ 32 w 123"/>
                <a:gd name="T17" fmla="*/ 26 h 74"/>
                <a:gd name="T18" fmla="*/ 36 w 123"/>
                <a:gd name="T19" fmla="*/ 17 h 74"/>
                <a:gd name="T20" fmla="*/ 11 w 123"/>
                <a:gd name="T21" fmla="*/ 3 h 74"/>
                <a:gd name="T22" fmla="*/ 12 w 123"/>
                <a:gd name="T23" fmla="*/ 23 h 74"/>
                <a:gd name="T24" fmla="*/ 50 w 123"/>
                <a:gd name="T25" fmla="*/ 71 h 74"/>
                <a:gd name="T26" fmla="*/ 54 w 123"/>
                <a:gd name="T27" fmla="*/ 72 h 74"/>
                <a:gd name="T28" fmla="*/ 88 w 123"/>
                <a:gd name="T29" fmla="*/ 67 h 74"/>
                <a:gd name="T30" fmla="*/ 121 w 123"/>
                <a:gd name="T31" fmla="*/ 26 h 74"/>
                <a:gd name="T32" fmla="*/ 70 w 123"/>
                <a:gd name="T33" fmla="*/ 16 h 74"/>
                <a:gd name="T34" fmla="*/ 64 w 123"/>
                <a:gd name="T35" fmla="*/ 20 h 74"/>
                <a:gd name="T36" fmla="*/ 70 w 123"/>
                <a:gd name="T37" fmla="*/ 16 h 74"/>
                <a:gd name="T38" fmla="*/ 67 w 123"/>
                <a:gd name="T39" fmla="*/ 10 h 74"/>
                <a:gd name="T40" fmla="*/ 61 w 123"/>
                <a:gd name="T41" fmla="*/ 15 h 74"/>
                <a:gd name="T42" fmla="*/ 57 w 123"/>
                <a:gd name="T43" fmla="*/ 9 h 74"/>
                <a:gd name="T44" fmla="*/ 54 w 123"/>
                <a:gd name="T45" fmla="*/ 14 h 74"/>
                <a:gd name="T46" fmla="*/ 51 w 123"/>
                <a:gd name="T47" fmla="*/ 24 h 74"/>
                <a:gd name="T48" fmla="*/ 19 w 123"/>
                <a:gd name="T49" fmla="*/ 19 h 74"/>
                <a:gd name="T50" fmla="*/ 15 w 123"/>
                <a:gd name="T51" fmla="*/ 10 h 74"/>
                <a:gd name="T52" fmla="*/ 30 w 123"/>
                <a:gd name="T53" fmla="*/ 17 h 74"/>
                <a:gd name="T54" fmla="*/ 27 w 123"/>
                <a:gd name="T55" fmla="*/ 24 h 74"/>
                <a:gd name="T56" fmla="*/ 31 w 123"/>
                <a:gd name="T57" fmla="*/ 59 h 74"/>
                <a:gd name="T58" fmla="*/ 25 w 123"/>
                <a:gd name="T59" fmla="*/ 58 h 74"/>
                <a:gd name="T60" fmla="*/ 31 w 123"/>
                <a:gd name="T61" fmla="*/ 57 h 74"/>
                <a:gd name="T62" fmla="*/ 34 w 123"/>
                <a:gd name="T63" fmla="*/ 63 h 74"/>
                <a:gd name="T64" fmla="*/ 38 w 123"/>
                <a:gd name="T65" fmla="*/ 64 h 74"/>
                <a:gd name="T66" fmla="*/ 43 w 123"/>
                <a:gd name="T67" fmla="*/ 55 h 74"/>
                <a:gd name="T68" fmla="*/ 52 w 123"/>
                <a:gd name="T69" fmla="*/ 67 h 74"/>
                <a:gd name="T70" fmla="*/ 54 w 123"/>
                <a:gd name="T71" fmla="*/ 56 h 74"/>
                <a:gd name="T72" fmla="*/ 47 w 123"/>
                <a:gd name="T73" fmla="*/ 39 h 74"/>
                <a:gd name="T74" fmla="*/ 53 w 123"/>
                <a:gd name="T75" fmla="*/ 46 h 74"/>
                <a:gd name="T76" fmla="*/ 24 w 123"/>
                <a:gd name="T77" fmla="*/ 47 h 74"/>
                <a:gd name="T78" fmla="*/ 32 w 123"/>
                <a:gd name="T79" fmla="*/ 45 h 74"/>
                <a:gd name="T80" fmla="*/ 23 w 123"/>
                <a:gd name="T81" fmla="*/ 40 h 74"/>
                <a:gd name="T82" fmla="*/ 54 w 123"/>
                <a:gd name="T83" fmla="*/ 40 h 74"/>
                <a:gd name="T84" fmla="*/ 58 w 123"/>
                <a:gd name="T85" fmla="*/ 57 h 74"/>
                <a:gd name="T86" fmla="*/ 66 w 123"/>
                <a:gd name="T87" fmla="*/ 69 h 74"/>
                <a:gd name="T88" fmla="*/ 68 w 123"/>
                <a:gd name="T89" fmla="*/ 58 h 74"/>
                <a:gd name="T90" fmla="*/ 70 w 123"/>
                <a:gd name="T91" fmla="*/ 69 h 74"/>
                <a:gd name="T92" fmla="*/ 74 w 123"/>
                <a:gd name="T93" fmla="*/ 69 h 74"/>
                <a:gd name="T94" fmla="*/ 78 w 123"/>
                <a:gd name="T95" fmla="*/ 66 h 74"/>
                <a:gd name="T96" fmla="*/ 80 w 123"/>
                <a:gd name="T97" fmla="*/ 62 h 74"/>
                <a:gd name="T98" fmla="*/ 82 w 123"/>
                <a:gd name="T99" fmla="*/ 68 h 74"/>
                <a:gd name="T100" fmla="*/ 79 w 123"/>
                <a:gd name="T101" fmla="*/ 48 h 74"/>
                <a:gd name="T102" fmla="*/ 88 w 123"/>
                <a:gd name="T103" fmla="*/ 55 h 74"/>
                <a:gd name="T104" fmla="*/ 60 w 123"/>
                <a:gd name="T105" fmla="*/ 53 h 74"/>
                <a:gd name="T106" fmla="*/ 71 w 123"/>
                <a:gd name="T107" fmla="*/ 46 h 74"/>
                <a:gd name="T108" fmla="*/ 62 w 123"/>
                <a:gd name="T109" fmla="*/ 36 h 74"/>
                <a:gd name="T110" fmla="*/ 101 w 123"/>
                <a:gd name="T111" fmla="*/ 31 h 74"/>
                <a:gd name="T112" fmla="*/ 90 w 123"/>
                <a:gd name="T113" fmla="*/ 27 h 74"/>
                <a:gd name="T114" fmla="*/ 98 w 123"/>
                <a:gd name="T115" fmla="*/ 25 h 74"/>
                <a:gd name="T116" fmla="*/ 113 w 123"/>
                <a:gd name="T117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3" h="74">
                  <a:moveTo>
                    <a:pt x="113" y="17"/>
                  </a:moveTo>
                  <a:cubicBezTo>
                    <a:pt x="110" y="17"/>
                    <a:pt x="108" y="16"/>
                    <a:pt x="105" y="18"/>
                  </a:cubicBezTo>
                  <a:cubicBezTo>
                    <a:pt x="104" y="19"/>
                    <a:pt x="98" y="21"/>
                    <a:pt x="98" y="21"/>
                  </a:cubicBezTo>
                  <a:cubicBezTo>
                    <a:pt x="95" y="21"/>
                    <a:pt x="87" y="18"/>
                    <a:pt x="85" y="24"/>
                  </a:cubicBezTo>
                  <a:cubicBezTo>
                    <a:pt x="84" y="25"/>
                    <a:pt x="86" y="29"/>
                    <a:pt x="87" y="30"/>
                  </a:cubicBezTo>
                  <a:cubicBezTo>
                    <a:pt x="88" y="31"/>
                    <a:pt x="88" y="32"/>
                    <a:pt x="88" y="33"/>
                  </a:cubicBezTo>
                  <a:cubicBezTo>
                    <a:pt x="88" y="33"/>
                    <a:pt x="88" y="33"/>
                    <a:pt x="87" y="34"/>
                  </a:cubicBezTo>
                  <a:cubicBezTo>
                    <a:pt x="84" y="35"/>
                    <a:pt x="80" y="36"/>
                    <a:pt x="80" y="36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3" y="33"/>
                    <a:pt x="73" y="34"/>
                    <a:pt x="71" y="30"/>
                  </a:cubicBezTo>
                  <a:cubicBezTo>
                    <a:pt x="75" y="30"/>
                    <a:pt x="78" y="27"/>
                    <a:pt x="79" y="22"/>
                  </a:cubicBezTo>
                  <a:cubicBezTo>
                    <a:pt x="80" y="17"/>
                    <a:pt x="76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1"/>
                    <a:pt x="71" y="11"/>
                    <a:pt x="71" y="10"/>
                  </a:cubicBezTo>
                  <a:cubicBezTo>
                    <a:pt x="72" y="6"/>
                    <a:pt x="69" y="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0"/>
                    <a:pt x="54" y="3"/>
                    <a:pt x="53" y="8"/>
                  </a:cubicBezTo>
                  <a:cubicBezTo>
                    <a:pt x="53" y="8"/>
                    <a:pt x="53" y="9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48" y="8"/>
                    <a:pt x="43" y="12"/>
                    <a:pt x="42" y="17"/>
                  </a:cubicBezTo>
                  <a:cubicBezTo>
                    <a:pt x="42" y="21"/>
                    <a:pt x="44" y="25"/>
                    <a:pt x="48" y="27"/>
                  </a:cubicBezTo>
                  <a:cubicBezTo>
                    <a:pt x="45" y="30"/>
                    <a:pt x="46" y="29"/>
                    <a:pt x="40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0"/>
                    <a:pt x="34" y="28"/>
                    <a:pt x="32" y="26"/>
                  </a:cubicBezTo>
                  <a:cubicBezTo>
                    <a:pt x="31" y="25"/>
                    <a:pt x="31" y="25"/>
                    <a:pt x="31" y="24"/>
                  </a:cubicBezTo>
                  <a:cubicBezTo>
                    <a:pt x="31" y="24"/>
                    <a:pt x="31" y="23"/>
                    <a:pt x="32" y="22"/>
                  </a:cubicBezTo>
                  <a:cubicBezTo>
                    <a:pt x="34" y="22"/>
                    <a:pt x="36" y="18"/>
                    <a:pt x="36" y="17"/>
                  </a:cubicBezTo>
                  <a:cubicBezTo>
                    <a:pt x="36" y="10"/>
                    <a:pt x="28" y="12"/>
                    <a:pt x="24" y="11"/>
                  </a:cubicBezTo>
                  <a:cubicBezTo>
                    <a:pt x="24" y="11"/>
                    <a:pt x="20" y="6"/>
                    <a:pt x="18" y="5"/>
                  </a:cubicBezTo>
                  <a:cubicBezTo>
                    <a:pt x="17" y="3"/>
                    <a:pt x="14" y="3"/>
                    <a:pt x="11" y="3"/>
                  </a:cubicBezTo>
                  <a:cubicBezTo>
                    <a:pt x="9" y="2"/>
                    <a:pt x="1" y="3"/>
                    <a:pt x="0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3" y="10"/>
                    <a:pt x="8" y="16"/>
                    <a:pt x="12" y="23"/>
                  </a:cubicBezTo>
                  <a:cubicBezTo>
                    <a:pt x="16" y="28"/>
                    <a:pt x="18" y="38"/>
                    <a:pt x="19" y="43"/>
                  </a:cubicBezTo>
                  <a:cubicBezTo>
                    <a:pt x="19" y="43"/>
                    <a:pt x="21" y="57"/>
                    <a:pt x="21" y="57"/>
                  </a:cubicBezTo>
                  <a:cubicBezTo>
                    <a:pt x="21" y="64"/>
                    <a:pt x="38" y="69"/>
                    <a:pt x="50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69" y="73"/>
                    <a:pt x="87" y="74"/>
                    <a:pt x="88" y="67"/>
                  </a:cubicBezTo>
                  <a:cubicBezTo>
                    <a:pt x="89" y="66"/>
                    <a:pt x="94" y="54"/>
                    <a:pt x="94" y="54"/>
                  </a:cubicBezTo>
                  <a:cubicBezTo>
                    <a:pt x="96" y="50"/>
                    <a:pt x="101" y="41"/>
                    <a:pt x="106" y="36"/>
                  </a:cubicBezTo>
                  <a:cubicBezTo>
                    <a:pt x="112" y="31"/>
                    <a:pt x="119" y="26"/>
                    <a:pt x="121" y="26"/>
                  </a:cubicBezTo>
                  <a:cubicBezTo>
                    <a:pt x="123" y="25"/>
                    <a:pt x="123" y="24"/>
                    <a:pt x="123" y="23"/>
                  </a:cubicBezTo>
                  <a:cubicBezTo>
                    <a:pt x="123" y="20"/>
                    <a:pt x="116" y="17"/>
                    <a:pt x="113" y="17"/>
                  </a:cubicBezTo>
                  <a:moveTo>
                    <a:pt x="70" y="16"/>
                  </a:moveTo>
                  <a:cubicBezTo>
                    <a:pt x="73" y="16"/>
                    <a:pt x="76" y="19"/>
                    <a:pt x="75" y="22"/>
                  </a:cubicBezTo>
                  <a:cubicBezTo>
                    <a:pt x="75" y="25"/>
                    <a:pt x="72" y="27"/>
                    <a:pt x="69" y="27"/>
                  </a:cubicBezTo>
                  <a:cubicBezTo>
                    <a:pt x="66" y="26"/>
                    <a:pt x="64" y="23"/>
                    <a:pt x="64" y="20"/>
                  </a:cubicBezTo>
                  <a:cubicBezTo>
                    <a:pt x="64" y="19"/>
                    <a:pt x="65" y="19"/>
                    <a:pt x="65" y="18"/>
                  </a:cubicBezTo>
                  <a:cubicBezTo>
                    <a:pt x="66" y="17"/>
                    <a:pt x="68" y="17"/>
                    <a:pt x="68" y="16"/>
                  </a:cubicBezTo>
                  <a:cubicBezTo>
                    <a:pt x="69" y="16"/>
                    <a:pt x="70" y="16"/>
                    <a:pt x="70" y="16"/>
                  </a:cubicBezTo>
                  <a:moveTo>
                    <a:pt x="57" y="9"/>
                  </a:moveTo>
                  <a:cubicBezTo>
                    <a:pt x="58" y="6"/>
                    <a:pt x="60" y="4"/>
                    <a:pt x="63" y="4"/>
                  </a:cubicBezTo>
                  <a:cubicBezTo>
                    <a:pt x="66" y="5"/>
                    <a:pt x="67" y="7"/>
                    <a:pt x="67" y="10"/>
                  </a:cubicBezTo>
                  <a:cubicBezTo>
                    <a:pt x="67" y="11"/>
                    <a:pt x="67" y="12"/>
                    <a:pt x="66" y="12"/>
                  </a:cubicBezTo>
                  <a:cubicBezTo>
                    <a:pt x="65" y="13"/>
                    <a:pt x="64" y="14"/>
                    <a:pt x="63" y="14"/>
                  </a:cubicBezTo>
                  <a:cubicBezTo>
                    <a:pt x="62" y="15"/>
                    <a:pt x="62" y="15"/>
                    <a:pt x="61" y="15"/>
                  </a:cubicBezTo>
                  <a:cubicBezTo>
                    <a:pt x="61" y="14"/>
                    <a:pt x="60" y="14"/>
                    <a:pt x="60" y="14"/>
                  </a:cubicBezTo>
                  <a:cubicBezTo>
                    <a:pt x="59" y="13"/>
                    <a:pt x="58" y="12"/>
                    <a:pt x="58" y="11"/>
                  </a:cubicBezTo>
                  <a:cubicBezTo>
                    <a:pt x="57" y="10"/>
                    <a:pt x="57" y="9"/>
                    <a:pt x="57" y="9"/>
                  </a:cubicBezTo>
                  <a:moveTo>
                    <a:pt x="46" y="18"/>
                  </a:moveTo>
                  <a:cubicBezTo>
                    <a:pt x="47" y="15"/>
                    <a:pt x="50" y="13"/>
                    <a:pt x="53" y="13"/>
                  </a:cubicBezTo>
                  <a:cubicBezTo>
                    <a:pt x="53" y="13"/>
                    <a:pt x="54" y="13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22"/>
                    <a:pt x="54" y="24"/>
                    <a:pt x="51" y="24"/>
                  </a:cubicBezTo>
                  <a:cubicBezTo>
                    <a:pt x="48" y="24"/>
                    <a:pt x="46" y="21"/>
                    <a:pt x="46" y="18"/>
                  </a:cubicBezTo>
                  <a:moveTo>
                    <a:pt x="21" y="27"/>
                  </a:moveTo>
                  <a:cubicBezTo>
                    <a:pt x="20" y="25"/>
                    <a:pt x="22" y="19"/>
                    <a:pt x="19" y="19"/>
                  </a:cubicBezTo>
                  <a:cubicBezTo>
                    <a:pt x="14" y="20"/>
                    <a:pt x="11" y="10"/>
                    <a:pt x="5" y="7"/>
                  </a:cubicBezTo>
                  <a:cubicBezTo>
                    <a:pt x="7" y="6"/>
                    <a:pt x="9" y="6"/>
                    <a:pt x="11" y="7"/>
                  </a:cubicBezTo>
                  <a:cubicBezTo>
                    <a:pt x="12" y="7"/>
                    <a:pt x="13" y="8"/>
                    <a:pt x="15" y="10"/>
                  </a:cubicBezTo>
                  <a:cubicBezTo>
                    <a:pt x="16" y="11"/>
                    <a:pt x="18" y="13"/>
                    <a:pt x="20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6" y="15"/>
                    <a:pt x="29" y="16"/>
                    <a:pt x="30" y="17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9" y="20"/>
                    <a:pt x="26" y="21"/>
                    <a:pt x="27" y="24"/>
                  </a:cubicBezTo>
                  <a:cubicBezTo>
                    <a:pt x="28" y="30"/>
                    <a:pt x="23" y="31"/>
                    <a:pt x="21" y="27"/>
                  </a:cubicBezTo>
                  <a:moveTo>
                    <a:pt x="31" y="58"/>
                  </a:moveTo>
                  <a:cubicBezTo>
                    <a:pt x="31" y="59"/>
                    <a:pt x="31" y="59"/>
                    <a:pt x="31" y="59"/>
                  </a:cubicBezTo>
                  <a:cubicBezTo>
                    <a:pt x="31" y="60"/>
                    <a:pt x="30" y="61"/>
                    <a:pt x="30" y="61"/>
                  </a:cubicBezTo>
                  <a:cubicBezTo>
                    <a:pt x="29" y="61"/>
                    <a:pt x="28" y="61"/>
                    <a:pt x="27" y="60"/>
                  </a:cubicBezTo>
                  <a:cubicBezTo>
                    <a:pt x="26" y="59"/>
                    <a:pt x="26" y="58"/>
                    <a:pt x="25" y="58"/>
                  </a:cubicBezTo>
                  <a:cubicBezTo>
                    <a:pt x="26" y="57"/>
                    <a:pt x="27" y="56"/>
                    <a:pt x="27" y="56"/>
                  </a:cubicBezTo>
                  <a:cubicBezTo>
                    <a:pt x="28" y="55"/>
                    <a:pt x="30" y="55"/>
                    <a:pt x="31" y="55"/>
                  </a:cubicBezTo>
                  <a:cubicBezTo>
                    <a:pt x="31" y="56"/>
                    <a:pt x="31" y="56"/>
                    <a:pt x="31" y="57"/>
                  </a:cubicBezTo>
                  <a:cubicBezTo>
                    <a:pt x="31" y="58"/>
                    <a:pt x="31" y="58"/>
                    <a:pt x="31" y="58"/>
                  </a:cubicBezTo>
                  <a:moveTo>
                    <a:pt x="38" y="64"/>
                  </a:moveTo>
                  <a:cubicBezTo>
                    <a:pt x="37" y="64"/>
                    <a:pt x="35" y="63"/>
                    <a:pt x="34" y="63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7" y="55"/>
                    <a:pt x="38" y="55"/>
                    <a:pt x="39" y="55"/>
                  </a:cubicBezTo>
                  <a:lnTo>
                    <a:pt x="38" y="64"/>
                  </a:lnTo>
                  <a:close/>
                  <a:moveTo>
                    <a:pt x="45" y="66"/>
                  </a:moveTo>
                  <a:cubicBezTo>
                    <a:pt x="44" y="66"/>
                    <a:pt x="43" y="65"/>
                    <a:pt x="42" y="6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4" y="55"/>
                    <a:pt x="45" y="55"/>
                    <a:pt x="46" y="55"/>
                  </a:cubicBezTo>
                  <a:lnTo>
                    <a:pt x="45" y="66"/>
                  </a:lnTo>
                  <a:close/>
                  <a:moveTo>
                    <a:pt x="52" y="67"/>
                  </a:moveTo>
                  <a:cubicBezTo>
                    <a:pt x="52" y="67"/>
                    <a:pt x="49" y="67"/>
                    <a:pt x="48" y="66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3" y="56"/>
                    <a:pt x="54" y="56"/>
                  </a:cubicBezTo>
                  <a:cubicBezTo>
                    <a:pt x="54" y="56"/>
                    <a:pt x="53" y="64"/>
                    <a:pt x="52" y="67"/>
                  </a:cubicBezTo>
                  <a:moveTo>
                    <a:pt x="54" y="40"/>
                  </a:moveTo>
                  <a:cubicBezTo>
                    <a:pt x="47" y="39"/>
                    <a:pt x="47" y="39"/>
                    <a:pt x="47" y="39"/>
                  </a:cubicBezTo>
                  <a:cubicBezTo>
                    <a:pt x="46" y="39"/>
                    <a:pt x="44" y="40"/>
                    <a:pt x="44" y="42"/>
                  </a:cubicBezTo>
                  <a:cubicBezTo>
                    <a:pt x="44" y="44"/>
                    <a:pt x="45" y="45"/>
                    <a:pt x="47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44" y="51"/>
                    <a:pt x="31" y="50"/>
                    <a:pt x="25" y="53"/>
                  </a:cubicBezTo>
                  <a:cubicBezTo>
                    <a:pt x="24" y="51"/>
                    <a:pt x="24" y="49"/>
                    <a:pt x="24" y="47"/>
                  </a:cubicBezTo>
                  <a:cubicBezTo>
                    <a:pt x="24" y="47"/>
                    <a:pt x="25" y="46"/>
                    <a:pt x="25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5" y="46"/>
                    <a:pt x="28" y="45"/>
                    <a:pt x="32" y="45"/>
                  </a:cubicBezTo>
                  <a:cubicBezTo>
                    <a:pt x="34" y="45"/>
                    <a:pt x="35" y="43"/>
                    <a:pt x="35" y="42"/>
                  </a:cubicBezTo>
                  <a:cubicBezTo>
                    <a:pt x="35" y="40"/>
                    <a:pt x="33" y="39"/>
                    <a:pt x="32" y="39"/>
                  </a:cubicBezTo>
                  <a:cubicBezTo>
                    <a:pt x="30" y="39"/>
                    <a:pt x="26" y="39"/>
                    <a:pt x="23" y="40"/>
                  </a:cubicBezTo>
                  <a:cubicBezTo>
                    <a:pt x="23" y="39"/>
                    <a:pt x="22" y="38"/>
                    <a:pt x="22" y="36"/>
                  </a:cubicBezTo>
                  <a:cubicBezTo>
                    <a:pt x="28" y="34"/>
                    <a:pt x="41" y="33"/>
                    <a:pt x="55" y="35"/>
                  </a:cubicBezTo>
                  <a:lnTo>
                    <a:pt x="54" y="40"/>
                  </a:lnTo>
                  <a:close/>
                  <a:moveTo>
                    <a:pt x="60" y="68"/>
                  </a:moveTo>
                  <a:cubicBezTo>
                    <a:pt x="60" y="68"/>
                    <a:pt x="56" y="68"/>
                    <a:pt x="56" y="68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9" y="57"/>
                    <a:pt x="61" y="57"/>
                    <a:pt x="62" y="57"/>
                  </a:cubicBezTo>
                  <a:lnTo>
                    <a:pt x="60" y="68"/>
                  </a:lnTo>
                  <a:close/>
                  <a:moveTo>
                    <a:pt x="66" y="69"/>
                  </a:moveTo>
                  <a:cubicBezTo>
                    <a:pt x="65" y="69"/>
                    <a:pt x="64" y="69"/>
                    <a:pt x="63" y="68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6" y="58"/>
                    <a:pt x="67" y="58"/>
                    <a:pt x="68" y="58"/>
                  </a:cubicBezTo>
                  <a:lnTo>
                    <a:pt x="66" y="69"/>
                  </a:lnTo>
                  <a:close/>
                  <a:moveTo>
                    <a:pt x="74" y="69"/>
                  </a:moveTo>
                  <a:cubicBezTo>
                    <a:pt x="73" y="69"/>
                    <a:pt x="72" y="69"/>
                    <a:pt x="70" y="69"/>
                  </a:cubicBezTo>
                  <a:cubicBezTo>
                    <a:pt x="72" y="59"/>
                    <a:pt x="72" y="59"/>
                    <a:pt x="72" y="59"/>
                  </a:cubicBezTo>
                  <a:cubicBezTo>
                    <a:pt x="73" y="60"/>
                    <a:pt x="74" y="60"/>
                    <a:pt x="75" y="61"/>
                  </a:cubicBezTo>
                  <a:lnTo>
                    <a:pt x="74" y="69"/>
                  </a:lnTo>
                  <a:close/>
                  <a:moveTo>
                    <a:pt x="82" y="68"/>
                  </a:moveTo>
                  <a:cubicBezTo>
                    <a:pt x="81" y="68"/>
                    <a:pt x="80" y="69"/>
                    <a:pt x="79" y="68"/>
                  </a:cubicBezTo>
                  <a:cubicBezTo>
                    <a:pt x="78" y="68"/>
                    <a:pt x="78" y="67"/>
                    <a:pt x="78" y="66"/>
                  </a:cubicBezTo>
                  <a:cubicBezTo>
                    <a:pt x="78" y="66"/>
                    <a:pt x="78" y="65"/>
                    <a:pt x="78" y="65"/>
                  </a:cubicBezTo>
                  <a:cubicBezTo>
                    <a:pt x="78" y="65"/>
                    <a:pt x="78" y="64"/>
                    <a:pt x="78" y="64"/>
                  </a:cubicBezTo>
                  <a:cubicBezTo>
                    <a:pt x="79" y="63"/>
                    <a:pt x="79" y="63"/>
                    <a:pt x="80" y="62"/>
                  </a:cubicBezTo>
                  <a:cubicBezTo>
                    <a:pt x="81" y="62"/>
                    <a:pt x="82" y="63"/>
                    <a:pt x="83" y="64"/>
                  </a:cubicBezTo>
                  <a:cubicBezTo>
                    <a:pt x="83" y="64"/>
                    <a:pt x="84" y="65"/>
                    <a:pt x="84" y="66"/>
                  </a:cubicBezTo>
                  <a:cubicBezTo>
                    <a:pt x="84" y="67"/>
                    <a:pt x="83" y="67"/>
                    <a:pt x="82" y="68"/>
                  </a:cubicBezTo>
                  <a:moveTo>
                    <a:pt x="91" y="50"/>
                  </a:moveTo>
                  <a:cubicBezTo>
                    <a:pt x="89" y="48"/>
                    <a:pt x="85" y="47"/>
                    <a:pt x="83" y="46"/>
                  </a:cubicBezTo>
                  <a:cubicBezTo>
                    <a:pt x="82" y="45"/>
                    <a:pt x="80" y="46"/>
                    <a:pt x="79" y="48"/>
                  </a:cubicBezTo>
                  <a:cubicBezTo>
                    <a:pt x="79" y="50"/>
                    <a:pt x="79" y="51"/>
                    <a:pt x="81" y="52"/>
                  </a:cubicBezTo>
                  <a:cubicBezTo>
                    <a:pt x="85" y="54"/>
                    <a:pt x="88" y="55"/>
                    <a:pt x="88" y="56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8" y="55"/>
                    <a:pt x="88" y="56"/>
                    <a:pt x="89" y="56"/>
                  </a:cubicBezTo>
                  <a:cubicBezTo>
                    <a:pt x="88" y="58"/>
                    <a:pt x="87" y="60"/>
                    <a:pt x="86" y="62"/>
                  </a:cubicBezTo>
                  <a:cubicBezTo>
                    <a:pt x="81" y="57"/>
                    <a:pt x="69" y="54"/>
                    <a:pt x="60" y="53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9" y="49"/>
                    <a:pt x="70" y="48"/>
                    <a:pt x="71" y="46"/>
                  </a:cubicBezTo>
                  <a:cubicBezTo>
                    <a:pt x="71" y="44"/>
                    <a:pt x="70" y="42"/>
                    <a:pt x="68" y="42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76" y="38"/>
                    <a:pt x="88" y="42"/>
                    <a:pt x="93" y="46"/>
                  </a:cubicBezTo>
                  <a:cubicBezTo>
                    <a:pt x="93" y="48"/>
                    <a:pt x="92" y="49"/>
                    <a:pt x="91" y="50"/>
                  </a:cubicBezTo>
                  <a:moveTo>
                    <a:pt x="101" y="31"/>
                  </a:moveTo>
                  <a:cubicBezTo>
                    <a:pt x="98" y="30"/>
                    <a:pt x="98" y="36"/>
                    <a:pt x="97" y="38"/>
                  </a:cubicBezTo>
                  <a:cubicBezTo>
                    <a:pt x="94" y="41"/>
                    <a:pt x="89" y="39"/>
                    <a:pt x="92" y="33"/>
                  </a:cubicBezTo>
                  <a:cubicBezTo>
                    <a:pt x="93" y="31"/>
                    <a:pt x="91" y="29"/>
                    <a:pt x="90" y="27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90" y="26"/>
                    <a:pt x="90" y="26"/>
                    <a:pt x="91" y="26"/>
                  </a:cubicBezTo>
                  <a:cubicBezTo>
                    <a:pt x="92" y="25"/>
                    <a:pt x="95" y="25"/>
                    <a:pt x="98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4" y="25"/>
                    <a:pt x="106" y="24"/>
                    <a:pt x="108" y="23"/>
                  </a:cubicBezTo>
                  <a:cubicBezTo>
                    <a:pt x="109" y="22"/>
                    <a:pt x="111" y="21"/>
                    <a:pt x="113" y="21"/>
                  </a:cubicBezTo>
                  <a:cubicBezTo>
                    <a:pt x="114" y="21"/>
                    <a:pt x="116" y="22"/>
                    <a:pt x="118" y="23"/>
                  </a:cubicBezTo>
                  <a:cubicBezTo>
                    <a:pt x="111" y="25"/>
                    <a:pt x="105" y="33"/>
                    <a:pt x="101" y="3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3" name="Freeform 595">
              <a:extLst>
                <a:ext uri="{FF2B5EF4-FFF2-40B4-BE49-F238E27FC236}">
                  <a16:creationId xmlns:a16="http://schemas.microsoft.com/office/drawing/2014/main" id="{5A21FAD5-37EA-42F5-A85A-317B0C9098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55725" y="12547600"/>
              <a:ext cx="85725" cy="66675"/>
            </a:xfrm>
            <a:custGeom>
              <a:avLst/>
              <a:gdLst>
                <a:gd name="T0" fmla="*/ 116 w 133"/>
                <a:gd name="T1" fmla="*/ 8 h 104"/>
                <a:gd name="T2" fmla="*/ 19 w 133"/>
                <a:gd name="T3" fmla="*/ 73 h 104"/>
                <a:gd name="T4" fmla="*/ 28 w 133"/>
                <a:gd name="T5" fmla="*/ 92 h 104"/>
                <a:gd name="T6" fmla="*/ 131 w 133"/>
                <a:gd name="T7" fmla="*/ 4 h 104"/>
                <a:gd name="T8" fmla="*/ 129 w 133"/>
                <a:gd name="T9" fmla="*/ 2 h 104"/>
                <a:gd name="T10" fmla="*/ 26 w 133"/>
                <a:gd name="T11" fmla="*/ 86 h 104"/>
                <a:gd name="T12" fmla="*/ 22 w 133"/>
                <a:gd name="T13" fmla="*/ 78 h 104"/>
                <a:gd name="T14" fmla="*/ 116 w 133"/>
                <a:gd name="T15" fmla="*/ 9 h 104"/>
                <a:gd name="T16" fmla="*/ 116 w 133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04">
                  <a:moveTo>
                    <a:pt x="116" y="8"/>
                  </a:moveTo>
                  <a:cubicBezTo>
                    <a:pt x="115" y="8"/>
                    <a:pt x="35" y="61"/>
                    <a:pt x="19" y="73"/>
                  </a:cubicBezTo>
                  <a:cubicBezTo>
                    <a:pt x="0" y="86"/>
                    <a:pt x="15" y="104"/>
                    <a:pt x="28" y="92"/>
                  </a:cubicBezTo>
                  <a:cubicBezTo>
                    <a:pt x="36" y="86"/>
                    <a:pt x="127" y="7"/>
                    <a:pt x="131" y="4"/>
                  </a:cubicBezTo>
                  <a:cubicBezTo>
                    <a:pt x="133" y="2"/>
                    <a:pt x="132" y="0"/>
                    <a:pt x="129" y="2"/>
                  </a:cubicBezTo>
                  <a:cubicBezTo>
                    <a:pt x="126" y="5"/>
                    <a:pt x="29" y="84"/>
                    <a:pt x="26" y="86"/>
                  </a:cubicBezTo>
                  <a:cubicBezTo>
                    <a:pt x="21" y="90"/>
                    <a:pt x="15" y="83"/>
                    <a:pt x="22" y="78"/>
                  </a:cubicBezTo>
                  <a:cubicBezTo>
                    <a:pt x="30" y="72"/>
                    <a:pt x="117" y="8"/>
                    <a:pt x="116" y="9"/>
                  </a:cubicBezTo>
                  <a:cubicBezTo>
                    <a:pt x="115" y="10"/>
                    <a:pt x="117" y="7"/>
                    <a:pt x="116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4" name="Freeform 596">
              <a:extLst>
                <a:ext uri="{FF2B5EF4-FFF2-40B4-BE49-F238E27FC236}">
                  <a16:creationId xmlns:a16="http://schemas.microsoft.com/office/drawing/2014/main" id="{EE6D925F-3D00-49C5-921C-2BC62118E5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250" y="12520613"/>
              <a:ext cx="79375" cy="47625"/>
            </a:xfrm>
            <a:custGeom>
              <a:avLst/>
              <a:gdLst>
                <a:gd name="T0" fmla="*/ 108 w 123"/>
                <a:gd name="T1" fmla="*/ 5 h 75"/>
                <a:gd name="T2" fmla="*/ 18 w 123"/>
                <a:gd name="T3" fmla="*/ 49 h 75"/>
                <a:gd name="T4" fmla="*/ 24 w 123"/>
                <a:gd name="T5" fmla="*/ 66 h 75"/>
                <a:gd name="T6" fmla="*/ 122 w 123"/>
                <a:gd name="T7" fmla="*/ 3 h 75"/>
                <a:gd name="T8" fmla="*/ 121 w 123"/>
                <a:gd name="T9" fmla="*/ 1 h 75"/>
                <a:gd name="T10" fmla="*/ 22 w 123"/>
                <a:gd name="T11" fmla="*/ 60 h 75"/>
                <a:gd name="T12" fmla="*/ 20 w 123"/>
                <a:gd name="T13" fmla="*/ 54 h 75"/>
                <a:gd name="T14" fmla="*/ 108 w 123"/>
                <a:gd name="T15" fmla="*/ 6 h 75"/>
                <a:gd name="T16" fmla="*/ 108 w 123"/>
                <a:gd name="T17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75">
                  <a:moveTo>
                    <a:pt x="108" y="5"/>
                  </a:moveTo>
                  <a:cubicBezTo>
                    <a:pt x="107" y="5"/>
                    <a:pt x="33" y="41"/>
                    <a:pt x="18" y="49"/>
                  </a:cubicBezTo>
                  <a:cubicBezTo>
                    <a:pt x="0" y="58"/>
                    <a:pt x="11" y="75"/>
                    <a:pt x="24" y="66"/>
                  </a:cubicBezTo>
                  <a:cubicBezTo>
                    <a:pt x="31" y="61"/>
                    <a:pt x="118" y="5"/>
                    <a:pt x="122" y="3"/>
                  </a:cubicBezTo>
                  <a:cubicBezTo>
                    <a:pt x="123" y="2"/>
                    <a:pt x="123" y="0"/>
                    <a:pt x="121" y="1"/>
                  </a:cubicBezTo>
                  <a:cubicBezTo>
                    <a:pt x="117" y="3"/>
                    <a:pt x="25" y="59"/>
                    <a:pt x="22" y="60"/>
                  </a:cubicBezTo>
                  <a:cubicBezTo>
                    <a:pt x="17" y="63"/>
                    <a:pt x="13" y="57"/>
                    <a:pt x="20" y="54"/>
                  </a:cubicBezTo>
                  <a:cubicBezTo>
                    <a:pt x="27" y="49"/>
                    <a:pt x="109" y="5"/>
                    <a:pt x="108" y="6"/>
                  </a:cubicBezTo>
                  <a:cubicBezTo>
                    <a:pt x="107" y="7"/>
                    <a:pt x="109" y="4"/>
                    <a:pt x="108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5" name="Freeform 597">
              <a:extLst>
                <a:ext uri="{FF2B5EF4-FFF2-40B4-BE49-F238E27FC236}">
                  <a16:creationId xmlns:a16="http://schemas.microsoft.com/office/drawing/2014/main" id="{52A1CED1-364F-468B-B8E0-7533BF2AAC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79538" y="12495213"/>
              <a:ext cx="63500" cy="25400"/>
            </a:xfrm>
            <a:custGeom>
              <a:avLst/>
              <a:gdLst>
                <a:gd name="T0" fmla="*/ 85 w 100"/>
                <a:gd name="T1" fmla="*/ 2 h 38"/>
                <a:gd name="T2" fmla="*/ 19 w 100"/>
                <a:gd name="T3" fmla="*/ 14 h 38"/>
                <a:gd name="T4" fmla="*/ 20 w 100"/>
                <a:gd name="T5" fmla="*/ 32 h 38"/>
                <a:gd name="T6" fmla="*/ 98 w 100"/>
                <a:gd name="T7" fmla="*/ 3 h 38"/>
                <a:gd name="T8" fmla="*/ 98 w 100"/>
                <a:gd name="T9" fmla="*/ 1 h 38"/>
                <a:gd name="T10" fmla="*/ 21 w 100"/>
                <a:gd name="T11" fmla="*/ 27 h 38"/>
                <a:gd name="T12" fmla="*/ 19 w 100"/>
                <a:gd name="T13" fmla="*/ 19 h 38"/>
                <a:gd name="T14" fmla="*/ 85 w 100"/>
                <a:gd name="T15" fmla="*/ 3 h 38"/>
                <a:gd name="T16" fmla="*/ 85 w 100"/>
                <a:gd name="T17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38">
                  <a:moveTo>
                    <a:pt x="85" y="2"/>
                  </a:moveTo>
                  <a:cubicBezTo>
                    <a:pt x="84" y="2"/>
                    <a:pt x="36" y="10"/>
                    <a:pt x="19" y="14"/>
                  </a:cubicBezTo>
                  <a:cubicBezTo>
                    <a:pt x="0" y="19"/>
                    <a:pt x="6" y="38"/>
                    <a:pt x="20" y="32"/>
                  </a:cubicBezTo>
                  <a:cubicBezTo>
                    <a:pt x="28" y="30"/>
                    <a:pt x="94" y="4"/>
                    <a:pt x="98" y="3"/>
                  </a:cubicBezTo>
                  <a:cubicBezTo>
                    <a:pt x="100" y="2"/>
                    <a:pt x="100" y="0"/>
                    <a:pt x="98" y="1"/>
                  </a:cubicBezTo>
                  <a:cubicBezTo>
                    <a:pt x="94" y="2"/>
                    <a:pt x="24" y="26"/>
                    <a:pt x="21" y="27"/>
                  </a:cubicBezTo>
                  <a:cubicBezTo>
                    <a:pt x="15" y="28"/>
                    <a:pt x="13" y="21"/>
                    <a:pt x="19" y="19"/>
                  </a:cubicBezTo>
                  <a:cubicBezTo>
                    <a:pt x="28" y="17"/>
                    <a:pt x="86" y="2"/>
                    <a:pt x="85" y="3"/>
                  </a:cubicBezTo>
                  <a:cubicBezTo>
                    <a:pt x="83" y="3"/>
                    <a:pt x="86" y="1"/>
                    <a:pt x="85" y="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6" name="Freeform 598">
              <a:extLst>
                <a:ext uri="{FF2B5EF4-FFF2-40B4-BE49-F238E27FC236}">
                  <a16:creationId xmlns:a16="http://schemas.microsoft.com/office/drawing/2014/main" id="{94A64038-0D21-4D6D-9BE6-6135F2142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79550" y="12552363"/>
              <a:ext cx="25400" cy="49212"/>
            </a:xfrm>
            <a:custGeom>
              <a:avLst/>
              <a:gdLst>
                <a:gd name="T0" fmla="*/ 32 w 39"/>
                <a:gd name="T1" fmla="*/ 8 h 76"/>
                <a:gd name="T2" fmla="*/ 5 w 39"/>
                <a:gd name="T3" fmla="*/ 61 h 76"/>
                <a:gd name="T4" fmla="*/ 15 w 39"/>
                <a:gd name="T5" fmla="*/ 67 h 76"/>
                <a:gd name="T6" fmla="*/ 38 w 39"/>
                <a:gd name="T7" fmla="*/ 2 h 76"/>
                <a:gd name="T8" fmla="*/ 37 w 39"/>
                <a:gd name="T9" fmla="*/ 1 h 76"/>
                <a:gd name="T10" fmla="*/ 12 w 39"/>
                <a:gd name="T11" fmla="*/ 64 h 76"/>
                <a:gd name="T12" fmla="*/ 8 w 39"/>
                <a:gd name="T13" fmla="*/ 62 h 76"/>
                <a:gd name="T14" fmla="*/ 33 w 39"/>
                <a:gd name="T15" fmla="*/ 9 h 76"/>
                <a:gd name="T16" fmla="*/ 32 w 39"/>
                <a:gd name="T17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32" y="8"/>
                  </a:moveTo>
                  <a:cubicBezTo>
                    <a:pt x="32" y="9"/>
                    <a:pt x="9" y="50"/>
                    <a:pt x="5" y="61"/>
                  </a:cubicBezTo>
                  <a:cubicBezTo>
                    <a:pt x="0" y="72"/>
                    <a:pt x="12" y="76"/>
                    <a:pt x="15" y="67"/>
                  </a:cubicBezTo>
                  <a:cubicBezTo>
                    <a:pt x="17" y="61"/>
                    <a:pt x="37" y="4"/>
                    <a:pt x="38" y="2"/>
                  </a:cubicBezTo>
                  <a:cubicBezTo>
                    <a:pt x="39" y="0"/>
                    <a:pt x="37" y="0"/>
                    <a:pt x="37" y="1"/>
                  </a:cubicBezTo>
                  <a:cubicBezTo>
                    <a:pt x="36" y="4"/>
                    <a:pt x="13" y="62"/>
                    <a:pt x="12" y="64"/>
                  </a:cubicBezTo>
                  <a:cubicBezTo>
                    <a:pt x="11" y="68"/>
                    <a:pt x="6" y="66"/>
                    <a:pt x="8" y="62"/>
                  </a:cubicBezTo>
                  <a:cubicBezTo>
                    <a:pt x="10" y="57"/>
                    <a:pt x="33" y="8"/>
                    <a:pt x="33" y="9"/>
                  </a:cubicBezTo>
                  <a:cubicBezTo>
                    <a:pt x="33" y="10"/>
                    <a:pt x="33" y="8"/>
                    <a:pt x="32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7" name="Freeform 599">
              <a:extLst>
                <a:ext uri="{FF2B5EF4-FFF2-40B4-BE49-F238E27FC236}">
                  <a16:creationId xmlns:a16="http://schemas.microsoft.com/office/drawing/2014/main" id="{0959E26B-24D4-444D-8E4D-75FB7A5660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62088" y="12558713"/>
              <a:ext cx="26988" cy="47625"/>
            </a:xfrm>
            <a:custGeom>
              <a:avLst/>
              <a:gdLst>
                <a:gd name="T0" fmla="*/ 35 w 42"/>
                <a:gd name="T1" fmla="*/ 9 h 75"/>
                <a:gd name="T2" fmla="*/ 5 w 42"/>
                <a:gd name="T3" fmla="*/ 59 h 75"/>
                <a:gd name="T4" fmla="*/ 15 w 42"/>
                <a:gd name="T5" fmla="*/ 66 h 75"/>
                <a:gd name="T6" fmla="*/ 42 w 42"/>
                <a:gd name="T7" fmla="*/ 3 h 75"/>
                <a:gd name="T8" fmla="*/ 40 w 42"/>
                <a:gd name="T9" fmla="*/ 2 h 75"/>
                <a:gd name="T10" fmla="*/ 12 w 42"/>
                <a:gd name="T11" fmla="*/ 63 h 75"/>
                <a:gd name="T12" fmla="*/ 8 w 42"/>
                <a:gd name="T13" fmla="*/ 61 h 75"/>
                <a:gd name="T14" fmla="*/ 36 w 42"/>
                <a:gd name="T15" fmla="*/ 9 h 75"/>
                <a:gd name="T16" fmla="*/ 35 w 42"/>
                <a:gd name="T17" fmla="*/ 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5">
                  <a:moveTo>
                    <a:pt x="35" y="9"/>
                  </a:moveTo>
                  <a:cubicBezTo>
                    <a:pt x="35" y="9"/>
                    <a:pt x="10" y="49"/>
                    <a:pt x="5" y="59"/>
                  </a:cubicBezTo>
                  <a:cubicBezTo>
                    <a:pt x="0" y="71"/>
                    <a:pt x="11" y="75"/>
                    <a:pt x="15" y="66"/>
                  </a:cubicBezTo>
                  <a:cubicBezTo>
                    <a:pt x="17" y="61"/>
                    <a:pt x="41" y="5"/>
                    <a:pt x="42" y="3"/>
                  </a:cubicBezTo>
                  <a:cubicBezTo>
                    <a:pt x="42" y="1"/>
                    <a:pt x="41" y="0"/>
                    <a:pt x="40" y="2"/>
                  </a:cubicBezTo>
                  <a:cubicBezTo>
                    <a:pt x="39" y="4"/>
                    <a:pt x="13" y="61"/>
                    <a:pt x="12" y="63"/>
                  </a:cubicBezTo>
                  <a:cubicBezTo>
                    <a:pt x="11" y="67"/>
                    <a:pt x="6" y="65"/>
                    <a:pt x="8" y="61"/>
                  </a:cubicBezTo>
                  <a:cubicBezTo>
                    <a:pt x="10" y="56"/>
                    <a:pt x="36" y="8"/>
                    <a:pt x="36" y="9"/>
                  </a:cubicBezTo>
                  <a:cubicBezTo>
                    <a:pt x="36" y="10"/>
                    <a:pt x="36" y="8"/>
                    <a:pt x="35" y="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8" name="Freeform 600">
              <a:extLst>
                <a:ext uri="{FF2B5EF4-FFF2-40B4-BE49-F238E27FC236}">
                  <a16:creationId xmlns:a16="http://schemas.microsoft.com/office/drawing/2014/main" id="{FEBF309C-F799-4A24-97D3-82D38442CC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49400" y="12560300"/>
              <a:ext cx="26988" cy="47625"/>
            </a:xfrm>
            <a:custGeom>
              <a:avLst/>
              <a:gdLst>
                <a:gd name="T0" fmla="*/ 6 w 42"/>
                <a:gd name="T1" fmla="*/ 8 h 75"/>
                <a:gd name="T2" fmla="*/ 37 w 42"/>
                <a:gd name="T3" fmla="*/ 59 h 75"/>
                <a:gd name="T4" fmla="*/ 27 w 42"/>
                <a:gd name="T5" fmla="*/ 66 h 75"/>
                <a:gd name="T6" fmla="*/ 0 w 42"/>
                <a:gd name="T7" fmla="*/ 2 h 75"/>
                <a:gd name="T8" fmla="*/ 2 w 42"/>
                <a:gd name="T9" fmla="*/ 2 h 75"/>
                <a:gd name="T10" fmla="*/ 30 w 42"/>
                <a:gd name="T11" fmla="*/ 63 h 75"/>
                <a:gd name="T12" fmla="*/ 34 w 42"/>
                <a:gd name="T13" fmla="*/ 61 h 75"/>
                <a:gd name="T14" fmla="*/ 6 w 42"/>
                <a:gd name="T15" fmla="*/ 9 h 75"/>
                <a:gd name="T16" fmla="*/ 6 w 42"/>
                <a:gd name="T17" fmla="*/ 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5">
                  <a:moveTo>
                    <a:pt x="6" y="8"/>
                  </a:moveTo>
                  <a:cubicBezTo>
                    <a:pt x="7" y="9"/>
                    <a:pt x="32" y="49"/>
                    <a:pt x="37" y="59"/>
                  </a:cubicBezTo>
                  <a:cubicBezTo>
                    <a:pt x="42" y="70"/>
                    <a:pt x="30" y="75"/>
                    <a:pt x="27" y="66"/>
                  </a:cubicBezTo>
                  <a:cubicBezTo>
                    <a:pt x="25" y="60"/>
                    <a:pt x="1" y="5"/>
                    <a:pt x="0" y="2"/>
                  </a:cubicBezTo>
                  <a:cubicBezTo>
                    <a:pt x="0" y="1"/>
                    <a:pt x="1" y="0"/>
                    <a:pt x="2" y="2"/>
                  </a:cubicBezTo>
                  <a:cubicBezTo>
                    <a:pt x="3" y="4"/>
                    <a:pt x="29" y="61"/>
                    <a:pt x="30" y="63"/>
                  </a:cubicBezTo>
                  <a:cubicBezTo>
                    <a:pt x="31" y="66"/>
                    <a:pt x="36" y="65"/>
                    <a:pt x="34" y="61"/>
                  </a:cubicBezTo>
                  <a:cubicBezTo>
                    <a:pt x="31" y="56"/>
                    <a:pt x="6" y="8"/>
                    <a:pt x="6" y="9"/>
                  </a:cubicBezTo>
                  <a:cubicBezTo>
                    <a:pt x="6" y="10"/>
                    <a:pt x="6" y="8"/>
                    <a:pt x="6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9" name="Freeform 601">
              <a:extLst>
                <a:ext uri="{FF2B5EF4-FFF2-40B4-BE49-F238E27FC236}">
                  <a16:creationId xmlns:a16="http://schemas.microsoft.com/office/drawing/2014/main" id="{B493C10D-4321-451C-BA8D-03A7ECC356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63675" y="12553950"/>
              <a:ext cx="22225" cy="31750"/>
            </a:xfrm>
            <a:custGeom>
              <a:avLst/>
              <a:gdLst>
                <a:gd name="T0" fmla="*/ 28 w 34"/>
                <a:gd name="T1" fmla="*/ 5 h 49"/>
                <a:gd name="T2" fmla="*/ 5 w 34"/>
                <a:gd name="T3" fmla="*/ 38 h 49"/>
                <a:gd name="T4" fmla="*/ 12 w 34"/>
                <a:gd name="T5" fmla="*/ 43 h 49"/>
                <a:gd name="T6" fmla="*/ 33 w 34"/>
                <a:gd name="T7" fmla="*/ 1 h 49"/>
                <a:gd name="T8" fmla="*/ 32 w 34"/>
                <a:gd name="T9" fmla="*/ 1 h 49"/>
                <a:gd name="T10" fmla="*/ 10 w 34"/>
                <a:gd name="T11" fmla="*/ 41 h 49"/>
                <a:gd name="T12" fmla="*/ 7 w 34"/>
                <a:gd name="T13" fmla="*/ 40 h 49"/>
                <a:gd name="T14" fmla="*/ 29 w 34"/>
                <a:gd name="T15" fmla="*/ 6 h 49"/>
                <a:gd name="T16" fmla="*/ 28 w 34"/>
                <a:gd name="T17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49">
                  <a:moveTo>
                    <a:pt x="28" y="5"/>
                  </a:moveTo>
                  <a:cubicBezTo>
                    <a:pt x="28" y="6"/>
                    <a:pt x="9" y="32"/>
                    <a:pt x="5" y="38"/>
                  </a:cubicBezTo>
                  <a:cubicBezTo>
                    <a:pt x="0" y="46"/>
                    <a:pt x="10" y="49"/>
                    <a:pt x="12" y="43"/>
                  </a:cubicBezTo>
                  <a:cubicBezTo>
                    <a:pt x="14" y="39"/>
                    <a:pt x="33" y="3"/>
                    <a:pt x="33" y="1"/>
                  </a:cubicBezTo>
                  <a:cubicBezTo>
                    <a:pt x="34" y="0"/>
                    <a:pt x="33" y="0"/>
                    <a:pt x="32" y="1"/>
                  </a:cubicBezTo>
                  <a:cubicBezTo>
                    <a:pt x="31" y="2"/>
                    <a:pt x="11" y="40"/>
                    <a:pt x="10" y="41"/>
                  </a:cubicBezTo>
                  <a:cubicBezTo>
                    <a:pt x="9" y="43"/>
                    <a:pt x="5" y="42"/>
                    <a:pt x="7" y="40"/>
                  </a:cubicBezTo>
                  <a:cubicBezTo>
                    <a:pt x="9" y="36"/>
                    <a:pt x="29" y="5"/>
                    <a:pt x="29" y="6"/>
                  </a:cubicBezTo>
                  <a:cubicBezTo>
                    <a:pt x="29" y="6"/>
                    <a:pt x="29" y="5"/>
                    <a:pt x="28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0" name="Freeform 602">
              <a:extLst>
                <a:ext uri="{FF2B5EF4-FFF2-40B4-BE49-F238E27FC236}">
                  <a16:creationId xmlns:a16="http://schemas.microsoft.com/office/drawing/2014/main" id="{AA7943DA-F772-423B-B7B6-8742782CA2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47800" y="12555538"/>
              <a:ext cx="20638" cy="22225"/>
            </a:xfrm>
            <a:custGeom>
              <a:avLst/>
              <a:gdLst>
                <a:gd name="T0" fmla="*/ 26 w 34"/>
                <a:gd name="T1" fmla="*/ 6 h 35"/>
                <a:gd name="T2" fmla="*/ 8 w 34"/>
                <a:gd name="T3" fmla="*/ 18 h 35"/>
                <a:gd name="T4" fmla="*/ 16 w 34"/>
                <a:gd name="T5" fmla="*/ 28 h 35"/>
                <a:gd name="T6" fmla="*/ 33 w 34"/>
                <a:gd name="T7" fmla="*/ 3 h 35"/>
                <a:gd name="T8" fmla="*/ 32 w 34"/>
                <a:gd name="T9" fmla="*/ 2 h 35"/>
                <a:gd name="T10" fmla="*/ 14 w 34"/>
                <a:gd name="T11" fmla="*/ 24 h 35"/>
                <a:gd name="T12" fmla="*/ 11 w 34"/>
                <a:gd name="T13" fmla="*/ 21 h 35"/>
                <a:gd name="T14" fmla="*/ 26 w 34"/>
                <a:gd name="T15" fmla="*/ 7 h 35"/>
                <a:gd name="T16" fmla="*/ 26 w 34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5">
                  <a:moveTo>
                    <a:pt x="26" y="6"/>
                  </a:moveTo>
                  <a:cubicBezTo>
                    <a:pt x="25" y="7"/>
                    <a:pt x="16" y="10"/>
                    <a:pt x="8" y="18"/>
                  </a:cubicBezTo>
                  <a:cubicBezTo>
                    <a:pt x="0" y="27"/>
                    <a:pt x="9" y="35"/>
                    <a:pt x="16" y="28"/>
                  </a:cubicBezTo>
                  <a:cubicBezTo>
                    <a:pt x="19" y="23"/>
                    <a:pt x="32" y="5"/>
                    <a:pt x="33" y="3"/>
                  </a:cubicBezTo>
                  <a:cubicBezTo>
                    <a:pt x="34" y="2"/>
                    <a:pt x="33" y="0"/>
                    <a:pt x="32" y="2"/>
                  </a:cubicBezTo>
                  <a:cubicBezTo>
                    <a:pt x="31" y="4"/>
                    <a:pt x="15" y="23"/>
                    <a:pt x="14" y="24"/>
                  </a:cubicBezTo>
                  <a:cubicBezTo>
                    <a:pt x="11" y="27"/>
                    <a:pt x="7" y="24"/>
                    <a:pt x="11" y="21"/>
                  </a:cubicBezTo>
                  <a:cubicBezTo>
                    <a:pt x="14" y="17"/>
                    <a:pt x="26" y="6"/>
                    <a:pt x="26" y="7"/>
                  </a:cubicBezTo>
                  <a:cubicBezTo>
                    <a:pt x="25" y="8"/>
                    <a:pt x="26" y="6"/>
                    <a:pt x="26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1" name="Freeform 603">
              <a:extLst>
                <a:ext uri="{FF2B5EF4-FFF2-40B4-BE49-F238E27FC236}">
                  <a16:creationId xmlns:a16="http://schemas.microsoft.com/office/drawing/2014/main" id="{D63465D6-2D32-41EB-AAC7-029B47BE06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20813" y="12472988"/>
              <a:ext cx="34925" cy="11112"/>
            </a:xfrm>
            <a:custGeom>
              <a:avLst/>
              <a:gdLst>
                <a:gd name="T0" fmla="*/ 42 w 55"/>
                <a:gd name="T1" fmla="*/ 8 h 17"/>
                <a:gd name="T2" fmla="*/ 16 w 55"/>
                <a:gd name="T3" fmla="*/ 1 h 17"/>
                <a:gd name="T4" fmla="*/ 13 w 55"/>
                <a:gd name="T5" fmla="*/ 16 h 17"/>
                <a:gd name="T6" fmla="*/ 53 w 55"/>
                <a:gd name="T7" fmla="*/ 13 h 17"/>
                <a:gd name="T8" fmla="*/ 53 w 55"/>
                <a:gd name="T9" fmla="*/ 11 h 17"/>
                <a:gd name="T10" fmla="*/ 15 w 55"/>
                <a:gd name="T11" fmla="*/ 11 h 17"/>
                <a:gd name="T12" fmla="*/ 16 w 55"/>
                <a:gd name="T13" fmla="*/ 5 h 17"/>
                <a:gd name="T14" fmla="*/ 42 w 55"/>
                <a:gd name="T15" fmla="*/ 9 h 17"/>
                <a:gd name="T16" fmla="*/ 42 w 55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7">
                  <a:moveTo>
                    <a:pt x="42" y="8"/>
                  </a:moveTo>
                  <a:cubicBezTo>
                    <a:pt x="41" y="8"/>
                    <a:pt x="31" y="2"/>
                    <a:pt x="16" y="1"/>
                  </a:cubicBezTo>
                  <a:cubicBezTo>
                    <a:pt x="0" y="0"/>
                    <a:pt x="0" y="17"/>
                    <a:pt x="13" y="16"/>
                  </a:cubicBezTo>
                  <a:cubicBezTo>
                    <a:pt x="20" y="16"/>
                    <a:pt x="49" y="13"/>
                    <a:pt x="53" y="13"/>
                  </a:cubicBezTo>
                  <a:cubicBezTo>
                    <a:pt x="55" y="13"/>
                    <a:pt x="55" y="11"/>
                    <a:pt x="53" y="11"/>
                  </a:cubicBezTo>
                  <a:cubicBezTo>
                    <a:pt x="50" y="11"/>
                    <a:pt x="17" y="12"/>
                    <a:pt x="15" y="11"/>
                  </a:cubicBezTo>
                  <a:cubicBezTo>
                    <a:pt x="10" y="11"/>
                    <a:pt x="10" y="5"/>
                    <a:pt x="16" y="5"/>
                  </a:cubicBezTo>
                  <a:cubicBezTo>
                    <a:pt x="23" y="6"/>
                    <a:pt x="43" y="9"/>
                    <a:pt x="42" y="9"/>
                  </a:cubicBezTo>
                  <a:cubicBezTo>
                    <a:pt x="41" y="9"/>
                    <a:pt x="43" y="8"/>
                    <a:pt x="42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2" name="Freeform 604">
              <a:extLst>
                <a:ext uri="{FF2B5EF4-FFF2-40B4-BE49-F238E27FC236}">
                  <a16:creationId xmlns:a16="http://schemas.microsoft.com/office/drawing/2014/main" id="{0AD0961B-BE46-4810-92C3-76FEB05B81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20813" y="12455525"/>
              <a:ext cx="34925" cy="12700"/>
            </a:xfrm>
            <a:custGeom>
              <a:avLst/>
              <a:gdLst>
                <a:gd name="T0" fmla="*/ 43 w 55"/>
                <a:gd name="T1" fmla="*/ 13 h 19"/>
                <a:gd name="T2" fmla="*/ 18 w 55"/>
                <a:gd name="T3" fmla="*/ 3 h 19"/>
                <a:gd name="T4" fmla="*/ 13 w 55"/>
                <a:gd name="T5" fmla="*/ 17 h 19"/>
                <a:gd name="T6" fmla="*/ 52 w 55"/>
                <a:gd name="T7" fmla="*/ 19 h 19"/>
                <a:gd name="T8" fmla="*/ 53 w 55"/>
                <a:gd name="T9" fmla="*/ 17 h 19"/>
                <a:gd name="T10" fmla="*/ 15 w 55"/>
                <a:gd name="T11" fmla="*/ 13 h 19"/>
                <a:gd name="T12" fmla="*/ 17 w 55"/>
                <a:gd name="T13" fmla="*/ 7 h 19"/>
                <a:gd name="T14" fmla="*/ 42 w 55"/>
                <a:gd name="T15" fmla="*/ 14 h 19"/>
                <a:gd name="T16" fmla="*/ 43 w 55"/>
                <a:gd name="T17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9">
                  <a:moveTo>
                    <a:pt x="43" y="13"/>
                  </a:moveTo>
                  <a:cubicBezTo>
                    <a:pt x="42" y="13"/>
                    <a:pt x="32" y="6"/>
                    <a:pt x="18" y="3"/>
                  </a:cubicBezTo>
                  <a:cubicBezTo>
                    <a:pt x="1" y="0"/>
                    <a:pt x="0" y="16"/>
                    <a:pt x="13" y="17"/>
                  </a:cubicBezTo>
                  <a:cubicBezTo>
                    <a:pt x="20" y="18"/>
                    <a:pt x="49" y="19"/>
                    <a:pt x="52" y="19"/>
                  </a:cubicBezTo>
                  <a:cubicBezTo>
                    <a:pt x="54" y="19"/>
                    <a:pt x="55" y="17"/>
                    <a:pt x="53" y="17"/>
                  </a:cubicBezTo>
                  <a:cubicBezTo>
                    <a:pt x="49" y="17"/>
                    <a:pt x="18" y="13"/>
                    <a:pt x="15" y="13"/>
                  </a:cubicBezTo>
                  <a:cubicBezTo>
                    <a:pt x="10" y="12"/>
                    <a:pt x="11" y="6"/>
                    <a:pt x="17" y="7"/>
                  </a:cubicBezTo>
                  <a:cubicBezTo>
                    <a:pt x="24" y="8"/>
                    <a:pt x="43" y="14"/>
                    <a:pt x="42" y="14"/>
                  </a:cubicBezTo>
                  <a:cubicBezTo>
                    <a:pt x="41" y="14"/>
                    <a:pt x="44" y="14"/>
                    <a:pt x="43" y="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3" name="Freeform 605">
              <a:extLst>
                <a:ext uri="{FF2B5EF4-FFF2-40B4-BE49-F238E27FC236}">
                  <a16:creationId xmlns:a16="http://schemas.microsoft.com/office/drawing/2014/main" id="{36390D91-51F8-4FAC-A2BC-2AF568ABE6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50975" y="12439650"/>
              <a:ext cx="25400" cy="15875"/>
            </a:xfrm>
            <a:custGeom>
              <a:avLst/>
              <a:gdLst>
                <a:gd name="T0" fmla="*/ 33 w 42"/>
                <a:gd name="T1" fmla="*/ 18 h 26"/>
                <a:gd name="T2" fmla="*/ 22 w 42"/>
                <a:gd name="T3" fmla="*/ 8 h 26"/>
                <a:gd name="T4" fmla="*/ 12 w 42"/>
                <a:gd name="T5" fmla="*/ 16 h 26"/>
                <a:gd name="T6" fmla="*/ 39 w 42"/>
                <a:gd name="T7" fmla="*/ 26 h 26"/>
                <a:gd name="T8" fmla="*/ 40 w 42"/>
                <a:gd name="T9" fmla="*/ 24 h 26"/>
                <a:gd name="T10" fmla="*/ 16 w 42"/>
                <a:gd name="T11" fmla="*/ 14 h 26"/>
                <a:gd name="T12" fmla="*/ 20 w 42"/>
                <a:gd name="T13" fmla="*/ 10 h 26"/>
                <a:gd name="T14" fmla="*/ 32 w 42"/>
                <a:gd name="T15" fmla="*/ 19 h 26"/>
                <a:gd name="T16" fmla="*/ 33 w 42"/>
                <a:gd name="T17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6">
                  <a:moveTo>
                    <a:pt x="33" y="18"/>
                  </a:moveTo>
                  <a:cubicBezTo>
                    <a:pt x="32" y="18"/>
                    <a:pt x="34" y="14"/>
                    <a:pt x="22" y="8"/>
                  </a:cubicBezTo>
                  <a:cubicBezTo>
                    <a:pt x="9" y="0"/>
                    <a:pt x="0" y="11"/>
                    <a:pt x="12" y="16"/>
                  </a:cubicBezTo>
                  <a:cubicBezTo>
                    <a:pt x="18" y="19"/>
                    <a:pt x="36" y="24"/>
                    <a:pt x="39" y="26"/>
                  </a:cubicBezTo>
                  <a:cubicBezTo>
                    <a:pt x="40" y="26"/>
                    <a:pt x="42" y="25"/>
                    <a:pt x="40" y="24"/>
                  </a:cubicBezTo>
                  <a:cubicBezTo>
                    <a:pt x="37" y="23"/>
                    <a:pt x="18" y="15"/>
                    <a:pt x="16" y="14"/>
                  </a:cubicBezTo>
                  <a:cubicBezTo>
                    <a:pt x="12" y="12"/>
                    <a:pt x="15" y="8"/>
                    <a:pt x="20" y="10"/>
                  </a:cubicBezTo>
                  <a:cubicBezTo>
                    <a:pt x="26" y="13"/>
                    <a:pt x="33" y="19"/>
                    <a:pt x="32" y="19"/>
                  </a:cubicBezTo>
                  <a:cubicBezTo>
                    <a:pt x="31" y="18"/>
                    <a:pt x="33" y="19"/>
                    <a:pt x="33" y="1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4" name="Freeform 606">
              <a:extLst>
                <a:ext uri="{FF2B5EF4-FFF2-40B4-BE49-F238E27FC236}">
                  <a16:creationId xmlns:a16="http://schemas.microsoft.com/office/drawing/2014/main" id="{93CEF68F-DFA9-430A-8A4B-4ECBEDB2B7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66850" y="12422188"/>
              <a:ext cx="30163" cy="25400"/>
            </a:xfrm>
            <a:custGeom>
              <a:avLst/>
              <a:gdLst>
                <a:gd name="T0" fmla="*/ 38 w 46"/>
                <a:gd name="T1" fmla="*/ 29 h 40"/>
                <a:gd name="T2" fmla="*/ 19 w 46"/>
                <a:gd name="T3" fmla="*/ 10 h 40"/>
                <a:gd name="T4" fmla="*/ 9 w 46"/>
                <a:gd name="T5" fmla="*/ 22 h 40"/>
                <a:gd name="T6" fmla="*/ 44 w 46"/>
                <a:gd name="T7" fmla="*/ 39 h 40"/>
                <a:gd name="T8" fmla="*/ 45 w 46"/>
                <a:gd name="T9" fmla="*/ 37 h 40"/>
                <a:gd name="T10" fmla="*/ 13 w 46"/>
                <a:gd name="T11" fmla="*/ 18 h 40"/>
                <a:gd name="T12" fmla="*/ 16 w 46"/>
                <a:gd name="T13" fmla="*/ 13 h 40"/>
                <a:gd name="T14" fmla="*/ 38 w 46"/>
                <a:gd name="T15" fmla="*/ 29 h 40"/>
                <a:gd name="T16" fmla="*/ 38 w 46"/>
                <a:gd name="T17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40">
                  <a:moveTo>
                    <a:pt x="38" y="29"/>
                  </a:moveTo>
                  <a:cubicBezTo>
                    <a:pt x="38" y="28"/>
                    <a:pt x="29" y="19"/>
                    <a:pt x="19" y="10"/>
                  </a:cubicBezTo>
                  <a:cubicBezTo>
                    <a:pt x="7" y="0"/>
                    <a:pt x="0" y="15"/>
                    <a:pt x="9" y="22"/>
                  </a:cubicBezTo>
                  <a:cubicBezTo>
                    <a:pt x="15" y="25"/>
                    <a:pt x="41" y="37"/>
                    <a:pt x="44" y="39"/>
                  </a:cubicBezTo>
                  <a:cubicBezTo>
                    <a:pt x="45" y="40"/>
                    <a:pt x="46" y="38"/>
                    <a:pt x="45" y="37"/>
                  </a:cubicBezTo>
                  <a:cubicBezTo>
                    <a:pt x="42" y="35"/>
                    <a:pt x="15" y="20"/>
                    <a:pt x="13" y="18"/>
                  </a:cubicBezTo>
                  <a:cubicBezTo>
                    <a:pt x="9" y="16"/>
                    <a:pt x="12" y="10"/>
                    <a:pt x="16" y="13"/>
                  </a:cubicBezTo>
                  <a:cubicBezTo>
                    <a:pt x="21" y="18"/>
                    <a:pt x="39" y="30"/>
                    <a:pt x="38" y="29"/>
                  </a:cubicBezTo>
                  <a:cubicBezTo>
                    <a:pt x="37" y="29"/>
                    <a:pt x="39" y="30"/>
                    <a:pt x="38" y="2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5" name="Freeform 607">
              <a:extLst>
                <a:ext uri="{FF2B5EF4-FFF2-40B4-BE49-F238E27FC236}">
                  <a16:creationId xmlns:a16="http://schemas.microsoft.com/office/drawing/2014/main" id="{2C4F40AB-4D07-4357-92C9-1258A230B1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85900" y="12417425"/>
              <a:ext cx="19050" cy="19050"/>
            </a:xfrm>
            <a:custGeom>
              <a:avLst/>
              <a:gdLst>
                <a:gd name="T0" fmla="*/ 24 w 28"/>
                <a:gd name="T1" fmla="*/ 22 h 30"/>
                <a:gd name="T2" fmla="*/ 13 w 28"/>
                <a:gd name="T3" fmla="*/ 8 h 30"/>
                <a:gd name="T4" fmla="*/ 6 w 28"/>
                <a:gd name="T5" fmla="*/ 14 h 30"/>
                <a:gd name="T6" fmla="*/ 26 w 28"/>
                <a:gd name="T7" fmla="*/ 29 h 30"/>
                <a:gd name="T8" fmla="*/ 27 w 28"/>
                <a:gd name="T9" fmla="*/ 28 h 30"/>
                <a:gd name="T10" fmla="*/ 8 w 28"/>
                <a:gd name="T11" fmla="*/ 12 h 30"/>
                <a:gd name="T12" fmla="*/ 11 w 28"/>
                <a:gd name="T13" fmla="*/ 10 h 30"/>
                <a:gd name="T14" fmla="*/ 23 w 28"/>
                <a:gd name="T15" fmla="*/ 22 h 30"/>
                <a:gd name="T16" fmla="*/ 24 w 28"/>
                <a:gd name="T17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0">
                  <a:moveTo>
                    <a:pt x="24" y="22"/>
                  </a:moveTo>
                  <a:cubicBezTo>
                    <a:pt x="23" y="22"/>
                    <a:pt x="19" y="15"/>
                    <a:pt x="13" y="8"/>
                  </a:cubicBezTo>
                  <a:cubicBezTo>
                    <a:pt x="7" y="0"/>
                    <a:pt x="0" y="8"/>
                    <a:pt x="6" y="14"/>
                  </a:cubicBezTo>
                  <a:cubicBezTo>
                    <a:pt x="9" y="17"/>
                    <a:pt x="24" y="28"/>
                    <a:pt x="26" y="29"/>
                  </a:cubicBezTo>
                  <a:cubicBezTo>
                    <a:pt x="27" y="30"/>
                    <a:pt x="28" y="29"/>
                    <a:pt x="27" y="28"/>
                  </a:cubicBezTo>
                  <a:cubicBezTo>
                    <a:pt x="25" y="27"/>
                    <a:pt x="9" y="14"/>
                    <a:pt x="8" y="12"/>
                  </a:cubicBezTo>
                  <a:cubicBezTo>
                    <a:pt x="6" y="10"/>
                    <a:pt x="9" y="7"/>
                    <a:pt x="11" y="10"/>
                  </a:cubicBezTo>
                  <a:cubicBezTo>
                    <a:pt x="14" y="13"/>
                    <a:pt x="24" y="23"/>
                    <a:pt x="23" y="22"/>
                  </a:cubicBezTo>
                  <a:cubicBezTo>
                    <a:pt x="23" y="22"/>
                    <a:pt x="24" y="23"/>
                    <a:pt x="24" y="2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6" name="Freeform 608">
              <a:extLst>
                <a:ext uri="{FF2B5EF4-FFF2-40B4-BE49-F238E27FC236}">
                  <a16:creationId xmlns:a16="http://schemas.microsoft.com/office/drawing/2014/main" id="{020F0411-727E-450E-872F-4D7D512B32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14475" y="12414250"/>
              <a:ext cx="6350" cy="19050"/>
            </a:xfrm>
            <a:custGeom>
              <a:avLst/>
              <a:gdLst>
                <a:gd name="T0" fmla="*/ 7 w 11"/>
                <a:gd name="T1" fmla="*/ 20 h 28"/>
                <a:gd name="T2" fmla="*/ 10 w 11"/>
                <a:gd name="T3" fmla="*/ 10 h 28"/>
                <a:gd name="T4" fmla="*/ 0 w 11"/>
                <a:gd name="T5" fmla="*/ 9 h 28"/>
                <a:gd name="T6" fmla="*/ 3 w 11"/>
                <a:gd name="T7" fmla="*/ 27 h 28"/>
                <a:gd name="T8" fmla="*/ 5 w 11"/>
                <a:gd name="T9" fmla="*/ 27 h 28"/>
                <a:gd name="T10" fmla="*/ 3 w 11"/>
                <a:gd name="T11" fmla="*/ 9 h 28"/>
                <a:gd name="T12" fmla="*/ 7 w 11"/>
                <a:gd name="T13" fmla="*/ 10 h 28"/>
                <a:gd name="T14" fmla="*/ 6 w 11"/>
                <a:gd name="T15" fmla="*/ 20 h 28"/>
                <a:gd name="T16" fmla="*/ 7 w 11"/>
                <a:gd name="T17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8">
                  <a:moveTo>
                    <a:pt x="7" y="20"/>
                  </a:moveTo>
                  <a:cubicBezTo>
                    <a:pt x="7" y="20"/>
                    <a:pt x="9" y="19"/>
                    <a:pt x="10" y="10"/>
                  </a:cubicBezTo>
                  <a:cubicBezTo>
                    <a:pt x="11" y="0"/>
                    <a:pt x="0" y="1"/>
                    <a:pt x="0" y="9"/>
                  </a:cubicBezTo>
                  <a:cubicBezTo>
                    <a:pt x="0" y="13"/>
                    <a:pt x="3" y="25"/>
                    <a:pt x="3" y="27"/>
                  </a:cubicBezTo>
                  <a:cubicBezTo>
                    <a:pt x="3" y="28"/>
                    <a:pt x="5" y="28"/>
                    <a:pt x="5" y="27"/>
                  </a:cubicBezTo>
                  <a:cubicBezTo>
                    <a:pt x="5" y="25"/>
                    <a:pt x="3" y="11"/>
                    <a:pt x="3" y="9"/>
                  </a:cubicBezTo>
                  <a:cubicBezTo>
                    <a:pt x="3" y="6"/>
                    <a:pt x="7" y="6"/>
                    <a:pt x="7" y="10"/>
                  </a:cubicBezTo>
                  <a:cubicBezTo>
                    <a:pt x="7" y="14"/>
                    <a:pt x="6" y="21"/>
                    <a:pt x="6" y="20"/>
                  </a:cubicBezTo>
                  <a:cubicBezTo>
                    <a:pt x="6" y="20"/>
                    <a:pt x="7" y="21"/>
                    <a:pt x="7" y="2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7" name="Freeform 609">
              <a:extLst>
                <a:ext uri="{FF2B5EF4-FFF2-40B4-BE49-F238E27FC236}">
                  <a16:creationId xmlns:a16="http://schemas.microsoft.com/office/drawing/2014/main" id="{72EE9D42-8854-44A4-94C3-8A2A04E13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33513" y="12525375"/>
              <a:ext cx="25400" cy="19050"/>
            </a:xfrm>
            <a:custGeom>
              <a:avLst/>
              <a:gdLst>
                <a:gd name="T0" fmla="*/ 29 w 38"/>
                <a:gd name="T1" fmla="*/ 5 h 30"/>
                <a:gd name="T2" fmla="*/ 10 w 38"/>
                <a:gd name="T3" fmla="*/ 13 h 30"/>
                <a:gd name="T4" fmla="*/ 16 w 38"/>
                <a:gd name="T5" fmla="*/ 24 h 30"/>
                <a:gd name="T6" fmla="*/ 37 w 38"/>
                <a:gd name="T7" fmla="*/ 2 h 30"/>
                <a:gd name="T8" fmla="*/ 36 w 38"/>
                <a:gd name="T9" fmla="*/ 1 h 30"/>
                <a:gd name="T10" fmla="*/ 14 w 38"/>
                <a:gd name="T11" fmla="*/ 20 h 30"/>
                <a:gd name="T12" fmla="*/ 12 w 38"/>
                <a:gd name="T13" fmla="*/ 16 h 30"/>
                <a:gd name="T14" fmla="*/ 29 w 38"/>
                <a:gd name="T15" fmla="*/ 5 h 30"/>
                <a:gd name="T16" fmla="*/ 29 w 38"/>
                <a:gd name="T17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0">
                  <a:moveTo>
                    <a:pt x="29" y="5"/>
                  </a:moveTo>
                  <a:cubicBezTo>
                    <a:pt x="28" y="5"/>
                    <a:pt x="19" y="6"/>
                    <a:pt x="10" y="13"/>
                  </a:cubicBezTo>
                  <a:cubicBezTo>
                    <a:pt x="0" y="21"/>
                    <a:pt x="8" y="30"/>
                    <a:pt x="16" y="24"/>
                  </a:cubicBezTo>
                  <a:cubicBezTo>
                    <a:pt x="20" y="20"/>
                    <a:pt x="35" y="4"/>
                    <a:pt x="37" y="2"/>
                  </a:cubicBezTo>
                  <a:cubicBezTo>
                    <a:pt x="38" y="1"/>
                    <a:pt x="38" y="0"/>
                    <a:pt x="36" y="1"/>
                  </a:cubicBezTo>
                  <a:cubicBezTo>
                    <a:pt x="35" y="3"/>
                    <a:pt x="16" y="19"/>
                    <a:pt x="14" y="20"/>
                  </a:cubicBezTo>
                  <a:cubicBezTo>
                    <a:pt x="11" y="22"/>
                    <a:pt x="8" y="19"/>
                    <a:pt x="12" y="16"/>
                  </a:cubicBezTo>
                  <a:cubicBezTo>
                    <a:pt x="16" y="13"/>
                    <a:pt x="30" y="5"/>
                    <a:pt x="29" y="5"/>
                  </a:cubicBezTo>
                  <a:cubicBezTo>
                    <a:pt x="29" y="6"/>
                    <a:pt x="30" y="4"/>
                    <a:pt x="29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8" name="Freeform 610">
              <a:extLst>
                <a:ext uri="{FF2B5EF4-FFF2-40B4-BE49-F238E27FC236}">
                  <a16:creationId xmlns:a16="http://schemas.microsoft.com/office/drawing/2014/main" id="{9D5292DF-6775-4983-AB83-D899059E82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39863" y="12598400"/>
              <a:ext cx="15875" cy="23812"/>
            </a:xfrm>
            <a:custGeom>
              <a:avLst/>
              <a:gdLst>
                <a:gd name="T0" fmla="*/ 18 w 24"/>
                <a:gd name="T1" fmla="*/ 7 h 37"/>
                <a:gd name="T2" fmla="*/ 6 w 24"/>
                <a:gd name="T3" fmla="*/ 20 h 37"/>
                <a:gd name="T4" fmla="*/ 12 w 24"/>
                <a:gd name="T5" fmla="*/ 29 h 37"/>
                <a:gd name="T6" fmla="*/ 23 w 24"/>
                <a:gd name="T7" fmla="*/ 2 h 37"/>
                <a:gd name="T8" fmla="*/ 22 w 24"/>
                <a:gd name="T9" fmla="*/ 1 h 37"/>
                <a:gd name="T10" fmla="*/ 11 w 24"/>
                <a:gd name="T11" fmla="*/ 26 h 37"/>
                <a:gd name="T12" fmla="*/ 8 w 24"/>
                <a:gd name="T13" fmla="*/ 22 h 37"/>
                <a:gd name="T14" fmla="*/ 18 w 24"/>
                <a:gd name="T15" fmla="*/ 7 h 37"/>
                <a:gd name="T16" fmla="*/ 18 w 24"/>
                <a:gd name="T1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7">
                  <a:moveTo>
                    <a:pt x="18" y="7"/>
                  </a:moveTo>
                  <a:cubicBezTo>
                    <a:pt x="17" y="7"/>
                    <a:pt x="11" y="11"/>
                    <a:pt x="6" y="20"/>
                  </a:cubicBezTo>
                  <a:cubicBezTo>
                    <a:pt x="0" y="30"/>
                    <a:pt x="8" y="37"/>
                    <a:pt x="12" y="29"/>
                  </a:cubicBezTo>
                  <a:cubicBezTo>
                    <a:pt x="14" y="24"/>
                    <a:pt x="22" y="4"/>
                    <a:pt x="23" y="2"/>
                  </a:cubicBezTo>
                  <a:cubicBezTo>
                    <a:pt x="24" y="1"/>
                    <a:pt x="23" y="0"/>
                    <a:pt x="22" y="1"/>
                  </a:cubicBezTo>
                  <a:cubicBezTo>
                    <a:pt x="21" y="3"/>
                    <a:pt x="11" y="24"/>
                    <a:pt x="11" y="26"/>
                  </a:cubicBezTo>
                  <a:cubicBezTo>
                    <a:pt x="9" y="29"/>
                    <a:pt x="6" y="26"/>
                    <a:pt x="8" y="22"/>
                  </a:cubicBezTo>
                  <a:cubicBezTo>
                    <a:pt x="10" y="18"/>
                    <a:pt x="18" y="6"/>
                    <a:pt x="18" y="7"/>
                  </a:cubicBezTo>
                  <a:cubicBezTo>
                    <a:pt x="18" y="8"/>
                    <a:pt x="18" y="6"/>
                    <a:pt x="18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9" name="Freeform 611">
              <a:extLst>
                <a:ext uri="{FF2B5EF4-FFF2-40B4-BE49-F238E27FC236}">
                  <a16:creationId xmlns:a16="http://schemas.microsoft.com/office/drawing/2014/main" id="{11CFCD82-4246-4882-AF4D-7BCDA2BA7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71600" y="12549188"/>
              <a:ext cx="84138" cy="103187"/>
            </a:xfrm>
            <a:custGeom>
              <a:avLst/>
              <a:gdLst>
                <a:gd name="T0" fmla="*/ 118 w 133"/>
                <a:gd name="T1" fmla="*/ 11 h 159"/>
                <a:gd name="T2" fmla="*/ 15 w 133"/>
                <a:gd name="T3" fmla="*/ 128 h 159"/>
                <a:gd name="T4" fmla="*/ 29 w 133"/>
                <a:gd name="T5" fmla="*/ 144 h 159"/>
                <a:gd name="T6" fmla="*/ 131 w 133"/>
                <a:gd name="T7" fmla="*/ 4 h 159"/>
                <a:gd name="T8" fmla="*/ 129 w 133"/>
                <a:gd name="T9" fmla="*/ 2 h 159"/>
                <a:gd name="T10" fmla="*/ 25 w 133"/>
                <a:gd name="T11" fmla="*/ 138 h 159"/>
                <a:gd name="T12" fmla="*/ 19 w 133"/>
                <a:gd name="T13" fmla="*/ 132 h 159"/>
                <a:gd name="T14" fmla="*/ 118 w 133"/>
                <a:gd name="T15" fmla="*/ 13 h 159"/>
                <a:gd name="T16" fmla="*/ 118 w 133"/>
                <a:gd name="T17" fmla="*/ 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59">
                  <a:moveTo>
                    <a:pt x="118" y="11"/>
                  </a:moveTo>
                  <a:cubicBezTo>
                    <a:pt x="117" y="12"/>
                    <a:pt x="29" y="113"/>
                    <a:pt x="15" y="128"/>
                  </a:cubicBezTo>
                  <a:cubicBezTo>
                    <a:pt x="0" y="145"/>
                    <a:pt x="19" y="159"/>
                    <a:pt x="29" y="144"/>
                  </a:cubicBezTo>
                  <a:cubicBezTo>
                    <a:pt x="35" y="136"/>
                    <a:pt x="129" y="8"/>
                    <a:pt x="131" y="4"/>
                  </a:cubicBezTo>
                  <a:cubicBezTo>
                    <a:pt x="133" y="2"/>
                    <a:pt x="131" y="0"/>
                    <a:pt x="129" y="2"/>
                  </a:cubicBezTo>
                  <a:cubicBezTo>
                    <a:pt x="126" y="6"/>
                    <a:pt x="28" y="136"/>
                    <a:pt x="25" y="138"/>
                  </a:cubicBezTo>
                  <a:cubicBezTo>
                    <a:pt x="21" y="144"/>
                    <a:pt x="14" y="139"/>
                    <a:pt x="19" y="132"/>
                  </a:cubicBezTo>
                  <a:cubicBezTo>
                    <a:pt x="26" y="125"/>
                    <a:pt x="119" y="11"/>
                    <a:pt x="118" y="13"/>
                  </a:cubicBezTo>
                  <a:cubicBezTo>
                    <a:pt x="117" y="14"/>
                    <a:pt x="119" y="10"/>
                    <a:pt x="118" y="1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0" name="Freeform 612">
              <a:extLst>
                <a:ext uri="{FF2B5EF4-FFF2-40B4-BE49-F238E27FC236}">
                  <a16:creationId xmlns:a16="http://schemas.microsoft.com/office/drawing/2014/main" id="{0094B1E5-8023-4BF0-8F23-A6C98A8226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38263" y="12501563"/>
              <a:ext cx="128588" cy="65087"/>
            </a:xfrm>
            <a:custGeom>
              <a:avLst/>
              <a:gdLst>
                <a:gd name="T0" fmla="*/ 183 w 201"/>
                <a:gd name="T1" fmla="*/ 4 h 103"/>
                <a:gd name="T2" fmla="*/ 21 w 201"/>
                <a:gd name="T3" fmla="*/ 73 h 103"/>
                <a:gd name="T4" fmla="*/ 26 w 201"/>
                <a:gd name="T5" fmla="*/ 94 h 103"/>
                <a:gd name="T6" fmla="*/ 199 w 201"/>
                <a:gd name="T7" fmla="*/ 4 h 103"/>
                <a:gd name="T8" fmla="*/ 198 w 201"/>
                <a:gd name="T9" fmla="*/ 1 h 103"/>
                <a:gd name="T10" fmla="*/ 26 w 201"/>
                <a:gd name="T11" fmla="*/ 87 h 103"/>
                <a:gd name="T12" fmla="*/ 23 w 201"/>
                <a:gd name="T13" fmla="*/ 79 h 103"/>
                <a:gd name="T14" fmla="*/ 183 w 201"/>
                <a:gd name="T15" fmla="*/ 6 h 103"/>
                <a:gd name="T16" fmla="*/ 183 w 201"/>
                <a:gd name="T17" fmla="*/ 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103">
                  <a:moveTo>
                    <a:pt x="183" y="4"/>
                  </a:moveTo>
                  <a:cubicBezTo>
                    <a:pt x="182" y="5"/>
                    <a:pt x="40" y="65"/>
                    <a:pt x="21" y="73"/>
                  </a:cubicBezTo>
                  <a:cubicBezTo>
                    <a:pt x="0" y="82"/>
                    <a:pt x="11" y="103"/>
                    <a:pt x="26" y="94"/>
                  </a:cubicBezTo>
                  <a:cubicBezTo>
                    <a:pt x="35" y="89"/>
                    <a:pt x="194" y="6"/>
                    <a:pt x="199" y="4"/>
                  </a:cubicBezTo>
                  <a:cubicBezTo>
                    <a:pt x="201" y="2"/>
                    <a:pt x="200" y="0"/>
                    <a:pt x="198" y="1"/>
                  </a:cubicBezTo>
                  <a:cubicBezTo>
                    <a:pt x="193" y="3"/>
                    <a:pt x="29" y="86"/>
                    <a:pt x="26" y="87"/>
                  </a:cubicBezTo>
                  <a:cubicBezTo>
                    <a:pt x="19" y="90"/>
                    <a:pt x="15" y="83"/>
                    <a:pt x="23" y="79"/>
                  </a:cubicBezTo>
                  <a:cubicBezTo>
                    <a:pt x="32" y="75"/>
                    <a:pt x="184" y="5"/>
                    <a:pt x="183" y="6"/>
                  </a:cubicBezTo>
                  <a:cubicBezTo>
                    <a:pt x="182" y="7"/>
                    <a:pt x="185" y="4"/>
                    <a:pt x="183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1" name="Freeform 613">
              <a:extLst>
                <a:ext uri="{FF2B5EF4-FFF2-40B4-BE49-F238E27FC236}">
                  <a16:creationId xmlns:a16="http://schemas.microsoft.com/office/drawing/2014/main" id="{88E9C4D5-084B-4FF6-A7DB-8268193BCC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28738" y="12542838"/>
              <a:ext cx="128588" cy="142875"/>
            </a:xfrm>
            <a:custGeom>
              <a:avLst/>
              <a:gdLst>
                <a:gd name="T0" fmla="*/ 187 w 202"/>
                <a:gd name="T1" fmla="*/ 11 h 224"/>
                <a:gd name="T2" fmla="*/ 15 w 202"/>
                <a:gd name="T3" fmla="*/ 193 h 224"/>
                <a:gd name="T4" fmla="*/ 29 w 202"/>
                <a:gd name="T5" fmla="*/ 209 h 224"/>
                <a:gd name="T6" fmla="*/ 201 w 202"/>
                <a:gd name="T7" fmla="*/ 4 h 224"/>
                <a:gd name="T8" fmla="*/ 198 w 202"/>
                <a:gd name="T9" fmla="*/ 2 h 224"/>
                <a:gd name="T10" fmla="*/ 25 w 202"/>
                <a:gd name="T11" fmla="*/ 204 h 224"/>
                <a:gd name="T12" fmla="*/ 20 w 202"/>
                <a:gd name="T13" fmla="*/ 197 h 224"/>
                <a:gd name="T14" fmla="*/ 187 w 202"/>
                <a:gd name="T15" fmla="*/ 12 h 224"/>
                <a:gd name="T16" fmla="*/ 187 w 202"/>
                <a:gd name="T17" fmla="*/ 1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" h="224">
                  <a:moveTo>
                    <a:pt x="187" y="11"/>
                  </a:moveTo>
                  <a:cubicBezTo>
                    <a:pt x="185" y="12"/>
                    <a:pt x="30" y="178"/>
                    <a:pt x="15" y="193"/>
                  </a:cubicBezTo>
                  <a:cubicBezTo>
                    <a:pt x="0" y="210"/>
                    <a:pt x="18" y="224"/>
                    <a:pt x="29" y="209"/>
                  </a:cubicBezTo>
                  <a:cubicBezTo>
                    <a:pt x="35" y="202"/>
                    <a:pt x="198" y="8"/>
                    <a:pt x="201" y="4"/>
                  </a:cubicBezTo>
                  <a:cubicBezTo>
                    <a:pt x="202" y="2"/>
                    <a:pt x="200" y="0"/>
                    <a:pt x="198" y="2"/>
                  </a:cubicBezTo>
                  <a:cubicBezTo>
                    <a:pt x="196" y="6"/>
                    <a:pt x="28" y="201"/>
                    <a:pt x="25" y="204"/>
                  </a:cubicBezTo>
                  <a:cubicBezTo>
                    <a:pt x="21" y="209"/>
                    <a:pt x="14" y="204"/>
                    <a:pt x="20" y="197"/>
                  </a:cubicBezTo>
                  <a:cubicBezTo>
                    <a:pt x="26" y="190"/>
                    <a:pt x="188" y="11"/>
                    <a:pt x="187" y="12"/>
                  </a:cubicBezTo>
                  <a:cubicBezTo>
                    <a:pt x="186" y="14"/>
                    <a:pt x="188" y="10"/>
                    <a:pt x="187" y="1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2" name="Freeform 614">
              <a:extLst>
                <a:ext uri="{FF2B5EF4-FFF2-40B4-BE49-F238E27FC236}">
                  <a16:creationId xmlns:a16="http://schemas.microsoft.com/office/drawing/2014/main" id="{280E89EF-3663-4169-9403-74A3F30D4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9088" y="12544425"/>
              <a:ext cx="84138" cy="66675"/>
            </a:xfrm>
            <a:custGeom>
              <a:avLst/>
              <a:gdLst>
                <a:gd name="T0" fmla="*/ 17 w 133"/>
                <a:gd name="T1" fmla="*/ 8 h 104"/>
                <a:gd name="T2" fmla="*/ 114 w 133"/>
                <a:gd name="T3" fmla="*/ 73 h 104"/>
                <a:gd name="T4" fmla="*/ 105 w 133"/>
                <a:gd name="T5" fmla="*/ 92 h 104"/>
                <a:gd name="T6" fmla="*/ 2 w 133"/>
                <a:gd name="T7" fmla="*/ 4 h 104"/>
                <a:gd name="T8" fmla="*/ 4 w 133"/>
                <a:gd name="T9" fmla="*/ 1 h 104"/>
                <a:gd name="T10" fmla="*/ 107 w 133"/>
                <a:gd name="T11" fmla="*/ 85 h 104"/>
                <a:gd name="T12" fmla="*/ 111 w 133"/>
                <a:gd name="T13" fmla="*/ 78 h 104"/>
                <a:gd name="T14" fmla="*/ 17 w 133"/>
                <a:gd name="T15" fmla="*/ 9 h 104"/>
                <a:gd name="T16" fmla="*/ 17 w 133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04">
                  <a:moveTo>
                    <a:pt x="17" y="8"/>
                  </a:moveTo>
                  <a:cubicBezTo>
                    <a:pt x="19" y="8"/>
                    <a:pt x="98" y="61"/>
                    <a:pt x="114" y="73"/>
                  </a:cubicBezTo>
                  <a:cubicBezTo>
                    <a:pt x="133" y="86"/>
                    <a:pt x="119" y="104"/>
                    <a:pt x="105" y="92"/>
                  </a:cubicBezTo>
                  <a:cubicBezTo>
                    <a:pt x="98" y="85"/>
                    <a:pt x="6" y="7"/>
                    <a:pt x="2" y="4"/>
                  </a:cubicBezTo>
                  <a:cubicBezTo>
                    <a:pt x="0" y="2"/>
                    <a:pt x="1" y="0"/>
                    <a:pt x="4" y="1"/>
                  </a:cubicBezTo>
                  <a:cubicBezTo>
                    <a:pt x="7" y="4"/>
                    <a:pt x="104" y="83"/>
                    <a:pt x="107" y="85"/>
                  </a:cubicBezTo>
                  <a:cubicBezTo>
                    <a:pt x="113" y="89"/>
                    <a:pt x="118" y="83"/>
                    <a:pt x="111" y="78"/>
                  </a:cubicBezTo>
                  <a:cubicBezTo>
                    <a:pt x="104" y="72"/>
                    <a:pt x="16" y="8"/>
                    <a:pt x="17" y="9"/>
                  </a:cubicBezTo>
                  <a:cubicBezTo>
                    <a:pt x="18" y="10"/>
                    <a:pt x="16" y="7"/>
                    <a:pt x="17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3" name="Freeform 615">
              <a:extLst>
                <a:ext uri="{FF2B5EF4-FFF2-40B4-BE49-F238E27FC236}">
                  <a16:creationId xmlns:a16="http://schemas.microsoft.com/office/drawing/2014/main" id="{CBA81526-B0F6-48BF-BF6A-5F391BD20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9088" y="12517438"/>
              <a:ext cx="79375" cy="49212"/>
            </a:xfrm>
            <a:custGeom>
              <a:avLst/>
              <a:gdLst>
                <a:gd name="T0" fmla="*/ 16 w 124"/>
                <a:gd name="T1" fmla="*/ 5 h 75"/>
                <a:gd name="T2" fmla="*/ 106 w 124"/>
                <a:gd name="T3" fmla="*/ 49 h 75"/>
                <a:gd name="T4" fmla="*/ 100 w 124"/>
                <a:gd name="T5" fmla="*/ 67 h 75"/>
                <a:gd name="T6" fmla="*/ 2 w 124"/>
                <a:gd name="T7" fmla="*/ 4 h 75"/>
                <a:gd name="T8" fmla="*/ 3 w 124"/>
                <a:gd name="T9" fmla="*/ 1 h 75"/>
                <a:gd name="T10" fmla="*/ 101 w 124"/>
                <a:gd name="T11" fmla="*/ 61 h 75"/>
                <a:gd name="T12" fmla="*/ 104 w 124"/>
                <a:gd name="T13" fmla="*/ 54 h 75"/>
                <a:gd name="T14" fmla="*/ 16 w 124"/>
                <a:gd name="T15" fmla="*/ 6 h 75"/>
                <a:gd name="T16" fmla="*/ 16 w 124"/>
                <a:gd name="T17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75">
                  <a:moveTo>
                    <a:pt x="16" y="5"/>
                  </a:moveTo>
                  <a:cubicBezTo>
                    <a:pt x="17" y="6"/>
                    <a:pt x="90" y="41"/>
                    <a:pt x="106" y="49"/>
                  </a:cubicBezTo>
                  <a:cubicBezTo>
                    <a:pt x="124" y="58"/>
                    <a:pt x="113" y="75"/>
                    <a:pt x="100" y="67"/>
                  </a:cubicBezTo>
                  <a:cubicBezTo>
                    <a:pt x="93" y="62"/>
                    <a:pt x="6" y="6"/>
                    <a:pt x="2" y="4"/>
                  </a:cubicBezTo>
                  <a:cubicBezTo>
                    <a:pt x="0" y="2"/>
                    <a:pt x="1" y="0"/>
                    <a:pt x="3" y="1"/>
                  </a:cubicBezTo>
                  <a:cubicBezTo>
                    <a:pt x="7" y="4"/>
                    <a:pt x="99" y="60"/>
                    <a:pt x="101" y="61"/>
                  </a:cubicBezTo>
                  <a:cubicBezTo>
                    <a:pt x="107" y="64"/>
                    <a:pt x="110" y="58"/>
                    <a:pt x="104" y="54"/>
                  </a:cubicBezTo>
                  <a:cubicBezTo>
                    <a:pt x="97" y="50"/>
                    <a:pt x="14" y="6"/>
                    <a:pt x="16" y="6"/>
                  </a:cubicBezTo>
                  <a:cubicBezTo>
                    <a:pt x="17" y="7"/>
                    <a:pt x="14" y="5"/>
                    <a:pt x="16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4" name="Freeform 616">
              <a:extLst>
                <a:ext uri="{FF2B5EF4-FFF2-40B4-BE49-F238E27FC236}">
                  <a16:creationId xmlns:a16="http://schemas.microsoft.com/office/drawing/2014/main" id="{6DA39B21-223B-4BA2-BAF6-2A0F63C19E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7500" y="12496800"/>
              <a:ext cx="65088" cy="23812"/>
            </a:xfrm>
            <a:custGeom>
              <a:avLst/>
              <a:gdLst>
                <a:gd name="T0" fmla="*/ 15 w 101"/>
                <a:gd name="T1" fmla="*/ 1 h 38"/>
                <a:gd name="T2" fmla="*/ 82 w 101"/>
                <a:gd name="T3" fmla="*/ 14 h 38"/>
                <a:gd name="T4" fmla="*/ 80 w 101"/>
                <a:gd name="T5" fmla="*/ 32 h 38"/>
                <a:gd name="T6" fmla="*/ 2 w 101"/>
                <a:gd name="T7" fmla="*/ 3 h 38"/>
                <a:gd name="T8" fmla="*/ 2 w 101"/>
                <a:gd name="T9" fmla="*/ 0 h 38"/>
                <a:gd name="T10" fmla="*/ 79 w 101"/>
                <a:gd name="T11" fmla="*/ 26 h 38"/>
                <a:gd name="T12" fmla="*/ 81 w 101"/>
                <a:gd name="T13" fmla="*/ 19 h 38"/>
                <a:gd name="T14" fmla="*/ 16 w 101"/>
                <a:gd name="T15" fmla="*/ 2 h 38"/>
                <a:gd name="T16" fmla="*/ 15 w 101"/>
                <a:gd name="T17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38">
                  <a:moveTo>
                    <a:pt x="15" y="1"/>
                  </a:moveTo>
                  <a:cubicBezTo>
                    <a:pt x="16" y="1"/>
                    <a:pt x="64" y="10"/>
                    <a:pt x="82" y="14"/>
                  </a:cubicBezTo>
                  <a:cubicBezTo>
                    <a:pt x="101" y="19"/>
                    <a:pt x="94" y="38"/>
                    <a:pt x="80" y="32"/>
                  </a:cubicBezTo>
                  <a:cubicBezTo>
                    <a:pt x="72" y="29"/>
                    <a:pt x="6" y="4"/>
                    <a:pt x="2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6" y="2"/>
                    <a:pt x="76" y="26"/>
                    <a:pt x="79" y="26"/>
                  </a:cubicBezTo>
                  <a:cubicBezTo>
                    <a:pt x="85" y="28"/>
                    <a:pt x="88" y="21"/>
                    <a:pt x="81" y="19"/>
                  </a:cubicBezTo>
                  <a:cubicBezTo>
                    <a:pt x="73" y="17"/>
                    <a:pt x="14" y="2"/>
                    <a:pt x="16" y="2"/>
                  </a:cubicBezTo>
                  <a:cubicBezTo>
                    <a:pt x="17" y="3"/>
                    <a:pt x="14" y="1"/>
                    <a:pt x="1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5" name="Freeform 617">
              <a:extLst>
                <a:ext uri="{FF2B5EF4-FFF2-40B4-BE49-F238E27FC236}">
                  <a16:creationId xmlns:a16="http://schemas.microsoft.com/office/drawing/2014/main" id="{8E790949-C379-47FA-93A5-4E033A4201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33525" y="12552363"/>
              <a:ext cx="25400" cy="49212"/>
            </a:xfrm>
            <a:custGeom>
              <a:avLst/>
              <a:gdLst>
                <a:gd name="T0" fmla="*/ 6 w 38"/>
                <a:gd name="T1" fmla="*/ 8 h 76"/>
                <a:gd name="T2" fmla="*/ 33 w 38"/>
                <a:gd name="T3" fmla="*/ 61 h 76"/>
                <a:gd name="T4" fmla="*/ 23 w 38"/>
                <a:gd name="T5" fmla="*/ 67 h 76"/>
                <a:gd name="T6" fmla="*/ 0 w 38"/>
                <a:gd name="T7" fmla="*/ 2 h 76"/>
                <a:gd name="T8" fmla="*/ 2 w 38"/>
                <a:gd name="T9" fmla="*/ 1 h 76"/>
                <a:gd name="T10" fmla="*/ 26 w 38"/>
                <a:gd name="T11" fmla="*/ 64 h 76"/>
                <a:gd name="T12" fmla="*/ 30 w 38"/>
                <a:gd name="T13" fmla="*/ 62 h 76"/>
                <a:gd name="T14" fmla="*/ 6 w 38"/>
                <a:gd name="T15" fmla="*/ 9 h 76"/>
                <a:gd name="T16" fmla="*/ 6 w 38"/>
                <a:gd name="T17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76">
                  <a:moveTo>
                    <a:pt x="6" y="8"/>
                  </a:moveTo>
                  <a:cubicBezTo>
                    <a:pt x="7" y="9"/>
                    <a:pt x="29" y="50"/>
                    <a:pt x="33" y="61"/>
                  </a:cubicBezTo>
                  <a:cubicBezTo>
                    <a:pt x="38" y="72"/>
                    <a:pt x="26" y="76"/>
                    <a:pt x="23" y="67"/>
                  </a:cubicBezTo>
                  <a:cubicBezTo>
                    <a:pt x="22" y="61"/>
                    <a:pt x="1" y="4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4"/>
                    <a:pt x="25" y="62"/>
                    <a:pt x="26" y="64"/>
                  </a:cubicBezTo>
                  <a:cubicBezTo>
                    <a:pt x="28" y="68"/>
                    <a:pt x="32" y="66"/>
                    <a:pt x="30" y="62"/>
                  </a:cubicBezTo>
                  <a:cubicBezTo>
                    <a:pt x="28" y="57"/>
                    <a:pt x="5" y="8"/>
                    <a:pt x="6" y="9"/>
                  </a:cubicBezTo>
                  <a:cubicBezTo>
                    <a:pt x="6" y="10"/>
                    <a:pt x="6" y="8"/>
                    <a:pt x="6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6" name="Freeform 618">
              <a:extLst>
                <a:ext uri="{FF2B5EF4-FFF2-40B4-BE49-F238E27FC236}">
                  <a16:creationId xmlns:a16="http://schemas.microsoft.com/office/drawing/2014/main" id="{AB4969FD-DC63-4E1F-907D-D6FD6F9392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55750" y="12557125"/>
              <a:ext cx="20638" cy="31750"/>
            </a:xfrm>
            <a:custGeom>
              <a:avLst/>
              <a:gdLst>
                <a:gd name="T0" fmla="*/ 5 w 33"/>
                <a:gd name="T1" fmla="*/ 6 h 50"/>
                <a:gd name="T2" fmla="*/ 29 w 33"/>
                <a:gd name="T3" fmla="*/ 39 h 50"/>
                <a:gd name="T4" fmla="*/ 21 w 33"/>
                <a:gd name="T5" fmla="*/ 44 h 50"/>
                <a:gd name="T6" fmla="*/ 0 w 33"/>
                <a:gd name="T7" fmla="*/ 2 h 50"/>
                <a:gd name="T8" fmla="*/ 1 w 33"/>
                <a:gd name="T9" fmla="*/ 1 h 50"/>
                <a:gd name="T10" fmla="*/ 23 w 33"/>
                <a:gd name="T11" fmla="*/ 42 h 50"/>
                <a:gd name="T12" fmla="*/ 26 w 33"/>
                <a:gd name="T13" fmla="*/ 40 h 50"/>
                <a:gd name="T14" fmla="*/ 5 w 33"/>
                <a:gd name="T15" fmla="*/ 6 h 50"/>
                <a:gd name="T16" fmla="*/ 5 w 33"/>
                <a:gd name="T17" fmla="*/ 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50">
                  <a:moveTo>
                    <a:pt x="5" y="6"/>
                  </a:moveTo>
                  <a:cubicBezTo>
                    <a:pt x="5" y="6"/>
                    <a:pt x="25" y="32"/>
                    <a:pt x="29" y="39"/>
                  </a:cubicBezTo>
                  <a:cubicBezTo>
                    <a:pt x="33" y="47"/>
                    <a:pt x="24" y="50"/>
                    <a:pt x="21" y="44"/>
                  </a:cubicBezTo>
                  <a:cubicBezTo>
                    <a:pt x="20" y="40"/>
                    <a:pt x="1" y="4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3"/>
                    <a:pt x="23" y="41"/>
                    <a:pt x="23" y="42"/>
                  </a:cubicBezTo>
                  <a:cubicBezTo>
                    <a:pt x="24" y="44"/>
                    <a:pt x="28" y="43"/>
                    <a:pt x="26" y="40"/>
                  </a:cubicBezTo>
                  <a:cubicBezTo>
                    <a:pt x="25" y="37"/>
                    <a:pt x="4" y="6"/>
                    <a:pt x="5" y="6"/>
                  </a:cubicBezTo>
                  <a:cubicBezTo>
                    <a:pt x="5" y="7"/>
                    <a:pt x="5" y="5"/>
                    <a:pt x="5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7" name="Freeform 619">
              <a:extLst>
                <a:ext uri="{FF2B5EF4-FFF2-40B4-BE49-F238E27FC236}">
                  <a16:creationId xmlns:a16="http://schemas.microsoft.com/office/drawing/2014/main" id="{21C00050-91A2-4A98-A2E9-9939EFC176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65275" y="12555538"/>
              <a:ext cx="22225" cy="22225"/>
            </a:xfrm>
            <a:custGeom>
              <a:avLst/>
              <a:gdLst>
                <a:gd name="T0" fmla="*/ 9 w 35"/>
                <a:gd name="T1" fmla="*/ 6 h 35"/>
                <a:gd name="T2" fmla="*/ 26 w 35"/>
                <a:gd name="T3" fmla="*/ 18 h 35"/>
                <a:gd name="T4" fmla="*/ 19 w 35"/>
                <a:gd name="T5" fmla="*/ 27 h 35"/>
                <a:gd name="T6" fmla="*/ 1 w 35"/>
                <a:gd name="T7" fmla="*/ 2 h 35"/>
                <a:gd name="T8" fmla="*/ 2 w 35"/>
                <a:gd name="T9" fmla="*/ 1 h 35"/>
                <a:gd name="T10" fmla="*/ 21 w 35"/>
                <a:gd name="T11" fmla="*/ 24 h 35"/>
                <a:gd name="T12" fmla="*/ 24 w 35"/>
                <a:gd name="T13" fmla="*/ 20 h 35"/>
                <a:gd name="T14" fmla="*/ 9 w 35"/>
                <a:gd name="T15" fmla="*/ 7 h 35"/>
                <a:gd name="T16" fmla="*/ 9 w 35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5">
                  <a:moveTo>
                    <a:pt x="9" y="6"/>
                  </a:moveTo>
                  <a:cubicBezTo>
                    <a:pt x="10" y="7"/>
                    <a:pt x="18" y="10"/>
                    <a:pt x="26" y="18"/>
                  </a:cubicBezTo>
                  <a:cubicBezTo>
                    <a:pt x="35" y="27"/>
                    <a:pt x="25" y="35"/>
                    <a:pt x="19" y="27"/>
                  </a:cubicBezTo>
                  <a:cubicBezTo>
                    <a:pt x="16" y="23"/>
                    <a:pt x="3" y="4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3"/>
                    <a:pt x="20" y="22"/>
                    <a:pt x="21" y="24"/>
                  </a:cubicBezTo>
                  <a:cubicBezTo>
                    <a:pt x="23" y="27"/>
                    <a:pt x="27" y="24"/>
                    <a:pt x="24" y="20"/>
                  </a:cubicBezTo>
                  <a:cubicBezTo>
                    <a:pt x="20" y="16"/>
                    <a:pt x="8" y="6"/>
                    <a:pt x="9" y="7"/>
                  </a:cubicBezTo>
                  <a:cubicBezTo>
                    <a:pt x="9" y="8"/>
                    <a:pt x="8" y="6"/>
                    <a:pt x="9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8" name="Freeform 620">
              <a:extLst>
                <a:ext uri="{FF2B5EF4-FFF2-40B4-BE49-F238E27FC236}">
                  <a16:creationId xmlns:a16="http://schemas.microsoft.com/office/drawing/2014/main" id="{BAF0B225-0492-478B-A314-0B961FC879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9563" y="12472988"/>
              <a:ext cx="34925" cy="11112"/>
            </a:xfrm>
            <a:custGeom>
              <a:avLst/>
              <a:gdLst>
                <a:gd name="T0" fmla="*/ 12 w 55"/>
                <a:gd name="T1" fmla="*/ 8 h 17"/>
                <a:gd name="T2" fmla="*/ 38 w 55"/>
                <a:gd name="T3" fmla="*/ 1 h 17"/>
                <a:gd name="T4" fmla="*/ 41 w 55"/>
                <a:gd name="T5" fmla="*/ 16 h 17"/>
                <a:gd name="T6" fmla="*/ 2 w 55"/>
                <a:gd name="T7" fmla="*/ 13 h 17"/>
                <a:gd name="T8" fmla="*/ 2 w 55"/>
                <a:gd name="T9" fmla="*/ 11 h 17"/>
                <a:gd name="T10" fmla="*/ 40 w 55"/>
                <a:gd name="T11" fmla="*/ 12 h 17"/>
                <a:gd name="T12" fmla="*/ 39 w 55"/>
                <a:gd name="T13" fmla="*/ 6 h 17"/>
                <a:gd name="T14" fmla="*/ 13 w 55"/>
                <a:gd name="T15" fmla="*/ 9 h 17"/>
                <a:gd name="T16" fmla="*/ 12 w 55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7">
                  <a:moveTo>
                    <a:pt x="12" y="8"/>
                  </a:moveTo>
                  <a:cubicBezTo>
                    <a:pt x="13" y="8"/>
                    <a:pt x="24" y="2"/>
                    <a:pt x="38" y="1"/>
                  </a:cubicBezTo>
                  <a:cubicBezTo>
                    <a:pt x="55" y="0"/>
                    <a:pt x="54" y="17"/>
                    <a:pt x="41" y="16"/>
                  </a:cubicBezTo>
                  <a:cubicBezTo>
                    <a:pt x="34" y="16"/>
                    <a:pt x="5" y="13"/>
                    <a:pt x="2" y="13"/>
                  </a:cubicBezTo>
                  <a:cubicBezTo>
                    <a:pt x="0" y="13"/>
                    <a:pt x="0" y="11"/>
                    <a:pt x="2" y="11"/>
                  </a:cubicBezTo>
                  <a:cubicBezTo>
                    <a:pt x="5" y="11"/>
                    <a:pt x="37" y="12"/>
                    <a:pt x="40" y="12"/>
                  </a:cubicBezTo>
                  <a:cubicBezTo>
                    <a:pt x="45" y="12"/>
                    <a:pt x="45" y="5"/>
                    <a:pt x="39" y="6"/>
                  </a:cubicBezTo>
                  <a:cubicBezTo>
                    <a:pt x="32" y="6"/>
                    <a:pt x="11" y="9"/>
                    <a:pt x="13" y="9"/>
                  </a:cubicBezTo>
                  <a:cubicBezTo>
                    <a:pt x="14" y="9"/>
                    <a:pt x="11" y="9"/>
                    <a:pt x="12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9" name="Freeform 621">
              <a:extLst>
                <a:ext uri="{FF2B5EF4-FFF2-40B4-BE49-F238E27FC236}">
                  <a16:creationId xmlns:a16="http://schemas.microsoft.com/office/drawing/2014/main" id="{A514A8B9-9FA3-4F2C-8565-0B0ACE7CF9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1150" y="12455525"/>
              <a:ext cx="34925" cy="12700"/>
            </a:xfrm>
            <a:custGeom>
              <a:avLst/>
              <a:gdLst>
                <a:gd name="T0" fmla="*/ 12 w 55"/>
                <a:gd name="T1" fmla="*/ 14 h 20"/>
                <a:gd name="T2" fmla="*/ 37 w 55"/>
                <a:gd name="T3" fmla="*/ 3 h 20"/>
                <a:gd name="T4" fmla="*/ 42 w 55"/>
                <a:gd name="T5" fmla="*/ 18 h 20"/>
                <a:gd name="T6" fmla="*/ 2 w 55"/>
                <a:gd name="T7" fmla="*/ 19 h 20"/>
                <a:gd name="T8" fmla="*/ 2 w 55"/>
                <a:gd name="T9" fmla="*/ 17 h 20"/>
                <a:gd name="T10" fmla="*/ 40 w 55"/>
                <a:gd name="T11" fmla="*/ 13 h 20"/>
                <a:gd name="T12" fmla="*/ 38 w 55"/>
                <a:gd name="T13" fmla="*/ 7 h 20"/>
                <a:gd name="T14" fmla="*/ 12 w 55"/>
                <a:gd name="T15" fmla="*/ 14 h 20"/>
                <a:gd name="T16" fmla="*/ 12 w 55"/>
                <a:gd name="T17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0">
                  <a:moveTo>
                    <a:pt x="12" y="14"/>
                  </a:moveTo>
                  <a:cubicBezTo>
                    <a:pt x="13" y="13"/>
                    <a:pt x="22" y="6"/>
                    <a:pt x="37" y="3"/>
                  </a:cubicBezTo>
                  <a:cubicBezTo>
                    <a:pt x="53" y="0"/>
                    <a:pt x="55" y="17"/>
                    <a:pt x="42" y="18"/>
                  </a:cubicBezTo>
                  <a:cubicBezTo>
                    <a:pt x="35" y="18"/>
                    <a:pt x="6" y="19"/>
                    <a:pt x="2" y="19"/>
                  </a:cubicBezTo>
                  <a:cubicBezTo>
                    <a:pt x="0" y="20"/>
                    <a:pt x="0" y="18"/>
                    <a:pt x="2" y="17"/>
                  </a:cubicBezTo>
                  <a:cubicBezTo>
                    <a:pt x="5" y="17"/>
                    <a:pt x="37" y="14"/>
                    <a:pt x="40" y="13"/>
                  </a:cubicBezTo>
                  <a:cubicBezTo>
                    <a:pt x="45" y="12"/>
                    <a:pt x="44" y="6"/>
                    <a:pt x="38" y="7"/>
                  </a:cubicBezTo>
                  <a:cubicBezTo>
                    <a:pt x="31" y="8"/>
                    <a:pt x="11" y="14"/>
                    <a:pt x="12" y="14"/>
                  </a:cubicBezTo>
                  <a:cubicBezTo>
                    <a:pt x="14" y="14"/>
                    <a:pt x="11" y="14"/>
                    <a:pt x="12" y="1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0" name="Freeform 622">
              <a:extLst>
                <a:ext uri="{FF2B5EF4-FFF2-40B4-BE49-F238E27FC236}">
                  <a16:creationId xmlns:a16="http://schemas.microsoft.com/office/drawing/2014/main" id="{CFFF7B59-54B9-46B1-B6E0-80E502B778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58925" y="12439650"/>
              <a:ext cx="26988" cy="15875"/>
            </a:xfrm>
            <a:custGeom>
              <a:avLst/>
              <a:gdLst>
                <a:gd name="T0" fmla="*/ 10 w 42"/>
                <a:gd name="T1" fmla="*/ 18 h 26"/>
                <a:gd name="T2" fmla="*/ 20 w 42"/>
                <a:gd name="T3" fmla="*/ 8 h 26"/>
                <a:gd name="T4" fmla="*/ 31 w 42"/>
                <a:gd name="T5" fmla="*/ 16 h 26"/>
                <a:gd name="T6" fmla="*/ 3 w 42"/>
                <a:gd name="T7" fmla="*/ 26 h 26"/>
                <a:gd name="T8" fmla="*/ 2 w 42"/>
                <a:gd name="T9" fmla="*/ 24 h 26"/>
                <a:gd name="T10" fmla="*/ 27 w 42"/>
                <a:gd name="T11" fmla="*/ 14 h 26"/>
                <a:gd name="T12" fmla="*/ 23 w 42"/>
                <a:gd name="T13" fmla="*/ 10 h 26"/>
                <a:gd name="T14" fmla="*/ 11 w 42"/>
                <a:gd name="T15" fmla="*/ 19 h 26"/>
                <a:gd name="T16" fmla="*/ 10 w 42"/>
                <a:gd name="T17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6">
                  <a:moveTo>
                    <a:pt x="10" y="18"/>
                  </a:moveTo>
                  <a:cubicBezTo>
                    <a:pt x="10" y="18"/>
                    <a:pt x="8" y="14"/>
                    <a:pt x="20" y="8"/>
                  </a:cubicBezTo>
                  <a:cubicBezTo>
                    <a:pt x="33" y="0"/>
                    <a:pt x="42" y="11"/>
                    <a:pt x="31" y="16"/>
                  </a:cubicBezTo>
                  <a:cubicBezTo>
                    <a:pt x="24" y="19"/>
                    <a:pt x="7" y="24"/>
                    <a:pt x="3" y="26"/>
                  </a:cubicBezTo>
                  <a:cubicBezTo>
                    <a:pt x="2" y="26"/>
                    <a:pt x="0" y="25"/>
                    <a:pt x="2" y="24"/>
                  </a:cubicBezTo>
                  <a:cubicBezTo>
                    <a:pt x="5" y="23"/>
                    <a:pt x="25" y="15"/>
                    <a:pt x="27" y="14"/>
                  </a:cubicBezTo>
                  <a:cubicBezTo>
                    <a:pt x="31" y="12"/>
                    <a:pt x="28" y="8"/>
                    <a:pt x="23" y="10"/>
                  </a:cubicBezTo>
                  <a:cubicBezTo>
                    <a:pt x="17" y="13"/>
                    <a:pt x="10" y="19"/>
                    <a:pt x="11" y="19"/>
                  </a:cubicBezTo>
                  <a:cubicBezTo>
                    <a:pt x="12" y="18"/>
                    <a:pt x="9" y="19"/>
                    <a:pt x="10" y="1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1" name="Freeform 623">
              <a:extLst>
                <a:ext uri="{FF2B5EF4-FFF2-40B4-BE49-F238E27FC236}">
                  <a16:creationId xmlns:a16="http://schemas.microsoft.com/office/drawing/2014/main" id="{8F763CA7-701A-4F09-9F80-D8875127E3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39875" y="12422188"/>
              <a:ext cx="30163" cy="25400"/>
            </a:xfrm>
            <a:custGeom>
              <a:avLst/>
              <a:gdLst>
                <a:gd name="T0" fmla="*/ 8 w 47"/>
                <a:gd name="T1" fmla="*/ 29 h 40"/>
                <a:gd name="T2" fmla="*/ 28 w 47"/>
                <a:gd name="T3" fmla="*/ 10 h 40"/>
                <a:gd name="T4" fmla="*/ 37 w 47"/>
                <a:gd name="T5" fmla="*/ 22 h 40"/>
                <a:gd name="T6" fmla="*/ 2 w 47"/>
                <a:gd name="T7" fmla="*/ 39 h 40"/>
                <a:gd name="T8" fmla="*/ 1 w 47"/>
                <a:gd name="T9" fmla="*/ 37 h 40"/>
                <a:gd name="T10" fmla="*/ 34 w 47"/>
                <a:gd name="T11" fmla="*/ 18 h 40"/>
                <a:gd name="T12" fmla="*/ 30 w 47"/>
                <a:gd name="T13" fmla="*/ 13 h 40"/>
                <a:gd name="T14" fmla="*/ 9 w 47"/>
                <a:gd name="T15" fmla="*/ 29 h 40"/>
                <a:gd name="T16" fmla="*/ 8 w 47"/>
                <a:gd name="T17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40">
                  <a:moveTo>
                    <a:pt x="8" y="29"/>
                  </a:moveTo>
                  <a:cubicBezTo>
                    <a:pt x="9" y="28"/>
                    <a:pt x="17" y="19"/>
                    <a:pt x="28" y="10"/>
                  </a:cubicBezTo>
                  <a:cubicBezTo>
                    <a:pt x="39" y="0"/>
                    <a:pt x="47" y="15"/>
                    <a:pt x="37" y="22"/>
                  </a:cubicBezTo>
                  <a:cubicBezTo>
                    <a:pt x="32" y="25"/>
                    <a:pt x="5" y="37"/>
                    <a:pt x="2" y="39"/>
                  </a:cubicBezTo>
                  <a:cubicBezTo>
                    <a:pt x="1" y="40"/>
                    <a:pt x="0" y="38"/>
                    <a:pt x="1" y="37"/>
                  </a:cubicBezTo>
                  <a:cubicBezTo>
                    <a:pt x="4" y="35"/>
                    <a:pt x="32" y="20"/>
                    <a:pt x="34" y="18"/>
                  </a:cubicBezTo>
                  <a:cubicBezTo>
                    <a:pt x="37" y="16"/>
                    <a:pt x="34" y="10"/>
                    <a:pt x="30" y="13"/>
                  </a:cubicBezTo>
                  <a:cubicBezTo>
                    <a:pt x="25" y="18"/>
                    <a:pt x="8" y="30"/>
                    <a:pt x="9" y="29"/>
                  </a:cubicBezTo>
                  <a:cubicBezTo>
                    <a:pt x="10" y="29"/>
                    <a:pt x="7" y="30"/>
                    <a:pt x="8" y="2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2" name="Freeform 624">
              <a:extLst>
                <a:ext uri="{FF2B5EF4-FFF2-40B4-BE49-F238E27FC236}">
                  <a16:creationId xmlns:a16="http://schemas.microsoft.com/office/drawing/2014/main" id="{4062C723-8A9B-46EF-963B-26423ED4F4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30350" y="12414250"/>
              <a:ext cx="17463" cy="20637"/>
            </a:xfrm>
            <a:custGeom>
              <a:avLst/>
              <a:gdLst>
                <a:gd name="T0" fmla="*/ 4 w 27"/>
                <a:gd name="T1" fmla="*/ 23 h 31"/>
                <a:gd name="T2" fmla="*/ 14 w 27"/>
                <a:gd name="T3" fmla="*/ 8 h 31"/>
                <a:gd name="T4" fmla="*/ 21 w 27"/>
                <a:gd name="T5" fmla="*/ 15 h 31"/>
                <a:gd name="T6" fmla="*/ 1 w 27"/>
                <a:gd name="T7" fmla="*/ 30 h 31"/>
                <a:gd name="T8" fmla="*/ 1 w 27"/>
                <a:gd name="T9" fmla="*/ 29 h 31"/>
                <a:gd name="T10" fmla="*/ 19 w 27"/>
                <a:gd name="T11" fmla="*/ 13 h 31"/>
                <a:gd name="T12" fmla="*/ 16 w 27"/>
                <a:gd name="T13" fmla="*/ 10 h 31"/>
                <a:gd name="T14" fmla="*/ 4 w 27"/>
                <a:gd name="T15" fmla="*/ 23 h 31"/>
                <a:gd name="T16" fmla="*/ 4 w 27"/>
                <a:gd name="T1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1">
                  <a:moveTo>
                    <a:pt x="4" y="23"/>
                  </a:moveTo>
                  <a:cubicBezTo>
                    <a:pt x="4" y="22"/>
                    <a:pt x="9" y="16"/>
                    <a:pt x="14" y="8"/>
                  </a:cubicBezTo>
                  <a:cubicBezTo>
                    <a:pt x="20" y="0"/>
                    <a:pt x="27" y="9"/>
                    <a:pt x="21" y="15"/>
                  </a:cubicBezTo>
                  <a:cubicBezTo>
                    <a:pt x="18" y="18"/>
                    <a:pt x="3" y="29"/>
                    <a:pt x="1" y="30"/>
                  </a:cubicBezTo>
                  <a:cubicBezTo>
                    <a:pt x="1" y="31"/>
                    <a:pt x="0" y="30"/>
                    <a:pt x="1" y="29"/>
                  </a:cubicBezTo>
                  <a:cubicBezTo>
                    <a:pt x="2" y="28"/>
                    <a:pt x="18" y="14"/>
                    <a:pt x="19" y="13"/>
                  </a:cubicBezTo>
                  <a:cubicBezTo>
                    <a:pt x="21" y="11"/>
                    <a:pt x="18" y="8"/>
                    <a:pt x="16" y="10"/>
                  </a:cubicBezTo>
                  <a:cubicBezTo>
                    <a:pt x="13" y="14"/>
                    <a:pt x="4" y="24"/>
                    <a:pt x="4" y="23"/>
                  </a:cubicBezTo>
                  <a:cubicBezTo>
                    <a:pt x="5" y="23"/>
                    <a:pt x="3" y="24"/>
                    <a:pt x="4" y="2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3" name="Freeform 625">
              <a:extLst>
                <a:ext uri="{FF2B5EF4-FFF2-40B4-BE49-F238E27FC236}">
                  <a16:creationId xmlns:a16="http://schemas.microsoft.com/office/drawing/2014/main" id="{DBE131AD-65CE-4208-9EF3-06A779D942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6388" y="12523788"/>
              <a:ext cx="25400" cy="19050"/>
            </a:xfrm>
            <a:custGeom>
              <a:avLst/>
              <a:gdLst>
                <a:gd name="T0" fmla="*/ 9 w 39"/>
                <a:gd name="T1" fmla="*/ 4 h 30"/>
                <a:gd name="T2" fmla="*/ 29 w 39"/>
                <a:gd name="T3" fmla="*/ 13 h 30"/>
                <a:gd name="T4" fmla="*/ 23 w 39"/>
                <a:gd name="T5" fmla="*/ 23 h 30"/>
                <a:gd name="T6" fmla="*/ 1 w 39"/>
                <a:gd name="T7" fmla="*/ 2 h 30"/>
                <a:gd name="T8" fmla="*/ 2 w 39"/>
                <a:gd name="T9" fmla="*/ 1 h 30"/>
                <a:gd name="T10" fmla="*/ 24 w 39"/>
                <a:gd name="T11" fmla="*/ 20 h 30"/>
                <a:gd name="T12" fmla="*/ 27 w 39"/>
                <a:gd name="T13" fmla="*/ 16 h 30"/>
                <a:gd name="T14" fmla="*/ 9 w 39"/>
                <a:gd name="T15" fmla="*/ 5 h 30"/>
                <a:gd name="T16" fmla="*/ 9 w 39"/>
                <a:gd name="T1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0">
                  <a:moveTo>
                    <a:pt x="9" y="4"/>
                  </a:moveTo>
                  <a:cubicBezTo>
                    <a:pt x="10" y="5"/>
                    <a:pt x="19" y="6"/>
                    <a:pt x="29" y="13"/>
                  </a:cubicBezTo>
                  <a:cubicBezTo>
                    <a:pt x="39" y="21"/>
                    <a:pt x="30" y="30"/>
                    <a:pt x="23" y="23"/>
                  </a:cubicBezTo>
                  <a:cubicBezTo>
                    <a:pt x="19" y="20"/>
                    <a:pt x="3" y="4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2"/>
                    <a:pt x="23" y="19"/>
                    <a:pt x="24" y="20"/>
                  </a:cubicBezTo>
                  <a:cubicBezTo>
                    <a:pt x="27" y="22"/>
                    <a:pt x="30" y="19"/>
                    <a:pt x="27" y="16"/>
                  </a:cubicBezTo>
                  <a:cubicBezTo>
                    <a:pt x="22" y="12"/>
                    <a:pt x="9" y="4"/>
                    <a:pt x="9" y="5"/>
                  </a:cubicBezTo>
                  <a:cubicBezTo>
                    <a:pt x="10" y="6"/>
                    <a:pt x="9" y="4"/>
                    <a:pt x="9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4" name="Freeform 626">
              <a:extLst>
                <a:ext uri="{FF2B5EF4-FFF2-40B4-BE49-F238E27FC236}">
                  <a16:creationId xmlns:a16="http://schemas.microsoft.com/office/drawing/2014/main" id="{3C21B0A0-2A9F-4A79-9E6E-76E632FE9E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2738" y="12596813"/>
              <a:ext cx="14288" cy="25400"/>
            </a:xfrm>
            <a:custGeom>
              <a:avLst/>
              <a:gdLst>
                <a:gd name="T0" fmla="*/ 6 w 24"/>
                <a:gd name="T1" fmla="*/ 7 h 38"/>
                <a:gd name="T2" fmla="*/ 18 w 24"/>
                <a:gd name="T3" fmla="*/ 21 h 38"/>
                <a:gd name="T4" fmla="*/ 12 w 24"/>
                <a:gd name="T5" fmla="*/ 29 h 38"/>
                <a:gd name="T6" fmla="*/ 0 w 24"/>
                <a:gd name="T7" fmla="*/ 2 h 38"/>
                <a:gd name="T8" fmla="*/ 1 w 24"/>
                <a:gd name="T9" fmla="*/ 1 h 38"/>
                <a:gd name="T10" fmla="*/ 13 w 24"/>
                <a:gd name="T11" fmla="*/ 26 h 38"/>
                <a:gd name="T12" fmla="*/ 16 w 24"/>
                <a:gd name="T13" fmla="*/ 23 h 38"/>
                <a:gd name="T14" fmla="*/ 6 w 24"/>
                <a:gd name="T15" fmla="*/ 8 h 38"/>
                <a:gd name="T16" fmla="*/ 6 w 24"/>
                <a:gd name="T17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8">
                  <a:moveTo>
                    <a:pt x="6" y="7"/>
                  </a:moveTo>
                  <a:cubicBezTo>
                    <a:pt x="6" y="7"/>
                    <a:pt x="13" y="12"/>
                    <a:pt x="18" y="21"/>
                  </a:cubicBezTo>
                  <a:cubicBezTo>
                    <a:pt x="24" y="31"/>
                    <a:pt x="16" y="38"/>
                    <a:pt x="12" y="29"/>
                  </a:cubicBezTo>
                  <a:cubicBezTo>
                    <a:pt x="10" y="24"/>
                    <a:pt x="1" y="5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3"/>
                    <a:pt x="12" y="24"/>
                    <a:pt x="13" y="26"/>
                  </a:cubicBezTo>
                  <a:cubicBezTo>
                    <a:pt x="15" y="29"/>
                    <a:pt x="18" y="26"/>
                    <a:pt x="16" y="23"/>
                  </a:cubicBezTo>
                  <a:cubicBezTo>
                    <a:pt x="14" y="18"/>
                    <a:pt x="5" y="7"/>
                    <a:pt x="6" y="8"/>
                  </a:cubicBezTo>
                  <a:cubicBezTo>
                    <a:pt x="6" y="8"/>
                    <a:pt x="5" y="6"/>
                    <a:pt x="6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5" name="Freeform 627">
              <a:extLst>
                <a:ext uri="{FF2B5EF4-FFF2-40B4-BE49-F238E27FC236}">
                  <a16:creationId xmlns:a16="http://schemas.microsoft.com/office/drawing/2014/main" id="{7EB6BCEC-E141-418D-BDDC-06A0491A72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7975" y="12552363"/>
              <a:ext cx="84138" cy="101600"/>
            </a:xfrm>
            <a:custGeom>
              <a:avLst/>
              <a:gdLst>
                <a:gd name="T0" fmla="*/ 15 w 132"/>
                <a:gd name="T1" fmla="*/ 11 h 159"/>
                <a:gd name="T2" fmla="*/ 117 w 132"/>
                <a:gd name="T3" fmla="*/ 128 h 159"/>
                <a:gd name="T4" fmla="*/ 104 w 132"/>
                <a:gd name="T5" fmla="*/ 144 h 159"/>
                <a:gd name="T6" fmla="*/ 1 w 132"/>
                <a:gd name="T7" fmla="*/ 4 h 159"/>
                <a:gd name="T8" fmla="*/ 3 w 132"/>
                <a:gd name="T9" fmla="*/ 2 h 159"/>
                <a:gd name="T10" fmla="*/ 107 w 132"/>
                <a:gd name="T11" fmla="*/ 138 h 159"/>
                <a:gd name="T12" fmla="*/ 113 w 132"/>
                <a:gd name="T13" fmla="*/ 132 h 159"/>
                <a:gd name="T14" fmla="*/ 14 w 132"/>
                <a:gd name="T15" fmla="*/ 13 h 159"/>
                <a:gd name="T16" fmla="*/ 15 w 132"/>
                <a:gd name="T17" fmla="*/ 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59">
                  <a:moveTo>
                    <a:pt x="15" y="11"/>
                  </a:moveTo>
                  <a:cubicBezTo>
                    <a:pt x="16" y="12"/>
                    <a:pt x="104" y="113"/>
                    <a:pt x="117" y="128"/>
                  </a:cubicBezTo>
                  <a:cubicBezTo>
                    <a:pt x="132" y="145"/>
                    <a:pt x="114" y="159"/>
                    <a:pt x="104" y="144"/>
                  </a:cubicBezTo>
                  <a:cubicBezTo>
                    <a:pt x="98" y="136"/>
                    <a:pt x="4" y="8"/>
                    <a:pt x="1" y="4"/>
                  </a:cubicBezTo>
                  <a:cubicBezTo>
                    <a:pt x="0" y="2"/>
                    <a:pt x="1" y="0"/>
                    <a:pt x="3" y="2"/>
                  </a:cubicBezTo>
                  <a:cubicBezTo>
                    <a:pt x="6" y="6"/>
                    <a:pt x="105" y="136"/>
                    <a:pt x="107" y="138"/>
                  </a:cubicBezTo>
                  <a:cubicBezTo>
                    <a:pt x="111" y="144"/>
                    <a:pt x="118" y="139"/>
                    <a:pt x="113" y="132"/>
                  </a:cubicBezTo>
                  <a:cubicBezTo>
                    <a:pt x="107" y="125"/>
                    <a:pt x="14" y="11"/>
                    <a:pt x="14" y="13"/>
                  </a:cubicBezTo>
                  <a:cubicBezTo>
                    <a:pt x="15" y="14"/>
                    <a:pt x="14" y="10"/>
                    <a:pt x="15" y="1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6" name="Freeform 628">
              <a:extLst>
                <a:ext uri="{FF2B5EF4-FFF2-40B4-BE49-F238E27FC236}">
                  <a16:creationId xmlns:a16="http://schemas.microsoft.com/office/drawing/2014/main" id="{C02B99E7-C670-4408-B109-4E96B26FE6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1625" y="12499975"/>
              <a:ext cx="128588" cy="65087"/>
            </a:xfrm>
            <a:custGeom>
              <a:avLst/>
              <a:gdLst>
                <a:gd name="T0" fmla="*/ 18 w 201"/>
                <a:gd name="T1" fmla="*/ 5 h 103"/>
                <a:gd name="T2" fmla="*/ 180 w 201"/>
                <a:gd name="T3" fmla="*/ 74 h 103"/>
                <a:gd name="T4" fmla="*/ 175 w 201"/>
                <a:gd name="T5" fmla="*/ 95 h 103"/>
                <a:gd name="T6" fmla="*/ 3 w 201"/>
                <a:gd name="T7" fmla="*/ 4 h 103"/>
                <a:gd name="T8" fmla="*/ 4 w 201"/>
                <a:gd name="T9" fmla="*/ 2 h 103"/>
                <a:gd name="T10" fmla="*/ 176 w 201"/>
                <a:gd name="T11" fmla="*/ 88 h 103"/>
                <a:gd name="T12" fmla="*/ 178 w 201"/>
                <a:gd name="T13" fmla="*/ 80 h 103"/>
                <a:gd name="T14" fmla="*/ 18 w 201"/>
                <a:gd name="T15" fmla="*/ 6 h 103"/>
                <a:gd name="T16" fmla="*/ 18 w 201"/>
                <a:gd name="T17" fmla="*/ 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103">
                  <a:moveTo>
                    <a:pt x="18" y="5"/>
                  </a:moveTo>
                  <a:cubicBezTo>
                    <a:pt x="20" y="5"/>
                    <a:pt x="162" y="66"/>
                    <a:pt x="180" y="74"/>
                  </a:cubicBezTo>
                  <a:cubicBezTo>
                    <a:pt x="201" y="83"/>
                    <a:pt x="191" y="103"/>
                    <a:pt x="175" y="95"/>
                  </a:cubicBezTo>
                  <a:cubicBezTo>
                    <a:pt x="166" y="90"/>
                    <a:pt x="7" y="7"/>
                    <a:pt x="3" y="4"/>
                  </a:cubicBezTo>
                  <a:cubicBezTo>
                    <a:pt x="0" y="3"/>
                    <a:pt x="1" y="0"/>
                    <a:pt x="4" y="2"/>
                  </a:cubicBezTo>
                  <a:cubicBezTo>
                    <a:pt x="8" y="4"/>
                    <a:pt x="172" y="86"/>
                    <a:pt x="176" y="88"/>
                  </a:cubicBezTo>
                  <a:cubicBezTo>
                    <a:pt x="182" y="91"/>
                    <a:pt x="186" y="83"/>
                    <a:pt x="178" y="80"/>
                  </a:cubicBezTo>
                  <a:cubicBezTo>
                    <a:pt x="169" y="76"/>
                    <a:pt x="17" y="6"/>
                    <a:pt x="18" y="6"/>
                  </a:cubicBezTo>
                  <a:cubicBezTo>
                    <a:pt x="20" y="7"/>
                    <a:pt x="17" y="5"/>
                    <a:pt x="18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7" name="Freeform 629">
              <a:extLst>
                <a:ext uri="{FF2B5EF4-FFF2-40B4-BE49-F238E27FC236}">
                  <a16:creationId xmlns:a16="http://schemas.microsoft.com/office/drawing/2014/main" id="{A1C303C1-0520-424A-A5F5-78639CA40D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6388" y="12544425"/>
              <a:ext cx="128588" cy="144462"/>
            </a:xfrm>
            <a:custGeom>
              <a:avLst/>
              <a:gdLst>
                <a:gd name="T0" fmla="*/ 16 w 203"/>
                <a:gd name="T1" fmla="*/ 11 h 224"/>
                <a:gd name="T2" fmla="*/ 187 w 203"/>
                <a:gd name="T3" fmla="*/ 193 h 224"/>
                <a:gd name="T4" fmla="*/ 174 w 203"/>
                <a:gd name="T5" fmla="*/ 209 h 224"/>
                <a:gd name="T6" fmla="*/ 2 w 203"/>
                <a:gd name="T7" fmla="*/ 4 h 224"/>
                <a:gd name="T8" fmla="*/ 4 w 203"/>
                <a:gd name="T9" fmla="*/ 2 h 224"/>
                <a:gd name="T10" fmla="*/ 177 w 203"/>
                <a:gd name="T11" fmla="*/ 204 h 224"/>
                <a:gd name="T12" fmla="*/ 183 w 203"/>
                <a:gd name="T13" fmla="*/ 197 h 224"/>
                <a:gd name="T14" fmla="*/ 16 w 203"/>
                <a:gd name="T15" fmla="*/ 12 h 224"/>
                <a:gd name="T16" fmla="*/ 16 w 203"/>
                <a:gd name="T17" fmla="*/ 1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3" h="224">
                  <a:moveTo>
                    <a:pt x="16" y="11"/>
                  </a:moveTo>
                  <a:cubicBezTo>
                    <a:pt x="17" y="12"/>
                    <a:pt x="173" y="178"/>
                    <a:pt x="187" y="193"/>
                  </a:cubicBezTo>
                  <a:cubicBezTo>
                    <a:pt x="203" y="209"/>
                    <a:pt x="185" y="224"/>
                    <a:pt x="174" y="209"/>
                  </a:cubicBezTo>
                  <a:cubicBezTo>
                    <a:pt x="168" y="202"/>
                    <a:pt x="5" y="8"/>
                    <a:pt x="2" y="4"/>
                  </a:cubicBezTo>
                  <a:cubicBezTo>
                    <a:pt x="0" y="2"/>
                    <a:pt x="2" y="0"/>
                    <a:pt x="4" y="2"/>
                  </a:cubicBezTo>
                  <a:cubicBezTo>
                    <a:pt x="7" y="6"/>
                    <a:pt x="175" y="201"/>
                    <a:pt x="177" y="204"/>
                  </a:cubicBezTo>
                  <a:cubicBezTo>
                    <a:pt x="182" y="209"/>
                    <a:pt x="188" y="203"/>
                    <a:pt x="183" y="197"/>
                  </a:cubicBezTo>
                  <a:cubicBezTo>
                    <a:pt x="176" y="190"/>
                    <a:pt x="15" y="11"/>
                    <a:pt x="16" y="12"/>
                  </a:cubicBezTo>
                  <a:cubicBezTo>
                    <a:pt x="16" y="14"/>
                    <a:pt x="15" y="10"/>
                    <a:pt x="16" y="1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8" name="Freeform 630">
              <a:extLst>
                <a:ext uri="{FF2B5EF4-FFF2-40B4-BE49-F238E27FC236}">
                  <a16:creationId xmlns:a16="http://schemas.microsoft.com/office/drawing/2014/main" id="{6591C481-0ECD-4D8E-BA0F-32D858496DB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39850" y="12688888"/>
              <a:ext cx="176213" cy="292100"/>
            </a:xfrm>
            <a:custGeom>
              <a:avLst/>
              <a:gdLst>
                <a:gd name="T0" fmla="*/ 172 w 275"/>
                <a:gd name="T1" fmla="*/ 345 h 456"/>
                <a:gd name="T2" fmla="*/ 136 w 275"/>
                <a:gd name="T3" fmla="*/ 201 h 456"/>
                <a:gd name="T4" fmla="*/ 38 w 275"/>
                <a:gd name="T5" fmla="*/ 11 h 456"/>
                <a:gd name="T6" fmla="*/ 42 w 275"/>
                <a:gd name="T7" fmla="*/ 98 h 456"/>
                <a:gd name="T8" fmla="*/ 12 w 275"/>
                <a:gd name="T9" fmla="*/ 105 h 456"/>
                <a:gd name="T10" fmla="*/ 18 w 275"/>
                <a:gd name="T11" fmla="*/ 158 h 456"/>
                <a:gd name="T12" fmla="*/ 61 w 275"/>
                <a:gd name="T13" fmla="*/ 218 h 456"/>
                <a:gd name="T14" fmla="*/ 25 w 275"/>
                <a:gd name="T15" fmla="*/ 251 h 456"/>
                <a:gd name="T16" fmla="*/ 7 w 275"/>
                <a:gd name="T17" fmla="*/ 277 h 456"/>
                <a:gd name="T18" fmla="*/ 60 w 275"/>
                <a:gd name="T19" fmla="*/ 304 h 456"/>
                <a:gd name="T20" fmla="*/ 50 w 275"/>
                <a:gd name="T21" fmla="*/ 344 h 456"/>
                <a:gd name="T22" fmla="*/ 119 w 275"/>
                <a:gd name="T23" fmla="*/ 380 h 456"/>
                <a:gd name="T24" fmla="*/ 133 w 275"/>
                <a:gd name="T25" fmla="*/ 393 h 456"/>
                <a:gd name="T26" fmla="*/ 179 w 275"/>
                <a:gd name="T27" fmla="*/ 410 h 456"/>
                <a:gd name="T28" fmla="*/ 255 w 275"/>
                <a:gd name="T29" fmla="*/ 391 h 456"/>
                <a:gd name="T30" fmla="*/ 37 w 275"/>
                <a:gd name="T31" fmla="*/ 291 h 456"/>
                <a:gd name="T32" fmla="*/ 76 w 275"/>
                <a:gd name="T33" fmla="*/ 289 h 456"/>
                <a:gd name="T34" fmla="*/ 8 w 275"/>
                <a:gd name="T35" fmla="*/ 268 h 456"/>
                <a:gd name="T36" fmla="*/ 51 w 275"/>
                <a:gd name="T37" fmla="*/ 259 h 456"/>
                <a:gd name="T38" fmla="*/ 83 w 275"/>
                <a:gd name="T39" fmla="*/ 275 h 456"/>
                <a:gd name="T40" fmla="*/ 85 w 275"/>
                <a:gd name="T41" fmla="*/ 290 h 456"/>
                <a:gd name="T42" fmla="*/ 85 w 275"/>
                <a:gd name="T43" fmla="*/ 296 h 456"/>
                <a:gd name="T44" fmla="*/ 104 w 275"/>
                <a:gd name="T45" fmla="*/ 323 h 456"/>
                <a:gd name="T46" fmla="*/ 153 w 275"/>
                <a:gd name="T47" fmla="*/ 359 h 456"/>
                <a:gd name="T48" fmla="*/ 104 w 275"/>
                <a:gd name="T49" fmla="*/ 310 h 456"/>
                <a:gd name="T50" fmla="*/ 91 w 275"/>
                <a:gd name="T51" fmla="*/ 349 h 456"/>
                <a:gd name="T52" fmla="*/ 138 w 275"/>
                <a:gd name="T53" fmla="*/ 364 h 456"/>
                <a:gd name="T54" fmla="*/ 123 w 275"/>
                <a:gd name="T55" fmla="*/ 361 h 456"/>
                <a:gd name="T56" fmla="*/ 112 w 275"/>
                <a:gd name="T57" fmla="*/ 376 h 456"/>
                <a:gd name="T58" fmla="*/ 116 w 275"/>
                <a:gd name="T59" fmla="*/ 376 h 456"/>
                <a:gd name="T60" fmla="*/ 167 w 275"/>
                <a:gd name="T61" fmla="*/ 375 h 456"/>
                <a:gd name="T62" fmla="*/ 143 w 275"/>
                <a:gd name="T63" fmla="*/ 387 h 456"/>
                <a:gd name="T64" fmla="*/ 246 w 275"/>
                <a:gd name="T65" fmla="*/ 419 h 456"/>
                <a:gd name="T66" fmla="*/ 236 w 275"/>
                <a:gd name="T67" fmla="*/ 447 h 456"/>
                <a:gd name="T68" fmla="*/ 216 w 275"/>
                <a:gd name="T69" fmla="*/ 412 h 456"/>
                <a:gd name="T70" fmla="*/ 162 w 275"/>
                <a:gd name="T71" fmla="*/ 404 h 456"/>
                <a:gd name="T72" fmla="*/ 259 w 275"/>
                <a:gd name="T73" fmla="*/ 409 h 456"/>
                <a:gd name="T74" fmla="*/ 256 w 275"/>
                <a:gd name="T75" fmla="*/ 418 h 456"/>
                <a:gd name="T76" fmla="*/ 165 w 275"/>
                <a:gd name="T77" fmla="*/ 368 h 456"/>
                <a:gd name="T78" fmla="*/ 136 w 275"/>
                <a:gd name="T79" fmla="*/ 320 h 456"/>
                <a:gd name="T80" fmla="*/ 95 w 275"/>
                <a:gd name="T81" fmla="*/ 285 h 456"/>
                <a:gd name="T82" fmla="*/ 86 w 275"/>
                <a:gd name="T83" fmla="*/ 258 h 456"/>
                <a:gd name="T84" fmla="*/ 78 w 275"/>
                <a:gd name="T85" fmla="*/ 208 h 456"/>
                <a:gd name="T86" fmla="*/ 60 w 275"/>
                <a:gd name="T87" fmla="*/ 166 h 456"/>
                <a:gd name="T88" fmla="*/ 59 w 275"/>
                <a:gd name="T89" fmla="*/ 148 h 456"/>
                <a:gd name="T90" fmla="*/ 67 w 275"/>
                <a:gd name="T91" fmla="*/ 136 h 456"/>
                <a:gd name="T92" fmla="*/ 31 w 275"/>
                <a:gd name="T93" fmla="*/ 46 h 456"/>
                <a:gd name="T94" fmla="*/ 37 w 275"/>
                <a:gd name="T95" fmla="*/ 51 h 456"/>
                <a:gd name="T96" fmla="*/ 40 w 275"/>
                <a:gd name="T97" fmla="*/ 16 h 456"/>
                <a:gd name="T98" fmla="*/ 129 w 275"/>
                <a:gd name="T99" fmla="*/ 204 h 456"/>
                <a:gd name="T100" fmla="*/ 176 w 275"/>
                <a:gd name="T101" fmla="*/ 36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5" h="456">
                  <a:moveTo>
                    <a:pt x="236" y="369"/>
                  </a:moveTo>
                  <a:cubicBezTo>
                    <a:pt x="227" y="364"/>
                    <a:pt x="227" y="364"/>
                    <a:pt x="227" y="364"/>
                  </a:cubicBezTo>
                  <a:cubicBezTo>
                    <a:pt x="221" y="362"/>
                    <a:pt x="210" y="359"/>
                    <a:pt x="203" y="358"/>
                  </a:cubicBezTo>
                  <a:cubicBezTo>
                    <a:pt x="194" y="358"/>
                    <a:pt x="194" y="358"/>
                    <a:pt x="194" y="358"/>
                  </a:cubicBezTo>
                  <a:cubicBezTo>
                    <a:pt x="180" y="358"/>
                    <a:pt x="175" y="350"/>
                    <a:pt x="172" y="345"/>
                  </a:cubicBezTo>
                  <a:cubicBezTo>
                    <a:pt x="166" y="335"/>
                    <a:pt x="165" y="325"/>
                    <a:pt x="154" y="308"/>
                  </a:cubicBezTo>
                  <a:cubicBezTo>
                    <a:pt x="137" y="289"/>
                    <a:pt x="137" y="289"/>
                    <a:pt x="137" y="289"/>
                  </a:cubicBezTo>
                  <a:cubicBezTo>
                    <a:pt x="131" y="284"/>
                    <a:pt x="130" y="279"/>
                    <a:pt x="130" y="271"/>
                  </a:cubicBezTo>
                  <a:cubicBezTo>
                    <a:pt x="132" y="253"/>
                    <a:pt x="132" y="253"/>
                    <a:pt x="132" y="253"/>
                  </a:cubicBezTo>
                  <a:cubicBezTo>
                    <a:pt x="135" y="236"/>
                    <a:pt x="139" y="220"/>
                    <a:pt x="136" y="201"/>
                  </a:cubicBezTo>
                  <a:cubicBezTo>
                    <a:pt x="133" y="171"/>
                    <a:pt x="111" y="142"/>
                    <a:pt x="99" y="125"/>
                  </a:cubicBezTo>
                  <a:cubicBezTo>
                    <a:pt x="91" y="115"/>
                    <a:pt x="86" y="107"/>
                    <a:pt x="81" y="101"/>
                  </a:cubicBezTo>
                  <a:cubicBezTo>
                    <a:pt x="81" y="101"/>
                    <a:pt x="65" y="78"/>
                    <a:pt x="58" y="56"/>
                  </a:cubicBezTo>
                  <a:cubicBezTo>
                    <a:pt x="51" y="35"/>
                    <a:pt x="47" y="23"/>
                    <a:pt x="46" y="12"/>
                  </a:cubicBezTo>
                  <a:cubicBezTo>
                    <a:pt x="46" y="0"/>
                    <a:pt x="39" y="10"/>
                    <a:pt x="38" y="11"/>
                  </a:cubicBezTo>
                  <a:cubicBezTo>
                    <a:pt x="37" y="13"/>
                    <a:pt x="34" y="19"/>
                    <a:pt x="34" y="21"/>
                  </a:cubicBezTo>
                  <a:cubicBezTo>
                    <a:pt x="33" y="22"/>
                    <a:pt x="32" y="23"/>
                    <a:pt x="32" y="23"/>
                  </a:cubicBezTo>
                  <a:cubicBezTo>
                    <a:pt x="32" y="23"/>
                    <a:pt x="29" y="23"/>
                    <a:pt x="27" y="28"/>
                  </a:cubicBezTo>
                  <a:cubicBezTo>
                    <a:pt x="27" y="28"/>
                    <a:pt x="21" y="45"/>
                    <a:pt x="27" y="65"/>
                  </a:cubicBezTo>
                  <a:cubicBezTo>
                    <a:pt x="34" y="85"/>
                    <a:pt x="40" y="96"/>
                    <a:pt x="42" y="98"/>
                  </a:cubicBezTo>
                  <a:cubicBezTo>
                    <a:pt x="43" y="99"/>
                    <a:pt x="42" y="100"/>
                    <a:pt x="42" y="100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98"/>
                    <a:pt x="27" y="95"/>
                    <a:pt x="20" y="95"/>
                  </a:cubicBezTo>
                  <a:cubicBezTo>
                    <a:pt x="13" y="94"/>
                    <a:pt x="12" y="96"/>
                    <a:pt x="9" y="98"/>
                  </a:cubicBezTo>
                  <a:cubicBezTo>
                    <a:pt x="7" y="100"/>
                    <a:pt x="6" y="101"/>
                    <a:pt x="12" y="105"/>
                  </a:cubicBezTo>
                  <a:cubicBezTo>
                    <a:pt x="17" y="109"/>
                    <a:pt x="41" y="129"/>
                    <a:pt x="50" y="145"/>
                  </a:cubicBezTo>
                  <a:cubicBezTo>
                    <a:pt x="59" y="160"/>
                    <a:pt x="54" y="156"/>
                    <a:pt x="52" y="155"/>
                  </a:cubicBezTo>
                  <a:cubicBezTo>
                    <a:pt x="50" y="155"/>
                    <a:pt x="42" y="150"/>
                    <a:pt x="32" y="149"/>
                  </a:cubicBezTo>
                  <a:cubicBezTo>
                    <a:pt x="23" y="148"/>
                    <a:pt x="20" y="148"/>
                    <a:pt x="16" y="151"/>
                  </a:cubicBezTo>
                  <a:cubicBezTo>
                    <a:pt x="14" y="153"/>
                    <a:pt x="15" y="156"/>
                    <a:pt x="18" y="158"/>
                  </a:cubicBezTo>
                  <a:cubicBezTo>
                    <a:pt x="18" y="158"/>
                    <a:pt x="44" y="175"/>
                    <a:pt x="48" y="178"/>
                  </a:cubicBezTo>
                  <a:cubicBezTo>
                    <a:pt x="51" y="180"/>
                    <a:pt x="52" y="183"/>
                    <a:pt x="50" y="182"/>
                  </a:cubicBezTo>
                  <a:cubicBezTo>
                    <a:pt x="47" y="182"/>
                    <a:pt x="39" y="182"/>
                    <a:pt x="36" y="183"/>
                  </a:cubicBezTo>
                  <a:cubicBezTo>
                    <a:pt x="33" y="185"/>
                    <a:pt x="32" y="188"/>
                    <a:pt x="35" y="191"/>
                  </a:cubicBezTo>
                  <a:cubicBezTo>
                    <a:pt x="37" y="194"/>
                    <a:pt x="50" y="204"/>
                    <a:pt x="61" y="218"/>
                  </a:cubicBezTo>
                  <a:cubicBezTo>
                    <a:pt x="73" y="235"/>
                    <a:pt x="75" y="244"/>
                    <a:pt x="78" y="249"/>
                  </a:cubicBezTo>
                  <a:cubicBezTo>
                    <a:pt x="81" y="255"/>
                    <a:pt x="81" y="256"/>
                    <a:pt x="76" y="253"/>
                  </a:cubicBezTo>
                  <a:cubicBezTo>
                    <a:pt x="71" y="249"/>
                    <a:pt x="58" y="243"/>
                    <a:pt x="53" y="243"/>
                  </a:cubicBezTo>
                  <a:cubicBezTo>
                    <a:pt x="48" y="243"/>
                    <a:pt x="33" y="244"/>
                    <a:pt x="27" y="246"/>
                  </a:cubicBezTo>
                  <a:cubicBezTo>
                    <a:pt x="21" y="249"/>
                    <a:pt x="21" y="250"/>
                    <a:pt x="25" y="251"/>
                  </a:cubicBezTo>
                  <a:cubicBezTo>
                    <a:pt x="30" y="253"/>
                    <a:pt x="32" y="254"/>
                    <a:pt x="34" y="255"/>
                  </a:cubicBezTo>
                  <a:cubicBezTo>
                    <a:pt x="37" y="256"/>
                    <a:pt x="34" y="256"/>
                    <a:pt x="32" y="256"/>
                  </a:cubicBezTo>
                  <a:cubicBezTo>
                    <a:pt x="29" y="256"/>
                    <a:pt x="22" y="255"/>
                    <a:pt x="13" y="259"/>
                  </a:cubicBezTo>
                  <a:cubicBezTo>
                    <a:pt x="4" y="263"/>
                    <a:pt x="3" y="268"/>
                    <a:pt x="2" y="272"/>
                  </a:cubicBezTo>
                  <a:cubicBezTo>
                    <a:pt x="0" y="276"/>
                    <a:pt x="2" y="278"/>
                    <a:pt x="7" y="277"/>
                  </a:cubicBezTo>
                  <a:cubicBezTo>
                    <a:pt x="11" y="276"/>
                    <a:pt x="33" y="276"/>
                    <a:pt x="39" y="278"/>
                  </a:cubicBezTo>
                  <a:cubicBezTo>
                    <a:pt x="45" y="280"/>
                    <a:pt x="47" y="282"/>
                    <a:pt x="44" y="282"/>
                  </a:cubicBezTo>
                  <a:cubicBezTo>
                    <a:pt x="41" y="283"/>
                    <a:pt x="35" y="287"/>
                    <a:pt x="31" y="291"/>
                  </a:cubicBezTo>
                  <a:cubicBezTo>
                    <a:pt x="28" y="294"/>
                    <a:pt x="24" y="298"/>
                    <a:pt x="28" y="297"/>
                  </a:cubicBezTo>
                  <a:cubicBezTo>
                    <a:pt x="32" y="297"/>
                    <a:pt x="41" y="296"/>
                    <a:pt x="60" y="304"/>
                  </a:cubicBezTo>
                  <a:cubicBezTo>
                    <a:pt x="79" y="312"/>
                    <a:pt x="96" y="325"/>
                    <a:pt x="102" y="331"/>
                  </a:cubicBezTo>
                  <a:cubicBezTo>
                    <a:pt x="109" y="336"/>
                    <a:pt x="107" y="337"/>
                    <a:pt x="104" y="336"/>
                  </a:cubicBezTo>
                  <a:cubicBezTo>
                    <a:pt x="100" y="335"/>
                    <a:pt x="90" y="331"/>
                    <a:pt x="81" y="332"/>
                  </a:cubicBezTo>
                  <a:cubicBezTo>
                    <a:pt x="73" y="332"/>
                    <a:pt x="58" y="334"/>
                    <a:pt x="52" y="338"/>
                  </a:cubicBezTo>
                  <a:cubicBezTo>
                    <a:pt x="46" y="342"/>
                    <a:pt x="46" y="344"/>
                    <a:pt x="50" y="344"/>
                  </a:cubicBezTo>
                  <a:cubicBezTo>
                    <a:pt x="54" y="344"/>
                    <a:pt x="79" y="351"/>
                    <a:pt x="88" y="354"/>
                  </a:cubicBezTo>
                  <a:cubicBezTo>
                    <a:pt x="98" y="357"/>
                    <a:pt x="108" y="362"/>
                    <a:pt x="114" y="365"/>
                  </a:cubicBezTo>
                  <a:cubicBezTo>
                    <a:pt x="119" y="368"/>
                    <a:pt x="108" y="372"/>
                    <a:pt x="104" y="375"/>
                  </a:cubicBezTo>
                  <a:cubicBezTo>
                    <a:pt x="100" y="379"/>
                    <a:pt x="104" y="379"/>
                    <a:pt x="106" y="380"/>
                  </a:cubicBezTo>
                  <a:cubicBezTo>
                    <a:pt x="109" y="381"/>
                    <a:pt x="119" y="378"/>
                    <a:pt x="119" y="380"/>
                  </a:cubicBezTo>
                  <a:cubicBezTo>
                    <a:pt x="120" y="382"/>
                    <a:pt x="113" y="383"/>
                    <a:pt x="109" y="390"/>
                  </a:cubicBezTo>
                  <a:cubicBezTo>
                    <a:pt x="105" y="396"/>
                    <a:pt x="101" y="401"/>
                    <a:pt x="101" y="407"/>
                  </a:cubicBezTo>
                  <a:cubicBezTo>
                    <a:pt x="100" y="412"/>
                    <a:pt x="103" y="408"/>
                    <a:pt x="105" y="407"/>
                  </a:cubicBezTo>
                  <a:cubicBezTo>
                    <a:pt x="106" y="405"/>
                    <a:pt x="116" y="400"/>
                    <a:pt x="120" y="398"/>
                  </a:cubicBezTo>
                  <a:cubicBezTo>
                    <a:pt x="124" y="396"/>
                    <a:pt x="130" y="394"/>
                    <a:pt x="133" y="393"/>
                  </a:cubicBezTo>
                  <a:cubicBezTo>
                    <a:pt x="136" y="392"/>
                    <a:pt x="130" y="401"/>
                    <a:pt x="132" y="404"/>
                  </a:cubicBezTo>
                  <a:cubicBezTo>
                    <a:pt x="135" y="407"/>
                    <a:pt x="142" y="405"/>
                    <a:pt x="146" y="403"/>
                  </a:cubicBezTo>
                  <a:cubicBezTo>
                    <a:pt x="151" y="400"/>
                    <a:pt x="157" y="396"/>
                    <a:pt x="159" y="398"/>
                  </a:cubicBezTo>
                  <a:cubicBezTo>
                    <a:pt x="161" y="400"/>
                    <a:pt x="153" y="406"/>
                    <a:pt x="158" y="410"/>
                  </a:cubicBezTo>
                  <a:cubicBezTo>
                    <a:pt x="163" y="414"/>
                    <a:pt x="179" y="410"/>
                    <a:pt x="179" y="410"/>
                  </a:cubicBezTo>
                  <a:cubicBezTo>
                    <a:pt x="219" y="408"/>
                    <a:pt x="232" y="433"/>
                    <a:pt x="233" y="440"/>
                  </a:cubicBezTo>
                  <a:cubicBezTo>
                    <a:pt x="234" y="446"/>
                    <a:pt x="228" y="448"/>
                    <a:pt x="224" y="449"/>
                  </a:cubicBezTo>
                  <a:cubicBezTo>
                    <a:pt x="221" y="451"/>
                    <a:pt x="226" y="455"/>
                    <a:pt x="241" y="456"/>
                  </a:cubicBezTo>
                  <a:cubicBezTo>
                    <a:pt x="249" y="456"/>
                    <a:pt x="263" y="454"/>
                    <a:pt x="269" y="437"/>
                  </a:cubicBezTo>
                  <a:cubicBezTo>
                    <a:pt x="275" y="422"/>
                    <a:pt x="257" y="395"/>
                    <a:pt x="255" y="391"/>
                  </a:cubicBezTo>
                  <a:cubicBezTo>
                    <a:pt x="252" y="386"/>
                    <a:pt x="245" y="376"/>
                    <a:pt x="236" y="369"/>
                  </a:cubicBezTo>
                  <a:moveTo>
                    <a:pt x="104" y="323"/>
                  </a:moveTo>
                  <a:cubicBezTo>
                    <a:pt x="94" y="316"/>
                    <a:pt x="94" y="316"/>
                    <a:pt x="94" y="316"/>
                  </a:cubicBezTo>
                  <a:cubicBezTo>
                    <a:pt x="88" y="310"/>
                    <a:pt x="64" y="296"/>
                    <a:pt x="57" y="295"/>
                  </a:cubicBezTo>
                  <a:cubicBezTo>
                    <a:pt x="55" y="294"/>
                    <a:pt x="44" y="292"/>
                    <a:pt x="37" y="291"/>
                  </a:cubicBezTo>
                  <a:cubicBezTo>
                    <a:pt x="39" y="291"/>
                    <a:pt x="41" y="289"/>
                    <a:pt x="45" y="288"/>
                  </a:cubicBezTo>
                  <a:cubicBezTo>
                    <a:pt x="47" y="287"/>
                    <a:pt x="47" y="287"/>
                    <a:pt x="47" y="287"/>
                  </a:cubicBezTo>
                  <a:cubicBezTo>
                    <a:pt x="56" y="285"/>
                    <a:pt x="65" y="286"/>
                    <a:pt x="74" y="290"/>
                  </a:cubicBezTo>
                  <a:cubicBezTo>
                    <a:pt x="76" y="291"/>
                    <a:pt x="76" y="291"/>
                    <a:pt x="76" y="291"/>
                  </a:cubicBezTo>
                  <a:cubicBezTo>
                    <a:pt x="76" y="289"/>
                    <a:pt x="76" y="289"/>
                    <a:pt x="76" y="289"/>
                  </a:cubicBezTo>
                  <a:cubicBezTo>
                    <a:pt x="77" y="286"/>
                    <a:pt x="71" y="282"/>
                    <a:pt x="60" y="276"/>
                  </a:cubicBezTo>
                  <a:cubicBezTo>
                    <a:pt x="57" y="275"/>
                    <a:pt x="57" y="275"/>
                    <a:pt x="57" y="275"/>
                  </a:cubicBezTo>
                  <a:cubicBezTo>
                    <a:pt x="56" y="274"/>
                    <a:pt x="55" y="274"/>
                    <a:pt x="55" y="274"/>
                  </a:cubicBezTo>
                  <a:cubicBezTo>
                    <a:pt x="44" y="270"/>
                    <a:pt x="14" y="272"/>
                    <a:pt x="9" y="272"/>
                  </a:cubicBezTo>
                  <a:cubicBezTo>
                    <a:pt x="4" y="272"/>
                    <a:pt x="10" y="268"/>
                    <a:pt x="8" y="268"/>
                  </a:cubicBezTo>
                  <a:cubicBezTo>
                    <a:pt x="10" y="265"/>
                    <a:pt x="17" y="260"/>
                    <a:pt x="39" y="263"/>
                  </a:cubicBezTo>
                  <a:cubicBezTo>
                    <a:pt x="39" y="263"/>
                    <a:pt x="56" y="266"/>
                    <a:pt x="56" y="264"/>
                  </a:cubicBezTo>
                  <a:cubicBezTo>
                    <a:pt x="57" y="264"/>
                    <a:pt x="57" y="264"/>
                    <a:pt x="57" y="263"/>
                  </a:cubicBezTo>
                  <a:cubicBezTo>
                    <a:pt x="57" y="263"/>
                    <a:pt x="56" y="262"/>
                    <a:pt x="56" y="261"/>
                  </a:cubicBezTo>
                  <a:cubicBezTo>
                    <a:pt x="51" y="259"/>
                    <a:pt x="51" y="259"/>
                    <a:pt x="51" y="259"/>
                  </a:cubicBezTo>
                  <a:cubicBezTo>
                    <a:pt x="46" y="257"/>
                    <a:pt x="40" y="254"/>
                    <a:pt x="35" y="250"/>
                  </a:cubicBezTo>
                  <a:cubicBezTo>
                    <a:pt x="35" y="246"/>
                    <a:pt x="56" y="249"/>
                    <a:pt x="56" y="249"/>
                  </a:cubicBezTo>
                  <a:cubicBezTo>
                    <a:pt x="63" y="251"/>
                    <a:pt x="72" y="255"/>
                    <a:pt x="77" y="261"/>
                  </a:cubicBezTo>
                  <a:cubicBezTo>
                    <a:pt x="79" y="263"/>
                    <a:pt x="80" y="264"/>
                    <a:pt x="81" y="267"/>
                  </a:cubicBezTo>
                  <a:cubicBezTo>
                    <a:pt x="82" y="270"/>
                    <a:pt x="83" y="273"/>
                    <a:pt x="83" y="275"/>
                  </a:cubicBezTo>
                  <a:cubicBezTo>
                    <a:pt x="83" y="275"/>
                    <a:pt x="83" y="275"/>
                    <a:pt x="82" y="275"/>
                  </a:cubicBezTo>
                  <a:cubicBezTo>
                    <a:pt x="78" y="273"/>
                    <a:pt x="73" y="276"/>
                    <a:pt x="73" y="276"/>
                  </a:cubicBezTo>
                  <a:cubicBezTo>
                    <a:pt x="73" y="278"/>
                    <a:pt x="75" y="279"/>
                    <a:pt x="75" y="280"/>
                  </a:cubicBezTo>
                  <a:cubicBezTo>
                    <a:pt x="78" y="283"/>
                    <a:pt x="83" y="287"/>
                    <a:pt x="89" y="291"/>
                  </a:cubicBezTo>
                  <a:cubicBezTo>
                    <a:pt x="87" y="290"/>
                    <a:pt x="86" y="290"/>
                    <a:pt x="85" y="290"/>
                  </a:cubicBezTo>
                  <a:cubicBezTo>
                    <a:pt x="85" y="290"/>
                    <a:pt x="83" y="291"/>
                    <a:pt x="83" y="292"/>
                  </a:cubicBezTo>
                  <a:cubicBezTo>
                    <a:pt x="83" y="292"/>
                    <a:pt x="83" y="292"/>
                    <a:pt x="83" y="292"/>
                  </a:cubicBezTo>
                  <a:cubicBezTo>
                    <a:pt x="83" y="293"/>
                    <a:pt x="83" y="294"/>
                    <a:pt x="83" y="294"/>
                  </a:cubicBezTo>
                  <a:cubicBezTo>
                    <a:pt x="84" y="295"/>
                    <a:pt x="84" y="295"/>
                    <a:pt x="84" y="295"/>
                  </a:cubicBezTo>
                  <a:cubicBezTo>
                    <a:pt x="85" y="296"/>
                    <a:pt x="85" y="296"/>
                    <a:pt x="85" y="296"/>
                  </a:cubicBezTo>
                  <a:cubicBezTo>
                    <a:pt x="87" y="297"/>
                    <a:pt x="93" y="301"/>
                    <a:pt x="94" y="303"/>
                  </a:cubicBezTo>
                  <a:cubicBezTo>
                    <a:pt x="94" y="303"/>
                    <a:pt x="94" y="310"/>
                    <a:pt x="104" y="317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9" y="329"/>
                    <a:pt x="139" y="349"/>
                    <a:pt x="129" y="350"/>
                  </a:cubicBezTo>
                  <a:cubicBezTo>
                    <a:pt x="128" y="349"/>
                    <a:pt x="115" y="339"/>
                    <a:pt x="104" y="323"/>
                  </a:cubicBezTo>
                  <a:moveTo>
                    <a:pt x="90" y="288"/>
                  </a:moveTo>
                  <a:cubicBezTo>
                    <a:pt x="114" y="295"/>
                    <a:pt x="128" y="325"/>
                    <a:pt x="136" y="329"/>
                  </a:cubicBezTo>
                  <a:cubicBezTo>
                    <a:pt x="155" y="355"/>
                    <a:pt x="155" y="355"/>
                    <a:pt x="155" y="355"/>
                  </a:cubicBezTo>
                  <a:cubicBezTo>
                    <a:pt x="155" y="355"/>
                    <a:pt x="153" y="358"/>
                    <a:pt x="153" y="359"/>
                  </a:cubicBezTo>
                  <a:cubicBezTo>
                    <a:pt x="153" y="359"/>
                    <a:pt x="153" y="359"/>
                    <a:pt x="153" y="359"/>
                  </a:cubicBezTo>
                  <a:cubicBezTo>
                    <a:pt x="149" y="360"/>
                    <a:pt x="149" y="360"/>
                    <a:pt x="149" y="360"/>
                  </a:cubicBezTo>
                  <a:cubicBezTo>
                    <a:pt x="146" y="361"/>
                    <a:pt x="135" y="343"/>
                    <a:pt x="131" y="337"/>
                  </a:cubicBezTo>
                  <a:cubicBezTo>
                    <a:pt x="126" y="330"/>
                    <a:pt x="126" y="330"/>
                    <a:pt x="126" y="330"/>
                  </a:cubicBezTo>
                  <a:cubicBezTo>
                    <a:pt x="124" y="327"/>
                    <a:pt x="118" y="322"/>
                    <a:pt x="113" y="318"/>
                  </a:cubicBezTo>
                  <a:cubicBezTo>
                    <a:pt x="109" y="314"/>
                    <a:pt x="105" y="311"/>
                    <a:pt x="104" y="310"/>
                  </a:cubicBezTo>
                  <a:cubicBezTo>
                    <a:pt x="104" y="310"/>
                    <a:pt x="103" y="310"/>
                    <a:pt x="103" y="309"/>
                  </a:cubicBezTo>
                  <a:cubicBezTo>
                    <a:pt x="103" y="309"/>
                    <a:pt x="103" y="307"/>
                    <a:pt x="103" y="307"/>
                  </a:cubicBezTo>
                  <a:cubicBezTo>
                    <a:pt x="102" y="302"/>
                    <a:pt x="102" y="302"/>
                    <a:pt x="102" y="302"/>
                  </a:cubicBezTo>
                  <a:cubicBezTo>
                    <a:pt x="95" y="298"/>
                    <a:pt x="92" y="289"/>
                    <a:pt x="90" y="288"/>
                  </a:cubicBezTo>
                  <a:moveTo>
                    <a:pt x="91" y="349"/>
                  </a:moveTo>
                  <a:cubicBezTo>
                    <a:pt x="90" y="348"/>
                    <a:pt x="87" y="348"/>
                    <a:pt x="80" y="346"/>
                  </a:cubicBezTo>
                  <a:cubicBezTo>
                    <a:pt x="74" y="345"/>
                    <a:pt x="63" y="342"/>
                    <a:pt x="59" y="340"/>
                  </a:cubicBezTo>
                  <a:cubicBezTo>
                    <a:pt x="63" y="339"/>
                    <a:pt x="76" y="336"/>
                    <a:pt x="101" y="341"/>
                  </a:cubicBezTo>
                  <a:cubicBezTo>
                    <a:pt x="106" y="342"/>
                    <a:pt x="115" y="345"/>
                    <a:pt x="121" y="349"/>
                  </a:cubicBezTo>
                  <a:cubicBezTo>
                    <a:pt x="124" y="351"/>
                    <a:pt x="136" y="360"/>
                    <a:pt x="138" y="364"/>
                  </a:cubicBezTo>
                  <a:cubicBezTo>
                    <a:pt x="138" y="364"/>
                    <a:pt x="138" y="365"/>
                    <a:pt x="138" y="365"/>
                  </a:cubicBezTo>
                  <a:cubicBezTo>
                    <a:pt x="138" y="365"/>
                    <a:pt x="137" y="366"/>
                    <a:pt x="137" y="366"/>
                  </a:cubicBezTo>
                  <a:cubicBezTo>
                    <a:pt x="131" y="369"/>
                    <a:pt x="131" y="369"/>
                    <a:pt x="131" y="369"/>
                  </a:cubicBezTo>
                  <a:cubicBezTo>
                    <a:pt x="130" y="369"/>
                    <a:pt x="129" y="368"/>
                    <a:pt x="128" y="367"/>
                  </a:cubicBezTo>
                  <a:cubicBezTo>
                    <a:pt x="123" y="361"/>
                    <a:pt x="123" y="361"/>
                    <a:pt x="123" y="361"/>
                  </a:cubicBezTo>
                  <a:cubicBezTo>
                    <a:pt x="115" y="353"/>
                    <a:pt x="104" y="351"/>
                    <a:pt x="99" y="348"/>
                  </a:cubicBezTo>
                  <a:cubicBezTo>
                    <a:pt x="97" y="348"/>
                    <a:pt x="96" y="348"/>
                    <a:pt x="96" y="348"/>
                  </a:cubicBezTo>
                  <a:cubicBezTo>
                    <a:pt x="94" y="348"/>
                    <a:pt x="93" y="350"/>
                    <a:pt x="91" y="349"/>
                  </a:cubicBezTo>
                  <a:moveTo>
                    <a:pt x="116" y="376"/>
                  </a:moveTo>
                  <a:cubicBezTo>
                    <a:pt x="112" y="376"/>
                    <a:pt x="112" y="376"/>
                    <a:pt x="112" y="376"/>
                  </a:cubicBezTo>
                  <a:cubicBezTo>
                    <a:pt x="114" y="373"/>
                    <a:pt x="114" y="373"/>
                    <a:pt x="114" y="373"/>
                  </a:cubicBezTo>
                  <a:cubicBezTo>
                    <a:pt x="117" y="371"/>
                    <a:pt x="118" y="368"/>
                    <a:pt x="121" y="369"/>
                  </a:cubicBezTo>
                  <a:cubicBezTo>
                    <a:pt x="123" y="370"/>
                    <a:pt x="123" y="370"/>
                    <a:pt x="123" y="370"/>
                  </a:cubicBezTo>
                  <a:cubicBezTo>
                    <a:pt x="124" y="371"/>
                    <a:pt x="127" y="373"/>
                    <a:pt x="126" y="375"/>
                  </a:cubicBezTo>
                  <a:cubicBezTo>
                    <a:pt x="125" y="377"/>
                    <a:pt x="124" y="377"/>
                    <a:pt x="116" y="376"/>
                  </a:cubicBezTo>
                  <a:moveTo>
                    <a:pt x="123" y="391"/>
                  </a:moveTo>
                  <a:cubicBezTo>
                    <a:pt x="111" y="398"/>
                    <a:pt x="112" y="397"/>
                    <a:pt x="110" y="398"/>
                  </a:cubicBezTo>
                  <a:cubicBezTo>
                    <a:pt x="109" y="390"/>
                    <a:pt x="143" y="364"/>
                    <a:pt x="156" y="363"/>
                  </a:cubicBezTo>
                  <a:cubicBezTo>
                    <a:pt x="157" y="362"/>
                    <a:pt x="158" y="366"/>
                    <a:pt x="160" y="369"/>
                  </a:cubicBezTo>
                  <a:cubicBezTo>
                    <a:pt x="161" y="371"/>
                    <a:pt x="167" y="375"/>
                    <a:pt x="167" y="375"/>
                  </a:cubicBezTo>
                  <a:cubicBezTo>
                    <a:pt x="168" y="376"/>
                    <a:pt x="184" y="380"/>
                    <a:pt x="185" y="380"/>
                  </a:cubicBezTo>
                  <a:cubicBezTo>
                    <a:pt x="181" y="381"/>
                    <a:pt x="147" y="376"/>
                    <a:pt x="123" y="391"/>
                  </a:cubicBezTo>
                  <a:moveTo>
                    <a:pt x="151" y="394"/>
                  </a:moveTo>
                  <a:cubicBezTo>
                    <a:pt x="151" y="394"/>
                    <a:pt x="143" y="402"/>
                    <a:pt x="136" y="400"/>
                  </a:cubicBezTo>
                  <a:cubicBezTo>
                    <a:pt x="130" y="398"/>
                    <a:pt x="140" y="390"/>
                    <a:pt x="143" y="387"/>
                  </a:cubicBezTo>
                  <a:cubicBezTo>
                    <a:pt x="151" y="383"/>
                    <a:pt x="179" y="382"/>
                    <a:pt x="192" y="384"/>
                  </a:cubicBezTo>
                  <a:cubicBezTo>
                    <a:pt x="204" y="385"/>
                    <a:pt x="218" y="388"/>
                    <a:pt x="225" y="392"/>
                  </a:cubicBezTo>
                  <a:cubicBezTo>
                    <a:pt x="235" y="397"/>
                    <a:pt x="246" y="405"/>
                    <a:pt x="250" y="416"/>
                  </a:cubicBezTo>
                  <a:cubicBezTo>
                    <a:pt x="255" y="426"/>
                    <a:pt x="255" y="434"/>
                    <a:pt x="251" y="433"/>
                  </a:cubicBezTo>
                  <a:cubicBezTo>
                    <a:pt x="248" y="431"/>
                    <a:pt x="252" y="432"/>
                    <a:pt x="246" y="419"/>
                  </a:cubicBezTo>
                  <a:cubicBezTo>
                    <a:pt x="243" y="414"/>
                    <a:pt x="242" y="409"/>
                    <a:pt x="228" y="401"/>
                  </a:cubicBezTo>
                  <a:cubicBezTo>
                    <a:pt x="202" y="392"/>
                    <a:pt x="202" y="392"/>
                    <a:pt x="202" y="392"/>
                  </a:cubicBezTo>
                  <a:cubicBezTo>
                    <a:pt x="193" y="391"/>
                    <a:pt x="170" y="387"/>
                    <a:pt x="151" y="394"/>
                  </a:cubicBezTo>
                  <a:moveTo>
                    <a:pt x="241" y="449"/>
                  </a:moveTo>
                  <a:cubicBezTo>
                    <a:pt x="237" y="450"/>
                    <a:pt x="236" y="447"/>
                    <a:pt x="236" y="447"/>
                  </a:cubicBezTo>
                  <a:cubicBezTo>
                    <a:pt x="236" y="446"/>
                    <a:pt x="236" y="446"/>
                    <a:pt x="237" y="445"/>
                  </a:cubicBezTo>
                  <a:cubicBezTo>
                    <a:pt x="239" y="443"/>
                    <a:pt x="239" y="441"/>
                    <a:pt x="239" y="439"/>
                  </a:cubicBezTo>
                  <a:cubicBezTo>
                    <a:pt x="239" y="435"/>
                    <a:pt x="236" y="430"/>
                    <a:pt x="233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28" y="420"/>
                    <a:pt x="222" y="415"/>
                    <a:pt x="216" y="412"/>
                  </a:cubicBezTo>
                  <a:cubicBezTo>
                    <a:pt x="211" y="409"/>
                    <a:pt x="204" y="407"/>
                    <a:pt x="198" y="406"/>
                  </a:cubicBezTo>
                  <a:cubicBezTo>
                    <a:pt x="196" y="406"/>
                    <a:pt x="196" y="406"/>
                    <a:pt x="196" y="406"/>
                  </a:cubicBezTo>
                  <a:cubicBezTo>
                    <a:pt x="190" y="404"/>
                    <a:pt x="181" y="405"/>
                    <a:pt x="174" y="406"/>
                  </a:cubicBezTo>
                  <a:cubicBezTo>
                    <a:pt x="169" y="406"/>
                    <a:pt x="163" y="407"/>
                    <a:pt x="162" y="406"/>
                  </a:cubicBezTo>
                  <a:cubicBezTo>
                    <a:pt x="162" y="405"/>
                    <a:pt x="162" y="405"/>
                    <a:pt x="162" y="404"/>
                  </a:cubicBezTo>
                  <a:cubicBezTo>
                    <a:pt x="163" y="402"/>
                    <a:pt x="167" y="399"/>
                    <a:pt x="172" y="397"/>
                  </a:cubicBezTo>
                  <a:cubicBezTo>
                    <a:pt x="175" y="396"/>
                    <a:pt x="204" y="391"/>
                    <a:pt x="230" y="409"/>
                  </a:cubicBezTo>
                  <a:cubicBezTo>
                    <a:pt x="236" y="413"/>
                    <a:pt x="248" y="429"/>
                    <a:pt x="248" y="440"/>
                  </a:cubicBezTo>
                  <a:cubicBezTo>
                    <a:pt x="248" y="443"/>
                    <a:pt x="244" y="448"/>
                    <a:pt x="241" y="449"/>
                  </a:cubicBezTo>
                  <a:moveTo>
                    <a:pt x="259" y="409"/>
                  </a:moveTo>
                  <a:cubicBezTo>
                    <a:pt x="266" y="419"/>
                    <a:pt x="265" y="428"/>
                    <a:pt x="263" y="435"/>
                  </a:cubicBezTo>
                  <a:cubicBezTo>
                    <a:pt x="263" y="438"/>
                    <a:pt x="261" y="441"/>
                    <a:pt x="260" y="443"/>
                  </a:cubicBezTo>
                  <a:cubicBezTo>
                    <a:pt x="251" y="453"/>
                    <a:pt x="242" y="452"/>
                    <a:pt x="251" y="443"/>
                  </a:cubicBezTo>
                  <a:cubicBezTo>
                    <a:pt x="251" y="443"/>
                    <a:pt x="257" y="437"/>
                    <a:pt x="258" y="428"/>
                  </a:cubicBezTo>
                  <a:cubicBezTo>
                    <a:pt x="258" y="424"/>
                    <a:pt x="257" y="421"/>
                    <a:pt x="256" y="418"/>
                  </a:cubicBezTo>
                  <a:cubicBezTo>
                    <a:pt x="254" y="413"/>
                    <a:pt x="249" y="405"/>
                    <a:pt x="246" y="401"/>
                  </a:cubicBezTo>
                  <a:cubicBezTo>
                    <a:pt x="237" y="391"/>
                    <a:pt x="230" y="387"/>
                    <a:pt x="217" y="383"/>
                  </a:cubicBezTo>
                  <a:cubicBezTo>
                    <a:pt x="207" y="379"/>
                    <a:pt x="197" y="377"/>
                    <a:pt x="189" y="376"/>
                  </a:cubicBezTo>
                  <a:cubicBezTo>
                    <a:pt x="183" y="375"/>
                    <a:pt x="183" y="375"/>
                    <a:pt x="183" y="375"/>
                  </a:cubicBezTo>
                  <a:cubicBezTo>
                    <a:pt x="176" y="374"/>
                    <a:pt x="169" y="374"/>
                    <a:pt x="165" y="368"/>
                  </a:cubicBezTo>
                  <a:cubicBezTo>
                    <a:pt x="162" y="362"/>
                    <a:pt x="162" y="362"/>
                    <a:pt x="162" y="362"/>
                  </a:cubicBezTo>
                  <a:cubicBezTo>
                    <a:pt x="159" y="358"/>
                    <a:pt x="157" y="353"/>
                    <a:pt x="154" y="347"/>
                  </a:cubicBezTo>
                  <a:cubicBezTo>
                    <a:pt x="154" y="346"/>
                    <a:pt x="153" y="345"/>
                    <a:pt x="153" y="343"/>
                  </a:cubicBezTo>
                  <a:cubicBezTo>
                    <a:pt x="149" y="337"/>
                    <a:pt x="144" y="331"/>
                    <a:pt x="139" y="325"/>
                  </a:cubicBezTo>
                  <a:cubicBezTo>
                    <a:pt x="136" y="320"/>
                    <a:pt x="136" y="320"/>
                    <a:pt x="136" y="320"/>
                  </a:cubicBezTo>
                  <a:cubicBezTo>
                    <a:pt x="123" y="305"/>
                    <a:pt x="123" y="305"/>
                    <a:pt x="123" y="305"/>
                  </a:cubicBezTo>
                  <a:cubicBezTo>
                    <a:pt x="121" y="303"/>
                    <a:pt x="121" y="303"/>
                    <a:pt x="121" y="303"/>
                  </a:cubicBezTo>
                  <a:cubicBezTo>
                    <a:pt x="117" y="299"/>
                    <a:pt x="114" y="295"/>
                    <a:pt x="108" y="293"/>
                  </a:cubicBezTo>
                  <a:cubicBezTo>
                    <a:pt x="103" y="291"/>
                    <a:pt x="101" y="290"/>
                    <a:pt x="97" y="286"/>
                  </a:cubicBezTo>
                  <a:cubicBezTo>
                    <a:pt x="95" y="285"/>
                    <a:pt x="95" y="285"/>
                    <a:pt x="95" y="285"/>
                  </a:cubicBezTo>
                  <a:cubicBezTo>
                    <a:pt x="90" y="280"/>
                    <a:pt x="90" y="280"/>
                    <a:pt x="90" y="280"/>
                  </a:cubicBezTo>
                  <a:cubicBezTo>
                    <a:pt x="88" y="277"/>
                    <a:pt x="87" y="274"/>
                    <a:pt x="87" y="270"/>
                  </a:cubicBezTo>
                  <a:cubicBezTo>
                    <a:pt x="87" y="270"/>
                    <a:pt x="87" y="270"/>
                    <a:pt x="87" y="270"/>
                  </a:cubicBezTo>
                  <a:cubicBezTo>
                    <a:pt x="86" y="262"/>
                    <a:pt x="86" y="262"/>
                    <a:pt x="86" y="262"/>
                  </a:cubicBezTo>
                  <a:cubicBezTo>
                    <a:pt x="86" y="258"/>
                    <a:pt x="86" y="258"/>
                    <a:pt x="86" y="258"/>
                  </a:cubicBezTo>
                  <a:cubicBezTo>
                    <a:pt x="84" y="245"/>
                    <a:pt x="72" y="220"/>
                    <a:pt x="60" y="206"/>
                  </a:cubicBezTo>
                  <a:cubicBezTo>
                    <a:pt x="57" y="203"/>
                    <a:pt x="44" y="192"/>
                    <a:pt x="40" y="189"/>
                  </a:cubicBezTo>
                  <a:cubicBezTo>
                    <a:pt x="41" y="189"/>
                    <a:pt x="44" y="188"/>
                    <a:pt x="46" y="188"/>
                  </a:cubicBezTo>
                  <a:cubicBezTo>
                    <a:pt x="50" y="188"/>
                    <a:pt x="56" y="189"/>
                    <a:pt x="60" y="192"/>
                  </a:cubicBezTo>
                  <a:cubicBezTo>
                    <a:pt x="60" y="192"/>
                    <a:pt x="76" y="209"/>
                    <a:pt x="78" y="208"/>
                  </a:cubicBezTo>
                  <a:cubicBezTo>
                    <a:pt x="79" y="208"/>
                    <a:pt x="80" y="207"/>
                    <a:pt x="80" y="205"/>
                  </a:cubicBezTo>
                  <a:cubicBezTo>
                    <a:pt x="80" y="204"/>
                    <a:pt x="80" y="203"/>
                    <a:pt x="79" y="201"/>
                  </a:cubicBezTo>
                  <a:cubicBezTo>
                    <a:pt x="77" y="198"/>
                    <a:pt x="71" y="192"/>
                    <a:pt x="52" y="175"/>
                  </a:cubicBezTo>
                  <a:cubicBezTo>
                    <a:pt x="33" y="159"/>
                    <a:pt x="18" y="157"/>
                    <a:pt x="25" y="155"/>
                  </a:cubicBezTo>
                  <a:cubicBezTo>
                    <a:pt x="32" y="156"/>
                    <a:pt x="48" y="155"/>
                    <a:pt x="60" y="166"/>
                  </a:cubicBezTo>
                  <a:cubicBezTo>
                    <a:pt x="65" y="171"/>
                    <a:pt x="75" y="180"/>
                    <a:pt x="78" y="184"/>
                  </a:cubicBezTo>
                  <a:cubicBezTo>
                    <a:pt x="82" y="188"/>
                    <a:pt x="84" y="187"/>
                    <a:pt x="84" y="187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5" y="158"/>
                    <a:pt x="61" y="153"/>
                    <a:pt x="59" y="148"/>
                  </a:cubicBezTo>
                  <a:cubicBezTo>
                    <a:pt x="56" y="143"/>
                    <a:pt x="54" y="137"/>
                    <a:pt x="50" y="132"/>
                  </a:cubicBezTo>
                  <a:cubicBezTo>
                    <a:pt x="47" y="128"/>
                    <a:pt x="37" y="120"/>
                    <a:pt x="28" y="112"/>
                  </a:cubicBezTo>
                  <a:cubicBezTo>
                    <a:pt x="23" y="108"/>
                    <a:pt x="18" y="103"/>
                    <a:pt x="16" y="101"/>
                  </a:cubicBezTo>
                  <a:cubicBezTo>
                    <a:pt x="21" y="101"/>
                    <a:pt x="40" y="106"/>
                    <a:pt x="47" y="112"/>
                  </a:cubicBezTo>
                  <a:cubicBezTo>
                    <a:pt x="47" y="112"/>
                    <a:pt x="64" y="131"/>
                    <a:pt x="67" y="136"/>
                  </a:cubicBezTo>
                  <a:cubicBezTo>
                    <a:pt x="69" y="138"/>
                    <a:pt x="71" y="139"/>
                    <a:pt x="73" y="138"/>
                  </a:cubicBezTo>
                  <a:cubicBezTo>
                    <a:pt x="74" y="138"/>
                    <a:pt x="74" y="137"/>
                    <a:pt x="74" y="136"/>
                  </a:cubicBezTo>
                  <a:cubicBezTo>
                    <a:pt x="74" y="135"/>
                    <a:pt x="74" y="134"/>
                    <a:pt x="73" y="132"/>
                  </a:cubicBezTo>
                  <a:cubicBezTo>
                    <a:pt x="65" y="122"/>
                    <a:pt x="44" y="88"/>
                    <a:pt x="41" y="83"/>
                  </a:cubicBezTo>
                  <a:cubicBezTo>
                    <a:pt x="36" y="73"/>
                    <a:pt x="33" y="61"/>
                    <a:pt x="31" y="46"/>
                  </a:cubicBezTo>
                  <a:cubicBezTo>
                    <a:pt x="30" y="46"/>
                    <a:pt x="30" y="45"/>
                    <a:pt x="30" y="43"/>
                  </a:cubicBezTo>
                  <a:cubicBezTo>
                    <a:pt x="30" y="39"/>
                    <a:pt x="31" y="33"/>
                    <a:pt x="31" y="31"/>
                  </a:cubicBezTo>
                  <a:cubicBezTo>
                    <a:pt x="32" y="33"/>
                    <a:pt x="33" y="37"/>
                    <a:pt x="33" y="40"/>
                  </a:cubicBezTo>
                  <a:cubicBezTo>
                    <a:pt x="33" y="44"/>
                    <a:pt x="33" y="47"/>
                    <a:pt x="34" y="48"/>
                  </a:cubicBezTo>
                  <a:cubicBezTo>
                    <a:pt x="34" y="48"/>
                    <a:pt x="37" y="51"/>
                    <a:pt x="37" y="51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1"/>
                    <a:pt x="38" y="27"/>
                    <a:pt x="39" y="22"/>
                  </a:cubicBezTo>
                  <a:cubicBezTo>
                    <a:pt x="39" y="21"/>
                    <a:pt x="40" y="16"/>
                    <a:pt x="40" y="16"/>
                  </a:cubicBezTo>
                  <a:cubicBezTo>
                    <a:pt x="41" y="16"/>
                    <a:pt x="43" y="16"/>
                    <a:pt x="43" y="16"/>
                  </a:cubicBezTo>
                  <a:cubicBezTo>
                    <a:pt x="43" y="17"/>
                    <a:pt x="44" y="19"/>
                    <a:pt x="44" y="21"/>
                  </a:cubicBezTo>
                  <a:cubicBezTo>
                    <a:pt x="42" y="43"/>
                    <a:pt x="53" y="64"/>
                    <a:pt x="54" y="65"/>
                  </a:cubicBezTo>
                  <a:cubicBezTo>
                    <a:pt x="69" y="96"/>
                    <a:pt x="74" y="103"/>
                    <a:pt x="95" y="131"/>
                  </a:cubicBezTo>
                  <a:cubicBezTo>
                    <a:pt x="111" y="151"/>
                    <a:pt x="126" y="179"/>
                    <a:pt x="129" y="204"/>
                  </a:cubicBezTo>
                  <a:cubicBezTo>
                    <a:pt x="132" y="226"/>
                    <a:pt x="126" y="255"/>
                    <a:pt x="123" y="267"/>
                  </a:cubicBezTo>
                  <a:cubicBezTo>
                    <a:pt x="121" y="278"/>
                    <a:pt x="126" y="287"/>
                    <a:pt x="127" y="287"/>
                  </a:cubicBezTo>
                  <a:cubicBezTo>
                    <a:pt x="133" y="297"/>
                    <a:pt x="133" y="293"/>
                    <a:pt x="145" y="308"/>
                  </a:cubicBezTo>
                  <a:cubicBezTo>
                    <a:pt x="153" y="318"/>
                    <a:pt x="159" y="334"/>
                    <a:pt x="163" y="343"/>
                  </a:cubicBezTo>
                  <a:cubicBezTo>
                    <a:pt x="167" y="350"/>
                    <a:pt x="172" y="356"/>
                    <a:pt x="176" y="360"/>
                  </a:cubicBezTo>
                  <a:cubicBezTo>
                    <a:pt x="182" y="366"/>
                    <a:pt x="186" y="366"/>
                    <a:pt x="195" y="367"/>
                  </a:cubicBezTo>
                  <a:cubicBezTo>
                    <a:pt x="217" y="369"/>
                    <a:pt x="217" y="369"/>
                    <a:pt x="217" y="369"/>
                  </a:cubicBezTo>
                  <a:cubicBezTo>
                    <a:pt x="244" y="374"/>
                    <a:pt x="249" y="393"/>
                    <a:pt x="259" y="40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9" name="Freeform 631">
              <a:extLst>
                <a:ext uri="{FF2B5EF4-FFF2-40B4-BE49-F238E27FC236}">
                  <a16:creationId xmlns:a16="http://schemas.microsoft.com/office/drawing/2014/main" id="{916E3BA0-6C54-489D-859E-55B118C36EB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22413" y="12688888"/>
              <a:ext cx="174625" cy="290512"/>
            </a:xfrm>
            <a:custGeom>
              <a:avLst/>
              <a:gdLst>
                <a:gd name="T0" fmla="*/ 42 w 274"/>
                <a:gd name="T1" fmla="*/ 439 h 455"/>
                <a:gd name="T2" fmla="*/ 143 w 274"/>
                <a:gd name="T3" fmla="*/ 403 h 455"/>
                <a:gd name="T4" fmla="*/ 166 w 274"/>
                <a:gd name="T5" fmla="*/ 389 h 455"/>
                <a:gd name="T6" fmla="*/ 186 w 274"/>
                <a:gd name="T7" fmla="*/ 354 h 455"/>
                <a:gd name="T8" fmla="*/ 172 w 274"/>
                <a:gd name="T9" fmla="*/ 330 h 455"/>
                <a:gd name="T10" fmla="*/ 236 w 274"/>
                <a:gd name="T11" fmla="*/ 278 h 455"/>
                <a:gd name="T12" fmla="*/ 241 w 274"/>
                <a:gd name="T13" fmla="*/ 255 h 455"/>
                <a:gd name="T14" fmla="*/ 197 w 274"/>
                <a:gd name="T15" fmla="*/ 249 h 455"/>
                <a:gd name="T16" fmla="*/ 227 w 274"/>
                <a:gd name="T17" fmla="*/ 177 h 455"/>
                <a:gd name="T18" fmla="*/ 225 w 274"/>
                <a:gd name="T19" fmla="*/ 145 h 455"/>
                <a:gd name="T20" fmla="*/ 232 w 274"/>
                <a:gd name="T21" fmla="*/ 100 h 455"/>
                <a:gd name="T22" fmla="*/ 241 w 274"/>
                <a:gd name="T23" fmla="*/ 18 h 455"/>
                <a:gd name="T24" fmla="*/ 178 w 274"/>
                <a:gd name="T25" fmla="*/ 121 h 455"/>
                <a:gd name="T26" fmla="*/ 143 w 274"/>
                <a:gd name="T27" fmla="*/ 255 h 455"/>
                <a:gd name="T28" fmla="*/ 106 w 274"/>
                <a:gd name="T29" fmla="*/ 338 h 455"/>
                <a:gd name="T30" fmla="*/ 16 w 274"/>
                <a:gd name="T31" fmla="*/ 442 h 455"/>
                <a:gd name="T32" fmla="*/ 100 w 274"/>
                <a:gd name="T33" fmla="*/ 360 h 455"/>
                <a:gd name="T34" fmla="*/ 147 w 274"/>
                <a:gd name="T35" fmla="*/ 204 h 455"/>
                <a:gd name="T36" fmla="*/ 237 w 274"/>
                <a:gd name="T37" fmla="*/ 18 h 455"/>
                <a:gd name="T38" fmla="*/ 239 w 274"/>
                <a:gd name="T39" fmla="*/ 51 h 455"/>
                <a:gd name="T40" fmla="*/ 245 w 274"/>
                <a:gd name="T41" fmla="*/ 47 h 455"/>
                <a:gd name="T42" fmla="*/ 208 w 274"/>
                <a:gd name="T43" fmla="*/ 136 h 455"/>
                <a:gd name="T44" fmla="*/ 217 w 274"/>
                <a:gd name="T45" fmla="*/ 148 h 455"/>
                <a:gd name="T46" fmla="*/ 216 w 274"/>
                <a:gd name="T47" fmla="*/ 166 h 455"/>
                <a:gd name="T48" fmla="*/ 199 w 274"/>
                <a:gd name="T49" fmla="*/ 205 h 455"/>
                <a:gd name="T50" fmla="*/ 190 w 274"/>
                <a:gd name="T51" fmla="*/ 258 h 455"/>
                <a:gd name="T52" fmla="*/ 180 w 274"/>
                <a:gd name="T53" fmla="*/ 285 h 455"/>
                <a:gd name="T54" fmla="*/ 140 w 274"/>
                <a:gd name="T55" fmla="*/ 320 h 455"/>
                <a:gd name="T56" fmla="*/ 111 w 274"/>
                <a:gd name="T57" fmla="*/ 368 h 455"/>
                <a:gd name="T58" fmla="*/ 20 w 274"/>
                <a:gd name="T59" fmla="*/ 417 h 455"/>
                <a:gd name="T60" fmla="*/ 171 w 274"/>
                <a:gd name="T61" fmla="*/ 309 h 455"/>
                <a:gd name="T62" fmla="*/ 127 w 274"/>
                <a:gd name="T63" fmla="*/ 360 h 455"/>
                <a:gd name="T64" fmla="*/ 185 w 274"/>
                <a:gd name="T65" fmla="*/ 289 h 455"/>
                <a:gd name="T66" fmla="*/ 78 w 274"/>
                <a:gd name="T67" fmla="*/ 405 h 455"/>
                <a:gd name="T68" fmla="*/ 39 w 274"/>
                <a:gd name="T69" fmla="*/ 444 h 455"/>
                <a:gd name="T70" fmla="*/ 104 w 274"/>
                <a:gd name="T71" fmla="*/ 397 h 455"/>
                <a:gd name="T72" fmla="*/ 124 w 274"/>
                <a:gd name="T73" fmla="*/ 393 h 455"/>
                <a:gd name="T74" fmla="*/ 26 w 274"/>
                <a:gd name="T75" fmla="*/ 415 h 455"/>
                <a:gd name="T76" fmla="*/ 166 w 274"/>
                <a:gd name="T77" fmla="*/ 398 h 455"/>
                <a:gd name="T78" fmla="*/ 120 w 274"/>
                <a:gd name="T79" fmla="*/ 362 h 455"/>
                <a:gd name="T80" fmla="*/ 150 w 274"/>
                <a:gd name="T81" fmla="*/ 373 h 455"/>
                <a:gd name="T82" fmla="*/ 216 w 274"/>
                <a:gd name="T83" fmla="*/ 340 h 455"/>
                <a:gd name="T84" fmla="*/ 147 w 274"/>
                <a:gd name="T85" fmla="*/ 366 h 455"/>
                <a:gd name="T86" fmla="*/ 155 w 274"/>
                <a:gd name="T87" fmla="*/ 348 h 455"/>
                <a:gd name="T88" fmla="*/ 215 w 274"/>
                <a:gd name="T89" fmla="*/ 276 h 455"/>
                <a:gd name="T90" fmla="*/ 230 w 274"/>
                <a:gd name="T91" fmla="*/ 287 h 455"/>
                <a:gd name="T92" fmla="*/ 147 w 274"/>
                <a:gd name="T93" fmla="*/ 349 h 455"/>
                <a:gd name="T94" fmla="*/ 192 w 274"/>
                <a:gd name="T95" fmla="*/ 295 h 455"/>
                <a:gd name="T96" fmla="*/ 187 w 274"/>
                <a:gd name="T97" fmla="*/ 291 h 455"/>
                <a:gd name="T98" fmla="*/ 195 w 274"/>
                <a:gd name="T99" fmla="*/ 266 h 455"/>
                <a:gd name="T100" fmla="*/ 220 w 274"/>
                <a:gd name="T101" fmla="*/ 261 h 455"/>
                <a:gd name="T102" fmla="*/ 266 w 274"/>
                <a:gd name="T103" fmla="*/ 272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4" h="455">
                  <a:moveTo>
                    <a:pt x="18" y="392"/>
                  </a:moveTo>
                  <a:cubicBezTo>
                    <a:pt x="17" y="396"/>
                    <a:pt x="0" y="421"/>
                    <a:pt x="6" y="437"/>
                  </a:cubicBezTo>
                  <a:cubicBezTo>
                    <a:pt x="13" y="453"/>
                    <a:pt x="26" y="455"/>
                    <a:pt x="35" y="455"/>
                  </a:cubicBezTo>
                  <a:cubicBezTo>
                    <a:pt x="49" y="454"/>
                    <a:pt x="54" y="450"/>
                    <a:pt x="51" y="449"/>
                  </a:cubicBezTo>
                  <a:cubicBezTo>
                    <a:pt x="47" y="447"/>
                    <a:pt x="41" y="445"/>
                    <a:pt x="42" y="439"/>
                  </a:cubicBezTo>
                  <a:cubicBezTo>
                    <a:pt x="43" y="433"/>
                    <a:pt x="56" y="407"/>
                    <a:pt x="96" y="410"/>
                  </a:cubicBezTo>
                  <a:cubicBezTo>
                    <a:pt x="96" y="410"/>
                    <a:pt x="112" y="414"/>
                    <a:pt x="117" y="410"/>
                  </a:cubicBezTo>
                  <a:cubicBezTo>
                    <a:pt x="122" y="406"/>
                    <a:pt x="114" y="399"/>
                    <a:pt x="116" y="397"/>
                  </a:cubicBezTo>
                  <a:cubicBezTo>
                    <a:pt x="118" y="395"/>
                    <a:pt x="124" y="400"/>
                    <a:pt x="129" y="402"/>
                  </a:cubicBezTo>
                  <a:cubicBezTo>
                    <a:pt x="133" y="405"/>
                    <a:pt x="140" y="406"/>
                    <a:pt x="143" y="403"/>
                  </a:cubicBezTo>
                  <a:cubicBezTo>
                    <a:pt x="145" y="400"/>
                    <a:pt x="139" y="392"/>
                    <a:pt x="142" y="392"/>
                  </a:cubicBezTo>
                  <a:cubicBezTo>
                    <a:pt x="145" y="393"/>
                    <a:pt x="151" y="396"/>
                    <a:pt x="155" y="398"/>
                  </a:cubicBezTo>
                  <a:cubicBezTo>
                    <a:pt x="159" y="400"/>
                    <a:pt x="169" y="404"/>
                    <a:pt x="170" y="406"/>
                  </a:cubicBezTo>
                  <a:cubicBezTo>
                    <a:pt x="172" y="408"/>
                    <a:pt x="175" y="412"/>
                    <a:pt x="174" y="406"/>
                  </a:cubicBezTo>
                  <a:cubicBezTo>
                    <a:pt x="174" y="400"/>
                    <a:pt x="170" y="396"/>
                    <a:pt x="166" y="389"/>
                  </a:cubicBezTo>
                  <a:cubicBezTo>
                    <a:pt x="162" y="383"/>
                    <a:pt x="155" y="382"/>
                    <a:pt x="156" y="380"/>
                  </a:cubicBezTo>
                  <a:cubicBezTo>
                    <a:pt x="156" y="378"/>
                    <a:pt x="165" y="379"/>
                    <a:pt x="167" y="378"/>
                  </a:cubicBezTo>
                  <a:cubicBezTo>
                    <a:pt x="170" y="378"/>
                    <a:pt x="176" y="378"/>
                    <a:pt x="173" y="375"/>
                  </a:cubicBezTo>
                  <a:cubicBezTo>
                    <a:pt x="169" y="372"/>
                    <a:pt x="158" y="365"/>
                    <a:pt x="161" y="364"/>
                  </a:cubicBezTo>
                  <a:cubicBezTo>
                    <a:pt x="167" y="362"/>
                    <a:pt x="177" y="357"/>
                    <a:pt x="186" y="354"/>
                  </a:cubicBezTo>
                  <a:cubicBezTo>
                    <a:pt x="196" y="351"/>
                    <a:pt x="221" y="343"/>
                    <a:pt x="225" y="343"/>
                  </a:cubicBezTo>
                  <a:cubicBezTo>
                    <a:pt x="228" y="343"/>
                    <a:pt x="229" y="342"/>
                    <a:pt x="223" y="337"/>
                  </a:cubicBezTo>
                  <a:cubicBezTo>
                    <a:pt x="216" y="333"/>
                    <a:pt x="202" y="332"/>
                    <a:pt x="193" y="331"/>
                  </a:cubicBezTo>
                  <a:cubicBezTo>
                    <a:pt x="185" y="331"/>
                    <a:pt x="175" y="335"/>
                    <a:pt x="171" y="336"/>
                  </a:cubicBezTo>
                  <a:cubicBezTo>
                    <a:pt x="168" y="337"/>
                    <a:pt x="166" y="336"/>
                    <a:pt x="172" y="330"/>
                  </a:cubicBezTo>
                  <a:cubicBezTo>
                    <a:pt x="179" y="324"/>
                    <a:pt x="196" y="312"/>
                    <a:pt x="215" y="304"/>
                  </a:cubicBezTo>
                  <a:cubicBezTo>
                    <a:pt x="234" y="295"/>
                    <a:pt x="243" y="296"/>
                    <a:pt x="247" y="297"/>
                  </a:cubicBezTo>
                  <a:cubicBezTo>
                    <a:pt x="251" y="297"/>
                    <a:pt x="247" y="294"/>
                    <a:pt x="244" y="290"/>
                  </a:cubicBezTo>
                  <a:cubicBezTo>
                    <a:pt x="240" y="286"/>
                    <a:pt x="234" y="282"/>
                    <a:pt x="231" y="282"/>
                  </a:cubicBezTo>
                  <a:cubicBezTo>
                    <a:pt x="228" y="282"/>
                    <a:pt x="230" y="280"/>
                    <a:pt x="236" y="278"/>
                  </a:cubicBezTo>
                  <a:cubicBezTo>
                    <a:pt x="242" y="276"/>
                    <a:pt x="263" y="276"/>
                    <a:pt x="268" y="277"/>
                  </a:cubicBezTo>
                  <a:cubicBezTo>
                    <a:pt x="272" y="277"/>
                    <a:pt x="274" y="276"/>
                    <a:pt x="273" y="272"/>
                  </a:cubicBezTo>
                  <a:cubicBezTo>
                    <a:pt x="271" y="267"/>
                    <a:pt x="270" y="263"/>
                    <a:pt x="262" y="259"/>
                  </a:cubicBezTo>
                  <a:cubicBezTo>
                    <a:pt x="253" y="254"/>
                    <a:pt x="246" y="256"/>
                    <a:pt x="243" y="256"/>
                  </a:cubicBezTo>
                  <a:cubicBezTo>
                    <a:pt x="241" y="256"/>
                    <a:pt x="238" y="256"/>
                    <a:pt x="241" y="255"/>
                  </a:cubicBezTo>
                  <a:cubicBezTo>
                    <a:pt x="243" y="254"/>
                    <a:pt x="245" y="253"/>
                    <a:pt x="250" y="251"/>
                  </a:cubicBezTo>
                  <a:cubicBezTo>
                    <a:pt x="254" y="250"/>
                    <a:pt x="254" y="248"/>
                    <a:pt x="248" y="246"/>
                  </a:cubicBezTo>
                  <a:cubicBezTo>
                    <a:pt x="241" y="243"/>
                    <a:pt x="227" y="243"/>
                    <a:pt x="222" y="243"/>
                  </a:cubicBezTo>
                  <a:cubicBezTo>
                    <a:pt x="217" y="243"/>
                    <a:pt x="204" y="249"/>
                    <a:pt x="199" y="252"/>
                  </a:cubicBezTo>
                  <a:cubicBezTo>
                    <a:pt x="194" y="256"/>
                    <a:pt x="193" y="255"/>
                    <a:pt x="197" y="249"/>
                  </a:cubicBezTo>
                  <a:cubicBezTo>
                    <a:pt x="200" y="243"/>
                    <a:pt x="202" y="234"/>
                    <a:pt x="214" y="218"/>
                  </a:cubicBezTo>
                  <a:cubicBezTo>
                    <a:pt x="225" y="203"/>
                    <a:pt x="237" y="194"/>
                    <a:pt x="240" y="191"/>
                  </a:cubicBezTo>
                  <a:cubicBezTo>
                    <a:pt x="243" y="188"/>
                    <a:pt x="242" y="185"/>
                    <a:pt x="239" y="183"/>
                  </a:cubicBezTo>
                  <a:cubicBezTo>
                    <a:pt x="236" y="182"/>
                    <a:pt x="228" y="182"/>
                    <a:pt x="225" y="182"/>
                  </a:cubicBezTo>
                  <a:cubicBezTo>
                    <a:pt x="223" y="182"/>
                    <a:pt x="224" y="180"/>
                    <a:pt x="227" y="177"/>
                  </a:cubicBezTo>
                  <a:cubicBezTo>
                    <a:pt x="231" y="175"/>
                    <a:pt x="257" y="158"/>
                    <a:pt x="257" y="158"/>
                  </a:cubicBezTo>
                  <a:cubicBezTo>
                    <a:pt x="260" y="156"/>
                    <a:pt x="261" y="153"/>
                    <a:pt x="259" y="151"/>
                  </a:cubicBezTo>
                  <a:cubicBezTo>
                    <a:pt x="255" y="147"/>
                    <a:pt x="252" y="148"/>
                    <a:pt x="243" y="149"/>
                  </a:cubicBezTo>
                  <a:cubicBezTo>
                    <a:pt x="232" y="150"/>
                    <a:pt x="225" y="155"/>
                    <a:pt x="223" y="155"/>
                  </a:cubicBezTo>
                  <a:cubicBezTo>
                    <a:pt x="220" y="156"/>
                    <a:pt x="216" y="160"/>
                    <a:pt x="225" y="145"/>
                  </a:cubicBezTo>
                  <a:cubicBezTo>
                    <a:pt x="234" y="129"/>
                    <a:pt x="258" y="109"/>
                    <a:pt x="263" y="105"/>
                  </a:cubicBezTo>
                  <a:cubicBezTo>
                    <a:pt x="269" y="101"/>
                    <a:pt x="268" y="100"/>
                    <a:pt x="265" y="98"/>
                  </a:cubicBezTo>
                  <a:cubicBezTo>
                    <a:pt x="263" y="96"/>
                    <a:pt x="261" y="94"/>
                    <a:pt x="255" y="95"/>
                  </a:cubicBezTo>
                  <a:cubicBezTo>
                    <a:pt x="248" y="95"/>
                    <a:pt x="237" y="98"/>
                    <a:pt x="237" y="98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2" y="100"/>
                    <a:pt x="232" y="99"/>
                    <a:pt x="233" y="98"/>
                  </a:cubicBezTo>
                  <a:cubicBezTo>
                    <a:pt x="234" y="96"/>
                    <a:pt x="241" y="85"/>
                    <a:pt x="248" y="65"/>
                  </a:cubicBezTo>
                  <a:cubicBezTo>
                    <a:pt x="254" y="45"/>
                    <a:pt x="248" y="28"/>
                    <a:pt x="248" y="28"/>
                  </a:cubicBezTo>
                  <a:cubicBezTo>
                    <a:pt x="246" y="23"/>
                    <a:pt x="243" y="24"/>
                    <a:pt x="243" y="24"/>
                  </a:cubicBezTo>
                  <a:cubicBezTo>
                    <a:pt x="243" y="24"/>
                    <a:pt x="242" y="20"/>
                    <a:pt x="241" y="18"/>
                  </a:cubicBezTo>
                  <a:cubicBezTo>
                    <a:pt x="240" y="17"/>
                    <a:pt x="238" y="12"/>
                    <a:pt x="237" y="10"/>
                  </a:cubicBezTo>
                  <a:cubicBezTo>
                    <a:pt x="237" y="9"/>
                    <a:pt x="229" y="0"/>
                    <a:pt x="228" y="12"/>
                  </a:cubicBezTo>
                  <a:cubicBezTo>
                    <a:pt x="228" y="23"/>
                    <a:pt x="224" y="37"/>
                    <a:pt x="217" y="58"/>
                  </a:cubicBezTo>
                  <a:cubicBezTo>
                    <a:pt x="210" y="80"/>
                    <a:pt x="194" y="101"/>
                    <a:pt x="194" y="101"/>
                  </a:cubicBezTo>
                  <a:cubicBezTo>
                    <a:pt x="185" y="112"/>
                    <a:pt x="181" y="117"/>
                    <a:pt x="178" y="121"/>
                  </a:cubicBezTo>
                  <a:cubicBezTo>
                    <a:pt x="167" y="138"/>
                    <a:pt x="159" y="147"/>
                    <a:pt x="156" y="155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1" y="188"/>
                    <a:pt x="139" y="193"/>
                    <a:pt x="138" y="209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9" y="236"/>
                    <a:pt x="141" y="245"/>
                    <a:pt x="143" y="255"/>
                  </a:cubicBezTo>
                  <a:cubicBezTo>
                    <a:pt x="144" y="269"/>
                    <a:pt x="144" y="269"/>
                    <a:pt x="144" y="269"/>
                  </a:cubicBezTo>
                  <a:cubicBezTo>
                    <a:pt x="145" y="277"/>
                    <a:pt x="143" y="283"/>
                    <a:pt x="136" y="289"/>
                  </a:cubicBezTo>
                  <a:cubicBezTo>
                    <a:pt x="129" y="296"/>
                    <a:pt x="129" y="296"/>
                    <a:pt x="129" y="296"/>
                  </a:cubicBezTo>
                  <a:cubicBezTo>
                    <a:pt x="123" y="305"/>
                    <a:pt x="113" y="322"/>
                    <a:pt x="110" y="328"/>
                  </a:cubicBezTo>
                  <a:cubicBezTo>
                    <a:pt x="106" y="338"/>
                    <a:pt x="106" y="338"/>
                    <a:pt x="106" y="338"/>
                  </a:cubicBezTo>
                  <a:cubicBezTo>
                    <a:pt x="100" y="348"/>
                    <a:pt x="97" y="357"/>
                    <a:pt x="83" y="358"/>
                  </a:cubicBezTo>
                  <a:cubicBezTo>
                    <a:pt x="59" y="361"/>
                    <a:pt x="59" y="361"/>
                    <a:pt x="59" y="361"/>
                  </a:cubicBezTo>
                  <a:cubicBezTo>
                    <a:pt x="42" y="364"/>
                    <a:pt x="37" y="372"/>
                    <a:pt x="31" y="376"/>
                  </a:cubicBezTo>
                  <a:cubicBezTo>
                    <a:pt x="25" y="383"/>
                    <a:pt x="20" y="388"/>
                    <a:pt x="18" y="392"/>
                  </a:cubicBezTo>
                  <a:moveTo>
                    <a:pt x="16" y="442"/>
                  </a:moveTo>
                  <a:cubicBezTo>
                    <a:pt x="15" y="440"/>
                    <a:pt x="13" y="438"/>
                    <a:pt x="13" y="434"/>
                  </a:cubicBezTo>
                  <a:cubicBezTo>
                    <a:pt x="11" y="428"/>
                    <a:pt x="11" y="419"/>
                    <a:pt x="17" y="408"/>
                  </a:cubicBezTo>
                  <a:cubicBezTo>
                    <a:pt x="27" y="392"/>
                    <a:pt x="32" y="374"/>
                    <a:pt x="59" y="369"/>
                  </a:cubicBezTo>
                  <a:cubicBezTo>
                    <a:pt x="81" y="366"/>
                    <a:pt x="81" y="366"/>
                    <a:pt x="81" y="366"/>
                  </a:cubicBezTo>
                  <a:cubicBezTo>
                    <a:pt x="90" y="366"/>
                    <a:pt x="94" y="365"/>
                    <a:pt x="100" y="360"/>
                  </a:cubicBezTo>
                  <a:cubicBezTo>
                    <a:pt x="104" y="355"/>
                    <a:pt x="109" y="349"/>
                    <a:pt x="112" y="342"/>
                  </a:cubicBezTo>
                  <a:cubicBezTo>
                    <a:pt x="116" y="333"/>
                    <a:pt x="123" y="318"/>
                    <a:pt x="131" y="308"/>
                  </a:cubicBezTo>
                  <a:cubicBezTo>
                    <a:pt x="143" y="292"/>
                    <a:pt x="143" y="297"/>
                    <a:pt x="149" y="287"/>
                  </a:cubicBezTo>
                  <a:cubicBezTo>
                    <a:pt x="149" y="286"/>
                    <a:pt x="155" y="277"/>
                    <a:pt x="153" y="267"/>
                  </a:cubicBezTo>
                  <a:cubicBezTo>
                    <a:pt x="150" y="254"/>
                    <a:pt x="143" y="226"/>
                    <a:pt x="147" y="204"/>
                  </a:cubicBezTo>
                  <a:cubicBezTo>
                    <a:pt x="150" y="179"/>
                    <a:pt x="164" y="151"/>
                    <a:pt x="180" y="131"/>
                  </a:cubicBezTo>
                  <a:cubicBezTo>
                    <a:pt x="201" y="103"/>
                    <a:pt x="207" y="96"/>
                    <a:pt x="222" y="65"/>
                  </a:cubicBezTo>
                  <a:cubicBezTo>
                    <a:pt x="222" y="65"/>
                    <a:pt x="233" y="43"/>
                    <a:pt x="231" y="21"/>
                  </a:cubicBezTo>
                  <a:cubicBezTo>
                    <a:pt x="231" y="19"/>
                    <a:pt x="233" y="18"/>
                    <a:pt x="234" y="18"/>
                  </a:cubicBezTo>
                  <a:cubicBezTo>
                    <a:pt x="234" y="16"/>
                    <a:pt x="237" y="18"/>
                    <a:pt x="237" y="18"/>
                  </a:cubicBezTo>
                  <a:cubicBezTo>
                    <a:pt x="237" y="19"/>
                    <a:pt x="238" y="20"/>
                    <a:pt x="238" y="21"/>
                  </a:cubicBezTo>
                  <a:cubicBezTo>
                    <a:pt x="238" y="26"/>
                    <a:pt x="238" y="31"/>
                    <a:pt x="238" y="36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6" y="50"/>
                    <a:pt x="236" y="50"/>
                    <a:pt x="236" y="50"/>
                  </a:cubicBezTo>
                  <a:cubicBezTo>
                    <a:pt x="239" y="51"/>
                    <a:pt x="239" y="51"/>
                    <a:pt x="239" y="51"/>
                  </a:cubicBezTo>
                  <a:cubicBezTo>
                    <a:pt x="239" y="51"/>
                    <a:pt x="241" y="48"/>
                    <a:pt x="241" y="48"/>
                  </a:cubicBezTo>
                  <a:cubicBezTo>
                    <a:pt x="242" y="47"/>
                    <a:pt x="242" y="44"/>
                    <a:pt x="243" y="40"/>
                  </a:cubicBezTo>
                  <a:cubicBezTo>
                    <a:pt x="243" y="38"/>
                    <a:pt x="243" y="35"/>
                    <a:pt x="244" y="33"/>
                  </a:cubicBezTo>
                  <a:cubicBezTo>
                    <a:pt x="245" y="36"/>
                    <a:pt x="245" y="39"/>
                    <a:pt x="245" y="43"/>
                  </a:cubicBezTo>
                  <a:cubicBezTo>
                    <a:pt x="245" y="45"/>
                    <a:pt x="245" y="46"/>
                    <a:pt x="245" y="47"/>
                  </a:cubicBezTo>
                  <a:cubicBezTo>
                    <a:pt x="243" y="61"/>
                    <a:pt x="239" y="73"/>
                    <a:pt x="234" y="83"/>
                  </a:cubicBezTo>
                  <a:cubicBezTo>
                    <a:pt x="231" y="88"/>
                    <a:pt x="210" y="122"/>
                    <a:pt x="203" y="132"/>
                  </a:cubicBezTo>
                  <a:cubicBezTo>
                    <a:pt x="202" y="134"/>
                    <a:pt x="202" y="135"/>
                    <a:pt x="202" y="136"/>
                  </a:cubicBezTo>
                  <a:cubicBezTo>
                    <a:pt x="202" y="137"/>
                    <a:pt x="202" y="138"/>
                    <a:pt x="202" y="138"/>
                  </a:cubicBezTo>
                  <a:cubicBezTo>
                    <a:pt x="204" y="139"/>
                    <a:pt x="207" y="138"/>
                    <a:pt x="208" y="136"/>
                  </a:cubicBezTo>
                  <a:cubicBezTo>
                    <a:pt x="212" y="131"/>
                    <a:pt x="228" y="112"/>
                    <a:pt x="228" y="112"/>
                  </a:cubicBezTo>
                  <a:cubicBezTo>
                    <a:pt x="235" y="106"/>
                    <a:pt x="254" y="101"/>
                    <a:pt x="260" y="101"/>
                  </a:cubicBezTo>
                  <a:cubicBezTo>
                    <a:pt x="258" y="103"/>
                    <a:pt x="252" y="108"/>
                    <a:pt x="247" y="112"/>
                  </a:cubicBezTo>
                  <a:cubicBezTo>
                    <a:pt x="238" y="120"/>
                    <a:pt x="228" y="128"/>
                    <a:pt x="226" y="132"/>
                  </a:cubicBezTo>
                  <a:cubicBezTo>
                    <a:pt x="222" y="137"/>
                    <a:pt x="219" y="143"/>
                    <a:pt x="217" y="148"/>
                  </a:cubicBezTo>
                  <a:cubicBezTo>
                    <a:pt x="214" y="153"/>
                    <a:pt x="210" y="158"/>
                    <a:pt x="207" y="163"/>
                  </a:cubicBezTo>
                  <a:cubicBezTo>
                    <a:pt x="195" y="177"/>
                    <a:pt x="195" y="177"/>
                    <a:pt x="195" y="177"/>
                  </a:cubicBezTo>
                  <a:cubicBezTo>
                    <a:pt x="189" y="187"/>
                    <a:pt x="189" y="187"/>
                    <a:pt x="189" y="187"/>
                  </a:cubicBezTo>
                  <a:cubicBezTo>
                    <a:pt x="189" y="187"/>
                    <a:pt x="191" y="189"/>
                    <a:pt x="195" y="184"/>
                  </a:cubicBezTo>
                  <a:cubicBezTo>
                    <a:pt x="199" y="180"/>
                    <a:pt x="210" y="171"/>
                    <a:pt x="216" y="166"/>
                  </a:cubicBezTo>
                  <a:cubicBezTo>
                    <a:pt x="228" y="155"/>
                    <a:pt x="243" y="156"/>
                    <a:pt x="251" y="155"/>
                  </a:cubicBezTo>
                  <a:cubicBezTo>
                    <a:pt x="257" y="157"/>
                    <a:pt x="242" y="159"/>
                    <a:pt x="223" y="175"/>
                  </a:cubicBezTo>
                  <a:cubicBezTo>
                    <a:pt x="204" y="191"/>
                    <a:pt x="198" y="198"/>
                    <a:pt x="197" y="201"/>
                  </a:cubicBezTo>
                  <a:cubicBezTo>
                    <a:pt x="196" y="203"/>
                    <a:pt x="196" y="204"/>
                    <a:pt x="196" y="205"/>
                  </a:cubicBezTo>
                  <a:cubicBezTo>
                    <a:pt x="196" y="207"/>
                    <a:pt x="198" y="205"/>
                    <a:pt x="199" y="205"/>
                  </a:cubicBezTo>
                  <a:cubicBezTo>
                    <a:pt x="203" y="202"/>
                    <a:pt x="216" y="191"/>
                    <a:pt x="216" y="191"/>
                  </a:cubicBezTo>
                  <a:cubicBezTo>
                    <a:pt x="219" y="189"/>
                    <a:pt x="226" y="188"/>
                    <a:pt x="229" y="188"/>
                  </a:cubicBezTo>
                  <a:cubicBezTo>
                    <a:pt x="231" y="188"/>
                    <a:pt x="234" y="188"/>
                    <a:pt x="236" y="189"/>
                  </a:cubicBezTo>
                  <a:cubicBezTo>
                    <a:pt x="232" y="192"/>
                    <a:pt x="219" y="202"/>
                    <a:pt x="216" y="206"/>
                  </a:cubicBezTo>
                  <a:cubicBezTo>
                    <a:pt x="204" y="220"/>
                    <a:pt x="192" y="244"/>
                    <a:pt x="190" y="258"/>
                  </a:cubicBezTo>
                  <a:cubicBezTo>
                    <a:pt x="189" y="262"/>
                    <a:pt x="189" y="262"/>
                    <a:pt x="189" y="262"/>
                  </a:cubicBezTo>
                  <a:cubicBezTo>
                    <a:pt x="188" y="270"/>
                    <a:pt x="188" y="270"/>
                    <a:pt x="188" y="270"/>
                  </a:cubicBezTo>
                  <a:cubicBezTo>
                    <a:pt x="188" y="270"/>
                    <a:pt x="188" y="270"/>
                    <a:pt x="188" y="270"/>
                  </a:cubicBezTo>
                  <a:cubicBezTo>
                    <a:pt x="188" y="274"/>
                    <a:pt x="188" y="277"/>
                    <a:pt x="186" y="280"/>
                  </a:cubicBezTo>
                  <a:cubicBezTo>
                    <a:pt x="180" y="285"/>
                    <a:pt x="180" y="285"/>
                    <a:pt x="180" y="285"/>
                  </a:cubicBezTo>
                  <a:cubicBezTo>
                    <a:pt x="179" y="286"/>
                    <a:pt x="179" y="286"/>
                    <a:pt x="179" y="286"/>
                  </a:cubicBezTo>
                  <a:cubicBezTo>
                    <a:pt x="175" y="289"/>
                    <a:pt x="172" y="291"/>
                    <a:pt x="168" y="293"/>
                  </a:cubicBezTo>
                  <a:cubicBezTo>
                    <a:pt x="162" y="294"/>
                    <a:pt x="158" y="299"/>
                    <a:pt x="155" y="303"/>
                  </a:cubicBezTo>
                  <a:cubicBezTo>
                    <a:pt x="153" y="305"/>
                    <a:pt x="153" y="305"/>
                    <a:pt x="153" y="305"/>
                  </a:cubicBezTo>
                  <a:cubicBezTo>
                    <a:pt x="140" y="320"/>
                    <a:pt x="140" y="320"/>
                    <a:pt x="140" y="320"/>
                  </a:cubicBezTo>
                  <a:cubicBezTo>
                    <a:pt x="137" y="324"/>
                    <a:pt x="137" y="324"/>
                    <a:pt x="137" y="324"/>
                  </a:cubicBezTo>
                  <a:cubicBezTo>
                    <a:pt x="132" y="330"/>
                    <a:pt x="127" y="336"/>
                    <a:pt x="123" y="343"/>
                  </a:cubicBezTo>
                  <a:cubicBezTo>
                    <a:pt x="122" y="344"/>
                    <a:pt x="122" y="345"/>
                    <a:pt x="121" y="346"/>
                  </a:cubicBezTo>
                  <a:cubicBezTo>
                    <a:pt x="119" y="352"/>
                    <a:pt x="117" y="357"/>
                    <a:pt x="113" y="361"/>
                  </a:cubicBezTo>
                  <a:cubicBezTo>
                    <a:pt x="111" y="368"/>
                    <a:pt x="111" y="368"/>
                    <a:pt x="111" y="368"/>
                  </a:cubicBezTo>
                  <a:cubicBezTo>
                    <a:pt x="107" y="373"/>
                    <a:pt x="100" y="374"/>
                    <a:pt x="93" y="374"/>
                  </a:cubicBezTo>
                  <a:cubicBezTo>
                    <a:pt x="87" y="375"/>
                    <a:pt x="87" y="375"/>
                    <a:pt x="87" y="375"/>
                  </a:cubicBezTo>
                  <a:cubicBezTo>
                    <a:pt x="78" y="376"/>
                    <a:pt x="69" y="379"/>
                    <a:pt x="59" y="382"/>
                  </a:cubicBezTo>
                  <a:cubicBezTo>
                    <a:pt x="46" y="387"/>
                    <a:pt x="39" y="391"/>
                    <a:pt x="30" y="401"/>
                  </a:cubicBezTo>
                  <a:cubicBezTo>
                    <a:pt x="27" y="404"/>
                    <a:pt x="22" y="412"/>
                    <a:pt x="20" y="417"/>
                  </a:cubicBezTo>
                  <a:cubicBezTo>
                    <a:pt x="19" y="420"/>
                    <a:pt x="18" y="424"/>
                    <a:pt x="18" y="428"/>
                  </a:cubicBezTo>
                  <a:cubicBezTo>
                    <a:pt x="19" y="437"/>
                    <a:pt x="25" y="442"/>
                    <a:pt x="25" y="443"/>
                  </a:cubicBezTo>
                  <a:cubicBezTo>
                    <a:pt x="34" y="451"/>
                    <a:pt x="25" y="452"/>
                    <a:pt x="16" y="442"/>
                  </a:cubicBezTo>
                  <a:moveTo>
                    <a:pt x="171" y="307"/>
                  </a:moveTo>
                  <a:cubicBezTo>
                    <a:pt x="171" y="308"/>
                    <a:pt x="171" y="309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71" y="310"/>
                    <a:pt x="167" y="314"/>
                    <a:pt x="163" y="317"/>
                  </a:cubicBezTo>
                  <a:cubicBezTo>
                    <a:pt x="158" y="322"/>
                    <a:pt x="152" y="327"/>
                    <a:pt x="150" y="330"/>
                  </a:cubicBezTo>
                  <a:cubicBezTo>
                    <a:pt x="145" y="337"/>
                    <a:pt x="145" y="337"/>
                    <a:pt x="145" y="337"/>
                  </a:cubicBezTo>
                  <a:cubicBezTo>
                    <a:pt x="141" y="343"/>
                    <a:pt x="130" y="361"/>
                    <a:pt x="127" y="360"/>
                  </a:cubicBezTo>
                  <a:cubicBezTo>
                    <a:pt x="123" y="358"/>
                    <a:pt x="123" y="358"/>
                    <a:pt x="123" y="358"/>
                  </a:cubicBezTo>
                  <a:cubicBezTo>
                    <a:pt x="123" y="358"/>
                    <a:pt x="123" y="358"/>
                    <a:pt x="123" y="358"/>
                  </a:cubicBezTo>
                  <a:cubicBezTo>
                    <a:pt x="123" y="358"/>
                    <a:pt x="121" y="354"/>
                    <a:pt x="121" y="354"/>
                  </a:cubicBezTo>
                  <a:cubicBezTo>
                    <a:pt x="139" y="329"/>
                    <a:pt x="139" y="329"/>
                    <a:pt x="139" y="329"/>
                  </a:cubicBezTo>
                  <a:cubicBezTo>
                    <a:pt x="148" y="324"/>
                    <a:pt x="161" y="296"/>
                    <a:pt x="185" y="289"/>
                  </a:cubicBezTo>
                  <a:cubicBezTo>
                    <a:pt x="183" y="290"/>
                    <a:pt x="177" y="300"/>
                    <a:pt x="170" y="304"/>
                  </a:cubicBezTo>
                  <a:lnTo>
                    <a:pt x="171" y="307"/>
                  </a:lnTo>
                  <a:close/>
                  <a:moveTo>
                    <a:pt x="102" y="405"/>
                  </a:moveTo>
                  <a:cubicBezTo>
                    <a:pt x="94" y="404"/>
                    <a:pt x="86" y="403"/>
                    <a:pt x="80" y="405"/>
                  </a:cubicBezTo>
                  <a:cubicBezTo>
                    <a:pt x="78" y="405"/>
                    <a:pt x="78" y="405"/>
                    <a:pt x="78" y="405"/>
                  </a:cubicBezTo>
                  <a:cubicBezTo>
                    <a:pt x="72" y="407"/>
                    <a:pt x="65" y="408"/>
                    <a:pt x="60" y="411"/>
                  </a:cubicBezTo>
                  <a:cubicBezTo>
                    <a:pt x="53" y="415"/>
                    <a:pt x="48" y="419"/>
                    <a:pt x="44" y="425"/>
                  </a:cubicBezTo>
                  <a:cubicBezTo>
                    <a:pt x="43" y="426"/>
                    <a:pt x="43" y="426"/>
                    <a:pt x="43" y="426"/>
                  </a:cubicBezTo>
                  <a:cubicBezTo>
                    <a:pt x="40" y="429"/>
                    <a:pt x="37" y="434"/>
                    <a:pt x="37" y="439"/>
                  </a:cubicBezTo>
                  <a:cubicBezTo>
                    <a:pt x="37" y="441"/>
                    <a:pt x="37" y="443"/>
                    <a:pt x="39" y="444"/>
                  </a:cubicBezTo>
                  <a:cubicBezTo>
                    <a:pt x="40" y="445"/>
                    <a:pt x="40" y="446"/>
                    <a:pt x="40" y="446"/>
                  </a:cubicBezTo>
                  <a:cubicBezTo>
                    <a:pt x="40" y="446"/>
                    <a:pt x="39" y="449"/>
                    <a:pt x="35" y="448"/>
                  </a:cubicBezTo>
                  <a:cubicBezTo>
                    <a:pt x="32" y="447"/>
                    <a:pt x="28" y="442"/>
                    <a:pt x="28" y="440"/>
                  </a:cubicBezTo>
                  <a:cubicBezTo>
                    <a:pt x="28" y="428"/>
                    <a:pt x="40" y="412"/>
                    <a:pt x="46" y="408"/>
                  </a:cubicBezTo>
                  <a:cubicBezTo>
                    <a:pt x="72" y="391"/>
                    <a:pt x="101" y="395"/>
                    <a:pt x="104" y="397"/>
                  </a:cubicBezTo>
                  <a:cubicBezTo>
                    <a:pt x="108" y="398"/>
                    <a:pt x="113" y="401"/>
                    <a:pt x="114" y="403"/>
                  </a:cubicBezTo>
                  <a:cubicBezTo>
                    <a:pt x="114" y="404"/>
                    <a:pt x="114" y="404"/>
                    <a:pt x="114" y="405"/>
                  </a:cubicBezTo>
                  <a:cubicBezTo>
                    <a:pt x="113" y="406"/>
                    <a:pt x="106" y="405"/>
                    <a:pt x="102" y="405"/>
                  </a:cubicBezTo>
                  <a:moveTo>
                    <a:pt x="139" y="399"/>
                  </a:moveTo>
                  <a:cubicBezTo>
                    <a:pt x="133" y="401"/>
                    <a:pt x="124" y="393"/>
                    <a:pt x="124" y="393"/>
                  </a:cubicBezTo>
                  <a:cubicBezTo>
                    <a:pt x="106" y="387"/>
                    <a:pt x="83" y="391"/>
                    <a:pt x="74" y="392"/>
                  </a:cubicBezTo>
                  <a:cubicBezTo>
                    <a:pt x="48" y="401"/>
                    <a:pt x="48" y="401"/>
                    <a:pt x="48" y="401"/>
                  </a:cubicBezTo>
                  <a:cubicBezTo>
                    <a:pt x="34" y="409"/>
                    <a:pt x="33" y="414"/>
                    <a:pt x="30" y="419"/>
                  </a:cubicBezTo>
                  <a:cubicBezTo>
                    <a:pt x="24" y="431"/>
                    <a:pt x="28" y="430"/>
                    <a:pt x="25" y="431"/>
                  </a:cubicBezTo>
                  <a:cubicBezTo>
                    <a:pt x="21" y="433"/>
                    <a:pt x="21" y="425"/>
                    <a:pt x="26" y="415"/>
                  </a:cubicBezTo>
                  <a:cubicBezTo>
                    <a:pt x="30" y="405"/>
                    <a:pt x="41" y="396"/>
                    <a:pt x="51" y="391"/>
                  </a:cubicBezTo>
                  <a:cubicBezTo>
                    <a:pt x="58" y="388"/>
                    <a:pt x="72" y="385"/>
                    <a:pt x="84" y="383"/>
                  </a:cubicBezTo>
                  <a:cubicBezTo>
                    <a:pt x="96" y="381"/>
                    <a:pt x="125" y="382"/>
                    <a:pt x="132" y="387"/>
                  </a:cubicBezTo>
                  <a:cubicBezTo>
                    <a:pt x="135" y="389"/>
                    <a:pt x="146" y="397"/>
                    <a:pt x="139" y="399"/>
                  </a:cubicBezTo>
                  <a:moveTo>
                    <a:pt x="166" y="398"/>
                  </a:moveTo>
                  <a:cubicBezTo>
                    <a:pt x="163" y="396"/>
                    <a:pt x="165" y="398"/>
                    <a:pt x="152" y="390"/>
                  </a:cubicBezTo>
                  <a:cubicBezTo>
                    <a:pt x="129" y="376"/>
                    <a:pt x="95" y="380"/>
                    <a:pt x="90" y="380"/>
                  </a:cubicBezTo>
                  <a:cubicBezTo>
                    <a:pt x="92" y="379"/>
                    <a:pt x="108" y="375"/>
                    <a:pt x="109" y="375"/>
                  </a:cubicBezTo>
                  <a:cubicBezTo>
                    <a:pt x="109" y="375"/>
                    <a:pt x="115" y="371"/>
                    <a:pt x="116" y="368"/>
                  </a:cubicBezTo>
                  <a:cubicBezTo>
                    <a:pt x="117" y="366"/>
                    <a:pt x="118" y="362"/>
                    <a:pt x="120" y="362"/>
                  </a:cubicBezTo>
                  <a:cubicBezTo>
                    <a:pt x="133" y="363"/>
                    <a:pt x="167" y="389"/>
                    <a:pt x="166" y="398"/>
                  </a:cubicBezTo>
                  <a:moveTo>
                    <a:pt x="160" y="372"/>
                  </a:moveTo>
                  <a:cubicBezTo>
                    <a:pt x="162" y="375"/>
                    <a:pt x="162" y="375"/>
                    <a:pt x="162" y="375"/>
                  </a:cubicBezTo>
                  <a:cubicBezTo>
                    <a:pt x="159" y="375"/>
                    <a:pt x="159" y="375"/>
                    <a:pt x="159" y="375"/>
                  </a:cubicBezTo>
                  <a:cubicBezTo>
                    <a:pt x="152" y="375"/>
                    <a:pt x="151" y="375"/>
                    <a:pt x="150" y="373"/>
                  </a:cubicBezTo>
                  <a:cubicBezTo>
                    <a:pt x="148" y="371"/>
                    <a:pt x="151" y="369"/>
                    <a:pt x="152" y="368"/>
                  </a:cubicBezTo>
                  <a:cubicBezTo>
                    <a:pt x="154" y="367"/>
                    <a:pt x="154" y="367"/>
                    <a:pt x="154" y="367"/>
                  </a:cubicBezTo>
                  <a:cubicBezTo>
                    <a:pt x="157" y="366"/>
                    <a:pt x="158" y="370"/>
                    <a:pt x="160" y="372"/>
                  </a:cubicBezTo>
                  <a:moveTo>
                    <a:pt x="175" y="341"/>
                  </a:moveTo>
                  <a:cubicBezTo>
                    <a:pt x="200" y="335"/>
                    <a:pt x="213" y="338"/>
                    <a:pt x="216" y="340"/>
                  </a:cubicBezTo>
                  <a:cubicBezTo>
                    <a:pt x="213" y="341"/>
                    <a:pt x="202" y="344"/>
                    <a:pt x="195" y="345"/>
                  </a:cubicBezTo>
                  <a:cubicBezTo>
                    <a:pt x="189" y="347"/>
                    <a:pt x="186" y="348"/>
                    <a:pt x="184" y="348"/>
                  </a:cubicBezTo>
                  <a:cubicBezTo>
                    <a:pt x="182" y="350"/>
                    <a:pt x="181" y="349"/>
                    <a:pt x="178" y="349"/>
                  </a:cubicBezTo>
                  <a:cubicBezTo>
                    <a:pt x="176" y="348"/>
                    <a:pt x="177" y="349"/>
                    <a:pt x="173" y="350"/>
                  </a:cubicBezTo>
                  <a:cubicBezTo>
                    <a:pt x="167" y="352"/>
                    <a:pt x="155" y="359"/>
                    <a:pt x="147" y="366"/>
                  </a:cubicBezTo>
                  <a:cubicBezTo>
                    <a:pt x="145" y="368"/>
                    <a:pt x="145" y="368"/>
                    <a:pt x="145" y="368"/>
                  </a:cubicBezTo>
                  <a:cubicBezTo>
                    <a:pt x="144" y="369"/>
                    <a:pt x="140" y="365"/>
                    <a:pt x="139" y="365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39" y="365"/>
                    <a:pt x="138" y="364"/>
                    <a:pt x="137" y="363"/>
                  </a:cubicBezTo>
                  <a:cubicBezTo>
                    <a:pt x="140" y="359"/>
                    <a:pt x="151" y="350"/>
                    <a:pt x="155" y="348"/>
                  </a:cubicBezTo>
                  <a:cubicBezTo>
                    <a:pt x="161" y="344"/>
                    <a:pt x="169" y="342"/>
                    <a:pt x="175" y="341"/>
                  </a:cubicBezTo>
                  <a:moveTo>
                    <a:pt x="266" y="272"/>
                  </a:moveTo>
                  <a:cubicBezTo>
                    <a:pt x="262" y="272"/>
                    <a:pt x="232" y="269"/>
                    <a:pt x="221" y="273"/>
                  </a:cubicBezTo>
                  <a:cubicBezTo>
                    <a:pt x="220" y="273"/>
                    <a:pt x="219" y="274"/>
                    <a:pt x="219" y="274"/>
                  </a:cubicBezTo>
                  <a:cubicBezTo>
                    <a:pt x="215" y="276"/>
                    <a:pt x="215" y="276"/>
                    <a:pt x="215" y="276"/>
                  </a:cubicBezTo>
                  <a:cubicBezTo>
                    <a:pt x="204" y="282"/>
                    <a:pt x="199" y="285"/>
                    <a:pt x="199" y="288"/>
                  </a:cubicBezTo>
                  <a:cubicBezTo>
                    <a:pt x="200" y="290"/>
                    <a:pt x="200" y="290"/>
                    <a:pt x="200" y="290"/>
                  </a:cubicBezTo>
                  <a:cubicBezTo>
                    <a:pt x="201" y="290"/>
                    <a:pt x="201" y="290"/>
                    <a:pt x="201" y="290"/>
                  </a:cubicBezTo>
                  <a:cubicBezTo>
                    <a:pt x="211" y="285"/>
                    <a:pt x="220" y="284"/>
                    <a:pt x="229" y="287"/>
                  </a:cubicBezTo>
                  <a:cubicBezTo>
                    <a:pt x="230" y="287"/>
                    <a:pt x="230" y="287"/>
                    <a:pt x="230" y="287"/>
                  </a:cubicBezTo>
                  <a:cubicBezTo>
                    <a:pt x="234" y="289"/>
                    <a:pt x="237" y="290"/>
                    <a:pt x="238" y="291"/>
                  </a:cubicBezTo>
                  <a:cubicBezTo>
                    <a:pt x="231" y="291"/>
                    <a:pt x="221" y="293"/>
                    <a:pt x="218" y="294"/>
                  </a:cubicBezTo>
                  <a:cubicBezTo>
                    <a:pt x="212" y="296"/>
                    <a:pt x="187" y="310"/>
                    <a:pt x="181" y="315"/>
                  </a:cubicBezTo>
                  <a:cubicBezTo>
                    <a:pt x="172" y="323"/>
                    <a:pt x="172" y="323"/>
                    <a:pt x="172" y="323"/>
                  </a:cubicBezTo>
                  <a:cubicBezTo>
                    <a:pt x="161" y="338"/>
                    <a:pt x="148" y="349"/>
                    <a:pt x="147" y="349"/>
                  </a:cubicBezTo>
                  <a:cubicBezTo>
                    <a:pt x="137" y="349"/>
                    <a:pt x="157" y="329"/>
                    <a:pt x="160" y="325"/>
                  </a:cubicBezTo>
                  <a:cubicBezTo>
                    <a:pt x="171" y="317"/>
                    <a:pt x="171" y="317"/>
                    <a:pt x="171" y="317"/>
                  </a:cubicBezTo>
                  <a:cubicBezTo>
                    <a:pt x="181" y="310"/>
                    <a:pt x="182" y="303"/>
                    <a:pt x="182" y="302"/>
                  </a:cubicBezTo>
                  <a:cubicBezTo>
                    <a:pt x="183" y="300"/>
                    <a:pt x="189" y="296"/>
                    <a:pt x="191" y="296"/>
                  </a:cubicBezTo>
                  <a:cubicBezTo>
                    <a:pt x="192" y="295"/>
                    <a:pt x="192" y="295"/>
                    <a:pt x="192" y="295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93"/>
                    <a:pt x="193" y="293"/>
                    <a:pt x="193" y="292"/>
                  </a:cubicBezTo>
                  <a:cubicBezTo>
                    <a:pt x="193" y="292"/>
                    <a:pt x="193" y="291"/>
                    <a:pt x="193" y="291"/>
                  </a:cubicBezTo>
                  <a:cubicBezTo>
                    <a:pt x="192" y="290"/>
                    <a:pt x="191" y="290"/>
                    <a:pt x="191" y="290"/>
                  </a:cubicBezTo>
                  <a:cubicBezTo>
                    <a:pt x="190" y="290"/>
                    <a:pt x="189" y="290"/>
                    <a:pt x="187" y="291"/>
                  </a:cubicBezTo>
                  <a:cubicBezTo>
                    <a:pt x="192" y="287"/>
                    <a:pt x="198" y="283"/>
                    <a:pt x="200" y="280"/>
                  </a:cubicBezTo>
                  <a:cubicBezTo>
                    <a:pt x="201" y="279"/>
                    <a:pt x="202" y="277"/>
                    <a:pt x="202" y="276"/>
                  </a:cubicBezTo>
                  <a:cubicBezTo>
                    <a:pt x="202" y="275"/>
                    <a:pt x="198" y="273"/>
                    <a:pt x="193" y="275"/>
                  </a:cubicBezTo>
                  <a:cubicBezTo>
                    <a:pt x="193" y="275"/>
                    <a:pt x="193" y="275"/>
                    <a:pt x="193" y="274"/>
                  </a:cubicBezTo>
                  <a:cubicBezTo>
                    <a:pt x="193" y="273"/>
                    <a:pt x="193" y="270"/>
                    <a:pt x="195" y="266"/>
                  </a:cubicBezTo>
                  <a:cubicBezTo>
                    <a:pt x="196" y="264"/>
                    <a:pt x="197" y="262"/>
                    <a:pt x="199" y="261"/>
                  </a:cubicBezTo>
                  <a:cubicBezTo>
                    <a:pt x="204" y="255"/>
                    <a:pt x="213" y="251"/>
                    <a:pt x="220" y="248"/>
                  </a:cubicBezTo>
                  <a:cubicBezTo>
                    <a:pt x="220" y="248"/>
                    <a:pt x="240" y="246"/>
                    <a:pt x="241" y="250"/>
                  </a:cubicBezTo>
                  <a:cubicBezTo>
                    <a:pt x="235" y="253"/>
                    <a:pt x="229" y="256"/>
                    <a:pt x="225" y="258"/>
                  </a:cubicBezTo>
                  <a:cubicBezTo>
                    <a:pt x="220" y="261"/>
                    <a:pt x="220" y="261"/>
                    <a:pt x="220" y="261"/>
                  </a:cubicBezTo>
                  <a:cubicBezTo>
                    <a:pt x="219" y="262"/>
                    <a:pt x="219" y="262"/>
                    <a:pt x="219" y="263"/>
                  </a:cubicBezTo>
                  <a:cubicBezTo>
                    <a:pt x="219" y="263"/>
                    <a:pt x="219" y="263"/>
                    <a:pt x="219" y="264"/>
                  </a:cubicBezTo>
                  <a:cubicBezTo>
                    <a:pt x="220" y="265"/>
                    <a:pt x="237" y="263"/>
                    <a:pt x="237" y="263"/>
                  </a:cubicBezTo>
                  <a:cubicBezTo>
                    <a:pt x="259" y="260"/>
                    <a:pt x="265" y="265"/>
                    <a:pt x="268" y="268"/>
                  </a:cubicBezTo>
                  <a:cubicBezTo>
                    <a:pt x="266" y="268"/>
                    <a:pt x="271" y="272"/>
                    <a:pt x="266" y="27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0" name="Freeform 632">
              <a:extLst>
                <a:ext uri="{FF2B5EF4-FFF2-40B4-BE49-F238E27FC236}">
                  <a16:creationId xmlns:a16="http://schemas.microsoft.com/office/drawing/2014/main" id="{40FCC418-3932-45ED-8721-3DB29BC4D8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90650" y="12779375"/>
              <a:ext cx="28575" cy="88900"/>
            </a:xfrm>
            <a:custGeom>
              <a:avLst/>
              <a:gdLst>
                <a:gd name="T0" fmla="*/ 39 w 46"/>
                <a:gd name="T1" fmla="*/ 62 h 140"/>
                <a:gd name="T2" fmla="*/ 2 w 46"/>
                <a:gd name="T3" fmla="*/ 0 h 140"/>
                <a:gd name="T4" fmla="*/ 0 w 46"/>
                <a:gd name="T5" fmla="*/ 0 h 140"/>
                <a:gd name="T6" fmla="*/ 7 w 46"/>
                <a:gd name="T7" fmla="*/ 12 h 140"/>
                <a:gd name="T8" fmla="*/ 36 w 46"/>
                <a:gd name="T9" fmla="*/ 79 h 140"/>
                <a:gd name="T10" fmla="*/ 28 w 46"/>
                <a:gd name="T11" fmla="*/ 136 h 140"/>
                <a:gd name="T12" fmla="*/ 32 w 46"/>
                <a:gd name="T13" fmla="*/ 139 h 140"/>
                <a:gd name="T14" fmla="*/ 39 w 46"/>
                <a:gd name="T15" fmla="*/ 6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140">
                  <a:moveTo>
                    <a:pt x="39" y="62"/>
                  </a:moveTo>
                  <a:cubicBezTo>
                    <a:pt x="35" y="35"/>
                    <a:pt x="6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3" y="6"/>
                    <a:pt x="7" y="12"/>
                  </a:cubicBezTo>
                  <a:cubicBezTo>
                    <a:pt x="32" y="44"/>
                    <a:pt x="34" y="62"/>
                    <a:pt x="36" y="79"/>
                  </a:cubicBezTo>
                  <a:cubicBezTo>
                    <a:pt x="38" y="98"/>
                    <a:pt x="31" y="132"/>
                    <a:pt x="28" y="136"/>
                  </a:cubicBezTo>
                  <a:cubicBezTo>
                    <a:pt x="26" y="140"/>
                    <a:pt x="30" y="140"/>
                    <a:pt x="32" y="139"/>
                  </a:cubicBezTo>
                  <a:cubicBezTo>
                    <a:pt x="34" y="136"/>
                    <a:pt x="46" y="103"/>
                    <a:pt x="39" y="6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1" name="Freeform 633">
              <a:extLst>
                <a:ext uri="{FF2B5EF4-FFF2-40B4-BE49-F238E27FC236}">
                  <a16:creationId xmlns:a16="http://schemas.microsoft.com/office/drawing/2014/main" id="{8F0DAD05-69A3-4E43-809B-5941EA1116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90650" y="12819063"/>
              <a:ext cx="11113" cy="46037"/>
            </a:xfrm>
            <a:custGeom>
              <a:avLst/>
              <a:gdLst>
                <a:gd name="T0" fmla="*/ 2 w 18"/>
                <a:gd name="T1" fmla="*/ 7 h 71"/>
                <a:gd name="T2" fmla="*/ 11 w 18"/>
                <a:gd name="T3" fmla="*/ 33 h 71"/>
                <a:gd name="T4" fmla="*/ 12 w 18"/>
                <a:gd name="T5" fmla="*/ 66 h 71"/>
                <a:gd name="T6" fmla="*/ 15 w 18"/>
                <a:gd name="T7" fmla="*/ 67 h 71"/>
                <a:gd name="T8" fmla="*/ 16 w 18"/>
                <a:gd name="T9" fmla="*/ 32 h 71"/>
                <a:gd name="T10" fmla="*/ 6 w 18"/>
                <a:gd name="T11" fmla="*/ 4 h 71"/>
                <a:gd name="T12" fmla="*/ 2 w 18"/>
                <a:gd name="T1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71">
                  <a:moveTo>
                    <a:pt x="2" y="7"/>
                  </a:moveTo>
                  <a:cubicBezTo>
                    <a:pt x="6" y="13"/>
                    <a:pt x="11" y="29"/>
                    <a:pt x="11" y="33"/>
                  </a:cubicBezTo>
                  <a:cubicBezTo>
                    <a:pt x="12" y="52"/>
                    <a:pt x="13" y="61"/>
                    <a:pt x="12" y="66"/>
                  </a:cubicBezTo>
                  <a:cubicBezTo>
                    <a:pt x="11" y="71"/>
                    <a:pt x="15" y="71"/>
                    <a:pt x="15" y="67"/>
                  </a:cubicBezTo>
                  <a:cubicBezTo>
                    <a:pt x="15" y="59"/>
                    <a:pt x="18" y="56"/>
                    <a:pt x="16" y="32"/>
                  </a:cubicBezTo>
                  <a:cubicBezTo>
                    <a:pt x="16" y="25"/>
                    <a:pt x="11" y="11"/>
                    <a:pt x="6" y="4"/>
                  </a:cubicBezTo>
                  <a:cubicBezTo>
                    <a:pt x="3" y="0"/>
                    <a:pt x="0" y="4"/>
                    <a:pt x="2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2" name="Freeform 634">
              <a:extLst>
                <a:ext uri="{FF2B5EF4-FFF2-40B4-BE49-F238E27FC236}">
                  <a16:creationId xmlns:a16="http://schemas.microsoft.com/office/drawing/2014/main" id="{3E9697A3-CAC1-43DB-87AE-42CB6A82B5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97000" y="12809538"/>
              <a:ext cx="14288" cy="57150"/>
            </a:xfrm>
            <a:custGeom>
              <a:avLst/>
              <a:gdLst>
                <a:gd name="T0" fmla="*/ 2 w 21"/>
                <a:gd name="T1" fmla="*/ 7 h 89"/>
                <a:gd name="T2" fmla="*/ 13 w 21"/>
                <a:gd name="T3" fmla="*/ 34 h 89"/>
                <a:gd name="T4" fmla="*/ 11 w 21"/>
                <a:gd name="T5" fmla="*/ 84 h 89"/>
                <a:gd name="T6" fmla="*/ 14 w 21"/>
                <a:gd name="T7" fmla="*/ 86 h 89"/>
                <a:gd name="T8" fmla="*/ 18 w 21"/>
                <a:gd name="T9" fmla="*/ 33 h 89"/>
                <a:gd name="T10" fmla="*/ 6 w 21"/>
                <a:gd name="T11" fmla="*/ 4 h 89"/>
                <a:gd name="T12" fmla="*/ 2 w 21"/>
                <a:gd name="T13" fmla="*/ 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89">
                  <a:moveTo>
                    <a:pt x="2" y="7"/>
                  </a:moveTo>
                  <a:cubicBezTo>
                    <a:pt x="6" y="13"/>
                    <a:pt x="13" y="30"/>
                    <a:pt x="13" y="34"/>
                  </a:cubicBezTo>
                  <a:cubicBezTo>
                    <a:pt x="15" y="65"/>
                    <a:pt x="11" y="79"/>
                    <a:pt x="11" y="84"/>
                  </a:cubicBezTo>
                  <a:cubicBezTo>
                    <a:pt x="10" y="89"/>
                    <a:pt x="14" y="89"/>
                    <a:pt x="14" y="86"/>
                  </a:cubicBezTo>
                  <a:cubicBezTo>
                    <a:pt x="14" y="77"/>
                    <a:pt x="21" y="61"/>
                    <a:pt x="18" y="33"/>
                  </a:cubicBezTo>
                  <a:cubicBezTo>
                    <a:pt x="17" y="26"/>
                    <a:pt x="11" y="11"/>
                    <a:pt x="6" y="4"/>
                  </a:cubicBezTo>
                  <a:cubicBezTo>
                    <a:pt x="3" y="0"/>
                    <a:pt x="0" y="4"/>
                    <a:pt x="2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3" name="Freeform 635">
              <a:extLst>
                <a:ext uri="{FF2B5EF4-FFF2-40B4-BE49-F238E27FC236}">
                  <a16:creationId xmlns:a16="http://schemas.microsoft.com/office/drawing/2014/main" id="{68D8659A-0267-4DDC-B390-9F7E6DB1C0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17663" y="12779375"/>
              <a:ext cx="30163" cy="88900"/>
            </a:xfrm>
            <a:custGeom>
              <a:avLst/>
              <a:gdLst>
                <a:gd name="T0" fmla="*/ 7 w 46"/>
                <a:gd name="T1" fmla="*/ 62 h 140"/>
                <a:gd name="T2" fmla="*/ 44 w 46"/>
                <a:gd name="T3" fmla="*/ 0 h 140"/>
                <a:gd name="T4" fmla="*/ 46 w 46"/>
                <a:gd name="T5" fmla="*/ 0 h 140"/>
                <a:gd name="T6" fmla="*/ 39 w 46"/>
                <a:gd name="T7" fmla="*/ 12 h 140"/>
                <a:gd name="T8" fmla="*/ 10 w 46"/>
                <a:gd name="T9" fmla="*/ 79 h 140"/>
                <a:gd name="T10" fmla="*/ 18 w 46"/>
                <a:gd name="T11" fmla="*/ 136 h 140"/>
                <a:gd name="T12" fmla="*/ 14 w 46"/>
                <a:gd name="T13" fmla="*/ 139 h 140"/>
                <a:gd name="T14" fmla="*/ 7 w 46"/>
                <a:gd name="T15" fmla="*/ 6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140">
                  <a:moveTo>
                    <a:pt x="7" y="62"/>
                  </a:moveTo>
                  <a:cubicBezTo>
                    <a:pt x="11" y="35"/>
                    <a:pt x="40" y="0"/>
                    <a:pt x="44" y="0"/>
                  </a:cubicBezTo>
                  <a:cubicBezTo>
                    <a:pt x="45" y="0"/>
                    <a:pt x="46" y="0"/>
                    <a:pt x="46" y="0"/>
                  </a:cubicBezTo>
                  <a:cubicBezTo>
                    <a:pt x="46" y="2"/>
                    <a:pt x="43" y="6"/>
                    <a:pt x="39" y="12"/>
                  </a:cubicBezTo>
                  <a:cubicBezTo>
                    <a:pt x="14" y="44"/>
                    <a:pt x="12" y="62"/>
                    <a:pt x="10" y="79"/>
                  </a:cubicBezTo>
                  <a:cubicBezTo>
                    <a:pt x="8" y="98"/>
                    <a:pt x="15" y="132"/>
                    <a:pt x="18" y="136"/>
                  </a:cubicBezTo>
                  <a:cubicBezTo>
                    <a:pt x="20" y="140"/>
                    <a:pt x="16" y="140"/>
                    <a:pt x="14" y="139"/>
                  </a:cubicBezTo>
                  <a:cubicBezTo>
                    <a:pt x="12" y="136"/>
                    <a:pt x="0" y="103"/>
                    <a:pt x="7" y="6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4" name="Freeform 636">
              <a:extLst>
                <a:ext uri="{FF2B5EF4-FFF2-40B4-BE49-F238E27FC236}">
                  <a16:creationId xmlns:a16="http://schemas.microsoft.com/office/drawing/2014/main" id="{5C5C1FC0-FE8F-44F4-84AC-050579224C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35125" y="12819063"/>
              <a:ext cx="11113" cy="46037"/>
            </a:xfrm>
            <a:custGeom>
              <a:avLst/>
              <a:gdLst>
                <a:gd name="T0" fmla="*/ 16 w 18"/>
                <a:gd name="T1" fmla="*/ 7 h 71"/>
                <a:gd name="T2" fmla="*/ 7 w 18"/>
                <a:gd name="T3" fmla="*/ 33 h 71"/>
                <a:gd name="T4" fmla="*/ 6 w 18"/>
                <a:gd name="T5" fmla="*/ 66 h 71"/>
                <a:gd name="T6" fmla="*/ 3 w 18"/>
                <a:gd name="T7" fmla="*/ 67 h 71"/>
                <a:gd name="T8" fmla="*/ 2 w 18"/>
                <a:gd name="T9" fmla="*/ 32 h 71"/>
                <a:gd name="T10" fmla="*/ 12 w 18"/>
                <a:gd name="T11" fmla="*/ 4 h 71"/>
                <a:gd name="T12" fmla="*/ 16 w 18"/>
                <a:gd name="T1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71">
                  <a:moveTo>
                    <a:pt x="16" y="7"/>
                  </a:moveTo>
                  <a:cubicBezTo>
                    <a:pt x="12" y="13"/>
                    <a:pt x="7" y="29"/>
                    <a:pt x="7" y="33"/>
                  </a:cubicBezTo>
                  <a:cubicBezTo>
                    <a:pt x="6" y="52"/>
                    <a:pt x="5" y="61"/>
                    <a:pt x="6" y="66"/>
                  </a:cubicBezTo>
                  <a:cubicBezTo>
                    <a:pt x="7" y="71"/>
                    <a:pt x="3" y="71"/>
                    <a:pt x="3" y="67"/>
                  </a:cubicBezTo>
                  <a:cubicBezTo>
                    <a:pt x="3" y="59"/>
                    <a:pt x="0" y="56"/>
                    <a:pt x="2" y="32"/>
                  </a:cubicBezTo>
                  <a:cubicBezTo>
                    <a:pt x="2" y="25"/>
                    <a:pt x="8" y="11"/>
                    <a:pt x="12" y="4"/>
                  </a:cubicBezTo>
                  <a:cubicBezTo>
                    <a:pt x="15" y="0"/>
                    <a:pt x="18" y="4"/>
                    <a:pt x="16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5" name="Freeform 637">
              <a:extLst>
                <a:ext uri="{FF2B5EF4-FFF2-40B4-BE49-F238E27FC236}">
                  <a16:creationId xmlns:a16="http://schemas.microsoft.com/office/drawing/2014/main" id="{A02C8994-1E67-4A8D-AD85-A2560F9B81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27188" y="12809538"/>
              <a:ext cx="12700" cy="57150"/>
            </a:xfrm>
            <a:custGeom>
              <a:avLst/>
              <a:gdLst>
                <a:gd name="T0" fmla="*/ 19 w 21"/>
                <a:gd name="T1" fmla="*/ 7 h 89"/>
                <a:gd name="T2" fmla="*/ 8 w 21"/>
                <a:gd name="T3" fmla="*/ 34 h 89"/>
                <a:gd name="T4" fmla="*/ 10 w 21"/>
                <a:gd name="T5" fmla="*/ 84 h 89"/>
                <a:gd name="T6" fmla="*/ 7 w 21"/>
                <a:gd name="T7" fmla="*/ 86 h 89"/>
                <a:gd name="T8" fmla="*/ 3 w 21"/>
                <a:gd name="T9" fmla="*/ 33 h 89"/>
                <a:gd name="T10" fmla="*/ 15 w 21"/>
                <a:gd name="T11" fmla="*/ 4 h 89"/>
                <a:gd name="T12" fmla="*/ 19 w 21"/>
                <a:gd name="T13" fmla="*/ 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89">
                  <a:moveTo>
                    <a:pt x="19" y="7"/>
                  </a:moveTo>
                  <a:cubicBezTo>
                    <a:pt x="15" y="13"/>
                    <a:pt x="8" y="30"/>
                    <a:pt x="8" y="34"/>
                  </a:cubicBezTo>
                  <a:cubicBezTo>
                    <a:pt x="6" y="65"/>
                    <a:pt x="10" y="79"/>
                    <a:pt x="10" y="84"/>
                  </a:cubicBezTo>
                  <a:cubicBezTo>
                    <a:pt x="11" y="89"/>
                    <a:pt x="7" y="89"/>
                    <a:pt x="7" y="86"/>
                  </a:cubicBezTo>
                  <a:cubicBezTo>
                    <a:pt x="7" y="77"/>
                    <a:pt x="0" y="61"/>
                    <a:pt x="3" y="33"/>
                  </a:cubicBezTo>
                  <a:cubicBezTo>
                    <a:pt x="4" y="26"/>
                    <a:pt x="11" y="11"/>
                    <a:pt x="15" y="4"/>
                  </a:cubicBezTo>
                  <a:cubicBezTo>
                    <a:pt x="18" y="0"/>
                    <a:pt x="21" y="4"/>
                    <a:pt x="19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6" name="Freeform 638">
              <a:extLst>
                <a:ext uri="{FF2B5EF4-FFF2-40B4-BE49-F238E27FC236}">
                  <a16:creationId xmlns:a16="http://schemas.microsoft.com/office/drawing/2014/main" id="{C3C86423-A622-484B-82CC-AAC9B7AF6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84288" y="12776200"/>
              <a:ext cx="52388" cy="53975"/>
            </a:xfrm>
            <a:custGeom>
              <a:avLst/>
              <a:gdLst>
                <a:gd name="T0" fmla="*/ 79 w 81"/>
                <a:gd name="T1" fmla="*/ 60 h 83"/>
                <a:gd name="T2" fmla="*/ 67 w 81"/>
                <a:gd name="T3" fmla="*/ 55 h 83"/>
                <a:gd name="T4" fmla="*/ 31 w 81"/>
                <a:gd name="T5" fmla="*/ 71 h 83"/>
                <a:gd name="T6" fmla="*/ 26 w 81"/>
                <a:gd name="T7" fmla="*/ 82 h 83"/>
                <a:gd name="T8" fmla="*/ 24 w 81"/>
                <a:gd name="T9" fmla="*/ 83 h 83"/>
                <a:gd name="T10" fmla="*/ 13 w 81"/>
                <a:gd name="T11" fmla="*/ 58 h 83"/>
                <a:gd name="T12" fmla="*/ 15 w 81"/>
                <a:gd name="T13" fmla="*/ 57 h 83"/>
                <a:gd name="T14" fmla="*/ 26 w 81"/>
                <a:gd name="T15" fmla="*/ 60 h 83"/>
                <a:gd name="T16" fmla="*/ 43 w 81"/>
                <a:gd name="T17" fmla="*/ 53 h 83"/>
                <a:gd name="T18" fmla="*/ 43 w 81"/>
                <a:gd name="T19" fmla="*/ 53 h 83"/>
                <a:gd name="T20" fmla="*/ 17 w 81"/>
                <a:gd name="T21" fmla="*/ 45 h 83"/>
                <a:gd name="T22" fmla="*/ 11 w 81"/>
                <a:gd name="T23" fmla="*/ 44 h 83"/>
                <a:gd name="T24" fmla="*/ 12 w 81"/>
                <a:gd name="T25" fmla="*/ 50 h 83"/>
                <a:gd name="T26" fmla="*/ 10 w 81"/>
                <a:gd name="T27" fmla="*/ 51 h 83"/>
                <a:gd name="T28" fmla="*/ 0 w 81"/>
                <a:gd name="T29" fmla="*/ 28 h 83"/>
                <a:gd name="T30" fmla="*/ 2 w 81"/>
                <a:gd name="T31" fmla="*/ 27 h 83"/>
                <a:gd name="T32" fmla="*/ 16 w 81"/>
                <a:gd name="T33" fmla="*/ 38 h 83"/>
                <a:gd name="T34" fmla="*/ 37 w 81"/>
                <a:gd name="T35" fmla="*/ 45 h 83"/>
                <a:gd name="T36" fmla="*/ 52 w 81"/>
                <a:gd name="T37" fmla="*/ 18 h 83"/>
                <a:gd name="T38" fmla="*/ 54 w 81"/>
                <a:gd name="T39" fmla="*/ 1 h 83"/>
                <a:gd name="T40" fmla="*/ 56 w 81"/>
                <a:gd name="T41" fmla="*/ 0 h 83"/>
                <a:gd name="T42" fmla="*/ 68 w 81"/>
                <a:gd name="T43" fmla="*/ 28 h 83"/>
                <a:gd name="T44" fmla="*/ 65 w 81"/>
                <a:gd name="T45" fmla="*/ 28 h 83"/>
                <a:gd name="T46" fmla="*/ 61 w 81"/>
                <a:gd name="T47" fmla="*/ 24 h 83"/>
                <a:gd name="T48" fmla="*/ 58 w 81"/>
                <a:gd name="T49" fmla="*/ 29 h 83"/>
                <a:gd name="T50" fmla="*/ 44 w 81"/>
                <a:gd name="T51" fmla="*/ 52 h 83"/>
                <a:gd name="T52" fmla="*/ 44 w 81"/>
                <a:gd name="T53" fmla="*/ 53 h 83"/>
                <a:gd name="T54" fmla="*/ 63 w 81"/>
                <a:gd name="T55" fmla="*/ 45 h 83"/>
                <a:gd name="T56" fmla="*/ 68 w 81"/>
                <a:gd name="T57" fmla="*/ 35 h 83"/>
                <a:gd name="T58" fmla="*/ 70 w 81"/>
                <a:gd name="T59" fmla="*/ 34 h 83"/>
                <a:gd name="T60" fmla="*/ 81 w 81"/>
                <a:gd name="T61" fmla="*/ 59 h 83"/>
                <a:gd name="T62" fmla="*/ 79 w 81"/>
                <a:gd name="T63" fmla="*/ 6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" h="83">
                  <a:moveTo>
                    <a:pt x="79" y="60"/>
                  </a:moveTo>
                  <a:cubicBezTo>
                    <a:pt x="76" y="53"/>
                    <a:pt x="74" y="52"/>
                    <a:pt x="67" y="55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4" y="74"/>
                    <a:pt x="23" y="76"/>
                    <a:pt x="26" y="82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8" y="63"/>
                    <a:pt x="19" y="63"/>
                    <a:pt x="26" y="60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5" y="44"/>
                    <a:pt x="12" y="43"/>
                    <a:pt x="11" y="44"/>
                  </a:cubicBezTo>
                  <a:cubicBezTo>
                    <a:pt x="10" y="44"/>
                    <a:pt x="11" y="46"/>
                    <a:pt x="12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5" y="34"/>
                    <a:pt x="9" y="36"/>
                    <a:pt x="16" y="3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4" y="14"/>
                    <a:pt x="57" y="8"/>
                    <a:pt x="54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5"/>
                    <a:pt x="63" y="23"/>
                    <a:pt x="61" y="24"/>
                  </a:cubicBezTo>
                  <a:cubicBezTo>
                    <a:pt x="60" y="25"/>
                    <a:pt x="59" y="26"/>
                    <a:pt x="58" y="29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70" y="42"/>
                    <a:pt x="70" y="40"/>
                    <a:pt x="68" y="35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81" y="59"/>
                    <a:pt x="81" y="59"/>
                    <a:pt x="81" y="59"/>
                  </a:cubicBezTo>
                  <a:lnTo>
                    <a:pt x="79" y="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7" name="Freeform 639">
              <a:extLst>
                <a:ext uri="{FF2B5EF4-FFF2-40B4-BE49-F238E27FC236}">
                  <a16:creationId xmlns:a16="http://schemas.microsoft.com/office/drawing/2014/main" id="{9ADF7519-EEBE-48F1-A9EE-76BED4437F3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84288" y="12776200"/>
              <a:ext cx="52388" cy="53975"/>
            </a:xfrm>
            <a:custGeom>
              <a:avLst/>
              <a:gdLst>
                <a:gd name="T0" fmla="*/ 15 w 81"/>
                <a:gd name="T1" fmla="*/ 57 h 84"/>
                <a:gd name="T2" fmla="*/ 20 w 81"/>
                <a:gd name="T3" fmla="*/ 62 h 84"/>
                <a:gd name="T4" fmla="*/ 43 w 81"/>
                <a:gd name="T5" fmla="*/ 53 h 84"/>
                <a:gd name="T6" fmla="*/ 12 w 81"/>
                <a:gd name="T7" fmla="*/ 44 h 84"/>
                <a:gd name="T8" fmla="*/ 11 w 81"/>
                <a:gd name="T9" fmla="*/ 45 h 84"/>
                <a:gd name="T10" fmla="*/ 13 w 81"/>
                <a:gd name="T11" fmla="*/ 50 h 84"/>
                <a:gd name="T12" fmla="*/ 0 w 81"/>
                <a:gd name="T13" fmla="*/ 28 h 84"/>
                <a:gd name="T14" fmla="*/ 3 w 81"/>
                <a:gd name="T15" fmla="*/ 27 h 84"/>
                <a:gd name="T16" fmla="*/ 37 w 81"/>
                <a:gd name="T17" fmla="*/ 45 h 84"/>
                <a:gd name="T18" fmla="*/ 55 w 81"/>
                <a:gd name="T19" fmla="*/ 8 h 84"/>
                <a:gd name="T20" fmla="*/ 53 w 81"/>
                <a:gd name="T21" fmla="*/ 1 h 84"/>
                <a:gd name="T22" fmla="*/ 68 w 81"/>
                <a:gd name="T23" fmla="*/ 28 h 84"/>
                <a:gd name="T24" fmla="*/ 65 w 81"/>
                <a:gd name="T25" fmla="*/ 29 h 84"/>
                <a:gd name="T26" fmla="*/ 61 w 81"/>
                <a:gd name="T27" fmla="*/ 24 h 84"/>
                <a:gd name="T28" fmla="*/ 45 w 81"/>
                <a:gd name="T29" fmla="*/ 52 h 84"/>
                <a:gd name="T30" fmla="*/ 69 w 81"/>
                <a:gd name="T31" fmla="*/ 39 h 84"/>
                <a:gd name="T32" fmla="*/ 68 w 81"/>
                <a:gd name="T33" fmla="*/ 34 h 84"/>
                <a:gd name="T34" fmla="*/ 81 w 81"/>
                <a:gd name="T35" fmla="*/ 59 h 84"/>
                <a:gd name="T36" fmla="*/ 79 w 81"/>
                <a:gd name="T37" fmla="*/ 60 h 84"/>
                <a:gd name="T38" fmla="*/ 73 w 81"/>
                <a:gd name="T39" fmla="*/ 54 h 84"/>
                <a:gd name="T40" fmla="*/ 31 w 81"/>
                <a:gd name="T41" fmla="*/ 71 h 84"/>
                <a:gd name="T42" fmla="*/ 26 w 81"/>
                <a:gd name="T43" fmla="*/ 82 h 84"/>
                <a:gd name="T44" fmla="*/ 24 w 81"/>
                <a:gd name="T45" fmla="*/ 84 h 84"/>
                <a:gd name="T46" fmla="*/ 14 w 81"/>
                <a:gd name="T47" fmla="*/ 58 h 84"/>
                <a:gd name="T48" fmla="*/ 26 w 81"/>
                <a:gd name="T49" fmla="*/ 82 h 84"/>
                <a:gd name="T50" fmla="*/ 31 w 81"/>
                <a:gd name="T51" fmla="*/ 71 h 84"/>
                <a:gd name="T52" fmla="*/ 73 w 81"/>
                <a:gd name="T53" fmla="*/ 53 h 84"/>
                <a:gd name="T54" fmla="*/ 81 w 81"/>
                <a:gd name="T55" fmla="*/ 59 h 84"/>
                <a:gd name="T56" fmla="*/ 68 w 81"/>
                <a:gd name="T57" fmla="*/ 35 h 84"/>
                <a:gd name="T58" fmla="*/ 63 w 81"/>
                <a:gd name="T59" fmla="*/ 45 h 84"/>
                <a:gd name="T60" fmla="*/ 44 w 81"/>
                <a:gd name="T61" fmla="*/ 53 h 84"/>
                <a:gd name="T62" fmla="*/ 57 w 81"/>
                <a:gd name="T63" fmla="*/ 29 h 84"/>
                <a:gd name="T64" fmla="*/ 62 w 81"/>
                <a:gd name="T65" fmla="*/ 24 h 84"/>
                <a:gd name="T66" fmla="*/ 67 w 81"/>
                <a:gd name="T67" fmla="*/ 27 h 84"/>
                <a:gd name="T68" fmla="*/ 54 w 81"/>
                <a:gd name="T69" fmla="*/ 1 h 84"/>
                <a:gd name="T70" fmla="*/ 52 w 81"/>
                <a:gd name="T71" fmla="*/ 18 h 84"/>
                <a:gd name="T72" fmla="*/ 16 w 81"/>
                <a:gd name="T73" fmla="*/ 39 h 84"/>
                <a:gd name="T74" fmla="*/ 1 w 81"/>
                <a:gd name="T75" fmla="*/ 28 h 84"/>
                <a:gd name="T76" fmla="*/ 12 w 81"/>
                <a:gd name="T77" fmla="*/ 50 h 84"/>
                <a:gd name="T78" fmla="*/ 11 w 81"/>
                <a:gd name="T79" fmla="*/ 43 h 84"/>
                <a:gd name="T80" fmla="*/ 17 w 81"/>
                <a:gd name="T81" fmla="*/ 45 h 84"/>
                <a:gd name="T82" fmla="*/ 44 w 81"/>
                <a:gd name="T83" fmla="*/ 53 h 84"/>
                <a:gd name="T84" fmla="*/ 26 w 81"/>
                <a:gd name="T85" fmla="*/ 61 h 84"/>
                <a:gd name="T86" fmla="*/ 15 w 81"/>
                <a:gd name="T87" fmla="*/ 58 h 84"/>
                <a:gd name="T88" fmla="*/ 79 w 81"/>
                <a:gd name="T89" fmla="*/ 6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1" h="84">
                  <a:moveTo>
                    <a:pt x="13" y="58"/>
                  </a:moveTo>
                  <a:cubicBezTo>
                    <a:pt x="15" y="57"/>
                    <a:pt x="15" y="57"/>
                    <a:pt x="15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60"/>
                    <a:pt x="18" y="62"/>
                    <a:pt x="20" y="62"/>
                  </a:cubicBezTo>
                  <a:cubicBezTo>
                    <a:pt x="22" y="62"/>
                    <a:pt x="24" y="61"/>
                    <a:pt x="26" y="60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3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4"/>
                    <a:pt x="11" y="44"/>
                    <a:pt x="11" y="45"/>
                  </a:cubicBezTo>
                  <a:cubicBezTo>
                    <a:pt x="11" y="46"/>
                    <a:pt x="12" y="48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6" y="34"/>
                    <a:pt x="9" y="36"/>
                    <a:pt x="17" y="3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5"/>
                    <a:pt x="55" y="12"/>
                    <a:pt x="55" y="8"/>
                  </a:cubicBezTo>
                  <a:cubicBezTo>
                    <a:pt x="55" y="5"/>
                    <a:pt x="54" y="3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6"/>
                    <a:pt x="63" y="24"/>
                    <a:pt x="62" y="24"/>
                  </a:cubicBezTo>
                  <a:cubicBezTo>
                    <a:pt x="62" y="24"/>
                    <a:pt x="61" y="24"/>
                    <a:pt x="61" y="24"/>
                  </a:cubicBezTo>
                  <a:cubicBezTo>
                    <a:pt x="60" y="25"/>
                    <a:pt x="59" y="26"/>
                    <a:pt x="58" y="29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7" y="42"/>
                    <a:pt x="69" y="41"/>
                    <a:pt x="69" y="39"/>
                  </a:cubicBezTo>
                  <a:cubicBezTo>
                    <a:pt x="69" y="38"/>
                    <a:pt x="69" y="36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7" y="56"/>
                    <a:pt x="75" y="54"/>
                    <a:pt x="73" y="54"/>
                  </a:cubicBezTo>
                  <a:cubicBezTo>
                    <a:pt x="72" y="54"/>
                    <a:pt x="70" y="54"/>
                    <a:pt x="68" y="55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6" y="73"/>
                    <a:pt x="25" y="74"/>
                    <a:pt x="25" y="77"/>
                  </a:cubicBezTo>
                  <a:cubicBezTo>
                    <a:pt x="25" y="78"/>
                    <a:pt x="25" y="80"/>
                    <a:pt x="26" y="82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4" y="84"/>
                    <a:pt x="24" y="84"/>
                    <a:pt x="24" y="84"/>
                  </a:cubicBezTo>
                  <a:lnTo>
                    <a:pt x="13" y="58"/>
                  </a:lnTo>
                  <a:close/>
                  <a:moveTo>
                    <a:pt x="14" y="58"/>
                  </a:moveTo>
                  <a:cubicBezTo>
                    <a:pt x="24" y="83"/>
                    <a:pt x="24" y="83"/>
                    <a:pt x="24" y="83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5" y="80"/>
                    <a:pt x="24" y="78"/>
                    <a:pt x="24" y="77"/>
                  </a:cubicBezTo>
                  <a:cubicBezTo>
                    <a:pt x="24" y="74"/>
                    <a:pt x="26" y="72"/>
                    <a:pt x="31" y="71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0" y="54"/>
                    <a:pt x="71" y="53"/>
                    <a:pt x="73" y="53"/>
                  </a:cubicBezTo>
                  <a:cubicBezTo>
                    <a:pt x="76" y="53"/>
                    <a:pt x="77" y="55"/>
                    <a:pt x="79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36"/>
                    <a:pt x="70" y="38"/>
                    <a:pt x="70" y="39"/>
                  </a:cubicBezTo>
                  <a:cubicBezTo>
                    <a:pt x="70" y="42"/>
                    <a:pt x="68" y="43"/>
                    <a:pt x="63" y="4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9" y="26"/>
                    <a:pt x="60" y="24"/>
                    <a:pt x="61" y="24"/>
                  </a:cubicBezTo>
                  <a:cubicBezTo>
                    <a:pt x="61" y="24"/>
                    <a:pt x="61" y="24"/>
                    <a:pt x="62" y="24"/>
                  </a:cubicBezTo>
                  <a:cubicBezTo>
                    <a:pt x="63" y="24"/>
                    <a:pt x="65" y="26"/>
                    <a:pt x="66" y="28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5" y="3"/>
                    <a:pt x="55" y="6"/>
                    <a:pt x="55" y="8"/>
                  </a:cubicBezTo>
                  <a:cubicBezTo>
                    <a:pt x="55" y="12"/>
                    <a:pt x="54" y="15"/>
                    <a:pt x="52" y="1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9" y="36"/>
                    <a:pt x="5" y="34"/>
                    <a:pt x="2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1" y="48"/>
                    <a:pt x="10" y="46"/>
                    <a:pt x="10" y="45"/>
                  </a:cubicBezTo>
                  <a:cubicBezTo>
                    <a:pt x="10" y="44"/>
                    <a:pt x="11" y="44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4" y="43"/>
                    <a:pt x="16" y="44"/>
                    <a:pt x="17" y="45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8" y="62"/>
                    <a:pt x="17" y="61"/>
                    <a:pt x="15" y="58"/>
                  </a:cubicBezTo>
                  <a:lnTo>
                    <a:pt x="14" y="58"/>
                  </a:lnTo>
                  <a:close/>
                  <a:moveTo>
                    <a:pt x="79" y="60"/>
                  </a:moveTo>
                  <a:cubicBezTo>
                    <a:pt x="79" y="60"/>
                    <a:pt x="79" y="60"/>
                    <a:pt x="79" y="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8" name="Freeform 640">
              <a:extLst>
                <a:ext uri="{FF2B5EF4-FFF2-40B4-BE49-F238E27FC236}">
                  <a16:creationId xmlns:a16="http://schemas.microsoft.com/office/drawing/2014/main" id="{1EFCED03-1213-4184-B7B7-68BE8F9E55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71588" y="12741275"/>
              <a:ext cx="46038" cy="44450"/>
            </a:xfrm>
            <a:custGeom>
              <a:avLst/>
              <a:gdLst>
                <a:gd name="T0" fmla="*/ 43 w 74"/>
                <a:gd name="T1" fmla="*/ 2 h 70"/>
                <a:gd name="T2" fmla="*/ 70 w 74"/>
                <a:gd name="T3" fmla="*/ 21 h 70"/>
                <a:gd name="T4" fmla="*/ 56 w 74"/>
                <a:gd name="T5" fmla="*/ 51 h 70"/>
                <a:gd name="T6" fmla="*/ 26 w 74"/>
                <a:gd name="T7" fmla="*/ 59 h 70"/>
                <a:gd name="T8" fmla="*/ 20 w 74"/>
                <a:gd name="T9" fmla="*/ 69 h 70"/>
                <a:gd name="T10" fmla="*/ 18 w 74"/>
                <a:gd name="T11" fmla="*/ 70 h 70"/>
                <a:gd name="T12" fmla="*/ 10 w 74"/>
                <a:gd name="T13" fmla="*/ 42 h 70"/>
                <a:gd name="T14" fmla="*/ 12 w 74"/>
                <a:gd name="T15" fmla="*/ 41 h 70"/>
                <a:gd name="T16" fmla="*/ 23 w 74"/>
                <a:gd name="T17" fmla="*/ 48 h 70"/>
                <a:gd name="T18" fmla="*/ 53 w 74"/>
                <a:gd name="T19" fmla="*/ 40 h 70"/>
                <a:gd name="T20" fmla="*/ 65 w 74"/>
                <a:gd name="T21" fmla="*/ 21 h 70"/>
                <a:gd name="T22" fmla="*/ 45 w 74"/>
                <a:gd name="T23" fmla="*/ 10 h 70"/>
                <a:gd name="T24" fmla="*/ 15 w 74"/>
                <a:gd name="T25" fmla="*/ 18 h 70"/>
                <a:gd name="T26" fmla="*/ 9 w 74"/>
                <a:gd name="T27" fmla="*/ 29 h 70"/>
                <a:gd name="T28" fmla="*/ 7 w 74"/>
                <a:gd name="T29" fmla="*/ 29 h 70"/>
                <a:gd name="T30" fmla="*/ 0 w 74"/>
                <a:gd name="T31" fmla="*/ 5 h 70"/>
                <a:gd name="T32" fmla="*/ 2 w 74"/>
                <a:gd name="T33" fmla="*/ 4 h 70"/>
                <a:gd name="T34" fmla="*/ 13 w 74"/>
                <a:gd name="T35" fmla="*/ 11 h 70"/>
                <a:gd name="T36" fmla="*/ 43 w 74"/>
                <a:gd name="T3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70">
                  <a:moveTo>
                    <a:pt x="43" y="2"/>
                  </a:moveTo>
                  <a:cubicBezTo>
                    <a:pt x="53" y="0"/>
                    <a:pt x="64" y="1"/>
                    <a:pt x="70" y="21"/>
                  </a:cubicBezTo>
                  <a:cubicBezTo>
                    <a:pt x="74" y="39"/>
                    <a:pt x="69" y="47"/>
                    <a:pt x="56" y="5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19" y="61"/>
                    <a:pt x="18" y="62"/>
                    <a:pt x="20" y="69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4" y="48"/>
                    <a:pt x="16" y="50"/>
                    <a:pt x="23" y="48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62" y="37"/>
                    <a:pt x="69" y="34"/>
                    <a:pt x="65" y="21"/>
                  </a:cubicBezTo>
                  <a:cubicBezTo>
                    <a:pt x="62" y="9"/>
                    <a:pt x="56" y="7"/>
                    <a:pt x="45" y="10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8" y="20"/>
                    <a:pt x="7" y="22"/>
                    <a:pt x="9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11"/>
                    <a:pt x="6" y="12"/>
                    <a:pt x="13" y="11"/>
                  </a:cubicBezTo>
                  <a:lnTo>
                    <a:pt x="43" y="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9" name="Freeform 641">
              <a:extLst>
                <a:ext uri="{FF2B5EF4-FFF2-40B4-BE49-F238E27FC236}">
                  <a16:creationId xmlns:a16="http://schemas.microsoft.com/office/drawing/2014/main" id="{BA7AEBEB-F551-43C8-86C1-42DF6AAA8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71588" y="12741275"/>
              <a:ext cx="46038" cy="44450"/>
            </a:xfrm>
            <a:custGeom>
              <a:avLst/>
              <a:gdLst>
                <a:gd name="T0" fmla="*/ 10 w 72"/>
                <a:gd name="T1" fmla="*/ 41 h 69"/>
                <a:gd name="T2" fmla="*/ 12 w 72"/>
                <a:gd name="T3" fmla="*/ 40 h 69"/>
                <a:gd name="T4" fmla="*/ 13 w 72"/>
                <a:gd name="T5" fmla="*/ 40 h 69"/>
                <a:gd name="T6" fmla="*/ 18 w 72"/>
                <a:gd name="T7" fmla="*/ 47 h 69"/>
                <a:gd name="T8" fmla="*/ 23 w 72"/>
                <a:gd name="T9" fmla="*/ 46 h 69"/>
                <a:gd name="T10" fmla="*/ 53 w 72"/>
                <a:gd name="T11" fmla="*/ 38 h 69"/>
                <a:gd name="T12" fmla="*/ 66 w 72"/>
                <a:gd name="T13" fmla="*/ 26 h 69"/>
                <a:gd name="T14" fmla="*/ 65 w 72"/>
                <a:gd name="T15" fmla="*/ 20 h 69"/>
                <a:gd name="T16" fmla="*/ 53 w 72"/>
                <a:gd name="T17" fmla="*/ 8 h 69"/>
                <a:gd name="T18" fmla="*/ 45 w 72"/>
                <a:gd name="T19" fmla="*/ 9 h 69"/>
                <a:gd name="T20" fmla="*/ 15 w 72"/>
                <a:gd name="T21" fmla="*/ 17 h 69"/>
                <a:gd name="T22" fmla="*/ 8 w 72"/>
                <a:gd name="T23" fmla="*/ 23 h 69"/>
                <a:gd name="T24" fmla="*/ 9 w 72"/>
                <a:gd name="T25" fmla="*/ 28 h 69"/>
                <a:gd name="T26" fmla="*/ 9 w 72"/>
                <a:gd name="T27" fmla="*/ 28 h 69"/>
                <a:gd name="T28" fmla="*/ 6 w 72"/>
                <a:gd name="T29" fmla="*/ 29 h 69"/>
                <a:gd name="T30" fmla="*/ 0 w 72"/>
                <a:gd name="T31" fmla="*/ 4 h 69"/>
                <a:gd name="T32" fmla="*/ 3 w 72"/>
                <a:gd name="T33" fmla="*/ 3 h 69"/>
                <a:gd name="T34" fmla="*/ 3 w 72"/>
                <a:gd name="T35" fmla="*/ 3 h 69"/>
                <a:gd name="T36" fmla="*/ 8 w 72"/>
                <a:gd name="T37" fmla="*/ 10 h 69"/>
                <a:gd name="T38" fmla="*/ 13 w 72"/>
                <a:gd name="T39" fmla="*/ 9 h 69"/>
                <a:gd name="T40" fmla="*/ 43 w 72"/>
                <a:gd name="T41" fmla="*/ 1 h 69"/>
                <a:gd name="T42" fmla="*/ 51 w 72"/>
                <a:gd name="T43" fmla="*/ 0 h 69"/>
                <a:gd name="T44" fmla="*/ 70 w 72"/>
                <a:gd name="T45" fmla="*/ 20 h 69"/>
                <a:gd name="T46" fmla="*/ 72 w 72"/>
                <a:gd name="T47" fmla="*/ 31 h 69"/>
                <a:gd name="T48" fmla="*/ 56 w 72"/>
                <a:gd name="T49" fmla="*/ 50 h 69"/>
                <a:gd name="T50" fmla="*/ 26 w 72"/>
                <a:gd name="T51" fmla="*/ 58 h 69"/>
                <a:gd name="T52" fmla="*/ 19 w 72"/>
                <a:gd name="T53" fmla="*/ 64 h 69"/>
                <a:gd name="T54" fmla="*/ 20 w 72"/>
                <a:gd name="T55" fmla="*/ 68 h 69"/>
                <a:gd name="T56" fmla="*/ 20 w 72"/>
                <a:gd name="T57" fmla="*/ 69 h 69"/>
                <a:gd name="T58" fmla="*/ 17 w 72"/>
                <a:gd name="T59" fmla="*/ 69 h 69"/>
                <a:gd name="T60" fmla="*/ 10 w 72"/>
                <a:gd name="T61" fmla="*/ 41 h 69"/>
                <a:gd name="T62" fmla="*/ 10 w 72"/>
                <a:gd name="T63" fmla="*/ 41 h 69"/>
                <a:gd name="T64" fmla="*/ 18 w 72"/>
                <a:gd name="T65" fmla="*/ 69 h 69"/>
                <a:gd name="T66" fmla="*/ 19 w 72"/>
                <a:gd name="T67" fmla="*/ 68 h 69"/>
                <a:gd name="T68" fmla="*/ 19 w 72"/>
                <a:gd name="T69" fmla="*/ 64 h 69"/>
                <a:gd name="T70" fmla="*/ 26 w 72"/>
                <a:gd name="T71" fmla="*/ 57 h 69"/>
                <a:gd name="T72" fmla="*/ 56 w 72"/>
                <a:gd name="T73" fmla="*/ 49 h 69"/>
                <a:gd name="T74" fmla="*/ 71 w 72"/>
                <a:gd name="T75" fmla="*/ 31 h 69"/>
                <a:gd name="T76" fmla="*/ 69 w 72"/>
                <a:gd name="T77" fmla="*/ 20 h 69"/>
                <a:gd name="T78" fmla="*/ 51 w 72"/>
                <a:gd name="T79" fmla="*/ 1 h 69"/>
                <a:gd name="T80" fmla="*/ 43 w 72"/>
                <a:gd name="T81" fmla="*/ 2 h 69"/>
                <a:gd name="T82" fmla="*/ 13 w 72"/>
                <a:gd name="T83" fmla="*/ 10 h 69"/>
                <a:gd name="T84" fmla="*/ 8 w 72"/>
                <a:gd name="T85" fmla="*/ 11 h 69"/>
                <a:gd name="T86" fmla="*/ 2 w 72"/>
                <a:gd name="T87" fmla="*/ 4 h 69"/>
                <a:gd name="T88" fmla="*/ 0 w 72"/>
                <a:gd name="T89" fmla="*/ 4 h 69"/>
                <a:gd name="T90" fmla="*/ 7 w 72"/>
                <a:gd name="T91" fmla="*/ 28 h 69"/>
                <a:gd name="T92" fmla="*/ 8 w 72"/>
                <a:gd name="T93" fmla="*/ 27 h 69"/>
                <a:gd name="T94" fmla="*/ 8 w 72"/>
                <a:gd name="T95" fmla="*/ 23 h 69"/>
                <a:gd name="T96" fmla="*/ 15 w 72"/>
                <a:gd name="T97" fmla="*/ 17 h 69"/>
                <a:gd name="T98" fmla="*/ 45 w 72"/>
                <a:gd name="T99" fmla="*/ 8 h 69"/>
                <a:gd name="T100" fmla="*/ 53 w 72"/>
                <a:gd name="T101" fmla="*/ 7 h 69"/>
                <a:gd name="T102" fmla="*/ 65 w 72"/>
                <a:gd name="T103" fmla="*/ 20 h 69"/>
                <a:gd name="T104" fmla="*/ 66 w 72"/>
                <a:gd name="T105" fmla="*/ 26 h 69"/>
                <a:gd name="T106" fmla="*/ 53 w 72"/>
                <a:gd name="T107" fmla="*/ 39 h 69"/>
                <a:gd name="T108" fmla="*/ 23 w 72"/>
                <a:gd name="T109" fmla="*/ 47 h 69"/>
                <a:gd name="T110" fmla="*/ 18 w 72"/>
                <a:gd name="T111" fmla="*/ 48 h 69"/>
                <a:gd name="T112" fmla="*/ 12 w 72"/>
                <a:gd name="T113" fmla="*/ 41 h 69"/>
                <a:gd name="T114" fmla="*/ 10 w 72"/>
                <a:gd name="T115" fmla="*/ 4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69">
                  <a:moveTo>
                    <a:pt x="10" y="41"/>
                  </a:moveTo>
                  <a:cubicBezTo>
                    <a:pt x="12" y="40"/>
                    <a:pt x="12" y="40"/>
                    <a:pt x="12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4" y="45"/>
                    <a:pt x="15" y="47"/>
                    <a:pt x="18" y="47"/>
                  </a:cubicBezTo>
                  <a:cubicBezTo>
                    <a:pt x="19" y="47"/>
                    <a:pt x="21" y="47"/>
                    <a:pt x="23" y="4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60" y="36"/>
                    <a:pt x="66" y="34"/>
                    <a:pt x="66" y="26"/>
                  </a:cubicBezTo>
                  <a:cubicBezTo>
                    <a:pt x="66" y="24"/>
                    <a:pt x="65" y="22"/>
                    <a:pt x="65" y="20"/>
                  </a:cubicBezTo>
                  <a:cubicBezTo>
                    <a:pt x="62" y="11"/>
                    <a:pt x="59" y="8"/>
                    <a:pt x="53" y="8"/>
                  </a:cubicBezTo>
                  <a:cubicBezTo>
                    <a:pt x="50" y="8"/>
                    <a:pt x="48" y="8"/>
                    <a:pt x="45" y="9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0" y="19"/>
                    <a:pt x="8" y="20"/>
                    <a:pt x="8" y="23"/>
                  </a:cubicBezTo>
                  <a:cubicBezTo>
                    <a:pt x="8" y="24"/>
                    <a:pt x="9" y="26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8"/>
                    <a:pt x="5" y="10"/>
                    <a:pt x="8" y="10"/>
                  </a:cubicBezTo>
                  <a:cubicBezTo>
                    <a:pt x="9" y="10"/>
                    <a:pt x="11" y="10"/>
                    <a:pt x="13" y="9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5" y="1"/>
                    <a:pt x="48" y="0"/>
                    <a:pt x="51" y="0"/>
                  </a:cubicBezTo>
                  <a:cubicBezTo>
                    <a:pt x="58" y="0"/>
                    <a:pt x="66" y="5"/>
                    <a:pt x="70" y="20"/>
                  </a:cubicBezTo>
                  <a:cubicBezTo>
                    <a:pt x="71" y="24"/>
                    <a:pt x="72" y="28"/>
                    <a:pt x="72" y="31"/>
                  </a:cubicBezTo>
                  <a:cubicBezTo>
                    <a:pt x="72" y="42"/>
                    <a:pt x="66" y="47"/>
                    <a:pt x="56" y="50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1" y="59"/>
                    <a:pt x="19" y="61"/>
                    <a:pt x="19" y="64"/>
                  </a:cubicBezTo>
                  <a:cubicBezTo>
                    <a:pt x="19" y="65"/>
                    <a:pt x="20" y="66"/>
                    <a:pt x="20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17" y="69"/>
                    <a:pt x="17" y="69"/>
                    <a:pt x="17" y="69"/>
                  </a:cubicBezTo>
                  <a:lnTo>
                    <a:pt x="10" y="41"/>
                  </a:lnTo>
                  <a:close/>
                  <a:moveTo>
                    <a:pt x="10" y="41"/>
                  </a:moveTo>
                  <a:cubicBezTo>
                    <a:pt x="18" y="69"/>
                    <a:pt x="18" y="69"/>
                    <a:pt x="18" y="69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6"/>
                    <a:pt x="19" y="65"/>
                    <a:pt x="19" y="64"/>
                  </a:cubicBezTo>
                  <a:cubicBezTo>
                    <a:pt x="19" y="60"/>
                    <a:pt x="21" y="59"/>
                    <a:pt x="26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66" y="47"/>
                    <a:pt x="71" y="41"/>
                    <a:pt x="71" y="31"/>
                  </a:cubicBezTo>
                  <a:cubicBezTo>
                    <a:pt x="71" y="28"/>
                    <a:pt x="70" y="24"/>
                    <a:pt x="69" y="20"/>
                  </a:cubicBezTo>
                  <a:cubicBezTo>
                    <a:pt x="65" y="5"/>
                    <a:pt x="58" y="1"/>
                    <a:pt x="51" y="1"/>
                  </a:cubicBezTo>
                  <a:cubicBezTo>
                    <a:pt x="48" y="1"/>
                    <a:pt x="46" y="1"/>
                    <a:pt x="43" y="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"/>
                    <a:pt x="10" y="11"/>
                    <a:pt x="8" y="11"/>
                  </a:cubicBezTo>
                  <a:cubicBezTo>
                    <a:pt x="5" y="11"/>
                    <a:pt x="3" y="9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8" y="19"/>
                    <a:pt x="10" y="18"/>
                    <a:pt x="15" y="1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8" y="8"/>
                    <a:pt x="50" y="7"/>
                    <a:pt x="53" y="7"/>
                  </a:cubicBezTo>
                  <a:cubicBezTo>
                    <a:pt x="59" y="7"/>
                    <a:pt x="63" y="11"/>
                    <a:pt x="65" y="20"/>
                  </a:cubicBezTo>
                  <a:cubicBezTo>
                    <a:pt x="66" y="22"/>
                    <a:pt x="66" y="24"/>
                    <a:pt x="66" y="26"/>
                  </a:cubicBezTo>
                  <a:cubicBezTo>
                    <a:pt x="66" y="34"/>
                    <a:pt x="60" y="37"/>
                    <a:pt x="53" y="39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1" y="47"/>
                    <a:pt x="19" y="48"/>
                    <a:pt x="18" y="48"/>
                  </a:cubicBezTo>
                  <a:cubicBezTo>
                    <a:pt x="15" y="48"/>
                    <a:pt x="13" y="46"/>
                    <a:pt x="12" y="41"/>
                  </a:cubicBezTo>
                  <a:lnTo>
                    <a:pt x="10" y="4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0" name="Freeform 642">
              <a:extLst>
                <a:ext uri="{FF2B5EF4-FFF2-40B4-BE49-F238E27FC236}">
                  <a16:creationId xmlns:a16="http://schemas.microsoft.com/office/drawing/2014/main" id="{E0B51D01-2E2F-486A-AF4D-E799BF091D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63650" y="12690475"/>
              <a:ext cx="44450" cy="42862"/>
            </a:xfrm>
            <a:custGeom>
              <a:avLst/>
              <a:gdLst>
                <a:gd name="T0" fmla="*/ 67 w 70"/>
                <a:gd name="T1" fmla="*/ 61 h 68"/>
                <a:gd name="T2" fmla="*/ 58 w 70"/>
                <a:gd name="T3" fmla="*/ 54 h 68"/>
                <a:gd name="T4" fmla="*/ 18 w 70"/>
                <a:gd name="T5" fmla="*/ 58 h 68"/>
                <a:gd name="T6" fmla="*/ 10 w 70"/>
                <a:gd name="T7" fmla="*/ 68 h 68"/>
                <a:gd name="T8" fmla="*/ 8 w 70"/>
                <a:gd name="T9" fmla="*/ 68 h 68"/>
                <a:gd name="T10" fmla="*/ 6 w 70"/>
                <a:gd name="T11" fmla="*/ 48 h 68"/>
                <a:gd name="T12" fmla="*/ 52 w 70"/>
                <a:gd name="T13" fmla="*/ 10 h 68"/>
                <a:gd name="T14" fmla="*/ 52 w 70"/>
                <a:gd name="T15" fmla="*/ 10 h 68"/>
                <a:gd name="T16" fmla="*/ 13 w 70"/>
                <a:gd name="T17" fmla="*/ 14 h 68"/>
                <a:gd name="T18" fmla="*/ 5 w 70"/>
                <a:gd name="T19" fmla="*/ 24 h 68"/>
                <a:gd name="T20" fmla="*/ 3 w 70"/>
                <a:gd name="T21" fmla="*/ 24 h 68"/>
                <a:gd name="T22" fmla="*/ 0 w 70"/>
                <a:gd name="T23" fmla="*/ 0 h 68"/>
                <a:gd name="T24" fmla="*/ 3 w 70"/>
                <a:gd name="T25" fmla="*/ 0 h 68"/>
                <a:gd name="T26" fmla="*/ 12 w 70"/>
                <a:gd name="T27" fmla="*/ 8 h 68"/>
                <a:gd name="T28" fmla="*/ 63 w 70"/>
                <a:gd name="T29" fmla="*/ 2 h 68"/>
                <a:gd name="T30" fmla="*/ 64 w 70"/>
                <a:gd name="T31" fmla="*/ 12 h 68"/>
                <a:gd name="T32" fmla="*/ 16 w 70"/>
                <a:gd name="T33" fmla="*/ 52 h 68"/>
                <a:gd name="T34" fmla="*/ 16 w 70"/>
                <a:gd name="T35" fmla="*/ 52 h 68"/>
                <a:gd name="T36" fmla="*/ 57 w 70"/>
                <a:gd name="T37" fmla="*/ 47 h 68"/>
                <a:gd name="T38" fmla="*/ 65 w 70"/>
                <a:gd name="T39" fmla="*/ 37 h 68"/>
                <a:gd name="T40" fmla="*/ 67 w 70"/>
                <a:gd name="T41" fmla="*/ 37 h 68"/>
                <a:gd name="T42" fmla="*/ 70 w 70"/>
                <a:gd name="T43" fmla="*/ 61 h 68"/>
                <a:gd name="T44" fmla="*/ 67 w 70"/>
                <a:gd name="T45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" h="68">
                  <a:moveTo>
                    <a:pt x="67" y="61"/>
                  </a:moveTo>
                  <a:cubicBezTo>
                    <a:pt x="67" y="54"/>
                    <a:pt x="65" y="53"/>
                    <a:pt x="58" y="54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1" y="59"/>
                    <a:pt x="10" y="61"/>
                    <a:pt x="10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6" y="15"/>
                    <a:pt x="5" y="17"/>
                    <a:pt x="5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8"/>
                    <a:pt x="5" y="9"/>
                    <a:pt x="12" y="8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64" y="46"/>
                    <a:pt x="66" y="45"/>
                    <a:pt x="65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70" y="61"/>
                    <a:pt x="70" y="61"/>
                    <a:pt x="70" y="61"/>
                  </a:cubicBezTo>
                  <a:lnTo>
                    <a:pt x="67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1" name="Freeform 643">
              <a:extLst>
                <a:ext uri="{FF2B5EF4-FFF2-40B4-BE49-F238E27FC236}">
                  <a16:creationId xmlns:a16="http://schemas.microsoft.com/office/drawing/2014/main" id="{48A9D88B-2B63-4036-9D28-4664832683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63650" y="12690475"/>
              <a:ext cx="44450" cy="44450"/>
            </a:xfrm>
            <a:custGeom>
              <a:avLst/>
              <a:gdLst>
                <a:gd name="T0" fmla="*/ 51 w 70"/>
                <a:gd name="T1" fmla="*/ 10 h 69"/>
                <a:gd name="T2" fmla="*/ 6 w 70"/>
                <a:gd name="T3" fmla="*/ 21 h 69"/>
                <a:gd name="T4" fmla="*/ 6 w 70"/>
                <a:gd name="T5" fmla="*/ 24 h 69"/>
                <a:gd name="T6" fmla="*/ 0 w 70"/>
                <a:gd name="T7" fmla="*/ 0 h 69"/>
                <a:gd name="T8" fmla="*/ 3 w 70"/>
                <a:gd name="T9" fmla="*/ 0 h 69"/>
                <a:gd name="T10" fmla="*/ 12 w 70"/>
                <a:gd name="T11" fmla="*/ 8 h 69"/>
                <a:gd name="T12" fmla="*/ 64 w 70"/>
                <a:gd name="T13" fmla="*/ 12 h 69"/>
                <a:gd name="T14" fmla="*/ 57 w 70"/>
                <a:gd name="T15" fmla="*/ 47 h 69"/>
                <a:gd name="T16" fmla="*/ 64 w 70"/>
                <a:gd name="T17" fmla="*/ 37 h 69"/>
                <a:gd name="T18" fmla="*/ 67 w 70"/>
                <a:gd name="T19" fmla="*/ 37 h 69"/>
                <a:gd name="T20" fmla="*/ 68 w 70"/>
                <a:gd name="T21" fmla="*/ 62 h 69"/>
                <a:gd name="T22" fmla="*/ 67 w 70"/>
                <a:gd name="T23" fmla="*/ 61 h 69"/>
                <a:gd name="T24" fmla="*/ 58 w 70"/>
                <a:gd name="T25" fmla="*/ 54 h 69"/>
                <a:gd name="T26" fmla="*/ 11 w 70"/>
                <a:gd name="T27" fmla="*/ 65 h 69"/>
                <a:gd name="T28" fmla="*/ 11 w 70"/>
                <a:gd name="T29" fmla="*/ 68 h 69"/>
                <a:gd name="T30" fmla="*/ 5 w 70"/>
                <a:gd name="T31" fmla="*/ 48 h 69"/>
                <a:gd name="T32" fmla="*/ 52 w 70"/>
                <a:gd name="T33" fmla="*/ 10 h 69"/>
                <a:gd name="T34" fmla="*/ 8 w 70"/>
                <a:gd name="T35" fmla="*/ 68 h 69"/>
                <a:gd name="T36" fmla="*/ 10 w 70"/>
                <a:gd name="T37" fmla="*/ 65 h 69"/>
                <a:gd name="T38" fmla="*/ 58 w 70"/>
                <a:gd name="T39" fmla="*/ 53 h 69"/>
                <a:gd name="T40" fmla="*/ 68 w 70"/>
                <a:gd name="T41" fmla="*/ 61 h 69"/>
                <a:gd name="T42" fmla="*/ 67 w 70"/>
                <a:gd name="T43" fmla="*/ 37 h 69"/>
                <a:gd name="T44" fmla="*/ 65 w 70"/>
                <a:gd name="T45" fmla="*/ 41 h 69"/>
                <a:gd name="T46" fmla="*/ 15 w 70"/>
                <a:gd name="T47" fmla="*/ 52 h 69"/>
                <a:gd name="T48" fmla="*/ 15 w 70"/>
                <a:gd name="T49" fmla="*/ 52 h 69"/>
                <a:gd name="T50" fmla="*/ 63 w 70"/>
                <a:gd name="T51" fmla="*/ 2 h 69"/>
                <a:gd name="T52" fmla="*/ 9 w 70"/>
                <a:gd name="T53" fmla="*/ 8 h 69"/>
                <a:gd name="T54" fmla="*/ 1 w 70"/>
                <a:gd name="T55" fmla="*/ 1 h 69"/>
                <a:gd name="T56" fmla="*/ 5 w 70"/>
                <a:gd name="T57" fmla="*/ 24 h 69"/>
                <a:gd name="T58" fmla="*/ 13 w 70"/>
                <a:gd name="T59" fmla="*/ 14 h 69"/>
                <a:gd name="T60" fmla="*/ 67 w 70"/>
                <a:gd name="T61" fmla="*/ 61 h 69"/>
                <a:gd name="T62" fmla="*/ 67 w 70"/>
                <a:gd name="T63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" h="69">
                  <a:moveTo>
                    <a:pt x="5" y="48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7" y="15"/>
                    <a:pt x="6" y="16"/>
                    <a:pt x="6" y="21"/>
                  </a:cubicBezTo>
                  <a:cubicBezTo>
                    <a:pt x="6" y="22"/>
                    <a:pt x="6" y="23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6"/>
                    <a:pt x="5" y="8"/>
                    <a:pt x="9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63" y="46"/>
                    <a:pt x="65" y="45"/>
                    <a:pt x="65" y="41"/>
                  </a:cubicBezTo>
                  <a:cubicBezTo>
                    <a:pt x="65" y="40"/>
                    <a:pt x="65" y="39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6" y="55"/>
                    <a:pt x="65" y="54"/>
                    <a:pt x="61" y="54"/>
                  </a:cubicBezTo>
                  <a:cubicBezTo>
                    <a:pt x="60" y="54"/>
                    <a:pt x="59" y="54"/>
                    <a:pt x="58" y="54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2" y="59"/>
                    <a:pt x="11" y="60"/>
                    <a:pt x="11" y="65"/>
                  </a:cubicBezTo>
                  <a:cubicBezTo>
                    <a:pt x="11" y="66"/>
                    <a:pt x="11" y="67"/>
                    <a:pt x="11" y="68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8" y="69"/>
                    <a:pt x="8" y="69"/>
                    <a:pt x="8" y="69"/>
                  </a:cubicBezTo>
                  <a:lnTo>
                    <a:pt x="5" y="48"/>
                  </a:lnTo>
                  <a:close/>
                  <a:moveTo>
                    <a:pt x="52" y="10"/>
                  </a:moveTo>
                  <a:cubicBezTo>
                    <a:pt x="52" y="10"/>
                    <a:pt x="52" y="10"/>
                    <a:pt x="52" y="10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6"/>
                    <a:pt x="10" y="65"/>
                    <a:pt x="10" y="65"/>
                  </a:cubicBezTo>
                  <a:cubicBezTo>
                    <a:pt x="10" y="60"/>
                    <a:pt x="12" y="58"/>
                    <a:pt x="18" y="58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9" y="53"/>
                    <a:pt x="60" y="53"/>
                    <a:pt x="61" y="53"/>
                  </a:cubicBezTo>
                  <a:cubicBezTo>
                    <a:pt x="66" y="53"/>
                    <a:pt x="67" y="55"/>
                    <a:pt x="68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9"/>
                    <a:pt x="65" y="40"/>
                    <a:pt x="65" y="41"/>
                  </a:cubicBezTo>
                  <a:cubicBezTo>
                    <a:pt x="65" y="45"/>
                    <a:pt x="63" y="47"/>
                    <a:pt x="57" y="47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0" y="8"/>
                    <a:pt x="9" y="8"/>
                  </a:cubicBezTo>
                  <a:cubicBezTo>
                    <a:pt x="4" y="9"/>
                    <a:pt x="3" y="6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5" y="22"/>
                    <a:pt x="5" y="21"/>
                  </a:cubicBezTo>
                  <a:cubicBezTo>
                    <a:pt x="5" y="16"/>
                    <a:pt x="7" y="15"/>
                    <a:pt x="13" y="14"/>
                  </a:cubicBezTo>
                  <a:cubicBezTo>
                    <a:pt x="52" y="10"/>
                    <a:pt x="52" y="10"/>
                    <a:pt x="52" y="10"/>
                  </a:cubicBezTo>
                  <a:close/>
                  <a:moveTo>
                    <a:pt x="67" y="61"/>
                  </a:moveTo>
                  <a:cubicBezTo>
                    <a:pt x="68" y="61"/>
                    <a:pt x="68" y="61"/>
                    <a:pt x="68" y="61"/>
                  </a:cubicBezTo>
                  <a:lnTo>
                    <a:pt x="67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2" name="Freeform 644">
              <a:extLst>
                <a:ext uri="{FF2B5EF4-FFF2-40B4-BE49-F238E27FC236}">
                  <a16:creationId xmlns:a16="http://schemas.microsoft.com/office/drawing/2014/main" id="{B2C3E388-C89F-4EAE-8888-C1289AB9C0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63650" y="12638088"/>
              <a:ext cx="41275" cy="41275"/>
            </a:xfrm>
            <a:custGeom>
              <a:avLst/>
              <a:gdLst>
                <a:gd name="T0" fmla="*/ 62 w 65"/>
                <a:gd name="T1" fmla="*/ 9 h 63"/>
                <a:gd name="T2" fmla="*/ 65 w 65"/>
                <a:gd name="T3" fmla="*/ 34 h 63"/>
                <a:gd name="T4" fmla="*/ 32 w 65"/>
                <a:gd name="T5" fmla="*/ 63 h 63"/>
                <a:gd name="T6" fmla="*/ 1 w 65"/>
                <a:gd name="T7" fmla="*/ 32 h 63"/>
                <a:gd name="T8" fmla="*/ 4 w 65"/>
                <a:gd name="T9" fmla="*/ 11 h 63"/>
                <a:gd name="T10" fmla="*/ 19 w 65"/>
                <a:gd name="T11" fmla="*/ 10 h 63"/>
                <a:gd name="T12" fmla="*/ 19 w 65"/>
                <a:gd name="T13" fmla="*/ 13 h 63"/>
                <a:gd name="T14" fmla="*/ 5 w 65"/>
                <a:gd name="T15" fmla="*/ 32 h 63"/>
                <a:gd name="T16" fmla="*/ 32 w 65"/>
                <a:gd name="T17" fmla="*/ 50 h 63"/>
                <a:gd name="T18" fmla="*/ 60 w 65"/>
                <a:gd name="T19" fmla="*/ 29 h 63"/>
                <a:gd name="T20" fmla="*/ 59 w 65"/>
                <a:gd name="T21" fmla="*/ 20 h 63"/>
                <a:gd name="T22" fmla="*/ 40 w 65"/>
                <a:gd name="T23" fmla="*/ 20 h 63"/>
                <a:gd name="T24" fmla="*/ 31 w 65"/>
                <a:gd name="T25" fmla="*/ 27 h 63"/>
                <a:gd name="T26" fmla="*/ 29 w 65"/>
                <a:gd name="T27" fmla="*/ 27 h 63"/>
                <a:gd name="T28" fmla="*/ 30 w 65"/>
                <a:gd name="T29" fmla="*/ 0 h 63"/>
                <a:gd name="T30" fmla="*/ 32 w 65"/>
                <a:gd name="T31" fmla="*/ 0 h 63"/>
                <a:gd name="T32" fmla="*/ 41 w 65"/>
                <a:gd name="T33" fmla="*/ 8 h 63"/>
                <a:gd name="T34" fmla="*/ 62 w 65"/>
                <a:gd name="T35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3">
                  <a:moveTo>
                    <a:pt x="62" y="9"/>
                  </a:moveTo>
                  <a:cubicBezTo>
                    <a:pt x="63" y="15"/>
                    <a:pt x="65" y="21"/>
                    <a:pt x="65" y="34"/>
                  </a:cubicBezTo>
                  <a:cubicBezTo>
                    <a:pt x="64" y="58"/>
                    <a:pt x="46" y="63"/>
                    <a:pt x="32" y="63"/>
                  </a:cubicBezTo>
                  <a:cubicBezTo>
                    <a:pt x="13" y="62"/>
                    <a:pt x="0" y="56"/>
                    <a:pt x="1" y="32"/>
                  </a:cubicBezTo>
                  <a:cubicBezTo>
                    <a:pt x="1" y="23"/>
                    <a:pt x="3" y="15"/>
                    <a:pt x="4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4" y="15"/>
                    <a:pt x="6" y="18"/>
                    <a:pt x="5" y="32"/>
                  </a:cubicBezTo>
                  <a:cubicBezTo>
                    <a:pt x="5" y="48"/>
                    <a:pt x="20" y="50"/>
                    <a:pt x="32" y="50"/>
                  </a:cubicBezTo>
                  <a:cubicBezTo>
                    <a:pt x="48" y="51"/>
                    <a:pt x="60" y="47"/>
                    <a:pt x="60" y="29"/>
                  </a:cubicBezTo>
                  <a:cubicBezTo>
                    <a:pt x="60" y="26"/>
                    <a:pt x="60" y="23"/>
                    <a:pt x="59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3" y="19"/>
                    <a:pt x="32" y="21"/>
                    <a:pt x="31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7"/>
                    <a:pt x="33" y="8"/>
                    <a:pt x="41" y="8"/>
                  </a:cubicBezTo>
                  <a:lnTo>
                    <a:pt x="62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3" name="Freeform 645">
              <a:extLst>
                <a:ext uri="{FF2B5EF4-FFF2-40B4-BE49-F238E27FC236}">
                  <a16:creationId xmlns:a16="http://schemas.microsoft.com/office/drawing/2014/main" id="{AFF86799-5425-42EA-B8AA-A7B3FA3CE41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63650" y="12638088"/>
              <a:ext cx="41275" cy="41275"/>
            </a:xfrm>
            <a:custGeom>
              <a:avLst/>
              <a:gdLst>
                <a:gd name="T0" fmla="*/ 33 w 65"/>
                <a:gd name="T1" fmla="*/ 64 h 64"/>
                <a:gd name="T2" fmla="*/ 32 w 65"/>
                <a:gd name="T3" fmla="*/ 64 h 64"/>
                <a:gd name="T4" fmla="*/ 0 w 65"/>
                <a:gd name="T5" fmla="*/ 35 h 64"/>
                <a:gd name="T6" fmla="*/ 0 w 65"/>
                <a:gd name="T7" fmla="*/ 33 h 64"/>
                <a:gd name="T8" fmla="*/ 4 w 65"/>
                <a:gd name="T9" fmla="*/ 12 h 64"/>
                <a:gd name="T10" fmla="*/ 4 w 65"/>
                <a:gd name="T11" fmla="*/ 11 h 64"/>
                <a:gd name="T12" fmla="*/ 19 w 65"/>
                <a:gd name="T13" fmla="*/ 11 h 64"/>
                <a:gd name="T14" fmla="*/ 19 w 65"/>
                <a:gd name="T15" fmla="*/ 15 h 64"/>
                <a:gd name="T16" fmla="*/ 19 w 65"/>
                <a:gd name="T17" fmla="*/ 15 h 64"/>
                <a:gd name="T18" fmla="*/ 6 w 65"/>
                <a:gd name="T19" fmla="*/ 33 h 64"/>
                <a:gd name="T20" fmla="*/ 6 w 65"/>
                <a:gd name="T21" fmla="*/ 34 h 64"/>
                <a:gd name="T22" fmla="*/ 32 w 65"/>
                <a:gd name="T23" fmla="*/ 51 h 64"/>
                <a:gd name="T24" fmla="*/ 34 w 65"/>
                <a:gd name="T25" fmla="*/ 51 h 64"/>
                <a:gd name="T26" fmla="*/ 60 w 65"/>
                <a:gd name="T27" fmla="*/ 30 h 64"/>
                <a:gd name="T28" fmla="*/ 60 w 65"/>
                <a:gd name="T29" fmla="*/ 30 h 64"/>
                <a:gd name="T30" fmla="*/ 59 w 65"/>
                <a:gd name="T31" fmla="*/ 21 h 64"/>
                <a:gd name="T32" fmla="*/ 40 w 65"/>
                <a:gd name="T33" fmla="*/ 21 h 64"/>
                <a:gd name="T34" fmla="*/ 39 w 65"/>
                <a:gd name="T35" fmla="*/ 21 h 64"/>
                <a:gd name="T36" fmla="*/ 32 w 65"/>
                <a:gd name="T37" fmla="*/ 28 h 64"/>
                <a:gd name="T38" fmla="*/ 32 w 65"/>
                <a:gd name="T39" fmla="*/ 29 h 64"/>
                <a:gd name="T40" fmla="*/ 29 w 65"/>
                <a:gd name="T41" fmla="*/ 29 h 64"/>
                <a:gd name="T42" fmla="*/ 29 w 65"/>
                <a:gd name="T43" fmla="*/ 0 h 64"/>
                <a:gd name="T44" fmla="*/ 32 w 65"/>
                <a:gd name="T45" fmla="*/ 0 h 64"/>
                <a:gd name="T46" fmla="*/ 32 w 65"/>
                <a:gd name="T47" fmla="*/ 1 h 64"/>
                <a:gd name="T48" fmla="*/ 32 w 65"/>
                <a:gd name="T49" fmla="*/ 2 h 64"/>
                <a:gd name="T50" fmla="*/ 41 w 65"/>
                <a:gd name="T51" fmla="*/ 9 h 64"/>
                <a:gd name="T52" fmla="*/ 62 w 65"/>
                <a:gd name="T53" fmla="*/ 9 h 64"/>
                <a:gd name="T54" fmla="*/ 62 w 65"/>
                <a:gd name="T55" fmla="*/ 10 h 64"/>
                <a:gd name="T56" fmla="*/ 62 w 65"/>
                <a:gd name="T57" fmla="*/ 9 h 64"/>
                <a:gd name="T58" fmla="*/ 62 w 65"/>
                <a:gd name="T59" fmla="*/ 9 h 64"/>
                <a:gd name="T60" fmla="*/ 62 w 65"/>
                <a:gd name="T61" fmla="*/ 10 h 64"/>
                <a:gd name="T62" fmla="*/ 65 w 65"/>
                <a:gd name="T63" fmla="*/ 32 h 64"/>
                <a:gd name="T64" fmla="*/ 65 w 65"/>
                <a:gd name="T65" fmla="*/ 35 h 64"/>
                <a:gd name="T66" fmla="*/ 34 w 65"/>
                <a:gd name="T67" fmla="*/ 64 h 64"/>
                <a:gd name="T68" fmla="*/ 33 w 65"/>
                <a:gd name="T69" fmla="*/ 64 h 64"/>
                <a:gd name="T70" fmla="*/ 1 w 65"/>
                <a:gd name="T71" fmla="*/ 34 h 64"/>
                <a:gd name="T72" fmla="*/ 1 w 65"/>
                <a:gd name="T73" fmla="*/ 35 h 64"/>
                <a:gd name="T74" fmla="*/ 32 w 65"/>
                <a:gd name="T75" fmla="*/ 63 h 64"/>
                <a:gd name="T76" fmla="*/ 33 w 65"/>
                <a:gd name="T77" fmla="*/ 63 h 64"/>
                <a:gd name="T78" fmla="*/ 64 w 65"/>
                <a:gd name="T79" fmla="*/ 35 h 64"/>
                <a:gd name="T80" fmla="*/ 64 w 65"/>
                <a:gd name="T81" fmla="*/ 32 h 64"/>
                <a:gd name="T82" fmla="*/ 61 w 65"/>
                <a:gd name="T83" fmla="*/ 10 h 64"/>
                <a:gd name="T84" fmla="*/ 41 w 65"/>
                <a:gd name="T85" fmla="*/ 9 h 64"/>
                <a:gd name="T86" fmla="*/ 32 w 65"/>
                <a:gd name="T87" fmla="*/ 2 h 64"/>
                <a:gd name="T88" fmla="*/ 32 w 65"/>
                <a:gd name="T89" fmla="*/ 1 h 64"/>
                <a:gd name="T90" fmla="*/ 30 w 65"/>
                <a:gd name="T91" fmla="*/ 1 h 64"/>
                <a:gd name="T92" fmla="*/ 29 w 65"/>
                <a:gd name="T93" fmla="*/ 28 h 64"/>
                <a:gd name="T94" fmla="*/ 31 w 65"/>
                <a:gd name="T95" fmla="*/ 28 h 64"/>
                <a:gd name="T96" fmla="*/ 39 w 65"/>
                <a:gd name="T97" fmla="*/ 20 h 64"/>
                <a:gd name="T98" fmla="*/ 40 w 65"/>
                <a:gd name="T99" fmla="*/ 20 h 64"/>
                <a:gd name="T100" fmla="*/ 59 w 65"/>
                <a:gd name="T101" fmla="*/ 21 h 64"/>
                <a:gd name="T102" fmla="*/ 59 w 65"/>
                <a:gd name="T103" fmla="*/ 21 h 64"/>
                <a:gd name="T104" fmla="*/ 61 w 65"/>
                <a:gd name="T105" fmla="*/ 30 h 64"/>
                <a:gd name="T106" fmla="*/ 61 w 65"/>
                <a:gd name="T107" fmla="*/ 31 h 64"/>
                <a:gd name="T108" fmla="*/ 34 w 65"/>
                <a:gd name="T109" fmla="*/ 52 h 64"/>
                <a:gd name="T110" fmla="*/ 32 w 65"/>
                <a:gd name="T111" fmla="*/ 52 h 64"/>
                <a:gd name="T112" fmla="*/ 5 w 65"/>
                <a:gd name="T113" fmla="*/ 34 h 64"/>
                <a:gd name="T114" fmla="*/ 5 w 65"/>
                <a:gd name="T115" fmla="*/ 33 h 64"/>
                <a:gd name="T116" fmla="*/ 18 w 65"/>
                <a:gd name="T117" fmla="*/ 14 h 64"/>
                <a:gd name="T118" fmla="*/ 18 w 65"/>
                <a:gd name="T119" fmla="*/ 12 h 64"/>
                <a:gd name="T120" fmla="*/ 4 w 65"/>
                <a:gd name="T121" fmla="*/ 12 h 64"/>
                <a:gd name="T122" fmla="*/ 1 w 65"/>
                <a:gd name="T123" fmla="*/ 3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5" h="64">
                  <a:moveTo>
                    <a:pt x="33" y="64"/>
                  </a:moveTo>
                  <a:cubicBezTo>
                    <a:pt x="32" y="64"/>
                    <a:pt x="32" y="64"/>
                    <a:pt x="32" y="64"/>
                  </a:cubicBezTo>
                  <a:cubicBezTo>
                    <a:pt x="13" y="63"/>
                    <a:pt x="0" y="57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24"/>
                    <a:pt x="2" y="16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4" y="16"/>
                    <a:pt x="6" y="19"/>
                    <a:pt x="6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49"/>
                    <a:pt x="20" y="51"/>
                    <a:pt x="32" y="51"/>
                  </a:cubicBezTo>
                  <a:cubicBezTo>
                    <a:pt x="33" y="51"/>
                    <a:pt x="34" y="51"/>
                    <a:pt x="34" y="51"/>
                  </a:cubicBezTo>
                  <a:cubicBezTo>
                    <a:pt x="49" y="51"/>
                    <a:pt x="59" y="47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27"/>
                    <a:pt x="59" y="24"/>
                    <a:pt x="59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3" y="21"/>
                    <a:pt x="32" y="22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2"/>
                  </a:cubicBezTo>
                  <a:cubicBezTo>
                    <a:pt x="33" y="8"/>
                    <a:pt x="34" y="9"/>
                    <a:pt x="41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3" y="15"/>
                    <a:pt x="65" y="21"/>
                    <a:pt x="65" y="32"/>
                  </a:cubicBezTo>
                  <a:cubicBezTo>
                    <a:pt x="65" y="33"/>
                    <a:pt x="65" y="34"/>
                    <a:pt x="65" y="35"/>
                  </a:cubicBezTo>
                  <a:cubicBezTo>
                    <a:pt x="64" y="58"/>
                    <a:pt x="48" y="64"/>
                    <a:pt x="34" y="64"/>
                  </a:cubicBezTo>
                  <a:lnTo>
                    <a:pt x="33" y="64"/>
                  </a:lnTo>
                  <a:close/>
                  <a:moveTo>
                    <a:pt x="1" y="34"/>
                  </a:moveTo>
                  <a:cubicBezTo>
                    <a:pt x="1" y="34"/>
                    <a:pt x="1" y="35"/>
                    <a:pt x="1" y="35"/>
                  </a:cubicBezTo>
                  <a:cubicBezTo>
                    <a:pt x="1" y="57"/>
                    <a:pt x="13" y="63"/>
                    <a:pt x="32" y="63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47" y="63"/>
                    <a:pt x="64" y="58"/>
                    <a:pt x="64" y="35"/>
                  </a:cubicBezTo>
                  <a:cubicBezTo>
                    <a:pt x="64" y="34"/>
                    <a:pt x="64" y="33"/>
                    <a:pt x="64" y="32"/>
                  </a:cubicBezTo>
                  <a:cubicBezTo>
                    <a:pt x="64" y="21"/>
                    <a:pt x="63" y="15"/>
                    <a:pt x="61" y="10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4" y="9"/>
                    <a:pt x="32" y="8"/>
                    <a:pt x="32" y="2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2"/>
                    <a:pt x="33" y="20"/>
                    <a:pt x="39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4"/>
                    <a:pt x="61" y="27"/>
                    <a:pt x="61" y="30"/>
                  </a:cubicBezTo>
                  <a:cubicBezTo>
                    <a:pt x="61" y="30"/>
                    <a:pt x="61" y="30"/>
                    <a:pt x="61" y="31"/>
                  </a:cubicBezTo>
                  <a:cubicBezTo>
                    <a:pt x="60" y="47"/>
                    <a:pt x="49" y="52"/>
                    <a:pt x="34" y="52"/>
                  </a:cubicBezTo>
                  <a:cubicBezTo>
                    <a:pt x="34" y="52"/>
                    <a:pt x="33" y="52"/>
                    <a:pt x="32" y="52"/>
                  </a:cubicBezTo>
                  <a:cubicBezTo>
                    <a:pt x="20" y="51"/>
                    <a:pt x="5" y="49"/>
                    <a:pt x="5" y="34"/>
                  </a:cubicBezTo>
                  <a:cubicBezTo>
                    <a:pt x="5" y="34"/>
                    <a:pt x="5" y="33"/>
                    <a:pt x="5" y="33"/>
                  </a:cubicBezTo>
                  <a:cubicBezTo>
                    <a:pt x="5" y="19"/>
                    <a:pt x="14" y="16"/>
                    <a:pt x="18" y="14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7"/>
                    <a:pt x="1" y="24"/>
                    <a:pt x="1" y="3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4" name="Freeform 646">
              <a:extLst>
                <a:ext uri="{FF2B5EF4-FFF2-40B4-BE49-F238E27FC236}">
                  <a16:creationId xmlns:a16="http://schemas.microsoft.com/office/drawing/2014/main" id="{3965BDBD-E8A0-450B-AEB4-1706A5D2CD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66825" y="12598400"/>
              <a:ext cx="44450" cy="33337"/>
            </a:xfrm>
            <a:custGeom>
              <a:avLst/>
              <a:gdLst>
                <a:gd name="T0" fmla="*/ 59 w 69"/>
                <a:gd name="T1" fmla="*/ 52 h 53"/>
                <a:gd name="T2" fmla="*/ 52 w 69"/>
                <a:gd name="T3" fmla="*/ 42 h 53"/>
                <a:gd name="T4" fmla="*/ 12 w 69"/>
                <a:gd name="T5" fmla="*/ 35 h 53"/>
                <a:gd name="T6" fmla="*/ 2 w 69"/>
                <a:gd name="T7" fmla="*/ 43 h 53"/>
                <a:gd name="T8" fmla="*/ 0 w 69"/>
                <a:gd name="T9" fmla="*/ 42 h 53"/>
                <a:gd name="T10" fmla="*/ 5 w 69"/>
                <a:gd name="T11" fmla="*/ 14 h 53"/>
                <a:gd name="T12" fmla="*/ 7 w 69"/>
                <a:gd name="T13" fmla="*/ 14 h 53"/>
                <a:gd name="T14" fmla="*/ 14 w 69"/>
                <a:gd name="T15" fmla="*/ 24 h 53"/>
                <a:gd name="T16" fmla="*/ 54 w 69"/>
                <a:gd name="T17" fmla="*/ 31 h 53"/>
                <a:gd name="T18" fmla="*/ 61 w 69"/>
                <a:gd name="T19" fmla="*/ 25 h 53"/>
                <a:gd name="T20" fmla="*/ 63 w 69"/>
                <a:gd name="T21" fmla="*/ 18 h 53"/>
                <a:gd name="T22" fmla="*/ 54 w 69"/>
                <a:gd name="T23" fmla="*/ 3 h 53"/>
                <a:gd name="T24" fmla="*/ 55 w 69"/>
                <a:gd name="T25" fmla="*/ 0 h 53"/>
                <a:gd name="T26" fmla="*/ 69 w 69"/>
                <a:gd name="T27" fmla="*/ 3 h 53"/>
                <a:gd name="T28" fmla="*/ 61 w 69"/>
                <a:gd name="T29" fmla="*/ 53 h 53"/>
                <a:gd name="T30" fmla="*/ 59 w 69"/>
                <a:gd name="T31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53">
                  <a:moveTo>
                    <a:pt x="59" y="52"/>
                  </a:moveTo>
                  <a:cubicBezTo>
                    <a:pt x="60" y="45"/>
                    <a:pt x="59" y="43"/>
                    <a:pt x="52" y="42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5" y="34"/>
                    <a:pt x="3" y="36"/>
                    <a:pt x="2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21"/>
                    <a:pt x="7" y="23"/>
                    <a:pt x="14" y="24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9" y="32"/>
                    <a:pt x="60" y="31"/>
                    <a:pt x="61" y="25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4" y="9"/>
                    <a:pt x="61" y="6"/>
                    <a:pt x="54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1" y="53"/>
                    <a:pt x="61" y="53"/>
                    <a:pt x="61" y="53"/>
                  </a:cubicBezTo>
                  <a:lnTo>
                    <a:pt x="59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5" name="Freeform 647">
              <a:extLst>
                <a:ext uri="{FF2B5EF4-FFF2-40B4-BE49-F238E27FC236}">
                  <a16:creationId xmlns:a16="http://schemas.microsoft.com/office/drawing/2014/main" id="{D17BC24E-BB41-41DE-8D09-405941CD4F0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66825" y="12598400"/>
              <a:ext cx="44450" cy="33337"/>
            </a:xfrm>
            <a:custGeom>
              <a:avLst/>
              <a:gdLst>
                <a:gd name="T0" fmla="*/ 59 w 70"/>
                <a:gd name="T1" fmla="*/ 52 h 53"/>
                <a:gd name="T2" fmla="*/ 59 w 70"/>
                <a:gd name="T3" fmla="*/ 52 h 53"/>
                <a:gd name="T4" fmla="*/ 59 w 70"/>
                <a:gd name="T5" fmla="*/ 52 h 53"/>
                <a:gd name="T6" fmla="*/ 59 w 70"/>
                <a:gd name="T7" fmla="*/ 52 h 53"/>
                <a:gd name="T8" fmla="*/ 59 w 70"/>
                <a:gd name="T9" fmla="*/ 52 h 53"/>
                <a:gd name="T10" fmla="*/ 58 w 70"/>
                <a:gd name="T11" fmla="*/ 52 h 53"/>
                <a:gd name="T12" fmla="*/ 59 w 70"/>
                <a:gd name="T13" fmla="*/ 52 h 53"/>
                <a:gd name="T14" fmla="*/ 59 w 70"/>
                <a:gd name="T15" fmla="*/ 48 h 53"/>
                <a:gd name="T16" fmla="*/ 52 w 70"/>
                <a:gd name="T17" fmla="*/ 42 h 53"/>
                <a:gd name="T18" fmla="*/ 12 w 70"/>
                <a:gd name="T19" fmla="*/ 36 h 53"/>
                <a:gd name="T20" fmla="*/ 8 w 70"/>
                <a:gd name="T21" fmla="*/ 35 h 53"/>
                <a:gd name="T22" fmla="*/ 3 w 70"/>
                <a:gd name="T23" fmla="*/ 43 h 53"/>
                <a:gd name="T24" fmla="*/ 3 w 70"/>
                <a:gd name="T25" fmla="*/ 43 h 53"/>
                <a:gd name="T26" fmla="*/ 0 w 70"/>
                <a:gd name="T27" fmla="*/ 43 h 53"/>
                <a:gd name="T28" fmla="*/ 4 w 70"/>
                <a:gd name="T29" fmla="*/ 13 h 53"/>
                <a:gd name="T30" fmla="*/ 7 w 70"/>
                <a:gd name="T31" fmla="*/ 14 h 53"/>
                <a:gd name="T32" fmla="*/ 7 w 70"/>
                <a:gd name="T33" fmla="*/ 14 h 53"/>
                <a:gd name="T34" fmla="*/ 7 w 70"/>
                <a:gd name="T35" fmla="*/ 18 h 53"/>
                <a:gd name="T36" fmla="*/ 14 w 70"/>
                <a:gd name="T37" fmla="*/ 24 h 53"/>
                <a:gd name="T38" fmla="*/ 54 w 70"/>
                <a:gd name="T39" fmla="*/ 31 h 53"/>
                <a:gd name="T40" fmla="*/ 57 w 70"/>
                <a:gd name="T41" fmla="*/ 31 h 53"/>
                <a:gd name="T42" fmla="*/ 61 w 70"/>
                <a:gd name="T43" fmla="*/ 25 h 53"/>
                <a:gd name="T44" fmla="*/ 62 w 70"/>
                <a:gd name="T45" fmla="*/ 17 h 53"/>
                <a:gd name="T46" fmla="*/ 63 w 70"/>
                <a:gd name="T47" fmla="*/ 14 h 53"/>
                <a:gd name="T48" fmla="*/ 54 w 70"/>
                <a:gd name="T49" fmla="*/ 3 h 53"/>
                <a:gd name="T50" fmla="*/ 54 w 70"/>
                <a:gd name="T51" fmla="*/ 3 h 53"/>
                <a:gd name="T52" fmla="*/ 55 w 70"/>
                <a:gd name="T53" fmla="*/ 0 h 53"/>
                <a:gd name="T54" fmla="*/ 70 w 70"/>
                <a:gd name="T55" fmla="*/ 3 h 53"/>
                <a:gd name="T56" fmla="*/ 61 w 70"/>
                <a:gd name="T57" fmla="*/ 53 h 53"/>
                <a:gd name="T58" fmla="*/ 59 w 70"/>
                <a:gd name="T59" fmla="*/ 52 h 53"/>
                <a:gd name="T60" fmla="*/ 61 w 70"/>
                <a:gd name="T61" fmla="*/ 52 h 53"/>
                <a:gd name="T62" fmla="*/ 69 w 70"/>
                <a:gd name="T63" fmla="*/ 3 h 53"/>
                <a:gd name="T64" fmla="*/ 55 w 70"/>
                <a:gd name="T65" fmla="*/ 0 h 53"/>
                <a:gd name="T66" fmla="*/ 55 w 70"/>
                <a:gd name="T67" fmla="*/ 3 h 53"/>
                <a:gd name="T68" fmla="*/ 63 w 70"/>
                <a:gd name="T69" fmla="*/ 14 h 53"/>
                <a:gd name="T70" fmla="*/ 63 w 70"/>
                <a:gd name="T71" fmla="*/ 18 h 53"/>
                <a:gd name="T72" fmla="*/ 62 w 70"/>
                <a:gd name="T73" fmla="*/ 25 h 53"/>
                <a:gd name="T74" fmla="*/ 57 w 70"/>
                <a:gd name="T75" fmla="*/ 31 h 53"/>
                <a:gd name="T76" fmla="*/ 54 w 70"/>
                <a:gd name="T77" fmla="*/ 31 h 53"/>
                <a:gd name="T78" fmla="*/ 14 w 70"/>
                <a:gd name="T79" fmla="*/ 25 h 53"/>
                <a:gd name="T80" fmla="*/ 6 w 70"/>
                <a:gd name="T81" fmla="*/ 18 h 53"/>
                <a:gd name="T82" fmla="*/ 7 w 70"/>
                <a:gd name="T83" fmla="*/ 14 h 53"/>
                <a:gd name="T84" fmla="*/ 5 w 70"/>
                <a:gd name="T85" fmla="*/ 14 h 53"/>
                <a:gd name="T86" fmla="*/ 0 w 70"/>
                <a:gd name="T87" fmla="*/ 42 h 53"/>
                <a:gd name="T88" fmla="*/ 2 w 70"/>
                <a:gd name="T89" fmla="*/ 42 h 53"/>
                <a:gd name="T90" fmla="*/ 8 w 70"/>
                <a:gd name="T91" fmla="*/ 35 h 53"/>
                <a:gd name="T92" fmla="*/ 12 w 70"/>
                <a:gd name="T93" fmla="*/ 35 h 53"/>
                <a:gd name="T94" fmla="*/ 52 w 70"/>
                <a:gd name="T95" fmla="*/ 42 h 53"/>
                <a:gd name="T96" fmla="*/ 60 w 70"/>
                <a:gd name="T97" fmla="*/ 48 h 53"/>
                <a:gd name="T98" fmla="*/ 59 w 70"/>
                <a:gd name="T99" fmla="*/ 52 h 53"/>
                <a:gd name="T100" fmla="*/ 61 w 70"/>
                <a:gd name="T101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0" h="53">
                  <a:moveTo>
                    <a:pt x="59" y="52"/>
                  </a:move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1"/>
                    <a:pt x="59" y="49"/>
                    <a:pt x="59" y="48"/>
                  </a:cubicBezTo>
                  <a:cubicBezTo>
                    <a:pt x="59" y="44"/>
                    <a:pt x="57" y="43"/>
                    <a:pt x="52" y="42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6"/>
                    <a:pt x="9" y="35"/>
                    <a:pt x="8" y="35"/>
                  </a:cubicBezTo>
                  <a:cubicBezTo>
                    <a:pt x="5" y="35"/>
                    <a:pt x="4" y="37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6"/>
                    <a:pt x="7" y="17"/>
                    <a:pt x="7" y="18"/>
                  </a:cubicBezTo>
                  <a:cubicBezTo>
                    <a:pt x="7" y="22"/>
                    <a:pt x="9" y="23"/>
                    <a:pt x="14" y="24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5" y="31"/>
                    <a:pt x="56" y="31"/>
                    <a:pt x="57" y="31"/>
                  </a:cubicBezTo>
                  <a:cubicBezTo>
                    <a:pt x="59" y="31"/>
                    <a:pt x="60" y="30"/>
                    <a:pt x="61" y="25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3" y="16"/>
                    <a:pt x="63" y="15"/>
                    <a:pt x="63" y="14"/>
                  </a:cubicBezTo>
                  <a:cubicBezTo>
                    <a:pt x="63" y="8"/>
                    <a:pt x="60" y="6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1" y="53"/>
                    <a:pt x="61" y="53"/>
                    <a:pt x="61" y="53"/>
                  </a:cubicBezTo>
                  <a:lnTo>
                    <a:pt x="59" y="52"/>
                  </a:lnTo>
                  <a:close/>
                  <a:moveTo>
                    <a:pt x="61" y="52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60" y="5"/>
                    <a:pt x="63" y="8"/>
                    <a:pt x="63" y="14"/>
                  </a:cubicBezTo>
                  <a:cubicBezTo>
                    <a:pt x="63" y="15"/>
                    <a:pt x="63" y="16"/>
                    <a:pt x="63" y="18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1" y="30"/>
                    <a:pt x="60" y="31"/>
                    <a:pt x="57" y="31"/>
                  </a:cubicBezTo>
                  <a:cubicBezTo>
                    <a:pt x="56" y="31"/>
                    <a:pt x="55" y="31"/>
                    <a:pt x="54" y="3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8" y="24"/>
                    <a:pt x="6" y="22"/>
                    <a:pt x="6" y="18"/>
                  </a:cubicBezTo>
                  <a:cubicBezTo>
                    <a:pt x="6" y="17"/>
                    <a:pt x="6" y="16"/>
                    <a:pt x="7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37"/>
                    <a:pt x="4" y="35"/>
                    <a:pt x="8" y="35"/>
                  </a:cubicBezTo>
                  <a:cubicBezTo>
                    <a:pt x="10" y="35"/>
                    <a:pt x="11" y="35"/>
                    <a:pt x="12" y="3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7" y="43"/>
                    <a:pt x="60" y="44"/>
                    <a:pt x="60" y="48"/>
                  </a:cubicBezTo>
                  <a:cubicBezTo>
                    <a:pt x="60" y="49"/>
                    <a:pt x="59" y="50"/>
                    <a:pt x="59" y="52"/>
                  </a:cubicBezTo>
                  <a:lnTo>
                    <a:pt x="6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6" name="Freeform 648">
              <a:extLst>
                <a:ext uri="{FF2B5EF4-FFF2-40B4-BE49-F238E27FC236}">
                  <a16:creationId xmlns:a16="http://schemas.microsoft.com/office/drawing/2014/main" id="{FFB6188A-FAEF-4072-A671-FB0F026A8C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06513" y="12579350"/>
              <a:ext cx="9525" cy="9525"/>
            </a:xfrm>
            <a:custGeom>
              <a:avLst/>
              <a:gdLst>
                <a:gd name="T0" fmla="*/ 6 w 15"/>
                <a:gd name="T1" fmla="*/ 15 h 16"/>
                <a:gd name="T2" fmla="*/ 1 w 15"/>
                <a:gd name="T3" fmla="*/ 6 h 16"/>
                <a:gd name="T4" fmla="*/ 10 w 15"/>
                <a:gd name="T5" fmla="*/ 1 h 16"/>
                <a:gd name="T6" fmla="*/ 14 w 15"/>
                <a:gd name="T7" fmla="*/ 10 h 16"/>
                <a:gd name="T8" fmla="*/ 6 w 15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6" y="15"/>
                  </a:moveTo>
                  <a:cubicBezTo>
                    <a:pt x="2" y="14"/>
                    <a:pt x="0" y="10"/>
                    <a:pt x="1" y="6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3" y="2"/>
                    <a:pt x="15" y="6"/>
                    <a:pt x="14" y="10"/>
                  </a:cubicBezTo>
                  <a:cubicBezTo>
                    <a:pt x="13" y="14"/>
                    <a:pt x="9" y="16"/>
                    <a:pt x="6" y="1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7" name="Freeform 649">
              <a:extLst>
                <a:ext uri="{FF2B5EF4-FFF2-40B4-BE49-F238E27FC236}">
                  <a16:creationId xmlns:a16="http://schemas.microsoft.com/office/drawing/2014/main" id="{3259F2B0-8B94-4E0E-9FF3-B270BAFA84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06513" y="12579350"/>
              <a:ext cx="9525" cy="9525"/>
            </a:xfrm>
            <a:custGeom>
              <a:avLst/>
              <a:gdLst>
                <a:gd name="T0" fmla="*/ 5 w 14"/>
                <a:gd name="T1" fmla="*/ 15 h 15"/>
                <a:gd name="T2" fmla="*/ 5 w 14"/>
                <a:gd name="T3" fmla="*/ 14 h 15"/>
                <a:gd name="T4" fmla="*/ 5 w 14"/>
                <a:gd name="T5" fmla="*/ 14 h 15"/>
                <a:gd name="T6" fmla="*/ 6 w 14"/>
                <a:gd name="T7" fmla="*/ 14 h 15"/>
                <a:gd name="T8" fmla="*/ 13 w 14"/>
                <a:gd name="T9" fmla="*/ 9 h 15"/>
                <a:gd name="T10" fmla="*/ 13 w 14"/>
                <a:gd name="T11" fmla="*/ 7 h 15"/>
                <a:gd name="T12" fmla="*/ 9 w 14"/>
                <a:gd name="T13" fmla="*/ 0 h 15"/>
                <a:gd name="T14" fmla="*/ 7 w 14"/>
                <a:gd name="T15" fmla="*/ 0 h 15"/>
                <a:gd name="T16" fmla="*/ 1 w 14"/>
                <a:gd name="T17" fmla="*/ 6 h 15"/>
                <a:gd name="T18" fmla="*/ 1 w 14"/>
                <a:gd name="T19" fmla="*/ 7 h 15"/>
                <a:gd name="T20" fmla="*/ 5 w 14"/>
                <a:gd name="T21" fmla="*/ 14 h 15"/>
                <a:gd name="T22" fmla="*/ 5 w 14"/>
                <a:gd name="T23" fmla="*/ 14 h 15"/>
                <a:gd name="T24" fmla="*/ 5 w 14"/>
                <a:gd name="T25" fmla="*/ 15 h 15"/>
                <a:gd name="T26" fmla="*/ 0 w 14"/>
                <a:gd name="T27" fmla="*/ 7 h 15"/>
                <a:gd name="T28" fmla="*/ 0 w 14"/>
                <a:gd name="T29" fmla="*/ 5 h 15"/>
                <a:gd name="T30" fmla="*/ 7 w 14"/>
                <a:gd name="T31" fmla="*/ 0 h 15"/>
                <a:gd name="T32" fmla="*/ 9 w 14"/>
                <a:gd name="T33" fmla="*/ 0 h 15"/>
                <a:gd name="T34" fmla="*/ 14 w 14"/>
                <a:gd name="T35" fmla="*/ 7 h 15"/>
                <a:gd name="T36" fmla="*/ 14 w 14"/>
                <a:gd name="T37" fmla="*/ 9 h 15"/>
                <a:gd name="T38" fmla="*/ 6 w 14"/>
                <a:gd name="T39" fmla="*/ 15 h 15"/>
                <a:gd name="T40" fmla="*/ 5 w 14"/>
                <a:gd name="T4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15">
                  <a:moveTo>
                    <a:pt x="5" y="15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9" y="14"/>
                    <a:pt x="12" y="12"/>
                    <a:pt x="13" y="9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3" y="4"/>
                    <a:pt x="11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4" y="0"/>
                    <a:pt x="2" y="2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10"/>
                    <a:pt x="2" y="13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4"/>
                    <a:pt x="0" y="11"/>
                    <a:pt x="0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12" y="1"/>
                    <a:pt x="14" y="3"/>
                    <a:pt x="14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3" y="12"/>
                    <a:pt x="10" y="15"/>
                    <a:pt x="6" y="15"/>
                  </a:cubicBezTo>
                  <a:cubicBezTo>
                    <a:pt x="6" y="15"/>
                    <a:pt x="5" y="15"/>
                    <a:pt x="5" y="1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8" name="Freeform 650">
              <a:extLst>
                <a:ext uri="{FF2B5EF4-FFF2-40B4-BE49-F238E27FC236}">
                  <a16:creationId xmlns:a16="http://schemas.microsoft.com/office/drawing/2014/main" id="{D75DD7C9-4752-4A5C-AD57-8DF831C17C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79525" y="12514263"/>
              <a:ext cx="47625" cy="46037"/>
            </a:xfrm>
            <a:custGeom>
              <a:avLst/>
              <a:gdLst>
                <a:gd name="T0" fmla="*/ 15 w 73"/>
                <a:gd name="T1" fmla="*/ 63 h 71"/>
                <a:gd name="T2" fmla="*/ 2 w 73"/>
                <a:gd name="T3" fmla="*/ 71 h 71"/>
                <a:gd name="T4" fmla="*/ 0 w 73"/>
                <a:gd name="T5" fmla="*/ 70 h 71"/>
                <a:gd name="T6" fmla="*/ 11 w 73"/>
                <a:gd name="T7" fmla="*/ 42 h 71"/>
                <a:gd name="T8" fmla="*/ 13 w 73"/>
                <a:gd name="T9" fmla="*/ 43 h 71"/>
                <a:gd name="T10" fmla="*/ 13 w 73"/>
                <a:gd name="T11" fmla="*/ 51 h 71"/>
                <a:gd name="T12" fmla="*/ 18 w 73"/>
                <a:gd name="T13" fmla="*/ 52 h 71"/>
                <a:gd name="T14" fmla="*/ 61 w 73"/>
                <a:gd name="T15" fmla="*/ 52 h 71"/>
                <a:gd name="T16" fmla="*/ 61 w 73"/>
                <a:gd name="T17" fmla="*/ 52 h 71"/>
                <a:gd name="T18" fmla="*/ 30 w 73"/>
                <a:gd name="T19" fmla="*/ 22 h 71"/>
                <a:gd name="T20" fmla="*/ 26 w 73"/>
                <a:gd name="T21" fmla="*/ 19 h 71"/>
                <a:gd name="T22" fmla="*/ 20 w 73"/>
                <a:gd name="T23" fmla="*/ 25 h 71"/>
                <a:gd name="T24" fmla="*/ 18 w 73"/>
                <a:gd name="T25" fmla="*/ 24 h 71"/>
                <a:gd name="T26" fmla="*/ 27 w 73"/>
                <a:gd name="T27" fmla="*/ 0 h 71"/>
                <a:gd name="T28" fmla="*/ 29 w 73"/>
                <a:gd name="T29" fmla="*/ 1 h 71"/>
                <a:gd name="T30" fmla="*/ 32 w 73"/>
                <a:gd name="T31" fmla="*/ 15 h 71"/>
                <a:gd name="T32" fmla="*/ 73 w 73"/>
                <a:gd name="T33" fmla="*/ 54 h 71"/>
                <a:gd name="T34" fmla="*/ 69 w 73"/>
                <a:gd name="T35" fmla="*/ 62 h 71"/>
                <a:gd name="T36" fmla="*/ 15 w 73"/>
                <a:gd name="T37" fmla="*/ 6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71">
                  <a:moveTo>
                    <a:pt x="15" y="63"/>
                  </a:moveTo>
                  <a:cubicBezTo>
                    <a:pt x="7" y="63"/>
                    <a:pt x="5" y="63"/>
                    <a:pt x="2" y="71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1" y="48"/>
                    <a:pt x="11" y="50"/>
                    <a:pt x="13" y="51"/>
                  </a:cubicBezTo>
                  <a:cubicBezTo>
                    <a:pt x="14" y="52"/>
                    <a:pt x="16" y="52"/>
                    <a:pt x="18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8" y="20"/>
                    <a:pt x="27" y="19"/>
                    <a:pt x="26" y="19"/>
                  </a:cubicBezTo>
                  <a:cubicBezTo>
                    <a:pt x="24" y="18"/>
                    <a:pt x="22" y="19"/>
                    <a:pt x="20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7" y="8"/>
                    <a:pt x="27" y="10"/>
                    <a:pt x="32" y="1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69" y="62"/>
                    <a:pt x="69" y="62"/>
                    <a:pt x="69" y="62"/>
                  </a:cubicBezTo>
                  <a:lnTo>
                    <a:pt x="15" y="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9" name="Freeform 651">
              <a:extLst>
                <a:ext uri="{FF2B5EF4-FFF2-40B4-BE49-F238E27FC236}">
                  <a16:creationId xmlns:a16="http://schemas.microsoft.com/office/drawing/2014/main" id="{011B951B-797C-4342-9125-0FD8B71A55F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79525" y="12514263"/>
              <a:ext cx="47625" cy="46037"/>
            </a:xfrm>
            <a:custGeom>
              <a:avLst/>
              <a:gdLst>
                <a:gd name="T0" fmla="*/ 0 w 73"/>
                <a:gd name="T1" fmla="*/ 70 h 71"/>
                <a:gd name="T2" fmla="*/ 10 w 73"/>
                <a:gd name="T3" fmla="*/ 42 h 71"/>
                <a:gd name="T4" fmla="*/ 13 w 73"/>
                <a:gd name="T5" fmla="*/ 43 h 71"/>
                <a:gd name="T6" fmla="*/ 13 w 73"/>
                <a:gd name="T7" fmla="*/ 43 h 71"/>
                <a:gd name="T8" fmla="*/ 12 w 73"/>
                <a:gd name="T9" fmla="*/ 48 h 71"/>
                <a:gd name="T10" fmla="*/ 13 w 73"/>
                <a:gd name="T11" fmla="*/ 51 h 71"/>
                <a:gd name="T12" fmla="*/ 18 w 73"/>
                <a:gd name="T13" fmla="*/ 51 h 71"/>
                <a:gd name="T14" fmla="*/ 61 w 73"/>
                <a:gd name="T15" fmla="*/ 51 h 71"/>
                <a:gd name="T16" fmla="*/ 30 w 73"/>
                <a:gd name="T17" fmla="*/ 22 h 71"/>
                <a:gd name="T18" fmla="*/ 26 w 73"/>
                <a:gd name="T19" fmla="*/ 19 h 71"/>
                <a:gd name="T20" fmla="*/ 25 w 73"/>
                <a:gd name="T21" fmla="*/ 19 h 71"/>
                <a:gd name="T22" fmla="*/ 20 w 73"/>
                <a:gd name="T23" fmla="*/ 25 h 71"/>
                <a:gd name="T24" fmla="*/ 20 w 73"/>
                <a:gd name="T25" fmla="*/ 26 h 71"/>
                <a:gd name="T26" fmla="*/ 17 w 73"/>
                <a:gd name="T27" fmla="*/ 25 h 71"/>
                <a:gd name="T28" fmla="*/ 27 w 73"/>
                <a:gd name="T29" fmla="*/ 0 h 71"/>
                <a:gd name="T30" fmla="*/ 30 w 73"/>
                <a:gd name="T31" fmla="*/ 1 h 71"/>
                <a:gd name="T32" fmla="*/ 29 w 73"/>
                <a:gd name="T33" fmla="*/ 1 h 71"/>
                <a:gd name="T34" fmla="*/ 28 w 73"/>
                <a:gd name="T35" fmla="*/ 7 h 71"/>
                <a:gd name="T36" fmla="*/ 32 w 73"/>
                <a:gd name="T37" fmla="*/ 15 h 71"/>
                <a:gd name="T38" fmla="*/ 73 w 73"/>
                <a:gd name="T39" fmla="*/ 54 h 71"/>
                <a:gd name="T40" fmla="*/ 70 w 73"/>
                <a:gd name="T41" fmla="*/ 63 h 71"/>
                <a:gd name="T42" fmla="*/ 15 w 73"/>
                <a:gd name="T43" fmla="*/ 63 h 71"/>
                <a:gd name="T44" fmla="*/ 2 w 73"/>
                <a:gd name="T45" fmla="*/ 71 h 71"/>
                <a:gd name="T46" fmla="*/ 2 w 73"/>
                <a:gd name="T47" fmla="*/ 71 h 71"/>
                <a:gd name="T48" fmla="*/ 0 w 73"/>
                <a:gd name="T49" fmla="*/ 70 h 71"/>
                <a:gd name="T50" fmla="*/ 0 w 73"/>
                <a:gd name="T51" fmla="*/ 69 h 71"/>
                <a:gd name="T52" fmla="*/ 2 w 73"/>
                <a:gd name="T53" fmla="*/ 70 h 71"/>
                <a:gd name="T54" fmla="*/ 15 w 73"/>
                <a:gd name="T55" fmla="*/ 62 h 71"/>
                <a:gd name="T56" fmla="*/ 69 w 73"/>
                <a:gd name="T57" fmla="*/ 62 h 71"/>
                <a:gd name="T58" fmla="*/ 72 w 73"/>
                <a:gd name="T59" fmla="*/ 54 h 71"/>
                <a:gd name="T60" fmla="*/ 32 w 73"/>
                <a:gd name="T61" fmla="*/ 15 h 71"/>
                <a:gd name="T62" fmla="*/ 27 w 73"/>
                <a:gd name="T63" fmla="*/ 7 h 71"/>
                <a:gd name="T64" fmla="*/ 29 w 73"/>
                <a:gd name="T65" fmla="*/ 2 h 71"/>
                <a:gd name="T66" fmla="*/ 27 w 73"/>
                <a:gd name="T67" fmla="*/ 1 h 71"/>
                <a:gd name="T68" fmla="*/ 18 w 73"/>
                <a:gd name="T69" fmla="*/ 24 h 71"/>
                <a:gd name="T70" fmla="*/ 20 w 73"/>
                <a:gd name="T71" fmla="*/ 25 h 71"/>
                <a:gd name="T72" fmla="*/ 25 w 73"/>
                <a:gd name="T73" fmla="*/ 18 h 71"/>
                <a:gd name="T74" fmla="*/ 26 w 73"/>
                <a:gd name="T75" fmla="*/ 18 h 71"/>
                <a:gd name="T76" fmla="*/ 30 w 73"/>
                <a:gd name="T77" fmla="*/ 21 h 71"/>
                <a:gd name="T78" fmla="*/ 62 w 73"/>
                <a:gd name="T79" fmla="*/ 52 h 71"/>
                <a:gd name="T80" fmla="*/ 62 w 73"/>
                <a:gd name="T81" fmla="*/ 52 h 71"/>
                <a:gd name="T82" fmla="*/ 61 w 73"/>
                <a:gd name="T83" fmla="*/ 52 h 71"/>
                <a:gd name="T84" fmla="*/ 18 w 73"/>
                <a:gd name="T85" fmla="*/ 52 h 71"/>
                <a:gd name="T86" fmla="*/ 13 w 73"/>
                <a:gd name="T87" fmla="*/ 52 h 71"/>
                <a:gd name="T88" fmla="*/ 11 w 73"/>
                <a:gd name="T89" fmla="*/ 48 h 71"/>
                <a:gd name="T90" fmla="*/ 12 w 73"/>
                <a:gd name="T91" fmla="*/ 43 h 71"/>
                <a:gd name="T92" fmla="*/ 11 w 73"/>
                <a:gd name="T93" fmla="*/ 43 h 71"/>
                <a:gd name="T94" fmla="*/ 0 w 73"/>
                <a:gd name="T95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3" h="71">
                  <a:moveTo>
                    <a:pt x="0" y="70"/>
                  </a:moveTo>
                  <a:cubicBezTo>
                    <a:pt x="10" y="42"/>
                    <a:pt x="10" y="42"/>
                    <a:pt x="10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5"/>
                    <a:pt x="12" y="47"/>
                    <a:pt x="12" y="48"/>
                  </a:cubicBezTo>
                  <a:cubicBezTo>
                    <a:pt x="12" y="50"/>
                    <a:pt x="12" y="50"/>
                    <a:pt x="13" y="51"/>
                  </a:cubicBezTo>
                  <a:cubicBezTo>
                    <a:pt x="14" y="51"/>
                    <a:pt x="16" y="51"/>
                    <a:pt x="18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8" y="20"/>
                    <a:pt x="27" y="19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4" y="19"/>
                    <a:pt x="22" y="20"/>
                    <a:pt x="20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4"/>
                    <a:pt x="28" y="6"/>
                    <a:pt x="28" y="7"/>
                  </a:cubicBezTo>
                  <a:cubicBezTo>
                    <a:pt x="28" y="10"/>
                    <a:pt x="29" y="12"/>
                    <a:pt x="32" y="1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7" y="63"/>
                    <a:pt x="5" y="63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0" y="70"/>
                  </a:lnTo>
                  <a:close/>
                  <a:moveTo>
                    <a:pt x="0" y="69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5" y="63"/>
                    <a:pt x="7" y="62"/>
                    <a:pt x="15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9" y="12"/>
                    <a:pt x="27" y="10"/>
                    <a:pt x="27" y="7"/>
                  </a:cubicBezTo>
                  <a:cubicBezTo>
                    <a:pt x="27" y="6"/>
                    <a:pt x="28" y="4"/>
                    <a:pt x="29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0"/>
                    <a:pt x="23" y="18"/>
                    <a:pt x="25" y="18"/>
                  </a:cubicBezTo>
                  <a:cubicBezTo>
                    <a:pt x="25" y="18"/>
                    <a:pt x="26" y="18"/>
                    <a:pt x="26" y="18"/>
                  </a:cubicBezTo>
                  <a:cubicBezTo>
                    <a:pt x="27" y="19"/>
                    <a:pt x="28" y="20"/>
                    <a:pt x="30" y="21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6" y="52"/>
                    <a:pt x="14" y="52"/>
                    <a:pt x="13" y="52"/>
                  </a:cubicBezTo>
                  <a:cubicBezTo>
                    <a:pt x="12" y="51"/>
                    <a:pt x="11" y="50"/>
                    <a:pt x="11" y="48"/>
                  </a:cubicBezTo>
                  <a:cubicBezTo>
                    <a:pt x="11" y="47"/>
                    <a:pt x="12" y="45"/>
                    <a:pt x="12" y="43"/>
                  </a:cubicBezTo>
                  <a:cubicBezTo>
                    <a:pt x="11" y="43"/>
                    <a:pt x="11" y="43"/>
                    <a:pt x="11" y="43"/>
                  </a:cubicBezTo>
                  <a:lnTo>
                    <a:pt x="0" y="6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0" name="Freeform 652">
              <a:extLst>
                <a:ext uri="{FF2B5EF4-FFF2-40B4-BE49-F238E27FC236}">
                  <a16:creationId xmlns:a16="http://schemas.microsoft.com/office/drawing/2014/main" id="{C541943F-70FC-4BDC-AFF9-9513FD7704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01750" y="12480925"/>
              <a:ext cx="50800" cy="46037"/>
            </a:xfrm>
            <a:custGeom>
              <a:avLst/>
              <a:gdLst>
                <a:gd name="T0" fmla="*/ 52 w 79"/>
                <a:gd name="T1" fmla="*/ 72 h 73"/>
                <a:gd name="T2" fmla="*/ 48 w 79"/>
                <a:gd name="T3" fmla="*/ 60 h 73"/>
                <a:gd name="T4" fmla="*/ 14 w 79"/>
                <a:gd name="T5" fmla="*/ 40 h 73"/>
                <a:gd name="T6" fmla="*/ 2 w 79"/>
                <a:gd name="T7" fmla="*/ 43 h 73"/>
                <a:gd name="T8" fmla="*/ 0 w 79"/>
                <a:gd name="T9" fmla="*/ 42 h 73"/>
                <a:gd name="T10" fmla="*/ 24 w 79"/>
                <a:gd name="T11" fmla="*/ 0 h 73"/>
                <a:gd name="T12" fmla="*/ 36 w 79"/>
                <a:gd name="T13" fmla="*/ 6 h 73"/>
                <a:gd name="T14" fmla="*/ 35 w 79"/>
                <a:gd name="T15" fmla="*/ 9 h 73"/>
                <a:gd name="T16" fmla="*/ 20 w 79"/>
                <a:gd name="T17" fmla="*/ 15 h 73"/>
                <a:gd name="T18" fmla="*/ 17 w 79"/>
                <a:gd name="T19" fmla="*/ 21 h 73"/>
                <a:gd name="T20" fmla="*/ 20 w 79"/>
                <a:gd name="T21" fmla="*/ 30 h 73"/>
                <a:gd name="T22" fmla="*/ 34 w 79"/>
                <a:gd name="T23" fmla="*/ 38 h 73"/>
                <a:gd name="T24" fmla="*/ 41 w 79"/>
                <a:gd name="T25" fmla="*/ 26 h 73"/>
                <a:gd name="T26" fmla="*/ 38 w 79"/>
                <a:gd name="T27" fmla="*/ 16 h 73"/>
                <a:gd name="T28" fmla="*/ 39 w 79"/>
                <a:gd name="T29" fmla="*/ 14 h 73"/>
                <a:gd name="T30" fmla="*/ 56 w 79"/>
                <a:gd name="T31" fmla="*/ 23 h 73"/>
                <a:gd name="T32" fmla="*/ 55 w 79"/>
                <a:gd name="T33" fmla="*/ 26 h 73"/>
                <a:gd name="T34" fmla="*/ 44 w 79"/>
                <a:gd name="T35" fmla="*/ 29 h 73"/>
                <a:gd name="T36" fmla="*/ 37 w 79"/>
                <a:gd name="T37" fmla="*/ 40 h 73"/>
                <a:gd name="T38" fmla="*/ 54 w 79"/>
                <a:gd name="T39" fmla="*/ 50 h 73"/>
                <a:gd name="T40" fmla="*/ 63 w 79"/>
                <a:gd name="T41" fmla="*/ 48 h 73"/>
                <a:gd name="T42" fmla="*/ 68 w 79"/>
                <a:gd name="T43" fmla="*/ 40 h 73"/>
                <a:gd name="T44" fmla="*/ 66 w 79"/>
                <a:gd name="T45" fmla="*/ 25 h 73"/>
                <a:gd name="T46" fmla="*/ 67 w 79"/>
                <a:gd name="T47" fmla="*/ 22 h 73"/>
                <a:gd name="T48" fmla="*/ 79 w 79"/>
                <a:gd name="T49" fmla="*/ 29 h 73"/>
                <a:gd name="T50" fmla="*/ 54 w 79"/>
                <a:gd name="T51" fmla="*/ 73 h 73"/>
                <a:gd name="T52" fmla="*/ 52 w 79"/>
                <a:gd name="T53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73">
                  <a:moveTo>
                    <a:pt x="52" y="72"/>
                  </a:moveTo>
                  <a:cubicBezTo>
                    <a:pt x="55" y="66"/>
                    <a:pt x="55" y="64"/>
                    <a:pt x="48" y="6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7" y="36"/>
                    <a:pt x="6" y="37"/>
                    <a:pt x="2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0" y="6"/>
                    <a:pt x="26" y="5"/>
                    <a:pt x="20" y="15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4" y="26"/>
                    <a:pt x="15" y="27"/>
                    <a:pt x="20" y="30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4" y="21"/>
                    <a:pt x="43" y="19"/>
                    <a:pt x="38" y="1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0" y="23"/>
                    <a:pt x="48" y="23"/>
                    <a:pt x="44" y="29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60" y="53"/>
                    <a:pt x="60" y="53"/>
                    <a:pt x="63" y="48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72" y="32"/>
                    <a:pt x="71" y="28"/>
                    <a:pt x="66" y="25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54" y="73"/>
                    <a:pt x="54" y="73"/>
                    <a:pt x="54" y="73"/>
                  </a:cubicBezTo>
                  <a:lnTo>
                    <a:pt x="52" y="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1" name="Freeform 653">
              <a:extLst>
                <a:ext uri="{FF2B5EF4-FFF2-40B4-BE49-F238E27FC236}">
                  <a16:creationId xmlns:a16="http://schemas.microsoft.com/office/drawing/2014/main" id="{6FD85F04-6645-4286-8569-7F9C62E6FAD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01750" y="12479338"/>
              <a:ext cx="50800" cy="47625"/>
            </a:xfrm>
            <a:custGeom>
              <a:avLst/>
              <a:gdLst>
                <a:gd name="T0" fmla="*/ 53 w 80"/>
                <a:gd name="T1" fmla="*/ 73 h 74"/>
                <a:gd name="T2" fmla="*/ 53 w 80"/>
                <a:gd name="T3" fmla="*/ 73 h 74"/>
                <a:gd name="T4" fmla="*/ 52 w 80"/>
                <a:gd name="T5" fmla="*/ 73 h 74"/>
                <a:gd name="T6" fmla="*/ 54 w 80"/>
                <a:gd name="T7" fmla="*/ 67 h 74"/>
                <a:gd name="T8" fmla="*/ 15 w 80"/>
                <a:gd name="T9" fmla="*/ 41 h 74"/>
                <a:gd name="T10" fmla="*/ 3 w 80"/>
                <a:gd name="T11" fmla="*/ 44 h 74"/>
                <a:gd name="T12" fmla="*/ 0 w 80"/>
                <a:gd name="T13" fmla="*/ 43 h 74"/>
                <a:gd name="T14" fmla="*/ 38 w 80"/>
                <a:gd name="T15" fmla="*/ 7 h 74"/>
                <a:gd name="T16" fmla="*/ 36 w 80"/>
                <a:gd name="T17" fmla="*/ 10 h 74"/>
                <a:gd name="T18" fmla="*/ 21 w 80"/>
                <a:gd name="T19" fmla="*/ 17 h 74"/>
                <a:gd name="T20" fmla="*/ 17 w 80"/>
                <a:gd name="T21" fmla="*/ 26 h 74"/>
                <a:gd name="T22" fmla="*/ 35 w 80"/>
                <a:gd name="T23" fmla="*/ 39 h 74"/>
                <a:gd name="T24" fmla="*/ 43 w 80"/>
                <a:gd name="T25" fmla="*/ 22 h 74"/>
                <a:gd name="T26" fmla="*/ 39 w 80"/>
                <a:gd name="T27" fmla="*/ 17 h 74"/>
                <a:gd name="T28" fmla="*/ 58 w 80"/>
                <a:gd name="T29" fmla="*/ 24 h 74"/>
                <a:gd name="T30" fmla="*/ 56 w 80"/>
                <a:gd name="T31" fmla="*/ 27 h 74"/>
                <a:gd name="T32" fmla="*/ 46 w 80"/>
                <a:gd name="T33" fmla="*/ 30 h 74"/>
                <a:gd name="T34" fmla="*/ 55 w 80"/>
                <a:gd name="T35" fmla="*/ 51 h 74"/>
                <a:gd name="T36" fmla="*/ 64 w 80"/>
                <a:gd name="T37" fmla="*/ 49 h 74"/>
                <a:gd name="T38" fmla="*/ 71 w 80"/>
                <a:gd name="T39" fmla="*/ 33 h 74"/>
                <a:gd name="T40" fmla="*/ 67 w 80"/>
                <a:gd name="T41" fmla="*/ 26 h 74"/>
                <a:gd name="T42" fmla="*/ 80 w 80"/>
                <a:gd name="T43" fmla="*/ 30 h 74"/>
                <a:gd name="T44" fmla="*/ 52 w 80"/>
                <a:gd name="T45" fmla="*/ 73 h 74"/>
                <a:gd name="T46" fmla="*/ 79 w 80"/>
                <a:gd name="T47" fmla="*/ 31 h 74"/>
                <a:gd name="T48" fmla="*/ 67 w 80"/>
                <a:gd name="T49" fmla="*/ 26 h 74"/>
                <a:gd name="T50" fmla="*/ 69 w 80"/>
                <a:gd name="T51" fmla="*/ 41 h 74"/>
                <a:gd name="T52" fmla="*/ 60 w 80"/>
                <a:gd name="T53" fmla="*/ 53 h 74"/>
                <a:gd name="T54" fmla="*/ 38 w 80"/>
                <a:gd name="T55" fmla="*/ 41 h 74"/>
                <a:gd name="T56" fmla="*/ 51 w 80"/>
                <a:gd name="T57" fmla="*/ 25 h 74"/>
                <a:gd name="T58" fmla="*/ 57 w 80"/>
                <a:gd name="T59" fmla="*/ 24 h 74"/>
                <a:gd name="T60" fmla="*/ 39 w 80"/>
                <a:gd name="T61" fmla="*/ 17 h 74"/>
                <a:gd name="T62" fmla="*/ 42 w 80"/>
                <a:gd name="T63" fmla="*/ 28 h 74"/>
                <a:gd name="T64" fmla="*/ 20 w 80"/>
                <a:gd name="T65" fmla="*/ 31 h 74"/>
                <a:gd name="T66" fmla="*/ 18 w 80"/>
                <a:gd name="T67" fmla="*/ 22 h 74"/>
                <a:gd name="T68" fmla="*/ 31 w 80"/>
                <a:gd name="T69" fmla="*/ 8 h 74"/>
                <a:gd name="T70" fmla="*/ 37 w 80"/>
                <a:gd name="T71" fmla="*/ 7 h 74"/>
                <a:gd name="T72" fmla="*/ 1 w 80"/>
                <a:gd name="T73" fmla="*/ 43 h 74"/>
                <a:gd name="T74" fmla="*/ 9 w 80"/>
                <a:gd name="T75" fmla="*/ 38 h 74"/>
                <a:gd name="T76" fmla="*/ 50 w 80"/>
                <a:gd name="T77" fmla="*/ 61 h 74"/>
                <a:gd name="T78" fmla="*/ 53 w 80"/>
                <a:gd name="T79" fmla="*/ 7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74">
                  <a:moveTo>
                    <a:pt x="52" y="73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4" y="70"/>
                    <a:pt x="54" y="68"/>
                    <a:pt x="54" y="67"/>
                  </a:cubicBezTo>
                  <a:cubicBezTo>
                    <a:pt x="54" y="65"/>
                    <a:pt x="53" y="63"/>
                    <a:pt x="49" y="6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2" y="40"/>
                    <a:pt x="10" y="39"/>
                    <a:pt x="9" y="39"/>
                  </a:cubicBezTo>
                  <a:cubicBezTo>
                    <a:pt x="7" y="39"/>
                    <a:pt x="5" y="40"/>
                    <a:pt x="3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4" y="9"/>
                    <a:pt x="32" y="8"/>
                    <a:pt x="31" y="8"/>
                  </a:cubicBezTo>
                  <a:cubicBezTo>
                    <a:pt x="28" y="8"/>
                    <a:pt x="25" y="10"/>
                    <a:pt x="21" y="1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4"/>
                    <a:pt x="17" y="25"/>
                    <a:pt x="17" y="26"/>
                  </a:cubicBezTo>
                  <a:cubicBezTo>
                    <a:pt x="17" y="28"/>
                    <a:pt x="18" y="29"/>
                    <a:pt x="21" y="3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3" y="25"/>
                    <a:pt x="43" y="23"/>
                    <a:pt x="43" y="22"/>
                  </a:cubicBezTo>
                  <a:cubicBezTo>
                    <a:pt x="43" y="20"/>
                    <a:pt x="42" y="19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6"/>
                    <a:pt x="52" y="25"/>
                    <a:pt x="51" y="25"/>
                  </a:cubicBezTo>
                  <a:cubicBezTo>
                    <a:pt x="49" y="25"/>
                    <a:pt x="48" y="26"/>
                    <a:pt x="46" y="30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8" y="52"/>
                    <a:pt x="59" y="53"/>
                    <a:pt x="60" y="53"/>
                  </a:cubicBezTo>
                  <a:cubicBezTo>
                    <a:pt x="61" y="53"/>
                    <a:pt x="62" y="52"/>
                    <a:pt x="64" y="49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38"/>
                    <a:pt x="71" y="35"/>
                    <a:pt x="71" y="33"/>
                  </a:cubicBezTo>
                  <a:cubicBezTo>
                    <a:pt x="71" y="30"/>
                    <a:pt x="70" y="28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55" y="74"/>
                    <a:pt x="55" y="74"/>
                    <a:pt x="55" y="74"/>
                  </a:cubicBezTo>
                  <a:lnTo>
                    <a:pt x="52" y="73"/>
                  </a:lnTo>
                  <a:close/>
                  <a:moveTo>
                    <a:pt x="54" y="74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70" y="27"/>
                    <a:pt x="72" y="30"/>
                    <a:pt x="72" y="33"/>
                  </a:cubicBezTo>
                  <a:cubicBezTo>
                    <a:pt x="72" y="35"/>
                    <a:pt x="71" y="38"/>
                    <a:pt x="69" y="41"/>
                  </a:cubicBezTo>
                  <a:cubicBezTo>
                    <a:pt x="64" y="49"/>
                    <a:pt x="64" y="49"/>
                    <a:pt x="64" y="49"/>
                  </a:cubicBezTo>
                  <a:cubicBezTo>
                    <a:pt x="63" y="52"/>
                    <a:pt x="62" y="53"/>
                    <a:pt x="60" y="53"/>
                  </a:cubicBezTo>
                  <a:cubicBezTo>
                    <a:pt x="59" y="53"/>
                    <a:pt x="57" y="53"/>
                    <a:pt x="55" y="5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7" y="26"/>
                    <a:pt x="49" y="25"/>
                    <a:pt x="51" y="25"/>
                  </a:cubicBezTo>
                  <a:cubicBezTo>
                    <a:pt x="52" y="25"/>
                    <a:pt x="54" y="25"/>
                    <a:pt x="56" y="26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2" y="19"/>
                    <a:pt x="44" y="20"/>
                    <a:pt x="44" y="22"/>
                  </a:cubicBezTo>
                  <a:cubicBezTo>
                    <a:pt x="44" y="24"/>
                    <a:pt x="43" y="25"/>
                    <a:pt x="42" y="28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8" y="30"/>
                    <a:pt x="16" y="28"/>
                    <a:pt x="16" y="26"/>
                  </a:cubicBezTo>
                  <a:cubicBezTo>
                    <a:pt x="16" y="25"/>
                    <a:pt x="17" y="24"/>
                    <a:pt x="18" y="22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5" y="10"/>
                    <a:pt x="28" y="8"/>
                    <a:pt x="31" y="8"/>
                  </a:cubicBezTo>
                  <a:cubicBezTo>
                    <a:pt x="33" y="8"/>
                    <a:pt x="34" y="8"/>
                    <a:pt x="36" y="9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0"/>
                    <a:pt x="6" y="38"/>
                    <a:pt x="9" y="38"/>
                  </a:cubicBezTo>
                  <a:cubicBezTo>
                    <a:pt x="11" y="38"/>
                    <a:pt x="12" y="39"/>
                    <a:pt x="15" y="4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3" y="63"/>
                    <a:pt x="55" y="64"/>
                    <a:pt x="55" y="67"/>
                  </a:cubicBezTo>
                  <a:cubicBezTo>
                    <a:pt x="55" y="68"/>
                    <a:pt x="54" y="70"/>
                    <a:pt x="53" y="73"/>
                  </a:cubicBezTo>
                  <a:lnTo>
                    <a:pt x="54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2" name="Freeform 654">
              <a:extLst>
                <a:ext uri="{FF2B5EF4-FFF2-40B4-BE49-F238E27FC236}">
                  <a16:creationId xmlns:a16="http://schemas.microsoft.com/office/drawing/2014/main" id="{330D2232-90CC-4F01-81C2-A20BCA3936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25563" y="12441238"/>
              <a:ext cx="47625" cy="46037"/>
            </a:xfrm>
            <a:custGeom>
              <a:avLst/>
              <a:gdLst>
                <a:gd name="T0" fmla="*/ 54 w 74"/>
                <a:gd name="T1" fmla="*/ 69 h 71"/>
                <a:gd name="T2" fmla="*/ 53 w 74"/>
                <a:gd name="T3" fmla="*/ 57 h 71"/>
                <a:gd name="T4" fmla="*/ 17 w 74"/>
                <a:gd name="T5" fmla="*/ 28 h 71"/>
                <a:gd name="T6" fmla="*/ 14 w 74"/>
                <a:gd name="T7" fmla="*/ 31 h 71"/>
                <a:gd name="T8" fmla="*/ 13 w 74"/>
                <a:gd name="T9" fmla="*/ 48 h 71"/>
                <a:gd name="T10" fmla="*/ 11 w 74"/>
                <a:gd name="T11" fmla="*/ 51 h 71"/>
                <a:gd name="T12" fmla="*/ 0 w 74"/>
                <a:gd name="T13" fmla="*/ 41 h 71"/>
                <a:gd name="T14" fmla="*/ 33 w 74"/>
                <a:gd name="T15" fmla="*/ 0 h 71"/>
                <a:gd name="T16" fmla="*/ 45 w 74"/>
                <a:gd name="T17" fmla="*/ 9 h 71"/>
                <a:gd name="T18" fmla="*/ 43 w 74"/>
                <a:gd name="T19" fmla="*/ 11 h 71"/>
                <a:gd name="T20" fmla="*/ 26 w 74"/>
                <a:gd name="T21" fmla="*/ 16 h 71"/>
                <a:gd name="T22" fmla="*/ 24 w 74"/>
                <a:gd name="T23" fmla="*/ 19 h 71"/>
                <a:gd name="T24" fmla="*/ 60 w 74"/>
                <a:gd name="T25" fmla="*/ 48 h 71"/>
                <a:gd name="T26" fmla="*/ 72 w 74"/>
                <a:gd name="T27" fmla="*/ 47 h 71"/>
                <a:gd name="T28" fmla="*/ 74 w 74"/>
                <a:gd name="T29" fmla="*/ 48 h 71"/>
                <a:gd name="T30" fmla="*/ 56 w 74"/>
                <a:gd name="T31" fmla="*/ 71 h 71"/>
                <a:gd name="T32" fmla="*/ 54 w 74"/>
                <a:gd name="T33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71">
                  <a:moveTo>
                    <a:pt x="54" y="69"/>
                  </a:moveTo>
                  <a:cubicBezTo>
                    <a:pt x="59" y="64"/>
                    <a:pt x="59" y="62"/>
                    <a:pt x="53" y="5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7" y="39"/>
                    <a:pt x="8" y="43"/>
                    <a:pt x="13" y="48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37" y="7"/>
                    <a:pt x="33" y="7"/>
                    <a:pt x="26" y="16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6" y="53"/>
                    <a:pt x="68" y="52"/>
                    <a:pt x="72" y="47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56" y="71"/>
                    <a:pt x="56" y="71"/>
                    <a:pt x="56" y="71"/>
                  </a:cubicBezTo>
                  <a:lnTo>
                    <a:pt x="54" y="6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3" name="Freeform 655">
              <a:extLst>
                <a:ext uri="{FF2B5EF4-FFF2-40B4-BE49-F238E27FC236}">
                  <a16:creationId xmlns:a16="http://schemas.microsoft.com/office/drawing/2014/main" id="{009320B1-2E37-44B5-8143-4A42E4C3636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25563" y="12441238"/>
              <a:ext cx="47625" cy="46037"/>
            </a:xfrm>
            <a:custGeom>
              <a:avLst/>
              <a:gdLst>
                <a:gd name="T0" fmla="*/ 54 w 75"/>
                <a:gd name="T1" fmla="*/ 70 h 71"/>
                <a:gd name="T2" fmla="*/ 54 w 75"/>
                <a:gd name="T3" fmla="*/ 69 h 71"/>
                <a:gd name="T4" fmla="*/ 55 w 75"/>
                <a:gd name="T5" fmla="*/ 69 h 71"/>
                <a:gd name="T6" fmla="*/ 54 w 75"/>
                <a:gd name="T7" fmla="*/ 69 h 71"/>
                <a:gd name="T8" fmla="*/ 54 w 75"/>
                <a:gd name="T9" fmla="*/ 70 h 71"/>
                <a:gd name="T10" fmla="*/ 54 w 75"/>
                <a:gd name="T11" fmla="*/ 69 h 71"/>
                <a:gd name="T12" fmla="*/ 54 w 75"/>
                <a:gd name="T13" fmla="*/ 69 h 71"/>
                <a:gd name="T14" fmla="*/ 57 w 75"/>
                <a:gd name="T15" fmla="*/ 63 h 71"/>
                <a:gd name="T16" fmla="*/ 53 w 75"/>
                <a:gd name="T17" fmla="*/ 57 h 71"/>
                <a:gd name="T18" fmla="*/ 17 w 75"/>
                <a:gd name="T19" fmla="*/ 28 h 71"/>
                <a:gd name="T20" fmla="*/ 14 w 75"/>
                <a:gd name="T21" fmla="*/ 31 h 71"/>
                <a:gd name="T22" fmla="*/ 10 w 75"/>
                <a:gd name="T23" fmla="*/ 41 h 71"/>
                <a:gd name="T24" fmla="*/ 13 w 75"/>
                <a:gd name="T25" fmla="*/ 48 h 71"/>
                <a:gd name="T26" fmla="*/ 13 w 75"/>
                <a:gd name="T27" fmla="*/ 48 h 71"/>
                <a:gd name="T28" fmla="*/ 11 w 75"/>
                <a:gd name="T29" fmla="*/ 51 h 71"/>
                <a:gd name="T30" fmla="*/ 0 w 75"/>
                <a:gd name="T31" fmla="*/ 41 h 71"/>
                <a:gd name="T32" fmla="*/ 33 w 75"/>
                <a:gd name="T33" fmla="*/ 0 h 71"/>
                <a:gd name="T34" fmla="*/ 45 w 75"/>
                <a:gd name="T35" fmla="*/ 9 h 71"/>
                <a:gd name="T36" fmla="*/ 43 w 75"/>
                <a:gd name="T37" fmla="*/ 11 h 71"/>
                <a:gd name="T38" fmla="*/ 43 w 75"/>
                <a:gd name="T39" fmla="*/ 11 h 71"/>
                <a:gd name="T40" fmla="*/ 36 w 75"/>
                <a:gd name="T41" fmla="*/ 9 h 71"/>
                <a:gd name="T42" fmla="*/ 26 w 75"/>
                <a:gd name="T43" fmla="*/ 16 h 71"/>
                <a:gd name="T44" fmla="*/ 24 w 75"/>
                <a:gd name="T45" fmla="*/ 19 h 71"/>
                <a:gd name="T46" fmla="*/ 60 w 75"/>
                <a:gd name="T47" fmla="*/ 48 h 71"/>
                <a:gd name="T48" fmla="*/ 66 w 75"/>
                <a:gd name="T49" fmla="*/ 51 h 71"/>
                <a:gd name="T50" fmla="*/ 72 w 75"/>
                <a:gd name="T51" fmla="*/ 46 h 71"/>
                <a:gd name="T52" fmla="*/ 72 w 75"/>
                <a:gd name="T53" fmla="*/ 46 h 71"/>
                <a:gd name="T54" fmla="*/ 75 w 75"/>
                <a:gd name="T55" fmla="*/ 48 h 71"/>
                <a:gd name="T56" fmla="*/ 56 w 75"/>
                <a:gd name="T57" fmla="*/ 71 h 71"/>
                <a:gd name="T58" fmla="*/ 54 w 75"/>
                <a:gd name="T59" fmla="*/ 70 h 71"/>
                <a:gd name="T60" fmla="*/ 56 w 75"/>
                <a:gd name="T61" fmla="*/ 70 h 71"/>
                <a:gd name="T62" fmla="*/ 74 w 75"/>
                <a:gd name="T63" fmla="*/ 48 h 71"/>
                <a:gd name="T64" fmla="*/ 72 w 75"/>
                <a:gd name="T65" fmla="*/ 47 h 71"/>
                <a:gd name="T66" fmla="*/ 66 w 75"/>
                <a:gd name="T67" fmla="*/ 52 h 71"/>
                <a:gd name="T68" fmla="*/ 60 w 75"/>
                <a:gd name="T69" fmla="*/ 48 h 71"/>
                <a:gd name="T70" fmla="*/ 23 w 75"/>
                <a:gd name="T71" fmla="*/ 19 h 71"/>
                <a:gd name="T72" fmla="*/ 26 w 75"/>
                <a:gd name="T73" fmla="*/ 16 h 71"/>
                <a:gd name="T74" fmla="*/ 36 w 75"/>
                <a:gd name="T75" fmla="*/ 8 h 71"/>
                <a:gd name="T76" fmla="*/ 43 w 75"/>
                <a:gd name="T77" fmla="*/ 10 h 71"/>
                <a:gd name="T78" fmla="*/ 44 w 75"/>
                <a:gd name="T79" fmla="*/ 9 h 71"/>
                <a:gd name="T80" fmla="*/ 33 w 75"/>
                <a:gd name="T81" fmla="*/ 0 h 71"/>
                <a:gd name="T82" fmla="*/ 1 w 75"/>
                <a:gd name="T83" fmla="*/ 41 h 71"/>
                <a:gd name="T84" fmla="*/ 11 w 75"/>
                <a:gd name="T85" fmla="*/ 50 h 71"/>
                <a:gd name="T86" fmla="*/ 13 w 75"/>
                <a:gd name="T87" fmla="*/ 48 h 71"/>
                <a:gd name="T88" fmla="*/ 9 w 75"/>
                <a:gd name="T89" fmla="*/ 41 h 71"/>
                <a:gd name="T90" fmla="*/ 14 w 75"/>
                <a:gd name="T91" fmla="*/ 31 h 71"/>
                <a:gd name="T92" fmla="*/ 17 w 75"/>
                <a:gd name="T93" fmla="*/ 27 h 71"/>
                <a:gd name="T94" fmla="*/ 53 w 75"/>
                <a:gd name="T95" fmla="*/ 57 h 71"/>
                <a:gd name="T96" fmla="*/ 58 w 75"/>
                <a:gd name="T97" fmla="*/ 63 h 71"/>
                <a:gd name="T98" fmla="*/ 55 w 75"/>
                <a:gd name="T99" fmla="*/ 69 h 71"/>
                <a:gd name="T100" fmla="*/ 56 w 75"/>
                <a:gd name="T101" fmla="*/ 7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" h="71">
                  <a:moveTo>
                    <a:pt x="54" y="70"/>
                  </a:moveTo>
                  <a:cubicBezTo>
                    <a:pt x="54" y="69"/>
                    <a:pt x="54" y="69"/>
                    <a:pt x="54" y="69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6" y="66"/>
                    <a:pt x="57" y="65"/>
                    <a:pt x="57" y="63"/>
                  </a:cubicBezTo>
                  <a:cubicBezTo>
                    <a:pt x="57" y="61"/>
                    <a:pt x="56" y="60"/>
                    <a:pt x="53" y="5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1" y="35"/>
                    <a:pt x="10" y="38"/>
                    <a:pt x="10" y="41"/>
                  </a:cubicBezTo>
                  <a:cubicBezTo>
                    <a:pt x="10" y="43"/>
                    <a:pt x="11" y="45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0" y="10"/>
                    <a:pt x="38" y="9"/>
                    <a:pt x="36" y="9"/>
                  </a:cubicBezTo>
                  <a:cubicBezTo>
                    <a:pt x="33" y="9"/>
                    <a:pt x="30" y="11"/>
                    <a:pt x="26" y="16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50"/>
                    <a:pt x="65" y="51"/>
                    <a:pt x="66" y="51"/>
                  </a:cubicBezTo>
                  <a:cubicBezTo>
                    <a:pt x="68" y="51"/>
                    <a:pt x="70" y="49"/>
                    <a:pt x="72" y="46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56" y="71"/>
                    <a:pt x="56" y="71"/>
                    <a:pt x="56" y="71"/>
                  </a:cubicBezTo>
                  <a:lnTo>
                    <a:pt x="54" y="70"/>
                  </a:lnTo>
                  <a:close/>
                  <a:moveTo>
                    <a:pt x="56" y="70"/>
                  </a:moveTo>
                  <a:cubicBezTo>
                    <a:pt x="74" y="48"/>
                    <a:pt x="74" y="48"/>
                    <a:pt x="74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0" y="50"/>
                    <a:pt x="68" y="52"/>
                    <a:pt x="66" y="52"/>
                  </a:cubicBezTo>
                  <a:cubicBezTo>
                    <a:pt x="64" y="52"/>
                    <a:pt x="63" y="50"/>
                    <a:pt x="60" y="4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30" y="10"/>
                    <a:pt x="33" y="8"/>
                    <a:pt x="36" y="8"/>
                  </a:cubicBezTo>
                  <a:cubicBezTo>
                    <a:pt x="39" y="8"/>
                    <a:pt x="41" y="9"/>
                    <a:pt x="43" y="10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0" y="46"/>
                    <a:pt x="9" y="43"/>
                    <a:pt x="9" y="41"/>
                  </a:cubicBezTo>
                  <a:cubicBezTo>
                    <a:pt x="9" y="38"/>
                    <a:pt x="10" y="35"/>
                    <a:pt x="14" y="31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6" y="59"/>
                    <a:pt x="58" y="61"/>
                    <a:pt x="58" y="63"/>
                  </a:cubicBezTo>
                  <a:cubicBezTo>
                    <a:pt x="58" y="65"/>
                    <a:pt x="57" y="67"/>
                    <a:pt x="55" y="69"/>
                  </a:cubicBezTo>
                  <a:lnTo>
                    <a:pt x="56" y="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4" name="Freeform 656">
              <a:extLst>
                <a:ext uri="{FF2B5EF4-FFF2-40B4-BE49-F238E27FC236}">
                  <a16:creationId xmlns:a16="http://schemas.microsoft.com/office/drawing/2014/main" id="{CB0C10B8-E87E-4A85-B0D3-38F010B18B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54138" y="12411075"/>
              <a:ext cx="50800" cy="50800"/>
            </a:xfrm>
            <a:custGeom>
              <a:avLst/>
              <a:gdLst>
                <a:gd name="T0" fmla="*/ 40 w 79"/>
                <a:gd name="T1" fmla="*/ 77 h 78"/>
                <a:gd name="T2" fmla="*/ 41 w 79"/>
                <a:gd name="T3" fmla="*/ 64 h 78"/>
                <a:gd name="T4" fmla="*/ 14 w 79"/>
                <a:gd name="T5" fmla="*/ 34 h 78"/>
                <a:gd name="T6" fmla="*/ 2 w 79"/>
                <a:gd name="T7" fmla="*/ 34 h 78"/>
                <a:gd name="T8" fmla="*/ 0 w 79"/>
                <a:gd name="T9" fmla="*/ 32 h 78"/>
                <a:gd name="T10" fmla="*/ 37 w 79"/>
                <a:gd name="T11" fmla="*/ 0 h 78"/>
                <a:gd name="T12" fmla="*/ 46 w 79"/>
                <a:gd name="T13" fmla="*/ 9 h 78"/>
                <a:gd name="T14" fmla="*/ 44 w 79"/>
                <a:gd name="T15" fmla="*/ 11 h 78"/>
                <a:gd name="T16" fmla="*/ 28 w 79"/>
                <a:gd name="T17" fmla="*/ 13 h 78"/>
                <a:gd name="T18" fmla="*/ 23 w 79"/>
                <a:gd name="T19" fmla="*/ 18 h 78"/>
                <a:gd name="T20" fmla="*/ 23 w 79"/>
                <a:gd name="T21" fmla="*/ 27 h 78"/>
                <a:gd name="T22" fmla="*/ 34 w 79"/>
                <a:gd name="T23" fmla="*/ 39 h 78"/>
                <a:gd name="T24" fmla="*/ 44 w 79"/>
                <a:gd name="T25" fmla="*/ 30 h 78"/>
                <a:gd name="T26" fmla="*/ 45 w 79"/>
                <a:gd name="T27" fmla="*/ 20 h 78"/>
                <a:gd name="T28" fmla="*/ 47 w 79"/>
                <a:gd name="T29" fmla="*/ 18 h 78"/>
                <a:gd name="T30" fmla="*/ 60 w 79"/>
                <a:gd name="T31" fmla="*/ 32 h 78"/>
                <a:gd name="T32" fmla="*/ 57 w 79"/>
                <a:gd name="T33" fmla="*/ 34 h 78"/>
                <a:gd name="T34" fmla="*/ 47 w 79"/>
                <a:gd name="T35" fmla="*/ 33 h 78"/>
                <a:gd name="T36" fmla="*/ 36 w 79"/>
                <a:gd name="T37" fmla="*/ 42 h 78"/>
                <a:gd name="T38" fmla="*/ 49 w 79"/>
                <a:gd name="T39" fmla="*/ 57 h 78"/>
                <a:gd name="T40" fmla="*/ 58 w 79"/>
                <a:gd name="T41" fmla="*/ 58 h 78"/>
                <a:gd name="T42" fmla="*/ 65 w 79"/>
                <a:gd name="T43" fmla="*/ 51 h 78"/>
                <a:gd name="T44" fmla="*/ 68 w 79"/>
                <a:gd name="T45" fmla="*/ 36 h 78"/>
                <a:gd name="T46" fmla="*/ 71 w 79"/>
                <a:gd name="T47" fmla="*/ 34 h 78"/>
                <a:gd name="T48" fmla="*/ 79 w 79"/>
                <a:gd name="T49" fmla="*/ 45 h 78"/>
                <a:gd name="T50" fmla="*/ 41 w 79"/>
                <a:gd name="T51" fmla="*/ 78 h 78"/>
                <a:gd name="T52" fmla="*/ 40 w 79"/>
                <a:gd name="T53" fmla="*/ 7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78">
                  <a:moveTo>
                    <a:pt x="40" y="77"/>
                  </a:moveTo>
                  <a:cubicBezTo>
                    <a:pt x="45" y="72"/>
                    <a:pt x="46" y="70"/>
                    <a:pt x="41" y="6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9" y="29"/>
                    <a:pt x="7" y="29"/>
                    <a:pt x="2" y="34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0" y="8"/>
                    <a:pt x="36" y="6"/>
                    <a:pt x="28" y="13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21"/>
                    <a:pt x="19" y="23"/>
                    <a:pt x="23" y="27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9" y="26"/>
                    <a:pt x="49" y="24"/>
                    <a:pt x="45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4" y="30"/>
                    <a:pt x="52" y="29"/>
                    <a:pt x="47" y="33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3" y="62"/>
                    <a:pt x="54" y="61"/>
                    <a:pt x="58" y="58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2" y="46"/>
                    <a:pt x="72" y="41"/>
                    <a:pt x="68" y="36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41" y="78"/>
                    <a:pt x="41" y="78"/>
                    <a:pt x="41" y="78"/>
                  </a:cubicBezTo>
                  <a:lnTo>
                    <a:pt x="40" y="7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5" name="Freeform 657">
              <a:extLst>
                <a:ext uri="{FF2B5EF4-FFF2-40B4-BE49-F238E27FC236}">
                  <a16:creationId xmlns:a16="http://schemas.microsoft.com/office/drawing/2014/main" id="{82522A46-4DBA-46D2-8269-2816DA6E482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54138" y="12411075"/>
              <a:ext cx="52388" cy="50800"/>
            </a:xfrm>
            <a:custGeom>
              <a:avLst/>
              <a:gdLst>
                <a:gd name="T0" fmla="*/ 40 w 80"/>
                <a:gd name="T1" fmla="*/ 78 h 80"/>
                <a:gd name="T2" fmla="*/ 40 w 80"/>
                <a:gd name="T3" fmla="*/ 78 h 80"/>
                <a:gd name="T4" fmla="*/ 39 w 80"/>
                <a:gd name="T5" fmla="*/ 78 h 80"/>
                <a:gd name="T6" fmla="*/ 44 w 80"/>
                <a:gd name="T7" fmla="*/ 72 h 80"/>
                <a:gd name="T8" fmla="*/ 14 w 80"/>
                <a:gd name="T9" fmla="*/ 36 h 80"/>
                <a:gd name="T10" fmla="*/ 2 w 80"/>
                <a:gd name="T11" fmla="*/ 35 h 80"/>
                <a:gd name="T12" fmla="*/ 0 w 80"/>
                <a:gd name="T13" fmla="*/ 33 h 80"/>
                <a:gd name="T14" fmla="*/ 47 w 80"/>
                <a:gd name="T15" fmla="*/ 10 h 80"/>
                <a:gd name="T16" fmla="*/ 44 w 80"/>
                <a:gd name="T17" fmla="*/ 13 h 80"/>
                <a:gd name="T18" fmla="*/ 28 w 80"/>
                <a:gd name="T19" fmla="*/ 15 h 80"/>
                <a:gd name="T20" fmla="*/ 20 w 80"/>
                <a:gd name="T21" fmla="*/ 23 h 80"/>
                <a:gd name="T22" fmla="*/ 34 w 80"/>
                <a:gd name="T23" fmla="*/ 40 h 80"/>
                <a:gd name="T24" fmla="*/ 47 w 80"/>
                <a:gd name="T25" fmla="*/ 26 h 80"/>
                <a:gd name="T26" fmla="*/ 44 w 80"/>
                <a:gd name="T27" fmla="*/ 20 h 80"/>
                <a:gd name="T28" fmla="*/ 60 w 80"/>
                <a:gd name="T29" fmla="*/ 33 h 80"/>
                <a:gd name="T30" fmla="*/ 57 w 80"/>
                <a:gd name="T31" fmla="*/ 35 h 80"/>
                <a:gd name="T32" fmla="*/ 47 w 80"/>
                <a:gd name="T33" fmla="*/ 35 h 80"/>
                <a:gd name="T34" fmla="*/ 50 w 80"/>
                <a:gd name="T35" fmla="*/ 58 h 80"/>
                <a:gd name="T36" fmla="*/ 58 w 80"/>
                <a:gd name="T37" fmla="*/ 59 h 80"/>
                <a:gd name="T38" fmla="*/ 71 w 80"/>
                <a:gd name="T39" fmla="*/ 43 h 80"/>
                <a:gd name="T40" fmla="*/ 68 w 80"/>
                <a:gd name="T41" fmla="*/ 37 h 80"/>
                <a:gd name="T42" fmla="*/ 80 w 80"/>
                <a:gd name="T43" fmla="*/ 46 h 80"/>
                <a:gd name="T44" fmla="*/ 40 w 80"/>
                <a:gd name="T45" fmla="*/ 78 h 80"/>
                <a:gd name="T46" fmla="*/ 79 w 80"/>
                <a:gd name="T47" fmla="*/ 46 h 80"/>
                <a:gd name="T48" fmla="*/ 69 w 80"/>
                <a:gd name="T49" fmla="*/ 38 h 80"/>
                <a:gd name="T50" fmla="*/ 66 w 80"/>
                <a:gd name="T51" fmla="*/ 53 h 80"/>
                <a:gd name="T52" fmla="*/ 54 w 80"/>
                <a:gd name="T53" fmla="*/ 62 h 80"/>
                <a:gd name="T54" fmla="*/ 36 w 80"/>
                <a:gd name="T55" fmla="*/ 43 h 80"/>
                <a:gd name="T56" fmla="*/ 52 w 80"/>
                <a:gd name="T57" fmla="*/ 31 h 80"/>
                <a:gd name="T58" fmla="*/ 59 w 80"/>
                <a:gd name="T59" fmla="*/ 33 h 80"/>
                <a:gd name="T60" fmla="*/ 45 w 80"/>
                <a:gd name="T61" fmla="*/ 21 h 80"/>
                <a:gd name="T62" fmla="*/ 44 w 80"/>
                <a:gd name="T63" fmla="*/ 31 h 80"/>
                <a:gd name="T64" fmla="*/ 22 w 80"/>
                <a:gd name="T65" fmla="*/ 28 h 80"/>
                <a:gd name="T66" fmla="*/ 23 w 80"/>
                <a:gd name="T67" fmla="*/ 19 h 80"/>
                <a:gd name="T68" fmla="*/ 38 w 80"/>
                <a:gd name="T69" fmla="*/ 9 h 80"/>
                <a:gd name="T70" fmla="*/ 46 w 80"/>
                <a:gd name="T71" fmla="*/ 10 h 80"/>
                <a:gd name="T72" fmla="*/ 1 w 80"/>
                <a:gd name="T73" fmla="*/ 33 h 80"/>
                <a:gd name="T74" fmla="*/ 8 w 80"/>
                <a:gd name="T75" fmla="*/ 31 h 80"/>
                <a:gd name="T76" fmla="*/ 41 w 80"/>
                <a:gd name="T77" fmla="*/ 65 h 80"/>
                <a:gd name="T78" fmla="*/ 40 w 80"/>
                <a:gd name="T79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80">
                  <a:moveTo>
                    <a:pt x="40" y="78"/>
                  </a:move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3" y="75"/>
                    <a:pt x="44" y="73"/>
                    <a:pt x="44" y="72"/>
                  </a:cubicBezTo>
                  <a:cubicBezTo>
                    <a:pt x="44" y="70"/>
                    <a:pt x="43" y="68"/>
                    <a:pt x="41" y="6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1" y="33"/>
                    <a:pt x="10" y="32"/>
                    <a:pt x="8" y="32"/>
                  </a:cubicBezTo>
                  <a:cubicBezTo>
                    <a:pt x="6" y="32"/>
                    <a:pt x="5" y="33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2" y="11"/>
                    <a:pt x="40" y="10"/>
                    <a:pt x="38" y="10"/>
                  </a:cubicBezTo>
                  <a:cubicBezTo>
                    <a:pt x="35" y="10"/>
                    <a:pt x="32" y="11"/>
                    <a:pt x="28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1" y="21"/>
                    <a:pt x="20" y="22"/>
                    <a:pt x="20" y="23"/>
                  </a:cubicBezTo>
                  <a:cubicBezTo>
                    <a:pt x="20" y="24"/>
                    <a:pt x="21" y="26"/>
                    <a:pt x="23" y="28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6" y="29"/>
                    <a:pt x="47" y="27"/>
                    <a:pt x="47" y="26"/>
                  </a:cubicBezTo>
                  <a:cubicBezTo>
                    <a:pt x="47" y="24"/>
                    <a:pt x="46" y="23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5" y="33"/>
                    <a:pt x="54" y="32"/>
                    <a:pt x="52" y="32"/>
                  </a:cubicBezTo>
                  <a:cubicBezTo>
                    <a:pt x="51" y="32"/>
                    <a:pt x="49" y="33"/>
                    <a:pt x="47" y="35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0"/>
                    <a:pt x="53" y="61"/>
                    <a:pt x="54" y="61"/>
                  </a:cubicBezTo>
                  <a:cubicBezTo>
                    <a:pt x="55" y="61"/>
                    <a:pt x="56" y="60"/>
                    <a:pt x="58" y="59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9" y="49"/>
                    <a:pt x="71" y="46"/>
                    <a:pt x="71" y="43"/>
                  </a:cubicBezTo>
                  <a:cubicBezTo>
                    <a:pt x="71" y="41"/>
                    <a:pt x="70" y="40"/>
                    <a:pt x="68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41" y="80"/>
                    <a:pt x="41" y="80"/>
                    <a:pt x="41" y="80"/>
                  </a:cubicBezTo>
                  <a:lnTo>
                    <a:pt x="40" y="78"/>
                  </a:lnTo>
                  <a:close/>
                  <a:moveTo>
                    <a:pt x="42" y="79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0" y="39"/>
                    <a:pt x="71" y="41"/>
                    <a:pt x="71" y="43"/>
                  </a:cubicBezTo>
                  <a:cubicBezTo>
                    <a:pt x="71" y="46"/>
                    <a:pt x="70" y="49"/>
                    <a:pt x="66" y="53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7" y="61"/>
                    <a:pt x="55" y="62"/>
                    <a:pt x="54" y="62"/>
                  </a:cubicBezTo>
                  <a:cubicBezTo>
                    <a:pt x="53" y="62"/>
                    <a:pt x="51" y="61"/>
                    <a:pt x="49" y="58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9" y="32"/>
                    <a:pt x="50" y="31"/>
                    <a:pt x="52" y="31"/>
                  </a:cubicBezTo>
                  <a:cubicBezTo>
                    <a:pt x="54" y="31"/>
                    <a:pt x="56" y="32"/>
                    <a:pt x="57" y="34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7" y="23"/>
                    <a:pt x="48" y="24"/>
                    <a:pt x="48" y="26"/>
                  </a:cubicBezTo>
                  <a:cubicBezTo>
                    <a:pt x="48" y="28"/>
                    <a:pt x="47" y="29"/>
                    <a:pt x="44" y="3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6"/>
                    <a:pt x="20" y="25"/>
                    <a:pt x="20" y="23"/>
                  </a:cubicBezTo>
                  <a:cubicBezTo>
                    <a:pt x="20" y="22"/>
                    <a:pt x="21" y="20"/>
                    <a:pt x="23" y="19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2" y="10"/>
                    <a:pt x="35" y="9"/>
                    <a:pt x="38" y="9"/>
                  </a:cubicBezTo>
                  <a:cubicBezTo>
                    <a:pt x="40" y="9"/>
                    <a:pt x="42" y="10"/>
                    <a:pt x="44" y="12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2"/>
                    <a:pt x="6" y="31"/>
                    <a:pt x="8" y="31"/>
                  </a:cubicBezTo>
                  <a:cubicBezTo>
                    <a:pt x="10" y="31"/>
                    <a:pt x="12" y="32"/>
                    <a:pt x="14" y="35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3" y="68"/>
                    <a:pt x="45" y="70"/>
                    <a:pt x="45" y="72"/>
                  </a:cubicBezTo>
                  <a:cubicBezTo>
                    <a:pt x="45" y="74"/>
                    <a:pt x="43" y="75"/>
                    <a:pt x="40" y="78"/>
                  </a:cubicBezTo>
                  <a:lnTo>
                    <a:pt x="42" y="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6" name="Freeform 658">
              <a:extLst>
                <a:ext uri="{FF2B5EF4-FFF2-40B4-BE49-F238E27FC236}">
                  <a16:creationId xmlns:a16="http://schemas.microsoft.com/office/drawing/2014/main" id="{49C4014C-1B56-44C8-9F95-207CA2A081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92238" y="12379325"/>
              <a:ext cx="52388" cy="55562"/>
            </a:xfrm>
            <a:custGeom>
              <a:avLst/>
              <a:gdLst>
                <a:gd name="T0" fmla="*/ 29 w 82"/>
                <a:gd name="T1" fmla="*/ 85 h 87"/>
                <a:gd name="T2" fmla="*/ 32 w 82"/>
                <a:gd name="T3" fmla="*/ 73 h 87"/>
                <a:gd name="T4" fmla="*/ 13 w 82"/>
                <a:gd name="T5" fmla="*/ 38 h 87"/>
                <a:gd name="T6" fmla="*/ 1 w 82"/>
                <a:gd name="T7" fmla="*/ 35 h 87"/>
                <a:gd name="T8" fmla="*/ 0 w 82"/>
                <a:gd name="T9" fmla="*/ 33 h 87"/>
                <a:gd name="T10" fmla="*/ 17 w 82"/>
                <a:gd name="T11" fmla="*/ 23 h 87"/>
                <a:gd name="T12" fmla="*/ 70 w 82"/>
                <a:gd name="T13" fmla="*/ 51 h 87"/>
                <a:gd name="T14" fmla="*/ 70 w 82"/>
                <a:gd name="T15" fmla="*/ 51 h 87"/>
                <a:gd name="T16" fmla="*/ 51 w 82"/>
                <a:gd name="T17" fmla="*/ 17 h 87"/>
                <a:gd name="T18" fmla="*/ 39 w 82"/>
                <a:gd name="T19" fmla="*/ 14 h 87"/>
                <a:gd name="T20" fmla="*/ 38 w 82"/>
                <a:gd name="T21" fmla="*/ 12 h 87"/>
                <a:gd name="T22" fmla="*/ 59 w 82"/>
                <a:gd name="T23" fmla="*/ 0 h 87"/>
                <a:gd name="T24" fmla="*/ 60 w 82"/>
                <a:gd name="T25" fmla="*/ 2 h 87"/>
                <a:gd name="T26" fmla="*/ 57 w 82"/>
                <a:gd name="T27" fmla="*/ 14 h 87"/>
                <a:gd name="T28" fmla="*/ 82 w 82"/>
                <a:gd name="T29" fmla="*/ 58 h 87"/>
                <a:gd name="T30" fmla="*/ 73 w 82"/>
                <a:gd name="T31" fmla="*/ 63 h 87"/>
                <a:gd name="T32" fmla="*/ 18 w 82"/>
                <a:gd name="T33" fmla="*/ 34 h 87"/>
                <a:gd name="T34" fmla="*/ 18 w 82"/>
                <a:gd name="T35" fmla="*/ 34 h 87"/>
                <a:gd name="T36" fmla="*/ 38 w 82"/>
                <a:gd name="T37" fmla="*/ 70 h 87"/>
                <a:gd name="T38" fmla="*/ 50 w 82"/>
                <a:gd name="T39" fmla="*/ 73 h 87"/>
                <a:gd name="T40" fmla="*/ 51 w 82"/>
                <a:gd name="T41" fmla="*/ 75 h 87"/>
                <a:gd name="T42" fmla="*/ 30 w 82"/>
                <a:gd name="T43" fmla="*/ 87 h 87"/>
                <a:gd name="T44" fmla="*/ 29 w 82"/>
                <a:gd name="T45" fmla="*/ 8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2" h="87">
                  <a:moveTo>
                    <a:pt x="29" y="85"/>
                  </a:moveTo>
                  <a:cubicBezTo>
                    <a:pt x="35" y="82"/>
                    <a:pt x="36" y="80"/>
                    <a:pt x="32" y="73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32"/>
                    <a:pt x="7" y="32"/>
                    <a:pt x="1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8" y="10"/>
                    <a:pt x="46" y="10"/>
                    <a:pt x="39" y="14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4" y="5"/>
                    <a:pt x="53" y="7"/>
                    <a:pt x="57" y="14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73" y="63"/>
                    <a:pt x="73" y="63"/>
                    <a:pt x="73" y="6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42" y="77"/>
                    <a:pt x="44" y="77"/>
                    <a:pt x="50" y="73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30" y="87"/>
                    <a:pt x="30" y="87"/>
                    <a:pt x="30" y="87"/>
                  </a:cubicBezTo>
                  <a:lnTo>
                    <a:pt x="29" y="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7" name="Freeform 659">
              <a:extLst>
                <a:ext uri="{FF2B5EF4-FFF2-40B4-BE49-F238E27FC236}">
                  <a16:creationId xmlns:a16="http://schemas.microsoft.com/office/drawing/2014/main" id="{DB64AFCF-D17A-44E3-9DE1-670B67005D3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92238" y="12377738"/>
              <a:ext cx="52388" cy="57150"/>
            </a:xfrm>
            <a:custGeom>
              <a:avLst/>
              <a:gdLst>
                <a:gd name="T0" fmla="*/ 30 w 83"/>
                <a:gd name="T1" fmla="*/ 86 h 89"/>
                <a:gd name="T2" fmla="*/ 30 w 83"/>
                <a:gd name="T3" fmla="*/ 86 h 89"/>
                <a:gd name="T4" fmla="*/ 30 w 83"/>
                <a:gd name="T5" fmla="*/ 86 h 89"/>
                <a:gd name="T6" fmla="*/ 35 w 83"/>
                <a:gd name="T7" fmla="*/ 80 h 89"/>
                <a:gd name="T8" fmla="*/ 14 w 83"/>
                <a:gd name="T9" fmla="*/ 40 h 89"/>
                <a:gd name="T10" fmla="*/ 2 w 83"/>
                <a:gd name="T11" fmla="*/ 37 h 89"/>
                <a:gd name="T12" fmla="*/ 0 w 83"/>
                <a:gd name="T13" fmla="*/ 34 h 89"/>
                <a:gd name="T14" fmla="*/ 71 w 83"/>
                <a:gd name="T15" fmla="*/ 51 h 89"/>
                <a:gd name="T16" fmla="*/ 46 w 83"/>
                <a:gd name="T17" fmla="*/ 13 h 89"/>
                <a:gd name="T18" fmla="*/ 40 w 83"/>
                <a:gd name="T19" fmla="*/ 15 h 89"/>
                <a:gd name="T20" fmla="*/ 60 w 83"/>
                <a:gd name="T21" fmla="*/ 0 h 89"/>
                <a:gd name="T22" fmla="*/ 61 w 83"/>
                <a:gd name="T23" fmla="*/ 3 h 89"/>
                <a:gd name="T24" fmla="*/ 58 w 83"/>
                <a:gd name="T25" fmla="*/ 14 h 89"/>
                <a:gd name="T26" fmla="*/ 74 w 83"/>
                <a:gd name="T27" fmla="*/ 64 h 89"/>
                <a:gd name="T28" fmla="*/ 39 w 83"/>
                <a:gd name="T29" fmla="*/ 71 h 89"/>
                <a:gd name="T30" fmla="*/ 51 w 83"/>
                <a:gd name="T31" fmla="*/ 74 h 89"/>
                <a:gd name="T32" fmla="*/ 53 w 83"/>
                <a:gd name="T33" fmla="*/ 77 h 89"/>
                <a:gd name="T34" fmla="*/ 30 w 83"/>
                <a:gd name="T35" fmla="*/ 86 h 89"/>
                <a:gd name="T36" fmla="*/ 52 w 83"/>
                <a:gd name="T37" fmla="*/ 76 h 89"/>
                <a:gd name="T38" fmla="*/ 45 w 83"/>
                <a:gd name="T39" fmla="*/ 77 h 89"/>
                <a:gd name="T40" fmla="*/ 18 w 83"/>
                <a:gd name="T41" fmla="*/ 35 h 89"/>
                <a:gd name="T42" fmla="*/ 19 w 83"/>
                <a:gd name="T43" fmla="*/ 34 h 89"/>
                <a:gd name="T44" fmla="*/ 83 w 83"/>
                <a:gd name="T45" fmla="*/ 59 h 89"/>
                <a:gd name="T46" fmla="*/ 55 w 83"/>
                <a:gd name="T47" fmla="*/ 9 h 89"/>
                <a:gd name="T48" fmla="*/ 60 w 83"/>
                <a:gd name="T49" fmla="*/ 1 h 89"/>
                <a:gd name="T50" fmla="*/ 40 w 83"/>
                <a:gd name="T51" fmla="*/ 14 h 89"/>
                <a:gd name="T52" fmla="*/ 52 w 83"/>
                <a:gd name="T53" fmla="*/ 18 h 89"/>
                <a:gd name="T54" fmla="*/ 72 w 83"/>
                <a:gd name="T55" fmla="*/ 52 h 89"/>
                <a:gd name="T56" fmla="*/ 18 w 83"/>
                <a:gd name="T57" fmla="*/ 25 h 89"/>
                <a:gd name="T58" fmla="*/ 2 w 83"/>
                <a:gd name="T59" fmla="*/ 36 h 89"/>
                <a:gd name="T60" fmla="*/ 14 w 83"/>
                <a:gd name="T61" fmla="*/ 39 h 89"/>
                <a:gd name="T62" fmla="*/ 36 w 83"/>
                <a:gd name="T63" fmla="*/ 80 h 89"/>
                <a:gd name="T64" fmla="*/ 31 w 83"/>
                <a:gd name="T65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3" h="89">
                  <a:moveTo>
                    <a:pt x="30" y="86"/>
                  </a:moveTo>
                  <a:cubicBezTo>
                    <a:pt x="30" y="86"/>
                    <a:pt x="30" y="86"/>
                    <a:pt x="30" y="86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4" y="84"/>
                    <a:pt x="35" y="82"/>
                    <a:pt x="35" y="80"/>
                  </a:cubicBezTo>
                  <a:cubicBezTo>
                    <a:pt x="35" y="79"/>
                    <a:pt x="35" y="77"/>
                    <a:pt x="33" y="7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1" y="36"/>
                    <a:pt x="10" y="34"/>
                    <a:pt x="8" y="34"/>
                  </a:cubicBezTo>
                  <a:cubicBezTo>
                    <a:pt x="6" y="34"/>
                    <a:pt x="5" y="35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0" y="14"/>
                    <a:pt x="48" y="13"/>
                    <a:pt x="46" y="13"/>
                  </a:cubicBezTo>
                  <a:cubicBezTo>
                    <a:pt x="45" y="13"/>
                    <a:pt x="43" y="13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8" y="5"/>
                    <a:pt x="56" y="7"/>
                    <a:pt x="56" y="9"/>
                  </a:cubicBezTo>
                  <a:cubicBezTo>
                    <a:pt x="56" y="10"/>
                    <a:pt x="57" y="12"/>
                    <a:pt x="58" y="14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42" y="75"/>
                    <a:pt x="43" y="76"/>
                    <a:pt x="45" y="76"/>
                  </a:cubicBezTo>
                  <a:cubicBezTo>
                    <a:pt x="47" y="76"/>
                    <a:pt x="48" y="76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31" y="89"/>
                    <a:pt x="31" y="89"/>
                    <a:pt x="31" y="89"/>
                  </a:cubicBezTo>
                  <a:lnTo>
                    <a:pt x="30" y="86"/>
                  </a:lnTo>
                  <a:close/>
                  <a:moveTo>
                    <a:pt x="31" y="88"/>
                  </a:moveTo>
                  <a:cubicBezTo>
                    <a:pt x="52" y="76"/>
                    <a:pt x="52" y="76"/>
                    <a:pt x="52" y="76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49" y="76"/>
                    <a:pt x="47" y="77"/>
                    <a:pt x="45" y="77"/>
                  </a:cubicBezTo>
                  <a:cubicBezTo>
                    <a:pt x="43" y="77"/>
                    <a:pt x="41" y="75"/>
                    <a:pt x="39" y="71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6" y="12"/>
                    <a:pt x="55" y="10"/>
                    <a:pt x="55" y="9"/>
                  </a:cubicBezTo>
                  <a:cubicBezTo>
                    <a:pt x="55" y="6"/>
                    <a:pt x="57" y="5"/>
                    <a:pt x="61" y="3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3" y="13"/>
                    <a:pt x="45" y="12"/>
                    <a:pt x="46" y="12"/>
                  </a:cubicBezTo>
                  <a:cubicBezTo>
                    <a:pt x="49" y="12"/>
                    <a:pt x="50" y="14"/>
                    <a:pt x="52" y="18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5"/>
                    <a:pt x="6" y="34"/>
                    <a:pt x="8" y="34"/>
                  </a:cubicBezTo>
                  <a:cubicBezTo>
                    <a:pt x="10" y="34"/>
                    <a:pt x="12" y="36"/>
                    <a:pt x="14" y="39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7"/>
                    <a:pt x="36" y="79"/>
                    <a:pt x="36" y="80"/>
                  </a:cubicBezTo>
                  <a:cubicBezTo>
                    <a:pt x="36" y="83"/>
                    <a:pt x="34" y="84"/>
                    <a:pt x="31" y="86"/>
                  </a:cubicBezTo>
                  <a:lnTo>
                    <a:pt x="31" y="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8" name="Freeform 660">
              <a:extLst>
                <a:ext uri="{FF2B5EF4-FFF2-40B4-BE49-F238E27FC236}">
                  <a16:creationId xmlns:a16="http://schemas.microsoft.com/office/drawing/2014/main" id="{E3A5E884-3C6C-43B1-B9CF-CF2DFBB750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47800" y="12366625"/>
              <a:ext cx="36513" cy="44450"/>
            </a:xfrm>
            <a:custGeom>
              <a:avLst/>
              <a:gdLst>
                <a:gd name="T0" fmla="*/ 39 w 57"/>
                <a:gd name="T1" fmla="*/ 15 h 69"/>
                <a:gd name="T2" fmla="*/ 22 w 57"/>
                <a:gd name="T3" fmla="*/ 7 h 69"/>
                <a:gd name="T4" fmla="*/ 12 w 57"/>
                <a:gd name="T5" fmla="*/ 19 h 69"/>
                <a:gd name="T6" fmla="*/ 41 w 57"/>
                <a:gd name="T7" fmla="*/ 30 h 69"/>
                <a:gd name="T8" fmla="*/ 54 w 57"/>
                <a:gd name="T9" fmla="*/ 41 h 69"/>
                <a:gd name="T10" fmla="*/ 33 w 57"/>
                <a:gd name="T11" fmla="*/ 66 h 69"/>
                <a:gd name="T12" fmla="*/ 14 w 57"/>
                <a:gd name="T13" fmla="*/ 69 h 69"/>
                <a:gd name="T14" fmla="*/ 9 w 57"/>
                <a:gd name="T15" fmla="*/ 54 h 69"/>
                <a:gd name="T16" fmla="*/ 12 w 57"/>
                <a:gd name="T17" fmla="*/ 53 h 69"/>
                <a:gd name="T18" fmla="*/ 32 w 57"/>
                <a:gd name="T19" fmla="*/ 61 h 69"/>
                <a:gd name="T20" fmla="*/ 43 w 57"/>
                <a:gd name="T21" fmla="*/ 48 h 69"/>
                <a:gd name="T22" fmla="*/ 17 w 57"/>
                <a:gd name="T23" fmla="*/ 37 h 69"/>
                <a:gd name="T24" fmla="*/ 2 w 57"/>
                <a:gd name="T25" fmla="*/ 25 h 69"/>
                <a:gd name="T26" fmla="*/ 21 w 57"/>
                <a:gd name="T27" fmla="*/ 3 h 69"/>
                <a:gd name="T28" fmla="*/ 37 w 57"/>
                <a:gd name="T29" fmla="*/ 0 h 69"/>
                <a:gd name="T30" fmla="*/ 42 w 57"/>
                <a:gd name="T31" fmla="*/ 14 h 69"/>
                <a:gd name="T32" fmla="*/ 39 w 57"/>
                <a:gd name="T33" fmla="*/ 1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69">
                  <a:moveTo>
                    <a:pt x="39" y="15"/>
                  </a:moveTo>
                  <a:cubicBezTo>
                    <a:pt x="37" y="10"/>
                    <a:pt x="32" y="4"/>
                    <a:pt x="22" y="7"/>
                  </a:cubicBezTo>
                  <a:cubicBezTo>
                    <a:pt x="14" y="10"/>
                    <a:pt x="10" y="15"/>
                    <a:pt x="12" y="19"/>
                  </a:cubicBezTo>
                  <a:cubicBezTo>
                    <a:pt x="14" y="28"/>
                    <a:pt x="32" y="27"/>
                    <a:pt x="41" y="30"/>
                  </a:cubicBezTo>
                  <a:cubicBezTo>
                    <a:pt x="47" y="32"/>
                    <a:pt x="52" y="35"/>
                    <a:pt x="54" y="41"/>
                  </a:cubicBezTo>
                  <a:cubicBezTo>
                    <a:pt x="57" y="54"/>
                    <a:pt x="48" y="62"/>
                    <a:pt x="33" y="66"/>
                  </a:cubicBezTo>
                  <a:cubicBezTo>
                    <a:pt x="25" y="68"/>
                    <a:pt x="18" y="69"/>
                    <a:pt x="14" y="69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5" y="58"/>
                    <a:pt x="19" y="65"/>
                    <a:pt x="32" y="61"/>
                  </a:cubicBezTo>
                  <a:cubicBezTo>
                    <a:pt x="41" y="59"/>
                    <a:pt x="45" y="53"/>
                    <a:pt x="43" y="48"/>
                  </a:cubicBezTo>
                  <a:cubicBezTo>
                    <a:pt x="41" y="39"/>
                    <a:pt x="28" y="39"/>
                    <a:pt x="17" y="37"/>
                  </a:cubicBezTo>
                  <a:cubicBezTo>
                    <a:pt x="10" y="35"/>
                    <a:pt x="4" y="32"/>
                    <a:pt x="2" y="25"/>
                  </a:cubicBezTo>
                  <a:cubicBezTo>
                    <a:pt x="0" y="15"/>
                    <a:pt x="6" y="7"/>
                    <a:pt x="21" y="3"/>
                  </a:cubicBezTo>
                  <a:cubicBezTo>
                    <a:pt x="27" y="1"/>
                    <a:pt x="34" y="0"/>
                    <a:pt x="37" y="0"/>
                  </a:cubicBezTo>
                  <a:cubicBezTo>
                    <a:pt x="42" y="14"/>
                    <a:pt x="42" y="14"/>
                    <a:pt x="42" y="14"/>
                  </a:cubicBezTo>
                  <a:lnTo>
                    <a:pt x="39" y="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9" name="Freeform 661">
              <a:extLst>
                <a:ext uri="{FF2B5EF4-FFF2-40B4-BE49-F238E27FC236}">
                  <a16:creationId xmlns:a16="http://schemas.microsoft.com/office/drawing/2014/main" id="{0AFA7FAE-26A9-4282-A2BA-C6A8EC75C3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49388" y="12366625"/>
              <a:ext cx="33338" cy="44450"/>
            </a:xfrm>
            <a:custGeom>
              <a:avLst/>
              <a:gdLst>
                <a:gd name="T0" fmla="*/ 8 w 54"/>
                <a:gd name="T1" fmla="*/ 54 h 69"/>
                <a:gd name="T2" fmla="*/ 11 w 54"/>
                <a:gd name="T3" fmla="*/ 53 h 69"/>
                <a:gd name="T4" fmla="*/ 11 w 54"/>
                <a:gd name="T5" fmla="*/ 53 h 69"/>
                <a:gd name="T6" fmla="*/ 25 w 54"/>
                <a:gd name="T7" fmla="*/ 62 h 69"/>
                <a:gd name="T8" fmla="*/ 31 w 54"/>
                <a:gd name="T9" fmla="*/ 61 h 69"/>
                <a:gd name="T10" fmla="*/ 42 w 54"/>
                <a:gd name="T11" fmla="*/ 50 h 69"/>
                <a:gd name="T12" fmla="*/ 42 w 54"/>
                <a:gd name="T13" fmla="*/ 48 h 69"/>
                <a:gd name="T14" fmla="*/ 16 w 54"/>
                <a:gd name="T15" fmla="*/ 37 h 69"/>
                <a:gd name="T16" fmla="*/ 1 w 54"/>
                <a:gd name="T17" fmla="*/ 25 h 69"/>
                <a:gd name="T18" fmla="*/ 0 w 54"/>
                <a:gd name="T19" fmla="*/ 21 h 69"/>
                <a:gd name="T20" fmla="*/ 20 w 54"/>
                <a:gd name="T21" fmla="*/ 3 h 69"/>
                <a:gd name="T22" fmla="*/ 36 w 54"/>
                <a:gd name="T23" fmla="*/ 0 h 69"/>
                <a:gd name="T24" fmla="*/ 37 w 54"/>
                <a:gd name="T25" fmla="*/ 0 h 69"/>
                <a:gd name="T26" fmla="*/ 41 w 54"/>
                <a:gd name="T27" fmla="*/ 14 h 69"/>
                <a:gd name="T28" fmla="*/ 38 w 54"/>
                <a:gd name="T29" fmla="*/ 15 h 69"/>
                <a:gd name="T30" fmla="*/ 38 w 54"/>
                <a:gd name="T31" fmla="*/ 15 h 69"/>
                <a:gd name="T32" fmla="*/ 38 w 54"/>
                <a:gd name="T33" fmla="*/ 15 h 69"/>
                <a:gd name="T34" fmla="*/ 26 w 54"/>
                <a:gd name="T35" fmla="*/ 7 h 69"/>
                <a:gd name="T36" fmla="*/ 21 w 54"/>
                <a:gd name="T37" fmla="*/ 8 h 69"/>
                <a:gd name="T38" fmla="*/ 11 w 54"/>
                <a:gd name="T39" fmla="*/ 17 h 69"/>
                <a:gd name="T40" fmla="*/ 11 w 54"/>
                <a:gd name="T41" fmla="*/ 19 h 69"/>
                <a:gd name="T42" fmla="*/ 40 w 54"/>
                <a:gd name="T43" fmla="*/ 30 h 69"/>
                <a:gd name="T44" fmla="*/ 53 w 54"/>
                <a:gd name="T45" fmla="*/ 41 h 69"/>
                <a:gd name="T46" fmla="*/ 54 w 54"/>
                <a:gd name="T47" fmla="*/ 46 h 69"/>
                <a:gd name="T48" fmla="*/ 32 w 54"/>
                <a:gd name="T49" fmla="*/ 66 h 69"/>
                <a:gd name="T50" fmla="*/ 13 w 54"/>
                <a:gd name="T51" fmla="*/ 69 h 69"/>
                <a:gd name="T52" fmla="*/ 13 w 54"/>
                <a:gd name="T53" fmla="*/ 69 h 69"/>
                <a:gd name="T54" fmla="*/ 8 w 54"/>
                <a:gd name="T55" fmla="*/ 54 h 69"/>
                <a:gd name="T56" fmla="*/ 9 w 54"/>
                <a:gd name="T57" fmla="*/ 54 h 69"/>
                <a:gd name="T58" fmla="*/ 13 w 54"/>
                <a:gd name="T59" fmla="*/ 68 h 69"/>
                <a:gd name="T60" fmla="*/ 31 w 54"/>
                <a:gd name="T61" fmla="*/ 66 h 69"/>
                <a:gd name="T62" fmla="*/ 53 w 54"/>
                <a:gd name="T63" fmla="*/ 46 h 69"/>
                <a:gd name="T64" fmla="*/ 52 w 54"/>
                <a:gd name="T65" fmla="*/ 41 h 69"/>
                <a:gd name="T66" fmla="*/ 40 w 54"/>
                <a:gd name="T67" fmla="*/ 31 h 69"/>
                <a:gd name="T68" fmla="*/ 10 w 54"/>
                <a:gd name="T69" fmla="*/ 19 h 69"/>
                <a:gd name="T70" fmla="*/ 10 w 54"/>
                <a:gd name="T71" fmla="*/ 17 h 69"/>
                <a:gd name="T72" fmla="*/ 21 w 54"/>
                <a:gd name="T73" fmla="*/ 7 h 69"/>
                <a:gd name="T74" fmla="*/ 26 w 54"/>
                <a:gd name="T75" fmla="*/ 6 h 69"/>
                <a:gd name="T76" fmla="*/ 38 w 54"/>
                <a:gd name="T77" fmla="*/ 14 h 69"/>
                <a:gd name="T78" fmla="*/ 41 w 54"/>
                <a:gd name="T79" fmla="*/ 13 h 69"/>
                <a:gd name="T80" fmla="*/ 36 w 54"/>
                <a:gd name="T81" fmla="*/ 0 h 69"/>
                <a:gd name="T82" fmla="*/ 20 w 54"/>
                <a:gd name="T83" fmla="*/ 3 h 69"/>
                <a:gd name="T84" fmla="*/ 1 w 54"/>
                <a:gd name="T85" fmla="*/ 21 h 69"/>
                <a:gd name="T86" fmla="*/ 2 w 54"/>
                <a:gd name="T87" fmla="*/ 25 h 69"/>
                <a:gd name="T88" fmla="*/ 16 w 54"/>
                <a:gd name="T89" fmla="*/ 36 h 69"/>
                <a:gd name="T90" fmla="*/ 42 w 54"/>
                <a:gd name="T91" fmla="*/ 48 h 69"/>
                <a:gd name="T92" fmla="*/ 43 w 54"/>
                <a:gd name="T93" fmla="*/ 50 h 69"/>
                <a:gd name="T94" fmla="*/ 31 w 54"/>
                <a:gd name="T95" fmla="*/ 62 h 69"/>
                <a:gd name="T96" fmla="*/ 25 w 54"/>
                <a:gd name="T97" fmla="*/ 63 h 69"/>
                <a:gd name="T98" fmla="*/ 11 w 54"/>
                <a:gd name="T99" fmla="*/ 54 h 69"/>
                <a:gd name="T100" fmla="*/ 9 w 54"/>
                <a:gd name="T101" fmla="*/ 54 h 69"/>
                <a:gd name="T102" fmla="*/ 38 w 54"/>
                <a:gd name="T103" fmla="*/ 15 h 69"/>
                <a:gd name="T104" fmla="*/ 38 w 54"/>
                <a:gd name="T105" fmla="*/ 14 h 69"/>
                <a:gd name="T106" fmla="*/ 38 w 54"/>
                <a:gd name="T107" fmla="*/ 1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4" h="69">
                  <a:moveTo>
                    <a:pt x="8" y="54"/>
                  </a:moveTo>
                  <a:cubicBezTo>
                    <a:pt x="11" y="53"/>
                    <a:pt x="11" y="53"/>
                    <a:pt x="11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3" y="57"/>
                    <a:pt x="17" y="62"/>
                    <a:pt x="25" y="62"/>
                  </a:cubicBezTo>
                  <a:cubicBezTo>
                    <a:pt x="27" y="62"/>
                    <a:pt x="29" y="62"/>
                    <a:pt x="31" y="61"/>
                  </a:cubicBezTo>
                  <a:cubicBezTo>
                    <a:pt x="39" y="59"/>
                    <a:pt x="42" y="55"/>
                    <a:pt x="42" y="50"/>
                  </a:cubicBezTo>
                  <a:cubicBezTo>
                    <a:pt x="42" y="50"/>
                    <a:pt x="42" y="49"/>
                    <a:pt x="42" y="48"/>
                  </a:cubicBezTo>
                  <a:cubicBezTo>
                    <a:pt x="39" y="40"/>
                    <a:pt x="27" y="40"/>
                    <a:pt x="16" y="37"/>
                  </a:cubicBezTo>
                  <a:cubicBezTo>
                    <a:pt x="9" y="35"/>
                    <a:pt x="3" y="32"/>
                    <a:pt x="1" y="25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13"/>
                    <a:pt x="7" y="6"/>
                    <a:pt x="20" y="3"/>
                  </a:cubicBezTo>
                  <a:cubicBezTo>
                    <a:pt x="26" y="1"/>
                    <a:pt x="33" y="0"/>
                    <a:pt x="36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6" y="11"/>
                    <a:pt x="33" y="7"/>
                    <a:pt x="26" y="7"/>
                  </a:cubicBezTo>
                  <a:cubicBezTo>
                    <a:pt x="25" y="7"/>
                    <a:pt x="23" y="7"/>
                    <a:pt x="21" y="8"/>
                  </a:cubicBezTo>
                  <a:cubicBezTo>
                    <a:pt x="14" y="10"/>
                    <a:pt x="11" y="13"/>
                    <a:pt x="11" y="17"/>
                  </a:cubicBezTo>
                  <a:cubicBezTo>
                    <a:pt x="11" y="18"/>
                    <a:pt x="11" y="18"/>
                    <a:pt x="11" y="19"/>
                  </a:cubicBezTo>
                  <a:cubicBezTo>
                    <a:pt x="13" y="27"/>
                    <a:pt x="31" y="27"/>
                    <a:pt x="40" y="30"/>
                  </a:cubicBezTo>
                  <a:cubicBezTo>
                    <a:pt x="46" y="32"/>
                    <a:pt x="51" y="35"/>
                    <a:pt x="53" y="41"/>
                  </a:cubicBezTo>
                  <a:cubicBezTo>
                    <a:pt x="53" y="43"/>
                    <a:pt x="54" y="45"/>
                    <a:pt x="54" y="46"/>
                  </a:cubicBezTo>
                  <a:cubicBezTo>
                    <a:pt x="54" y="56"/>
                    <a:pt x="45" y="63"/>
                    <a:pt x="32" y="66"/>
                  </a:cubicBezTo>
                  <a:cubicBezTo>
                    <a:pt x="24" y="69"/>
                    <a:pt x="17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lnTo>
                    <a:pt x="8" y="54"/>
                  </a:lnTo>
                  <a:close/>
                  <a:moveTo>
                    <a:pt x="9" y="54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17" y="68"/>
                    <a:pt x="24" y="68"/>
                    <a:pt x="31" y="66"/>
                  </a:cubicBezTo>
                  <a:cubicBezTo>
                    <a:pt x="44" y="62"/>
                    <a:pt x="53" y="56"/>
                    <a:pt x="53" y="46"/>
                  </a:cubicBezTo>
                  <a:cubicBezTo>
                    <a:pt x="53" y="45"/>
                    <a:pt x="53" y="43"/>
                    <a:pt x="52" y="41"/>
                  </a:cubicBezTo>
                  <a:cubicBezTo>
                    <a:pt x="50" y="35"/>
                    <a:pt x="46" y="33"/>
                    <a:pt x="40" y="31"/>
                  </a:cubicBezTo>
                  <a:cubicBezTo>
                    <a:pt x="31" y="28"/>
                    <a:pt x="13" y="28"/>
                    <a:pt x="10" y="19"/>
                  </a:cubicBezTo>
                  <a:cubicBezTo>
                    <a:pt x="10" y="19"/>
                    <a:pt x="10" y="18"/>
                    <a:pt x="10" y="17"/>
                  </a:cubicBezTo>
                  <a:cubicBezTo>
                    <a:pt x="10" y="13"/>
                    <a:pt x="14" y="9"/>
                    <a:pt x="21" y="7"/>
                  </a:cubicBezTo>
                  <a:cubicBezTo>
                    <a:pt x="23" y="6"/>
                    <a:pt x="25" y="6"/>
                    <a:pt x="26" y="6"/>
                  </a:cubicBezTo>
                  <a:cubicBezTo>
                    <a:pt x="33" y="6"/>
                    <a:pt x="36" y="10"/>
                    <a:pt x="38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3" y="1"/>
                    <a:pt x="26" y="1"/>
                    <a:pt x="20" y="3"/>
                  </a:cubicBezTo>
                  <a:cubicBezTo>
                    <a:pt x="7" y="7"/>
                    <a:pt x="1" y="13"/>
                    <a:pt x="1" y="21"/>
                  </a:cubicBezTo>
                  <a:cubicBezTo>
                    <a:pt x="1" y="22"/>
                    <a:pt x="1" y="23"/>
                    <a:pt x="2" y="25"/>
                  </a:cubicBezTo>
                  <a:cubicBezTo>
                    <a:pt x="4" y="32"/>
                    <a:pt x="10" y="34"/>
                    <a:pt x="16" y="36"/>
                  </a:cubicBezTo>
                  <a:cubicBezTo>
                    <a:pt x="27" y="39"/>
                    <a:pt x="40" y="39"/>
                    <a:pt x="42" y="48"/>
                  </a:cubicBezTo>
                  <a:cubicBezTo>
                    <a:pt x="43" y="49"/>
                    <a:pt x="43" y="50"/>
                    <a:pt x="43" y="50"/>
                  </a:cubicBezTo>
                  <a:cubicBezTo>
                    <a:pt x="43" y="55"/>
                    <a:pt x="39" y="60"/>
                    <a:pt x="31" y="62"/>
                  </a:cubicBezTo>
                  <a:cubicBezTo>
                    <a:pt x="29" y="62"/>
                    <a:pt x="27" y="63"/>
                    <a:pt x="25" y="63"/>
                  </a:cubicBezTo>
                  <a:cubicBezTo>
                    <a:pt x="17" y="63"/>
                    <a:pt x="13" y="57"/>
                    <a:pt x="11" y="54"/>
                  </a:cubicBezTo>
                  <a:lnTo>
                    <a:pt x="9" y="54"/>
                  </a:lnTo>
                  <a:close/>
                  <a:moveTo>
                    <a:pt x="38" y="15"/>
                  </a:moveTo>
                  <a:cubicBezTo>
                    <a:pt x="38" y="14"/>
                    <a:pt x="38" y="14"/>
                    <a:pt x="38" y="14"/>
                  </a:cubicBezTo>
                  <a:lnTo>
                    <a:pt x="38" y="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0" name="Freeform 662">
              <a:extLst>
                <a:ext uri="{FF2B5EF4-FFF2-40B4-BE49-F238E27FC236}">
                  <a16:creationId xmlns:a16="http://schemas.microsoft.com/office/drawing/2014/main" id="{88C7E746-F767-4FD2-B4B7-673BD0C315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90663" y="12360275"/>
              <a:ext cx="42863" cy="41275"/>
            </a:xfrm>
            <a:custGeom>
              <a:avLst/>
              <a:gdLst>
                <a:gd name="T0" fmla="*/ 2 w 66"/>
                <a:gd name="T1" fmla="*/ 62 h 64"/>
                <a:gd name="T2" fmla="*/ 10 w 66"/>
                <a:gd name="T3" fmla="*/ 53 h 64"/>
                <a:gd name="T4" fmla="*/ 9 w 66"/>
                <a:gd name="T5" fmla="*/ 13 h 64"/>
                <a:gd name="T6" fmla="*/ 0 w 66"/>
                <a:gd name="T7" fmla="*/ 4 h 64"/>
                <a:gd name="T8" fmla="*/ 0 w 66"/>
                <a:gd name="T9" fmla="*/ 2 h 64"/>
                <a:gd name="T10" fmla="*/ 27 w 66"/>
                <a:gd name="T11" fmla="*/ 1 h 64"/>
                <a:gd name="T12" fmla="*/ 27 w 66"/>
                <a:gd name="T13" fmla="*/ 3 h 64"/>
                <a:gd name="T14" fmla="*/ 20 w 66"/>
                <a:gd name="T15" fmla="*/ 12 h 64"/>
                <a:gd name="T16" fmla="*/ 21 w 66"/>
                <a:gd name="T17" fmla="*/ 31 h 64"/>
                <a:gd name="T18" fmla="*/ 21 w 66"/>
                <a:gd name="T19" fmla="*/ 31 h 64"/>
                <a:gd name="T20" fmla="*/ 38 w 66"/>
                <a:gd name="T21" fmla="*/ 10 h 64"/>
                <a:gd name="T22" fmla="*/ 41 w 66"/>
                <a:gd name="T23" fmla="*/ 4 h 64"/>
                <a:gd name="T24" fmla="*/ 35 w 66"/>
                <a:gd name="T25" fmla="*/ 3 h 64"/>
                <a:gd name="T26" fmla="*/ 35 w 66"/>
                <a:gd name="T27" fmla="*/ 1 h 64"/>
                <a:gd name="T28" fmla="*/ 60 w 66"/>
                <a:gd name="T29" fmla="*/ 0 h 64"/>
                <a:gd name="T30" fmla="*/ 60 w 66"/>
                <a:gd name="T31" fmla="*/ 2 h 64"/>
                <a:gd name="T32" fmla="*/ 44 w 66"/>
                <a:gd name="T33" fmla="*/ 11 h 64"/>
                <a:gd name="T34" fmla="*/ 31 w 66"/>
                <a:gd name="T35" fmla="*/ 28 h 64"/>
                <a:gd name="T36" fmla="*/ 51 w 66"/>
                <a:gd name="T37" fmla="*/ 51 h 64"/>
                <a:gd name="T38" fmla="*/ 66 w 66"/>
                <a:gd name="T39" fmla="*/ 59 h 64"/>
                <a:gd name="T40" fmla="*/ 66 w 66"/>
                <a:gd name="T41" fmla="*/ 61 h 64"/>
                <a:gd name="T42" fmla="*/ 36 w 66"/>
                <a:gd name="T43" fmla="*/ 63 h 64"/>
                <a:gd name="T44" fmla="*/ 36 w 66"/>
                <a:gd name="T45" fmla="*/ 60 h 64"/>
                <a:gd name="T46" fmla="*/ 42 w 66"/>
                <a:gd name="T47" fmla="*/ 58 h 64"/>
                <a:gd name="T48" fmla="*/ 39 w 66"/>
                <a:gd name="T49" fmla="*/ 53 h 64"/>
                <a:gd name="T50" fmla="*/ 21 w 66"/>
                <a:gd name="T51" fmla="*/ 32 h 64"/>
                <a:gd name="T52" fmla="*/ 21 w 66"/>
                <a:gd name="T53" fmla="*/ 32 h 64"/>
                <a:gd name="T54" fmla="*/ 22 w 66"/>
                <a:gd name="T55" fmla="*/ 52 h 64"/>
                <a:gd name="T56" fmla="*/ 30 w 66"/>
                <a:gd name="T57" fmla="*/ 61 h 64"/>
                <a:gd name="T58" fmla="*/ 30 w 66"/>
                <a:gd name="T59" fmla="*/ 63 h 64"/>
                <a:gd name="T60" fmla="*/ 2 w 66"/>
                <a:gd name="T61" fmla="*/ 64 h 64"/>
                <a:gd name="T62" fmla="*/ 2 w 66"/>
                <a:gd name="T63" fmla="*/ 6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64">
                  <a:moveTo>
                    <a:pt x="2" y="62"/>
                  </a:moveTo>
                  <a:cubicBezTo>
                    <a:pt x="9" y="61"/>
                    <a:pt x="11" y="60"/>
                    <a:pt x="10" y="5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5"/>
                    <a:pt x="7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1" y="4"/>
                    <a:pt x="20" y="5"/>
                    <a:pt x="20" y="12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8"/>
                    <a:pt x="41" y="5"/>
                    <a:pt x="41" y="4"/>
                  </a:cubicBezTo>
                  <a:cubicBezTo>
                    <a:pt x="41" y="3"/>
                    <a:pt x="39" y="3"/>
                    <a:pt x="35" y="3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2" y="2"/>
                    <a:pt x="49" y="5"/>
                    <a:pt x="44" y="11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4" y="55"/>
                    <a:pt x="59" y="59"/>
                    <a:pt x="66" y="59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9" y="60"/>
                    <a:pt x="42" y="60"/>
                    <a:pt x="42" y="58"/>
                  </a:cubicBezTo>
                  <a:cubicBezTo>
                    <a:pt x="42" y="57"/>
                    <a:pt x="40" y="55"/>
                    <a:pt x="39" y="53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60"/>
                    <a:pt x="24" y="61"/>
                    <a:pt x="30" y="61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2" y="64"/>
                    <a:pt x="2" y="64"/>
                    <a:pt x="2" y="64"/>
                  </a:cubicBezTo>
                  <a:lnTo>
                    <a:pt x="2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1" name="Freeform 663">
              <a:extLst>
                <a:ext uri="{FF2B5EF4-FFF2-40B4-BE49-F238E27FC236}">
                  <a16:creationId xmlns:a16="http://schemas.microsoft.com/office/drawing/2014/main" id="{5387A3E6-26D5-4ED9-BBFE-DD658A8371D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90663" y="12360275"/>
              <a:ext cx="42863" cy="41275"/>
            </a:xfrm>
            <a:custGeom>
              <a:avLst/>
              <a:gdLst>
                <a:gd name="T0" fmla="*/ 3 w 67"/>
                <a:gd name="T1" fmla="*/ 63 h 65"/>
                <a:gd name="T2" fmla="*/ 3 w 67"/>
                <a:gd name="T3" fmla="*/ 63 h 65"/>
                <a:gd name="T4" fmla="*/ 3 w 67"/>
                <a:gd name="T5" fmla="*/ 63 h 65"/>
                <a:gd name="T6" fmla="*/ 3 w 67"/>
                <a:gd name="T7" fmla="*/ 62 h 65"/>
                <a:gd name="T8" fmla="*/ 11 w 67"/>
                <a:gd name="T9" fmla="*/ 54 h 65"/>
                <a:gd name="T10" fmla="*/ 2 w 67"/>
                <a:gd name="T11" fmla="*/ 6 h 65"/>
                <a:gd name="T12" fmla="*/ 0 w 67"/>
                <a:gd name="T13" fmla="*/ 6 h 65"/>
                <a:gd name="T14" fmla="*/ 28 w 67"/>
                <a:gd name="T15" fmla="*/ 2 h 65"/>
                <a:gd name="T16" fmla="*/ 28 w 67"/>
                <a:gd name="T17" fmla="*/ 5 h 65"/>
                <a:gd name="T18" fmla="*/ 21 w 67"/>
                <a:gd name="T19" fmla="*/ 13 h 65"/>
                <a:gd name="T20" fmla="*/ 39 w 67"/>
                <a:gd name="T21" fmla="*/ 10 h 65"/>
                <a:gd name="T22" fmla="*/ 41 w 67"/>
                <a:gd name="T23" fmla="*/ 5 h 65"/>
                <a:gd name="T24" fmla="*/ 36 w 67"/>
                <a:gd name="T25" fmla="*/ 4 h 65"/>
                <a:gd name="T26" fmla="*/ 35 w 67"/>
                <a:gd name="T27" fmla="*/ 1 h 65"/>
                <a:gd name="T28" fmla="*/ 61 w 67"/>
                <a:gd name="T29" fmla="*/ 3 h 65"/>
                <a:gd name="T30" fmla="*/ 45 w 67"/>
                <a:gd name="T31" fmla="*/ 12 h 65"/>
                <a:gd name="T32" fmla="*/ 52 w 67"/>
                <a:gd name="T33" fmla="*/ 52 h 65"/>
                <a:gd name="T34" fmla="*/ 67 w 67"/>
                <a:gd name="T35" fmla="*/ 60 h 65"/>
                <a:gd name="T36" fmla="*/ 67 w 67"/>
                <a:gd name="T37" fmla="*/ 63 h 65"/>
                <a:gd name="T38" fmla="*/ 37 w 67"/>
                <a:gd name="T39" fmla="*/ 61 h 65"/>
                <a:gd name="T40" fmla="*/ 42 w 67"/>
                <a:gd name="T41" fmla="*/ 59 h 65"/>
                <a:gd name="T42" fmla="*/ 39 w 67"/>
                <a:gd name="T43" fmla="*/ 54 h 65"/>
                <a:gd name="T44" fmla="*/ 23 w 67"/>
                <a:gd name="T45" fmla="*/ 53 h 65"/>
                <a:gd name="T46" fmla="*/ 31 w 67"/>
                <a:gd name="T47" fmla="*/ 61 h 65"/>
                <a:gd name="T48" fmla="*/ 31 w 67"/>
                <a:gd name="T49" fmla="*/ 64 h 65"/>
                <a:gd name="T50" fmla="*/ 3 w 67"/>
                <a:gd name="T51" fmla="*/ 65 h 65"/>
                <a:gd name="T52" fmla="*/ 30 w 67"/>
                <a:gd name="T53" fmla="*/ 62 h 65"/>
                <a:gd name="T54" fmla="*/ 22 w 67"/>
                <a:gd name="T55" fmla="*/ 53 h 65"/>
                <a:gd name="T56" fmla="*/ 22 w 67"/>
                <a:gd name="T57" fmla="*/ 33 h 65"/>
                <a:gd name="T58" fmla="*/ 40 w 67"/>
                <a:gd name="T59" fmla="*/ 54 h 65"/>
                <a:gd name="T60" fmla="*/ 43 w 67"/>
                <a:gd name="T61" fmla="*/ 59 h 65"/>
                <a:gd name="T62" fmla="*/ 38 w 67"/>
                <a:gd name="T63" fmla="*/ 63 h 65"/>
                <a:gd name="T64" fmla="*/ 66 w 67"/>
                <a:gd name="T65" fmla="*/ 60 h 65"/>
                <a:gd name="T66" fmla="*/ 51 w 67"/>
                <a:gd name="T67" fmla="*/ 53 h 65"/>
                <a:gd name="T68" fmla="*/ 45 w 67"/>
                <a:gd name="T69" fmla="*/ 12 h 65"/>
                <a:gd name="T70" fmla="*/ 61 w 67"/>
                <a:gd name="T71" fmla="*/ 1 h 65"/>
                <a:gd name="T72" fmla="*/ 36 w 67"/>
                <a:gd name="T73" fmla="*/ 4 h 65"/>
                <a:gd name="T74" fmla="*/ 42 w 67"/>
                <a:gd name="T75" fmla="*/ 5 h 65"/>
                <a:gd name="T76" fmla="*/ 22 w 67"/>
                <a:gd name="T77" fmla="*/ 32 h 65"/>
                <a:gd name="T78" fmla="*/ 22 w 67"/>
                <a:gd name="T79" fmla="*/ 32 h 65"/>
                <a:gd name="T80" fmla="*/ 21 w 67"/>
                <a:gd name="T81" fmla="*/ 11 h 65"/>
                <a:gd name="T82" fmla="*/ 28 w 67"/>
                <a:gd name="T83" fmla="*/ 2 h 65"/>
                <a:gd name="T84" fmla="*/ 1 w 67"/>
                <a:gd name="T85" fmla="*/ 5 h 65"/>
                <a:gd name="T86" fmla="*/ 10 w 67"/>
                <a:gd name="T87" fmla="*/ 14 h 65"/>
                <a:gd name="T88" fmla="*/ 12 w 67"/>
                <a:gd name="T89" fmla="*/ 55 h 65"/>
                <a:gd name="T90" fmla="*/ 3 w 67"/>
                <a:gd name="T91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65">
                  <a:moveTo>
                    <a:pt x="3" y="65"/>
                  </a:move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10" y="62"/>
                    <a:pt x="11" y="61"/>
                    <a:pt x="11" y="55"/>
                  </a:cubicBezTo>
                  <a:cubicBezTo>
                    <a:pt x="11" y="55"/>
                    <a:pt x="11" y="54"/>
                    <a:pt x="11" y="5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7"/>
                    <a:pt x="8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3" y="5"/>
                    <a:pt x="22" y="6"/>
                    <a:pt x="21" y="11"/>
                  </a:cubicBezTo>
                  <a:cubicBezTo>
                    <a:pt x="21" y="12"/>
                    <a:pt x="21" y="13"/>
                    <a:pt x="21" y="13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9"/>
                    <a:pt x="42" y="6"/>
                    <a:pt x="42" y="5"/>
                  </a:cubicBezTo>
                  <a:cubicBezTo>
                    <a:pt x="42" y="5"/>
                    <a:pt x="42" y="5"/>
                    <a:pt x="41" y="5"/>
                  </a:cubicBezTo>
                  <a:cubicBezTo>
                    <a:pt x="40" y="4"/>
                    <a:pt x="39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3" y="4"/>
                    <a:pt x="50" y="6"/>
                    <a:pt x="45" y="12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5" y="56"/>
                    <a:pt x="59" y="60"/>
                    <a:pt x="66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40" y="61"/>
                    <a:pt x="43" y="60"/>
                    <a:pt x="42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58"/>
                    <a:pt x="41" y="56"/>
                    <a:pt x="39" y="5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60"/>
                    <a:pt x="24" y="61"/>
                    <a:pt x="29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" y="65"/>
                    <a:pt x="3" y="65"/>
                    <a:pt x="3" y="65"/>
                  </a:cubicBezTo>
                  <a:close/>
                  <a:moveTo>
                    <a:pt x="3" y="65"/>
                  </a:moveTo>
                  <a:cubicBezTo>
                    <a:pt x="30" y="64"/>
                    <a:pt x="30" y="64"/>
                    <a:pt x="30" y="64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29" y="62"/>
                  </a:cubicBezTo>
                  <a:cubicBezTo>
                    <a:pt x="24" y="62"/>
                    <a:pt x="23" y="60"/>
                    <a:pt x="22" y="5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2" y="56"/>
                    <a:pt x="43" y="57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61"/>
                    <a:pt x="40" y="61"/>
                    <a:pt x="37" y="62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59" y="60"/>
                    <a:pt x="54" y="56"/>
                    <a:pt x="51" y="53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50" y="6"/>
                    <a:pt x="53" y="3"/>
                    <a:pt x="61" y="3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40" y="4"/>
                    <a:pt x="42" y="4"/>
                    <a:pt x="42" y="5"/>
                  </a:cubicBezTo>
                  <a:cubicBezTo>
                    <a:pt x="42" y="7"/>
                    <a:pt x="41" y="9"/>
                    <a:pt x="39" y="11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6"/>
                    <a:pt x="23" y="4"/>
                    <a:pt x="28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8" y="5"/>
                    <a:pt x="10" y="7"/>
                    <a:pt x="10" y="1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5"/>
                    <a:pt x="12" y="55"/>
                  </a:cubicBezTo>
                  <a:cubicBezTo>
                    <a:pt x="12" y="61"/>
                    <a:pt x="10" y="63"/>
                    <a:pt x="3" y="63"/>
                  </a:cubicBezTo>
                  <a:lnTo>
                    <a:pt x="3" y="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2" name="Freeform 664">
              <a:extLst>
                <a:ext uri="{FF2B5EF4-FFF2-40B4-BE49-F238E27FC236}">
                  <a16:creationId xmlns:a16="http://schemas.microsoft.com/office/drawing/2014/main" id="{E2DC6C0F-B739-4547-BDFB-FF9983A3C6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33525" y="12365038"/>
              <a:ext cx="46038" cy="44450"/>
            </a:xfrm>
            <a:custGeom>
              <a:avLst/>
              <a:gdLst>
                <a:gd name="T0" fmla="*/ 0 w 74"/>
                <a:gd name="T1" fmla="*/ 51 h 69"/>
                <a:gd name="T2" fmla="*/ 15 w 74"/>
                <a:gd name="T3" fmla="*/ 45 h 69"/>
                <a:gd name="T4" fmla="*/ 46 w 74"/>
                <a:gd name="T5" fmla="*/ 0 h 69"/>
                <a:gd name="T6" fmla="*/ 54 w 74"/>
                <a:gd name="T7" fmla="*/ 2 h 69"/>
                <a:gd name="T8" fmla="*/ 64 w 74"/>
                <a:gd name="T9" fmla="*/ 56 h 69"/>
                <a:gd name="T10" fmla="*/ 74 w 74"/>
                <a:gd name="T11" fmla="*/ 67 h 69"/>
                <a:gd name="T12" fmla="*/ 74 w 74"/>
                <a:gd name="T13" fmla="*/ 69 h 69"/>
                <a:gd name="T14" fmla="*/ 45 w 74"/>
                <a:gd name="T15" fmla="*/ 63 h 69"/>
                <a:gd name="T16" fmla="*/ 46 w 74"/>
                <a:gd name="T17" fmla="*/ 61 h 69"/>
                <a:gd name="T18" fmla="*/ 54 w 74"/>
                <a:gd name="T19" fmla="*/ 60 h 69"/>
                <a:gd name="T20" fmla="*/ 54 w 74"/>
                <a:gd name="T21" fmla="*/ 56 h 69"/>
                <a:gd name="T22" fmla="*/ 52 w 74"/>
                <a:gd name="T23" fmla="*/ 45 h 69"/>
                <a:gd name="T24" fmla="*/ 26 w 74"/>
                <a:gd name="T25" fmla="*/ 40 h 69"/>
                <a:gd name="T26" fmla="*/ 20 w 74"/>
                <a:gd name="T27" fmla="*/ 48 h 69"/>
                <a:gd name="T28" fmla="*/ 18 w 74"/>
                <a:gd name="T29" fmla="*/ 51 h 69"/>
                <a:gd name="T30" fmla="*/ 25 w 74"/>
                <a:gd name="T31" fmla="*/ 57 h 69"/>
                <a:gd name="T32" fmla="*/ 24 w 74"/>
                <a:gd name="T33" fmla="*/ 59 h 69"/>
                <a:gd name="T34" fmla="*/ 0 w 74"/>
                <a:gd name="T35" fmla="*/ 54 h 69"/>
                <a:gd name="T36" fmla="*/ 0 w 74"/>
                <a:gd name="T37" fmla="*/ 51 h 69"/>
                <a:gd name="T38" fmla="*/ 28 w 74"/>
                <a:gd name="T39" fmla="*/ 36 h 69"/>
                <a:gd name="T40" fmla="*/ 51 w 74"/>
                <a:gd name="T41" fmla="*/ 41 h 69"/>
                <a:gd name="T42" fmla="*/ 46 w 74"/>
                <a:gd name="T43" fmla="*/ 11 h 69"/>
                <a:gd name="T44" fmla="*/ 28 w 74"/>
                <a:gd name="T45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69">
                  <a:moveTo>
                    <a:pt x="0" y="51"/>
                  </a:moveTo>
                  <a:cubicBezTo>
                    <a:pt x="7" y="53"/>
                    <a:pt x="10" y="51"/>
                    <a:pt x="15" y="45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5" y="64"/>
                    <a:pt x="67" y="66"/>
                    <a:pt x="74" y="67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9" y="62"/>
                    <a:pt x="53" y="62"/>
                    <a:pt x="54" y="60"/>
                  </a:cubicBezTo>
                  <a:cubicBezTo>
                    <a:pt x="54" y="58"/>
                    <a:pt x="54" y="57"/>
                    <a:pt x="54" y="56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9"/>
                    <a:pt x="18" y="50"/>
                    <a:pt x="18" y="51"/>
                  </a:cubicBezTo>
                  <a:cubicBezTo>
                    <a:pt x="17" y="54"/>
                    <a:pt x="19" y="56"/>
                    <a:pt x="25" y="57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0" y="54"/>
                    <a:pt x="0" y="54"/>
                    <a:pt x="0" y="54"/>
                  </a:cubicBezTo>
                  <a:lnTo>
                    <a:pt x="0" y="51"/>
                  </a:lnTo>
                  <a:close/>
                  <a:moveTo>
                    <a:pt x="28" y="36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46" y="11"/>
                    <a:pt x="46" y="11"/>
                    <a:pt x="46" y="11"/>
                  </a:cubicBezTo>
                  <a:lnTo>
                    <a:pt x="28" y="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3" name="Freeform 665">
              <a:extLst>
                <a:ext uri="{FF2B5EF4-FFF2-40B4-BE49-F238E27FC236}">
                  <a16:creationId xmlns:a16="http://schemas.microsoft.com/office/drawing/2014/main" id="{614B2437-2032-4D7D-807F-55458A8AD8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31938" y="12365038"/>
              <a:ext cx="49213" cy="44450"/>
            </a:xfrm>
            <a:custGeom>
              <a:avLst/>
              <a:gdLst>
                <a:gd name="T0" fmla="*/ 46 w 76"/>
                <a:gd name="T1" fmla="*/ 64 h 70"/>
                <a:gd name="T2" fmla="*/ 46 w 76"/>
                <a:gd name="T3" fmla="*/ 61 h 70"/>
                <a:gd name="T4" fmla="*/ 47 w 76"/>
                <a:gd name="T5" fmla="*/ 61 h 70"/>
                <a:gd name="T6" fmla="*/ 51 w 76"/>
                <a:gd name="T7" fmla="*/ 61 h 70"/>
                <a:gd name="T8" fmla="*/ 54 w 76"/>
                <a:gd name="T9" fmla="*/ 59 h 70"/>
                <a:gd name="T10" fmla="*/ 55 w 76"/>
                <a:gd name="T11" fmla="*/ 58 h 70"/>
                <a:gd name="T12" fmla="*/ 54 w 76"/>
                <a:gd name="T13" fmla="*/ 56 h 70"/>
                <a:gd name="T14" fmla="*/ 52 w 76"/>
                <a:gd name="T15" fmla="*/ 46 h 70"/>
                <a:gd name="T16" fmla="*/ 27 w 76"/>
                <a:gd name="T17" fmla="*/ 40 h 70"/>
                <a:gd name="T18" fmla="*/ 21 w 76"/>
                <a:gd name="T19" fmla="*/ 48 h 70"/>
                <a:gd name="T20" fmla="*/ 19 w 76"/>
                <a:gd name="T21" fmla="*/ 51 h 70"/>
                <a:gd name="T22" fmla="*/ 19 w 76"/>
                <a:gd name="T23" fmla="*/ 52 h 70"/>
                <a:gd name="T24" fmla="*/ 26 w 76"/>
                <a:gd name="T25" fmla="*/ 56 h 70"/>
                <a:gd name="T26" fmla="*/ 26 w 76"/>
                <a:gd name="T27" fmla="*/ 56 h 70"/>
                <a:gd name="T28" fmla="*/ 26 w 76"/>
                <a:gd name="T29" fmla="*/ 59 h 70"/>
                <a:gd name="T30" fmla="*/ 0 w 76"/>
                <a:gd name="T31" fmla="*/ 54 h 70"/>
                <a:gd name="T32" fmla="*/ 1 w 76"/>
                <a:gd name="T33" fmla="*/ 51 h 70"/>
                <a:gd name="T34" fmla="*/ 1 w 76"/>
                <a:gd name="T35" fmla="*/ 51 h 70"/>
                <a:gd name="T36" fmla="*/ 1 w 76"/>
                <a:gd name="T37" fmla="*/ 51 h 70"/>
                <a:gd name="T38" fmla="*/ 5 w 76"/>
                <a:gd name="T39" fmla="*/ 52 h 70"/>
                <a:gd name="T40" fmla="*/ 16 w 76"/>
                <a:gd name="T41" fmla="*/ 44 h 70"/>
                <a:gd name="T42" fmla="*/ 46 w 76"/>
                <a:gd name="T43" fmla="*/ 0 h 70"/>
                <a:gd name="T44" fmla="*/ 55 w 76"/>
                <a:gd name="T45" fmla="*/ 2 h 70"/>
                <a:gd name="T46" fmla="*/ 65 w 76"/>
                <a:gd name="T47" fmla="*/ 56 h 70"/>
                <a:gd name="T48" fmla="*/ 75 w 76"/>
                <a:gd name="T49" fmla="*/ 67 h 70"/>
                <a:gd name="T50" fmla="*/ 76 w 76"/>
                <a:gd name="T51" fmla="*/ 67 h 70"/>
                <a:gd name="T52" fmla="*/ 75 w 76"/>
                <a:gd name="T53" fmla="*/ 70 h 70"/>
                <a:gd name="T54" fmla="*/ 46 w 76"/>
                <a:gd name="T55" fmla="*/ 64 h 70"/>
                <a:gd name="T56" fmla="*/ 46 w 76"/>
                <a:gd name="T57" fmla="*/ 63 h 70"/>
                <a:gd name="T58" fmla="*/ 75 w 76"/>
                <a:gd name="T59" fmla="*/ 69 h 70"/>
                <a:gd name="T60" fmla="*/ 75 w 76"/>
                <a:gd name="T61" fmla="*/ 67 h 70"/>
                <a:gd name="T62" fmla="*/ 65 w 76"/>
                <a:gd name="T63" fmla="*/ 56 h 70"/>
                <a:gd name="T64" fmla="*/ 55 w 76"/>
                <a:gd name="T65" fmla="*/ 2 h 70"/>
                <a:gd name="T66" fmla="*/ 47 w 76"/>
                <a:gd name="T67" fmla="*/ 0 h 70"/>
                <a:gd name="T68" fmla="*/ 16 w 76"/>
                <a:gd name="T69" fmla="*/ 45 h 70"/>
                <a:gd name="T70" fmla="*/ 5 w 76"/>
                <a:gd name="T71" fmla="*/ 52 h 70"/>
                <a:gd name="T72" fmla="*/ 1 w 76"/>
                <a:gd name="T73" fmla="*/ 52 h 70"/>
                <a:gd name="T74" fmla="*/ 1 w 76"/>
                <a:gd name="T75" fmla="*/ 53 h 70"/>
                <a:gd name="T76" fmla="*/ 25 w 76"/>
                <a:gd name="T77" fmla="*/ 59 h 70"/>
                <a:gd name="T78" fmla="*/ 25 w 76"/>
                <a:gd name="T79" fmla="*/ 57 h 70"/>
                <a:gd name="T80" fmla="*/ 19 w 76"/>
                <a:gd name="T81" fmla="*/ 52 h 70"/>
                <a:gd name="T82" fmla="*/ 19 w 76"/>
                <a:gd name="T83" fmla="*/ 51 h 70"/>
                <a:gd name="T84" fmla="*/ 20 w 76"/>
                <a:gd name="T85" fmla="*/ 48 h 70"/>
                <a:gd name="T86" fmla="*/ 26 w 76"/>
                <a:gd name="T87" fmla="*/ 39 h 70"/>
                <a:gd name="T88" fmla="*/ 53 w 76"/>
                <a:gd name="T89" fmla="*/ 45 h 70"/>
                <a:gd name="T90" fmla="*/ 55 w 76"/>
                <a:gd name="T91" fmla="*/ 56 h 70"/>
                <a:gd name="T92" fmla="*/ 55 w 76"/>
                <a:gd name="T93" fmla="*/ 58 h 70"/>
                <a:gd name="T94" fmla="*/ 55 w 76"/>
                <a:gd name="T95" fmla="*/ 60 h 70"/>
                <a:gd name="T96" fmla="*/ 51 w 76"/>
                <a:gd name="T97" fmla="*/ 62 h 70"/>
                <a:gd name="T98" fmla="*/ 47 w 76"/>
                <a:gd name="T99" fmla="*/ 61 h 70"/>
                <a:gd name="T100" fmla="*/ 46 w 76"/>
                <a:gd name="T101" fmla="*/ 63 h 70"/>
                <a:gd name="T102" fmla="*/ 29 w 76"/>
                <a:gd name="T103" fmla="*/ 36 h 70"/>
                <a:gd name="T104" fmla="*/ 29 w 76"/>
                <a:gd name="T105" fmla="*/ 36 h 70"/>
                <a:gd name="T106" fmla="*/ 47 w 76"/>
                <a:gd name="T107" fmla="*/ 10 h 70"/>
                <a:gd name="T108" fmla="*/ 52 w 76"/>
                <a:gd name="T109" fmla="*/ 41 h 70"/>
                <a:gd name="T110" fmla="*/ 29 w 76"/>
                <a:gd name="T111" fmla="*/ 36 h 70"/>
                <a:gd name="T112" fmla="*/ 52 w 76"/>
                <a:gd name="T113" fmla="*/ 40 h 70"/>
                <a:gd name="T114" fmla="*/ 46 w 76"/>
                <a:gd name="T115" fmla="*/ 12 h 70"/>
                <a:gd name="T116" fmla="*/ 30 w 76"/>
                <a:gd name="T117" fmla="*/ 36 h 70"/>
                <a:gd name="T118" fmla="*/ 52 w 76"/>
                <a:gd name="T119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6" h="70">
                  <a:moveTo>
                    <a:pt x="46" y="64"/>
                  </a:moveTo>
                  <a:cubicBezTo>
                    <a:pt x="46" y="61"/>
                    <a:pt x="46" y="61"/>
                    <a:pt x="46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8" y="61"/>
                    <a:pt x="50" y="61"/>
                    <a:pt x="51" y="61"/>
                  </a:cubicBezTo>
                  <a:cubicBezTo>
                    <a:pt x="53" y="61"/>
                    <a:pt x="54" y="61"/>
                    <a:pt x="54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5" y="57"/>
                    <a:pt x="55" y="57"/>
                    <a:pt x="54" y="5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9"/>
                    <a:pt x="20" y="50"/>
                    <a:pt x="19" y="51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9" y="54"/>
                    <a:pt x="21" y="55"/>
                    <a:pt x="26" y="56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3" y="51"/>
                    <a:pt x="4" y="52"/>
                    <a:pt x="5" y="52"/>
                  </a:cubicBezTo>
                  <a:cubicBezTo>
                    <a:pt x="9" y="52"/>
                    <a:pt x="12" y="50"/>
                    <a:pt x="16" y="44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65" y="56"/>
                    <a:pt x="65" y="56"/>
                    <a:pt x="65" y="56"/>
                  </a:cubicBezTo>
                  <a:cubicBezTo>
                    <a:pt x="67" y="63"/>
                    <a:pt x="68" y="65"/>
                    <a:pt x="75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70"/>
                    <a:pt x="75" y="70"/>
                    <a:pt x="75" y="70"/>
                  </a:cubicBezTo>
                  <a:lnTo>
                    <a:pt x="46" y="64"/>
                  </a:lnTo>
                  <a:close/>
                  <a:moveTo>
                    <a:pt x="46" y="63"/>
                  </a:moveTo>
                  <a:cubicBezTo>
                    <a:pt x="75" y="69"/>
                    <a:pt x="75" y="69"/>
                    <a:pt x="75" y="69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8" y="66"/>
                    <a:pt x="66" y="64"/>
                    <a:pt x="65" y="56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2" y="50"/>
                    <a:pt x="10" y="52"/>
                    <a:pt x="5" y="52"/>
                  </a:cubicBezTo>
                  <a:cubicBezTo>
                    <a:pt x="4" y="52"/>
                    <a:pt x="3" y="52"/>
                    <a:pt x="1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1" y="56"/>
                    <a:pt x="19" y="55"/>
                    <a:pt x="19" y="52"/>
                  </a:cubicBezTo>
                  <a:cubicBezTo>
                    <a:pt x="19" y="52"/>
                    <a:pt x="19" y="52"/>
                    <a:pt x="19" y="51"/>
                  </a:cubicBezTo>
                  <a:cubicBezTo>
                    <a:pt x="19" y="50"/>
                    <a:pt x="20" y="49"/>
                    <a:pt x="20" y="48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7"/>
                    <a:pt x="55" y="57"/>
                    <a:pt x="55" y="58"/>
                  </a:cubicBezTo>
                  <a:cubicBezTo>
                    <a:pt x="55" y="59"/>
                    <a:pt x="55" y="59"/>
                    <a:pt x="55" y="60"/>
                  </a:cubicBezTo>
                  <a:cubicBezTo>
                    <a:pt x="55" y="61"/>
                    <a:pt x="53" y="62"/>
                    <a:pt x="51" y="62"/>
                  </a:cubicBezTo>
                  <a:cubicBezTo>
                    <a:pt x="50" y="62"/>
                    <a:pt x="48" y="62"/>
                    <a:pt x="47" y="61"/>
                  </a:cubicBezTo>
                  <a:lnTo>
                    <a:pt x="46" y="63"/>
                  </a:lnTo>
                  <a:close/>
                  <a:moveTo>
                    <a:pt x="29" y="36"/>
                  </a:moveTo>
                  <a:cubicBezTo>
                    <a:pt x="29" y="36"/>
                    <a:pt x="29" y="36"/>
                    <a:pt x="29" y="36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52" y="41"/>
                    <a:pt x="52" y="41"/>
                    <a:pt x="52" y="41"/>
                  </a:cubicBezTo>
                  <a:lnTo>
                    <a:pt x="29" y="36"/>
                  </a:lnTo>
                  <a:close/>
                  <a:moveTo>
                    <a:pt x="52" y="40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30" y="36"/>
                    <a:pt x="30" y="36"/>
                    <a:pt x="30" y="36"/>
                  </a:cubicBezTo>
                  <a:lnTo>
                    <a:pt x="52" y="4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4" name="Freeform 666">
              <a:extLst>
                <a:ext uri="{FF2B5EF4-FFF2-40B4-BE49-F238E27FC236}">
                  <a16:creationId xmlns:a16="http://schemas.microsoft.com/office/drawing/2014/main" id="{6FD908C3-4736-4C88-B1F1-6ECA591D04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79563" y="12374563"/>
              <a:ext cx="47625" cy="42862"/>
            </a:xfrm>
            <a:custGeom>
              <a:avLst/>
              <a:gdLst>
                <a:gd name="T0" fmla="*/ 1 w 73"/>
                <a:gd name="T1" fmla="*/ 54 h 68"/>
                <a:gd name="T2" fmla="*/ 13 w 73"/>
                <a:gd name="T3" fmla="*/ 50 h 68"/>
                <a:gd name="T4" fmla="*/ 30 w 73"/>
                <a:gd name="T5" fmla="*/ 13 h 68"/>
                <a:gd name="T6" fmla="*/ 25 w 73"/>
                <a:gd name="T7" fmla="*/ 2 h 68"/>
                <a:gd name="T8" fmla="*/ 26 w 73"/>
                <a:gd name="T9" fmla="*/ 0 h 68"/>
                <a:gd name="T10" fmla="*/ 53 w 73"/>
                <a:gd name="T11" fmla="*/ 12 h 68"/>
                <a:gd name="T12" fmla="*/ 67 w 73"/>
                <a:gd name="T13" fmla="*/ 38 h 68"/>
                <a:gd name="T14" fmla="*/ 33 w 73"/>
                <a:gd name="T15" fmla="*/ 41 h 68"/>
                <a:gd name="T16" fmla="*/ 30 w 73"/>
                <a:gd name="T17" fmla="*/ 40 h 68"/>
                <a:gd name="T18" fmla="*/ 23 w 73"/>
                <a:gd name="T19" fmla="*/ 55 h 68"/>
                <a:gd name="T20" fmla="*/ 27 w 73"/>
                <a:gd name="T21" fmla="*/ 66 h 68"/>
                <a:gd name="T22" fmla="*/ 26 w 73"/>
                <a:gd name="T23" fmla="*/ 68 h 68"/>
                <a:gd name="T24" fmla="*/ 0 w 73"/>
                <a:gd name="T25" fmla="*/ 56 h 68"/>
                <a:gd name="T26" fmla="*/ 1 w 73"/>
                <a:gd name="T27" fmla="*/ 54 h 68"/>
                <a:gd name="T28" fmla="*/ 32 w 73"/>
                <a:gd name="T29" fmla="*/ 36 h 68"/>
                <a:gd name="T30" fmla="*/ 35 w 73"/>
                <a:gd name="T31" fmla="*/ 37 h 68"/>
                <a:gd name="T32" fmla="*/ 56 w 73"/>
                <a:gd name="T33" fmla="*/ 33 h 68"/>
                <a:gd name="T34" fmla="*/ 48 w 73"/>
                <a:gd name="T35" fmla="*/ 15 h 68"/>
                <a:gd name="T36" fmla="*/ 40 w 73"/>
                <a:gd name="T37" fmla="*/ 18 h 68"/>
                <a:gd name="T38" fmla="*/ 32 w 73"/>
                <a:gd name="T39" fmla="*/ 3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3" h="68">
                  <a:moveTo>
                    <a:pt x="1" y="54"/>
                  </a:moveTo>
                  <a:cubicBezTo>
                    <a:pt x="7" y="57"/>
                    <a:pt x="9" y="56"/>
                    <a:pt x="13" y="50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3" y="7"/>
                    <a:pt x="32" y="5"/>
                    <a:pt x="25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65" y="18"/>
                    <a:pt x="73" y="26"/>
                    <a:pt x="67" y="38"/>
                  </a:cubicBezTo>
                  <a:cubicBezTo>
                    <a:pt x="60" y="53"/>
                    <a:pt x="45" y="47"/>
                    <a:pt x="33" y="41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0" y="61"/>
                    <a:pt x="21" y="63"/>
                    <a:pt x="27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0" y="56"/>
                    <a:pt x="0" y="56"/>
                    <a:pt x="0" y="56"/>
                  </a:cubicBezTo>
                  <a:lnTo>
                    <a:pt x="1" y="54"/>
                  </a:lnTo>
                  <a:close/>
                  <a:moveTo>
                    <a:pt x="32" y="36"/>
                  </a:moveTo>
                  <a:cubicBezTo>
                    <a:pt x="35" y="37"/>
                    <a:pt x="35" y="37"/>
                    <a:pt x="35" y="37"/>
                  </a:cubicBezTo>
                  <a:cubicBezTo>
                    <a:pt x="43" y="41"/>
                    <a:pt x="51" y="44"/>
                    <a:pt x="56" y="33"/>
                  </a:cubicBezTo>
                  <a:cubicBezTo>
                    <a:pt x="61" y="23"/>
                    <a:pt x="57" y="19"/>
                    <a:pt x="48" y="15"/>
                  </a:cubicBezTo>
                  <a:cubicBezTo>
                    <a:pt x="43" y="13"/>
                    <a:pt x="42" y="13"/>
                    <a:pt x="40" y="18"/>
                  </a:cubicBezTo>
                  <a:lnTo>
                    <a:pt x="32" y="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5" name="Freeform 667">
              <a:extLst>
                <a:ext uri="{FF2B5EF4-FFF2-40B4-BE49-F238E27FC236}">
                  <a16:creationId xmlns:a16="http://schemas.microsoft.com/office/drawing/2014/main" id="{EA6B7E00-E6E1-4F8B-8EAF-83231AAB52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79563" y="12374563"/>
              <a:ext cx="44450" cy="44450"/>
            </a:xfrm>
            <a:custGeom>
              <a:avLst/>
              <a:gdLst>
                <a:gd name="T0" fmla="*/ 0 w 70"/>
                <a:gd name="T1" fmla="*/ 57 h 70"/>
                <a:gd name="T2" fmla="*/ 2 w 70"/>
                <a:gd name="T3" fmla="*/ 55 h 70"/>
                <a:gd name="T4" fmla="*/ 2 w 70"/>
                <a:gd name="T5" fmla="*/ 54 h 70"/>
                <a:gd name="T6" fmla="*/ 2 w 70"/>
                <a:gd name="T7" fmla="*/ 54 h 70"/>
                <a:gd name="T8" fmla="*/ 8 w 70"/>
                <a:gd name="T9" fmla="*/ 56 h 70"/>
                <a:gd name="T10" fmla="*/ 13 w 70"/>
                <a:gd name="T11" fmla="*/ 51 h 70"/>
                <a:gd name="T12" fmla="*/ 30 w 70"/>
                <a:gd name="T13" fmla="*/ 14 h 70"/>
                <a:gd name="T14" fmla="*/ 32 w 70"/>
                <a:gd name="T15" fmla="*/ 9 h 70"/>
                <a:gd name="T16" fmla="*/ 26 w 70"/>
                <a:gd name="T17" fmla="*/ 3 h 70"/>
                <a:gd name="T18" fmla="*/ 26 w 70"/>
                <a:gd name="T19" fmla="*/ 3 h 70"/>
                <a:gd name="T20" fmla="*/ 27 w 70"/>
                <a:gd name="T21" fmla="*/ 0 h 70"/>
                <a:gd name="T22" fmla="*/ 54 w 70"/>
                <a:gd name="T23" fmla="*/ 13 h 70"/>
                <a:gd name="T24" fmla="*/ 70 w 70"/>
                <a:gd name="T25" fmla="*/ 31 h 70"/>
                <a:gd name="T26" fmla="*/ 68 w 70"/>
                <a:gd name="T27" fmla="*/ 39 h 70"/>
                <a:gd name="T28" fmla="*/ 54 w 70"/>
                <a:gd name="T29" fmla="*/ 48 h 70"/>
                <a:gd name="T30" fmla="*/ 34 w 70"/>
                <a:gd name="T31" fmla="*/ 43 h 70"/>
                <a:gd name="T32" fmla="*/ 31 w 70"/>
                <a:gd name="T33" fmla="*/ 41 h 70"/>
                <a:gd name="T34" fmla="*/ 24 w 70"/>
                <a:gd name="T35" fmla="*/ 56 h 70"/>
                <a:gd name="T36" fmla="*/ 22 w 70"/>
                <a:gd name="T37" fmla="*/ 61 h 70"/>
                <a:gd name="T38" fmla="*/ 28 w 70"/>
                <a:gd name="T39" fmla="*/ 67 h 70"/>
                <a:gd name="T40" fmla="*/ 29 w 70"/>
                <a:gd name="T41" fmla="*/ 67 h 70"/>
                <a:gd name="T42" fmla="*/ 27 w 70"/>
                <a:gd name="T43" fmla="*/ 70 h 70"/>
                <a:gd name="T44" fmla="*/ 0 w 70"/>
                <a:gd name="T45" fmla="*/ 57 h 70"/>
                <a:gd name="T46" fmla="*/ 1 w 70"/>
                <a:gd name="T47" fmla="*/ 57 h 70"/>
                <a:gd name="T48" fmla="*/ 27 w 70"/>
                <a:gd name="T49" fmla="*/ 69 h 70"/>
                <a:gd name="T50" fmla="*/ 28 w 70"/>
                <a:gd name="T51" fmla="*/ 67 h 70"/>
                <a:gd name="T52" fmla="*/ 22 w 70"/>
                <a:gd name="T53" fmla="*/ 61 h 70"/>
                <a:gd name="T54" fmla="*/ 24 w 70"/>
                <a:gd name="T55" fmla="*/ 55 h 70"/>
                <a:gd name="T56" fmla="*/ 31 w 70"/>
                <a:gd name="T57" fmla="*/ 40 h 70"/>
                <a:gd name="T58" fmla="*/ 34 w 70"/>
                <a:gd name="T59" fmla="*/ 42 h 70"/>
                <a:gd name="T60" fmla="*/ 54 w 70"/>
                <a:gd name="T61" fmla="*/ 48 h 70"/>
                <a:gd name="T62" fmla="*/ 68 w 70"/>
                <a:gd name="T63" fmla="*/ 39 h 70"/>
                <a:gd name="T64" fmla="*/ 70 w 70"/>
                <a:gd name="T65" fmla="*/ 31 h 70"/>
                <a:gd name="T66" fmla="*/ 54 w 70"/>
                <a:gd name="T67" fmla="*/ 13 h 70"/>
                <a:gd name="T68" fmla="*/ 27 w 70"/>
                <a:gd name="T69" fmla="*/ 1 h 70"/>
                <a:gd name="T70" fmla="*/ 27 w 70"/>
                <a:gd name="T71" fmla="*/ 3 h 70"/>
                <a:gd name="T72" fmla="*/ 33 w 70"/>
                <a:gd name="T73" fmla="*/ 9 h 70"/>
                <a:gd name="T74" fmla="*/ 31 w 70"/>
                <a:gd name="T75" fmla="*/ 15 h 70"/>
                <a:gd name="T76" fmla="*/ 14 w 70"/>
                <a:gd name="T77" fmla="*/ 51 h 70"/>
                <a:gd name="T78" fmla="*/ 8 w 70"/>
                <a:gd name="T79" fmla="*/ 57 h 70"/>
                <a:gd name="T80" fmla="*/ 2 w 70"/>
                <a:gd name="T81" fmla="*/ 55 h 70"/>
                <a:gd name="T82" fmla="*/ 1 w 70"/>
                <a:gd name="T83" fmla="*/ 57 h 70"/>
                <a:gd name="T84" fmla="*/ 47 w 70"/>
                <a:gd name="T85" fmla="*/ 42 h 70"/>
                <a:gd name="T86" fmla="*/ 36 w 70"/>
                <a:gd name="T87" fmla="*/ 39 h 70"/>
                <a:gd name="T88" fmla="*/ 33 w 70"/>
                <a:gd name="T89" fmla="*/ 37 h 70"/>
                <a:gd name="T90" fmla="*/ 32 w 70"/>
                <a:gd name="T91" fmla="*/ 37 h 70"/>
                <a:gd name="T92" fmla="*/ 41 w 70"/>
                <a:gd name="T93" fmla="*/ 19 h 70"/>
                <a:gd name="T94" fmla="*/ 45 w 70"/>
                <a:gd name="T95" fmla="*/ 14 h 70"/>
                <a:gd name="T96" fmla="*/ 50 w 70"/>
                <a:gd name="T97" fmla="*/ 16 h 70"/>
                <a:gd name="T98" fmla="*/ 60 w 70"/>
                <a:gd name="T99" fmla="*/ 27 h 70"/>
                <a:gd name="T100" fmla="*/ 58 w 70"/>
                <a:gd name="T101" fmla="*/ 34 h 70"/>
                <a:gd name="T102" fmla="*/ 47 w 70"/>
                <a:gd name="T103" fmla="*/ 42 h 70"/>
                <a:gd name="T104" fmla="*/ 36 w 70"/>
                <a:gd name="T105" fmla="*/ 38 h 70"/>
                <a:gd name="T106" fmla="*/ 47 w 70"/>
                <a:gd name="T107" fmla="*/ 41 h 70"/>
                <a:gd name="T108" fmla="*/ 57 w 70"/>
                <a:gd name="T109" fmla="*/ 34 h 70"/>
                <a:gd name="T110" fmla="*/ 59 w 70"/>
                <a:gd name="T111" fmla="*/ 27 h 70"/>
                <a:gd name="T112" fmla="*/ 49 w 70"/>
                <a:gd name="T113" fmla="*/ 16 h 70"/>
                <a:gd name="T114" fmla="*/ 45 w 70"/>
                <a:gd name="T115" fmla="*/ 15 h 70"/>
                <a:gd name="T116" fmla="*/ 41 w 70"/>
                <a:gd name="T117" fmla="*/ 19 h 70"/>
                <a:gd name="T118" fmla="*/ 33 w 70"/>
                <a:gd name="T119" fmla="*/ 37 h 70"/>
                <a:gd name="T120" fmla="*/ 36 w 70"/>
                <a:gd name="T121" fmla="*/ 3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" h="70">
                  <a:moveTo>
                    <a:pt x="0" y="57"/>
                  </a:moveTo>
                  <a:cubicBezTo>
                    <a:pt x="2" y="55"/>
                    <a:pt x="2" y="55"/>
                    <a:pt x="2" y="55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4" y="56"/>
                    <a:pt x="6" y="56"/>
                    <a:pt x="8" y="56"/>
                  </a:cubicBezTo>
                  <a:cubicBezTo>
                    <a:pt x="10" y="56"/>
                    <a:pt x="11" y="55"/>
                    <a:pt x="13" y="5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2"/>
                    <a:pt x="32" y="10"/>
                    <a:pt x="32" y="9"/>
                  </a:cubicBezTo>
                  <a:cubicBezTo>
                    <a:pt x="32" y="7"/>
                    <a:pt x="30" y="5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63" y="17"/>
                    <a:pt x="70" y="23"/>
                    <a:pt x="70" y="31"/>
                  </a:cubicBezTo>
                  <a:cubicBezTo>
                    <a:pt x="70" y="34"/>
                    <a:pt x="70" y="36"/>
                    <a:pt x="68" y="39"/>
                  </a:cubicBezTo>
                  <a:cubicBezTo>
                    <a:pt x="65" y="46"/>
                    <a:pt x="60" y="48"/>
                    <a:pt x="54" y="48"/>
                  </a:cubicBezTo>
                  <a:cubicBezTo>
                    <a:pt x="48" y="48"/>
                    <a:pt x="40" y="45"/>
                    <a:pt x="34" y="43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8"/>
                    <a:pt x="22" y="60"/>
                    <a:pt x="22" y="61"/>
                  </a:cubicBezTo>
                  <a:cubicBezTo>
                    <a:pt x="22" y="63"/>
                    <a:pt x="24" y="65"/>
                    <a:pt x="28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7" y="70"/>
                    <a:pt x="27" y="70"/>
                    <a:pt x="27" y="70"/>
                  </a:cubicBezTo>
                  <a:lnTo>
                    <a:pt x="0" y="57"/>
                  </a:lnTo>
                  <a:close/>
                  <a:moveTo>
                    <a:pt x="1" y="57"/>
                  </a:moveTo>
                  <a:cubicBezTo>
                    <a:pt x="27" y="69"/>
                    <a:pt x="27" y="69"/>
                    <a:pt x="27" y="69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4" y="65"/>
                    <a:pt x="22" y="64"/>
                    <a:pt x="22" y="61"/>
                  </a:cubicBezTo>
                  <a:cubicBezTo>
                    <a:pt x="22" y="60"/>
                    <a:pt x="22" y="58"/>
                    <a:pt x="24" y="55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41" y="45"/>
                    <a:pt x="48" y="48"/>
                    <a:pt x="54" y="48"/>
                  </a:cubicBezTo>
                  <a:cubicBezTo>
                    <a:pt x="60" y="48"/>
                    <a:pt x="65" y="46"/>
                    <a:pt x="68" y="39"/>
                  </a:cubicBezTo>
                  <a:cubicBezTo>
                    <a:pt x="69" y="36"/>
                    <a:pt x="70" y="34"/>
                    <a:pt x="70" y="31"/>
                  </a:cubicBezTo>
                  <a:cubicBezTo>
                    <a:pt x="70" y="24"/>
                    <a:pt x="63" y="18"/>
                    <a:pt x="54" y="13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0"/>
                    <a:pt x="32" y="12"/>
                    <a:pt x="31" y="15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2" y="55"/>
                    <a:pt x="10" y="57"/>
                    <a:pt x="8" y="57"/>
                  </a:cubicBezTo>
                  <a:cubicBezTo>
                    <a:pt x="6" y="57"/>
                    <a:pt x="4" y="56"/>
                    <a:pt x="2" y="55"/>
                  </a:cubicBezTo>
                  <a:lnTo>
                    <a:pt x="1" y="57"/>
                  </a:lnTo>
                  <a:close/>
                  <a:moveTo>
                    <a:pt x="47" y="42"/>
                  </a:moveTo>
                  <a:cubicBezTo>
                    <a:pt x="44" y="42"/>
                    <a:pt x="40" y="40"/>
                    <a:pt x="36" y="39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2" y="16"/>
                    <a:pt x="43" y="14"/>
                    <a:pt x="45" y="14"/>
                  </a:cubicBezTo>
                  <a:cubicBezTo>
                    <a:pt x="46" y="14"/>
                    <a:pt x="48" y="15"/>
                    <a:pt x="50" y="16"/>
                  </a:cubicBezTo>
                  <a:cubicBezTo>
                    <a:pt x="55" y="18"/>
                    <a:pt x="60" y="21"/>
                    <a:pt x="60" y="27"/>
                  </a:cubicBezTo>
                  <a:cubicBezTo>
                    <a:pt x="60" y="29"/>
                    <a:pt x="59" y="31"/>
                    <a:pt x="58" y="34"/>
                  </a:cubicBezTo>
                  <a:cubicBezTo>
                    <a:pt x="55" y="40"/>
                    <a:pt x="51" y="42"/>
                    <a:pt x="47" y="42"/>
                  </a:cubicBezTo>
                  <a:close/>
                  <a:moveTo>
                    <a:pt x="36" y="38"/>
                  </a:moveTo>
                  <a:cubicBezTo>
                    <a:pt x="40" y="40"/>
                    <a:pt x="44" y="41"/>
                    <a:pt x="47" y="41"/>
                  </a:cubicBezTo>
                  <a:cubicBezTo>
                    <a:pt x="51" y="41"/>
                    <a:pt x="54" y="39"/>
                    <a:pt x="57" y="34"/>
                  </a:cubicBezTo>
                  <a:cubicBezTo>
                    <a:pt x="58" y="31"/>
                    <a:pt x="59" y="29"/>
                    <a:pt x="59" y="27"/>
                  </a:cubicBezTo>
                  <a:cubicBezTo>
                    <a:pt x="59" y="22"/>
                    <a:pt x="55" y="19"/>
                    <a:pt x="49" y="16"/>
                  </a:cubicBezTo>
                  <a:cubicBezTo>
                    <a:pt x="48" y="15"/>
                    <a:pt x="46" y="15"/>
                    <a:pt x="45" y="15"/>
                  </a:cubicBezTo>
                  <a:cubicBezTo>
                    <a:pt x="44" y="15"/>
                    <a:pt x="43" y="16"/>
                    <a:pt x="41" y="19"/>
                  </a:cubicBezTo>
                  <a:cubicBezTo>
                    <a:pt x="33" y="37"/>
                    <a:pt x="33" y="37"/>
                    <a:pt x="33" y="37"/>
                  </a:cubicBezTo>
                  <a:lnTo>
                    <a:pt x="36" y="3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6" name="Freeform 668">
              <a:extLst>
                <a:ext uri="{FF2B5EF4-FFF2-40B4-BE49-F238E27FC236}">
                  <a16:creationId xmlns:a16="http://schemas.microsoft.com/office/drawing/2014/main" id="{B056B18B-0839-4D7B-BC4E-5B6769DFC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16075" y="12398375"/>
              <a:ext cx="44450" cy="44450"/>
            </a:xfrm>
            <a:custGeom>
              <a:avLst/>
              <a:gdLst>
                <a:gd name="T0" fmla="*/ 58 w 69"/>
                <a:gd name="T1" fmla="*/ 31 h 69"/>
                <a:gd name="T2" fmla="*/ 53 w 69"/>
                <a:gd name="T3" fmla="*/ 13 h 69"/>
                <a:gd name="T4" fmla="*/ 38 w 69"/>
                <a:gd name="T5" fmla="*/ 12 h 69"/>
                <a:gd name="T6" fmla="*/ 47 w 69"/>
                <a:gd name="T7" fmla="*/ 42 h 69"/>
                <a:gd name="T8" fmla="*/ 46 w 69"/>
                <a:gd name="T9" fmla="*/ 59 h 69"/>
                <a:gd name="T10" fmla="*/ 14 w 69"/>
                <a:gd name="T11" fmla="*/ 57 h 69"/>
                <a:gd name="T12" fmla="*/ 0 w 69"/>
                <a:gd name="T13" fmla="*/ 45 h 69"/>
                <a:gd name="T14" fmla="*/ 9 w 69"/>
                <a:gd name="T15" fmla="*/ 32 h 69"/>
                <a:gd name="T16" fmla="*/ 11 w 69"/>
                <a:gd name="T17" fmla="*/ 34 h 69"/>
                <a:gd name="T18" fmla="*/ 17 w 69"/>
                <a:gd name="T19" fmla="*/ 54 h 69"/>
                <a:gd name="T20" fmla="*/ 35 w 69"/>
                <a:gd name="T21" fmla="*/ 55 h 69"/>
                <a:gd name="T22" fmla="*/ 28 w 69"/>
                <a:gd name="T23" fmla="*/ 27 h 69"/>
                <a:gd name="T24" fmla="*/ 27 w 69"/>
                <a:gd name="T25" fmla="*/ 8 h 69"/>
                <a:gd name="T26" fmla="*/ 56 w 69"/>
                <a:gd name="T27" fmla="*/ 9 h 69"/>
                <a:gd name="T28" fmla="*/ 69 w 69"/>
                <a:gd name="T29" fmla="*/ 20 h 69"/>
                <a:gd name="T30" fmla="*/ 61 w 69"/>
                <a:gd name="T31" fmla="*/ 32 h 69"/>
                <a:gd name="T32" fmla="*/ 58 w 69"/>
                <a:gd name="T33" fmla="*/ 3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69">
                  <a:moveTo>
                    <a:pt x="58" y="31"/>
                  </a:moveTo>
                  <a:cubicBezTo>
                    <a:pt x="61" y="26"/>
                    <a:pt x="62" y="19"/>
                    <a:pt x="53" y="13"/>
                  </a:cubicBezTo>
                  <a:cubicBezTo>
                    <a:pt x="46" y="8"/>
                    <a:pt x="40" y="8"/>
                    <a:pt x="38" y="12"/>
                  </a:cubicBezTo>
                  <a:cubicBezTo>
                    <a:pt x="32" y="20"/>
                    <a:pt x="44" y="33"/>
                    <a:pt x="47" y="42"/>
                  </a:cubicBezTo>
                  <a:cubicBezTo>
                    <a:pt x="49" y="48"/>
                    <a:pt x="50" y="53"/>
                    <a:pt x="46" y="59"/>
                  </a:cubicBezTo>
                  <a:cubicBezTo>
                    <a:pt x="38" y="69"/>
                    <a:pt x="26" y="67"/>
                    <a:pt x="14" y="57"/>
                  </a:cubicBezTo>
                  <a:cubicBezTo>
                    <a:pt x="7" y="53"/>
                    <a:pt x="3" y="47"/>
                    <a:pt x="0" y="45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8"/>
                    <a:pt x="6" y="47"/>
                    <a:pt x="17" y="54"/>
                  </a:cubicBezTo>
                  <a:cubicBezTo>
                    <a:pt x="25" y="60"/>
                    <a:pt x="31" y="59"/>
                    <a:pt x="35" y="55"/>
                  </a:cubicBezTo>
                  <a:cubicBezTo>
                    <a:pt x="40" y="47"/>
                    <a:pt x="32" y="37"/>
                    <a:pt x="28" y="27"/>
                  </a:cubicBezTo>
                  <a:cubicBezTo>
                    <a:pt x="25" y="21"/>
                    <a:pt x="23" y="14"/>
                    <a:pt x="27" y="8"/>
                  </a:cubicBezTo>
                  <a:cubicBezTo>
                    <a:pt x="33" y="0"/>
                    <a:pt x="44" y="0"/>
                    <a:pt x="56" y="9"/>
                  </a:cubicBezTo>
                  <a:cubicBezTo>
                    <a:pt x="62" y="13"/>
                    <a:pt x="66" y="18"/>
                    <a:pt x="69" y="20"/>
                  </a:cubicBezTo>
                  <a:cubicBezTo>
                    <a:pt x="61" y="32"/>
                    <a:pt x="61" y="32"/>
                    <a:pt x="61" y="32"/>
                  </a:cubicBezTo>
                  <a:lnTo>
                    <a:pt x="58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7" name="Freeform 669">
              <a:extLst>
                <a:ext uri="{FF2B5EF4-FFF2-40B4-BE49-F238E27FC236}">
                  <a16:creationId xmlns:a16="http://schemas.microsoft.com/office/drawing/2014/main" id="{75D9BA69-A9B0-4088-B0C6-A473EFF57C6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16075" y="12399963"/>
              <a:ext cx="44450" cy="41275"/>
            </a:xfrm>
            <a:custGeom>
              <a:avLst/>
              <a:gdLst>
                <a:gd name="T0" fmla="*/ 33 w 69"/>
                <a:gd name="T1" fmla="*/ 64 h 64"/>
                <a:gd name="T2" fmla="*/ 14 w 69"/>
                <a:gd name="T3" fmla="*/ 56 h 64"/>
                <a:gd name="T4" fmla="*/ 0 w 69"/>
                <a:gd name="T5" fmla="*/ 43 h 64"/>
                <a:gd name="T6" fmla="*/ 0 w 69"/>
                <a:gd name="T7" fmla="*/ 43 h 64"/>
                <a:gd name="T8" fmla="*/ 9 w 69"/>
                <a:gd name="T9" fmla="*/ 29 h 64"/>
                <a:gd name="T10" fmla="*/ 12 w 69"/>
                <a:gd name="T11" fmla="*/ 31 h 64"/>
                <a:gd name="T12" fmla="*/ 11 w 69"/>
                <a:gd name="T13" fmla="*/ 32 h 64"/>
                <a:gd name="T14" fmla="*/ 10 w 69"/>
                <a:gd name="T15" fmla="*/ 39 h 64"/>
                <a:gd name="T16" fmla="*/ 17 w 69"/>
                <a:gd name="T17" fmla="*/ 52 h 64"/>
                <a:gd name="T18" fmla="*/ 27 w 69"/>
                <a:gd name="T19" fmla="*/ 56 h 64"/>
                <a:gd name="T20" fmla="*/ 34 w 69"/>
                <a:gd name="T21" fmla="*/ 52 h 64"/>
                <a:gd name="T22" fmla="*/ 36 w 69"/>
                <a:gd name="T23" fmla="*/ 47 h 64"/>
                <a:gd name="T24" fmla="*/ 27 w 69"/>
                <a:gd name="T25" fmla="*/ 25 h 64"/>
                <a:gd name="T26" fmla="*/ 24 w 69"/>
                <a:gd name="T27" fmla="*/ 14 h 64"/>
                <a:gd name="T28" fmla="*/ 27 w 69"/>
                <a:gd name="T29" fmla="*/ 6 h 64"/>
                <a:gd name="T30" fmla="*/ 39 w 69"/>
                <a:gd name="T31" fmla="*/ 0 h 64"/>
                <a:gd name="T32" fmla="*/ 56 w 69"/>
                <a:gd name="T33" fmla="*/ 7 h 64"/>
                <a:gd name="T34" fmla="*/ 69 w 69"/>
                <a:gd name="T35" fmla="*/ 18 h 64"/>
                <a:gd name="T36" fmla="*/ 69 w 69"/>
                <a:gd name="T37" fmla="*/ 18 h 64"/>
                <a:gd name="T38" fmla="*/ 61 w 69"/>
                <a:gd name="T39" fmla="*/ 31 h 64"/>
                <a:gd name="T40" fmla="*/ 58 w 69"/>
                <a:gd name="T41" fmla="*/ 29 h 64"/>
                <a:gd name="T42" fmla="*/ 58 w 69"/>
                <a:gd name="T43" fmla="*/ 29 h 64"/>
                <a:gd name="T44" fmla="*/ 59 w 69"/>
                <a:gd name="T45" fmla="*/ 29 h 64"/>
                <a:gd name="T46" fmla="*/ 58 w 69"/>
                <a:gd name="T47" fmla="*/ 29 h 64"/>
                <a:gd name="T48" fmla="*/ 58 w 69"/>
                <a:gd name="T49" fmla="*/ 29 h 64"/>
                <a:gd name="T50" fmla="*/ 58 w 69"/>
                <a:gd name="T51" fmla="*/ 29 h 64"/>
                <a:gd name="T52" fmla="*/ 58 w 69"/>
                <a:gd name="T53" fmla="*/ 28 h 64"/>
                <a:gd name="T54" fmla="*/ 60 w 69"/>
                <a:gd name="T55" fmla="*/ 22 h 64"/>
                <a:gd name="T56" fmla="*/ 53 w 69"/>
                <a:gd name="T57" fmla="*/ 11 h 64"/>
                <a:gd name="T58" fmla="*/ 44 w 69"/>
                <a:gd name="T59" fmla="*/ 7 h 64"/>
                <a:gd name="T60" fmla="*/ 38 w 69"/>
                <a:gd name="T61" fmla="*/ 10 h 64"/>
                <a:gd name="T62" fmla="*/ 37 w 69"/>
                <a:gd name="T63" fmla="*/ 15 h 64"/>
                <a:gd name="T64" fmla="*/ 48 w 69"/>
                <a:gd name="T65" fmla="*/ 40 h 64"/>
                <a:gd name="T66" fmla="*/ 49 w 69"/>
                <a:gd name="T67" fmla="*/ 48 h 64"/>
                <a:gd name="T68" fmla="*/ 46 w 69"/>
                <a:gd name="T69" fmla="*/ 57 h 64"/>
                <a:gd name="T70" fmla="*/ 33 w 69"/>
                <a:gd name="T71" fmla="*/ 64 h 64"/>
                <a:gd name="T72" fmla="*/ 14 w 69"/>
                <a:gd name="T73" fmla="*/ 55 h 64"/>
                <a:gd name="T74" fmla="*/ 33 w 69"/>
                <a:gd name="T75" fmla="*/ 63 h 64"/>
                <a:gd name="T76" fmla="*/ 46 w 69"/>
                <a:gd name="T77" fmla="*/ 56 h 64"/>
                <a:gd name="T78" fmla="*/ 49 w 69"/>
                <a:gd name="T79" fmla="*/ 48 h 64"/>
                <a:gd name="T80" fmla="*/ 47 w 69"/>
                <a:gd name="T81" fmla="*/ 40 h 64"/>
                <a:gd name="T82" fmla="*/ 36 w 69"/>
                <a:gd name="T83" fmla="*/ 15 h 64"/>
                <a:gd name="T84" fmla="*/ 37 w 69"/>
                <a:gd name="T85" fmla="*/ 10 h 64"/>
                <a:gd name="T86" fmla="*/ 44 w 69"/>
                <a:gd name="T87" fmla="*/ 7 h 64"/>
                <a:gd name="T88" fmla="*/ 53 w 69"/>
                <a:gd name="T89" fmla="*/ 10 h 64"/>
                <a:gd name="T90" fmla="*/ 60 w 69"/>
                <a:gd name="T91" fmla="*/ 22 h 64"/>
                <a:gd name="T92" fmla="*/ 59 w 69"/>
                <a:gd name="T93" fmla="*/ 29 h 64"/>
                <a:gd name="T94" fmla="*/ 61 w 69"/>
                <a:gd name="T95" fmla="*/ 30 h 64"/>
                <a:gd name="T96" fmla="*/ 68 w 69"/>
                <a:gd name="T97" fmla="*/ 18 h 64"/>
                <a:gd name="T98" fmla="*/ 56 w 69"/>
                <a:gd name="T99" fmla="*/ 7 h 64"/>
                <a:gd name="T100" fmla="*/ 39 w 69"/>
                <a:gd name="T101" fmla="*/ 1 h 64"/>
                <a:gd name="T102" fmla="*/ 28 w 69"/>
                <a:gd name="T103" fmla="*/ 6 h 64"/>
                <a:gd name="T104" fmla="*/ 25 w 69"/>
                <a:gd name="T105" fmla="*/ 14 h 64"/>
                <a:gd name="T106" fmla="*/ 28 w 69"/>
                <a:gd name="T107" fmla="*/ 25 h 64"/>
                <a:gd name="T108" fmla="*/ 37 w 69"/>
                <a:gd name="T109" fmla="*/ 47 h 64"/>
                <a:gd name="T110" fmla="*/ 35 w 69"/>
                <a:gd name="T111" fmla="*/ 53 h 64"/>
                <a:gd name="T112" fmla="*/ 27 w 69"/>
                <a:gd name="T113" fmla="*/ 57 h 64"/>
                <a:gd name="T114" fmla="*/ 17 w 69"/>
                <a:gd name="T115" fmla="*/ 53 h 64"/>
                <a:gd name="T116" fmla="*/ 9 w 69"/>
                <a:gd name="T117" fmla="*/ 39 h 64"/>
                <a:gd name="T118" fmla="*/ 11 w 69"/>
                <a:gd name="T119" fmla="*/ 32 h 64"/>
                <a:gd name="T120" fmla="*/ 9 w 69"/>
                <a:gd name="T121" fmla="*/ 30 h 64"/>
                <a:gd name="T122" fmla="*/ 1 w 69"/>
                <a:gd name="T123" fmla="*/ 43 h 64"/>
                <a:gd name="T124" fmla="*/ 14 w 69"/>
                <a:gd name="T125" fmla="*/ 5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" h="64">
                  <a:moveTo>
                    <a:pt x="33" y="64"/>
                  </a:moveTo>
                  <a:cubicBezTo>
                    <a:pt x="27" y="64"/>
                    <a:pt x="21" y="61"/>
                    <a:pt x="14" y="56"/>
                  </a:cubicBezTo>
                  <a:cubicBezTo>
                    <a:pt x="7" y="51"/>
                    <a:pt x="2" y="46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4"/>
                    <a:pt x="10" y="36"/>
                    <a:pt x="10" y="39"/>
                  </a:cubicBezTo>
                  <a:cubicBezTo>
                    <a:pt x="10" y="43"/>
                    <a:pt x="11" y="48"/>
                    <a:pt x="17" y="52"/>
                  </a:cubicBezTo>
                  <a:cubicBezTo>
                    <a:pt x="21" y="55"/>
                    <a:pt x="24" y="56"/>
                    <a:pt x="27" y="56"/>
                  </a:cubicBezTo>
                  <a:cubicBezTo>
                    <a:pt x="30" y="56"/>
                    <a:pt x="33" y="55"/>
                    <a:pt x="34" y="52"/>
                  </a:cubicBezTo>
                  <a:cubicBezTo>
                    <a:pt x="36" y="51"/>
                    <a:pt x="36" y="49"/>
                    <a:pt x="36" y="47"/>
                  </a:cubicBezTo>
                  <a:cubicBezTo>
                    <a:pt x="36" y="41"/>
                    <a:pt x="31" y="33"/>
                    <a:pt x="27" y="25"/>
                  </a:cubicBezTo>
                  <a:cubicBezTo>
                    <a:pt x="26" y="22"/>
                    <a:pt x="24" y="18"/>
                    <a:pt x="24" y="14"/>
                  </a:cubicBezTo>
                  <a:cubicBezTo>
                    <a:pt x="24" y="12"/>
                    <a:pt x="25" y="9"/>
                    <a:pt x="27" y="6"/>
                  </a:cubicBezTo>
                  <a:cubicBezTo>
                    <a:pt x="30" y="2"/>
                    <a:pt x="34" y="0"/>
                    <a:pt x="39" y="0"/>
                  </a:cubicBezTo>
                  <a:cubicBezTo>
                    <a:pt x="44" y="0"/>
                    <a:pt x="50" y="2"/>
                    <a:pt x="56" y="7"/>
                  </a:cubicBezTo>
                  <a:cubicBezTo>
                    <a:pt x="62" y="11"/>
                    <a:pt x="67" y="16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9" y="27"/>
                    <a:pt x="60" y="24"/>
                    <a:pt x="60" y="22"/>
                  </a:cubicBezTo>
                  <a:cubicBezTo>
                    <a:pt x="60" y="18"/>
                    <a:pt x="58" y="15"/>
                    <a:pt x="53" y="11"/>
                  </a:cubicBezTo>
                  <a:cubicBezTo>
                    <a:pt x="50" y="9"/>
                    <a:pt x="47" y="7"/>
                    <a:pt x="44" y="7"/>
                  </a:cubicBezTo>
                  <a:cubicBezTo>
                    <a:pt x="41" y="7"/>
                    <a:pt x="39" y="8"/>
                    <a:pt x="38" y="10"/>
                  </a:cubicBezTo>
                  <a:cubicBezTo>
                    <a:pt x="37" y="12"/>
                    <a:pt x="37" y="13"/>
                    <a:pt x="37" y="15"/>
                  </a:cubicBezTo>
                  <a:cubicBezTo>
                    <a:pt x="37" y="22"/>
                    <a:pt x="45" y="33"/>
                    <a:pt x="48" y="40"/>
                  </a:cubicBezTo>
                  <a:cubicBezTo>
                    <a:pt x="49" y="43"/>
                    <a:pt x="49" y="46"/>
                    <a:pt x="49" y="48"/>
                  </a:cubicBezTo>
                  <a:cubicBezTo>
                    <a:pt x="49" y="51"/>
                    <a:pt x="48" y="54"/>
                    <a:pt x="46" y="57"/>
                  </a:cubicBezTo>
                  <a:cubicBezTo>
                    <a:pt x="43" y="62"/>
                    <a:pt x="38" y="64"/>
                    <a:pt x="33" y="64"/>
                  </a:cubicBezTo>
                  <a:moveTo>
                    <a:pt x="14" y="55"/>
                  </a:moveTo>
                  <a:cubicBezTo>
                    <a:pt x="21" y="60"/>
                    <a:pt x="28" y="63"/>
                    <a:pt x="33" y="63"/>
                  </a:cubicBezTo>
                  <a:cubicBezTo>
                    <a:pt x="38" y="63"/>
                    <a:pt x="42" y="61"/>
                    <a:pt x="46" y="56"/>
                  </a:cubicBezTo>
                  <a:cubicBezTo>
                    <a:pt x="48" y="54"/>
                    <a:pt x="49" y="51"/>
                    <a:pt x="49" y="48"/>
                  </a:cubicBezTo>
                  <a:cubicBezTo>
                    <a:pt x="49" y="46"/>
                    <a:pt x="48" y="43"/>
                    <a:pt x="47" y="40"/>
                  </a:cubicBezTo>
                  <a:cubicBezTo>
                    <a:pt x="44" y="33"/>
                    <a:pt x="36" y="23"/>
                    <a:pt x="36" y="15"/>
                  </a:cubicBezTo>
                  <a:cubicBezTo>
                    <a:pt x="36" y="13"/>
                    <a:pt x="36" y="11"/>
                    <a:pt x="37" y="10"/>
                  </a:cubicBezTo>
                  <a:cubicBezTo>
                    <a:pt x="39" y="8"/>
                    <a:pt x="41" y="7"/>
                    <a:pt x="44" y="7"/>
                  </a:cubicBezTo>
                  <a:cubicBezTo>
                    <a:pt x="47" y="7"/>
                    <a:pt x="50" y="8"/>
                    <a:pt x="53" y="10"/>
                  </a:cubicBezTo>
                  <a:cubicBezTo>
                    <a:pt x="59" y="14"/>
                    <a:pt x="60" y="18"/>
                    <a:pt x="60" y="22"/>
                  </a:cubicBezTo>
                  <a:cubicBezTo>
                    <a:pt x="60" y="24"/>
                    <a:pt x="60" y="27"/>
                    <a:pt x="59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6" y="16"/>
                    <a:pt x="61" y="11"/>
                    <a:pt x="56" y="7"/>
                  </a:cubicBezTo>
                  <a:cubicBezTo>
                    <a:pt x="49" y="3"/>
                    <a:pt x="44" y="1"/>
                    <a:pt x="39" y="1"/>
                  </a:cubicBezTo>
                  <a:cubicBezTo>
                    <a:pt x="34" y="1"/>
                    <a:pt x="30" y="2"/>
                    <a:pt x="28" y="6"/>
                  </a:cubicBezTo>
                  <a:cubicBezTo>
                    <a:pt x="26" y="9"/>
                    <a:pt x="25" y="12"/>
                    <a:pt x="25" y="14"/>
                  </a:cubicBezTo>
                  <a:cubicBezTo>
                    <a:pt x="25" y="18"/>
                    <a:pt x="26" y="22"/>
                    <a:pt x="28" y="25"/>
                  </a:cubicBezTo>
                  <a:cubicBezTo>
                    <a:pt x="31" y="33"/>
                    <a:pt x="37" y="40"/>
                    <a:pt x="37" y="47"/>
                  </a:cubicBezTo>
                  <a:cubicBezTo>
                    <a:pt x="37" y="49"/>
                    <a:pt x="36" y="51"/>
                    <a:pt x="35" y="53"/>
                  </a:cubicBezTo>
                  <a:cubicBezTo>
                    <a:pt x="33" y="55"/>
                    <a:pt x="30" y="57"/>
                    <a:pt x="27" y="57"/>
                  </a:cubicBezTo>
                  <a:cubicBezTo>
                    <a:pt x="24" y="57"/>
                    <a:pt x="21" y="55"/>
                    <a:pt x="17" y="53"/>
                  </a:cubicBezTo>
                  <a:cubicBezTo>
                    <a:pt x="11" y="48"/>
                    <a:pt x="9" y="43"/>
                    <a:pt x="9" y="39"/>
                  </a:cubicBezTo>
                  <a:cubicBezTo>
                    <a:pt x="9" y="36"/>
                    <a:pt x="10" y="34"/>
                    <a:pt x="11" y="32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3" y="45"/>
                    <a:pt x="7" y="51"/>
                    <a:pt x="14" y="5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8" name="Freeform 670">
              <a:extLst>
                <a:ext uri="{FF2B5EF4-FFF2-40B4-BE49-F238E27FC236}">
                  <a16:creationId xmlns:a16="http://schemas.microsoft.com/office/drawing/2014/main" id="{C57C776B-DC44-48BD-AD17-1F91EBDA71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41475" y="12433300"/>
              <a:ext cx="46038" cy="47625"/>
            </a:xfrm>
            <a:custGeom>
              <a:avLst/>
              <a:gdLst>
                <a:gd name="T0" fmla="*/ 2 w 74"/>
                <a:gd name="T1" fmla="*/ 17 h 73"/>
                <a:gd name="T2" fmla="*/ 18 w 74"/>
                <a:gd name="T3" fmla="*/ 20 h 73"/>
                <a:gd name="T4" fmla="*/ 68 w 74"/>
                <a:gd name="T5" fmla="*/ 0 h 73"/>
                <a:gd name="T6" fmla="*/ 74 w 74"/>
                <a:gd name="T7" fmla="*/ 6 h 73"/>
                <a:gd name="T8" fmla="*/ 52 w 74"/>
                <a:gd name="T9" fmla="*/ 57 h 73"/>
                <a:gd name="T10" fmla="*/ 55 w 74"/>
                <a:gd name="T11" fmla="*/ 72 h 73"/>
                <a:gd name="T12" fmla="*/ 53 w 74"/>
                <a:gd name="T13" fmla="*/ 73 h 73"/>
                <a:gd name="T14" fmla="*/ 32 w 74"/>
                <a:gd name="T15" fmla="*/ 52 h 73"/>
                <a:gd name="T16" fmla="*/ 34 w 74"/>
                <a:gd name="T17" fmla="*/ 51 h 73"/>
                <a:gd name="T18" fmla="*/ 42 w 74"/>
                <a:gd name="T19" fmla="*/ 54 h 73"/>
                <a:gd name="T20" fmla="*/ 44 w 74"/>
                <a:gd name="T21" fmla="*/ 51 h 73"/>
                <a:gd name="T22" fmla="*/ 48 w 74"/>
                <a:gd name="T23" fmla="*/ 41 h 73"/>
                <a:gd name="T24" fmla="*/ 30 w 74"/>
                <a:gd name="T25" fmla="*/ 22 h 73"/>
                <a:gd name="T26" fmla="*/ 20 w 74"/>
                <a:gd name="T27" fmla="*/ 25 h 73"/>
                <a:gd name="T28" fmla="*/ 17 w 74"/>
                <a:gd name="T29" fmla="*/ 27 h 73"/>
                <a:gd name="T30" fmla="*/ 20 w 74"/>
                <a:gd name="T31" fmla="*/ 35 h 73"/>
                <a:gd name="T32" fmla="*/ 18 w 74"/>
                <a:gd name="T33" fmla="*/ 37 h 73"/>
                <a:gd name="T34" fmla="*/ 0 w 74"/>
                <a:gd name="T35" fmla="*/ 19 h 73"/>
                <a:gd name="T36" fmla="*/ 2 w 74"/>
                <a:gd name="T37" fmla="*/ 17 h 73"/>
                <a:gd name="T38" fmla="*/ 34 w 74"/>
                <a:gd name="T39" fmla="*/ 20 h 73"/>
                <a:gd name="T40" fmla="*/ 50 w 74"/>
                <a:gd name="T41" fmla="*/ 37 h 73"/>
                <a:gd name="T42" fmla="*/ 62 w 74"/>
                <a:gd name="T43" fmla="*/ 9 h 73"/>
                <a:gd name="T44" fmla="*/ 34 w 74"/>
                <a:gd name="T45" fmla="*/ 2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73">
                  <a:moveTo>
                    <a:pt x="2" y="17"/>
                  </a:moveTo>
                  <a:cubicBezTo>
                    <a:pt x="7" y="22"/>
                    <a:pt x="10" y="23"/>
                    <a:pt x="18" y="2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49" y="64"/>
                    <a:pt x="50" y="67"/>
                    <a:pt x="55" y="72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7" y="54"/>
                    <a:pt x="40" y="56"/>
                    <a:pt x="42" y="54"/>
                  </a:cubicBezTo>
                  <a:cubicBezTo>
                    <a:pt x="43" y="53"/>
                    <a:pt x="43" y="52"/>
                    <a:pt x="44" y="5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6"/>
                    <a:pt x="18" y="26"/>
                    <a:pt x="17" y="27"/>
                  </a:cubicBezTo>
                  <a:cubicBezTo>
                    <a:pt x="15" y="29"/>
                    <a:pt x="16" y="31"/>
                    <a:pt x="20" y="35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2" y="17"/>
                  </a:lnTo>
                  <a:close/>
                  <a:moveTo>
                    <a:pt x="34" y="20"/>
                  </a:moveTo>
                  <a:cubicBezTo>
                    <a:pt x="50" y="37"/>
                    <a:pt x="50" y="37"/>
                    <a:pt x="50" y="37"/>
                  </a:cubicBezTo>
                  <a:cubicBezTo>
                    <a:pt x="62" y="9"/>
                    <a:pt x="62" y="9"/>
                    <a:pt x="62" y="9"/>
                  </a:cubicBezTo>
                  <a:lnTo>
                    <a:pt x="34" y="2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9" name="Freeform 671">
              <a:extLst>
                <a:ext uri="{FF2B5EF4-FFF2-40B4-BE49-F238E27FC236}">
                  <a16:creationId xmlns:a16="http://schemas.microsoft.com/office/drawing/2014/main" id="{9337834B-5424-4637-956F-73D265A8F8B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41475" y="12433300"/>
              <a:ext cx="47625" cy="47625"/>
            </a:xfrm>
            <a:custGeom>
              <a:avLst/>
              <a:gdLst>
                <a:gd name="T0" fmla="*/ 32 w 75"/>
                <a:gd name="T1" fmla="*/ 52 h 74"/>
                <a:gd name="T2" fmla="*/ 34 w 75"/>
                <a:gd name="T3" fmla="*/ 50 h 74"/>
                <a:gd name="T4" fmla="*/ 34 w 75"/>
                <a:gd name="T5" fmla="*/ 50 h 74"/>
                <a:gd name="T6" fmla="*/ 40 w 75"/>
                <a:gd name="T7" fmla="*/ 54 h 74"/>
                <a:gd name="T8" fmla="*/ 42 w 75"/>
                <a:gd name="T9" fmla="*/ 54 h 74"/>
                <a:gd name="T10" fmla="*/ 44 w 75"/>
                <a:gd name="T11" fmla="*/ 51 h 74"/>
                <a:gd name="T12" fmla="*/ 48 w 75"/>
                <a:gd name="T13" fmla="*/ 41 h 74"/>
                <a:gd name="T14" fmla="*/ 30 w 75"/>
                <a:gd name="T15" fmla="*/ 22 h 74"/>
                <a:gd name="T16" fmla="*/ 20 w 75"/>
                <a:gd name="T17" fmla="*/ 26 h 74"/>
                <a:gd name="T18" fmla="*/ 17 w 75"/>
                <a:gd name="T19" fmla="*/ 27 h 74"/>
                <a:gd name="T20" fmla="*/ 16 w 75"/>
                <a:gd name="T21" fmla="*/ 29 h 74"/>
                <a:gd name="T22" fmla="*/ 20 w 75"/>
                <a:gd name="T23" fmla="*/ 35 h 74"/>
                <a:gd name="T24" fmla="*/ 20 w 75"/>
                <a:gd name="T25" fmla="*/ 35 h 74"/>
                <a:gd name="T26" fmla="*/ 18 w 75"/>
                <a:gd name="T27" fmla="*/ 37 h 74"/>
                <a:gd name="T28" fmla="*/ 0 w 75"/>
                <a:gd name="T29" fmla="*/ 19 h 74"/>
                <a:gd name="T30" fmla="*/ 2 w 75"/>
                <a:gd name="T31" fmla="*/ 17 h 74"/>
                <a:gd name="T32" fmla="*/ 2 w 75"/>
                <a:gd name="T33" fmla="*/ 17 h 74"/>
                <a:gd name="T34" fmla="*/ 2 w 75"/>
                <a:gd name="T35" fmla="*/ 17 h 74"/>
                <a:gd name="T36" fmla="*/ 10 w 75"/>
                <a:gd name="T37" fmla="*/ 21 h 74"/>
                <a:gd name="T38" fmla="*/ 18 w 75"/>
                <a:gd name="T39" fmla="*/ 19 h 74"/>
                <a:gd name="T40" fmla="*/ 69 w 75"/>
                <a:gd name="T41" fmla="*/ 0 h 74"/>
                <a:gd name="T42" fmla="*/ 75 w 75"/>
                <a:gd name="T43" fmla="*/ 6 h 74"/>
                <a:gd name="T44" fmla="*/ 52 w 75"/>
                <a:gd name="T45" fmla="*/ 57 h 74"/>
                <a:gd name="T46" fmla="*/ 51 w 75"/>
                <a:gd name="T47" fmla="*/ 64 h 74"/>
                <a:gd name="T48" fmla="*/ 55 w 75"/>
                <a:gd name="T49" fmla="*/ 72 h 74"/>
                <a:gd name="T50" fmla="*/ 55 w 75"/>
                <a:gd name="T51" fmla="*/ 72 h 74"/>
                <a:gd name="T52" fmla="*/ 53 w 75"/>
                <a:gd name="T53" fmla="*/ 74 h 74"/>
                <a:gd name="T54" fmla="*/ 32 w 75"/>
                <a:gd name="T55" fmla="*/ 52 h 74"/>
                <a:gd name="T56" fmla="*/ 33 w 75"/>
                <a:gd name="T57" fmla="*/ 52 h 74"/>
                <a:gd name="T58" fmla="*/ 53 w 75"/>
                <a:gd name="T59" fmla="*/ 73 h 74"/>
                <a:gd name="T60" fmla="*/ 54 w 75"/>
                <a:gd name="T61" fmla="*/ 72 h 74"/>
                <a:gd name="T62" fmla="*/ 50 w 75"/>
                <a:gd name="T63" fmla="*/ 64 h 74"/>
                <a:gd name="T64" fmla="*/ 52 w 75"/>
                <a:gd name="T65" fmla="*/ 57 h 74"/>
                <a:gd name="T66" fmla="*/ 74 w 75"/>
                <a:gd name="T67" fmla="*/ 6 h 74"/>
                <a:gd name="T68" fmla="*/ 68 w 75"/>
                <a:gd name="T69" fmla="*/ 0 h 74"/>
                <a:gd name="T70" fmla="*/ 18 w 75"/>
                <a:gd name="T71" fmla="*/ 20 h 74"/>
                <a:gd name="T72" fmla="*/ 10 w 75"/>
                <a:gd name="T73" fmla="*/ 22 h 74"/>
                <a:gd name="T74" fmla="*/ 2 w 75"/>
                <a:gd name="T75" fmla="*/ 18 h 74"/>
                <a:gd name="T76" fmla="*/ 1 w 75"/>
                <a:gd name="T77" fmla="*/ 19 h 74"/>
                <a:gd name="T78" fmla="*/ 18 w 75"/>
                <a:gd name="T79" fmla="*/ 37 h 74"/>
                <a:gd name="T80" fmla="*/ 19 w 75"/>
                <a:gd name="T81" fmla="*/ 35 h 74"/>
                <a:gd name="T82" fmla="*/ 15 w 75"/>
                <a:gd name="T83" fmla="*/ 29 h 74"/>
                <a:gd name="T84" fmla="*/ 17 w 75"/>
                <a:gd name="T85" fmla="*/ 27 h 74"/>
                <a:gd name="T86" fmla="*/ 20 w 75"/>
                <a:gd name="T87" fmla="*/ 25 h 74"/>
                <a:gd name="T88" fmla="*/ 30 w 75"/>
                <a:gd name="T89" fmla="*/ 21 h 74"/>
                <a:gd name="T90" fmla="*/ 49 w 75"/>
                <a:gd name="T91" fmla="*/ 41 h 74"/>
                <a:gd name="T92" fmla="*/ 44 w 75"/>
                <a:gd name="T93" fmla="*/ 51 h 74"/>
                <a:gd name="T94" fmla="*/ 42 w 75"/>
                <a:gd name="T95" fmla="*/ 54 h 74"/>
                <a:gd name="T96" fmla="*/ 40 w 75"/>
                <a:gd name="T97" fmla="*/ 55 h 74"/>
                <a:gd name="T98" fmla="*/ 34 w 75"/>
                <a:gd name="T99" fmla="*/ 51 h 74"/>
                <a:gd name="T100" fmla="*/ 33 w 75"/>
                <a:gd name="T101" fmla="*/ 52 h 74"/>
                <a:gd name="T102" fmla="*/ 34 w 75"/>
                <a:gd name="T103" fmla="*/ 20 h 74"/>
                <a:gd name="T104" fmla="*/ 33 w 75"/>
                <a:gd name="T105" fmla="*/ 20 h 74"/>
                <a:gd name="T106" fmla="*/ 63 w 75"/>
                <a:gd name="T107" fmla="*/ 8 h 74"/>
                <a:gd name="T108" fmla="*/ 50 w 75"/>
                <a:gd name="T109" fmla="*/ 37 h 74"/>
                <a:gd name="T110" fmla="*/ 34 w 75"/>
                <a:gd name="T111" fmla="*/ 20 h 74"/>
                <a:gd name="T112" fmla="*/ 50 w 75"/>
                <a:gd name="T113" fmla="*/ 36 h 74"/>
                <a:gd name="T114" fmla="*/ 62 w 75"/>
                <a:gd name="T115" fmla="*/ 10 h 74"/>
                <a:gd name="T116" fmla="*/ 35 w 75"/>
                <a:gd name="T117" fmla="*/ 20 h 74"/>
                <a:gd name="T118" fmla="*/ 50 w 75"/>
                <a:gd name="T119" fmla="*/ 3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5" h="74">
                  <a:moveTo>
                    <a:pt x="32" y="52"/>
                  </a:move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3"/>
                    <a:pt x="39" y="54"/>
                    <a:pt x="40" y="54"/>
                  </a:cubicBezTo>
                  <a:cubicBezTo>
                    <a:pt x="41" y="54"/>
                    <a:pt x="41" y="54"/>
                    <a:pt x="42" y="54"/>
                  </a:cubicBezTo>
                  <a:cubicBezTo>
                    <a:pt x="42" y="53"/>
                    <a:pt x="43" y="52"/>
                    <a:pt x="44" y="5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9" y="26"/>
                    <a:pt x="18" y="27"/>
                    <a:pt x="17" y="27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6" y="31"/>
                    <a:pt x="17" y="33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20"/>
                    <a:pt x="7" y="21"/>
                    <a:pt x="10" y="21"/>
                  </a:cubicBezTo>
                  <a:cubicBezTo>
                    <a:pt x="12" y="21"/>
                    <a:pt x="15" y="21"/>
                    <a:pt x="18" y="19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1" y="60"/>
                    <a:pt x="51" y="62"/>
                    <a:pt x="51" y="64"/>
                  </a:cubicBezTo>
                  <a:cubicBezTo>
                    <a:pt x="51" y="66"/>
                    <a:pt x="52" y="69"/>
                    <a:pt x="5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4"/>
                    <a:pt x="53" y="74"/>
                    <a:pt x="53" y="74"/>
                  </a:cubicBezTo>
                  <a:lnTo>
                    <a:pt x="32" y="52"/>
                  </a:lnTo>
                  <a:close/>
                  <a:moveTo>
                    <a:pt x="33" y="52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1" y="69"/>
                    <a:pt x="50" y="67"/>
                    <a:pt x="50" y="64"/>
                  </a:cubicBezTo>
                  <a:cubicBezTo>
                    <a:pt x="50" y="62"/>
                    <a:pt x="51" y="60"/>
                    <a:pt x="52" y="57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5" y="21"/>
                    <a:pt x="13" y="22"/>
                    <a:pt x="10" y="22"/>
                  </a:cubicBezTo>
                  <a:cubicBezTo>
                    <a:pt x="7" y="22"/>
                    <a:pt x="5" y="21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7" y="33"/>
                    <a:pt x="15" y="31"/>
                    <a:pt x="15" y="29"/>
                  </a:cubicBezTo>
                  <a:cubicBezTo>
                    <a:pt x="15" y="29"/>
                    <a:pt x="16" y="28"/>
                    <a:pt x="17" y="27"/>
                  </a:cubicBezTo>
                  <a:cubicBezTo>
                    <a:pt x="18" y="26"/>
                    <a:pt x="19" y="25"/>
                    <a:pt x="20" y="25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2"/>
                    <a:pt x="43" y="53"/>
                    <a:pt x="42" y="54"/>
                  </a:cubicBezTo>
                  <a:cubicBezTo>
                    <a:pt x="42" y="55"/>
                    <a:pt x="41" y="55"/>
                    <a:pt x="40" y="55"/>
                  </a:cubicBezTo>
                  <a:cubicBezTo>
                    <a:pt x="38" y="55"/>
                    <a:pt x="36" y="53"/>
                    <a:pt x="34" y="51"/>
                  </a:cubicBezTo>
                  <a:lnTo>
                    <a:pt x="33" y="52"/>
                  </a:lnTo>
                  <a:close/>
                  <a:moveTo>
                    <a:pt x="34" y="20"/>
                  </a:moveTo>
                  <a:cubicBezTo>
                    <a:pt x="33" y="20"/>
                    <a:pt x="33" y="20"/>
                    <a:pt x="33" y="2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50" y="37"/>
                    <a:pt x="50" y="37"/>
                    <a:pt x="50" y="37"/>
                  </a:cubicBezTo>
                  <a:lnTo>
                    <a:pt x="34" y="20"/>
                  </a:lnTo>
                  <a:close/>
                  <a:moveTo>
                    <a:pt x="50" y="36"/>
                  </a:moveTo>
                  <a:cubicBezTo>
                    <a:pt x="62" y="10"/>
                    <a:pt x="62" y="10"/>
                    <a:pt x="62" y="10"/>
                  </a:cubicBezTo>
                  <a:cubicBezTo>
                    <a:pt x="35" y="20"/>
                    <a:pt x="35" y="20"/>
                    <a:pt x="35" y="20"/>
                  </a:cubicBezTo>
                  <a:lnTo>
                    <a:pt x="50" y="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0" name="Freeform 672">
              <a:extLst>
                <a:ext uri="{FF2B5EF4-FFF2-40B4-BE49-F238E27FC236}">
                  <a16:creationId xmlns:a16="http://schemas.microsoft.com/office/drawing/2014/main" id="{A8BACB24-3CFB-48DD-B582-912E5E707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74813" y="12458700"/>
              <a:ext cx="53975" cy="55562"/>
            </a:xfrm>
            <a:custGeom>
              <a:avLst/>
              <a:gdLst>
                <a:gd name="T0" fmla="*/ 2 w 86"/>
                <a:gd name="T1" fmla="*/ 33 h 87"/>
                <a:gd name="T2" fmla="*/ 15 w 86"/>
                <a:gd name="T3" fmla="*/ 35 h 87"/>
                <a:gd name="T4" fmla="*/ 48 w 86"/>
                <a:gd name="T5" fmla="*/ 13 h 87"/>
                <a:gd name="T6" fmla="*/ 50 w 86"/>
                <a:gd name="T7" fmla="*/ 1 h 87"/>
                <a:gd name="T8" fmla="*/ 52 w 86"/>
                <a:gd name="T9" fmla="*/ 0 h 87"/>
                <a:gd name="T10" fmla="*/ 67 w 86"/>
                <a:gd name="T11" fmla="*/ 23 h 87"/>
                <a:gd name="T12" fmla="*/ 65 w 86"/>
                <a:gd name="T13" fmla="*/ 24 h 87"/>
                <a:gd name="T14" fmla="*/ 54 w 86"/>
                <a:gd name="T15" fmla="*/ 23 h 87"/>
                <a:gd name="T16" fmla="*/ 39 w 86"/>
                <a:gd name="T17" fmla="*/ 33 h 87"/>
                <a:gd name="T18" fmla="*/ 39 w 86"/>
                <a:gd name="T19" fmla="*/ 33 h 87"/>
                <a:gd name="T20" fmla="*/ 66 w 86"/>
                <a:gd name="T21" fmla="*/ 36 h 87"/>
                <a:gd name="T22" fmla="*/ 72 w 86"/>
                <a:gd name="T23" fmla="*/ 36 h 87"/>
                <a:gd name="T24" fmla="*/ 70 w 86"/>
                <a:gd name="T25" fmla="*/ 30 h 87"/>
                <a:gd name="T26" fmla="*/ 72 w 86"/>
                <a:gd name="T27" fmla="*/ 29 h 87"/>
                <a:gd name="T28" fmla="*/ 86 w 86"/>
                <a:gd name="T29" fmla="*/ 50 h 87"/>
                <a:gd name="T30" fmla="*/ 84 w 86"/>
                <a:gd name="T31" fmla="*/ 51 h 87"/>
                <a:gd name="T32" fmla="*/ 68 w 86"/>
                <a:gd name="T33" fmla="*/ 42 h 87"/>
                <a:gd name="T34" fmla="*/ 46 w 86"/>
                <a:gd name="T35" fmla="*/ 40 h 87"/>
                <a:gd name="T36" fmla="*/ 37 w 86"/>
                <a:gd name="T37" fmla="*/ 69 h 87"/>
                <a:gd name="T38" fmla="*/ 38 w 86"/>
                <a:gd name="T39" fmla="*/ 86 h 87"/>
                <a:gd name="T40" fmla="*/ 36 w 86"/>
                <a:gd name="T41" fmla="*/ 87 h 87"/>
                <a:gd name="T42" fmla="*/ 19 w 86"/>
                <a:gd name="T43" fmla="*/ 62 h 87"/>
                <a:gd name="T44" fmla="*/ 21 w 86"/>
                <a:gd name="T45" fmla="*/ 61 h 87"/>
                <a:gd name="T46" fmla="*/ 27 w 86"/>
                <a:gd name="T47" fmla="*/ 65 h 87"/>
                <a:gd name="T48" fmla="*/ 29 w 86"/>
                <a:gd name="T49" fmla="*/ 59 h 87"/>
                <a:gd name="T50" fmla="*/ 38 w 86"/>
                <a:gd name="T51" fmla="*/ 34 h 87"/>
                <a:gd name="T52" fmla="*/ 38 w 86"/>
                <a:gd name="T53" fmla="*/ 34 h 87"/>
                <a:gd name="T54" fmla="*/ 21 w 86"/>
                <a:gd name="T55" fmla="*/ 45 h 87"/>
                <a:gd name="T56" fmla="*/ 18 w 86"/>
                <a:gd name="T57" fmla="*/ 56 h 87"/>
                <a:gd name="T58" fmla="*/ 16 w 86"/>
                <a:gd name="T59" fmla="*/ 57 h 87"/>
                <a:gd name="T60" fmla="*/ 0 w 86"/>
                <a:gd name="T61" fmla="*/ 34 h 87"/>
                <a:gd name="T62" fmla="*/ 2 w 86"/>
                <a:gd name="T63" fmla="*/ 3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6" h="87">
                  <a:moveTo>
                    <a:pt x="2" y="33"/>
                  </a:moveTo>
                  <a:cubicBezTo>
                    <a:pt x="6" y="39"/>
                    <a:pt x="8" y="39"/>
                    <a:pt x="15" y="35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4" y="9"/>
                    <a:pt x="54" y="7"/>
                    <a:pt x="50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2" y="19"/>
                    <a:pt x="60" y="18"/>
                    <a:pt x="54" y="2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8" y="36"/>
                    <a:pt x="71" y="37"/>
                    <a:pt x="72" y="36"/>
                  </a:cubicBezTo>
                  <a:cubicBezTo>
                    <a:pt x="73" y="36"/>
                    <a:pt x="72" y="34"/>
                    <a:pt x="70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79" y="45"/>
                    <a:pt x="76" y="43"/>
                    <a:pt x="68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5" y="73"/>
                    <a:pt x="34" y="80"/>
                    <a:pt x="38" y="86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3" y="64"/>
                    <a:pt x="25" y="66"/>
                    <a:pt x="27" y="65"/>
                  </a:cubicBezTo>
                  <a:cubicBezTo>
                    <a:pt x="28" y="64"/>
                    <a:pt x="28" y="62"/>
                    <a:pt x="29" y="5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15" y="49"/>
                    <a:pt x="14" y="51"/>
                    <a:pt x="18" y="56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0" y="34"/>
                    <a:pt x="0" y="34"/>
                    <a:pt x="0" y="34"/>
                  </a:cubicBezTo>
                  <a:lnTo>
                    <a:pt x="2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1" name="Freeform 673">
              <a:extLst>
                <a:ext uri="{FF2B5EF4-FFF2-40B4-BE49-F238E27FC236}">
                  <a16:creationId xmlns:a16="http://schemas.microsoft.com/office/drawing/2014/main" id="{44D90162-2D44-4EC1-859E-FDC3489E41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74813" y="12458700"/>
              <a:ext cx="53975" cy="57150"/>
            </a:xfrm>
            <a:custGeom>
              <a:avLst/>
              <a:gdLst>
                <a:gd name="T0" fmla="*/ 21 w 86"/>
                <a:gd name="T1" fmla="*/ 62 h 89"/>
                <a:gd name="T2" fmla="*/ 26 w 86"/>
                <a:gd name="T3" fmla="*/ 66 h 89"/>
                <a:gd name="T4" fmla="*/ 29 w 86"/>
                <a:gd name="T5" fmla="*/ 60 h 89"/>
                <a:gd name="T6" fmla="*/ 21 w 86"/>
                <a:gd name="T7" fmla="*/ 46 h 89"/>
                <a:gd name="T8" fmla="*/ 18 w 86"/>
                <a:gd name="T9" fmla="*/ 56 h 89"/>
                <a:gd name="T10" fmla="*/ 16 w 86"/>
                <a:gd name="T11" fmla="*/ 58 h 89"/>
                <a:gd name="T12" fmla="*/ 2 w 86"/>
                <a:gd name="T13" fmla="*/ 33 h 89"/>
                <a:gd name="T14" fmla="*/ 3 w 86"/>
                <a:gd name="T15" fmla="*/ 34 h 89"/>
                <a:gd name="T16" fmla="*/ 14 w 86"/>
                <a:gd name="T17" fmla="*/ 36 h 89"/>
                <a:gd name="T18" fmla="*/ 52 w 86"/>
                <a:gd name="T19" fmla="*/ 8 h 89"/>
                <a:gd name="T20" fmla="*/ 50 w 86"/>
                <a:gd name="T21" fmla="*/ 2 h 89"/>
                <a:gd name="T22" fmla="*/ 68 w 86"/>
                <a:gd name="T23" fmla="*/ 24 h 89"/>
                <a:gd name="T24" fmla="*/ 65 w 86"/>
                <a:gd name="T25" fmla="*/ 25 h 89"/>
                <a:gd name="T26" fmla="*/ 54 w 86"/>
                <a:gd name="T27" fmla="*/ 24 h 89"/>
                <a:gd name="T28" fmla="*/ 66 w 86"/>
                <a:gd name="T29" fmla="*/ 37 h 89"/>
                <a:gd name="T30" fmla="*/ 72 w 86"/>
                <a:gd name="T31" fmla="*/ 37 h 89"/>
                <a:gd name="T32" fmla="*/ 69 w 86"/>
                <a:gd name="T33" fmla="*/ 31 h 89"/>
                <a:gd name="T34" fmla="*/ 72 w 86"/>
                <a:gd name="T35" fmla="*/ 29 h 89"/>
                <a:gd name="T36" fmla="*/ 84 w 86"/>
                <a:gd name="T37" fmla="*/ 53 h 89"/>
                <a:gd name="T38" fmla="*/ 68 w 86"/>
                <a:gd name="T39" fmla="*/ 44 h 89"/>
                <a:gd name="T40" fmla="*/ 37 w 86"/>
                <a:gd name="T41" fmla="*/ 70 h 89"/>
                <a:gd name="T42" fmla="*/ 38 w 86"/>
                <a:gd name="T43" fmla="*/ 87 h 89"/>
                <a:gd name="T44" fmla="*/ 36 w 86"/>
                <a:gd name="T45" fmla="*/ 89 h 89"/>
                <a:gd name="T46" fmla="*/ 20 w 86"/>
                <a:gd name="T47" fmla="*/ 64 h 89"/>
                <a:gd name="T48" fmla="*/ 37 w 86"/>
                <a:gd name="T49" fmla="*/ 87 h 89"/>
                <a:gd name="T50" fmla="*/ 36 w 86"/>
                <a:gd name="T51" fmla="*/ 70 h 89"/>
                <a:gd name="T52" fmla="*/ 68 w 86"/>
                <a:gd name="T53" fmla="*/ 43 h 89"/>
                <a:gd name="T54" fmla="*/ 85 w 86"/>
                <a:gd name="T55" fmla="*/ 51 h 89"/>
                <a:gd name="T56" fmla="*/ 70 w 86"/>
                <a:gd name="T57" fmla="*/ 31 h 89"/>
                <a:gd name="T58" fmla="*/ 72 w 86"/>
                <a:gd name="T59" fmla="*/ 38 h 89"/>
                <a:gd name="T60" fmla="*/ 66 w 86"/>
                <a:gd name="T61" fmla="*/ 38 h 89"/>
                <a:gd name="T62" fmla="*/ 38 w 86"/>
                <a:gd name="T63" fmla="*/ 34 h 89"/>
                <a:gd name="T64" fmla="*/ 54 w 86"/>
                <a:gd name="T65" fmla="*/ 23 h 89"/>
                <a:gd name="T66" fmla="*/ 65 w 86"/>
                <a:gd name="T67" fmla="*/ 24 h 89"/>
                <a:gd name="T68" fmla="*/ 52 w 86"/>
                <a:gd name="T69" fmla="*/ 1 h 89"/>
                <a:gd name="T70" fmla="*/ 53 w 86"/>
                <a:gd name="T71" fmla="*/ 8 h 89"/>
                <a:gd name="T72" fmla="*/ 15 w 86"/>
                <a:gd name="T73" fmla="*/ 37 h 89"/>
                <a:gd name="T74" fmla="*/ 2 w 86"/>
                <a:gd name="T75" fmla="*/ 34 h 89"/>
                <a:gd name="T76" fmla="*/ 16 w 86"/>
                <a:gd name="T77" fmla="*/ 58 h 89"/>
                <a:gd name="T78" fmla="*/ 15 w 86"/>
                <a:gd name="T79" fmla="*/ 52 h 89"/>
                <a:gd name="T80" fmla="*/ 38 w 86"/>
                <a:gd name="T81" fmla="*/ 34 h 89"/>
                <a:gd name="T82" fmla="*/ 38 w 86"/>
                <a:gd name="T83" fmla="*/ 35 h 89"/>
                <a:gd name="T84" fmla="*/ 27 w 86"/>
                <a:gd name="T85" fmla="*/ 66 h 89"/>
                <a:gd name="T86" fmla="*/ 21 w 86"/>
                <a:gd name="T87" fmla="*/ 6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" h="89">
                  <a:moveTo>
                    <a:pt x="19" y="63"/>
                  </a:moveTo>
                  <a:cubicBezTo>
                    <a:pt x="21" y="62"/>
                    <a:pt x="21" y="62"/>
                    <a:pt x="21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3" y="64"/>
                    <a:pt x="25" y="66"/>
                    <a:pt x="26" y="66"/>
                  </a:cubicBezTo>
                  <a:cubicBezTo>
                    <a:pt x="26" y="66"/>
                    <a:pt x="26" y="66"/>
                    <a:pt x="26" y="65"/>
                  </a:cubicBezTo>
                  <a:cubicBezTo>
                    <a:pt x="27" y="65"/>
                    <a:pt x="28" y="63"/>
                    <a:pt x="29" y="60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17" y="48"/>
                    <a:pt x="16" y="50"/>
                    <a:pt x="16" y="52"/>
                  </a:cubicBezTo>
                  <a:cubicBezTo>
                    <a:pt x="16" y="53"/>
                    <a:pt x="17" y="54"/>
                    <a:pt x="18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5" y="37"/>
                    <a:pt x="7" y="39"/>
                    <a:pt x="9" y="39"/>
                  </a:cubicBezTo>
                  <a:cubicBezTo>
                    <a:pt x="10" y="39"/>
                    <a:pt x="12" y="38"/>
                    <a:pt x="14" y="36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51" y="12"/>
                    <a:pt x="53" y="10"/>
                    <a:pt x="52" y="8"/>
                  </a:cubicBezTo>
                  <a:cubicBezTo>
                    <a:pt x="53" y="7"/>
                    <a:pt x="52" y="5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3" y="22"/>
                    <a:pt x="62" y="21"/>
                    <a:pt x="60" y="21"/>
                  </a:cubicBezTo>
                  <a:cubicBezTo>
                    <a:pt x="59" y="21"/>
                    <a:pt x="57" y="22"/>
                    <a:pt x="54" y="2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7" y="37"/>
                    <a:pt x="69" y="37"/>
                    <a:pt x="70" y="37"/>
                  </a:cubicBezTo>
                  <a:cubicBezTo>
                    <a:pt x="71" y="37"/>
                    <a:pt x="71" y="37"/>
                    <a:pt x="72" y="37"/>
                  </a:cubicBezTo>
                  <a:cubicBezTo>
                    <a:pt x="72" y="37"/>
                    <a:pt x="72" y="37"/>
                    <a:pt x="72" y="36"/>
                  </a:cubicBezTo>
                  <a:cubicBezTo>
                    <a:pt x="72" y="36"/>
                    <a:pt x="71" y="34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79" y="46"/>
                    <a:pt x="75" y="45"/>
                    <a:pt x="68" y="44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6" y="72"/>
                    <a:pt x="35" y="75"/>
                    <a:pt x="35" y="78"/>
                  </a:cubicBezTo>
                  <a:cubicBezTo>
                    <a:pt x="35" y="81"/>
                    <a:pt x="36" y="84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6" y="89"/>
                    <a:pt x="36" y="89"/>
                    <a:pt x="36" y="89"/>
                  </a:cubicBezTo>
                  <a:lnTo>
                    <a:pt x="19" y="63"/>
                  </a:lnTo>
                  <a:close/>
                  <a:moveTo>
                    <a:pt x="20" y="64"/>
                  </a:moveTo>
                  <a:cubicBezTo>
                    <a:pt x="36" y="88"/>
                    <a:pt x="36" y="88"/>
                    <a:pt x="36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6" y="84"/>
                    <a:pt x="35" y="81"/>
                    <a:pt x="35" y="78"/>
                  </a:cubicBezTo>
                  <a:cubicBezTo>
                    <a:pt x="35" y="75"/>
                    <a:pt x="36" y="72"/>
                    <a:pt x="36" y="7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75" y="44"/>
                    <a:pt x="80" y="45"/>
                    <a:pt x="84" y="5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4"/>
                    <a:pt x="72" y="35"/>
                    <a:pt x="72" y="36"/>
                  </a:cubicBezTo>
                  <a:cubicBezTo>
                    <a:pt x="72" y="37"/>
                    <a:pt x="72" y="37"/>
                    <a:pt x="72" y="38"/>
                  </a:cubicBezTo>
                  <a:cubicBezTo>
                    <a:pt x="71" y="38"/>
                    <a:pt x="71" y="38"/>
                    <a:pt x="70" y="38"/>
                  </a:cubicBezTo>
                  <a:cubicBezTo>
                    <a:pt x="69" y="38"/>
                    <a:pt x="67" y="38"/>
                    <a:pt x="66" y="38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7" y="21"/>
                    <a:pt x="59" y="20"/>
                    <a:pt x="60" y="20"/>
                  </a:cubicBezTo>
                  <a:cubicBezTo>
                    <a:pt x="62" y="20"/>
                    <a:pt x="64" y="22"/>
                    <a:pt x="65" y="24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5"/>
                    <a:pt x="53" y="6"/>
                    <a:pt x="53" y="8"/>
                  </a:cubicBezTo>
                  <a:cubicBezTo>
                    <a:pt x="53" y="10"/>
                    <a:pt x="51" y="12"/>
                    <a:pt x="48" y="14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2" y="38"/>
                    <a:pt x="10" y="39"/>
                    <a:pt x="9" y="39"/>
                  </a:cubicBezTo>
                  <a:cubicBezTo>
                    <a:pt x="6" y="39"/>
                    <a:pt x="5" y="38"/>
                    <a:pt x="2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5"/>
                    <a:pt x="15" y="53"/>
                    <a:pt x="15" y="52"/>
                  </a:cubicBezTo>
                  <a:cubicBezTo>
                    <a:pt x="15" y="50"/>
                    <a:pt x="17" y="48"/>
                    <a:pt x="21" y="4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8" y="63"/>
                    <a:pt x="28" y="65"/>
                    <a:pt x="27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4" y="66"/>
                    <a:pt x="23" y="65"/>
                    <a:pt x="21" y="63"/>
                  </a:cubicBezTo>
                  <a:lnTo>
                    <a:pt x="20" y="6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2" name="Freeform 674">
              <a:extLst>
                <a:ext uri="{FF2B5EF4-FFF2-40B4-BE49-F238E27FC236}">
                  <a16:creationId xmlns:a16="http://schemas.microsoft.com/office/drawing/2014/main" id="{A1470376-60BA-4979-A9FC-ED2CCC6684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97038" y="12514263"/>
              <a:ext cx="47625" cy="44450"/>
            </a:xfrm>
            <a:custGeom>
              <a:avLst/>
              <a:gdLst>
                <a:gd name="T0" fmla="*/ 2 w 74"/>
                <a:gd name="T1" fmla="*/ 0 h 70"/>
                <a:gd name="T2" fmla="*/ 16 w 74"/>
                <a:gd name="T3" fmla="*/ 8 h 70"/>
                <a:gd name="T4" fmla="*/ 70 w 74"/>
                <a:gd name="T5" fmla="*/ 6 h 70"/>
                <a:gd name="T6" fmla="*/ 74 w 74"/>
                <a:gd name="T7" fmla="*/ 13 h 70"/>
                <a:gd name="T8" fmla="*/ 36 w 74"/>
                <a:gd name="T9" fmla="*/ 54 h 70"/>
                <a:gd name="T10" fmla="*/ 33 w 74"/>
                <a:gd name="T11" fmla="*/ 69 h 70"/>
                <a:gd name="T12" fmla="*/ 31 w 74"/>
                <a:gd name="T13" fmla="*/ 70 h 70"/>
                <a:gd name="T14" fmla="*/ 19 w 74"/>
                <a:gd name="T15" fmla="*/ 43 h 70"/>
                <a:gd name="T16" fmla="*/ 21 w 74"/>
                <a:gd name="T17" fmla="*/ 42 h 70"/>
                <a:gd name="T18" fmla="*/ 27 w 74"/>
                <a:gd name="T19" fmla="*/ 48 h 70"/>
                <a:gd name="T20" fmla="*/ 30 w 74"/>
                <a:gd name="T21" fmla="*/ 46 h 70"/>
                <a:gd name="T22" fmla="*/ 37 w 74"/>
                <a:gd name="T23" fmla="*/ 38 h 70"/>
                <a:gd name="T24" fmla="*/ 26 w 74"/>
                <a:gd name="T25" fmla="*/ 13 h 70"/>
                <a:gd name="T26" fmla="*/ 16 w 74"/>
                <a:gd name="T27" fmla="*/ 14 h 70"/>
                <a:gd name="T28" fmla="*/ 12 w 74"/>
                <a:gd name="T29" fmla="*/ 14 h 70"/>
                <a:gd name="T30" fmla="*/ 12 w 74"/>
                <a:gd name="T31" fmla="*/ 23 h 70"/>
                <a:gd name="T32" fmla="*/ 10 w 74"/>
                <a:gd name="T33" fmla="*/ 24 h 70"/>
                <a:gd name="T34" fmla="*/ 0 w 74"/>
                <a:gd name="T35" fmla="*/ 1 h 70"/>
                <a:gd name="T36" fmla="*/ 2 w 74"/>
                <a:gd name="T37" fmla="*/ 0 h 70"/>
                <a:gd name="T38" fmla="*/ 31 w 74"/>
                <a:gd name="T39" fmla="*/ 13 h 70"/>
                <a:gd name="T40" fmla="*/ 41 w 74"/>
                <a:gd name="T41" fmla="*/ 34 h 70"/>
                <a:gd name="T42" fmla="*/ 61 w 74"/>
                <a:gd name="T43" fmla="*/ 12 h 70"/>
                <a:gd name="T44" fmla="*/ 31 w 74"/>
                <a:gd name="T45" fmla="*/ 1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70">
                  <a:moveTo>
                    <a:pt x="2" y="0"/>
                  </a:moveTo>
                  <a:cubicBezTo>
                    <a:pt x="5" y="6"/>
                    <a:pt x="8" y="8"/>
                    <a:pt x="16" y="8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1" y="59"/>
                    <a:pt x="30" y="62"/>
                    <a:pt x="33" y="69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3" y="46"/>
                    <a:pt x="25" y="49"/>
                    <a:pt x="27" y="48"/>
                  </a:cubicBezTo>
                  <a:cubicBezTo>
                    <a:pt x="28" y="47"/>
                    <a:pt x="29" y="46"/>
                    <a:pt x="30" y="46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3" y="14"/>
                    <a:pt x="12" y="14"/>
                  </a:cubicBezTo>
                  <a:cubicBezTo>
                    <a:pt x="10" y="15"/>
                    <a:pt x="10" y="18"/>
                    <a:pt x="12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2" y="0"/>
                  </a:lnTo>
                  <a:close/>
                  <a:moveTo>
                    <a:pt x="31" y="13"/>
                  </a:moveTo>
                  <a:cubicBezTo>
                    <a:pt x="41" y="34"/>
                    <a:pt x="41" y="34"/>
                    <a:pt x="41" y="34"/>
                  </a:cubicBezTo>
                  <a:cubicBezTo>
                    <a:pt x="61" y="12"/>
                    <a:pt x="61" y="12"/>
                    <a:pt x="61" y="12"/>
                  </a:cubicBezTo>
                  <a:lnTo>
                    <a:pt x="31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3" name="Freeform 675">
              <a:extLst>
                <a:ext uri="{FF2B5EF4-FFF2-40B4-BE49-F238E27FC236}">
                  <a16:creationId xmlns:a16="http://schemas.microsoft.com/office/drawing/2014/main" id="{4F7DD1EC-1461-4867-8430-DFC10D713AC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97038" y="12512675"/>
              <a:ext cx="47625" cy="46037"/>
            </a:xfrm>
            <a:custGeom>
              <a:avLst/>
              <a:gdLst>
                <a:gd name="T0" fmla="*/ 19 w 75"/>
                <a:gd name="T1" fmla="*/ 44 h 71"/>
                <a:gd name="T2" fmla="*/ 22 w 75"/>
                <a:gd name="T3" fmla="*/ 43 h 71"/>
                <a:gd name="T4" fmla="*/ 22 w 75"/>
                <a:gd name="T5" fmla="*/ 43 h 71"/>
                <a:gd name="T6" fmla="*/ 27 w 75"/>
                <a:gd name="T7" fmla="*/ 49 h 71"/>
                <a:gd name="T8" fmla="*/ 28 w 75"/>
                <a:gd name="T9" fmla="*/ 48 h 71"/>
                <a:gd name="T10" fmla="*/ 31 w 75"/>
                <a:gd name="T11" fmla="*/ 46 h 71"/>
                <a:gd name="T12" fmla="*/ 38 w 75"/>
                <a:gd name="T13" fmla="*/ 39 h 71"/>
                <a:gd name="T14" fmla="*/ 27 w 75"/>
                <a:gd name="T15" fmla="*/ 15 h 71"/>
                <a:gd name="T16" fmla="*/ 17 w 75"/>
                <a:gd name="T17" fmla="*/ 15 h 71"/>
                <a:gd name="T18" fmla="*/ 17 w 75"/>
                <a:gd name="T19" fmla="*/ 15 h 71"/>
                <a:gd name="T20" fmla="*/ 14 w 75"/>
                <a:gd name="T21" fmla="*/ 16 h 71"/>
                <a:gd name="T22" fmla="*/ 12 w 75"/>
                <a:gd name="T23" fmla="*/ 18 h 71"/>
                <a:gd name="T24" fmla="*/ 14 w 75"/>
                <a:gd name="T25" fmla="*/ 24 h 71"/>
                <a:gd name="T26" fmla="*/ 14 w 75"/>
                <a:gd name="T27" fmla="*/ 24 h 71"/>
                <a:gd name="T28" fmla="*/ 11 w 75"/>
                <a:gd name="T29" fmla="*/ 25 h 71"/>
                <a:gd name="T30" fmla="*/ 0 w 75"/>
                <a:gd name="T31" fmla="*/ 2 h 71"/>
                <a:gd name="T32" fmla="*/ 3 w 75"/>
                <a:gd name="T33" fmla="*/ 1 h 71"/>
                <a:gd name="T34" fmla="*/ 3 w 75"/>
                <a:gd name="T35" fmla="*/ 0 h 71"/>
                <a:gd name="T36" fmla="*/ 3 w 75"/>
                <a:gd name="T37" fmla="*/ 1 h 71"/>
                <a:gd name="T38" fmla="*/ 15 w 75"/>
                <a:gd name="T39" fmla="*/ 8 h 71"/>
                <a:gd name="T40" fmla="*/ 17 w 75"/>
                <a:gd name="T41" fmla="*/ 8 h 71"/>
                <a:gd name="T42" fmla="*/ 71 w 75"/>
                <a:gd name="T43" fmla="*/ 6 h 71"/>
                <a:gd name="T44" fmla="*/ 75 w 75"/>
                <a:gd name="T45" fmla="*/ 14 h 71"/>
                <a:gd name="T46" fmla="*/ 37 w 75"/>
                <a:gd name="T47" fmla="*/ 55 h 71"/>
                <a:gd name="T48" fmla="*/ 33 w 75"/>
                <a:gd name="T49" fmla="*/ 63 h 71"/>
                <a:gd name="T50" fmla="*/ 35 w 75"/>
                <a:gd name="T51" fmla="*/ 70 h 71"/>
                <a:gd name="T52" fmla="*/ 35 w 75"/>
                <a:gd name="T53" fmla="*/ 70 h 71"/>
                <a:gd name="T54" fmla="*/ 32 w 75"/>
                <a:gd name="T55" fmla="*/ 71 h 71"/>
                <a:gd name="T56" fmla="*/ 19 w 75"/>
                <a:gd name="T57" fmla="*/ 44 h 71"/>
                <a:gd name="T58" fmla="*/ 20 w 75"/>
                <a:gd name="T59" fmla="*/ 44 h 71"/>
                <a:gd name="T60" fmla="*/ 32 w 75"/>
                <a:gd name="T61" fmla="*/ 70 h 71"/>
                <a:gd name="T62" fmla="*/ 34 w 75"/>
                <a:gd name="T63" fmla="*/ 70 h 71"/>
                <a:gd name="T64" fmla="*/ 32 w 75"/>
                <a:gd name="T65" fmla="*/ 63 h 71"/>
                <a:gd name="T66" fmla="*/ 37 w 75"/>
                <a:gd name="T67" fmla="*/ 55 h 71"/>
                <a:gd name="T68" fmla="*/ 74 w 75"/>
                <a:gd name="T69" fmla="*/ 14 h 71"/>
                <a:gd name="T70" fmla="*/ 71 w 75"/>
                <a:gd name="T71" fmla="*/ 7 h 71"/>
                <a:gd name="T72" fmla="*/ 17 w 75"/>
                <a:gd name="T73" fmla="*/ 9 h 71"/>
                <a:gd name="T74" fmla="*/ 15 w 75"/>
                <a:gd name="T75" fmla="*/ 9 h 71"/>
                <a:gd name="T76" fmla="*/ 3 w 75"/>
                <a:gd name="T77" fmla="*/ 1 h 71"/>
                <a:gd name="T78" fmla="*/ 1 w 75"/>
                <a:gd name="T79" fmla="*/ 2 h 71"/>
                <a:gd name="T80" fmla="*/ 11 w 75"/>
                <a:gd name="T81" fmla="*/ 24 h 71"/>
                <a:gd name="T82" fmla="*/ 13 w 75"/>
                <a:gd name="T83" fmla="*/ 24 h 71"/>
                <a:gd name="T84" fmla="*/ 11 w 75"/>
                <a:gd name="T85" fmla="*/ 18 h 71"/>
                <a:gd name="T86" fmla="*/ 13 w 75"/>
                <a:gd name="T87" fmla="*/ 15 h 71"/>
                <a:gd name="T88" fmla="*/ 17 w 75"/>
                <a:gd name="T89" fmla="*/ 14 h 71"/>
                <a:gd name="T90" fmla="*/ 17 w 75"/>
                <a:gd name="T91" fmla="*/ 14 h 71"/>
                <a:gd name="T92" fmla="*/ 27 w 75"/>
                <a:gd name="T93" fmla="*/ 14 h 71"/>
                <a:gd name="T94" fmla="*/ 39 w 75"/>
                <a:gd name="T95" fmla="*/ 39 h 71"/>
                <a:gd name="T96" fmla="*/ 31 w 75"/>
                <a:gd name="T97" fmla="*/ 47 h 71"/>
                <a:gd name="T98" fmla="*/ 28 w 75"/>
                <a:gd name="T99" fmla="*/ 49 h 71"/>
                <a:gd name="T100" fmla="*/ 27 w 75"/>
                <a:gd name="T101" fmla="*/ 49 h 71"/>
                <a:gd name="T102" fmla="*/ 22 w 75"/>
                <a:gd name="T103" fmla="*/ 43 h 71"/>
                <a:gd name="T104" fmla="*/ 20 w 75"/>
                <a:gd name="T105" fmla="*/ 44 h 71"/>
                <a:gd name="T106" fmla="*/ 32 w 75"/>
                <a:gd name="T107" fmla="*/ 14 h 71"/>
                <a:gd name="T108" fmla="*/ 31 w 75"/>
                <a:gd name="T109" fmla="*/ 14 h 71"/>
                <a:gd name="T110" fmla="*/ 63 w 75"/>
                <a:gd name="T111" fmla="*/ 13 h 71"/>
                <a:gd name="T112" fmla="*/ 41 w 75"/>
                <a:gd name="T113" fmla="*/ 36 h 71"/>
                <a:gd name="T114" fmla="*/ 32 w 75"/>
                <a:gd name="T115" fmla="*/ 14 h 71"/>
                <a:gd name="T116" fmla="*/ 42 w 75"/>
                <a:gd name="T117" fmla="*/ 35 h 71"/>
                <a:gd name="T118" fmla="*/ 62 w 75"/>
                <a:gd name="T119" fmla="*/ 13 h 71"/>
                <a:gd name="T120" fmla="*/ 32 w 75"/>
                <a:gd name="T121" fmla="*/ 14 h 71"/>
                <a:gd name="T122" fmla="*/ 42 w 75"/>
                <a:gd name="T123" fmla="*/ 3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" h="71">
                  <a:moveTo>
                    <a:pt x="19" y="44"/>
                  </a:moveTo>
                  <a:cubicBezTo>
                    <a:pt x="22" y="43"/>
                    <a:pt x="22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6"/>
                    <a:pt x="25" y="49"/>
                    <a:pt x="27" y="49"/>
                  </a:cubicBezTo>
                  <a:cubicBezTo>
                    <a:pt x="27" y="49"/>
                    <a:pt x="28" y="49"/>
                    <a:pt x="28" y="48"/>
                  </a:cubicBezTo>
                  <a:cubicBezTo>
                    <a:pt x="29" y="48"/>
                    <a:pt x="30" y="47"/>
                    <a:pt x="31" y="46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5" y="15"/>
                    <a:pt x="14" y="16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2" y="19"/>
                    <a:pt x="12" y="21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6" y="7"/>
                    <a:pt x="8" y="8"/>
                    <a:pt x="15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4" y="58"/>
                    <a:pt x="33" y="61"/>
                    <a:pt x="33" y="63"/>
                  </a:cubicBezTo>
                  <a:cubicBezTo>
                    <a:pt x="33" y="65"/>
                    <a:pt x="33" y="67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2" y="71"/>
                    <a:pt x="32" y="71"/>
                    <a:pt x="32" y="71"/>
                  </a:cubicBezTo>
                  <a:lnTo>
                    <a:pt x="19" y="44"/>
                  </a:lnTo>
                  <a:close/>
                  <a:moveTo>
                    <a:pt x="20" y="44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3" y="67"/>
                    <a:pt x="32" y="65"/>
                    <a:pt x="32" y="63"/>
                  </a:cubicBezTo>
                  <a:cubicBezTo>
                    <a:pt x="32" y="60"/>
                    <a:pt x="34" y="58"/>
                    <a:pt x="37" y="5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5" y="9"/>
                  </a:cubicBezTo>
                  <a:cubicBezTo>
                    <a:pt x="8" y="9"/>
                    <a:pt x="5" y="7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1"/>
                    <a:pt x="11" y="20"/>
                    <a:pt x="11" y="18"/>
                  </a:cubicBezTo>
                  <a:cubicBezTo>
                    <a:pt x="11" y="17"/>
                    <a:pt x="12" y="16"/>
                    <a:pt x="13" y="15"/>
                  </a:cubicBezTo>
                  <a:cubicBezTo>
                    <a:pt x="14" y="14"/>
                    <a:pt x="16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28" y="49"/>
                    <a:pt x="28" y="49"/>
                    <a:pt x="27" y="49"/>
                  </a:cubicBezTo>
                  <a:cubicBezTo>
                    <a:pt x="25" y="49"/>
                    <a:pt x="23" y="46"/>
                    <a:pt x="22" y="43"/>
                  </a:cubicBezTo>
                  <a:lnTo>
                    <a:pt x="20" y="44"/>
                  </a:lnTo>
                  <a:close/>
                  <a:moveTo>
                    <a:pt x="32" y="14"/>
                  </a:moveTo>
                  <a:cubicBezTo>
                    <a:pt x="31" y="14"/>
                    <a:pt x="31" y="14"/>
                    <a:pt x="31" y="14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41" y="36"/>
                    <a:pt x="41" y="36"/>
                    <a:pt x="41" y="36"/>
                  </a:cubicBezTo>
                  <a:lnTo>
                    <a:pt x="32" y="14"/>
                  </a:lnTo>
                  <a:close/>
                  <a:moveTo>
                    <a:pt x="42" y="35"/>
                  </a:moveTo>
                  <a:cubicBezTo>
                    <a:pt x="62" y="13"/>
                    <a:pt x="62" y="13"/>
                    <a:pt x="62" y="13"/>
                  </a:cubicBezTo>
                  <a:cubicBezTo>
                    <a:pt x="32" y="14"/>
                    <a:pt x="32" y="14"/>
                    <a:pt x="32" y="14"/>
                  </a:cubicBezTo>
                  <a:lnTo>
                    <a:pt x="42" y="3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4" name="Freeform 676">
              <a:extLst>
                <a:ext uri="{FF2B5EF4-FFF2-40B4-BE49-F238E27FC236}">
                  <a16:creationId xmlns:a16="http://schemas.microsoft.com/office/drawing/2014/main" id="{CB302475-A7EE-46B4-87D8-3BE49C523E0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17675" y="12547600"/>
              <a:ext cx="46038" cy="47625"/>
            </a:xfrm>
            <a:custGeom>
              <a:avLst/>
              <a:gdLst>
                <a:gd name="T0" fmla="*/ 2 w 72"/>
                <a:gd name="T1" fmla="*/ 16 h 74"/>
                <a:gd name="T2" fmla="*/ 13 w 72"/>
                <a:gd name="T3" fmla="*/ 22 h 74"/>
                <a:gd name="T4" fmla="*/ 51 w 72"/>
                <a:gd name="T5" fmla="*/ 11 h 74"/>
                <a:gd name="T6" fmla="*/ 57 w 72"/>
                <a:gd name="T7" fmla="*/ 0 h 74"/>
                <a:gd name="T8" fmla="*/ 59 w 72"/>
                <a:gd name="T9" fmla="*/ 0 h 74"/>
                <a:gd name="T10" fmla="*/ 67 w 72"/>
                <a:gd name="T11" fmla="*/ 26 h 74"/>
                <a:gd name="T12" fmla="*/ 47 w 72"/>
                <a:gd name="T13" fmla="*/ 67 h 74"/>
                <a:gd name="T14" fmla="*/ 7 w 72"/>
                <a:gd name="T15" fmla="*/ 43 h 74"/>
                <a:gd name="T16" fmla="*/ 0 w 72"/>
                <a:gd name="T17" fmla="*/ 17 h 74"/>
                <a:gd name="T18" fmla="*/ 2 w 72"/>
                <a:gd name="T19" fmla="*/ 16 h 74"/>
                <a:gd name="T20" fmla="*/ 16 w 72"/>
                <a:gd name="T21" fmla="*/ 33 h 74"/>
                <a:gd name="T22" fmla="*/ 11 w 72"/>
                <a:gd name="T23" fmla="*/ 42 h 74"/>
                <a:gd name="T24" fmla="*/ 43 w 72"/>
                <a:gd name="T25" fmla="*/ 55 h 74"/>
                <a:gd name="T26" fmla="*/ 63 w 72"/>
                <a:gd name="T27" fmla="*/ 27 h 74"/>
                <a:gd name="T28" fmla="*/ 54 w 72"/>
                <a:gd name="T29" fmla="*/ 22 h 74"/>
                <a:gd name="T30" fmla="*/ 16 w 72"/>
                <a:gd name="T31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74">
                  <a:moveTo>
                    <a:pt x="2" y="16"/>
                  </a:moveTo>
                  <a:cubicBezTo>
                    <a:pt x="4" y="23"/>
                    <a:pt x="6" y="24"/>
                    <a:pt x="13" y="2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8" y="9"/>
                    <a:pt x="59" y="7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72" y="44"/>
                    <a:pt x="72" y="59"/>
                    <a:pt x="47" y="67"/>
                  </a:cubicBezTo>
                  <a:cubicBezTo>
                    <a:pt x="21" y="74"/>
                    <a:pt x="13" y="62"/>
                    <a:pt x="7" y="43"/>
                  </a:cubicBezTo>
                  <a:cubicBezTo>
                    <a:pt x="0" y="17"/>
                    <a:pt x="0" y="17"/>
                    <a:pt x="0" y="17"/>
                  </a:cubicBezTo>
                  <a:lnTo>
                    <a:pt x="2" y="16"/>
                  </a:lnTo>
                  <a:close/>
                  <a:moveTo>
                    <a:pt x="16" y="33"/>
                  </a:moveTo>
                  <a:cubicBezTo>
                    <a:pt x="11" y="35"/>
                    <a:pt x="10" y="35"/>
                    <a:pt x="11" y="42"/>
                  </a:cubicBezTo>
                  <a:cubicBezTo>
                    <a:pt x="16" y="59"/>
                    <a:pt x="25" y="60"/>
                    <a:pt x="43" y="55"/>
                  </a:cubicBezTo>
                  <a:cubicBezTo>
                    <a:pt x="60" y="50"/>
                    <a:pt x="68" y="45"/>
                    <a:pt x="63" y="27"/>
                  </a:cubicBezTo>
                  <a:cubicBezTo>
                    <a:pt x="61" y="21"/>
                    <a:pt x="60" y="21"/>
                    <a:pt x="54" y="22"/>
                  </a:cubicBezTo>
                  <a:lnTo>
                    <a:pt x="16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5" name="Freeform 677">
              <a:extLst>
                <a:ext uri="{FF2B5EF4-FFF2-40B4-BE49-F238E27FC236}">
                  <a16:creationId xmlns:a16="http://schemas.microsoft.com/office/drawing/2014/main" id="{F9E8EB2C-6BFB-400F-AE88-2043F144B2F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16088" y="12547600"/>
              <a:ext cx="46038" cy="44450"/>
            </a:xfrm>
            <a:custGeom>
              <a:avLst/>
              <a:gdLst>
                <a:gd name="T0" fmla="*/ 8 w 71"/>
                <a:gd name="T1" fmla="*/ 44 h 70"/>
                <a:gd name="T2" fmla="*/ 0 w 71"/>
                <a:gd name="T3" fmla="*/ 18 h 70"/>
                <a:gd name="T4" fmla="*/ 3 w 71"/>
                <a:gd name="T5" fmla="*/ 17 h 70"/>
                <a:gd name="T6" fmla="*/ 3 w 71"/>
                <a:gd name="T7" fmla="*/ 17 h 70"/>
                <a:gd name="T8" fmla="*/ 3 w 71"/>
                <a:gd name="T9" fmla="*/ 17 h 70"/>
                <a:gd name="T10" fmla="*/ 9 w 71"/>
                <a:gd name="T11" fmla="*/ 24 h 70"/>
                <a:gd name="T12" fmla="*/ 14 w 71"/>
                <a:gd name="T13" fmla="*/ 23 h 70"/>
                <a:gd name="T14" fmla="*/ 52 w 71"/>
                <a:gd name="T15" fmla="*/ 12 h 70"/>
                <a:gd name="T16" fmla="*/ 59 w 71"/>
                <a:gd name="T17" fmla="*/ 7 h 70"/>
                <a:gd name="T18" fmla="*/ 58 w 71"/>
                <a:gd name="T19" fmla="*/ 2 h 70"/>
                <a:gd name="T20" fmla="*/ 58 w 71"/>
                <a:gd name="T21" fmla="*/ 1 h 70"/>
                <a:gd name="T22" fmla="*/ 61 w 71"/>
                <a:gd name="T23" fmla="*/ 0 h 70"/>
                <a:gd name="T24" fmla="*/ 68 w 71"/>
                <a:gd name="T25" fmla="*/ 26 h 70"/>
                <a:gd name="T26" fmla="*/ 71 w 71"/>
                <a:gd name="T27" fmla="*/ 43 h 70"/>
                <a:gd name="T28" fmla="*/ 48 w 71"/>
                <a:gd name="T29" fmla="*/ 68 h 70"/>
                <a:gd name="T30" fmla="*/ 34 w 71"/>
                <a:gd name="T31" fmla="*/ 70 h 70"/>
                <a:gd name="T32" fmla="*/ 8 w 71"/>
                <a:gd name="T33" fmla="*/ 44 h 70"/>
                <a:gd name="T34" fmla="*/ 1 w 71"/>
                <a:gd name="T35" fmla="*/ 18 h 70"/>
                <a:gd name="T36" fmla="*/ 9 w 71"/>
                <a:gd name="T37" fmla="*/ 44 h 70"/>
                <a:gd name="T38" fmla="*/ 34 w 71"/>
                <a:gd name="T39" fmla="*/ 70 h 70"/>
                <a:gd name="T40" fmla="*/ 48 w 71"/>
                <a:gd name="T41" fmla="*/ 67 h 70"/>
                <a:gd name="T42" fmla="*/ 70 w 71"/>
                <a:gd name="T43" fmla="*/ 43 h 70"/>
                <a:gd name="T44" fmla="*/ 68 w 71"/>
                <a:gd name="T45" fmla="*/ 27 h 70"/>
                <a:gd name="T46" fmla="*/ 60 w 71"/>
                <a:gd name="T47" fmla="*/ 1 h 70"/>
                <a:gd name="T48" fmla="*/ 59 w 71"/>
                <a:gd name="T49" fmla="*/ 2 h 70"/>
                <a:gd name="T50" fmla="*/ 59 w 71"/>
                <a:gd name="T51" fmla="*/ 7 h 70"/>
                <a:gd name="T52" fmla="*/ 52 w 71"/>
                <a:gd name="T53" fmla="*/ 13 h 70"/>
                <a:gd name="T54" fmla="*/ 14 w 71"/>
                <a:gd name="T55" fmla="*/ 24 h 70"/>
                <a:gd name="T56" fmla="*/ 9 w 71"/>
                <a:gd name="T57" fmla="*/ 25 h 70"/>
                <a:gd name="T58" fmla="*/ 3 w 71"/>
                <a:gd name="T59" fmla="*/ 18 h 70"/>
                <a:gd name="T60" fmla="*/ 1 w 71"/>
                <a:gd name="T61" fmla="*/ 18 h 70"/>
                <a:gd name="T62" fmla="*/ 12 w 71"/>
                <a:gd name="T63" fmla="*/ 43 h 70"/>
                <a:gd name="T64" fmla="*/ 11 w 71"/>
                <a:gd name="T65" fmla="*/ 39 h 70"/>
                <a:gd name="T66" fmla="*/ 17 w 71"/>
                <a:gd name="T67" fmla="*/ 34 h 70"/>
                <a:gd name="T68" fmla="*/ 55 w 71"/>
                <a:gd name="T69" fmla="*/ 23 h 70"/>
                <a:gd name="T70" fmla="*/ 59 w 71"/>
                <a:gd name="T71" fmla="*/ 22 h 70"/>
                <a:gd name="T72" fmla="*/ 64 w 71"/>
                <a:gd name="T73" fmla="*/ 28 h 70"/>
                <a:gd name="T74" fmla="*/ 66 w 71"/>
                <a:gd name="T75" fmla="*/ 38 h 70"/>
                <a:gd name="T76" fmla="*/ 44 w 71"/>
                <a:gd name="T77" fmla="*/ 56 h 70"/>
                <a:gd name="T78" fmla="*/ 30 w 71"/>
                <a:gd name="T79" fmla="*/ 59 h 70"/>
                <a:gd name="T80" fmla="*/ 29 w 71"/>
                <a:gd name="T81" fmla="*/ 59 h 70"/>
                <a:gd name="T82" fmla="*/ 12 w 71"/>
                <a:gd name="T83" fmla="*/ 43 h 70"/>
                <a:gd name="T84" fmla="*/ 12 w 71"/>
                <a:gd name="T85" fmla="*/ 39 h 70"/>
                <a:gd name="T86" fmla="*/ 13 w 71"/>
                <a:gd name="T87" fmla="*/ 43 h 70"/>
                <a:gd name="T88" fmla="*/ 30 w 71"/>
                <a:gd name="T89" fmla="*/ 58 h 70"/>
                <a:gd name="T90" fmla="*/ 44 w 71"/>
                <a:gd name="T91" fmla="*/ 56 h 70"/>
                <a:gd name="T92" fmla="*/ 65 w 71"/>
                <a:gd name="T93" fmla="*/ 38 h 70"/>
                <a:gd name="T94" fmla="*/ 63 w 71"/>
                <a:gd name="T95" fmla="*/ 28 h 70"/>
                <a:gd name="T96" fmla="*/ 59 w 71"/>
                <a:gd name="T97" fmla="*/ 23 h 70"/>
                <a:gd name="T98" fmla="*/ 56 w 71"/>
                <a:gd name="T99" fmla="*/ 24 h 70"/>
                <a:gd name="T100" fmla="*/ 17 w 71"/>
                <a:gd name="T101" fmla="*/ 35 h 70"/>
                <a:gd name="T102" fmla="*/ 12 w 71"/>
                <a:gd name="T103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" h="70">
                  <a:moveTo>
                    <a:pt x="8" y="4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22"/>
                    <a:pt x="6" y="24"/>
                    <a:pt x="9" y="24"/>
                  </a:cubicBezTo>
                  <a:cubicBezTo>
                    <a:pt x="10" y="24"/>
                    <a:pt x="12" y="24"/>
                    <a:pt x="14" y="2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7" y="11"/>
                    <a:pt x="59" y="9"/>
                    <a:pt x="59" y="7"/>
                  </a:cubicBezTo>
                  <a:cubicBezTo>
                    <a:pt x="59" y="5"/>
                    <a:pt x="58" y="4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70" y="32"/>
                    <a:pt x="71" y="38"/>
                    <a:pt x="71" y="43"/>
                  </a:cubicBezTo>
                  <a:cubicBezTo>
                    <a:pt x="71" y="54"/>
                    <a:pt x="65" y="63"/>
                    <a:pt x="48" y="68"/>
                  </a:cubicBezTo>
                  <a:cubicBezTo>
                    <a:pt x="42" y="69"/>
                    <a:pt x="38" y="70"/>
                    <a:pt x="34" y="70"/>
                  </a:cubicBezTo>
                  <a:cubicBezTo>
                    <a:pt x="18" y="70"/>
                    <a:pt x="12" y="59"/>
                    <a:pt x="8" y="44"/>
                  </a:cubicBezTo>
                  <a:moveTo>
                    <a:pt x="1" y="18"/>
                  </a:moveTo>
                  <a:cubicBezTo>
                    <a:pt x="9" y="44"/>
                    <a:pt x="9" y="44"/>
                    <a:pt x="9" y="44"/>
                  </a:cubicBezTo>
                  <a:cubicBezTo>
                    <a:pt x="13" y="59"/>
                    <a:pt x="19" y="70"/>
                    <a:pt x="34" y="70"/>
                  </a:cubicBezTo>
                  <a:cubicBezTo>
                    <a:pt x="38" y="70"/>
                    <a:pt x="42" y="69"/>
                    <a:pt x="48" y="67"/>
                  </a:cubicBezTo>
                  <a:cubicBezTo>
                    <a:pt x="65" y="62"/>
                    <a:pt x="70" y="54"/>
                    <a:pt x="70" y="43"/>
                  </a:cubicBezTo>
                  <a:cubicBezTo>
                    <a:pt x="70" y="38"/>
                    <a:pt x="69" y="32"/>
                    <a:pt x="68" y="27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4"/>
                    <a:pt x="59" y="5"/>
                    <a:pt x="59" y="7"/>
                  </a:cubicBezTo>
                  <a:cubicBezTo>
                    <a:pt x="59" y="10"/>
                    <a:pt x="57" y="11"/>
                    <a:pt x="52" y="1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2" y="24"/>
                    <a:pt x="10" y="25"/>
                    <a:pt x="9" y="25"/>
                  </a:cubicBezTo>
                  <a:cubicBezTo>
                    <a:pt x="6" y="25"/>
                    <a:pt x="4" y="23"/>
                    <a:pt x="3" y="18"/>
                  </a:cubicBezTo>
                  <a:lnTo>
                    <a:pt x="1" y="18"/>
                  </a:lnTo>
                  <a:close/>
                  <a:moveTo>
                    <a:pt x="12" y="43"/>
                  </a:moveTo>
                  <a:cubicBezTo>
                    <a:pt x="12" y="41"/>
                    <a:pt x="11" y="40"/>
                    <a:pt x="11" y="39"/>
                  </a:cubicBezTo>
                  <a:cubicBezTo>
                    <a:pt x="11" y="36"/>
                    <a:pt x="14" y="35"/>
                    <a:pt x="17" y="34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62" y="22"/>
                    <a:pt x="63" y="24"/>
                    <a:pt x="64" y="28"/>
                  </a:cubicBezTo>
                  <a:cubicBezTo>
                    <a:pt x="65" y="31"/>
                    <a:pt x="66" y="35"/>
                    <a:pt x="66" y="38"/>
                  </a:cubicBezTo>
                  <a:cubicBezTo>
                    <a:pt x="66" y="49"/>
                    <a:pt x="57" y="52"/>
                    <a:pt x="44" y="56"/>
                  </a:cubicBezTo>
                  <a:cubicBezTo>
                    <a:pt x="38" y="58"/>
                    <a:pt x="34" y="59"/>
                    <a:pt x="30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1" y="59"/>
                    <a:pt x="15" y="54"/>
                    <a:pt x="12" y="43"/>
                  </a:cubicBezTo>
                  <a:moveTo>
                    <a:pt x="12" y="39"/>
                  </a:moveTo>
                  <a:cubicBezTo>
                    <a:pt x="12" y="40"/>
                    <a:pt x="12" y="41"/>
                    <a:pt x="13" y="43"/>
                  </a:cubicBezTo>
                  <a:cubicBezTo>
                    <a:pt x="16" y="54"/>
                    <a:pt x="21" y="58"/>
                    <a:pt x="30" y="58"/>
                  </a:cubicBezTo>
                  <a:cubicBezTo>
                    <a:pt x="34" y="58"/>
                    <a:pt x="38" y="57"/>
                    <a:pt x="44" y="56"/>
                  </a:cubicBezTo>
                  <a:cubicBezTo>
                    <a:pt x="57" y="52"/>
                    <a:pt x="65" y="48"/>
                    <a:pt x="65" y="38"/>
                  </a:cubicBezTo>
                  <a:cubicBezTo>
                    <a:pt x="65" y="35"/>
                    <a:pt x="64" y="32"/>
                    <a:pt x="63" y="28"/>
                  </a:cubicBezTo>
                  <a:cubicBezTo>
                    <a:pt x="62" y="24"/>
                    <a:pt x="62" y="23"/>
                    <a:pt x="59" y="23"/>
                  </a:cubicBezTo>
                  <a:cubicBezTo>
                    <a:pt x="58" y="23"/>
                    <a:pt x="57" y="23"/>
                    <a:pt x="56" y="2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36"/>
                    <a:pt x="12" y="36"/>
                    <a:pt x="12" y="3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6" name="Freeform 678">
              <a:extLst>
                <a:ext uri="{FF2B5EF4-FFF2-40B4-BE49-F238E27FC236}">
                  <a16:creationId xmlns:a16="http://schemas.microsoft.com/office/drawing/2014/main" id="{316932A0-0124-41CC-9891-ED167A2D2E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28788" y="12596813"/>
              <a:ext cx="44450" cy="38100"/>
            </a:xfrm>
            <a:custGeom>
              <a:avLst/>
              <a:gdLst>
                <a:gd name="T0" fmla="*/ 2 w 68"/>
                <a:gd name="T1" fmla="*/ 9 h 59"/>
                <a:gd name="T2" fmla="*/ 12 w 68"/>
                <a:gd name="T3" fmla="*/ 17 h 59"/>
                <a:gd name="T4" fmla="*/ 52 w 68"/>
                <a:gd name="T5" fmla="*/ 11 h 59"/>
                <a:gd name="T6" fmla="*/ 59 w 68"/>
                <a:gd name="T7" fmla="*/ 1 h 59"/>
                <a:gd name="T8" fmla="*/ 61 w 68"/>
                <a:gd name="T9" fmla="*/ 0 h 59"/>
                <a:gd name="T10" fmla="*/ 68 w 68"/>
                <a:gd name="T11" fmla="*/ 49 h 59"/>
                <a:gd name="T12" fmla="*/ 55 w 68"/>
                <a:gd name="T13" fmla="*/ 51 h 59"/>
                <a:gd name="T14" fmla="*/ 55 w 68"/>
                <a:gd name="T15" fmla="*/ 48 h 59"/>
                <a:gd name="T16" fmla="*/ 62 w 68"/>
                <a:gd name="T17" fmla="*/ 34 h 59"/>
                <a:gd name="T18" fmla="*/ 61 w 68"/>
                <a:gd name="T19" fmla="*/ 27 h 59"/>
                <a:gd name="T20" fmla="*/ 53 w 68"/>
                <a:gd name="T21" fmla="*/ 22 h 59"/>
                <a:gd name="T22" fmla="*/ 37 w 68"/>
                <a:gd name="T23" fmla="*/ 24 h 59"/>
                <a:gd name="T24" fmla="*/ 39 w 68"/>
                <a:gd name="T25" fmla="*/ 38 h 59"/>
                <a:gd name="T26" fmla="*/ 47 w 68"/>
                <a:gd name="T27" fmla="*/ 44 h 59"/>
                <a:gd name="T28" fmla="*/ 48 w 68"/>
                <a:gd name="T29" fmla="*/ 47 h 59"/>
                <a:gd name="T30" fmla="*/ 29 w 68"/>
                <a:gd name="T31" fmla="*/ 50 h 59"/>
                <a:gd name="T32" fmla="*/ 28 w 68"/>
                <a:gd name="T33" fmla="*/ 47 h 59"/>
                <a:gd name="T34" fmla="*/ 35 w 68"/>
                <a:gd name="T35" fmla="*/ 38 h 59"/>
                <a:gd name="T36" fmla="*/ 33 w 68"/>
                <a:gd name="T37" fmla="*/ 25 h 59"/>
                <a:gd name="T38" fmla="*/ 14 w 68"/>
                <a:gd name="T39" fmla="*/ 28 h 59"/>
                <a:gd name="T40" fmla="*/ 8 w 68"/>
                <a:gd name="T41" fmla="*/ 35 h 59"/>
                <a:gd name="T42" fmla="*/ 9 w 68"/>
                <a:gd name="T43" fmla="*/ 44 h 59"/>
                <a:gd name="T44" fmla="*/ 20 w 68"/>
                <a:gd name="T45" fmla="*/ 55 h 59"/>
                <a:gd name="T46" fmla="*/ 21 w 68"/>
                <a:gd name="T47" fmla="*/ 58 h 59"/>
                <a:gd name="T48" fmla="*/ 7 w 68"/>
                <a:gd name="T49" fmla="*/ 59 h 59"/>
                <a:gd name="T50" fmla="*/ 0 w 68"/>
                <a:gd name="T51" fmla="*/ 10 h 59"/>
                <a:gd name="T52" fmla="*/ 2 w 68"/>
                <a:gd name="T53" fmla="*/ 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59">
                  <a:moveTo>
                    <a:pt x="2" y="9"/>
                  </a:moveTo>
                  <a:cubicBezTo>
                    <a:pt x="3" y="16"/>
                    <a:pt x="5" y="18"/>
                    <a:pt x="12" y="17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9" y="10"/>
                    <a:pt x="60" y="8"/>
                    <a:pt x="59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0" y="47"/>
                    <a:pt x="63" y="45"/>
                    <a:pt x="62" y="3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0" y="22"/>
                    <a:pt x="58" y="21"/>
                    <a:pt x="53" y="22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40" y="44"/>
                    <a:pt x="41" y="45"/>
                    <a:pt x="47" y="44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4" y="46"/>
                    <a:pt x="36" y="45"/>
                    <a:pt x="35" y="38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7" y="29"/>
                    <a:pt x="7" y="30"/>
                    <a:pt x="8" y="35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1" y="53"/>
                    <a:pt x="14" y="56"/>
                    <a:pt x="20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0" y="10"/>
                    <a:pt x="0" y="10"/>
                    <a:pt x="0" y="10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7" name="Freeform 679">
              <a:extLst>
                <a:ext uri="{FF2B5EF4-FFF2-40B4-BE49-F238E27FC236}">
                  <a16:creationId xmlns:a16="http://schemas.microsoft.com/office/drawing/2014/main" id="{A98C98B2-070D-4E78-9ACC-EE7C68B4785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28788" y="12596813"/>
              <a:ext cx="44450" cy="38100"/>
            </a:xfrm>
            <a:custGeom>
              <a:avLst/>
              <a:gdLst>
                <a:gd name="T0" fmla="*/ 3 w 70"/>
                <a:gd name="T1" fmla="*/ 9 h 60"/>
                <a:gd name="T2" fmla="*/ 3 w 70"/>
                <a:gd name="T3" fmla="*/ 9 h 60"/>
                <a:gd name="T4" fmla="*/ 13 w 70"/>
                <a:gd name="T5" fmla="*/ 16 h 60"/>
                <a:gd name="T6" fmla="*/ 60 w 70"/>
                <a:gd name="T7" fmla="*/ 5 h 60"/>
                <a:gd name="T8" fmla="*/ 59 w 70"/>
                <a:gd name="T9" fmla="*/ 0 h 60"/>
                <a:gd name="T10" fmla="*/ 70 w 70"/>
                <a:gd name="T11" fmla="*/ 49 h 60"/>
                <a:gd name="T12" fmla="*/ 55 w 70"/>
                <a:gd name="T13" fmla="*/ 48 h 60"/>
                <a:gd name="T14" fmla="*/ 63 w 70"/>
                <a:gd name="T15" fmla="*/ 39 h 60"/>
                <a:gd name="T16" fmla="*/ 61 w 70"/>
                <a:gd name="T17" fmla="*/ 27 h 60"/>
                <a:gd name="T18" fmla="*/ 54 w 70"/>
                <a:gd name="T19" fmla="*/ 22 h 60"/>
                <a:gd name="T20" fmla="*/ 40 w 70"/>
                <a:gd name="T21" fmla="*/ 38 h 60"/>
                <a:gd name="T22" fmla="*/ 48 w 70"/>
                <a:gd name="T23" fmla="*/ 44 h 60"/>
                <a:gd name="T24" fmla="*/ 49 w 70"/>
                <a:gd name="T25" fmla="*/ 47 h 60"/>
                <a:gd name="T26" fmla="*/ 29 w 70"/>
                <a:gd name="T27" fmla="*/ 47 h 60"/>
                <a:gd name="T28" fmla="*/ 36 w 70"/>
                <a:gd name="T29" fmla="*/ 41 h 60"/>
                <a:gd name="T30" fmla="*/ 33 w 70"/>
                <a:gd name="T31" fmla="*/ 25 h 60"/>
                <a:gd name="T32" fmla="*/ 9 w 70"/>
                <a:gd name="T33" fmla="*/ 32 h 60"/>
                <a:gd name="T34" fmla="*/ 11 w 70"/>
                <a:gd name="T35" fmla="*/ 44 h 60"/>
                <a:gd name="T36" fmla="*/ 21 w 70"/>
                <a:gd name="T37" fmla="*/ 55 h 60"/>
                <a:gd name="T38" fmla="*/ 22 w 70"/>
                <a:gd name="T39" fmla="*/ 58 h 60"/>
                <a:gd name="T40" fmla="*/ 0 w 70"/>
                <a:gd name="T41" fmla="*/ 9 h 60"/>
                <a:gd name="T42" fmla="*/ 8 w 70"/>
                <a:gd name="T43" fmla="*/ 59 h 60"/>
                <a:gd name="T44" fmla="*/ 21 w 70"/>
                <a:gd name="T45" fmla="*/ 55 h 60"/>
                <a:gd name="T46" fmla="*/ 10 w 70"/>
                <a:gd name="T47" fmla="*/ 45 h 60"/>
                <a:gd name="T48" fmla="*/ 8 w 70"/>
                <a:gd name="T49" fmla="*/ 32 h 60"/>
                <a:gd name="T50" fmla="*/ 34 w 70"/>
                <a:gd name="T51" fmla="*/ 25 h 60"/>
                <a:gd name="T52" fmla="*/ 36 w 70"/>
                <a:gd name="T53" fmla="*/ 41 h 60"/>
                <a:gd name="T54" fmla="*/ 30 w 70"/>
                <a:gd name="T55" fmla="*/ 50 h 60"/>
                <a:gd name="T56" fmla="*/ 48 w 70"/>
                <a:gd name="T57" fmla="*/ 45 h 60"/>
                <a:gd name="T58" fmla="*/ 40 w 70"/>
                <a:gd name="T59" fmla="*/ 38 h 60"/>
                <a:gd name="T60" fmla="*/ 54 w 70"/>
                <a:gd name="T61" fmla="*/ 22 h 60"/>
                <a:gd name="T62" fmla="*/ 62 w 70"/>
                <a:gd name="T63" fmla="*/ 27 h 60"/>
                <a:gd name="T64" fmla="*/ 63 w 70"/>
                <a:gd name="T65" fmla="*/ 39 h 60"/>
                <a:gd name="T66" fmla="*/ 56 w 70"/>
                <a:gd name="T67" fmla="*/ 51 h 60"/>
                <a:gd name="T68" fmla="*/ 62 w 70"/>
                <a:gd name="T69" fmla="*/ 1 h 60"/>
                <a:gd name="T70" fmla="*/ 60 w 70"/>
                <a:gd name="T71" fmla="*/ 5 h 60"/>
                <a:gd name="T72" fmla="*/ 13 w 70"/>
                <a:gd name="T73" fmla="*/ 17 h 60"/>
                <a:gd name="T74" fmla="*/ 3 w 70"/>
                <a:gd name="T75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0">
                  <a:moveTo>
                    <a:pt x="0" y="9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5"/>
                    <a:pt x="5" y="17"/>
                    <a:pt x="9" y="17"/>
                  </a:cubicBezTo>
                  <a:cubicBezTo>
                    <a:pt x="10" y="17"/>
                    <a:pt x="11" y="17"/>
                    <a:pt x="13" y="16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8" y="9"/>
                    <a:pt x="60" y="8"/>
                    <a:pt x="60" y="5"/>
                  </a:cubicBezTo>
                  <a:cubicBezTo>
                    <a:pt x="60" y="3"/>
                    <a:pt x="60" y="2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60" y="47"/>
                    <a:pt x="63" y="46"/>
                    <a:pt x="63" y="39"/>
                  </a:cubicBezTo>
                  <a:cubicBezTo>
                    <a:pt x="63" y="37"/>
                    <a:pt x="63" y="36"/>
                    <a:pt x="62" y="3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3"/>
                    <a:pt x="60" y="22"/>
                    <a:pt x="57" y="22"/>
                  </a:cubicBezTo>
                  <a:cubicBezTo>
                    <a:pt x="56" y="22"/>
                    <a:pt x="55" y="22"/>
                    <a:pt x="54" y="22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3"/>
                    <a:pt x="42" y="44"/>
                    <a:pt x="45" y="44"/>
                  </a:cubicBezTo>
                  <a:cubicBezTo>
                    <a:pt x="46" y="44"/>
                    <a:pt x="47" y="44"/>
                    <a:pt x="48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4" y="46"/>
                    <a:pt x="36" y="45"/>
                    <a:pt x="36" y="41"/>
                  </a:cubicBezTo>
                  <a:cubicBezTo>
                    <a:pt x="36" y="41"/>
                    <a:pt x="36" y="40"/>
                    <a:pt x="35" y="3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0" y="29"/>
                    <a:pt x="9" y="29"/>
                    <a:pt x="9" y="32"/>
                  </a:cubicBezTo>
                  <a:cubicBezTo>
                    <a:pt x="9" y="33"/>
                    <a:pt x="9" y="34"/>
                    <a:pt x="9" y="35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52"/>
                    <a:pt x="15" y="55"/>
                    <a:pt x="20" y="55"/>
                  </a:cubicBezTo>
                  <a:cubicBezTo>
                    <a:pt x="20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8" y="60"/>
                    <a:pt x="8" y="60"/>
                    <a:pt x="8" y="60"/>
                  </a:cubicBezTo>
                  <a:lnTo>
                    <a:pt x="0" y="9"/>
                  </a:lnTo>
                  <a:close/>
                  <a:moveTo>
                    <a:pt x="1" y="10"/>
                  </a:moveTo>
                  <a:cubicBezTo>
                    <a:pt x="8" y="59"/>
                    <a:pt x="8" y="59"/>
                    <a:pt x="8" y="59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0" y="55"/>
                    <a:pt x="20" y="55"/>
                  </a:cubicBezTo>
                  <a:cubicBezTo>
                    <a:pt x="15" y="56"/>
                    <a:pt x="11" y="53"/>
                    <a:pt x="10" y="4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8" y="34"/>
                    <a:pt x="8" y="33"/>
                    <a:pt x="8" y="32"/>
                  </a:cubicBezTo>
                  <a:cubicBezTo>
                    <a:pt x="8" y="29"/>
                    <a:pt x="10" y="28"/>
                    <a:pt x="15" y="28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40"/>
                    <a:pt x="36" y="41"/>
                    <a:pt x="36" y="41"/>
                  </a:cubicBezTo>
                  <a:cubicBezTo>
                    <a:pt x="36" y="46"/>
                    <a:pt x="34" y="47"/>
                    <a:pt x="30" y="48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7" y="45"/>
                    <a:pt x="46" y="45"/>
                    <a:pt x="45" y="45"/>
                  </a:cubicBezTo>
                  <a:cubicBezTo>
                    <a:pt x="42" y="45"/>
                    <a:pt x="40" y="43"/>
                    <a:pt x="40" y="3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2"/>
                    <a:pt x="56" y="21"/>
                    <a:pt x="57" y="21"/>
                  </a:cubicBezTo>
                  <a:cubicBezTo>
                    <a:pt x="60" y="21"/>
                    <a:pt x="62" y="23"/>
                    <a:pt x="62" y="27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6"/>
                    <a:pt x="63" y="37"/>
                    <a:pt x="63" y="39"/>
                  </a:cubicBezTo>
                  <a:cubicBezTo>
                    <a:pt x="64" y="46"/>
                    <a:pt x="60" y="48"/>
                    <a:pt x="56" y="49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2"/>
                    <a:pt x="60" y="3"/>
                    <a:pt x="60" y="5"/>
                  </a:cubicBezTo>
                  <a:cubicBezTo>
                    <a:pt x="61" y="9"/>
                    <a:pt x="58" y="10"/>
                    <a:pt x="53" y="11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0" y="17"/>
                    <a:pt x="9" y="17"/>
                  </a:cubicBezTo>
                  <a:cubicBezTo>
                    <a:pt x="5" y="17"/>
                    <a:pt x="4" y="15"/>
                    <a:pt x="3" y="10"/>
                  </a:cubicBezTo>
                  <a:lnTo>
                    <a:pt x="1" y="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8" name="Freeform 680">
              <a:extLst>
                <a:ext uri="{FF2B5EF4-FFF2-40B4-BE49-F238E27FC236}">
                  <a16:creationId xmlns:a16="http://schemas.microsoft.com/office/drawing/2014/main" id="{6D9139B2-D067-4410-AD75-3E95B638BD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35138" y="12646025"/>
              <a:ext cx="39688" cy="55562"/>
            </a:xfrm>
            <a:custGeom>
              <a:avLst/>
              <a:gdLst>
                <a:gd name="T0" fmla="*/ 3 w 63"/>
                <a:gd name="T1" fmla="*/ 0 h 87"/>
                <a:gd name="T2" fmla="*/ 12 w 63"/>
                <a:gd name="T3" fmla="*/ 9 h 87"/>
                <a:gd name="T4" fmla="*/ 52 w 63"/>
                <a:gd name="T5" fmla="*/ 10 h 87"/>
                <a:gd name="T6" fmla="*/ 61 w 63"/>
                <a:gd name="T7" fmla="*/ 1 h 87"/>
                <a:gd name="T8" fmla="*/ 63 w 63"/>
                <a:gd name="T9" fmla="*/ 1 h 87"/>
                <a:gd name="T10" fmla="*/ 63 w 63"/>
                <a:gd name="T11" fmla="*/ 24 h 87"/>
                <a:gd name="T12" fmla="*/ 12 w 63"/>
                <a:gd name="T13" fmla="*/ 43 h 87"/>
                <a:gd name="T14" fmla="*/ 12 w 63"/>
                <a:gd name="T15" fmla="*/ 43 h 87"/>
                <a:gd name="T16" fmla="*/ 62 w 63"/>
                <a:gd name="T17" fmla="*/ 64 h 87"/>
                <a:gd name="T18" fmla="*/ 62 w 63"/>
                <a:gd name="T19" fmla="*/ 87 h 87"/>
                <a:gd name="T20" fmla="*/ 60 w 63"/>
                <a:gd name="T21" fmla="*/ 87 h 87"/>
                <a:gd name="T22" fmla="*/ 51 w 63"/>
                <a:gd name="T23" fmla="*/ 78 h 87"/>
                <a:gd name="T24" fmla="*/ 11 w 63"/>
                <a:gd name="T25" fmla="*/ 77 h 87"/>
                <a:gd name="T26" fmla="*/ 2 w 63"/>
                <a:gd name="T27" fmla="*/ 86 h 87"/>
                <a:gd name="T28" fmla="*/ 0 w 63"/>
                <a:gd name="T29" fmla="*/ 86 h 87"/>
                <a:gd name="T30" fmla="*/ 0 w 63"/>
                <a:gd name="T31" fmla="*/ 58 h 87"/>
                <a:gd name="T32" fmla="*/ 3 w 63"/>
                <a:gd name="T33" fmla="*/ 58 h 87"/>
                <a:gd name="T34" fmla="*/ 11 w 63"/>
                <a:gd name="T35" fmla="*/ 67 h 87"/>
                <a:gd name="T36" fmla="*/ 55 w 63"/>
                <a:gd name="T37" fmla="*/ 67 h 87"/>
                <a:gd name="T38" fmla="*/ 55 w 63"/>
                <a:gd name="T39" fmla="*/ 67 h 87"/>
                <a:gd name="T40" fmla="*/ 0 w 63"/>
                <a:gd name="T41" fmla="*/ 45 h 87"/>
                <a:gd name="T42" fmla="*/ 1 w 63"/>
                <a:gd name="T43" fmla="*/ 37 h 87"/>
                <a:gd name="T44" fmla="*/ 56 w 63"/>
                <a:gd name="T45" fmla="*/ 16 h 87"/>
                <a:gd name="T46" fmla="*/ 56 w 63"/>
                <a:gd name="T47" fmla="*/ 16 h 87"/>
                <a:gd name="T48" fmla="*/ 12 w 63"/>
                <a:gd name="T49" fmla="*/ 16 h 87"/>
                <a:gd name="T50" fmla="*/ 3 w 63"/>
                <a:gd name="T51" fmla="*/ 24 h 87"/>
                <a:gd name="T52" fmla="*/ 1 w 63"/>
                <a:gd name="T53" fmla="*/ 24 h 87"/>
                <a:gd name="T54" fmla="*/ 1 w 63"/>
                <a:gd name="T55" fmla="*/ 0 h 87"/>
                <a:gd name="T56" fmla="*/ 3 w 63"/>
                <a:gd name="T5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3" h="87">
                  <a:moveTo>
                    <a:pt x="3" y="0"/>
                  </a:moveTo>
                  <a:cubicBezTo>
                    <a:pt x="3" y="8"/>
                    <a:pt x="5" y="9"/>
                    <a:pt x="12" y="9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9" y="10"/>
                    <a:pt x="61" y="8"/>
                    <a:pt x="61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79"/>
                    <a:pt x="58" y="78"/>
                    <a:pt x="51" y="78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4" y="77"/>
                    <a:pt x="2" y="79"/>
                    <a:pt x="2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65"/>
                    <a:pt x="4" y="67"/>
                    <a:pt x="11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5" y="16"/>
                    <a:pt x="3" y="17"/>
                    <a:pt x="3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9" name="Freeform 681">
              <a:extLst>
                <a:ext uri="{FF2B5EF4-FFF2-40B4-BE49-F238E27FC236}">
                  <a16:creationId xmlns:a16="http://schemas.microsoft.com/office/drawing/2014/main" id="{448CB491-2B7A-439D-9959-C001EDE4645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35138" y="12646025"/>
              <a:ext cx="39688" cy="55562"/>
            </a:xfrm>
            <a:custGeom>
              <a:avLst/>
              <a:gdLst>
                <a:gd name="T0" fmla="*/ 59 w 63"/>
                <a:gd name="T1" fmla="*/ 87 h 87"/>
                <a:gd name="T2" fmla="*/ 51 w 63"/>
                <a:gd name="T3" fmla="*/ 78 h 87"/>
                <a:gd name="T4" fmla="*/ 10 w 63"/>
                <a:gd name="T5" fmla="*/ 78 h 87"/>
                <a:gd name="T6" fmla="*/ 3 w 63"/>
                <a:gd name="T7" fmla="*/ 86 h 87"/>
                <a:gd name="T8" fmla="*/ 0 w 63"/>
                <a:gd name="T9" fmla="*/ 57 h 87"/>
                <a:gd name="T10" fmla="*/ 3 w 63"/>
                <a:gd name="T11" fmla="*/ 58 h 87"/>
                <a:gd name="T12" fmla="*/ 11 w 63"/>
                <a:gd name="T13" fmla="*/ 66 h 87"/>
                <a:gd name="T14" fmla="*/ 0 w 63"/>
                <a:gd name="T15" fmla="*/ 45 h 87"/>
                <a:gd name="T16" fmla="*/ 54 w 63"/>
                <a:gd name="T17" fmla="*/ 17 h 87"/>
                <a:gd name="T18" fmla="*/ 11 w 63"/>
                <a:gd name="T19" fmla="*/ 16 h 87"/>
                <a:gd name="T20" fmla="*/ 3 w 63"/>
                <a:gd name="T21" fmla="*/ 25 h 87"/>
                <a:gd name="T22" fmla="*/ 1 w 63"/>
                <a:gd name="T23" fmla="*/ 0 h 87"/>
                <a:gd name="T24" fmla="*/ 3 w 63"/>
                <a:gd name="T25" fmla="*/ 0 h 87"/>
                <a:gd name="T26" fmla="*/ 3 w 63"/>
                <a:gd name="T27" fmla="*/ 0 h 87"/>
                <a:gd name="T28" fmla="*/ 4 w 63"/>
                <a:gd name="T29" fmla="*/ 0 h 87"/>
                <a:gd name="T30" fmla="*/ 12 w 63"/>
                <a:gd name="T31" fmla="*/ 9 h 87"/>
                <a:gd name="T32" fmla="*/ 53 w 63"/>
                <a:gd name="T33" fmla="*/ 9 h 87"/>
                <a:gd name="T34" fmla="*/ 60 w 63"/>
                <a:gd name="T35" fmla="*/ 1 h 87"/>
                <a:gd name="T36" fmla="*/ 63 w 63"/>
                <a:gd name="T37" fmla="*/ 24 h 87"/>
                <a:gd name="T38" fmla="*/ 63 w 63"/>
                <a:gd name="T39" fmla="*/ 64 h 87"/>
                <a:gd name="T40" fmla="*/ 59 w 63"/>
                <a:gd name="T41" fmla="*/ 87 h 87"/>
                <a:gd name="T42" fmla="*/ 62 w 63"/>
                <a:gd name="T43" fmla="*/ 64 h 87"/>
                <a:gd name="T44" fmla="*/ 11 w 63"/>
                <a:gd name="T45" fmla="*/ 43 h 87"/>
                <a:gd name="T46" fmla="*/ 62 w 63"/>
                <a:gd name="T47" fmla="*/ 23 h 87"/>
                <a:gd name="T48" fmla="*/ 61 w 63"/>
                <a:gd name="T49" fmla="*/ 1 h 87"/>
                <a:gd name="T50" fmla="*/ 52 w 63"/>
                <a:gd name="T51" fmla="*/ 10 h 87"/>
                <a:gd name="T52" fmla="*/ 3 w 63"/>
                <a:gd name="T53" fmla="*/ 1 h 87"/>
                <a:gd name="T54" fmla="*/ 1 w 63"/>
                <a:gd name="T55" fmla="*/ 0 h 87"/>
                <a:gd name="T56" fmla="*/ 3 w 63"/>
                <a:gd name="T57" fmla="*/ 24 h 87"/>
                <a:gd name="T58" fmla="*/ 12 w 63"/>
                <a:gd name="T59" fmla="*/ 15 h 87"/>
                <a:gd name="T60" fmla="*/ 56 w 63"/>
                <a:gd name="T61" fmla="*/ 16 h 87"/>
                <a:gd name="T62" fmla="*/ 1 w 63"/>
                <a:gd name="T63" fmla="*/ 38 h 87"/>
                <a:gd name="T64" fmla="*/ 55 w 63"/>
                <a:gd name="T65" fmla="*/ 67 h 87"/>
                <a:gd name="T66" fmla="*/ 55 w 63"/>
                <a:gd name="T67" fmla="*/ 68 h 87"/>
                <a:gd name="T68" fmla="*/ 2 w 63"/>
                <a:gd name="T69" fmla="*/ 58 h 87"/>
                <a:gd name="T70" fmla="*/ 1 w 63"/>
                <a:gd name="T71" fmla="*/ 58 h 87"/>
                <a:gd name="T72" fmla="*/ 2 w 63"/>
                <a:gd name="T73" fmla="*/ 86 h 87"/>
                <a:gd name="T74" fmla="*/ 11 w 63"/>
                <a:gd name="T75" fmla="*/ 77 h 87"/>
                <a:gd name="T76" fmla="*/ 60 w 63"/>
                <a:gd name="T77" fmla="*/ 86 h 87"/>
                <a:gd name="T78" fmla="*/ 62 w 63"/>
                <a:gd name="T79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" h="87">
                  <a:moveTo>
                    <a:pt x="59" y="87"/>
                  </a:moveTo>
                  <a:cubicBezTo>
                    <a:pt x="59" y="87"/>
                    <a:pt x="59" y="87"/>
                    <a:pt x="59" y="87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9" y="79"/>
                    <a:pt x="58" y="78"/>
                    <a:pt x="5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4" y="78"/>
                    <a:pt x="3" y="79"/>
                    <a:pt x="3" y="86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65"/>
                    <a:pt x="4" y="66"/>
                    <a:pt x="11" y="66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4" y="16"/>
                    <a:pt x="4" y="17"/>
                    <a:pt x="3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8"/>
                    <a:pt x="5" y="9"/>
                    <a:pt x="12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9" y="9"/>
                    <a:pt x="60" y="8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2" y="87"/>
                    <a:pt x="62" y="87"/>
                    <a:pt x="62" y="87"/>
                  </a:cubicBezTo>
                  <a:lnTo>
                    <a:pt x="59" y="87"/>
                  </a:lnTo>
                  <a:close/>
                  <a:moveTo>
                    <a:pt x="62" y="86"/>
                  </a:moveTo>
                  <a:cubicBezTo>
                    <a:pt x="62" y="64"/>
                    <a:pt x="62" y="64"/>
                    <a:pt x="62" y="6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8"/>
                    <a:pt x="59" y="10"/>
                    <a:pt x="53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5" y="9"/>
                    <a:pt x="3" y="8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17"/>
                    <a:pt x="4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4" y="67"/>
                    <a:pt x="2" y="65"/>
                    <a:pt x="2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2" y="79"/>
                    <a:pt x="4" y="77"/>
                    <a:pt x="10" y="77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8" y="77"/>
                    <a:pt x="60" y="79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lnTo>
                    <a:pt x="62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0" name="Freeform 682">
              <a:extLst>
                <a:ext uri="{FF2B5EF4-FFF2-40B4-BE49-F238E27FC236}">
                  <a16:creationId xmlns:a16="http://schemas.microsoft.com/office/drawing/2014/main" id="{C9BA593F-0053-4C2B-B82F-EBA8AD11D4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30375" y="12709525"/>
              <a:ext cx="41275" cy="23812"/>
            </a:xfrm>
            <a:custGeom>
              <a:avLst/>
              <a:gdLst>
                <a:gd name="T0" fmla="*/ 6 w 65"/>
                <a:gd name="T1" fmla="*/ 1 h 38"/>
                <a:gd name="T2" fmla="*/ 14 w 65"/>
                <a:gd name="T3" fmla="*/ 11 h 38"/>
                <a:gd name="T4" fmla="*/ 53 w 65"/>
                <a:gd name="T5" fmla="*/ 17 h 38"/>
                <a:gd name="T6" fmla="*/ 63 w 65"/>
                <a:gd name="T7" fmla="*/ 9 h 38"/>
                <a:gd name="T8" fmla="*/ 65 w 65"/>
                <a:gd name="T9" fmla="*/ 9 h 38"/>
                <a:gd name="T10" fmla="*/ 61 w 65"/>
                <a:gd name="T11" fmla="*/ 38 h 38"/>
                <a:gd name="T12" fmla="*/ 59 w 65"/>
                <a:gd name="T13" fmla="*/ 38 h 38"/>
                <a:gd name="T14" fmla="*/ 52 w 65"/>
                <a:gd name="T15" fmla="*/ 28 h 38"/>
                <a:gd name="T16" fmla="*/ 12 w 65"/>
                <a:gd name="T17" fmla="*/ 22 h 38"/>
                <a:gd name="T18" fmla="*/ 2 w 65"/>
                <a:gd name="T19" fmla="*/ 29 h 38"/>
                <a:gd name="T20" fmla="*/ 0 w 65"/>
                <a:gd name="T21" fmla="*/ 29 h 38"/>
                <a:gd name="T22" fmla="*/ 4 w 65"/>
                <a:gd name="T23" fmla="*/ 0 h 38"/>
                <a:gd name="T24" fmla="*/ 6 w 65"/>
                <a:gd name="T25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" h="38">
                  <a:moveTo>
                    <a:pt x="6" y="1"/>
                  </a:moveTo>
                  <a:cubicBezTo>
                    <a:pt x="5" y="8"/>
                    <a:pt x="6" y="10"/>
                    <a:pt x="14" y="11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60" y="18"/>
                    <a:pt x="62" y="16"/>
                    <a:pt x="63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60" y="31"/>
                    <a:pt x="59" y="29"/>
                    <a:pt x="52" y="28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5" y="21"/>
                    <a:pt x="3" y="22"/>
                    <a:pt x="2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1" name="Freeform 683">
              <a:extLst>
                <a:ext uri="{FF2B5EF4-FFF2-40B4-BE49-F238E27FC236}">
                  <a16:creationId xmlns:a16="http://schemas.microsoft.com/office/drawing/2014/main" id="{3BD0A645-4752-49BF-BAF3-782961D983F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30375" y="12709525"/>
              <a:ext cx="42863" cy="23812"/>
            </a:xfrm>
            <a:custGeom>
              <a:avLst/>
              <a:gdLst>
                <a:gd name="T0" fmla="*/ 60 w 67"/>
                <a:gd name="T1" fmla="*/ 38 h 39"/>
                <a:gd name="T2" fmla="*/ 60 w 67"/>
                <a:gd name="T3" fmla="*/ 38 h 39"/>
                <a:gd name="T4" fmla="*/ 60 w 67"/>
                <a:gd name="T5" fmla="*/ 34 h 39"/>
                <a:gd name="T6" fmla="*/ 53 w 67"/>
                <a:gd name="T7" fmla="*/ 28 h 39"/>
                <a:gd name="T8" fmla="*/ 13 w 67"/>
                <a:gd name="T9" fmla="*/ 22 h 39"/>
                <a:gd name="T10" fmla="*/ 9 w 67"/>
                <a:gd name="T11" fmla="*/ 22 h 39"/>
                <a:gd name="T12" fmla="*/ 3 w 67"/>
                <a:gd name="T13" fmla="*/ 29 h 39"/>
                <a:gd name="T14" fmla="*/ 3 w 67"/>
                <a:gd name="T15" fmla="*/ 30 h 39"/>
                <a:gd name="T16" fmla="*/ 0 w 67"/>
                <a:gd name="T17" fmla="*/ 29 h 39"/>
                <a:gd name="T18" fmla="*/ 5 w 67"/>
                <a:gd name="T19" fmla="*/ 0 h 39"/>
                <a:gd name="T20" fmla="*/ 7 w 67"/>
                <a:gd name="T21" fmla="*/ 0 h 39"/>
                <a:gd name="T22" fmla="*/ 7 w 67"/>
                <a:gd name="T23" fmla="*/ 1 h 39"/>
                <a:gd name="T24" fmla="*/ 7 w 67"/>
                <a:gd name="T25" fmla="*/ 0 h 39"/>
                <a:gd name="T26" fmla="*/ 8 w 67"/>
                <a:gd name="T27" fmla="*/ 0 h 39"/>
                <a:gd name="T28" fmla="*/ 8 w 67"/>
                <a:gd name="T29" fmla="*/ 1 h 39"/>
                <a:gd name="T30" fmla="*/ 7 w 67"/>
                <a:gd name="T31" fmla="*/ 5 h 39"/>
                <a:gd name="T32" fmla="*/ 15 w 67"/>
                <a:gd name="T33" fmla="*/ 10 h 39"/>
                <a:gd name="T34" fmla="*/ 54 w 67"/>
                <a:gd name="T35" fmla="*/ 16 h 39"/>
                <a:gd name="T36" fmla="*/ 58 w 67"/>
                <a:gd name="T37" fmla="*/ 17 h 39"/>
                <a:gd name="T38" fmla="*/ 64 w 67"/>
                <a:gd name="T39" fmla="*/ 9 h 39"/>
                <a:gd name="T40" fmla="*/ 64 w 67"/>
                <a:gd name="T41" fmla="*/ 9 h 39"/>
                <a:gd name="T42" fmla="*/ 67 w 67"/>
                <a:gd name="T43" fmla="*/ 9 h 39"/>
                <a:gd name="T44" fmla="*/ 63 w 67"/>
                <a:gd name="T45" fmla="*/ 39 h 39"/>
                <a:gd name="T46" fmla="*/ 60 w 67"/>
                <a:gd name="T47" fmla="*/ 38 h 39"/>
                <a:gd name="T48" fmla="*/ 62 w 67"/>
                <a:gd name="T49" fmla="*/ 38 h 39"/>
                <a:gd name="T50" fmla="*/ 66 w 67"/>
                <a:gd name="T51" fmla="*/ 10 h 39"/>
                <a:gd name="T52" fmla="*/ 64 w 67"/>
                <a:gd name="T53" fmla="*/ 9 h 39"/>
                <a:gd name="T54" fmla="*/ 58 w 67"/>
                <a:gd name="T55" fmla="*/ 17 h 39"/>
                <a:gd name="T56" fmla="*/ 54 w 67"/>
                <a:gd name="T57" fmla="*/ 17 h 39"/>
                <a:gd name="T58" fmla="*/ 15 w 67"/>
                <a:gd name="T59" fmla="*/ 11 h 39"/>
                <a:gd name="T60" fmla="*/ 7 w 67"/>
                <a:gd name="T61" fmla="*/ 5 h 39"/>
                <a:gd name="T62" fmla="*/ 7 w 67"/>
                <a:gd name="T63" fmla="*/ 1 h 39"/>
                <a:gd name="T64" fmla="*/ 5 w 67"/>
                <a:gd name="T65" fmla="*/ 1 h 39"/>
                <a:gd name="T66" fmla="*/ 1 w 67"/>
                <a:gd name="T67" fmla="*/ 29 h 39"/>
                <a:gd name="T68" fmla="*/ 3 w 67"/>
                <a:gd name="T69" fmla="*/ 29 h 39"/>
                <a:gd name="T70" fmla="*/ 9 w 67"/>
                <a:gd name="T71" fmla="*/ 21 h 39"/>
                <a:gd name="T72" fmla="*/ 13 w 67"/>
                <a:gd name="T73" fmla="*/ 22 h 39"/>
                <a:gd name="T74" fmla="*/ 53 w 67"/>
                <a:gd name="T75" fmla="*/ 28 h 39"/>
                <a:gd name="T76" fmla="*/ 61 w 67"/>
                <a:gd name="T77" fmla="*/ 34 h 39"/>
                <a:gd name="T78" fmla="*/ 60 w 67"/>
                <a:gd name="T79" fmla="*/ 38 h 39"/>
                <a:gd name="T80" fmla="*/ 62 w 67"/>
                <a:gd name="T8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" h="39">
                  <a:moveTo>
                    <a:pt x="60" y="38"/>
                  </a:moveTo>
                  <a:cubicBezTo>
                    <a:pt x="60" y="38"/>
                    <a:pt x="60" y="38"/>
                    <a:pt x="60" y="38"/>
                  </a:cubicBezTo>
                  <a:cubicBezTo>
                    <a:pt x="60" y="36"/>
                    <a:pt x="60" y="35"/>
                    <a:pt x="60" y="34"/>
                  </a:cubicBezTo>
                  <a:cubicBezTo>
                    <a:pt x="60" y="30"/>
                    <a:pt x="58" y="29"/>
                    <a:pt x="53" y="28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0" y="22"/>
                    <a:pt x="9" y="22"/>
                  </a:cubicBezTo>
                  <a:cubicBezTo>
                    <a:pt x="5" y="22"/>
                    <a:pt x="4" y="24"/>
                    <a:pt x="3" y="29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9"/>
                    <a:pt x="9" y="9"/>
                    <a:pt x="15" y="10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6" y="16"/>
                    <a:pt x="57" y="17"/>
                    <a:pt x="58" y="17"/>
                  </a:cubicBezTo>
                  <a:cubicBezTo>
                    <a:pt x="62" y="17"/>
                    <a:pt x="63" y="15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3" y="39"/>
                    <a:pt x="63" y="39"/>
                    <a:pt x="63" y="39"/>
                  </a:cubicBezTo>
                  <a:lnTo>
                    <a:pt x="60" y="38"/>
                  </a:lnTo>
                  <a:close/>
                  <a:moveTo>
                    <a:pt x="62" y="38"/>
                  </a:moveTo>
                  <a:cubicBezTo>
                    <a:pt x="66" y="10"/>
                    <a:pt x="66" y="10"/>
                    <a:pt x="66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15"/>
                    <a:pt x="62" y="17"/>
                    <a:pt x="58" y="17"/>
                  </a:cubicBezTo>
                  <a:cubicBezTo>
                    <a:pt x="57" y="17"/>
                    <a:pt x="56" y="17"/>
                    <a:pt x="54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9" y="10"/>
                    <a:pt x="7" y="9"/>
                    <a:pt x="7" y="5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4"/>
                    <a:pt x="5" y="21"/>
                    <a:pt x="9" y="21"/>
                  </a:cubicBezTo>
                  <a:cubicBezTo>
                    <a:pt x="10" y="21"/>
                    <a:pt x="12" y="21"/>
                    <a:pt x="13" y="22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8" y="28"/>
                    <a:pt x="61" y="30"/>
                    <a:pt x="61" y="34"/>
                  </a:cubicBezTo>
                  <a:cubicBezTo>
                    <a:pt x="61" y="35"/>
                    <a:pt x="60" y="36"/>
                    <a:pt x="60" y="38"/>
                  </a:cubicBezTo>
                  <a:lnTo>
                    <a:pt x="62" y="3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2" name="Freeform 684">
              <a:extLst>
                <a:ext uri="{FF2B5EF4-FFF2-40B4-BE49-F238E27FC236}">
                  <a16:creationId xmlns:a16="http://schemas.microsoft.com/office/drawing/2014/main" id="{7160EAEF-51EB-4B3F-9177-B1AEA29F3B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20850" y="12736513"/>
              <a:ext cx="46038" cy="39687"/>
            </a:xfrm>
            <a:custGeom>
              <a:avLst/>
              <a:gdLst>
                <a:gd name="T0" fmla="*/ 15 w 73"/>
                <a:gd name="T1" fmla="*/ 0 h 63"/>
                <a:gd name="T2" fmla="*/ 21 w 73"/>
                <a:gd name="T3" fmla="*/ 11 h 63"/>
                <a:gd name="T4" fmla="*/ 60 w 73"/>
                <a:gd name="T5" fmla="*/ 21 h 63"/>
                <a:gd name="T6" fmla="*/ 71 w 73"/>
                <a:gd name="T7" fmla="*/ 15 h 63"/>
                <a:gd name="T8" fmla="*/ 73 w 73"/>
                <a:gd name="T9" fmla="*/ 16 h 63"/>
                <a:gd name="T10" fmla="*/ 60 w 73"/>
                <a:gd name="T11" fmla="*/ 63 h 63"/>
                <a:gd name="T12" fmla="*/ 47 w 73"/>
                <a:gd name="T13" fmla="*/ 60 h 63"/>
                <a:gd name="T14" fmla="*/ 48 w 73"/>
                <a:gd name="T15" fmla="*/ 57 h 63"/>
                <a:gd name="T16" fmla="*/ 60 w 73"/>
                <a:gd name="T17" fmla="*/ 46 h 63"/>
                <a:gd name="T18" fmla="*/ 62 w 73"/>
                <a:gd name="T19" fmla="*/ 40 h 63"/>
                <a:gd name="T20" fmla="*/ 57 w 73"/>
                <a:gd name="T21" fmla="*/ 32 h 63"/>
                <a:gd name="T22" fmla="*/ 41 w 73"/>
                <a:gd name="T23" fmla="*/ 28 h 63"/>
                <a:gd name="T24" fmla="*/ 38 w 73"/>
                <a:gd name="T25" fmla="*/ 41 h 63"/>
                <a:gd name="T26" fmla="*/ 43 w 73"/>
                <a:gd name="T27" fmla="*/ 51 h 63"/>
                <a:gd name="T28" fmla="*/ 42 w 73"/>
                <a:gd name="T29" fmla="*/ 53 h 63"/>
                <a:gd name="T30" fmla="*/ 24 w 73"/>
                <a:gd name="T31" fmla="*/ 48 h 63"/>
                <a:gd name="T32" fmla="*/ 24 w 73"/>
                <a:gd name="T33" fmla="*/ 46 h 63"/>
                <a:gd name="T34" fmla="*/ 33 w 73"/>
                <a:gd name="T35" fmla="*/ 40 h 63"/>
                <a:gd name="T36" fmla="*/ 37 w 73"/>
                <a:gd name="T37" fmla="*/ 27 h 63"/>
                <a:gd name="T38" fmla="*/ 18 w 73"/>
                <a:gd name="T39" fmla="*/ 22 h 63"/>
                <a:gd name="T40" fmla="*/ 10 w 73"/>
                <a:gd name="T41" fmla="*/ 26 h 63"/>
                <a:gd name="T42" fmla="*/ 8 w 73"/>
                <a:gd name="T43" fmla="*/ 36 h 63"/>
                <a:gd name="T44" fmla="*/ 14 w 73"/>
                <a:gd name="T45" fmla="*/ 50 h 63"/>
                <a:gd name="T46" fmla="*/ 13 w 73"/>
                <a:gd name="T47" fmla="*/ 53 h 63"/>
                <a:gd name="T48" fmla="*/ 0 w 73"/>
                <a:gd name="T49" fmla="*/ 48 h 63"/>
                <a:gd name="T50" fmla="*/ 13 w 73"/>
                <a:gd name="T51" fmla="*/ 0 h 63"/>
                <a:gd name="T52" fmla="*/ 15 w 73"/>
                <a:gd name="T5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3" h="63">
                  <a:moveTo>
                    <a:pt x="15" y="0"/>
                  </a:moveTo>
                  <a:cubicBezTo>
                    <a:pt x="13" y="7"/>
                    <a:pt x="14" y="9"/>
                    <a:pt x="21" y="1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7" y="23"/>
                    <a:pt x="69" y="22"/>
                    <a:pt x="71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53" y="58"/>
                    <a:pt x="57" y="58"/>
                    <a:pt x="60" y="46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3" y="35"/>
                    <a:pt x="62" y="34"/>
                    <a:pt x="57" y="32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8"/>
                    <a:pt x="37" y="49"/>
                    <a:pt x="43" y="51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30" y="47"/>
                    <a:pt x="32" y="47"/>
                    <a:pt x="33" y="4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2" y="20"/>
                    <a:pt x="12" y="21"/>
                    <a:pt x="10" y="2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44"/>
                    <a:pt x="8" y="48"/>
                    <a:pt x="14" y="50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3" name="Freeform 685">
              <a:extLst>
                <a:ext uri="{FF2B5EF4-FFF2-40B4-BE49-F238E27FC236}">
                  <a16:creationId xmlns:a16="http://schemas.microsoft.com/office/drawing/2014/main" id="{379EAA71-124E-416C-BFCB-AD89101CD66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20850" y="12734925"/>
              <a:ext cx="46038" cy="41275"/>
            </a:xfrm>
            <a:custGeom>
              <a:avLst/>
              <a:gdLst>
                <a:gd name="T0" fmla="*/ 48 w 73"/>
                <a:gd name="T1" fmla="*/ 58 h 64"/>
                <a:gd name="T2" fmla="*/ 51 w 73"/>
                <a:gd name="T3" fmla="*/ 58 h 64"/>
                <a:gd name="T4" fmla="*/ 62 w 73"/>
                <a:gd name="T5" fmla="*/ 41 h 64"/>
                <a:gd name="T6" fmla="*/ 57 w 73"/>
                <a:gd name="T7" fmla="*/ 34 h 64"/>
                <a:gd name="T8" fmla="*/ 38 w 73"/>
                <a:gd name="T9" fmla="*/ 42 h 64"/>
                <a:gd name="T10" fmla="*/ 43 w 73"/>
                <a:gd name="T11" fmla="*/ 51 h 64"/>
                <a:gd name="T12" fmla="*/ 42 w 73"/>
                <a:gd name="T13" fmla="*/ 55 h 64"/>
                <a:gd name="T14" fmla="*/ 24 w 73"/>
                <a:gd name="T15" fmla="*/ 46 h 64"/>
                <a:gd name="T16" fmla="*/ 28 w 73"/>
                <a:gd name="T17" fmla="*/ 47 h 64"/>
                <a:gd name="T18" fmla="*/ 37 w 73"/>
                <a:gd name="T19" fmla="*/ 28 h 64"/>
                <a:gd name="T20" fmla="*/ 14 w 73"/>
                <a:gd name="T21" fmla="*/ 23 h 64"/>
                <a:gd name="T22" fmla="*/ 8 w 73"/>
                <a:gd name="T23" fmla="*/ 37 h 64"/>
                <a:gd name="T24" fmla="*/ 14 w 73"/>
                <a:gd name="T25" fmla="*/ 50 h 64"/>
                <a:gd name="T26" fmla="*/ 13 w 73"/>
                <a:gd name="T27" fmla="*/ 54 h 64"/>
                <a:gd name="T28" fmla="*/ 13 w 73"/>
                <a:gd name="T29" fmla="*/ 0 h 64"/>
                <a:gd name="T30" fmla="*/ 15 w 73"/>
                <a:gd name="T31" fmla="*/ 1 h 64"/>
                <a:gd name="T32" fmla="*/ 15 w 73"/>
                <a:gd name="T33" fmla="*/ 1 h 64"/>
                <a:gd name="T34" fmla="*/ 15 w 73"/>
                <a:gd name="T35" fmla="*/ 6 h 64"/>
                <a:gd name="T36" fmla="*/ 60 w 73"/>
                <a:gd name="T37" fmla="*/ 22 h 64"/>
                <a:gd name="T38" fmla="*/ 70 w 73"/>
                <a:gd name="T39" fmla="*/ 16 h 64"/>
                <a:gd name="T40" fmla="*/ 73 w 73"/>
                <a:gd name="T41" fmla="*/ 16 h 64"/>
                <a:gd name="T42" fmla="*/ 47 w 73"/>
                <a:gd name="T43" fmla="*/ 61 h 64"/>
                <a:gd name="T44" fmla="*/ 60 w 73"/>
                <a:gd name="T45" fmla="*/ 63 h 64"/>
                <a:gd name="T46" fmla="*/ 71 w 73"/>
                <a:gd name="T47" fmla="*/ 16 h 64"/>
                <a:gd name="T48" fmla="*/ 60 w 73"/>
                <a:gd name="T49" fmla="*/ 23 h 64"/>
                <a:gd name="T50" fmla="*/ 14 w 73"/>
                <a:gd name="T51" fmla="*/ 6 h 64"/>
                <a:gd name="T52" fmla="*/ 13 w 73"/>
                <a:gd name="T53" fmla="*/ 1 h 64"/>
                <a:gd name="T54" fmla="*/ 13 w 73"/>
                <a:gd name="T55" fmla="*/ 53 h 64"/>
                <a:gd name="T56" fmla="*/ 7 w 73"/>
                <a:gd name="T57" fmla="*/ 42 h 64"/>
                <a:gd name="T58" fmla="*/ 10 w 73"/>
                <a:gd name="T59" fmla="*/ 27 h 64"/>
                <a:gd name="T60" fmla="*/ 18 w 73"/>
                <a:gd name="T61" fmla="*/ 23 h 64"/>
                <a:gd name="T62" fmla="*/ 34 w 73"/>
                <a:gd name="T63" fmla="*/ 41 h 64"/>
                <a:gd name="T64" fmla="*/ 24 w 73"/>
                <a:gd name="T65" fmla="*/ 47 h 64"/>
                <a:gd name="T66" fmla="*/ 42 w 73"/>
                <a:gd name="T67" fmla="*/ 54 h 64"/>
                <a:gd name="T68" fmla="*/ 37 w 73"/>
                <a:gd name="T69" fmla="*/ 47 h 64"/>
                <a:gd name="T70" fmla="*/ 41 w 73"/>
                <a:gd name="T71" fmla="*/ 29 h 64"/>
                <a:gd name="T72" fmla="*/ 63 w 73"/>
                <a:gd name="T73" fmla="*/ 38 h 64"/>
                <a:gd name="T74" fmla="*/ 61 w 73"/>
                <a:gd name="T75" fmla="*/ 47 h 64"/>
                <a:gd name="T76" fmla="*/ 48 w 73"/>
                <a:gd name="T77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64">
                  <a:moveTo>
                    <a:pt x="47" y="61"/>
                  </a:move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8"/>
                    <a:pt x="50" y="58"/>
                    <a:pt x="51" y="58"/>
                  </a:cubicBezTo>
                  <a:cubicBezTo>
                    <a:pt x="54" y="58"/>
                    <a:pt x="58" y="56"/>
                    <a:pt x="60" y="47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0"/>
                    <a:pt x="62" y="39"/>
                    <a:pt x="62" y="38"/>
                  </a:cubicBezTo>
                  <a:cubicBezTo>
                    <a:pt x="62" y="36"/>
                    <a:pt x="61" y="35"/>
                    <a:pt x="57" y="34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7" y="49"/>
                    <a:pt x="39" y="50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6" y="47"/>
                    <a:pt x="27" y="47"/>
                    <a:pt x="28" y="47"/>
                  </a:cubicBezTo>
                  <a:cubicBezTo>
                    <a:pt x="31" y="47"/>
                    <a:pt x="32" y="46"/>
                    <a:pt x="33" y="41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6" y="23"/>
                    <a:pt x="15" y="23"/>
                    <a:pt x="14" y="23"/>
                  </a:cubicBezTo>
                  <a:cubicBezTo>
                    <a:pt x="12" y="23"/>
                    <a:pt x="12" y="24"/>
                    <a:pt x="11" y="2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9"/>
                    <a:pt x="7" y="41"/>
                    <a:pt x="7" y="42"/>
                  </a:cubicBezTo>
                  <a:cubicBezTo>
                    <a:pt x="7" y="47"/>
                    <a:pt x="10" y="49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3"/>
                    <a:pt x="15" y="5"/>
                    <a:pt x="15" y="6"/>
                  </a:cubicBezTo>
                  <a:cubicBezTo>
                    <a:pt x="15" y="9"/>
                    <a:pt x="16" y="10"/>
                    <a:pt x="21" y="1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2" y="22"/>
                    <a:pt x="63" y="23"/>
                    <a:pt x="65" y="23"/>
                  </a:cubicBezTo>
                  <a:cubicBezTo>
                    <a:pt x="68" y="23"/>
                    <a:pt x="69" y="21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61" y="64"/>
                    <a:pt x="61" y="64"/>
                    <a:pt x="61" y="64"/>
                  </a:cubicBezTo>
                  <a:lnTo>
                    <a:pt x="47" y="61"/>
                  </a:lnTo>
                  <a:close/>
                  <a:moveTo>
                    <a:pt x="48" y="6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69" y="21"/>
                    <a:pt x="68" y="23"/>
                    <a:pt x="65" y="23"/>
                  </a:cubicBezTo>
                  <a:cubicBezTo>
                    <a:pt x="63" y="23"/>
                    <a:pt x="62" y="23"/>
                    <a:pt x="60" y="2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6" y="11"/>
                    <a:pt x="14" y="10"/>
                    <a:pt x="14" y="6"/>
                  </a:cubicBezTo>
                  <a:cubicBezTo>
                    <a:pt x="14" y="5"/>
                    <a:pt x="14" y="3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49"/>
                    <a:pt x="7" y="47"/>
                    <a:pt x="7" y="42"/>
                  </a:cubicBezTo>
                  <a:cubicBezTo>
                    <a:pt x="7" y="41"/>
                    <a:pt x="7" y="39"/>
                    <a:pt x="7" y="3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4"/>
                    <a:pt x="12" y="22"/>
                    <a:pt x="14" y="22"/>
                  </a:cubicBezTo>
                  <a:cubicBezTo>
                    <a:pt x="15" y="22"/>
                    <a:pt x="17" y="22"/>
                    <a:pt x="18" y="23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3" y="46"/>
                    <a:pt x="31" y="48"/>
                    <a:pt x="28" y="48"/>
                  </a:cubicBezTo>
                  <a:cubicBezTo>
                    <a:pt x="27" y="48"/>
                    <a:pt x="26" y="47"/>
                    <a:pt x="24" y="47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8" y="51"/>
                    <a:pt x="37" y="50"/>
                    <a:pt x="37" y="47"/>
                  </a:cubicBezTo>
                  <a:cubicBezTo>
                    <a:pt x="37" y="45"/>
                    <a:pt x="37" y="44"/>
                    <a:pt x="37" y="42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61" y="34"/>
                    <a:pt x="63" y="35"/>
                    <a:pt x="63" y="38"/>
                  </a:cubicBezTo>
                  <a:cubicBezTo>
                    <a:pt x="63" y="39"/>
                    <a:pt x="63" y="40"/>
                    <a:pt x="62" y="41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58" y="56"/>
                    <a:pt x="55" y="59"/>
                    <a:pt x="51" y="59"/>
                  </a:cubicBezTo>
                  <a:cubicBezTo>
                    <a:pt x="50" y="59"/>
                    <a:pt x="49" y="58"/>
                    <a:pt x="48" y="58"/>
                  </a:cubicBezTo>
                  <a:lnTo>
                    <a:pt x="48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4" name="Freeform 686">
              <a:extLst>
                <a:ext uri="{FF2B5EF4-FFF2-40B4-BE49-F238E27FC236}">
                  <a16:creationId xmlns:a16="http://schemas.microsoft.com/office/drawing/2014/main" id="{E369163D-B46E-44DA-8680-F236A48C2E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03388" y="12776200"/>
              <a:ext cx="50800" cy="57150"/>
            </a:xfrm>
            <a:custGeom>
              <a:avLst/>
              <a:gdLst>
                <a:gd name="T0" fmla="*/ 26 w 81"/>
                <a:gd name="T1" fmla="*/ 1 h 87"/>
                <a:gd name="T2" fmla="*/ 30 w 81"/>
                <a:gd name="T3" fmla="*/ 12 h 87"/>
                <a:gd name="T4" fmla="*/ 67 w 81"/>
                <a:gd name="T5" fmla="*/ 28 h 87"/>
                <a:gd name="T6" fmla="*/ 79 w 81"/>
                <a:gd name="T7" fmla="*/ 24 h 87"/>
                <a:gd name="T8" fmla="*/ 81 w 81"/>
                <a:gd name="T9" fmla="*/ 25 h 87"/>
                <a:gd name="T10" fmla="*/ 73 w 81"/>
                <a:gd name="T11" fmla="*/ 43 h 87"/>
                <a:gd name="T12" fmla="*/ 14 w 81"/>
                <a:gd name="T13" fmla="*/ 53 h 87"/>
                <a:gd name="T14" fmla="*/ 14 w 81"/>
                <a:gd name="T15" fmla="*/ 53 h 87"/>
                <a:gd name="T16" fmla="*/ 50 w 81"/>
                <a:gd name="T17" fmla="*/ 69 h 87"/>
                <a:gd name="T18" fmla="*/ 61 w 81"/>
                <a:gd name="T19" fmla="*/ 64 h 87"/>
                <a:gd name="T20" fmla="*/ 63 w 81"/>
                <a:gd name="T21" fmla="*/ 65 h 87"/>
                <a:gd name="T22" fmla="*/ 54 w 81"/>
                <a:gd name="T23" fmla="*/ 87 h 87"/>
                <a:gd name="T24" fmla="*/ 52 w 81"/>
                <a:gd name="T25" fmla="*/ 86 h 87"/>
                <a:gd name="T26" fmla="*/ 47 w 81"/>
                <a:gd name="T27" fmla="*/ 75 h 87"/>
                <a:gd name="T28" fmla="*/ 0 w 81"/>
                <a:gd name="T29" fmla="*/ 54 h 87"/>
                <a:gd name="T30" fmla="*/ 4 w 81"/>
                <a:gd name="T31" fmla="*/ 45 h 87"/>
                <a:gd name="T32" fmla="*/ 66 w 81"/>
                <a:gd name="T33" fmla="*/ 35 h 87"/>
                <a:gd name="T34" fmla="*/ 66 w 81"/>
                <a:gd name="T35" fmla="*/ 35 h 87"/>
                <a:gd name="T36" fmla="*/ 28 w 81"/>
                <a:gd name="T37" fmla="*/ 18 h 87"/>
                <a:gd name="T38" fmla="*/ 16 w 81"/>
                <a:gd name="T39" fmla="*/ 23 h 87"/>
                <a:gd name="T40" fmla="*/ 14 w 81"/>
                <a:gd name="T41" fmla="*/ 22 h 87"/>
                <a:gd name="T42" fmla="*/ 24 w 81"/>
                <a:gd name="T43" fmla="*/ 0 h 87"/>
                <a:gd name="T44" fmla="*/ 26 w 81"/>
                <a:gd name="T45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" h="87">
                  <a:moveTo>
                    <a:pt x="26" y="1"/>
                  </a:moveTo>
                  <a:cubicBezTo>
                    <a:pt x="23" y="8"/>
                    <a:pt x="24" y="9"/>
                    <a:pt x="30" y="1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4" y="31"/>
                    <a:pt x="76" y="30"/>
                    <a:pt x="79" y="24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6" y="72"/>
                    <a:pt x="58" y="71"/>
                    <a:pt x="61" y="64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55" y="79"/>
                    <a:pt x="54" y="78"/>
                    <a:pt x="47" y="7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1" y="15"/>
                    <a:pt x="19" y="16"/>
                    <a:pt x="16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4" y="0"/>
                    <a:pt x="24" y="0"/>
                    <a:pt x="24" y="0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5" name="Freeform 687">
              <a:extLst>
                <a:ext uri="{FF2B5EF4-FFF2-40B4-BE49-F238E27FC236}">
                  <a16:creationId xmlns:a16="http://schemas.microsoft.com/office/drawing/2014/main" id="{65A680C8-D482-480C-8F6C-CB4A8E70F3C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03388" y="12776200"/>
              <a:ext cx="50800" cy="57150"/>
            </a:xfrm>
            <a:custGeom>
              <a:avLst/>
              <a:gdLst>
                <a:gd name="T0" fmla="*/ 51 w 81"/>
                <a:gd name="T1" fmla="*/ 86 h 88"/>
                <a:gd name="T2" fmla="*/ 47 w 81"/>
                <a:gd name="T3" fmla="*/ 75 h 88"/>
                <a:gd name="T4" fmla="*/ 4 w 81"/>
                <a:gd name="T5" fmla="*/ 45 h 88"/>
                <a:gd name="T6" fmla="*/ 28 w 81"/>
                <a:gd name="T7" fmla="*/ 19 h 88"/>
                <a:gd name="T8" fmla="*/ 17 w 81"/>
                <a:gd name="T9" fmla="*/ 23 h 88"/>
                <a:gd name="T10" fmla="*/ 14 w 81"/>
                <a:gd name="T11" fmla="*/ 22 h 88"/>
                <a:gd name="T12" fmla="*/ 26 w 81"/>
                <a:gd name="T13" fmla="*/ 1 h 88"/>
                <a:gd name="T14" fmla="*/ 26 w 81"/>
                <a:gd name="T15" fmla="*/ 1 h 88"/>
                <a:gd name="T16" fmla="*/ 26 w 81"/>
                <a:gd name="T17" fmla="*/ 1 h 88"/>
                <a:gd name="T18" fmla="*/ 31 w 81"/>
                <a:gd name="T19" fmla="*/ 12 h 88"/>
                <a:gd name="T20" fmla="*/ 73 w 81"/>
                <a:gd name="T21" fmla="*/ 29 h 88"/>
                <a:gd name="T22" fmla="*/ 79 w 81"/>
                <a:gd name="T23" fmla="*/ 23 h 88"/>
                <a:gd name="T24" fmla="*/ 73 w 81"/>
                <a:gd name="T25" fmla="*/ 43 h 88"/>
                <a:gd name="T26" fmla="*/ 50 w 81"/>
                <a:gd name="T27" fmla="*/ 68 h 88"/>
                <a:gd name="T28" fmla="*/ 61 w 81"/>
                <a:gd name="T29" fmla="*/ 64 h 88"/>
                <a:gd name="T30" fmla="*/ 64 w 81"/>
                <a:gd name="T31" fmla="*/ 65 h 88"/>
                <a:gd name="T32" fmla="*/ 51 w 81"/>
                <a:gd name="T33" fmla="*/ 86 h 88"/>
                <a:gd name="T34" fmla="*/ 63 w 81"/>
                <a:gd name="T35" fmla="*/ 65 h 88"/>
                <a:gd name="T36" fmla="*/ 55 w 81"/>
                <a:gd name="T37" fmla="*/ 71 h 88"/>
                <a:gd name="T38" fmla="*/ 14 w 81"/>
                <a:gd name="T39" fmla="*/ 53 h 88"/>
                <a:gd name="T40" fmla="*/ 14 w 81"/>
                <a:gd name="T41" fmla="*/ 53 h 88"/>
                <a:gd name="T42" fmla="*/ 80 w 81"/>
                <a:gd name="T43" fmla="*/ 25 h 88"/>
                <a:gd name="T44" fmla="*/ 73 w 81"/>
                <a:gd name="T45" fmla="*/ 30 h 88"/>
                <a:gd name="T46" fmla="*/ 30 w 81"/>
                <a:gd name="T47" fmla="*/ 13 h 88"/>
                <a:gd name="T48" fmla="*/ 26 w 81"/>
                <a:gd name="T49" fmla="*/ 1 h 88"/>
                <a:gd name="T50" fmla="*/ 15 w 81"/>
                <a:gd name="T51" fmla="*/ 22 h 88"/>
                <a:gd name="T52" fmla="*/ 22 w 81"/>
                <a:gd name="T53" fmla="*/ 16 h 88"/>
                <a:gd name="T54" fmla="*/ 67 w 81"/>
                <a:gd name="T55" fmla="*/ 35 h 88"/>
                <a:gd name="T56" fmla="*/ 66 w 81"/>
                <a:gd name="T57" fmla="*/ 35 h 88"/>
                <a:gd name="T58" fmla="*/ 1 w 81"/>
                <a:gd name="T59" fmla="*/ 54 h 88"/>
                <a:gd name="T60" fmla="*/ 54 w 81"/>
                <a:gd name="T61" fmla="*/ 81 h 88"/>
                <a:gd name="T62" fmla="*/ 54 w 81"/>
                <a:gd name="T63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" h="88"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  <a:cubicBezTo>
                    <a:pt x="52" y="84"/>
                    <a:pt x="53" y="82"/>
                    <a:pt x="53" y="81"/>
                  </a:cubicBezTo>
                  <a:cubicBezTo>
                    <a:pt x="53" y="78"/>
                    <a:pt x="51" y="77"/>
                    <a:pt x="47" y="7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5" y="18"/>
                    <a:pt x="24" y="17"/>
                    <a:pt x="22" y="17"/>
                  </a:cubicBezTo>
                  <a:cubicBezTo>
                    <a:pt x="20" y="17"/>
                    <a:pt x="19" y="19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3"/>
                    <a:pt x="25" y="5"/>
                    <a:pt x="25" y="7"/>
                  </a:cubicBezTo>
                  <a:cubicBezTo>
                    <a:pt x="25" y="9"/>
                    <a:pt x="26" y="10"/>
                    <a:pt x="31" y="1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29"/>
                    <a:pt x="71" y="29"/>
                    <a:pt x="73" y="29"/>
                  </a:cubicBezTo>
                  <a:cubicBezTo>
                    <a:pt x="75" y="29"/>
                    <a:pt x="77" y="28"/>
                    <a:pt x="78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2" y="69"/>
                    <a:pt x="54" y="70"/>
                    <a:pt x="55" y="70"/>
                  </a:cubicBezTo>
                  <a:cubicBezTo>
                    <a:pt x="58" y="70"/>
                    <a:pt x="59" y="68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54" y="88"/>
                    <a:pt x="54" y="88"/>
                    <a:pt x="54" y="88"/>
                  </a:cubicBezTo>
                  <a:lnTo>
                    <a:pt x="51" y="86"/>
                  </a:lnTo>
                  <a:close/>
                  <a:moveTo>
                    <a:pt x="54" y="87"/>
                  </a:moveTo>
                  <a:cubicBezTo>
                    <a:pt x="63" y="65"/>
                    <a:pt x="63" y="65"/>
                    <a:pt x="63" y="6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9"/>
                    <a:pt x="58" y="71"/>
                    <a:pt x="55" y="71"/>
                  </a:cubicBezTo>
                  <a:cubicBezTo>
                    <a:pt x="54" y="71"/>
                    <a:pt x="52" y="70"/>
                    <a:pt x="50" y="69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7" y="28"/>
                    <a:pt x="76" y="30"/>
                    <a:pt x="73" y="30"/>
                  </a:cubicBezTo>
                  <a:cubicBezTo>
                    <a:pt x="71" y="30"/>
                    <a:pt x="69" y="30"/>
                    <a:pt x="67" y="29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6" y="11"/>
                    <a:pt x="24" y="9"/>
                    <a:pt x="24" y="7"/>
                  </a:cubicBezTo>
                  <a:cubicBezTo>
                    <a:pt x="24" y="5"/>
                    <a:pt x="25" y="3"/>
                    <a:pt x="2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8" y="18"/>
                    <a:pt x="20" y="16"/>
                    <a:pt x="22" y="16"/>
                  </a:cubicBezTo>
                  <a:cubicBezTo>
                    <a:pt x="24" y="16"/>
                    <a:pt x="26" y="17"/>
                    <a:pt x="28" y="18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52" y="76"/>
                    <a:pt x="54" y="78"/>
                    <a:pt x="54" y="81"/>
                  </a:cubicBezTo>
                  <a:cubicBezTo>
                    <a:pt x="54" y="82"/>
                    <a:pt x="53" y="84"/>
                    <a:pt x="52" y="86"/>
                  </a:cubicBezTo>
                  <a:lnTo>
                    <a:pt x="54" y="8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6" name="Freeform 688">
              <a:extLst>
                <a:ext uri="{FF2B5EF4-FFF2-40B4-BE49-F238E27FC236}">
                  <a16:creationId xmlns:a16="http://schemas.microsoft.com/office/drawing/2014/main" id="{9A7030F5-DDC8-482A-8EA2-537E68A825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65263" y="12444413"/>
              <a:ext cx="106363" cy="100012"/>
            </a:xfrm>
            <a:custGeom>
              <a:avLst/>
              <a:gdLst>
                <a:gd name="T0" fmla="*/ 160 w 166"/>
                <a:gd name="T1" fmla="*/ 68 h 156"/>
                <a:gd name="T2" fmla="*/ 157 w 166"/>
                <a:gd name="T3" fmla="*/ 56 h 156"/>
                <a:gd name="T4" fmla="*/ 121 w 166"/>
                <a:gd name="T5" fmla="*/ 58 h 156"/>
                <a:gd name="T6" fmla="*/ 109 w 166"/>
                <a:gd name="T7" fmla="*/ 49 h 156"/>
                <a:gd name="T8" fmla="*/ 91 w 166"/>
                <a:gd name="T9" fmla="*/ 6 h 156"/>
                <a:gd name="T10" fmla="*/ 79 w 166"/>
                <a:gd name="T11" fmla="*/ 6 h 156"/>
                <a:gd name="T12" fmla="*/ 66 w 166"/>
                <a:gd name="T13" fmla="*/ 46 h 156"/>
                <a:gd name="T14" fmla="*/ 50 w 166"/>
                <a:gd name="T15" fmla="*/ 56 h 156"/>
                <a:gd name="T16" fmla="*/ 9 w 166"/>
                <a:gd name="T17" fmla="*/ 57 h 156"/>
                <a:gd name="T18" fmla="*/ 6 w 166"/>
                <a:gd name="T19" fmla="*/ 69 h 156"/>
                <a:gd name="T20" fmla="*/ 38 w 166"/>
                <a:gd name="T21" fmla="*/ 90 h 156"/>
                <a:gd name="T22" fmla="*/ 44 w 166"/>
                <a:gd name="T23" fmla="*/ 110 h 156"/>
                <a:gd name="T24" fmla="*/ 33 w 166"/>
                <a:gd name="T25" fmla="*/ 146 h 156"/>
                <a:gd name="T26" fmla="*/ 41 w 166"/>
                <a:gd name="T27" fmla="*/ 153 h 156"/>
                <a:gd name="T28" fmla="*/ 78 w 166"/>
                <a:gd name="T29" fmla="*/ 133 h 156"/>
                <a:gd name="T30" fmla="*/ 95 w 166"/>
                <a:gd name="T31" fmla="*/ 132 h 156"/>
                <a:gd name="T32" fmla="*/ 138 w 166"/>
                <a:gd name="T33" fmla="*/ 152 h 156"/>
                <a:gd name="T34" fmla="*/ 145 w 166"/>
                <a:gd name="T35" fmla="*/ 144 h 156"/>
                <a:gd name="T36" fmla="*/ 129 w 166"/>
                <a:gd name="T37" fmla="*/ 106 h 156"/>
                <a:gd name="T38" fmla="*/ 131 w 166"/>
                <a:gd name="T39" fmla="*/ 92 h 156"/>
                <a:gd name="T40" fmla="*/ 160 w 166"/>
                <a:gd name="T41" fmla="*/ 68 h 156"/>
                <a:gd name="T42" fmla="*/ 139 w 166"/>
                <a:gd name="T43" fmla="*/ 73 h 156"/>
                <a:gd name="T44" fmla="*/ 115 w 166"/>
                <a:gd name="T45" fmla="*/ 87 h 156"/>
                <a:gd name="T46" fmla="*/ 112 w 166"/>
                <a:gd name="T47" fmla="*/ 100 h 156"/>
                <a:gd name="T48" fmla="*/ 128 w 166"/>
                <a:gd name="T49" fmla="*/ 129 h 156"/>
                <a:gd name="T50" fmla="*/ 123 w 166"/>
                <a:gd name="T51" fmla="*/ 133 h 156"/>
                <a:gd name="T52" fmla="*/ 94 w 166"/>
                <a:gd name="T53" fmla="*/ 115 h 156"/>
                <a:gd name="T54" fmla="*/ 81 w 166"/>
                <a:gd name="T55" fmla="*/ 115 h 156"/>
                <a:gd name="T56" fmla="*/ 54 w 166"/>
                <a:gd name="T57" fmla="*/ 134 h 156"/>
                <a:gd name="T58" fmla="*/ 49 w 166"/>
                <a:gd name="T59" fmla="*/ 128 h 156"/>
                <a:gd name="T60" fmla="*/ 59 w 166"/>
                <a:gd name="T61" fmla="*/ 100 h 156"/>
                <a:gd name="T62" fmla="*/ 55 w 166"/>
                <a:gd name="T63" fmla="*/ 87 h 156"/>
                <a:gd name="T64" fmla="*/ 27 w 166"/>
                <a:gd name="T65" fmla="*/ 72 h 156"/>
                <a:gd name="T66" fmla="*/ 29 w 166"/>
                <a:gd name="T67" fmla="*/ 66 h 156"/>
                <a:gd name="T68" fmla="*/ 61 w 166"/>
                <a:gd name="T69" fmla="*/ 67 h 156"/>
                <a:gd name="T70" fmla="*/ 73 w 166"/>
                <a:gd name="T71" fmla="*/ 61 h 156"/>
                <a:gd name="T72" fmla="*/ 82 w 166"/>
                <a:gd name="T73" fmla="*/ 30 h 156"/>
                <a:gd name="T74" fmla="*/ 89 w 166"/>
                <a:gd name="T75" fmla="*/ 30 h 156"/>
                <a:gd name="T76" fmla="*/ 99 w 166"/>
                <a:gd name="T77" fmla="*/ 61 h 156"/>
                <a:gd name="T78" fmla="*/ 108 w 166"/>
                <a:gd name="T79" fmla="*/ 69 h 156"/>
                <a:gd name="T80" fmla="*/ 137 w 166"/>
                <a:gd name="T81" fmla="*/ 67 h 156"/>
                <a:gd name="T82" fmla="*/ 139 w 166"/>
                <a:gd name="T83" fmla="*/ 7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6" h="156">
                  <a:moveTo>
                    <a:pt x="160" y="68"/>
                  </a:moveTo>
                  <a:cubicBezTo>
                    <a:pt x="166" y="64"/>
                    <a:pt x="164" y="56"/>
                    <a:pt x="157" y="56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14" y="58"/>
                    <a:pt x="112" y="56"/>
                    <a:pt x="109" y="49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88" y="0"/>
                    <a:pt x="81" y="0"/>
                    <a:pt x="79" y="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3" y="52"/>
                    <a:pt x="60" y="55"/>
                    <a:pt x="50" y="56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2" y="57"/>
                    <a:pt x="0" y="65"/>
                    <a:pt x="6" y="6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45" y="96"/>
                    <a:pt x="47" y="99"/>
                    <a:pt x="44" y="110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1" y="152"/>
                    <a:pt x="35" y="156"/>
                    <a:pt x="41" y="153"/>
                  </a:cubicBezTo>
                  <a:cubicBezTo>
                    <a:pt x="78" y="133"/>
                    <a:pt x="78" y="133"/>
                    <a:pt x="78" y="133"/>
                  </a:cubicBezTo>
                  <a:cubicBezTo>
                    <a:pt x="86" y="128"/>
                    <a:pt x="90" y="130"/>
                    <a:pt x="95" y="13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44" y="154"/>
                    <a:pt x="147" y="151"/>
                    <a:pt x="145" y="144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6" y="101"/>
                    <a:pt x="127" y="96"/>
                    <a:pt x="131" y="92"/>
                  </a:cubicBezTo>
                  <a:lnTo>
                    <a:pt x="160" y="68"/>
                  </a:lnTo>
                  <a:close/>
                  <a:moveTo>
                    <a:pt x="139" y="73"/>
                  </a:moveTo>
                  <a:cubicBezTo>
                    <a:pt x="115" y="87"/>
                    <a:pt x="115" y="87"/>
                    <a:pt x="115" y="87"/>
                  </a:cubicBezTo>
                  <a:cubicBezTo>
                    <a:pt x="112" y="90"/>
                    <a:pt x="111" y="95"/>
                    <a:pt x="112" y="100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9" y="133"/>
                    <a:pt x="127" y="135"/>
                    <a:pt x="123" y="133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1" y="112"/>
                    <a:pt x="84" y="112"/>
                    <a:pt x="81" y="11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0" y="137"/>
                    <a:pt x="47" y="134"/>
                    <a:pt x="49" y="128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1" y="95"/>
                    <a:pt x="59" y="90"/>
                    <a:pt x="55" y="87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23" y="70"/>
                    <a:pt x="24" y="65"/>
                    <a:pt x="29" y="66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5" y="67"/>
                    <a:pt x="72" y="65"/>
                    <a:pt x="73" y="61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3" y="26"/>
                    <a:pt x="87" y="26"/>
                    <a:pt x="89" y="30"/>
                  </a:cubicBezTo>
                  <a:cubicBezTo>
                    <a:pt x="99" y="61"/>
                    <a:pt x="99" y="61"/>
                    <a:pt x="99" y="61"/>
                  </a:cubicBezTo>
                  <a:cubicBezTo>
                    <a:pt x="101" y="65"/>
                    <a:pt x="103" y="69"/>
                    <a:pt x="108" y="69"/>
                  </a:cubicBezTo>
                  <a:cubicBezTo>
                    <a:pt x="137" y="67"/>
                    <a:pt x="137" y="67"/>
                    <a:pt x="137" y="67"/>
                  </a:cubicBezTo>
                  <a:cubicBezTo>
                    <a:pt x="141" y="67"/>
                    <a:pt x="143" y="70"/>
                    <a:pt x="139" y="7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grpSp>
        <p:nvGrpSpPr>
          <p:cNvPr id="831" name="Grupp 830">
            <a:extLst>
              <a:ext uri="{FF2B5EF4-FFF2-40B4-BE49-F238E27FC236}">
                <a16:creationId xmlns:a16="http://schemas.microsoft.com/office/drawing/2014/main" id="{A951DAC7-8775-46AE-942B-B858FF22258B}"/>
              </a:ext>
            </a:extLst>
          </p:cNvPr>
          <p:cNvGrpSpPr/>
          <p:nvPr userDrawn="1"/>
        </p:nvGrpSpPr>
        <p:grpSpPr>
          <a:xfrm>
            <a:off x="18122901" y="12072938"/>
            <a:ext cx="3986212" cy="912812"/>
            <a:chOff x="18122901" y="12072938"/>
            <a:chExt cx="3986212" cy="912812"/>
          </a:xfrm>
          <a:solidFill>
            <a:schemeClr val="bg1"/>
          </a:solidFill>
        </p:grpSpPr>
        <p:sp>
          <p:nvSpPr>
            <p:cNvPr id="700" name="Freeform 692">
              <a:extLst>
                <a:ext uri="{FF2B5EF4-FFF2-40B4-BE49-F238E27FC236}">
                  <a16:creationId xmlns:a16="http://schemas.microsoft.com/office/drawing/2014/main" id="{EC3C961E-8908-4460-8C4E-29250E03CD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22901" y="12665075"/>
              <a:ext cx="98425" cy="141287"/>
            </a:xfrm>
            <a:custGeom>
              <a:avLst/>
              <a:gdLst>
                <a:gd name="T0" fmla="*/ 28 w 127"/>
                <a:gd name="T1" fmla="*/ 131 h 183"/>
                <a:gd name="T2" fmla="*/ 28 w 127"/>
                <a:gd name="T3" fmla="*/ 154 h 183"/>
                <a:gd name="T4" fmla="*/ 60 w 127"/>
                <a:gd name="T5" fmla="*/ 161 h 183"/>
                <a:gd name="T6" fmla="*/ 97 w 127"/>
                <a:gd name="T7" fmla="*/ 132 h 183"/>
                <a:gd name="T8" fmla="*/ 70 w 127"/>
                <a:gd name="T9" fmla="*/ 107 h 183"/>
                <a:gd name="T10" fmla="*/ 39 w 127"/>
                <a:gd name="T11" fmla="*/ 98 h 183"/>
                <a:gd name="T12" fmla="*/ 0 w 127"/>
                <a:gd name="T13" fmla="*/ 52 h 183"/>
                <a:gd name="T14" fmla="*/ 67 w 127"/>
                <a:gd name="T15" fmla="*/ 0 h 183"/>
                <a:gd name="T16" fmla="*/ 120 w 127"/>
                <a:gd name="T17" fmla="*/ 9 h 183"/>
                <a:gd name="T18" fmla="*/ 120 w 127"/>
                <a:gd name="T19" fmla="*/ 48 h 183"/>
                <a:gd name="T20" fmla="*/ 94 w 127"/>
                <a:gd name="T21" fmla="*/ 48 h 183"/>
                <a:gd name="T22" fmla="*/ 94 w 127"/>
                <a:gd name="T23" fmla="*/ 27 h 183"/>
                <a:gd name="T24" fmla="*/ 67 w 127"/>
                <a:gd name="T25" fmla="*/ 22 h 183"/>
                <a:gd name="T26" fmla="*/ 30 w 127"/>
                <a:gd name="T27" fmla="*/ 48 h 183"/>
                <a:gd name="T28" fmla="*/ 57 w 127"/>
                <a:gd name="T29" fmla="*/ 73 h 183"/>
                <a:gd name="T30" fmla="*/ 85 w 127"/>
                <a:gd name="T31" fmla="*/ 80 h 183"/>
                <a:gd name="T32" fmla="*/ 127 w 127"/>
                <a:gd name="T33" fmla="*/ 127 h 183"/>
                <a:gd name="T34" fmla="*/ 59 w 127"/>
                <a:gd name="T35" fmla="*/ 183 h 183"/>
                <a:gd name="T36" fmla="*/ 0 w 127"/>
                <a:gd name="T37" fmla="*/ 173 h 183"/>
                <a:gd name="T38" fmla="*/ 0 w 127"/>
                <a:gd name="T39" fmla="*/ 131 h 183"/>
                <a:gd name="T40" fmla="*/ 28 w 127"/>
                <a:gd name="T41" fmla="*/ 13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7" h="183">
                  <a:moveTo>
                    <a:pt x="28" y="131"/>
                  </a:moveTo>
                  <a:cubicBezTo>
                    <a:pt x="28" y="154"/>
                    <a:pt x="28" y="154"/>
                    <a:pt x="28" y="154"/>
                  </a:cubicBezTo>
                  <a:cubicBezTo>
                    <a:pt x="33" y="157"/>
                    <a:pt x="46" y="161"/>
                    <a:pt x="60" y="161"/>
                  </a:cubicBezTo>
                  <a:cubicBezTo>
                    <a:pt x="83" y="161"/>
                    <a:pt x="97" y="151"/>
                    <a:pt x="97" y="132"/>
                  </a:cubicBezTo>
                  <a:cubicBezTo>
                    <a:pt x="97" y="117"/>
                    <a:pt x="89" y="112"/>
                    <a:pt x="70" y="107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18" y="92"/>
                    <a:pt x="0" y="80"/>
                    <a:pt x="0" y="52"/>
                  </a:cubicBezTo>
                  <a:cubicBezTo>
                    <a:pt x="0" y="17"/>
                    <a:pt x="30" y="0"/>
                    <a:pt x="67" y="0"/>
                  </a:cubicBezTo>
                  <a:cubicBezTo>
                    <a:pt x="90" y="0"/>
                    <a:pt x="107" y="5"/>
                    <a:pt x="120" y="9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0" y="25"/>
                    <a:pt x="81" y="22"/>
                    <a:pt x="67" y="22"/>
                  </a:cubicBezTo>
                  <a:cubicBezTo>
                    <a:pt x="41" y="22"/>
                    <a:pt x="30" y="34"/>
                    <a:pt x="30" y="48"/>
                  </a:cubicBezTo>
                  <a:cubicBezTo>
                    <a:pt x="30" y="63"/>
                    <a:pt x="41" y="69"/>
                    <a:pt x="57" y="73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105" y="85"/>
                    <a:pt x="127" y="96"/>
                    <a:pt x="127" y="127"/>
                  </a:cubicBezTo>
                  <a:cubicBezTo>
                    <a:pt x="127" y="162"/>
                    <a:pt x="101" y="183"/>
                    <a:pt x="59" y="183"/>
                  </a:cubicBezTo>
                  <a:cubicBezTo>
                    <a:pt x="46" y="183"/>
                    <a:pt x="15" y="179"/>
                    <a:pt x="0" y="173"/>
                  </a:cubicBezTo>
                  <a:cubicBezTo>
                    <a:pt x="0" y="131"/>
                    <a:pt x="0" y="131"/>
                    <a:pt x="0" y="131"/>
                  </a:cubicBezTo>
                  <a:lnTo>
                    <a:pt x="28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1" name="Freeform 693">
              <a:extLst>
                <a:ext uri="{FF2B5EF4-FFF2-40B4-BE49-F238E27FC236}">
                  <a16:creationId xmlns:a16="http://schemas.microsoft.com/office/drawing/2014/main" id="{97C2614C-C1A4-4AF6-A9D3-2BCD3C13ED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237200" y="12677775"/>
              <a:ext cx="66675" cy="128587"/>
            </a:xfrm>
            <a:custGeom>
              <a:avLst/>
              <a:gdLst>
                <a:gd name="T0" fmla="*/ 0 w 88"/>
                <a:gd name="T1" fmla="*/ 32 h 166"/>
                <a:gd name="T2" fmla="*/ 20 w 88"/>
                <a:gd name="T3" fmla="*/ 32 h 166"/>
                <a:gd name="T4" fmla="*/ 21 w 88"/>
                <a:gd name="T5" fmla="*/ 2 h 166"/>
                <a:gd name="T6" fmla="*/ 49 w 88"/>
                <a:gd name="T7" fmla="*/ 0 h 166"/>
                <a:gd name="T8" fmla="*/ 48 w 88"/>
                <a:gd name="T9" fmla="*/ 32 h 166"/>
                <a:gd name="T10" fmla="*/ 86 w 88"/>
                <a:gd name="T11" fmla="*/ 32 h 166"/>
                <a:gd name="T12" fmla="*/ 86 w 88"/>
                <a:gd name="T13" fmla="*/ 52 h 166"/>
                <a:gd name="T14" fmla="*/ 48 w 88"/>
                <a:gd name="T15" fmla="*/ 52 h 166"/>
                <a:gd name="T16" fmla="*/ 48 w 88"/>
                <a:gd name="T17" fmla="*/ 114 h 166"/>
                <a:gd name="T18" fmla="*/ 66 w 88"/>
                <a:gd name="T19" fmla="*/ 144 h 166"/>
                <a:gd name="T20" fmla="*/ 88 w 88"/>
                <a:gd name="T21" fmla="*/ 139 h 166"/>
                <a:gd name="T22" fmla="*/ 87 w 88"/>
                <a:gd name="T23" fmla="*/ 159 h 166"/>
                <a:gd name="T24" fmla="*/ 58 w 88"/>
                <a:gd name="T25" fmla="*/ 166 h 166"/>
                <a:gd name="T26" fmla="*/ 19 w 88"/>
                <a:gd name="T27" fmla="*/ 125 h 166"/>
                <a:gd name="T28" fmla="*/ 20 w 88"/>
                <a:gd name="T29" fmla="*/ 52 h 166"/>
                <a:gd name="T30" fmla="*/ 0 w 88"/>
                <a:gd name="T31" fmla="*/ 52 h 166"/>
                <a:gd name="T32" fmla="*/ 0 w 88"/>
                <a:gd name="T33" fmla="*/ 3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66">
                  <a:moveTo>
                    <a:pt x="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73"/>
                    <a:pt x="48" y="94"/>
                    <a:pt x="48" y="114"/>
                  </a:cubicBezTo>
                  <a:cubicBezTo>
                    <a:pt x="48" y="138"/>
                    <a:pt x="53" y="144"/>
                    <a:pt x="66" y="144"/>
                  </a:cubicBezTo>
                  <a:cubicBezTo>
                    <a:pt x="74" y="144"/>
                    <a:pt x="82" y="141"/>
                    <a:pt x="88" y="13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0" y="163"/>
                    <a:pt x="69" y="166"/>
                    <a:pt x="58" y="166"/>
                  </a:cubicBezTo>
                  <a:cubicBezTo>
                    <a:pt x="30" y="166"/>
                    <a:pt x="19" y="155"/>
                    <a:pt x="19" y="125"/>
                  </a:cubicBezTo>
                  <a:cubicBezTo>
                    <a:pt x="19" y="109"/>
                    <a:pt x="20" y="75"/>
                    <a:pt x="20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2" name="Freeform 694">
              <a:extLst>
                <a:ext uri="{FF2B5EF4-FFF2-40B4-BE49-F238E27FC236}">
                  <a16:creationId xmlns:a16="http://schemas.microsoft.com/office/drawing/2014/main" id="{24B9745E-9478-4EBD-AE62-41E70619D30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308638" y="12700000"/>
              <a:ext cx="101600" cy="106362"/>
            </a:xfrm>
            <a:custGeom>
              <a:avLst/>
              <a:gdLst>
                <a:gd name="T0" fmla="*/ 69 w 133"/>
                <a:gd name="T1" fmla="*/ 0 h 137"/>
                <a:gd name="T2" fmla="*/ 133 w 133"/>
                <a:gd name="T3" fmla="*/ 69 h 137"/>
                <a:gd name="T4" fmla="*/ 66 w 133"/>
                <a:gd name="T5" fmla="*/ 137 h 137"/>
                <a:gd name="T6" fmla="*/ 0 w 133"/>
                <a:gd name="T7" fmla="*/ 71 h 137"/>
                <a:gd name="T8" fmla="*/ 69 w 133"/>
                <a:gd name="T9" fmla="*/ 0 h 137"/>
                <a:gd name="T10" fmla="*/ 66 w 133"/>
                <a:gd name="T11" fmla="*/ 113 h 137"/>
                <a:gd name="T12" fmla="*/ 103 w 133"/>
                <a:gd name="T13" fmla="*/ 66 h 137"/>
                <a:gd name="T14" fmla="*/ 68 w 133"/>
                <a:gd name="T15" fmla="*/ 23 h 137"/>
                <a:gd name="T16" fmla="*/ 30 w 133"/>
                <a:gd name="T17" fmla="*/ 70 h 137"/>
                <a:gd name="T18" fmla="*/ 66 w 133"/>
                <a:gd name="T19" fmla="*/ 11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7">
                  <a:moveTo>
                    <a:pt x="69" y="0"/>
                  </a:moveTo>
                  <a:cubicBezTo>
                    <a:pt x="117" y="0"/>
                    <a:pt x="133" y="37"/>
                    <a:pt x="133" y="69"/>
                  </a:cubicBezTo>
                  <a:cubicBezTo>
                    <a:pt x="133" y="106"/>
                    <a:pt x="110" y="137"/>
                    <a:pt x="66" y="137"/>
                  </a:cubicBezTo>
                  <a:cubicBezTo>
                    <a:pt x="19" y="137"/>
                    <a:pt x="0" y="104"/>
                    <a:pt x="0" y="71"/>
                  </a:cubicBezTo>
                  <a:cubicBezTo>
                    <a:pt x="0" y="28"/>
                    <a:pt x="29" y="0"/>
                    <a:pt x="69" y="0"/>
                  </a:cubicBezTo>
                  <a:moveTo>
                    <a:pt x="66" y="113"/>
                  </a:moveTo>
                  <a:cubicBezTo>
                    <a:pt x="92" y="113"/>
                    <a:pt x="103" y="92"/>
                    <a:pt x="103" y="66"/>
                  </a:cubicBezTo>
                  <a:cubicBezTo>
                    <a:pt x="103" y="36"/>
                    <a:pt x="88" y="23"/>
                    <a:pt x="68" y="23"/>
                  </a:cubicBezTo>
                  <a:cubicBezTo>
                    <a:pt x="40" y="23"/>
                    <a:pt x="30" y="47"/>
                    <a:pt x="30" y="70"/>
                  </a:cubicBezTo>
                  <a:cubicBezTo>
                    <a:pt x="30" y="92"/>
                    <a:pt x="41" y="113"/>
                    <a:pt x="66" y="1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3" name="Freeform 695">
              <a:extLst>
                <a:ext uri="{FF2B5EF4-FFF2-40B4-BE49-F238E27FC236}">
                  <a16:creationId xmlns:a16="http://schemas.microsoft.com/office/drawing/2014/main" id="{AE61879B-6544-4C7D-9441-93B2D6FAE4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424525" y="12700000"/>
              <a:ext cx="82550" cy="106362"/>
            </a:xfrm>
            <a:custGeom>
              <a:avLst/>
              <a:gdLst>
                <a:gd name="T0" fmla="*/ 84 w 107"/>
                <a:gd name="T1" fmla="*/ 24 h 137"/>
                <a:gd name="T2" fmla="*/ 67 w 107"/>
                <a:gd name="T3" fmla="*/ 22 h 137"/>
                <a:gd name="T4" fmla="*/ 28 w 107"/>
                <a:gd name="T5" fmla="*/ 66 h 137"/>
                <a:gd name="T6" fmla="*/ 74 w 107"/>
                <a:gd name="T7" fmla="*/ 113 h 137"/>
                <a:gd name="T8" fmla="*/ 107 w 107"/>
                <a:gd name="T9" fmla="*/ 106 h 137"/>
                <a:gd name="T10" fmla="*/ 106 w 107"/>
                <a:gd name="T11" fmla="*/ 130 h 137"/>
                <a:gd name="T12" fmla="*/ 70 w 107"/>
                <a:gd name="T13" fmla="*/ 137 h 137"/>
                <a:gd name="T14" fmla="*/ 0 w 107"/>
                <a:gd name="T15" fmla="*/ 69 h 137"/>
                <a:gd name="T16" fmla="*/ 70 w 107"/>
                <a:gd name="T17" fmla="*/ 0 h 137"/>
                <a:gd name="T18" fmla="*/ 107 w 107"/>
                <a:gd name="T19" fmla="*/ 6 h 137"/>
                <a:gd name="T20" fmla="*/ 107 w 107"/>
                <a:gd name="T21" fmla="*/ 43 h 137"/>
                <a:gd name="T22" fmla="*/ 84 w 107"/>
                <a:gd name="T23" fmla="*/ 43 h 137"/>
                <a:gd name="T24" fmla="*/ 84 w 107"/>
                <a:gd name="T25" fmla="*/ 2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7" h="137">
                  <a:moveTo>
                    <a:pt x="84" y="24"/>
                  </a:moveTo>
                  <a:cubicBezTo>
                    <a:pt x="80" y="23"/>
                    <a:pt x="73" y="22"/>
                    <a:pt x="67" y="22"/>
                  </a:cubicBezTo>
                  <a:cubicBezTo>
                    <a:pt x="41" y="22"/>
                    <a:pt x="28" y="41"/>
                    <a:pt x="28" y="66"/>
                  </a:cubicBezTo>
                  <a:cubicBezTo>
                    <a:pt x="28" y="89"/>
                    <a:pt x="39" y="113"/>
                    <a:pt x="74" y="113"/>
                  </a:cubicBezTo>
                  <a:cubicBezTo>
                    <a:pt x="86" y="113"/>
                    <a:pt x="101" y="109"/>
                    <a:pt x="107" y="106"/>
                  </a:cubicBezTo>
                  <a:cubicBezTo>
                    <a:pt x="106" y="130"/>
                    <a:pt x="106" y="130"/>
                    <a:pt x="106" y="130"/>
                  </a:cubicBezTo>
                  <a:cubicBezTo>
                    <a:pt x="100" y="132"/>
                    <a:pt x="86" y="137"/>
                    <a:pt x="70" y="137"/>
                  </a:cubicBezTo>
                  <a:cubicBezTo>
                    <a:pt x="17" y="137"/>
                    <a:pt x="0" y="102"/>
                    <a:pt x="0" y="69"/>
                  </a:cubicBezTo>
                  <a:cubicBezTo>
                    <a:pt x="0" y="29"/>
                    <a:pt x="24" y="0"/>
                    <a:pt x="70" y="0"/>
                  </a:cubicBezTo>
                  <a:cubicBezTo>
                    <a:pt x="90" y="0"/>
                    <a:pt x="102" y="4"/>
                    <a:pt x="107" y="6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84" y="43"/>
                    <a:pt x="84" y="43"/>
                    <a:pt x="84" y="43"/>
                  </a:cubicBezTo>
                  <a:lnTo>
                    <a:pt x="84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4" name="Freeform 696">
              <a:extLst>
                <a:ext uri="{FF2B5EF4-FFF2-40B4-BE49-F238E27FC236}">
                  <a16:creationId xmlns:a16="http://schemas.microsoft.com/office/drawing/2014/main" id="{8B85989D-6FCD-415B-9204-04956390E7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515013" y="12653963"/>
              <a:ext cx="109537" cy="149225"/>
            </a:xfrm>
            <a:custGeom>
              <a:avLst/>
              <a:gdLst>
                <a:gd name="T0" fmla="*/ 2 w 69"/>
                <a:gd name="T1" fmla="*/ 84 h 94"/>
                <a:gd name="T2" fmla="*/ 10 w 69"/>
                <a:gd name="T3" fmla="*/ 84 h 94"/>
                <a:gd name="T4" fmla="*/ 11 w 69"/>
                <a:gd name="T5" fmla="*/ 11 h 94"/>
                <a:gd name="T6" fmla="*/ 0 w 69"/>
                <a:gd name="T7" fmla="*/ 11 h 94"/>
                <a:gd name="T8" fmla="*/ 0 w 69"/>
                <a:gd name="T9" fmla="*/ 0 h 94"/>
                <a:gd name="T10" fmla="*/ 24 w 69"/>
                <a:gd name="T11" fmla="*/ 0 h 94"/>
                <a:gd name="T12" fmla="*/ 24 w 69"/>
                <a:gd name="T13" fmla="*/ 58 h 94"/>
                <a:gd name="T14" fmla="*/ 46 w 69"/>
                <a:gd name="T15" fmla="*/ 41 h 94"/>
                <a:gd name="T16" fmla="*/ 46 w 69"/>
                <a:gd name="T17" fmla="*/ 41 h 94"/>
                <a:gd name="T18" fmla="*/ 37 w 69"/>
                <a:gd name="T19" fmla="*/ 41 h 94"/>
                <a:gd name="T20" fmla="*/ 37 w 69"/>
                <a:gd name="T21" fmla="*/ 31 h 94"/>
                <a:gd name="T22" fmla="*/ 67 w 69"/>
                <a:gd name="T23" fmla="*/ 31 h 94"/>
                <a:gd name="T24" fmla="*/ 67 w 69"/>
                <a:gd name="T25" fmla="*/ 41 h 94"/>
                <a:gd name="T26" fmla="*/ 60 w 69"/>
                <a:gd name="T27" fmla="*/ 41 h 94"/>
                <a:gd name="T28" fmla="*/ 38 w 69"/>
                <a:gd name="T29" fmla="*/ 59 h 94"/>
                <a:gd name="T30" fmla="*/ 62 w 69"/>
                <a:gd name="T31" fmla="*/ 84 h 94"/>
                <a:gd name="T32" fmla="*/ 69 w 69"/>
                <a:gd name="T33" fmla="*/ 84 h 94"/>
                <a:gd name="T34" fmla="*/ 69 w 69"/>
                <a:gd name="T35" fmla="*/ 94 h 94"/>
                <a:gd name="T36" fmla="*/ 39 w 69"/>
                <a:gd name="T37" fmla="*/ 94 h 94"/>
                <a:gd name="T38" fmla="*/ 39 w 69"/>
                <a:gd name="T39" fmla="*/ 84 h 94"/>
                <a:gd name="T40" fmla="*/ 46 w 69"/>
                <a:gd name="T41" fmla="*/ 84 h 94"/>
                <a:gd name="T42" fmla="*/ 24 w 69"/>
                <a:gd name="T43" fmla="*/ 62 h 94"/>
                <a:gd name="T44" fmla="*/ 24 w 69"/>
                <a:gd name="T45" fmla="*/ 84 h 94"/>
                <a:gd name="T46" fmla="*/ 31 w 69"/>
                <a:gd name="T47" fmla="*/ 84 h 94"/>
                <a:gd name="T48" fmla="*/ 31 w 69"/>
                <a:gd name="T49" fmla="*/ 94 h 94"/>
                <a:gd name="T50" fmla="*/ 2 w 69"/>
                <a:gd name="T51" fmla="*/ 94 h 94"/>
                <a:gd name="T52" fmla="*/ 2 w 69"/>
                <a:gd name="T53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" h="94">
                  <a:moveTo>
                    <a:pt x="2" y="84"/>
                  </a:moveTo>
                  <a:lnTo>
                    <a:pt x="10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4" y="58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37" y="41"/>
                  </a:lnTo>
                  <a:lnTo>
                    <a:pt x="37" y="31"/>
                  </a:lnTo>
                  <a:lnTo>
                    <a:pt x="67" y="31"/>
                  </a:lnTo>
                  <a:lnTo>
                    <a:pt x="67" y="41"/>
                  </a:lnTo>
                  <a:lnTo>
                    <a:pt x="60" y="41"/>
                  </a:lnTo>
                  <a:lnTo>
                    <a:pt x="38" y="59"/>
                  </a:lnTo>
                  <a:lnTo>
                    <a:pt x="62" y="84"/>
                  </a:lnTo>
                  <a:lnTo>
                    <a:pt x="69" y="84"/>
                  </a:lnTo>
                  <a:lnTo>
                    <a:pt x="69" y="94"/>
                  </a:lnTo>
                  <a:lnTo>
                    <a:pt x="39" y="94"/>
                  </a:lnTo>
                  <a:lnTo>
                    <a:pt x="39" y="84"/>
                  </a:lnTo>
                  <a:lnTo>
                    <a:pt x="46" y="84"/>
                  </a:lnTo>
                  <a:lnTo>
                    <a:pt x="24" y="62"/>
                  </a:lnTo>
                  <a:lnTo>
                    <a:pt x="24" y="84"/>
                  </a:lnTo>
                  <a:lnTo>
                    <a:pt x="31" y="84"/>
                  </a:lnTo>
                  <a:lnTo>
                    <a:pt x="31" y="94"/>
                  </a:lnTo>
                  <a:lnTo>
                    <a:pt x="2" y="94"/>
                  </a:lnTo>
                  <a:lnTo>
                    <a:pt x="2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5" name="Freeform 697">
              <a:extLst>
                <a:ext uri="{FF2B5EF4-FFF2-40B4-BE49-F238E27FC236}">
                  <a16:creationId xmlns:a16="http://schemas.microsoft.com/office/drawing/2014/main" id="{96D6E7E8-2CA9-44D0-8389-F3889F2634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635663" y="12653963"/>
              <a:ext cx="117475" cy="149225"/>
            </a:xfrm>
            <a:custGeom>
              <a:avLst/>
              <a:gdLst>
                <a:gd name="T0" fmla="*/ 3 w 153"/>
                <a:gd name="T1" fmla="*/ 173 h 194"/>
                <a:gd name="T2" fmla="*/ 18 w 153"/>
                <a:gd name="T3" fmla="*/ 173 h 194"/>
                <a:gd name="T4" fmla="*/ 19 w 153"/>
                <a:gd name="T5" fmla="*/ 21 h 194"/>
                <a:gd name="T6" fmla="*/ 0 w 153"/>
                <a:gd name="T7" fmla="*/ 21 h 194"/>
                <a:gd name="T8" fmla="*/ 0 w 153"/>
                <a:gd name="T9" fmla="*/ 0 h 194"/>
                <a:gd name="T10" fmla="*/ 48 w 153"/>
                <a:gd name="T11" fmla="*/ 0 h 194"/>
                <a:gd name="T12" fmla="*/ 48 w 153"/>
                <a:gd name="T13" fmla="*/ 63 h 194"/>
                <a:gd name="T14" fmla="*/ 44 w 153"/>
                <a:gd name="T15" fmla="*/ 92 h 194"/>
                <a:gd name="T16" fmla="*/ 45 w 153"/>
                <a:gd name="T17" fmla="*/ 92 h 194"/>
                <a:gd name="T18" fmla="*/ 91 w 153"/>
                <a:gd name="T19" fmla="*/ 60 h 194"/>
                <a:gd name="T20" fmla="*/ 137 w 153"/>
                <a:gd name="T21" fmla="*/ 110 h 194"/>
                <a:gd name="T22" fmla="*/ 136 w 153"/>
                <a:gd name="T23" fmla="*/ 173 h 194"/>
                <a:gd name="T24" fmla="*/ 153 w 153"/>
                <a:gd name="T25" fmla="*/ 173 h 194"/>
                <a:gd name="T26" fmla="*/ 153 w 153"/>
                <a:gd name="T27" fmla="*/ 194 h 194"/>
                <a:gd name="T28" fmla="*/ 93 w 153"/>
                <a:gd name="T29" fmla="*/ 194 h 194"/>
                <a:gd name="T30" fmla="*/ 93 w 153"/>
                <a:gd name="T31" fmla="*/ 173 h 194"/>
                <a:gd name="T32" fmla="*/ 107 w 153"/>
                <a:gd name="T33" fmla="*/ 173 h 194"/>
                <a:gd name="T34" fmla="*/ 108 w 153"/>
                <a:gd name="T35" fmla="*/ 115 h 194"/>
                <a:gd name="T36" fmla="*/ 82 w 153"/>
                <a:gd name="T37" fmla="*/ 83 h 194"/>
                <a:gd name="T38" fmla="*/ 47 w 153"/>
                <a:gd name="T39" fmla="*/ 123 h 194"/>
                <a:gd name="T40" fmla="*/ 46 w 153"/>
                <a:gd name="T41" fmla="*/ 173 h 194"/>
                <a:gd name="T42" fmla="*/ 64 w 153"/>
                <a:gd name="T43" fmla="*/ 173 h 194"/>
                <a:gd name="T44" fmla="*/ 64 w 153"/>
                <a:gd name="T45" fmla="*/ 194 h 194"/>
                <a:gd name="T46" fmla="*/ 3 w 153"/>
                <a:gd name="T47" fmla="*/ 194 h 194"/>
                <a:gd name="T48" fmla="*/ 3 w 153"/>
                <a:gd name="T49" fmla="*/ 1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3" h="194">
                  <a:moveTo>
                    <a:pt x="3" y="173"/>
                  </a:moveTo>
                  <a:cubicBezTo>
                    <a:pt x="18" y="173"/>
                    <a:pt x="18" y="173"/>
                    <a:pt x="18" y="173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71"/>
                    <a:pt x="46" y="81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50" y="75"/>
                    <a:pt x="65" y="60"/>
                    <a:pt x="91" y="60"/>
                  </a:cubicBezTo>
                  <a:cubicBezTo>
                    <a:pt x="122" y="60"/>
                    <a:pt x="137" y="79"/>
                    <a:pt x="137" y="110"/>
                  </a:cubicBezTo>
                  <a:cubicBezTo>
                    <a:pt x="137" y="131"/>
                    <a:pt x="136" y="152"/>
                    <a:pt x="136" y="173"/>
                  </a:cubicBezTo>
                  <a:cubicBezTo>
                    <a:pt x="153" y="173"/>
                    <a:pt x="153" y="173"/>
                    <a:pt x="153" y="173"/>
                  </a:cubicBezTo>
                  <a:cubicBezTo>
                    <a:pt x="153" y="194"/>
                    <a:pt x="153" y="194"/>
                    <a:pt x="153" y="194"/>
                  </a:cubicBezTo>
                  <a:cubicBezTo>
                    <a:pt x="93" y="194"/>
                    <a:pt x="93" y="194"/>
                    <a:pt x="93" y="194"/>
                  </a:cubicBezTo>
                  <a:cubicBezTo>
                    <a:pt x="93" y="173"/>
                    <a:pt x="93" y="173"/>
                    <a:pt x="93" y="173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8" y="154"/>
                    <a:pt x="108" y="134"/>
                    <a:pt x="108" y="115"/>
                  </a:cubicBezTo>
                  <a:cubicBezTo>
                    <a:pt x="108" y="97"/>
                    <a:pt x="100" y="83"/>
                    <a:pt x="82" y="83"/>
                  </a:cubicBezTo>
                  <a:cubicBezTo>
                    <a:pt x="63" y="83"/>
                    <a:pt x="48" y="99"/>
                    <a:pt x="47" y="123"/>
                  </a:cubicBezTo>
                  <a:cubicBezTo>
                    <a:pt x="46" y="173"/>
                    <a:pt x="46" y="173"/>
                    <a:pt x="46" y="173"/>
                  </a:cubicBezTo>
                  <a:cubicBezTo>
                    <a:pt x="64" y="173"/>
                    <a:pt x="64" y="173"/>
                    <a:pt x="64" y="173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3" y="194"/>
                    <a:pt x="3" y="194"/>
                    <a:pt x="3" y="194"/>
                  </a:cubicBezTo>
                  <a:lnTo>
                    <a:pt x="3" y="1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6" name="Freeform 698">
              <a:extLst>
                <a:ext uri="{FF2B5EF4-FFF2-40B4-BE49-F238E27FC236}">
                  <a16:creationId xmlns:a16="http://schemas.microsoft.com/office/drawing/2014/main" id="{94FABA9C-AB25-47B3-9DC6-E308713043F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764250" y="12700000"/>
              <a:ext cx="101600" cy="106362"/>
            </a:xfrm>
            <a:custGeom>
              <a:avLst/>
              <a:gdLst>
                <a:gd name="T0" fmla="*/ 68 w 133"/>
                <a:gd name="T1" fmla="*/ 0 h 137"/>
                <a:gd name="T2" fmla="*/ 133 w 133"/>
                <a:gd name="T3" fmla="*/ 69 h 137"/>
                <a:gd name="T4" fmla="*/ 65 w 133"/>
                <a:gd name="T5" fmla="*/ 137 h 137"/>
                <a:gd name="T6" fmla="*/ 0 w 133"/>
                <a:gd name="T7" fmla="*/ 71 h 137"/>
                <a:gd name="T8" fmla="*/ 68 w 133"/>
                <a:gd name="T9" fmla="*/ 0 h 137"/>
                <a:gd name="T10" fmla="*/ 66 w 133"/>
                <a:gd name="T11" fmla="*/ 113 h 137"/>
                <a:gd name="T12" fmla="*/ 103 w 133"/>
                <a:gd name="T13" fmla="*/ 66 h 137"/>
                <a:gd name="T14" fmla="*/ 68 w 133"/>
                <a:gd name="T15" fmla="*/ 23 h 137"/>
                <a:gd name="T16" fmla="*/ 29 w 133"/>
                <a:gd name="T17" fmla="*/ 70 h 137"/>
                <a:gd name="T18" fmla="*/ 66 w 133"/>
                <a:gd name="T19" fmla="*/ 11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7">
                  <a:moveTo>
                    <a:pt x="68" y="0"/>
                  </a:moveTo>
                  <a:cubicBezTo>
                    <a:pt x="117" y="0"/>
                    <a:pt x="133" y="37"/>
                    <a:pt x="133" y="69"/>
                  </a:cubicBezTo>
                  <a:cubicBezTo>
                    <a:pt x="133" y="106"/>
                    <a:pt x="110" y="137"/>
                    <a:pt x="65" y="137"/>
                  </a:cubicBezTo>
                  <a:cubicBezTo>
                    <a:pt x="18" y="137"/>
                    <a:pt x="0" y="104"/>
                    <a:pt x="0" y="71"/>
                  </a:cubicBezTo>
                  <a:cubicBezTo>
                    <a:pt x="0" y="28"/>
                    <a:pt x="28" y="0"/>
                    <a:pt x="68" y="0"/>
                  </a:cubicBezTo>
                  <a:moveTo>
                    <a:pt x="66" y="113"/>
                  </a:moveTo>
                  <a:cubicBezTo>
                    <a:pt x="92" y="113"/>
                    <a:pt x="103" y="92"/>
                    <a:pt x="103" y="66"/>
                  </a:cubicBezTo>
                  <a:cubicBezTo>
                    <a:pt x="103" y="36"/>
                    <a:pt x="87" y="23"/>
                    <a:pt x="68" y="23"/>
                  </a:cubicBezTo>
                  <a:cubicBezTo>
                    <a:pt x="40" y="23"/>
                    <a:pt x="29" y="47"/>
                    <a:pt x="29" y="70"/>
                  </a:cubicBezTo>
                  <a:cubicBezTo>
                    <a:pt x="29" y="92"/>
                    <a:pt x="40" y="113"/>
                    <a:pt x="66" y="1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7" name="Freeform 699">
              <a:extLst>
                <a:ext uri="{FF2B5EF4-FFF2-40B4-BE49-F238E27FC236}">
                  <a16:creationId xmlns:a16="http://schemas.microsoft.com/office/drawing/2014/main" id="{AE674B20-E84F-4123-BD05-104F54139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875375" y="12653963"/>
              <a:ext cx="52387" cy="149225"/>
            </a:xfrm>
            <a:custGeom>
              <a:avLst/>
              <a:gdLst>
                <a:gd name="T0" fmla="*/ 3 w 33"/>
                <a:gd name="T1" fmla="*/ 84 h 94"/>
                <a:gd name="T2" fmla="*/ 11 w 33"/>
                <a:gd name="T3" fmla="*/ 84 h 94"/>
                <a:gd name="T4" fmla="*/ 11 w 33"/>
                <a:gd name="T5" fmla="*/ 11 h 94"/>
                <a:gd name="T6" fmla="*/ 0 w 33"/>
                <a:gd name="T7" fmla="*/ 11 h 94"/>
                <a:gd name="T8" fmla="*/ 0 w 33"/>
                <a:gd name="T9" fmla="*/ 0 h 94"/>
                <a:gd name="T10" fmla="*/ 25 w 33"/>
                <a:gd name="T11" fmla="*/ 0 h 94"/>
                <a:gd name="T12" fmla="*/ 24 w 33"/>
                <a:gd name="T13" fmla="*/ 84 h 94"/>
                <a:gd name="T14" fmla="*/ 33 w 33"/>
                <a:gd name="T15" fmla="*/ 84 h 94"/>
                <a:gd name="T16" fmla="*/ 33 w 33"/>
                <a:gd name="T17" fmla="*/ 94 h 94"/>
                <a:gd name="T18" fmla="*/ 3 w 33"/>
                <a:gd name="T19" fmla="*/ 94 h 94"/>
                <a:gd name="T20" fmla="*/ 3 w 33"/>
                <a:gd name="T21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94">
                  <a:moveTo>
                    <a:pt x="3" y="84"/>
                  </a:moveTo>
                  <a:lnTo>
                    <a:pt x="11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5" y="0"/>
                  </a:lnTo>
                  <a:lnTo>
                    <a:pt x="24" y="84"/>
                  </a:lnTo>
                  <a:lnTo>
                    <a:pt x="33" y="84"/>
                  </a:lnTo>
                  <a:lnTo>
                    <a:pt x="33" y="94"/>
                  </a:lnTo>
                  <a:lnTo>
                    <a:pt x="3" y="94"/>
                  </a:lnTo>
                  <a:lnTo>
                    <a:pt x="3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8" name="Freeform 700">
              <a:extLst>
                <a:ext uri="{FF2B5EF4-FFF2-40B4-BE49-F238E27FC236}">
                  <a16:creationId xmlns:a16="http://schemas.microsoft.com/office/drawing/2014/main" id="{6B19474B-7E49-43AD-8C7C-A7888B5FFA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40463" y="12700000"/>
              <a:ext cx="180975" cy="103187"/>
            </a:xfrm>
            <a:custGeom>
              <a:avLst/>
              <a:gdLst>
                <a:gd name="T0" fmla="*/ 3 w 236"/>
                <a:gd name="T1" fmla="*/ 113 h 134"/>
                <a:gd name="T2" fmla="*/ 17 w 236"/>
                <a:gd name="T3" fmla="*/ 113 h 134"/>
                <a:gd name="T4" fmla="*/ 18 w 236"/>
                <a:gd name="T5" fmla="*/ 23 h 134"/>
                <a:gd name="T6" fmla="*/ 0 w 236"/>
                <a:gd name="T7" fmla="*/ 23 h 134"/>
                <a:gd name="T8" fmla="*/ 0 w 236"/>
                <a:gd name="T9" fmla="*/ 3 h 134"/>
                <a:gd name="T10" fmla="*/ 46 w 236"/>
                <a:gd name="T11" fmla="*/ 3 h 134"/>
                <a:gd name="T12" fmla="*/ 44 w 236"/>
                <a:gd name="T13" fmla="*/ 32 h 134"/>
                <a:gd name="T14" fmla="*/ 44 w 236"/>
                <a:gd name="T15" fmla="*/ 32 h 134"/>
                <a:gd name="T16" fmla="*/ 89 w 236"/>
                <a:gd name="T17" fmla="*/ 0 h 134"/>
                <a:gd name="T18" fmla="*/ 129 w 236"/>
                <a:gd name="T19" fmla="*/ 29 h 134"/>
                <a:gd name="T20" fmla="*/ 130 w 236"/>
                <a:gd name="T21" fmla="*/ 29 h 134"/>
                <a:gd name="T22" fmla="*/ 175 w 236"/>
                <a:gd name="T23" fmla="*/ 0 h 134"/>
                <a:gd name="T24" fmla="*/ 220 w 236"/>
                <a:gd name="T25" fmla="*/ 50 h 134"/>
                <a:gd name="T26" fmla="*/ 219 w 236"/>
                <a:gd name="T27" fmla="*/ 113 h 134"/>
                <a:gd name="T28" fmla="*/ 236 w 236"/>
                <a:gd name="T29" fmla="*/ 113 h 134"/>
                <a:gd name="T30" fmla="*/ 236 w 236"/>
                <a:gd name="T31" fmla="*/ 134 h 134"/>
                <a:gd name="T32" fmla="*/ 176 w 236"/>
                <a:gd name="T33" fmla="*/ 134 h 134"/>
                <a:gd name="T34" fmla="*/ 176 w 236"/>
                <a:gd name="T35" fmla="*/ 113 h 134"/>
                <a:gd name="T36" fmla="*/ 191 w 236"/>
                <a:gd name="T37" fmla="*/ 113 h 134"/>
                <a:gd name="T38" fmla="*/ 192 w 236"/>
                <a:gd name="T39" fmla="*/ 55 h 134"/>
                <a:gd name="T40" fmla="*/ 165 w 236"/>
                <a:gd name="T41" fmla="*/ 23 h 134"/>
                <a:gd name="T42" fmla="*/ 133 w 236"/>
                <a:gd name="T43" fmla="*/ 63 h 134"/>
                <a:gd name="T44" fmla="*/ 133 w 236"/>
                <a:gd name="T45" fmla="*/ 113 h 134"/>
                <a:gd name="T46" fmla="*/ 149 w 236"/>
                <a:gd name="T47" fmla="*/ 113 h 134"/>
                <a:gd name="T48" fmla="*/ 149 w 236"/>
                <a:gd name="T49" fmla="*/ 134 h 134"/>
                <a:gd name="T50" fmla="*/ 90 w 236"/>
                <a:gd name="T51" fmla="*/ 134 h 134"/>
                <a:gd name="T52" fmla="*/ 90 w 236"/>
                <a:gd name="T53" fmla="*/ 113 h 134"/>
                <a:gd name="T54" fmla="*/ 104 w 236"/>
                <a:gd name="T55" fmla="*/ 113 h 134"/>
                <a:gd name="T56" fmla="*/ 105 w 236"/>
                <a:gd name="T57" fmla="*/ 60 h 134"/>
                <a:gd name="T58" fmla="*/ 79 w 236"/>
                <a:gd name="T59" fmla="*/ 23 h 134"/>
                <a:gd name="T60" fmla="*/ 46 w 236"/>
                <a:gd name="T61" fmla="*/ 63 h 134"/>
                <a:gd name="T62" fmla="*/ 46 w 236"/>
                <a:gd name="T63" fmla="*/ 113 h 134"/>
                <a:gd name="T64" fmla="*/ 63 w 236"/>
                <a:gd name="T65" fmla="*/ 113 h 134"/>
                <a:gd name="T66" fmla="*/ 63 w 236"/>
                <a:gd name="T67" fmla="*/ 134 h 134"/>
                <a:gd name="T68" fmla="*/ 3 w 236"/>
                <a:gd name="T69" fmla="*/ 134 h 134"/>
                <a:gd name="T70" fmla="*/ 3 w 236"/>
                <a:gd name="T71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6" h="134">
                  <a:moveTo>
                    <a:pt x="3" y="113"/>
                  </a:moveTo>
                  <a:cubicBezTo>
                    <a:pt x="17" y="113"/>
                    <a:pt x="17" y="113"/>
                    <a:pt x="17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5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9" y="12"/>
                    <a:pt x="67" y="0"/>
                    <a:pt x="89" y="0"/>
                  </a:cubicBezTo>
                  <a:cubicBezTo>
                    <a:pt x="115" y="0"/>
                    <a:pt x="127" y="13"/>
                    <a:pt x="129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6" y="10"/>
                    <a:pt x="153" y="0"/>
                    <a:pt x="175" y="0"/>
                  </a:cubicBezTo>
                  <a:cubicBezTo>
                    <a:pt x="205" y="0"/>
                    <a:pt x="220" y="19"/>
                    <a:pt x="220" y="50"/>
                  </a:cubicBezTo>
                  <a:cubicBezTo>
                    <a:pt x="220" y="71"/>
                    <a:pt x="220" y="92"/>
                    <a:pt x="219" y="113"/>
                  </a:cubicBezTo>
                  <a:cubicBezTo>
                    <a:pt x="236" y="113"/>
                    <a:pt x="236" y="113"/>
                    <a:pt x="236" y="113"/>
                  </a:cubicBezTo>
                  <a:cubicBezTo>
                    <a:pt x="236" y="134"/>
                    <a:pt x="236" y="134"/>
                    <a:pt x="236" y="134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91" y="113"/>
                    <a:pt x="191" y="113"/>
                    <a:pt x="191" y="113"/>
                  </a:cubicBezTo>
                  <a:cubicBezTo>
                    <a:pt x="191" y="94"/>
                    <a:pt x="192" y="74"/>
                    <a:pt x="192" y="55"/>
                  </a:cubicBezTo>
                  <a:cubicBezTo>
                    <a:pt x="192" y="37"/>
                    <a:pt x="183" y="23"/>
                    <a:pt x="165" y="23"/>
                  </a:cubicBezTo>
                  <a:cubicBezTo>
                    <a:pt x="146" y="23"/>
                    <a:pt x="134" y="39"/>
                    <a:pt x="133" y="63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9" y="134"/>
                    <a:pt x="149" y="134"/>
                    <a:pt x="149" y="134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5" y="40"/>
                    <a:pt x="100" y="23"/>
                    <a:pt x="79" y="23"/>
                  </a:cubicBezTo>
                  <a:cubicBezTo>
                    <a:pt x="62" y="23"/>
                    <a:pt x="46" y="39"/>
                    <a:pt x="46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9" name="Freeform 701">
              <a:extLst>
                <a:ext uri="{FF2B5EF4-FFF2-40B4-BE49-F238E27FC236}">
                  <a16:creationId xmlns:a16="http://schemas.microsoft.com/office/drawing/2014/main" id="{59904018-375F-4FE7-932C-D5D244E7A94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89700" y="12668250"/>
              <a:ext cx="119062" cy="134937"/>
            </a:xfrm>
            <a:custGeom>
              <a:avLst/>
              <a:gdLst>
                <a:gd name="T0" fmla="*/ 0 w 154"/>
                <a:gd name="T1" fmla="*/ 156 h 177"/>
                <a:gd name="T2" fmla="*/ 18 w 154"/>
                <a:gd name="T3" fmla="*/ 156 h 177"/>
                <a:gd name="T4" fmla="*/ 19 w 154"/>
                <a:gd name="T5" fmla="*/ 21 h 177"/>
                <a:gd name="T6" fmla="*/ 0 w 154"/>
                <a:gd name="T7" fmla="*/ 21 h 177"/>
                <a:gd name="T8" fmla="*/ 0 w 154"/>
                <a:gd name="T9" fmla="*/ 0 h 177"/>
                <a:gd name="T10" fmla="*/ 79 w 154"/>
                <a:gd name="T11" fmla="*/ 0 h 177"/>
                <a:gd name="T12" fmla="*/ 132 w 154"/>
                <a:gd name="T13" fmla="*/ 47 h 177"/>
                <a:gd name="T14" fmla="*/ 90 w 154"/>
                <a:gd name="T15" fmla="*/ 94 h 177"/>
                <a:gd name="T16" fmla="*/ 90 w 154"/>
                <a:gd name="T17" fmla="*/ 94 h 177"/>
                <a:gd name="T18" fmla="*/ 112 w 154"/>
                <a:gd name="T19" fmla="*/ 113 h 177"/>
                <a:gd name="T20" fmla="*/ 132 w 154"/>
                <a:gd name="T21" fmla="*/ 145 h 177"/>
                <a:gd name="T22" fmla="*/ 147 w 154"/>
                <a:gd name="T23" fmla="*/ 156 h 177"/>
                <a:gd name="T24" fmla="*/ 154 w 154"/>
                <a:gd name="T25" fmla="*/ 156 h 177"/>
                <a:gd name="T26" fmla="*/ 154 w 154"/>
                <a:gd name="T27" fmla="*/ 177 h 177"/>
                <a:gd name="T28" fmla="*/ 137 w 154"/>
                <a:gd name="T29" fmla="*/ 177 h 177"/>
                <a:gd name="T30" fmla="*/ 105 w 154"/>
                <a:gd name="T31" fmla="*/ 158 h 177"/>
                <a:gd name="T32" fmla="*/ 81 w 154"/>
                <a:gd name="T33" fmla="*/ 117 h 177"/>
                <a:gd name="T34" fmla="*/ 62 w 154"/>
                <a:gd name="T35" fmla="*/ 102 h 177"/>
                <a:gd name="T36" fmla="*/ 47 w 154"/>
                <a:gd name="T37" fmla="*/ 102 h 177"/>
                <a:gd name="T38" fmla="*/ 46 w 154"/>
                <a:gd name="T39" fmla="*/ 156 h 177"/>
                <a:gd name="T40" fmla="*/ 66 w 154"/>
                <a:gd name="T41" fmla="*/ 156 h 177"/>
                <a:gd name="T42" fmla="*/ 66 w 154"/>
                <a:gd name="T43" fmla="*/ 177 h 177"/>
                <a:gd name="T44" fmla="*/ 0 w 154"/>
                <a:gd name="T45" fmla="*/ 177 h 177"/>
                <a:gd name="T46" fmla="*/ 0 w 154"/>
                <a:gd name="T47" fmla="*/ 156 h 177"/>
                <a:gd name="T48" fmla="*/ 68 w 154"/>
                <a:gd name="T49" fmla="*/ 79 h 177"/>
                <a:gd name="T50" fmla="*/ 102 w 154"/>
                <a:gd name="T51" fmla="*/ 50 h 177"/>
                <a:gd name="T52" fmla="*/ 70 w 154"/>
                <a:gd name="T53" fmla="*/ 21 h 177"/>
                <a:gd name="T54" fmla="*/ 47 w 154"/>
                <a:gd name="T55" fmla="*/ 21 h 177"/>
                <a:gd name="T56" fmla="*/ 47 w 154"/>
                <a:gd name="T57" fmla="*/ 79 h 177"/>
                <a:gd name="T58" fmla="*/ 68 w 154"/>
                <a:gd name="T59" fmla="*/ 7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4" h="177">
                  <a:moveTo>
                    <a:pt x="0" y="156"/>
                  </a:moveTo>
                  <a:cubicBezTo>
                    <a:pt x="18" y="156"/>
                    <a:pt x="18" y="156"/>
                    <a:pt x="18" y="156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115" y="0"/>
                    <a:pt x="132" y="21"/>
                    <a:pt x="132" y="47"/>
                  </a:cubicBezTo>
                  <a:cubicBezTo>
                    <a:pt x="132" y="77"/>
                    <a:pt x="112" y="91"/>
                    <a:pt x="90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100" y="95"/>
                    <a:pt x="106" y="103"/>
                    <a:pt x="112" y="113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7" y="154"/>
                    <a:pt x="141" y="156"/>
                    <a:pt x="147" y="156"/>
                  </a:cubicBezTo>
                  <a:cubicBezTo>
                    <a:pt x="154" y="156"/>
                    <a:pt x="154" y="156"/>
                    <a:pt x="154" y="156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37" y="177"/>
                    <a:pt x="137" y="177"/>
                    <a:pt x="137" y="177"/>
                  </a:cubicBezTo>
                  <a:cubicBezTo>
                    <a:pt x="122" y="177"/>
                    <a:pt x="116" y="175"/>
                    <a:pt x="105" y="158"/>
                  </a:cubicBezTo>
                  <a:cubicBezTo>
                    <a:pt x="81" y="117"/>
                    <a:pt x="81" y="117"/>
                    <a:pt x="81" y="117"/>
                  </a:cubicBezTo>
                  <a:cubicBezTo>
                    <a:pt x="74" y="104"/>
                    <a:pt x="70" y="102"/>
                    <a:pt x="62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0" y="177"/>
                    <a:pt x="0" y="177"/>
                    <a:pt x="0" y="177"/>
                  </a:cubicBezTo>
                  <a:lnTo>
                    <a:pt x="0" y="156"/>
                  </a:lnTo>
                  <a:close/>
                  <a:moveTo>
                    <a:pt x="68" y="79"/>
                  </a:moveTo>
                  <a:cubicBezTo>
                    <a:pt x="88" y="79"/>
                    <a:pt x="102" y="69"/>
                    <a:pt x="102" y="50"/>
                  </a:cubicBezTo>
                  <a:cubicBezTo>
                    <a:pt x="102" y="32"/>
                    <a:pt x="91" y="21"/>
                    <a:pt x="70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79"/>
                    <a:pt x="47" y="79"/>
                    <a:pt x="47" y="79"/>
                  </a:cubicBezTo>
                  <a:lnTo>
                    <a:pt x="68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0" name="Freeform 702">
              <a:extLst>
                <a:ext uri="{FF2B5EF4-FFF2-40B4-BE49-F238E27FC236}">
                  <a16:creationId xmlns:a16="http://schemas.microsoft.com/office/drawing/2014/main" id="{81D6C79B-5B68-4BAC-BDD0-60DF81301A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15113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4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4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1" name="Freeform 703">
              <a:extLst>
                <a:ext uri="{FF2B5EF4-FFF2-40B4-BE49-F238E27FC236}">
                  <a16:creationId xmlns:a16="http://schemas.microsoft.com/office/drawing/2014/main" id="{810C37A6-EAFA-49A2-B3CB-885B65AF1F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24650" y="12700000"/>
              <a:ext cx="82550" cy="106362"/>
            </a:xfrm>
            <a:custGeom>
              <a:avLst/>
              <a:gdLst>
                <a:gd name="T0" fmla="*/ 77 w 109"/>
                <a:gd name="T1" fmla="*/ 40 h 137"/>
                <a:gd name="T2" fmla="*/ 76 w 109"/>
                <a:gd name="T3" fmla="*/ 25 h 137"/>
                <a:gd name="T4" fmla="*/ 55 w 109"/>
                <a:gd name="T5" fmla="*/ 20 h 137"/>
                <a:gd name="T6" fmla="*/ 28 w 109"/>
                <a:gd name="T7" fmla="*/ 36 h 137"/>
                <a:gd name="T8" fmla="*/ 45 w 109"/>
                <a:gd name="T9" fmla="*/ 51 h 137"/>
                <a:gd name="T10" fmla="*/ 77 w 109"/>
                <a:gd name="T11" fmla="*/ 57 h 137"/>
                <a:gd name="T12" fmla="*/ 109 w 109"/>
                <a:gd name="T13" fmla="*/ 93 h 137"/>
                <a:gd name="T14" fmla="*/ 50 w 109"/>
                <a:gd name="T15" fmla="*/ 137 h 137"/>
                <a:gd name="T16" fmla="*/ 2 w 109"/>
                <a:gd name="T17" fmla="*/ 129 h 137"/>
                <a:gd name="T18" fmla="*/ 2 w 109"/>
                <a:gd name="T19" fmla="*/ 93 h 137"/>
                <a:gd name="T20" fmla="*/ 27 w 109"/>
                <a:gd name="T21" fmla="*/ 93 h 137"/>
                <a:gd name="T22" fmla="*/ 28 w 109"/>
                <a:gd name="T23" fmla="*/ 111 h 137"/>
                <a:gd name="T24" fmla="*/ 56 w 109"/>
                <a:gd name="T25" fmla="*/ 116 h 137"/>
                <a:gd name="T26" fmla="*/ 82 w 109"/>
                <a:gd name="T27" fmla="*/ 98 h 137"/>
                <a:gd name="T28" fmla="*/ 63 w 109"/>
                <a:gd name="T29" fmla="*/ 81 h 137"/>
                <a:gd name="T30" fmla="*/ 42 w 109"/>
                <a:gd name="T31" fmla="*/ 77 h 137"/>
                <a:gd name="T32" fmla="*/ 0 w 109"/>
                <a:gd name="T33" fmla="*/ 41 h 137"/>
                <a:gd name="T34" fmla="*/ 56 w 109"/>
                <a:gd name="T35" fmla="*/ 0 h 137"/>
                <a:gd name="T36" fmla="*/ 101 w 109"/>
                <a:gd name="T37" fmla="*/ 8 h 137"/>
                <a:gd name="T38" fmla="*/ 102 w 109"/>
                <a:gd name="T39" fmla="*/ 40 h 137"/>
                <a:gd name="T40" fmla="*/ 77 w 109"/>
                <a:gd name="T41" fmla="*/ 4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37">
                  <a:moveTo>
                    <a:pt x="77" y="40"/>
                  </a:moveTo>
                  <a:cubicBezTo>
                    <a:pt x="76" y="25"/>
                    <a:pt x="76" y="25"/>
                    <a:pt x="76" y="25"/>
                  </a:cubicBezTo>
                  <a:cubicBezTo>
                    <a:pt x="72" y="22"/>
                    <a:pt x="66" y="20"/>
                    <a:pt x="55" y="20"/>
                  </a:cubicBezTo>
                  <a:cubicBezTo>
                    <a:pt x="42" y="20"/>
                    <a:pt x="28" y="23"/>
                    <a:pt x="28" y="36"/>
                  </a:cubicBezTo>
                  <a:cubicBezTo>
                    <a:pt x="28" y="46"/>
                    <a:pt x="37" y="49"/>
                    <a:pt x="45" y="51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92" y="60"/>
                    <a:pt x="109" y="66"/>
                    <a:pt x="109" y="93"/>
                  </a:cubicBezTo>
                  <a:cubicBezTo>
                    <a:pt x="109" y="128"/>
                    <a:pt x="79" y="137"/>
                    <a:pt x="50" y="137"/>
                  </a:cubicBezTo>
                  <a:cubicBezTo>
                    <a:pt x="28" y="137"/>
                    <a:pt x="11" y="132"/>
                    <a:pt x="2" y="129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33" y="112"/>
                    <a:pt x="41" y="116"/>
                    <a:pt x="56" y="116"/>
                  </a:cubicBezTo>
                  <a:cubicBezTo>
                    <a:pt x="69" y="116"/>
                    <a:pt x="82" y="111"/>
                    <a:pt x="82" y="98"/>
                  </a:cubicBezTo>
                  <a:cubicBezTo>
                    <a:pt x="82" y="87"/>
                    <a:pt x="74" y="83"/>
                    <a:pt x="63" y="81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22" y="73"/>
                    <a:pt x="0" y="66"/>
                    <a:pt x="0" y="41"/>
                  </a:cubicBezTo>
                  <a:cubicBezTo>
                    <a:pt x="0" y="10"/>
                    <a:pt x="27" y="0"/>
                    <a:pt x="56" y="0"/>
                  </a:cubicBezTo>
                  <a:cubicBezTo>
                    <a:pt x="77" y="0"/>
                    <a:pt x="94" y="6"/>
                    <a:pt x="101" y="8"/>
                  </a:cubicBezTo>
                  <a:cubicBezTo>
                    <a:pt x="102" y="40"/>
                    <a:pt x="102" y="40"/>
                    <a:pt x="102" y="40"/>
                  </a:cubicBezTo>
                  <a:lnTo>
                    <a:pt x="77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2" name="Freeform 704">
              <a:extLst>
                <a:ext uri="{FF2B5EF4-FFF2-40B4-BE49-F238E27FC236}">
                  <a16:creationId xmlns:a16="http://schemas.microsoft.com/office/drawing/2014/main" id="{A1268C6F-4EAC-4431-AE79-E7F1445388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521488" y="12652375"/>
              <a:ext cx="50800" cy="150812"/>
            </a:xfrm>
            <a:custGeom>
              <a:avLst/>
              <a:gdLst>
                <a:gd name="T0" fmla="*/ 3 w 66"/>
                <a:gd name="T1" fmla="*/ 176 h 197"/>
                <a:gd name="T2" fmla="*/ 20 w 66"/>
                <a:gd name="T3" fmla="*/ 176 h 197"/>
                <a:gd name="T4" fmla="*/ 20 w 66"/>
                <a:gd name="T5" fmla="*/ 86 h 197"/>
                <a:gd name="T6" fmla="*/ 0 w 66"/>
                <a:gd name="T7" fmla="*/ 86 h 197"/>
                <a:gd name="T8" fmla="*/ 0 w 66"/>
                <a:gd name="T9" fmla="*/ 66 h 197"/>
                <a:gd name="T10" fmla="*/ 49 w 66"/>
                <a:gd name="T11" fmla="*/ 66 h 197"/>
                <a:gd name="T12" fmla="*/ 48 w 66"/>
                <a:gd name="T13" fmla="*/ 176 h 197"/>
                <a:gd name="T14" fmla="*/ 66 w 66"/>
                <a:gd name="T15" fmla="*/ 176 h 197"/>
                <a:gd name="T16" fmla="*/ 66 w 66"/>
                <a:gd name="T17" fmla="*/ 197 h 197"/>
                <a:gd name="T18" fmla="*/ 3 w 66"/>
                <a:gd name="T19" fmla="*/ 197 h 197"/>
                <a:gd name="T20" fmla="*/ 3 w 66"/>
                <a:gd name="T21" fmla="*/ 176 h 197"/>
                <a:gd name="T22" fmla="*/ 34 w 66"/>
                <a:gd name="T23" fmla="*/ 0 h 197"/>
                <a:gd name="T24" fmla="*/ 54 w 66"/>
                <a:gd name="T25" fmla="*/ 19 h 197"/>
                <a:gd name="T26" fmla="*/ 34 w 66"/>
                <a:gd name="T27" fmla="*/ 39 h 197"/>
                <a:gd name="T28" fmla="*/ 15 w 66"/>
                <a:gd name="T29" fmla="*/ 19 h 197"/>
                <a:gd name="T30" fmla="*/ 34 w 66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97">
                  <a:moveTo>
                    <a:pt x="3" y="176"/>
                  </a:moveTo>
                  <a:cubicBezTo>
                    <a:pt x="20" y="176"/>
                    <a:pt x="20" y="176"/>
                    <a:pt x="20" y="17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176"/>
                    <a:pt x="48" y="176"/>
                    <a:pt x="48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3" y="197"/>
                    <a:pt x="3" y="197"/>
                    <a:pt x="3" y="197"/>
                  </a:cubicBezTo>
                  <a:lnTo>
                    <a:pt x="3" y="176"/>
                  </a:lnTo>
                  <a:close/>
                  <a:moveTo>
                    <a:pt x="34" y="0"/>
                  </a:moveTo>
                  <a:cubicBezTo>
                    <a:pt x="45" y="0"/>
                    <a:pt x="54" y="8"/>
                    <a:pt x="54" y="19"/>
                  </a:cubicBezTo>
                  <a:cubicBezTo>
                    <a:pt x="54" y="30"/>
                    <a:pt x="45" y="39"/>
                    <a:pt x="34" y="39"/>
                  </a:cubicBezTo>
                  <a:cubicBezTo>
                    <a:pt x="24" y="39"/>
                    <a:pt x="15" y="30"/>
                    <a:pt x="15" y="19"/>
                  </a:cubicBezTo>
                  <a:cubicBezTo>
                    <a:pt x="15" y="8"/>
                    <a:pt x="2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3" name="Freeform 705">
              <a:extLst>
                <a:ext uri="{FF2B5EF4-FFF2-40B4-BE49-F238E27FC236}">
                  <a16:creationId xmlns:a16="http://schemas.microsoft.com/office/drawing/2014/main" id="{9A5F5237-0F9D-4C6D-A6BA-364FE2E7F4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580225" y="12653963"/>
              <a:ext cx="52387" cy="149225"/>
            </a:xfrm>
            <a:custGeom>
              <a:avLst/>
              <a:gdLst>
                <a:gd name="T0" fmla="*/ 3 w 33"/>
                <a:gd name="T1" fmla="*/ 84 h 94"/>
                <a:gd name="T2" fmla="*/ 11 w 33"/>
                <a:gd name="T3" fmla="*/ 84 h 94"/>
                <a:gd name="T4" fmla="*/ 11 w 33"/>
                <a:gd name="T5" fmla="*/ 11 h 94"/>
                <a:gd name="T6" fmla="*/ 0 w 33"/>
                <a:gd name="T7" fmla="*/ 11 h 94"/>
                <a:gd name="T8" fmla="*/ 0 w 33"/>
                <a:gd name="T9" fmla="*/ 0 h 94"/>
                <a:gd name="T10" fmla="*/ 25 w 33"/>
                <a:gd name="T11" fmla="*/ 0 h 94"/>
                <a:gd name="T12" fmla="*/ 25 w 33"/>
                <a:gd name="T13" fmla="*/ 84 h 94"/>
                <a:gd name="T14" fmla="*/ 33 w 33"/>
                <a:gd name="T15" fmla="*/ 84 h 94"/>
                <a:gd name="T16" fmla="*/ 33 w 33"/>
                <a:gd name="T17" fmla="*/ 94 h 94"/>
                <a:gd name="T18" fmla="*/ 3 w 33"/>
                <a:gd name="T19" fmla="*/ 94 h 94"/>
                <a:gd name="T20" fmla="*/ 3 w 33"/>
                <a:gd name="T21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94">
                  <a:moveTo>
                    <a:pt x="3" y="84"/>
                  </a:moveTo>
                  <a:lnTo>
                    <a:pt x="11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5" y="0"/>
                  </a:lnTo>
                  <a:lnTo>
                    <a:pt x="25" y="84"/>
                  </a:lnTo>
                  <a:lnTo>
                    <a:pt x="33" y="84"/>
                  </a:lnTo>
                  <a:lnTo>
                    <a:pt x="33" y="94"/>
                  </a:lnTo>
                  <a:lnTo>
                    <a:pt x="3" y="94"/>
                  </a:lnTo>
                  <a:lnTo>
                    <a:pt x="3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4" name="Freeform 706">
              <a:extLst>
                <a:ext uri="{FF2B5EF4-FFF2-40B4-BE49-F238E27FC236}">
                  <a16:creationId xmlns:a16="http://schemas.microsoft.com/office/drawing/2014/main" id="{BED3F8F3-C958-4C00-B061-843EA688679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43725" y="12652375"/>
              <a:ext cx="49212" cy="150812"/>
            </a:xfrm>
            <a:custGeom>
              <a:avLst/>
              <a:gdLst>
                <a:gd name="T0" fmla="*/ 3 w 66"/>
                <a:gd name="T1" fmla="*/ 176 h 197"/>
                <a:gd name="T2" fmla="*/ 20 w 66"/>
                <a:gd name="T3" fmla="*/ 176 h 197"/>
                <a:gd name="T4" fmla="*/ 20 w 66"/>
                <a:gd name="T5" fmla="*/ 86 h 197"/>
                <a:gd name="T6" fmla="*/ 0 w 66"/>
                <a:gd name="T7" fmla="*/ 86 h 197"/>
                <a:gd name="T8" fmla="*/ 0 w 66"/>
                <a:gd name="T9" fmla="*/ 66 h 197"/>
                <a:gd name="T10" fmla="*/ 49 w 66"/>
                <a:gd name="T11" fmla="*/ 66 h 197"/>
                <a:gd name="T12" fmla="*/ 48 w 66"/>
                <a:gd name="T13" fmla="*/ 176 h 197"/>
                <a:gd name="T14" fmla="*/ 66 w 66"/>
                <a:gd name="T15" fmla="*/ 176 h 197"/>
                <a:gd name="T16" fmla="*/ 66 w 66"/>
                <a:gd name="T17" fmla="*/ 197 h 197"/>
                <a:gd name="T18" fmla="*/ 3 w 66"/>
                <a:gd name="T19" fmla="*/ 197 h 197"/>
                <a:gd name="T20" fmla="*/ 3 w 66"/>
                <a:gd name="T21" fmla="*/ 176 h 197"/>
                <a:gd name="T22" fmla="*/ 34 w 66"/>
                <a:gd name="T23" fmla="*/ 0 h 197"/>
                <a:gd name="T24" fmla="*/ 54 w 66"/>
                <a:gd name="T25" fmla="*/ 19 h 197"/>
                <a:gd name="T26" fmla="*/ 34 w 66"/>
                <a:gd name="T27" fmla="*/ 39 h 197"/>
                <a:gd name="T28" fmla="*/ 15 w 66"/>
                <a:gd name="T29" fmla="*/ 19 h 197"/>
                <a:gd name="T30" fmla="*/ 34 w 66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97">
                  <a:moveTo>
                    <a:pt x="3" y="176"/>
                  </a:moveTo>
                  <a:cubicBezTo>
                    <a:pt x="20" y="176"/>
                    <a:pt x="20" y="176"/>
                    <a:pt x="20" y="17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176"/>
                    <a:pt x="48" y="176"/>
                    <a:pt x="48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3" y="197"/>
                    <a:pt x="3" y="197"/>
                    <a:pt x="3" y="197"/>
                  </a:cubicBezTo>
                  <a:lnTo>
                    <a:pt x="3" y="176"/>
                  </a:lnTo>
                  <a:close/>
                  <a:moveTo>
                    <a:pt x="34" y="0"/>
                  </a:moveTo>
                  <a:cubicBezTo>
                    <a:pt x="45" y="0"/>
                    <a:pt x="54" y="8"/>
                    <a:pt x="54" y="19"/>
                  </a:cubicBezTo>
                  <a:cubicBezTo>
                    <a:pt x="54" y="30"/>
                    <a:pt x="45" y="39"/>
                    <a:pt x="34" y="39"/>
                  </a:cubicBezTo>
                  <a:cubicBezTo>
                    <a:pt x="24" y="39"/>
                    <a:pt x="15" y="30"/>
                    <a:pt x="15" y="19"/>
                  </a:cubicBezTo>
                  <a:cubicBezTo>
                    <a:pt x="15" y="8"/>
                    <a:pt x="2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5" name="Freeform 707">
              <a:extLst>
                <a:ext uri="{FF2B5EF4-FFF2-40B4-BE49-F238E27FC236}">
                  <a16:creationId xmlns:a16="http://schemas.microsoft.com/office/drawing/2014/main" id="{73F85997-732C-48C1-955B-93D7461B3E3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05638" y="12700000"/>
              <a:ext cx="93662" cy="106362"/>
            </a:xfrm>
            <a:custGeom>
              <a:avLst/>
              <a:gdLst>
                <a:gd name="T0" fmla="*/ 116 w 124"/>
                <a:gd name="T1" fmla="*/ 128 h 137"/>
                <a:gd name="T2" fmla="*/ 69 w 124"/>
                <a:gd name="T3" fmla="*/ 137 h 137"/>
                <a:gd name="T4" fmla="*/ 0 w 124"/>
                <a:gd name="T5" fmla="*/ 69 h 137"/>
                <a:gd name="T6" fmla="*/ 65 w 124"/>
                <a:gd name="T7" fmla="*/ 0 h 137"/>
                <a:gd name="T8" fmla="*/ 124 w 124"/>
                <a:gd name="T9" fmla="*/ 69 h 137"/>
                <a:gd name="T10" fmla="*/ 124 w 124"/>
                <a:gd name="T11" fmla="*/ 73 h 137"/>
                <a:gd name="T12" fmla="*/ 30 w 124"/>
                <a:gd name="T13" fmla="*/ 73 h 137"/>
                <a:gd name="T14" fmla="*/ 75 w 124"/>
                <a:gd name="T15" fmla="*/ 115 h 137"/>
                <a:gd name="T16" fmla="*/ 117 w 124"/>
                <a:gd name="T17" fmla="*/ 105 h 137"/>
                <a:gd name="T18" fmla="*/ 116 w 124"/>
                <a:gd name="T19" fmla="*/ 128 h 137"/>
                <a:gd name="T20" fmla="*/ 94 w 124"/>
                <a:gd name="T21" fmla="*/ 54 h 137"/>
                <a:gd name="T22" fmla="*/ 94 w 124"/>
                <a:gd name="T23" fmla="*/ 51 h 137"/>
                <a:gd name="T24" fmla="*/ 63 w 124"/>
                <a:gd name="T25" fmla="*/ 20 h 137"/>
                <a:gd name="T26" fmla="*/ 30 w 124"/>
                <a:gd name="T27" fmla="*/ 54 h 137"/>
                <a:gd name="T28" fmla="*/ 94 w 124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4" h="137">
                  <a:moveTo>
                    <a:pt x="116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5" y="0"/>
                  </a:cubicBezTo>
                  <a:cubicBezTo>
                    <a:pt x="104" y="0"/>
                    <a:pt x="124" y="28"/>
                    <a:pt x="124" y="69"/>
                  </a:cubicBezTo>
                  <a:cubicBezTo>
                    <a:pt x="124" y="73"/>
                    <a:pt x="124" y="73"/>
                    <a:pt x="124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5" y="115"/>
                  </a:cubicBezTo>
                  <a:cubicBezTo>
                    <a:pt x="91" y="115"/>
                    <a:pt x="106" y="110"/>
                    <a:pt x="117" y="105"/>
                  </a:cubicBezTo>
                  <a:lnTo>
                    <a:pt x="116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6" name="Freeform 708">
              <a:extLst>
                <a:ext uri="{FF2B5EF4-FFF2-40B4-BE49-F238E27FC236}">
                  <a16:creationId xmlns:a16="http://schemas.microsoft.com/office/drawing/2014/main" id="{8EEB0385-2789-4B1C-9409-1DC039841E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13588" y="12700000"/>
              <a:ext cx="115887" cy="103187"/>
            </a:xfrm>
            <a:custGeom>
              <a:avLst/>
              <a:gdLst>
                <a:gd name="T0" fmla="*/ 3 w 152"/>
                <a:gd name="T1" fmla="*/ 113 h 134"/>
                <a:gd name="T2" fmla="*/ 17 w 152"/>
                <a:gd name="T3" fmla="*/ 113 h 134"/>
                <a:gd name="T4" fmla="*/ 18 w 152"/>
                <a:gd name="T5" fmla="*/ 23 h 134"/>
                <a:gd name="T6" fmla="*/ 0 w 152"/>
                <a:gd name="T7" fmla="*/ 23 h 134"/>
                <a:gd name="T8" fmla="*/ 0 w 152"/>
                <a:gd name="T9" fmla="*/ 3 h 134"/>
                <a:gd name="T10" fmla="*/ 46 w 152"/>
                <a:gd name="T11" fmla="*/ 3 h 134"/>
                <a:gd name="T12" fmla="*/ 44 w 152"/>
                <a:gd name="T13" fmla="*/ 32 h 134"/>
                <a:gd name="T14" fmla="*/ 44 w 152"/>
                <a:gd name="T15" fmla="*/ 32 h 134"/>
                <a:gd name="T16" fmla="*/ 90 w 152"/>
                <a:gd name="T17" fmla="*/ 0 h 134"/>
                <a:gd name="T18" fmla="*/ 136 w 152"/>
                <a:gd name="T19" fmla="*/ 50 h 134"/>
                <a:gd name="T20" fmla="*/ 135 w 152"/>
                <a:gd name="T21" fmla="*/ 113 h 134"/>
                <a:gd name="T22" fmla="*/ 152 w 152"/>
                <a:gd name="T23" fmla="*/ 113 h 134"/>
                <a:gd name="T24" fmla="*/ 152 w 152"/>
                <a:gd name="T25" fmla="*/ 134 h 134"/>
                <a:gd name="T26" fmla="*/ 92 w 152"/>
                <a:gd name="T27" fmla="*/ 134 h 134"/>
                <a:gd name="T28" fmla="*/ 92 w 152"/>
                <a:gd name="T29" fmla="*/ 113 h 134"/>
                <a:gd name="T30" fmla="*/ 107 w 152"/>
                <a:gd name="T31" fmla="*/ 113 h 134"/>
                <a:gd name="T32" fmla="*/ 108 w 152"/>
                <a:gd name="T33" fmla="*/ 55 h 134"/>
                <a:gd name="T34" fmla="*/ 81 w 152"/>
                <a:gd name="T35" fmla="*/ 23 h 134"/>
                <a:gd name="T36" fmla="*/ 47 w 152"/>
                <a:gd name="T37" fmla="*/ 63 h 134"/>
                <a:gd name="T38" fmla="*/ 46 w 152"/>
                <a:gd name="T39" fmla="*/ 113 h 134"/>
                <a:gd name="T40" fmla="*/ 63 w 152"/>
                <a:gd name="T41" fmla="*/ 113 h 134"/>
                <a:gd name="T42" fmla="*/ 63 w 152"/>
                <a:gd name="T43" fmla="*/ 134 h 134"/>
                <a:gd name="T44" fmla="*/ 3 w 152"/>
                <a:gd name="T45" fmla="*/ 134 h 134"/>
                <a:gd name="T46" fmla="*/ 3 w 152"/>
                <a:gd name="T47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134">
                  <a:moveTo>
                    <a:pt x="3" y="113"/>
                  </a:moveTo>
                  <a:cubicBezTo>
                    <a:pt x="17" y="113"/>
                    <a:pt x="17" y="113"/>
                    <a:pt x="17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5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9" y="15"/>
                    <a:pt x="64" y="0"/>
                    <a:pt x="90" y="0"/>
                  </a:cubicBezTo>
                  <a:cubicBezTo>
                    <a:pt x="121" y="0"/>
                    <a:pt x="136" y="19"/>
                    <a:pt x="136" y="50"/>
                  </a:cubicBezTo>
                  <a:cubicBezTo>
                    <a:pt x="136" y="71"/>
                    <a:pt x="135" y="92"/>
                    <a:pt x="135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2" y="113"/>
                    <a:pt x="92" y="113"/>
                    <a:pt x="92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7" y="94"/>
                    <a:pt x="108" y="74"/>
                    <a:pt x="108" y="55"/>
                  </a:cubicBezTo>
                  <a:cubicBezTo>
                    <a:pt x="108" y="37"/>
                    <a:pt x="99" y="23"/>
                    <a:pt x="81" y="23"/>
                  </a:cubicBezTo>
                  <a:cubicBezTo>
                    <a:pt x="62" y="23"/>
                    <a:pt x="47" y="39"/>
                    <a:pt x="47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7" name="Freeform 709">
              <a:extLst>
                <a:ext uri="{FF2B5EF4-FFF2-40B4-BE49-F238E27FC236}">
                  <a16:creationId xmlns:a16="http://schemas.microsoft.com/office/drawing/2014/main" id="{CDA16AEB-93EE-4742-BC66-DED2DC4E2F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42175" y="12700000"/>
              <a:ext cx="82550" cy="106362"/>
            </a:xfrm>
            <a:custGeom>
              <a:avLst/>
              <a:gdLst>
                <a:gd name="T0" fmla="*/ 84 w 108"/>
                <a:gd name="T1" fmla="*/ 24 h 137"/>
                <a:gd name="T2" fmla="*/ 67 w 108"/>
                <a:gd name="T3" fmla="*/ 22 h 137"/>
                <a:gd name="T4" fmla="*/ 28 w 108"/>
                <a:gd name="T5" fmla="*/ 66 h 137"/>
                <a:gd name="T6" fmla="*/ 74 w 108"/>
                <a:gd name="T7" fmla="*/ 113 h 137"/>
                <a:gd name="T8" fmla="*/ 107 w 108"/>
                <a:gd name="T9" fmla="*/ 106 h 137"/>
                <a:gd name="T10" fmla="*/ 106 w 108"/>
                <a:gd name="T11" fmla="*/ 130 h 137"/>
                <a:gd name="T12" fmla="*/ 70 w 108"/>
                <a:gd name="T13" fmla="*/ 137 h 137"/>
                <a:gd name="T14" fmla="*/ 0 w 108"/>
                <a:gd name="T15" fmla="*/ 69 h 137"/>
                <a:gd name="T16" fmla="*/ 70 w 108"/>
                <a:gd name="T17" fmla="*/ 0 h 137"/>
                <a:gd name="T18" fmla="*/ 108 w 108"/>
                <a:gd name="T19" fmla="*/ 6 h 137"/>
                <a:gd name="T20" fmla="*/ 108 w 108"/>
                <a:gd name="T21" fmla="*/ 43 h 137"/>
                <a:gd name="T22" fmla="*/ 84 w 108"/>
                <a:gd name="T23" fmla="*/ 43 h 137"/>
                <a:gd name="T24" fmla="*/ 84 w 108"/>
                <a:gd name="T25" fmla="*/ 2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137">
                  <a:moveTo>
                    <a:pt x="84" y="24"/>
                  </a:moveTo>
                  <a:cubicBezTo>
                    <a:pt x="80" y="23"/>
                    <a:pt x="74" y="22"/>
                    <a:pt x="67" y="22"/>
                  </a:cubicBezTo>
                  <a:cubicBezTo>
                    <a:pt x="41" y="22"/>
                    <a:pt x="28" y="41"/>
                    <a:pt x="28" y="66"/>
                  </a:cubicBezTo>
                  <a:cubicBezTo>
                    <a:pt x="28" y="89"/>
                    <a:pt x="39" y="113"/>
                    <a:pt x="74" y="113"/>
                  </a:cubicBezTo>
                  <a:cubicBezTo>
                    <a:pt x="87" y="113"/>
                    <a:pt x="101" y="109"/>
                    <a:pt x="107" y="106"/>
                  </a:cubicBezTo>
                  <a:cubicBezTo>
                    <a:pt x="106" y="130"/>
                    <a:pt x="106" y="130"/>
                    <a:pt x="106" y="130"/>
                  </a:cubicBezTo>
                  <a:cubicBezTo>
                    <a:pt x="101" y="132"/>
                    <a:pt x="87" y="137"/>
                    <a:pt x="70" y="137"/>
                  </a:cubicBezTo>
                  <a:cubicBezTo>
                    <a:pt x="18" y="137"/>
                    <a:pt x="0" y="102"/>
                    <a:pt x="0" y="69"/>
                  </a:cubicBezTo>
                  <a:cubicBezTo>
                    <a:pt x="0" y="29"/>
                    <a:pt x="25" y="0"/>
                    <a:pt x="70" y="0"/>
                  </a:cubicBezTo>
                  <a:cubicBezTo>
                    <a:pt x="90" y="0"/>
                    <a:pt x="102" y="4"/>
                    <a:pt x="108" y="6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84" y="43"/>
                    <a:pt x="84" y="43"/>
                    <a:pt x="84" y="43"/>
                  </a:cubicBezTo>
                  <a:lnTo>
                    <a:pt x="84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8" name="Freeform 710">
              <a:extLst>
                <a:ext uri="{FF2B5EF4-FFF2-40B4-BE49-F238E27FC236}">
                  <a16:creationId xmlns:a16="http://schemas.microsoft.com/office/drawing/2014/main" id="{5253AD8D-BF70-4401-8405-031D8BA4125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37425" y="12700000"/>
              <a:ext cx="95250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5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4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5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9" name="Freeform 711">
              <a:extLst>
                <a:ext uri="{FF2B5EF4-FFF2-40B4-BE49-F238E27FC236}">
                  <a16:creationId xmlns:a16="http://schemas.microsoft.com/office/drawing/2014/main" id="{B0FA20B9-CEB8-4050-B502-5AA8D4AC5F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04113" y="12665075"/>
              <a:ext cx="114300" cy="141287"/>
            </a:xfrm>
            <a:custGeom>
              <a:avLst/>
              <a:gdLst>
                <a:gd name="T0" fmla="*/ 125 w 151"/>
                <a:gd name="T1" fmla="*/ 55 h 183"/>
                <a:gd name="T2" fmla="*/ 125 w 151"/>
                <a:gd name="T3" fmla="*/ 27 h 183"/>
                <a:gd name="T4" fmla="*/ 95 w 151"/>
                <a:gd name="T5" fmla="*/ 22 h 183"/>
                <a:gd name="T6" fmla="*/ 31 w 151"/>
                <a:gd name="T7" fmla="*/ 92 h 183"/>
                <a:gd name="T8" fmla="*/ 92 w 151"/>
                <a:gd name="T9" fmla="*/ 161 h 183"/>
                <a:gd name="T10" fmla="*/ 123 w 151"/>
                <a:gd name="T11" fmla="*/ 158 h 183"/>
                <a:gd name="T12" fmla="*/ 124 w 151"/>
                <a:gd name="T13" fmla="*/ 126 h 183"/>
                <a:gd name="T14" fmla="*/ 149 w 151"/>
                <a:gd name="T15" fmla="*/ 126 h 183"/>
                <a:gd name="T16" fmla="*/ 148 w 151"/>
                <a:gd name="T17" fmla="*/ 174 h 183"/>
                <a:gd name="T18" fmla="*/ 93 w 151"/>
                <a:gd name="T19" fmla="*/ 183 h 183"/>
                <a:gd name="T20" fmla="*/ 0 w 151"/>
                <a:gd name="T21" fmla="*/ 93 h 183"/>
                <a:gd name="T22" fmla="*/ 96 w 151"/>
                <a:gd name="T23" fmla="*/ 0 h 183"/>
                <a:gd name="T24" fmla="*/ 151 w 151"/>
                <a:gd name="T25" fmla="*/ 10 h 183"/>
                <a:gd name="T26" fmla="*/ 151 w 151"/>
                <a:gd name="T27" fmla="*/ 55 h 183"/>
                <a:gd name="T28" fmla="*/ 125 w 151"/>
                <a:gd name="T29" fmla="*/ 5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1" h="183">
                  <a:moveTo>
                    <a:pt x="125" y="55"/>
                  </a:moveTo>
                  <a:cubicBezTo>
                    <a:pt x="125" y="27"/>
                    <a:pt x="125" y="27"/>
                    <a:pt x="125" y="27"/>
                  </a:cubicBezTo>
                  <a:cubicBezTo>
                    <a:pt x="119" y="25"/>
                    <a:pt x="109" y="22"/>
                    <a:pt x="95" y="22"/>
                  </a:cubicBezTo>
                  <a:cubicBezTo>
                    <a:pt x="53" y="22"/>
                    <a:pt x="31" y="48"/>
                    <a:pt x="31" y="92"/>
                  </a:cubicBezTo>
                  <a:cubicBezTo>
                    <a:pt x="31" y="132"/>
                    <a:pt x="56" y="161"/>
                    <a:pt x="92" y="161"/>
                  </a:cubicBezTo>
                  <a:cubicBezTo>
                    <a:pt x="104" y="161"/>
                    <a:pt x="117" y="159"/>
                    <a:pt x="123" y="158"/>
                  </a:cubicBezTo>
                  <a:cubicBezTo>
                    <a:pt x="124" y="126"/>
                    <a:pt x="124" y="126"/>
                    <a:pt x="124" y="126"/>
                  </a:cubicBezTo>
                  <a:cubicBezTo>
                    <a:pt x="149" y="126"/>
                    <a:pt x="149" y="126"/>
                    <a:pt x="149" y="126"/>
                  </a:cubicBezTo>
                  <a:cubicBezTo>
                    <a:pt x="148" y="174"/>
                    <a:pt x="148" y="174"/>
                    <a:pt x="148" y="174"/>
                  </a:cubicBezTo>
                  <a:cubicBezTo>
                    <a:pt x="137" y="178"/>
                    <a:pt x="114" y="183"/>
                    <a:pt x="93" y="183"/>
                  </a:cubicBezTo>
                  <a:cubicBezTo>
                    <a:pt x="30" y="183"/>
                    <a:pt x="0" y="143"/>
                    <a:pt x="0" y="93"/>
                  </a:cubicBezTo>
                  <a:cubicBezTo>
                    <a:pt x="0" y="38"/>
                    <a:pt x="37" y="0"/>
                    <a:pt x="96" y="0"/>
                  </a:cubicBezTo>
                  <a:cubicBezTo>
                    <a:pt x="118" y="0"/>
                    <a:pt x="139" y="5"/>
                    <a:pt x="151" y="10"/>
                  </a:cubicBezTo>
                  <a:cubicBezTo>
                    <a:pt x="151" y="55"/>
                    <a:pt x="151" y="55"/>
                    <a:pt x="151" y="55"/>
                  </a:cubicBezTo>
                  <a:lnTo>
                    <a:pt x="125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0" name="Freeform 712">
              <a:extLst>
                <a:ext uri="{FF2B5EF4-FFF2-40B4-BE49-F238E27FC236}">
                  <a16:creationId xmlns:a16="http://schemas.microsoft.com/office/drawing/2014/main" id="{AAD7F27A-A3F3-4CC5-B172-88962A83F2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335875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29 w 123"/>
                <a:gd name="T13" fmla="*/ 73 h 137"/>
                <a:gd name="T14" fmla="*/ 74 w 123"/>
                <a:gd name="T15" fmla="*/ 115 h 137"/>
                <a:gd name="T16" fmla="*/ 116 w 123"/>
                <a:gd name="T17" fmla="*/ 105 h 137"/>
                <a:gd name="T18" fmla="*/ 115 w 123"/>
                <a:gd name="T19" fmla="*/ 128 h 137"/>
                <a:gd name="T20" fmla="*/ 93 w 123"/>
                <a:gd name="T21" fmla="*/ 54 h 137"/>
                <a:gd name="T22" fmla="*/ 93 w 123"/>
                <a:gd name="T23" fmla="*/ 51 h 137"/>
                <a:gd name="T24" fmla="*/ 62 w 123"/>
                <a:gd name="T25" fmla="*/ 20 h 137"/>
                <a:gd name="T26" fmla="*/ 29 w 123"/>
                <a:gd name="T27" fmla="*/ 54 h 137"/>
                <a:gd name="T28" fmla="*/ 93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8" y="137"/>
                    <a:pt x="69" y="137"/>
                  </a:cubicBezTo>
                  <a:cubicBezTo>
                    <a:pt x="25" y="137"/>
                    <a:pt x="0" y="110"/>
                    <a:pt x="0" y="69"/>
                  </a:cubicBezTo>
                  <a:cubicBezTo>
                    <a:pt x="0" y="30"/>
                    <a:pt x="21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30" y="98"/>
                    <a:pt x="48" y="115"/>
                    <a:pt x="74" y="115"/>
                  </a:cubicBezTo>
                  <a:cubicBezTo>
                    <a:pt x="91" y="115"/>
                    <a:pt x="105" y="110"/>
                    <a:pt x="116" y="105"/>
                  </a:cubicBezTo>
                  <a:lnTo>
                    <a:pt x="115" y="128"/>
                  </a:lnTo>
                  <a:close/>
                  <a:moveTo>
                    <a:pt x="93" y="54"/>
                  </a:moveTo>
                  <a:cubicBezTo>
                    <a:pt x="93" y="51"/>
                    <a:pt x="93" y="51"/>
                    <a:pt x="93" y="51"/>
                  </a:cubicBezTo>
                  <a:cubicBezTo>
                    <a:pt x="93" y="40"/>
                    <a:pt x="86" y="20"/>
                    <a:pt x="62" y="20"/>
                  </a:cubicBezTo>
                  <a:cubicBezTo>
                    <a:pt x="38" y="20"/>
                    <a:pt x="30" y="38"/>
                    <a:pt x="29" y="54"/>
                  </a:cubicBezTo>
                  <a:lnTo>
                    <a:pt x="93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1" name="Freeform 713">
              <a:extLst>
                <a:ext uri="{FF2B5EF4-FFF2-40B4-BE49-F238E27FC236}">
                  <a16:creationId xmlns:a16="http://schemas.microsoft.com/office/drawing/2014/main" id="{69E19E02-5FAE-4BD4-991D-79BF40B631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42238" y="12700000"/>
              <a:ext cx="115887" cy="103187"/>
            </a:xfrm>
            <a:custGeom>
              <a:avLst/>
              <a:gdLst>
                <a:gd name="T0" fmla="*/ 3 w 152"/>
                <a:gd name="T1" fmla="*/ 113 h 134"/>
                <a:gd name="T2" fmla="*/ 18 w 152"/>
                <a:gd name="T3" fmla="*/ 113 h 134"/>
                <a:gd name="T4" fmla="*/ 18 w 152"/>
                <a:gd name="T5" fmla="*/ 23 h 134"/>
                <a:gd name="T6" fmla="*/ 0 w 152"/>
                <a:gd name="T7" fmla="*/ 23 h 134"/>
                <a:gd name="T8" fmla="*/ 0 w 152"/>
                <a:gd name="T9" fmla="*/ 3 h 134"/>
                <a:gd name="T10" fmla="*/ 46 w 152"/>
                <a:gd name="T11" fmla="*/ 3 h 134"/>
                <a:gd name="T12" fmla="*/ 44 w 152"/>
                <a:gd name="T13" fmla="*/ 32 h 134"/>
                <a:gd name="T14" fmla="*/ 44 w 152"/>
                <a:gd name="T15" fmla="*/ 32 h 134"/>
                <a:gd name="T16" fmla="*/ 91 w 152"/>
                <a:gd name="T17" fmla="*/ 0 h 134"/>
                <a:gd name="T18" fmla="*/ 136 w 152"/>
                <a:gd name="T19" fmla="*/ 50 h 134"/>
                <a:gd name="T20" fmla="*/ 135 w 152"/>
                <a:gd name="T21" fmla="*/ 113 h 134"/>
                <a:gd name="T22" fmla="*/ 152 w 152"/>
                <a:gd name="T23" fmla="*/ 113 h 134"/>
                <a:gd name="T24" fmla="*/ 152 w 152"/>
                <a:gd name="T25" fmla="*/ 134 h 134"/>
                <a:gd name="T26" fmla="*/ 92 w 152"/>
                <a:gd name="T27" fmla="*/ 134 h 134"/>
                <a:gd name="T28" fmla="*/ 92 w 152"/>
                <a:gd name="T29" fmla="*/ 113 h 134"/>
                <a:gd name="T30" fmla="*/ 107 w 152"/>
                <a:gd name="T31" fmla="*/ 113 h 134"/>
                <a:gd name="T32" fmla="*/ 108 w 152"/>
                <a:gd name="T33" fmla="*/ 55 h 134"/>
                <a:gd name="T34" fmla="*/ 81 w 152"/>
                <a:gd name="T35" fmla="*/ 23 h 134"/>
                <a:gd name="T36" fmla="*/ 47 w 152"/>
                <a:gd name="T37" fmla="*/ 63 h 134"/>
                <a:gd name="T38" fmla="*/ 46 w 152"/>
                <a:gd name="T39" fmla="*/ 113 h 134"/>
                <a:gd name="T40" fmla="*/ 64 w 152"/>
                <a:gd name="T41" fmla="*/ 113 h 134"/>
                <a:gd name="T42" fmla="*/ 64 w 152"/>
                <a:gd name="T43" fmla="*/ 134 h 134"/>
                <a:gd name="T44" fmla="*/ 3 w 152"/>
                <a:gd name="T45" fmla="*/ 134 h 134"/>
                <a:gd name="T46" fmla="*/ 3 w 152"/>
                <a:gd name="T47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134">
                  <a:moveTo>
                    <a:pt x="3" y="113"/>
                  </a:moveTo>
                  <a:cubicBezTo>
                    <a:pt x="18" y="113"/>
                    <a:pt x="18" y="113"/>
                    <a:pt x="18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6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50" y="15"/>
                    <a:pt x="64" y="0"/>
                    <a:pt x="91" y="0"/>
                  </a:cubicBezTo>
                  <a:cubicBezTo>
                    <a:pt x="121" y="0"/>
                    <a:pt x="136" y="19"/>
                    <a:pt x="136" y="50"/>
                  </a:cubicBezTo>
                  <a:cubicBezTo>
                    <a:pt x="136" y="71"/>
                    <a:pt x="135" y="92"/>
                    <a:pt x="135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2" y="113"/>
                    <a:pt x="92" y="113"/>
                    <a:pt x="92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7" y="94"/>
                    <a:pt x="108" y="74"/>
                    <a:pt x="108" y="55"/>
                  </a:cubicBezTo>
                  <a:cubicBezTo>
                    <a:pt x="108" y="37"/>
                    <a:pt x="99" y="23"/>
                    <a:pt x="81" y="23"/>
                  </a:cubicBezTo>
                  <a:cubicBezTo>
                    <a:pt x="62" y="23"/>
                    <a:pt x="47" y="39"/>
                    <a:pt x="47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4" y="113"/>
                    <a:pt x="64" y="113"/>
                    <a:pt x="64" y="113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2" name="Freeform 714">
              <a:extLst>
                <a:ext uri="{FF2B5EF4-FFF2-40B4-BE49-F238E27FC236}">
                  <a16:creationId xmlns:a16="http://schemas.microsoft.com/office/drawing/2014/main" id="{F7785B95-04C0-4505-B496-3E588BE08E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69238" y="12677775"/>
              <a:ext cx="68262" cy="128587"/>
            </a:xfrm>
            <a:custGeom>
              <a:avLst/>
              <a:gdLst>
                <a:gd name="T0" fmla="*/ 0 w 88"/>
                <a:gd name="T1" fmla="*/ 32 h 166"/>
                <a:gd name="T2" fmla="*/ 20 w 88"/>
                <a:gd name="T3" fmla="*/ 32 h 166"/>
                <a:gd name="T4" fmla="*/ 21 w 88"/>
                <a:gd name="T5" fmla="*/ 2 h 166"/>
                <a:gd name="T6" fmla="*/ 49 w 88"/>
                <a:gd name="T7" fmla="*/ 0 h 166"/>
                <a:gd name="T8" fmla="*/ 48 w 88"/>
                <a:gd name="T9" fmla="*/ 32 h 166"/>
                <a:gd name="T10" fmla="*/ 86 w 88"/>
                <a:gd name="T11" fmla="*/ 32 h 166"/>
                <a:gd name="T12" fmla="*/ 86 w 88"/>
                <a:gd name="T13" fmla="*/ 52 h 166"/>
                <a:gd name="T14" fmla="*/ 48 w 88"/>
                <a:gd name="T15" fmla="*/ 52 h 166"/>
                <a:gd name="T16" fmla="*/ 48 w 88"/>
                <a:gd name="T17" fmla="*/ 114 h 166"/>
                <a:gd name="T18" fmla="*/ 66 w 88"/>
                <a:gd name="T19" fmla="*/ 144 h 166"/>
                <a:gd name="T20" fmla="*/ 88 w 88"/>
                <a:gd name="T21" fmla="*/ 139 h 166"/>
                <a:gd name="T22" fmla="*/ 87 w 88"/>
                <a:gd name="T23" fmla="*/ 159 h 166"/>
                <a:gd name="T24" fmla="*/ 58 w 88"/>
                <a:gd name="T25" fmla="*/ 166 h 166"/>
                <a:gd name="T26" fmla="*/ 20 w 88"/>
                <a:gd name="T27" fmla="*/ 125 h 166"/>
                <a:gd name="T28" fmla="*/ 20 w 88"/>
                <a:gd name="T29" fmla="*/ 52 h 166"/>
                <a:gd name="T30" fmla="*/ 0 w 88"/>
                <a:gd name="T31" fmla="*/ 52 h 166"/>
                <a:gd name="T32" fmla="*/ 0 w 88"/>
                <a:gd name="T33" fmla="*/ 3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66">
                  <a:moveTo>
                    <a:pt x="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73"/>
                    <a:pt x="48" y="94"/>
                    <a:pt x="48" y="114"/>
                  </a:cubicBezTo>
                  <a:cubicBezTo>
                    <a:pt x="48" y="138"/>
                    <a:pt x="53" y="144"/>
                    <a:pt x="66" y="144"/>
                  </a:cubicBezTo>
                  <a:cubicBezTo>
                    <a:pt x="74" y="144"/>
                    <a:pt x="82" y="141"/>
                    <a:pt x="88" y="13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0" y="163"/>
                    <a:pt x="69" y="166"/>
                    <a:pt x="58" y="166"/>
                  </a:cubicBezTo>
                  <a:cubicBezTo>
                    <a:pt x="31" y="166"/>
                    <a:pt x="20" y="155"/>
                    <a:pt x="20" y="125"/>
                  </a:cubicBezTo>
                  <a:cubicBezTo>
                    <a:pt x="20" y="109"/>
                    <a:pt x="20" y="75"/>
                    <a:pt x="20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3" name="Freeform 715">
              <a:extLst>
                <a:ext uri="{FF2B5EF4-FFF2-40B4-BE49-F238E27FC236}">
                  <a16:creationId xmlns:a16="http://schemas.microsoft.com/office/drawing/2014/main" id="{2525A193-7FBC-46B9-AFED-6CC794C7B5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2263" y="12700000"/>
              <a:ext cx="76200" cy="103187"/>
            </a:xfrm>
            <a:custGeom>
              <a:avLst/>
              <a:gdLst>
                <a:gd name="T0" fmla="*/ 3 w 100"/>
                <a:gd name="T1" fmla="*/ 113 h 134"/>
                <a:gd name="T2" fmla="*/ 19 w 100"/>
                <a:gd name="T3" fmla="*/ 113 h 134"/>
                <a:gd name="T4" fmla="*/ 20 w 100"/>
                <a:gd name="T5" fmla="*/ 23 h 134"/>
                <a:gd name="T6" fmla="*/ 0 w 100"/>
                <a:gd name="T7" fmla="*/ 23 h 134"/>
                <a:gd name="T8" fmla="*/ 0 w 100"/>
                <a:gd name="T9" fmla="*/ 3 h 134"/>
                <a:gd name="T10" fmla="*/ 46 w 100"/>
                <a:gd name="T11" fmla="*/ 3 h 134"/>
                <a:gd name="T12" fmla="*/ 45 w 100"/>
                <a:gd name="T13" fmla="*/ 39 h 134"/>
                <a:gd name="T14" fmla="*/ 45 w 100"/>
                <a:gd name="T15" fmla="*/ 39 h 134"/>
                <a:gd name="T16" fmla="*/ 84 w 100"/>
                <a:gd name="T17" fmla="*/ 0 h 134"/>
                <a:gd name="T18" fmla="*/ 100 w 100"/>
                <a:gd name="T19" fmla="*/ 2 h 134"/>
                <a:gd name="T20" fmla="*/ 97 w 100"/>
                <a:gd name="T21" fmla="*/ 27 h 134"/>
                <a:gd name="T22" fmla="*/ 84 w 100"/>
                <a:gd name="T23" fmla="*/ 25 h 134"/>
                <a:gd name="T24" fmla="*/ 48 w 100"/>
                <a:gd name="T25" fmla="*/ 72 h 134"/>
                <a:gd name="T26" fmla="*/ 47 w 100"/>
                <a:gd name="T27" fmla="*/ 113 h 134"/>
                <a:gd name="T28" fmla="*/ 67 w 100"/>
                <a:gd name="T29" fmla="*/ 113 h 134"/>
                <a:gd name="T30" fmla="*/ 67 w 100"/>
                <a:gd name="T31" fmla="*/ 134 h 134"/>
                <a:gd name="T32" fmla="*/ 3 w 100"/>
                <a:gd name="T33" fmla="*/ 134 h 134"/>
                <a:gd name="T34" fmla="*/ 3 w 100"/>
                <a:gd name="T35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34">
                  <a:moveTo>
                    <a:pt x="3" y="113"/>
                  </a:moveTo>
                  <a:cubicBezTo>
                    <a:pt x="19" y="113"/>
                    <a:pt x="19" y="113"/>
                    <a:pt x="19" y="11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2"/>
                    <a:pt x="46" y="26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0" y="15"/>
                    <a:pt x="65" y="0"/>
                    <a:pt x="84" y="0"/>
                  </a:cubicBezTo>
                  <a:cubicBezTo>
                    <a:pt x="91" y="0"/>
                    <a:pt x="97" y="1"/>
                    <a:pt x="100" y="2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3" y="26"/>
                    <a:pt x="90" y="25"/>
                    <a:pt x="84" y="25"/>
                  </a:cubicBezTo>
                  <a:cubicBezTo>
                    <a:pt x="59" y="25"/>
                    <a:pt x="48" y="49"/>
                    <a:pt x="48" y="72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4" name="Freeform 716">
              <a:extLst>
                <a:ext uri="{FF2B5EF4-FFF2-40B4-BE49-F238E27FC236}">
                  <a16:creationId xmlns:a16="http://schemas.microsoft.com/office/drawing/2014/main" id="{60D20F0D-B2C6-4A91-9770-51FE9DC4AD4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4813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4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8" y="115"/>
                    <a:pt x="74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5" name="Freeform 717">
              <a:extLst>
                <a:ext uri="{FF2B5EF4-FFF2-40B4-BE49-F238E27FC236}">
                  <a16:creationId xmlns:a16="http://schemas.microsoft.com/office/drawing/2014/main" id="{63109F91-39C9-4A29-B831-04E4A0A260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53438" y="12634913"/>
              <a:ext cx="90487" cy="138112"/>
            </a:xfrm>
            <a:custGeom>
              <a:avLst/>
              <a:gdLst>
                <a:gd name="T0" fmla="*/ 0 w 118"/>
                <a:gd name="T1" fmla="*/ 133 h 180"/>
                <a:gd name="T2" fmla="*/ 20 w 118"/>
                <a:gd name="T3" fmla="*/ 133 h 180"/>
                <a:gd name="T4" fmla="*/ 20 w 118"/>
                <a:gd name="T5" fmla="*/ 156 h 180"/>
                <a:gd name="T6" fmla="*/ 54 w 118"/>
                <a:gd name="T7" fmla="*/ 163 h 180"/>
                <a:gd name="T8" fmla="*/ 95 w 118"/>
                <a:gd name="T9" fmla="*/ 130 h 180"/>
                <a:gd name="T10" fmla="*/ 0 w 118"/>
                <a:gd name="T11" fmla="*/ 50 h 180"/>
                <a:gd name="T12" fmla="*/ 64 w 118"/>
                <a:gd name="T13" fmla="*/ 0 h 180"/>
                <a:gd name="T14" fmla="*/ 111 w 118"/>
                <a:gd name="T15" fmla="*/ 8 h 180"/>
                <a:gd name="T16" fmla="*/ 111 w 118"/>
                <a:gd name="T17" fmla="*/ 43 h 180"/>
                <a:gd name="T18" fmla="*/ 91 w 118"/>
                <a:gd name="T19" fmla="*/ 43 h 180"/>
                <a:gd name="T20" fmla="*/ 91 w 118"/>
                <a:gd name="T21" fmla="*/ 22 h 180"/>
                <a:gd name="T22" fmla="*/ 62 w 118"/>
                <a:gd name="T23" fmla="*/ 17 h 180"/>
                <a:gd name="T24" fmla="*/ 23 w 118"/>
                <a:gd name="T25" fmla="*/ 47 h 180"/>
                <a:gd name="T26" fmla="*/ 118 w 118"/>
                <a:gd name="T27" fmla="*/ 128 h 180"/>
                <a:gd name="T28" fmla="*/ 52 w 118"/>
                <a:gd name="T29" fmla="*/ 180 h 180"/>
                <a:gd name="T30" fmla="*/ 0 w 118"/>
                <a:gd name="T31" fmla="*/ 171 h 180"/>
                <a:gd name="T32" fmla="*/ 0 w 118"/>
                <a:gd name="T33" fmla="*/ 13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180">
                  <a:moveTo>
                    <a:pt x="0" y="133"/>
                  </a:moveTo>
                  <a:cubicBezTo>
                    <a:pt x="20" y="133"/>
                    <a:pt x="20" y="133"/>
                    <a:pt x="20" y="133"/>
                  </a:cubicBezTo>
                  <a:cubicBezTo>
                    <a:pt x="20" y="156"/>
                    <a:pt x="20" y="156"/>
                    <a:pt x="20" y="156"/>
                  </a:cubicBezTo>
                  <a:cubicBezTo>
                    <a:pt x="28" y="161"/>
                    <a:pt x="43" y="163"/>
                    <a:pt x="54" y="163"/>
                  </a:cubicBezTo>
                  <a:cubicBezTo>
                    <a:pt x="79" y="163"/>
                    <a:pt x="95" y="151"/>
                    <a:pt x="95" y="130"/>
                  </a:cubicBezTo>
                  <a:cubicBezTo>
                    <a:pt x="95" y="84"/>
                    <a:pt x="0" y="112"/>
                    <a:pt x="0" y="50"/>
                  </a:cubicBezTo>
                  <a:cubicBezTo>
                    <a:pt x="0" y="29"/>
                    <a:pt x="12" y="0"/>
                    <a:pt x="64" y="0"/>
                  </a:cubicBezTo>
                  <a:cubicBezTo>
                    <a:pt x="77" y="0"/>
                    <a:pt x="100" y="3"/>
                    <a:pt x="111" y="8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85" y="19"/>
                    <a:pt x="70" y="17"/>
                    <a:pt x="62" y="17"/>
                  </a:cubicBezTo>
                  <a:cubicBezTo>
                    <a:pt x="44" y="17"/>
                    <a:pt x="23" y="24"/>
                    <a:pt x="23" y="47"/>
                  </a:cubicBezTo>
                  <a:cubicBezTo>
                    <a:pt x="23" y="91"/>
                    <a:pt x="118" y="64"/>
                    <a:pt x="118" y="128"/>
                  </a:cubicBezTo>
                  <a:cubicBezTo>
                    <a:pt x="118" y="166"/>
                    <a:pt x="85" y="180"/>
                    <a:pt x="52" y="180"/>
                  </a:cubicBezTo>
                  <a:cubicBezTo>
                    <a:pt x="23" y="180"/>
                    <a:pt x="9" y="173"/>
                    <a:pt x="0" y="171"/>
                  </a:cubicBezTo>
                  <a:lnTo>
                    <a:pt x="0" y="1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6" name="Freeform 718">
              <a:extLst>
                <a:ext uri="{FF2B5EF4-FFF2-40B4-BE49-F238E27FC236}">
                  <a16:creationId xmlns:a16="http://schemas.microsoft.com/office/drawing/2014/main" id="{FE550147-5922-40FC-97FE-C7AADBEC91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58213" y="12647613"/>
              <a:ext cx="65087" cy="125412"/>
            </a:xfrm>
            <a:custGeom>
              <a:avLst/>
              <a:gdLst>
                <a:gd name="T0" fmla="*/ 0 w 85"/>
                <a:gd name="T1" fmla="*/ 33 h 164"/>
                <a:gd name="T2" fmla="*/ 21 w 85"/>
                <a:gd name="T3" fmla="*/ 33 h 164"/>
                <a:gd name="T4" fmla="*/ 22 w 85"/>
                <a:gd name="T5" fmla="*/ 2 h 164"/>
                <a:gd name="T6" fmla="*/ 42 w 85"/>
                <a:gd name="T7" fmla="*/ 0 h 164"/>
                <a:gd name="T8" fmla="*/ 41 w 85"/>
                <a:gd name="T9" fmla="*/ 33 h 164"/>
                <a:gd name="T10" fmla="*/ 81 w 85"/>
                <a:gd name="T11" fmla="*/ 33 h 164"/>
                <a:gd name="T12" fmla="*/ 81 w 85"/>
                <a:gd name="T13" fmla="*/ 48 h 164"/>
                <a:gd name="T14" fmla="*/ 41 w 85"/>
                <a:gd name="T15" fmla="*/ 48 h 164"/>
                <a:gd name="T16" fmla="*/ 40 w 85"/>
                <a:gd name="T17" fmla="*/ 113 h 164"/>
                <a:gd name="T18" fmla="*/ 59 w 85"/>
                <a:gd name="T19" fmla="*/ 147 h 164"/>
                <a:gd name="T20" fmla="*/ 85 w 85"/>
                <a:gd name="T21" fmla="*/ 141 h 164"/>
                <a:gd name="T22" fmla="*/ 84 w 85"/>
                <a:gd name="T23" fmla="*/ 158 h 164"/>
                <a:gd name="T24" fmla="*/ 55 w 85"/>
                <a:gd name="T25" fmla="*/ 164 h 164"/>
                <a:gd name="T26" fmla="*/ 20 w 85"/>
                <a:gd name="T27" fmla="*/ 122 h 164"/>
                <a:gd name="T28" fmla="*/ 21 w 85"/>
                <a:gd name="T29" fmla="*/ 48 h 164"/>
                <a:gd name="T30" fmla="*/ 0 w 85"/>
                <a:gd name="T31" fmla="*/ 48 h 164"/>
                <a:gd name="T32" fmla="*/ 0 w 85"/>
                <a:gd name="T33" fmla="*/ 3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164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0" y="70"/>
                    <a:pt x="40" y="91"/>
                    <a:pt x="40" y="113"/>
                  </a:cubicBezTo>
                  <a:cubicBezTo>
                    <a:pt x="40" y="131"/>
                    <a:pt x="40" y="147"/>
                    <a:pt x="59" y="147"/>
                  </a:cubicBezTo>
                  <a:cubicBezTo>
                    <a:pt x="70" y="147"/>
                    <a:pt x="79" y="144"/>
                    <a:pt x="85" y="141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78" y="161"/>
                    <a:pt x="66" y="164"/>
                    <a:pt x="55" y="164"/>
                  </a:cubicBezTo>
                  <a:cubicBezTo>
                    <a:pt x="20" y="164"/>
                    <a:pt x="20" y="138"/>
                    <a:pt x="20" y="122"/>
                  </a:cubicBezTo>
                  <a:cubicBezTo>
                    <a:pt x="20" y="106"/>
                    <a:pt x="20" y="67"/>
                    <a:pt x="21" y="4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7" name="Freeform 719">
              <a:extLst>
                <a:ext uri="{FF2B5EF4-FFF2-40B4-BE49-F238E27FC236}">
                  <a16:creationId xmlns:a16="http://schemas.microsoft.com/office/drawing/2014/main" id="{2026956A-DF6D-4FA2-9F4E-74A15A57AAF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31238" y="12671425"/>
              <a:ext cx="93662" cy="101600"/>
            </a:xfrm>
            <a:custGeom>
              <a:avLst/>
              <a:gdLst>
                <a:gd name="T0" fmla="*/ 62 w 123"/>
                <a:gd name="T1" fmla="*/ 0 h 134"/>
                <a:gd name="T2" fmla="*/ 123 w 123"/>
                <a:gd name="T3" fmla="*/ 63 h 134"/>
                <a:gd name="T4" fmla="*/ 62 w 123"/>
                <a:gd name="T5" fmla="*/ 134 h 134"/>
                <a:gd name="T6" fmla="*/ 0 w 123"/>
                <a:gd name="T7" fmla="*/ 70 h 134"/>
                <a:gd name="T8" fmla="*/ 62 w 123"/>
                <a:gd name="T9" fmla="*/ 0 h 134"/>
                <a:gd name="T10" fmla="*/ 62 w 123"/>
                <a:gd name="T11" fmla="*/ 117 h 134"/>
                <a:gd name="T12" fmla="*/ 102 w 123"/>
                <a:gd name="T13" fmla="*/ 67 h 134"/>
                <a:gd name="T14" fmla="*/ 62 w 123"/>
                <a:gd name="T15" fmla="*/ 17 h 134"/>
                <a:gd name="T16" fmla="*/ 21 w 123"/>
                <a:gd name="T17" fmla="*/ 67 h 134"/>
                <a:gd name="T18" fmla="*/ 62 w 123"/>
                <a:gd name="T19" fmla="*/ 1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3" h="134">
                  <a:moveTo>
                    <a:pt x="62" y="0"/>
                  </a:moveTo>
                  <a:cubicBezTo>
                    <a:pt x="100" y="0"/>
                    <a:pt x="123" y="27"/>
                    <a:pt x="123" y="63"/>
                  </a:cubicBezTo>
                  <a:cubicBezTo>
                    <a:pt x="123" y="104"/>
                    <a:pt x="100" y="134"/>
                    <a:pt x="62" y="134"/>
                  </a:cubicBezTo>
                  <a:cubicBezTo>
                    <a:pt x="23" y="134"/>
                    <a:pt x="0" y="107"/>
                    <a:pt x="0" y="70"/>
                  </a:cubicBezTo>
                  <a:cubicBezTo>
                    <a:pt x="0" y="30"/>
                    <a:pt x="23" y="0"/>
                    <a:pt x="62" y="0"/>
                  </a:cubicBezTo>
                  <a:moveTo>
                    <a:pt x="62" y="117"/>
                  </a:moveTo>
                  <a:cubicBezTo>
                    <a:pt x="89" y="117"/>
                    <a:pt x="102" y="94"/>
                    <a:pt x="102" y="67"/>
                  </a:cubicBezTo>
                  <a:cubicBezTo>
                    <a:pt x="102" y="39"/>
                    <a:pt x="89" y="17"/>
                    <a:pt x="62" y="17"/>
                  </a:cubicBezTo>
                  <a:cubicBezTo>
                    <a:pt x="34" y="17"/>
                    <a:pt x="21" y="39"/>
                    <a:pt x="21" y="67"/>
                  </a:cubicBezTo>
                  <a:cubicBezTo>
                    <a:pt x="21" y="94"/>
                    <a:pt x="34" y="117"/>
                    <a:pt x="62" y="11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8" name="Freeform 720">
              <a:extLst>
                <a:ext uri="{FF2B5EF4-FFF2-40B4-BE49-F238E27FC236}">
                  <a16:creationId xmlns:a16="http://schemas.microsoft.com/office/drawing/2014/main" id="{35E42294-E88D-4C76-8522-D084681804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2363" y="12671425"/>
              <a:ext cx="79375" cy="101600"/>
            </a:xfrm>
            <a:custGeom>
              <a:avLst/>
              <a:gdLst>
                <a:gd name="T0" fmla="*/ 103 w 105"/>
                <a:gd name="T1" fmla="*/ 127 h 134"/>
                <a:gd name="T2" fmla="*/ 66 w 105"/>
                <a:gd name="T3" fmla="*/ 134 h 134"/>
                <a:gd name="T4" fmla="*/ 0 w 105"/>
                <a:gd name="T5" fmla="*/ 67 h 134"/>
                <a:gd name="T6" fmla="*/ 63 w 105"/>
                <a:gd name="T7" fmla="*/ 0 h 134"/>
                <a:gd name="T8" fmla="*/ 105 w 105"/>
                <a:gd name="T9" fmla="*/ 6 h 134"/>
                <a:gd name="T10" fmla="*/ 105 w 105"/>
                <a:gd name="T11" fmla="*/ 40 h 134"/>
                <a:gd name="T12" fmla="*/ 86 w 105"/>
                <a:gd name="T13" fmla="*/ 40 h 134"/>
                <a:gd name="T14" fmla="*/ 86 w 105"/>
                <a:gd name="T15" fmla="*/ 20 h 134"/>
                <a:gd name="T16" fmla="*/ 65 w 105"/>
                <a:gd name="T17" fmla="*/ 17 h 134"/>
                <a:gd name="T18" fmla="*/ 21 w 105"/>
                <a:gd name="T19" fmla="*/ 67 h 134"/>
                <a:gd name="T20" fmla="*/ 69 w 105"/>
                <a:gd name="T21" fmla="*/ 117 h 134"/>
                <a:gd name="T22" fmla="*/ 104 w 105"/>
                <a:gd name="T23" fmla="*/ 110 h 134"/>
                <a:gd name="T24" fmla="*/ 103 w 105"/>
                <a:gd name="T25" fmla="*/ 12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4">
                  <a:moveTo>
                    <a:pt x="103" y="127"/>
                  </a:moveTo>
                  <a:cubicBezTo>
                    <a:pt x="93" y="130"/>
                    <a:pt x="80" y="134"/>
                    <a:pt x="66" y="134"/>
                  </a:cubicBezTo>
                  <a:cubicBezTo>
                    <a:pt x="16" y="134"/>
                    <a:pt x="0" y="100"/>
                    <a:pt x="0" y="67"/>
                  </a:cubicBezTo>
                  <a:cubicBezTo>
                    <a:pt x="0" y="18"/>
                    <a:pt x="35" y="0"/>
                    <a:pt x="63" y="0"/>
                  </a:cubicBezTo>
                  <a:cubicBezTo>
                    <a:pt x="78" y="0"/>
                    <a:pt x="92" y="1"/>
                    <a:pt x="105" y="6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1" y="18"/>
                    <a:pt x="71" y="17"/>
                    <a:pt x="65" y="17"/>
                  </a:cubicBezTo>
                  <a:cubicBezTo>
                    <a:pt x="28" y="17"/>
                    <a:pt x="21" y="46"/>
                    <a:pt x="21" y="67"/>
                  </a:cubicBezTo>
                  <a:cubicBezTo>
                    <a:pt x="21" y="74"/>
                    <a:pt x="22" y="117"/>
                    <a:pt x="69" y="117"/>
                  </a:cubicBezTo>
                  <a:cubicBezTo>
                    <a:pt x="82" y="117"/>
                    <a:pt x="92" y="113"/>
                    <a:pt x="104" y="110"/>
                  </a:cubicBezTo>
                  <a:lnTo>
                    <a:pt x="103" y="1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9" name="Freeform 721">
              <a:extLst>
                <a:ext uri="{FF2B5EF4-FFF2-40B4-BE49-F238E27FC236}">
                  <a16:creationId xmlns:a16="http://schemas.microsoft.com/office/drawing/2014/main" id="{588DE291-9B5A-48E4-BFAF-2F0B6DE001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29675" y="12625388"/>
              <a:ext cx="104775" cy="146050"/>
            </a:xfrm>
            <a:custGeom>
              <a:avLst/>
              <a:gdLst>
                <a:gd name="T0" fmla="*/ 12 w 66"/>
                <a:gd name="T1" fmla="*/ 7 h 92"/>
                <a:gd name="T2" fmla="*/ 0 w 66"/>
                <a:gd name="T3" fmla="*/ 7 h 92"/>
                <a:gd name="T4" fmla="*/ 0 w 66"/>
                <a:gd name="T5" fmla="*/ 0 h 92"/>
                <a:gd name="T6" fmla="*/ 22 w 66"/>
                <a:gd name="T7" fmla="*/ 0 h 92"/>
                <a:gd name="T8" fmla="*/ 21 w 66"/>
                <a:gd name="T9" fmla="*/ 57 h 92"/>
                <a:gd name="T10" fmla="*/ 45 w 66"/>
                <a:gd name="T11" fmla="*/ 38 h 92"/>
                <a:gd name="T12" fmla="*/ 45 w 66"/>
                <a:gd name="T13" fmla="*/ 37 h 92"/>
                <a:gd name="T14" fmla="*/ 36 w 66"/>
                <a:gd name="T15" fmla="*/ 37 h 92"/>
                <a:gd name="T16" fmla="*/ 36 w 66"/>
                <a:gd name="T17" fmla="*/ 30 h 92"/>
                <a:gd name="T18" fmla="*/ 63 w 66"/>
                <a:gd name="T19" fmla="*/ 30 h 92"/>
                <a:gd name="T20" fmla="*/ 63 w 66"/>
                <a:gd name="T21" fmla="*/ 37 h 92"/>
                <a:gd name="T22" fmla="*/ 57 w 66"/>
                <a:gd name="T23" fmla="*/ 37 h 92"/>
                <a:gd name="T24" fmla="*/ 31 w 66"/>
                <a:gd name="T25" fmla="*/ 58 h 92"/>
                <a:gd name="T26" fmla="*/ 59 w 66"/>
                <a:gd name="T27" fmla="*/ 84 h 92"/>
                <a:gd name="T28" fmla="*/ 66 w 66"/>
                <a:gd name="T29" fmla="*/ 84 h 92"/>
                <a:gd name="T30" fmla="*/ 66 w 66"/>
                <a:gd name="T31" fmla="*/ 92 h 92"/>
                <a:gd name="T32" fmla="*/ 39 w 66"/>
                <a:gd name="T33" fmla="*/ 92 h 92"/>
                <a:gd name="T34" fmla="*/ 39 w 66"/>
                <a:gd name="T35" fmla="*/ 84 h 92"/>
                <a:gd name="T36" fmla="*/ 46 w 66"/>
                <a:gd name="T37" fmla="*/ 84 h 92"/>
                <a:gd name="T38" fmla="*/ 46 w 66"/>
                <a:gd name="T39" fmla="*/ 84 h 92"/>
                <a:gd name="T40" fmla="*/ 21 w 66"/>
                <a:gd name="T41" fmla="*/ 60 h 92"/>
                <a:gd name="T42" fmla="*/ 21 w 66"/>
                <a:gd name="T43" fmla="*/ 84 h 92"/>
                <a:gd name="T44" fmla="*/ 29 w 66"/>
                <a:gd name="T45" fmla="*/ 84 h 92"/>
                <a:gd name="T46" fmla="*/ 29 w 66"/>
                <a:gd name="T47" fmla="*/ 92 h 92"/>
                <a:gd name="T48" fmla="*/ 2 w 66"/>
                <a:gd name="T49" fmla="*/ 92 h 92"/>
                <a:gd name="T50" fmla="*/ 2 w 66"/>
                <a:gd name="T51" fmla="*/ 84 h 92"/>
                <a:gd name="T52" fmla="*/ 12 w 66"/>
                <a:gd name="T53" fmla="*/ 84 h 92"/>
                <a:gd name="T54" fmla="*/ 12 w 66"/>
                <a:gd name="T55" fmla="*/ 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6" h="92">
                  <a:moveTo>
                    <a:pt x="12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1" y="57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36" y="37"/>
                  </a:lnTo>
                  <a:lnTo>
                    <a:pt x="36" y="30"/>
                  </a:lnTo>
                  <a:lnTo>
                    <a:pt x="63" y="30"/>
                  </a:lnTo>
                  <a:lnTo>
                    <a:pt x="63" y="37"/>
                  </a:lnTo>
                  <a:lnTo>
                    <a:pt x="57" y="37"/>
                  </a:lnTo>
                  <a:lnTo>
                    <a:pt x="31" y="58"/>
                  </a:lnTo>
                  <a:lnTo>
                    <a:pt x="59" y="84"/>
                  </a:lnTo>
                  <a:lnTo>
                    <a:pt x="66" y="84"/>
                  </a:lnTo>
                  <a:lnTo>
                    <a:pt x="66" y="92"/>
                  </a:lnTo>
                  <a:lnTo>
                    <a:pt x="39" y="92"/>
                  </a:lnTo>
                  <a:lnTo>
                    <a:pt x="39" y="84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21" y="60"/>
                  </a:lnTo>
                  <a:lnTo>
                    <a:pt x="21" y="84"/>
                  </a:lnTo>
                  <a:lnTo>
                    <a:pt x="29" y="84"/>
                  </a:lnTo>
                  <a:lnTo>
                    <a:pt x="29" y="92"/>
                  </a:lnTo>
                  <a:lnTo>
                    <a:pt x="2" y="92"/>
                  </a:lnTo>
                  <a:lnTo>
                    <a:pt x="2" y="84"/>
                  </a:lnTo>
                  <a:lnTo>
                    <a:pt x="12" y="84"/>
                  </a:lnTo>
                  <a:lnTo>
                    <a:pt x="12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0" name="Freeform 722">
              <a:extLst>
                <a:ext uri="{FF2B5EF4-FFF2-40B4-BE49-F238E27FC236}">
                  <a16:creationId xmlns:a16="http://schemas.microsoft.com/office/drawing/2014/main" id="{91F862D8-2DCE-4EC3-84E8-46EA874CD1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39213" y="12625388"/>
              <a:ext cx="114300" cy="146050"/>
            </a:xfrm>
            <a:custGeom>
              <a:avLst/>
              <a:gdLst>
                <a:gd name="T0" fmla="*/ 25 w 150"/>
                <a:gd name="T1" fmla="*/ 16 h 191"/>
                <a:gd name="T2" fmla="*/ 0 w 150"/>
                <a:gd name="T3" fmla="*/ 16 h 191"/>
                <a:gd name="T4" fmla="*/ 0 w 150"/>
                <a:gd name="T5" fmla="*/ 0 h 191"/>
                <a:gd name="T6" fmla="*/ 46 w 150"/>
                <a:gd name="T7" fmla="*/ 0 h 191"/>
                <a:gd name="T8" fmla="*/ 45 w 150"/>
                <a:gd name="T9" fmla="*/ 67 h 191"/>
                <a:gd name="T10" fmla="*/ 43 w 150"/>
                <a:gd name="T11" fmla="*/ 91 h 191"/>
                <a:gd name="T12" fmla="*/ 43 w 150"/>
                <a:gd name="T13" fmla="*/ 91 h 191"/>
                <a:gd name="T14" fmla="*/ 89 w 150"/>
                <a:gd name="T15" fmla="*/ 60 h 191"/>
                <a:gd name="T16" fmla="*/ 132 w 150"/>
                <a:gd name="T17" fmla="*/ 108 h 191"/>
                <a:gd name="T18" fmla="*/ 131 w 150"/>
                <a:gd name="T19" fmla="*/ 175 h 191"/>
                <a:gd name="T20" fmla="*/ 150 w 150"/>
                <a:gd name="T21" fmla="*/ 175 h 191"/>
                <a:gd name="T22" fmla="*/ 150 w 150"/>
                <a:gd name="T23" fmla="*/ 191 h 191"/>
                <a:gd name="T24" fmla="*/ 95 w 150"/>
                <a:gd name="T25" fmla="*/ 191 h 191"/>
                <a:gd name="T26" fmla="*/ 95 w 150"/>
                <a:gd name="T27" fmla="*/ 175 h 191"/>
                <a:gd name="T28" fmla="*/ 111 w 150"/>
                <a:gd name="T29" fmla="*/ 175 h 191"/>
                <a:gd name="T30" fmla="*/ 112 w 150"/>
                <a:gd name="T31" fmla="*/ 114 h 191"/>
                <a:gd name="T32" fmla="*/ 83 w 150"/>
                <a:gd name="T33" fmla="*/ 77 h 191"/>
                <a:gd name="T34" fmla="*/ 45 w 150"/>
                <a:gd name="T35" fmla="*/ 122 h 191"/>
                <a:gd name="T36" fmla="*/ 44 w 150"/>
                <a:gd name="T37" fmla="*/ 175 h 191"/>
                <a:gd name="T38" fmla="*/ 63 w 150"/>
                <a:gd name="T39" fmla="*/ 175 h 191"/>
                <a:gd name="T40" fmla="*/ 63 w 150"/>
                <a:gd name="T41" fmla="*/ 191 h 191"/>
                <a:gd name="T42" fmla="*/ 6 w 150"/>
                <a:gd name="T43" fmla="*/ 191 h 191"/>
                <a:gd name="T44" fmla="*/ 6 w 150"/>
                <a:gd name="T45" fmla="*/ 175 h 191"/>
                <a:gd name="T46" fmla="*/ 24 w 150"/>
                <a:gd name="T47" fmla="*/ 175 h 191"/>
                <a:gd name="T48" fmla="*/ 25 w 150"/>
                <a:gd name="T49" fmla="*/ 1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0" h="191">
                  <a:moveTo>
                    <a:pt x="25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73"/>
                    <a:pt x="44" y="86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9" y="72"/>
                    <a:pt x="69" y="60"/>
                    <a:pt x="89" y="60"/>
                  </a:cubicBezTo>
                  <a:cubicBezTo>
                    <a:pt x="124" y="60"/>
                    <a:pt x="132" y="84"/>
                    <a:pt x="132" y="108"/>
                  </a:cubicBezTo>
                  <a:cubicBezTo>
                    <a:pt x="132" y="130"/>
                    <a:pt x="131" y="155"/>
                    <a:pt x="131" y="175"/>
                  </a:cubicBezTo>
                  <a:cubicBezTo>
                    <a:pt x="150" y="175"/>
                    <a:pt x="150" y="175"/>
                    <a:pt x="150" y="175"/>
                  </a:cubicBezTo>
                  <a:cubicBezTo>
                    <a:pt x="150" y="191"/>
                    <a:pt x="150" y="191"/>
                    <a:pt x="150" y="191"/>
                  </a:cubicBezTo>
                  <a:cubicBezTo>
                    <a:pt x="95" y="191"/>
                    <a:pt x="95" y="191"/>
                    <a:pt x="95" y="191"/>
                  </a:cubicBezTo>
                  <a:cubicBezTo>
                    <a:pt x="95" y="175"/>
                    <a:pt x="95" y="175"/>
                    <a:pt x="95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1" y="155"/>
                    <a:pt x="112" y="134"/>
                    <a:pt x="112" y="114"/>
                  </a:cubicBezTo>
                  <a:cubicBezTo>
                    <a:pt x="112" y="101"/>
                    <a:pt x="112" y="77"/>
                    <a:pt x="83" y="77"/>
                  </a:cubicBezTo>
                  <a:cubicBezTo>
                    <a:pt x="65" y="77"/>
                    <a:pt x="45" y="88"/>
                    <a:pt x="45" y="122"/>
                  </a:cubicBezTo>
                  <a:cubicBezTo>
                    <a:pt x="44" y="175"/>
                    <a:pt x="44" y="175"/>
                    <a:pt x="44" y="175"/>
                  </a:cubicBezTo>
                  <a:cubicBezTo>
                    <a:pt x="63" y="175"/>
                    <a:pt x="63" y="175"/>
                    <a:pt x="63" y="175"/>
                  </a:cubicBezTo>
                  <a:cubicBezTo>
                    <a:pt x="63" y="191"/>
                    <a:pt x="63" y="191"/>
                    <a:pt x="63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24" y="175"/>
                    <a:pt x="24" y="175"/>
                    <a:pt x="24" y="175"/>
                  </a:cubicBezTo>
                  <a:lnTo>
                    <a:pt x="25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1" name="Freeform 723">
              <a:extLst>
                <a:ext uri="{FF2B5EF4-FFF2-40B4-BE49-F238E27FC236}">
                  <a16:creationId xmlns:a16="http://schemas.microsoft.com/office/drawing/2014/main" id="{4862F138-DD07-490E-AD95-882D9CA706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767800" y="12671425"/>
              <a:ext cx="95250" cy="101600"/>
            </a:xfrm>
            <a:custGeom>
              <a:avLst/>
              <a:gdLst>
                <a:gd name="T0" fmla="*/ 62 w 124"/>
                <a:gd name="T1" fmla="*/ 0 h 134"/>
                <a:gd name="T2" fmla="*/ 124 w 124"/>
                <a:gd name="T3" fmla="*/ 63 h 134"/>
                <a:gd name="T4" fmla="*/ 62 w 124"/>
                <a:gd name="T5" fmla="*/ 134 h 134"/>
                <a:gd name="T6" fmla="*/ 0 w 124"/>
                <a:gd name="T7" fmla="*/ 70 h 134"/>
                <a:gd name="T8" fmla="*/ 62 w 124"/>
                <a:gd name="T9" fmla="*/ 0 h 134"/>
                <a:gd name="T10" fmla="*/ 62 w 124"/>
                <a:gd name="T11" fmla="*/ 117 h 134"/>
                <a:gd name="T12" fmla="*/ 103 w 124"/>
                <a:gd name="T13" fmla="*/ 67 h 134"/>
                <a:gd name="T14" fmla="*/ 62 w 124"/>
                <a:gd name="T15" fmla="*/ 17 h 134"/>
                <a:gd name="T16" fmla="*/ 21 w 124"/>
                <a:gd name="T17" fmla="*/ 67 h 134"/>
                <a:gd name="T18" fmla="*/ 62 w 124"/>
                <a:gd name="T19" fmla="*/ 1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34">
                  <a:moveTo>
                    <a:pt x="62" y="0"/>
                  </a:moveTo>
                  <a:cubicBezTo>
                    <a:pt x="101" y="0"/>
                    <a:pt x="124" y="27"/>
                    <a:pt x="124" y="63"/>
                  </a:cubicBezTo>
                  <a:cubicBezTo>
                    <a:pt x="124" y="104"/>
                    <a:pt x="101" y="134"/>
                    <a:pt x="62" y="134"/>
                  </a:cubicBezTo>
                  <a:cubicBezTo>
                    <a:pt x="23" y="134"/>
                    <a:pt x="0" y="107"/>
                    <a:pt x="0" y="70"/>
                  </a:cubicBezTo>
                  <a:cubicBezTo>
                    <a:pt x="0" y="30"/>
                    <a:pt x="23" y="0"/>
                    <a:pt x="62" y="0"/>
                  </a:cubicBezTo>
                  <a:moveTo>
                    <a:pt x="62" y="117"/>
                  </a:moveTo>
                  <a:cubicBezTo>
                    <a:pt x="89" y="117"/>
                    <a:pt x="103" y="94"/>
                    <a:pt x="103" y="67"/>
                  </a:cubicBezTo>
                  <a:cubicBezTo>
                    <a:pt x="103" y="39"/>
                    <a:pt x="89" y="17"/>
                    <a:pt x="62" y="17"/>
                  </a:cubicBezTo>
                  <a:cubicBezTo>
                    <a:pt x="35" y="17"/>
                    <a:pt x="21" y="39"/>
                    <a:pt x="21" y="67"/>
                  </a:cubicBezTo>
                  <a:cubicBezTo>
                    <a:pt x="21" y="94"/>
                    <a:pt x="35" y="117"/>
                    <a:pt x="62" y="11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2" name="Freeform 724">
              <a:extLst>
                <a:ext uri="{FF2B5EF4-FFF2-40B4-BE49-F238E27FC236}">
                  <a16:creationId xmlns:a16="http://schemas.microsoft.com/office/drawing/2014/main" id="{E1E6C0B3-C455-42CC-A260-250FD66140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74163" y="12625388"/>
              <a:ext cx="49212" cy="146050"/>
            </a:xfrm>
            <a:custGeom>
              <a:avLst/>
              <a:gdLst>
                <a:gd name="T0" fmla="*/ 12 w 31"/>
                <a:gd name="T1" fmla="*/ 7 h 92"/>
                <a:gd name="T2" fmla="*/ 0 w 31"/>
                <a:gd name="T3" fmla="*/ 7 h 92"/>
                <a:gd name="T4" fmla="*/ 0 w 31"/>
                <a:gd name="T5" fmla="*/ 0 h 92"/>
                <a:gd name="T6" fmla="*/ 21 w 31"/>
                <a:gd name="T7" fmla="*/ 0 h 92"/>
                <a:gd name="T8" fmla="*/ 21 w 31"/>
                <a:gd name="T9" fmla="*/ 84 h 92"/>
                <a:gd name="T10" fmla="*/ 31 w 31"/>
                <a:gd name="T11" fmla="*/ 84 h 92"/>
                <a:gd name="T12" fmla="*/ 31 w 31"/>
                <a:gd name="T13" fmla="*/ 92 h 92"/>
                <a:gd name="T14" fmla="*/ 3 w 31"/>
                <a:gd name="T15" fmla="*/ 92 h 92"/>
                <a:gd name="T16" fmla="*/ 3 w 31"/>
                <a:gd name="T17" fmla="*/ 84 h 92"/>
                <a:gd name="T18" fmla="*/ 11 w 31"/>
                <a:gd name="T19" fmla="*/ 84 h 92"/>
                <a:gd name="T20" fmla="*/ 12 w 31"/>
                <a:gd name="T21" fmla="*/ 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2">
                  <a:moveTo>
                    <a:pt x="12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1" y="0"/>
                  </a:lnTo>
                  <a:lnTo>
                    <a:pt x="21" y="84"/>
                  </a:lnTo>
                  <a:lnTo>
                    <a:pt x="31" y="84"/>
                  </a:lnTo>
                  <a:lnTo>
                    <a:pt x="31" y="92"/>
                  </a:lnTo>
                  <a:lnTo>
                    <a:pt x="3" y="92"/>
                  </a:lnTo>
                  <a:lnTo>
                    <a:pt x="3" y="84"/>
                  </a:lnTo>
                  <a:lnTo>
                    <a:pt x="11" y="84"/>
                  </a:lnTo>
                  <a:lnTo>
                    <a:pt x="12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3" name="Freeform 725">
              <a:extLst>
                <a:ext uri="{FF2B5EF4-FFF2-40B4-BE49-F238E27FC236}">
                  <a16:creationId xmlns:a16="http://schemas.microsoft.com/office/drawing/2014/main" id="{7A563009-5E62-4CAC-A15F-C8B0FB79AD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34488" y="12671425"/>
              <a:ext cx="174625" cy="100012"/>
            </a:xfrm>
            <a:custGeom>
              <a:avLst/>
              <a:gdLst>
                <a:gd name="T0" fmla="*/ 3 w 228"/>
                <a:gd name="T1" fmla="*/ 115 h 131"/>
                <a:gd name="T2" fmla="*/ 20 w 228"/>
                <a:gd name="T3" fmla="*/ 115 h 131"/>
                <a:gd name="T4" fmla="*/ 21 w 228"/>
                <a:gd name="T5" fmla="*/ 18 h 131"/>
                <a:gd name="T6" fmla="*/ 0 w 228"/>
                <a:gd name="T7" fmla="*/ 18 h 131"/>
                <a:gd name="T8" fmla="*/ 0 w 228"/>
                <a:gd name="T9" fmla="*/ 3 h 131"/>
                <a:gd name="T10" fmla="*/ 41 w 228"/>
                <a:gd name="T11" fmla="*/ 3 h 131"/>
                <a:gd name="T12" fmla="*/ 40 w 228"/>
                <a:gd name="T13" fmla="*/ 18 h 131"/>
                <a:gd name="T14" fmla="*/ 38 w 228"/>
                <a:gd name="T15" fmla="*/ 31 h 131"/>
                <a:gd name="T16" fmla="*/ 39 w 228"/>
                <a:gd name="T17" fmla="*/ 31 h 131"/>
                <a:gd name="T18" fmla="*/ 84 w 228"/>
                <a:gd name="T19" fmla="*/ 0 h 131"/>
                <a:gd name="T20" fmla="*/ 123 w 228"/>
                <a:gd name="T21" fmla="*/ 30 h 131"/>
                <a:gd name="T22" fmla="*/ 123 w 228"/>
                <a:gd name="T23" fmla="*/ 30 h 131"/>
                <a:gd name="T24" fmla="*/ 167 w 228"/>
                <a:gd name="T25" fmla="*/ 0 h 131"/>
                <a:gd name="T26" fmla="*/ 210 w 228"/>
                <a:gd name="T27" fmla="*/ 48 h 131"/>
                <a:gd name="T28" fmla="*/ 209 w 228"/>
                <a:gd name="T29" fmla="*/ 115 h 131"/>
                <a:gd name="T30" fmla="*/ 228 w 228"/>
                <a:gd name="T31" fmla="*/ 115 h 131"/>
                <a:gd name="T32" fmla="*/ 228 w 228"/>
                <a:gd name="T33" fmla="*/ 131 h 131"/>
                <a:gd name="T34" fmla="*/ 173 w 228"/>
                <a:gd name="T35" fmla="*/ 131 h 131"/>
                <a:gd name="T36" fmla="*/ 173 w 228"/>
                <a:gd name="T37" fmla="*/ 115 h 131"/>
                <a:gd name="T38" fmla="*/ 189 w 228"/>
                <a:gd name="T39" fmla="*/ 115 h 131"/>
                <a:gd name="T40" fmla="*/ 190 w 228"/>
                <a:gd name="T41" fmla="*/ 53 h 131"/>
                <a:gd name="T42" fmla="*/ 162 w 228"/>
                <a:gd name="T43" fmla="*/ 17 h 131"/>
                <a:gd name="T44" fmla="*/ 126 w 228"/>
                <a:gd name="T45" fmla="*/ 62 h 131"/>
                <a:gd name="T46" fmla="*/ 125 w 228"/>
                <a:gd name="T47" fmla="*/ 115 h 131"/>
                <a:gd name="T48" fmla="*/ 143 w 228"/>
                <a:gd name="T49" fmla="*/ 115 h 131"/>
                <a:gd name="T50" fmla="*/ 143 w 228"/>
                <a:gd name="T51" fmla="*/ 131 h 131"/>
                <a:gd name="T52" fmla="*/ 88 w 228"/>
                <a:gd name="T53" fmla="*/ 131 h 131"/>
                <a:gd name="T54" fmla="*/ 88 w 228"/>
                <a:gd name="T55" fmla="*/ 115 h 131"/>
                <a:gd name="T56" fmla="*/ 104 w 228"/>
                <a:gd name="T57" fmla="*/ 115 h 131"/>
                <a:gd name="T58" fmla="*/ 105 w 228"/>
                <a:gd name="T59" fmla="*/ 53 h 131"/>
                <a:gd name="T60" fmla="*/ 77 w 228"/>
                <a:gd name="T61" fmla="*/ 17 h 131"/>
                <a:gd name="T62" fmla="*/ 41 w 228"/>
                <a:gd name="T63" fmla="*/ 62 h 131"/>
                <a:gd name="T64" fmla="*/ 40 w 228"/>
                <a:gd name="T65" fmla="*/ 115 h 131"/>
                <a:gd name="T66" fmla="*/ 59 w 228"/>
                <a:gd name="T67" fmla="*/ 115 h 131"/>
                <a:gd name="T68" fmla="*/ 59 w 228"/>
                <a:gd name="T69" fmla="*/ 131 h 131"/>
                <a:gd name="T70" fmla="*/ 3 w 228"/>
                <a:gd name="T71" fmla="*/ 131 h 131"/>
                <a:gd name="T72" fmla="*/ 3 w 228"/>
                <a:gd name="T73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131">
                  <a:moveTo>
                    <a:pt x="3" y="115"/>
                  </a:moveTo>
                  <a:cubicBezTo>
                    <a:pt x="20" y="115"/>
                    <a:pt x="20" y="115"/>
                    <a:pt x="20" y="115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8"/>
                    <a:pt x="41" y="15"/>
                    <a:pt x="40" y="1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44" y="12"/>
                    <a:pt x="65" y="0"/>
                    <a:pt x="84" y="0"/>
                  </a:cubicBezTo>
                  <a:cubicBezTo>
                    <a:pt x="107" y="0"/>
                    <a:pt x="119" y="13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6" y="24"/>
                    <a:pt x="134" y="0"/>
                    <a:pt x="167" y="0"/>
                  </a:cubicBezTo>
                  <a:cubicBezTo>
                    <a:pt x="202" y="0"/>
                    <a:pt x="210" y="24"/>
                    <a:pt x="210" y="48"/>
                  </a:cubicBezTo>
                  <a:cubicBezTo>
                    <a:pt x="210" y="70"/>
                    <a:pt x="209" y="95"/>
                    <a:pt x="209" y="115"/>
                  </a:cubicBezTo>
                  <a:cubicBezTo>
                    <a:pt x="228" y="115"/>
                    <a:pt x="228" y="115"/>
                    <a:pt x="228" y="115"/>
                  </a:cubicBezTo>
                  <a:cubicBezTo>
                    <a:pt x="228" y="131"/>
                    <a:pt x="228" y="131"/>
                    <a:pt x="228" y="131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3" y="115"/>
                    <a:pt x="173" y="115"/>
                    <a:pt x="173" y="115"/>
                  </a:cubicBezTo>
                  <a:cubicBezTo>
                    <a:pt x="189" y="115"/>
                    <a:pt x="189" y="115"/>
                    <a:pt x="189" y="115"/>
                  </a:cubicBezTo>
                  <a:cubicBezTo>
                    <a:pt x="189" y="94"/>
                    <a:pt x="190" y="74"/>
                    <a:pt x="190" y="53"/>
                  </a:cubicBezTo>
                  <a:cubicBezTo>
                    <a:pt x="190" y="35"/>
                    <a:pt x="186" y="17"/>
                    <a:pt x="162" y="17"/>
                  </a:cubicBezTo>
                  <a:cubicBezTo>
                    <a:pt x="146" y="17"/>
                    <a:pt x="126" y="28"/>
                    <a:pt x="126" y="62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43" y="115"/>
                    <a:pt x="143" y="115"/>
                    <a:pt x="143" y="115"/>
                  </a:cubicBezTo>
                  <a:cubicBezTo>
                    <a:pt x="143" y="131"/>
                    <a:pt x="143" y="131"/>
                    <a:pt x="143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4" y="94"/>
                    <a:pt x="105" y="74"/>
                    <a:pt x="105" y="53"/>
                  </a:cubicBezTo>
                  <a:cubicBezTo>
                    <a:pt x="105" y="35"/>
                    <a:pt x="101" y="17"/>
                    <a:pt x="77" y="17"/>
                  </a:cubicBezTo>
                  <a:cubicBezTo>
                    <a:pt x="61" y="17"/>
                    <a:pt x="41" y="28"/>
                    <a:pt x="41" y="62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59" y="131"/>
                    <a:pt x="59" y="131"/>
                    <a:pt x="59" y="131"/>
                  </a:cubicBezTo>
                  <a:cubicBezTo>
                    <a:pt x="3" y="131"/>
                    <a:pt x="3" y="131"/>
                    <a:pt x="3" y="131"/>
                  </a:cubicBezTo>
                  <a:lnTo>
                    <a:pt x="3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4" name="Freeform 726">
              <a:extLst>
                <a:ext uri="{FF2B5EF4-FFF2-40B4-BE49-F238E27FC236}">
                  <a16:creationId xmlns:a16="http://schemas.microsoft.com/office/drawing/2014/main" id="{2303B63C-AD62-49A3-8CBD-A0A2611A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48675" y="12803188"/>
              <a:ext cx="131762" cy="136525"/>
            </a:xfrm>
            <a:custGeom>
              <a:avLst/>
              <a:gdLst>
                <a:gd name="T0" fmla="*/ 60 w 172"/>
                <a:gd name="T1" fmla="*/ 16 h 177"/>
                <a:gd name="T2" fmla="*/ 41 w 172"/>
                <a:gd name="T3" fmla="*/ 16 h 177"/>
                <a:gd name="T4" fmla="*/ 41 w 172"/>
                <a:gd name="T5" fmla="*/ 105 h 177"/>
                <a:gd name="T6" fmla="*/ 50 w 172"/>
                <a:gd name="T7" fmla="*/ 147 h 177"/>
                <a:gd name="T8" fmla="*/ 87 w 172"/>
                <a:gd name="T9" fmla="*/ 160 h 177"/>
                <a:gd name="T10" fmla="*/ 126 w 172"/>
                <a:gd name="T11" fmla="*/ 145 h 177"/>
                <a:gd name="T12" fmla="*/ 133 w 172"/>
                <a:gd name="T13" fmla="*/ 97 h 177"/>
                <a:gd name="T14" fmla="*/ 134 w 172"/>
                <a:gd name="T15" fmla="*/ 16 h 177"/>
                <a:gd name="T16" fmla="*/ 112 w 172"/>
                <a:gd name="T17" fmla="*/ 16 h 177"/>
                <a:gd name="T18" fmla="*/ 112 w 172"/>
                <a:gd name="T19" fmla="*/ 0 h 177"/>
                <a:gd name="T20" fmla="*/ 172 w 172"/>
                <a:gd name="T21" fmla="*/ 0 h 177"/>
                <a:gd name="T22" fmla="*/ 172 w 172"/>
                <a:gd name="T23" fmla="*/ 16 h 177"/>
                <a:gd name="T24" fmla="*/ 153 w 172"/>
                <a:gd name="T25" fmla="*/ 16 h 177"/>
                <a:gd name="T26" fmla="*/ 153 w 172"/>
                <a:gd name="T27" fmla="*/ 110 h 177"/>
                <a:gd name="T28" fmla="*/ 139 w 172"/>
                <a:gd name="T29" fmla="*/ 158 h 177"/>
                <a:gd name="T30" fmla="*/ 86 w 172"/>
                <a:gd name="T31" fmla="*/ 177 h 177"/>
                <a:gd name="T32" fmla="*/ 29 w 172"/>
                <a:gd name="T33" fmla="*/ 155 h 177"/>
                <a:gd name="T34" fmla="*/ 20 w 172"/>
                <a:gd name="T35" fmla="*/ 103 h 177"/>
                <a:gd name="T36" fmla="*/ 20 w 172"/>
                <a:gd name="T37" fmla="*/ 16 h 177"/>
                <a:gd name="T38" fmla="*/ 0 w 172"/>
                <a:gd name="T39" fmla="*/ 16 h 177"/>
                <a:gd name="T40" fmla="*/ 0 w 172"/>
                <a:gd name="T41" fmla="*/ 0 h 177"/>
                <a:gd name="T42" fmla="*/ 60 w 172"/>
                <a:gd name="T43" fmla="*/ 0 h 177"/>
                <a:gd name="T44" fmla="*/ 60 w 172"/>
                <a:gd name="T45" fmla="*/ 1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77">
                  <a:moveTo>
                    <a:pt x="60" y="16"/>
                  </a:moveTo>
                  <a:cubicBezTo>
                    <a:pt x="41" y="16"/>
                    <a:pt x="41" y="16"/>
                    <a:pt x="41" y="16"/>
                  </a:cubicBezTo>
                  <a:cubicBezTo>
                    <a:pt x="41" y="40"/>
                    <a:pt x="41" y="64"/>
                    <a:pt x="41" y="105"/>
                  </a:cubicBezTo>
                  <a:cubicBezTo>
                    <a:pt x="41" y="126"/>
                    <a:pt x="42" y="138"/>
                    <a:pt x="50" y="147"/>
                  </a:cubicBezTo>
                  <a:cubicBezTo>
                    <a:pt x="57" y="156"/>
                    <a:pt x="69" y="160"/>
                    <a:pt x="87" y="160"/>
                  </a:cubicBezTo>
                  <a:cubicBezTo>
                    <a:pt x="104" y="160"/>
                    <a:pt x="118" y="156"/>
                    <a:pt x="126" y="145"/>
                  </a:cubicBezTo>
                  <a:cubicBezTo>
                    <a:pt x="133" y="136"/>
                    <a:pt x="133" y="121"/>
                    <a:pt x="133" y="97"/>
                  </a:cubicBezTo>
                  <a:cubicBezTo>
                    <a:pt x="134" y="16"/>
                    <a:pt x="134" y="16"/>
                    <a:pt x="134" y="16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16"/>
                    <a:pt x="172" y="16"/>
                    <a:pt x="172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30"/>
                    <a:pt x="150" y="144"/>
                    <a:pt x="139" y="158"/>
                  </a:cubicBezTo>
                  <a:cubicBezTo>
                    <a:pt x="129" y="170"/>
                    <a:pt x="111" y="177"/>
                    <a:pt x="86" y="177"/>
                  </a:cubicBezTo>
                  <a:cubicBezTo>
                    <a:pt x="56" y="177"/>
                    <a:pt x="39" y="169"/>
                    <a:pt x="29" y="155"/>
                  </a:cubicBezTo>
                  <a:cubicBezTo>
                    <a:pt x="21" y="144"/>
                    <a:pt x="20" y="132"/>
                    <a:pt x="20" y="103"/>
                  </a:cubicBezTo>
                  <a:cubicBezTo>
                    <a:pt x="20" y="75"/>
                    <a:pt x="20" y="42"/>
                    <a:pt x="2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0" y="0"/>
                    <a:pt x="60" y="0"/>
                    <a:pt x="60" y="0"/>
                  </a:cubicBezTo>
                  <a:lnTo>
                    <a:pt x="6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5" name="Freeform 727">
              <a:extLst>
                <a:ext uri="{FF2B5EF4-FFF2-40B4-BE49-F238E27FC236}">
                  <a16:creationId xmlns:a16="http://schemas.microsoft.com/office/drawing/2014/main" id="{E45795DD-7D6A-45F9-B9D4-E4D0879131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89963" y="12836525"/>
              <a:ext cx="111125" cy="100012"/>
            </a:xfrm>
            <a:custGeom>
              <a:avLst/>
              <a:gdLst>
                <a:gd name="T0" fmla="*/ 90 w 145"/>
                <a:gd name="T1" fmla="*/ 115 h 131"/>
                <a:gd name="T2" fmla="*/ 106 w 145"/>
                <a:gd name="T3" fmla="*/ 115 h 131"/>
                <a:gd name="T4" fmla="*/ 107 w 145"/>
                <a:gd name="T5" fmla="*/ 54 h 131"/>
                <a:gd name="T6" fmla="*/ 78 w 145"/>
                <a:gd name="T7" fmla="*/ 17 h 131"/>
                <a:gd name="T8" fmla="*/ 40 w 145"/>
                <a:gd name="T9" fmla="*/ 62 h 131"/>
                <a:gd name="T10" fmla="*/ 40 w 145"/>
                <a:gd name="T11" fmla="*/ 115 h 131"/>
                <a:gd name="T12" fmla="*/ 59 w 145"/>
                <a:gd name="T13" fmla="*/ 115 h 131"/>
                <a:gd name="T14" fmla="*/ 59 w 145"/>
                <a:gd name="T15" fmla="*/ 131 h 131"/>
                <a:gd name="T16" fmla="*/ 3 w 145"/>
                <a:gd name="T17" fmla="*/ 131 h 131"/>
                <a:gd name="T18" fmla="*/ 3 w 145"/>
                <a:gd name="T19" fmla="*/ 115 h 131"/>
                <a:gd name="T20" fmla="*/ 19 w 145"/>
                <a:gd name="T21" fmla="*/ 115 h 131"/>
                <a:gd name="T22" fmla="*/ 20 w 145"/>
                <a:gd name="T23" fmla="*/ 18 h 131"/>
                <a:gd name="T24" fmla="*/ 0 w 145"/>
                <a:gd name="T25" fmla="*/ 18 h 131"/>
                <a:gd name="T26" fmla="*/ 0 w 145"/>
                <a:gd name="T27" fmla="*/ 3 h 131"/>
                <a:gd name="T28" fmla="*/ 41 w 145"/>
                <a:gd name="T29" fmla="*/ 3 h 131"/>
                <a:gd name="T30" fmla="*/ 40 w 145"/>
                <a:gd name="T31" fmla="*/ 18 h 131"/>
                <a:gd name="T32" fmla="*/ 38 w 145"/>
                <a:gd name="T33" fmla="*/ 31 h 131"/>
                <a:gd name="T34" fmla="*/ 38 w 145"/>
                <a:gd name="T35" fmla="*/ 31 h 131"/>
                <a:gd name="T36" fmla="*/ 84 w 145"/>
                <a:gd name="T37" fmla="*/ 0 h 131"/>
                <a:gd name="T38" fmla="*/ 128 w 145"/>
                <a:gd name="T39" fmla="*/ 48 h 131"/>
                <a:gd name="T40" fmla="*/ 127 w 145"/>
                <a:gd name="T41" fmla="*/ 115 h 131"/>
                <a:gd name="T42" fmla="*/ 145 w 145"/>
                <a:gd name="T43" fmla="*/ 115 h 131"/>
                <a:gd name="T44" fmla="*/ 145 w 145"/>
                <a:gd name="T45" fmla="*/ 131 h 131"/>
                <a:gd name="T46" fmla="*/ 90 w 145"/>
                <a:gd name="T47" fmla="*/ 131 h 131"/>
                <a:gd name="T48" fmla="*/ 90 w 145"/>
                <a:gd name="T49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5" h="131">
                  <a:moveTo>
                    <a:pt x="90" y="115"/>
                  </a:moveTo>
                  <a:cubicBezTo>
                    <a:pt x="106" y="115"/>
                    <a:pt x="106" y="115"/>
                    <a:pt x="106" y="115"/>
                  </a:cubicBezTo>
                  <a:cubicBezTo>
                    <a:pt x="106" y="95"/>
                    <a:pt x="107" y="74"/>
                    <a:pt x="107" y="54"/>
                  </a:cubicBezTo>
                  <a:cubicBezTo>
                    <a:pt x="107" y="41"/>
                    <a:pt x="107" y="17"/>
                    <a:pt x="78" y="17"/>
                  </a:cubicBezTo>
                  <a:cubicBezTo>
                    <a:pt x="60" y="17"/>
                    <a:pt x="40" y="28"/>
                    <a:pt x="40" y="62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59" y="131"/>
                    <a:pt x="59" y="131"/>
                    <a:pt x="59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15"/>
                    <a:pt x="3" y="115"/>
                    <a:pt x="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8"/>
                    <a:pt x="40" y="15"/>
                    <a:pt x="40" y="1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44" y="12"/>
                    <a:pt x="64" y="0"/>
                    <a:pt x="84" y="0"/>
                  </a:cubicBezTo>
                  <a:cubicBezTo>
                    <a:pt x="119" y="0"/>
                    <a:pt x="128" y="24"/>
                    <a:pt x="128" y="48"/>
                  </a:cubicBezTo>
                  <a:cubicBezTo>
                    <a:pt x="128" y="70"/>
                    <a:pt x="127" y="95"/>
                    <a:pt x="127" y="115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90" y="131"/>
                    <a:pt x="90" y="131"/>
                    <a:pt x="90" y="131"/>
                  </a:cubicBezTo>
                  <a:lnTo>
                    <a:pt x="90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6" name="Freeform 728">
              <a:extLst>
                <a:ext uri="{FF2B5EF4-FFF2-40B4-BE49-F238E27FC236}">
                  <a16:creationId xmlns:a16="http://schemas.microsoft.com/office/drawing/2014/main" id="{6FF7AA22-1F3C-4C62-B967-AACF44D32DF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10613" y="12788900"/>
              <a:ext cx="49212" cy="147637"/>
            </a:xfrm>
            <a:custGeom>
              <a:avLst/>
              <a:gdLst>
                <a:gd name="T0" fmla="*/ 23 w 63"/>
                <a:gd name="T1" fmla="*/ 80 h 193"/>
                <a:gd name="T2" fmla="*/ 0 w 63"/>
                <a:gd name="T3" fmla="*/ 80 h 193"/>
                <a:gd name="T4" fmla="*/ 0 w 63"/>
                <a:gd name="T5" fmla="*/ 65 h 193"/>
                <a:gd name="T6" fmla="*/ 44 w 63"/>
                <a:gd name="T7" fmla="*/ 65 h 193"/>
                <a:gd name="T8" fmla="*/ 43 w 63"/>
                <a:gd name="T9" fmla="*/ 177 h 193"/>
                <a:gd name="T10" fmla="*/ 63 w 63"/>
                <a:gd name="T11" fmla="*/ 177 h 193"/>
                <a:gd name="T12" fmla="*/ 63 w 63"/>
                <a:gd name="T13" fmla="*/ 193 h 193"/>
                <a:gd name="T14" fmla="*/ 2 w 63"/>
                <a:gd name="T15" fmla="*/ 193 h 193"/>
                <a:gd name="T16" fmla="*/ 2 w 63"/>
                <a:gd name="T17" fmla="*/ 177 h 193"/>
                <a:gd name="T18" fmla="*/ 22 w 63"/>
                <a:gd name="T19" fmla="*/ 177 h 193"/>
                <a:gd name="T20" fmla="*/ 23 w 63"/>
                <a:gd name="T21" fmla="*/ 80 h 193"/>
                <a:gd name="T22" fmla="*/ 31 w 63"/>
                <a:gd name="T23" fmla="*/ 0 h 193"/>
                <a:gd name="T24" fmla="*/ 46 w 63"/>
                <a:gd name="T25" fmla="*/ 16 h 193"/>
                <a:gd name="T26" fmla="*/ 31 w 63"/>
                <a:gd name="T27" fmla="*/ 31 h 193"/>
                <a:gd name="T28" fmla="*/ 16 w 63"/>
                <a:gd name="T29" fmla="*/ 16 h 193"/>
                <a:gd name="T30" fmla="*/ 31 w 63"/>
                <a:gd name="T3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93">
                  <a:moveTo>
                    <a:pt x="23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3" y="193"/>
                    <a:pt x="63" y="193"/>
                    <a:pt x="63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2" y="177"/>
                    <a:pt x="22" y="177"/>
                    <a:pt x="22" y="177"/>
                  </a:cubicBezTo>
                  <a:lnTo>
                    <a:pt x="23" y="80"/>
                  </a:lnTo>
                  <a:close/>
                  <a:moveTo>
                    <a:pt x="31" y="0"/>
                  </a:moveTo>
                  <a:cubicBezTo>
                    <a:pt x="39" y="0"/>
                    <a:pt x="46" y="7"/>
                    <a:pt x="46" y="16"/>
                  </a:cubicBezTo>
                  <a:cubicBezTo>
                    <a:pt x="46" y="24"/>
                    <a:pt x="39" y="31"/>
                    <a:pt x="31" y="31"/>
                  </a:cubicBezTo>
                  <a:cubicBezTo>
                    <a:pt x="23" y="31"/>
                    <a:pt x="16" y="24"/>
                    <a:pt x="16" y="16"/>
                  </a:cubicBezTo>
                  <a:cubicBezTo>
                    <a:pt x="16" y="7"/>
                    <a:pt x="23" y="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7" name="Freeform 729">
              <a:extLst>
                <a:ext uri="{FF2B5EF4-FFF2-40B4-BE49-F238E27FC236}">
                  <a16:creationId xmlns:a16="http://schemas.microsoft.com/office/drawing/2014/main" id="{7FE6879C-9D96-45F6-B1F5-AAFE34DE79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63000" y="12838113"/>
              <a:ext cx="104775" cy="98425"/>
            </a:xfrm>
            <a:custGeom>
              <a:avLst/>
              <a:gdLst>
                <a:gd name="T0" fmla="*/ 0 w 137"/>
                <a:gd name="T1" fmla="*/ 0 h 128"/>
                <a:gd name="T2" fmla="*/ 52 w 137"/>
                <a:gd name="T3" fmla="*/ 0 h 128"/>
                <a:gd name="T4" fmla="*/ 52 w 137"/>
                <a:gd name="T5" fmla="*/ 15 h 128"/>
                <a:gd name="T6" fmla="*/ 37 w 137"/>
                <a:gd name="T7" fmla="*/ 15 h 128"/>
                <a:gd name="T8" fmla="*/ 66 w 137"/>
                <a:gd name="T9" fmla="*/ 97 h 128"/>
                <a:gd name="T10" fmla="*/ 69 w 137"/>
                <a:gd name="T11" fmla="*/ 108 h 128"/>
                <a:gd name="T12" fmla="*/ 70 w 137"/>
                <a:gd name="T13" fmla="*/ 108 h 128"/>
                <a:gd name="T14" fmla="*/ 72 w 137"/>
                <a:gd name="T15" fmla="*/ 97 h 128"/>
                <a:gd name="T16" fmla="*/ 103 w 137"/>
                <a:gd name="T17" fmla="*/ 15 h 128"/>
                <a:gd name="T18" fmla="*/ 86 w 137"/>
                <a:gd name="T19" fmla="*/ 15 h 128"/>
                <a:gd name="T20" fmla="*/ 86 w 137"/>
                <a:gd name="T21" fmla="*/ 0 h 128"/>
                <a:gd name="T22" fmla="*/ 137 w 137"/>
                <a:gd name="T23" fmla="*/ 0 h 128"/>
                <a:gd name="T24" fmla="*/ 137 w 137"/>
                <a:gd name="T25" fmla="*/ 15 h 128"/>
                <a:gd name="T26" fmla="*/ 123 w 137"/>
                <a:gd name="T27" fmla="*/ 15 h 128"/>
                <a:gd name="T28" fmla="*/ 79 w 137"/>
                <a:gd name="T29" fmla="*/ 128 h 128"/>
                <a:gd name="T30" fmla="*/ 58 w 137"/>
                <a:gd name="T31" fmla="*/ 128 h 128"/>
                <a:gd name="T32" fmla="*/ 14 w 137"/>
                <a:gd name="T33" fmla="*/ 15 h 128"/>
                <a:gd name="T34" fmla="*/ 0 w 137"/>
                <a:gd name="T35" fmla="*/ 15 h 128"/>
                <a:gd name="T36" fmla="*/ 0 w 137"/>
                <a:gd name="T3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28">
                  <a:moveTo>
                    <a:pt x="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8" y="101"/>
                    <a:pt x="68" y="105"/>
                    <a:pt x="69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5"/>
                    <a:pt x="71" y="101"/>
                    <a:pt x="72" y="97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58" y="128"/>
                    <a:pt x="58" y="128"/>
                    <a:pt x="58" y="128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0" y="15"/>
                    <a:pt x="0" y="15"/>
                    <a:pt x="0" y="1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8" name="Freeform 730">
              <a:extLst>
                <a:ext uri="{FF2B5EF4-FFF2-40B4-BE49-F238E27FC236}">
                  <a16:creationId xmlns:a16="http://schemas.microsoft.com/office/drawing/2014/main" id="{49B0D0BB-1C12-4306-8C57-B9516294CB3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74125" y="12836525"/>
              <a:ext cx="87312" cy="103187"/>
            </a:xfrm>
            <a:custGeom>
              <a:avLst/>
              <a:gdLst>
                <a:gd name="T0" fmla="*/ 21 w 114"/>
                <a:gd name="T1" fmla="*/ 68 h 134"/>
                <a:gd name="T2" fmla="*/ 70 w 114"/>
                <a:gd name="T3" fmla="*/ 117 h 134"/>
                <a:gd name="T4" fmla="*/ 108 w 114"/>
                <a:gd name="T5" fmla="*/ 107 h 134"/>
                <a:gd name="T6" fmla="*/ 107 w 114"/>
                <a:gd name="T7" fmla="*/ 125 h 134"/>
                <a:gd name="T8" fmla="*/ 65 w 114"/>
                <a:gd name="T9" fmla="*/ 134 h 134"/>
                <a:gd name="T10" fmla="*/ 0 w 114"/>
                <a:gd name="T11" fmla="*/ 67 h 134"/>
                <a:gd name="T12" fmla="*/ 59 w 114"/>
                <a:gd name="T13" fmla="*/ 0 h 134"/>
                <a:gd name="T14" fmla="*/ 114 w 114"/>
                <a:gd name="T15" fmla="*/ 68 h 134"/>
                <a:gd name="T16" fmla="*/ 21 w 114"/>
                <a:gd name="T17" fmla="*/ 68 h 134"/>
                <a:gd name="T18" fmla="*/ 93 w 114"/>
                <a:gd name="T19" fmla="*/ 53 h 134"/>
                <a:gd name="T20" fmla="*/ 59 w 114"/>
                <a:gd name="T21" fmla="*/ 15 h 134"/>
                <a:gd name="T22" fmla="*/ 21 w 114"/>
                <a:gd name="T23" fmla="*/ 53 h 134"/>
                <a:gd name="T24" fmla="*/ 93 w 114"/>
                <a:gd name="T25" fmla="*/ 5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134">
                  <a:moveTo>
                    <a:pt x="21" y="68"/>
                  </a:moveTo>
                  <a:cubicBezTo>
                    <a:pt x="22" y="95"/>
                    <a:pt x="33" y="117"/>
                    <a:pt x="70" y="117"/>
                  </a:cubicBezTo>
                  <a:cubicBezTo>
                    <a:pt x="84" y="117"/>
                    <a:pt x="97" y="113"/>
                    <a:pt x="108" y="107"/>
                  </a:cubicBezTo>
                  <a:cubicBezTo>
                    <a:pt x="107" y="125"/>
                    <a:pt x="107" y="125"/>
                    <a:pt x="107" y="125"/>
                  </a:cubicBezTo>
                  <a:cubicBezTo>
                    <a:pt x="98" y="129"/>
                    <a:pt x="78" y="134"/>
                    <a:pt x="65" y="134"/>
                  </a:cubicBezTo>
                  <a:cubicBezTo>
                    <a:pt x="25" y="134"/>
                    <a:pt x="0" y="111"/>
                    <a:pt x="0" y="67"/>
                  </a:cubicBezTo>
                  <a:cubicBezTo>
                    <a:pt x="0" y="29"/>
                    <a:pt x="20" y="0"/>
                    <a:pt x="59" y="0"/>
                  </a:cubicBezTo>
                  <a:cubicBezTo>
                    <a:pt x="109" y="0"/>
                    <a:pt x="114" y="46"/>
                    <a:pt x="114" y="68"/>
                  </a:cubicBezTo>
                  <a:lnTo>
                    <a:pt x="21" y="68"/>
                  </a:lnTo>
                  <a:close/>
                  <a:moveTo>
                    <a:pt x="93" y="53"/>
                  </a:moveTo>
                  <a:cubicBezTo>
                    <a:pt x="93" y="33"/>
                    <a:pt x="80" y="15"/>
                    <a:pt x="59" y="15"/>
                  </a:cubicBezTo>
                  <a:cubicBezTo>
                    <a:pt x="37" y="15"/>
                    <a:pt x="22" y="32"/>
                    <a:pt x="21" y="53"/>
                  </a:cubicBezTo>
                  <a:lnTo>
                    <a:pt x="9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9" name="Freeform 731">
              <a:extLst>
                <a:ext uri="{FF2B5EF4-FFF2-40B4-BE49-F238E27FC236}">
                  <a16:creationId xmlns:a16="http://schemas.microsoft.com/office/drawing/2014/main" id="{8A769A8D-EB9B-4C7E-805F-504680E317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74138" y="12836525"/>
              <a:ext cx="74612" cy="100012"/>
            </a:xfrm>
            <a:custGeom>
              <a:avLst/>
              <a:gdLst>
                <a:gd name="T0" fmla="*/ 21 w 96"/>
                <a:gd name="T1" fmla="*/ 17 h 130"/>
                <a:gd name="T2" fmla="*/ 0 w 96"/>
                <a:gd name="T3" fmla="*/ 17 h 130"/>
                <a:gd name="T4" fmla="*/ 0 w 96"/>
                <a:gd name="T5" fmla="*/ 2 h 130"/>
                <a:gd name="T6" fmla="*/ 42 w 96"/>
                <a:gd name="T7" fmla="*/ 2 h 130"/>
                <a:gd name="T8" fmla="*/ 42 w 96"/>
                <a:gd name="T9" fmla="*/ 9 h 130"/>
                <a:gd name="T10" fmla="*/ 39 w 96"/>
                <a:gd name="T11" fmla="*/ 42 h 130"/>
                <a:gd name="T12" fmla="*/ 39 w 96"/>
                <a:gd name="T13" fmla="*/ 42 h 130"/>
                <a:gd name="T14" fmla="*/ 40 w 96"/>
                <a:gd name="T15" fmla="*/ 42 h 130"/>
                <a:gd name="T16" fmla="*/ 83 w 96"/>
                <a:gd name="T17" fmla="*/ 0 h 130"/>
                <a:gd name="T18" fmla="*/ 96 w 96"/>
                <a:gd name="T19" fmla="*/ 2 h 130"/>
                <a:gd name="T20" fmla="*/ 94 w 96"/>
                <a:gd name="T21" fmla="*/ 20 h 130"/>
                <a:gd name="T22" fmla="*/ 80 w 96"/>
                <a:gd name="T23" fmla="*/ 18 h 130"/>
                <a:gd name="T24" fmla="*/ 42 w 96"/>
                <a:gd name="T25" fmla="*/ 66 h 130"/>
                <a:gd name="T26" fmla="*/ 41 w 96"/>
                <a:gd name="T27" fmla="*/ 114 h 130"/>
                <a:gd name="T28" fmla="*/ 62 w 96"/>
                <a:gd name="T29" fmla="*/ 114 h 130"/>
                <a:gd name="T30" fmla="*/ 62 w 96"/>
                <a:gd name="T31" fmla="*/ 130 h 130"/>
                <a:gd name="T32" fmla="*/ 2 w 96"/>
                <a:gd name="T33" fmla="*/ 130 h 130"/>
                <a:gd name="T34" fmla="*/ 2 w 96"/>
                <a:gd name="T35" fmla="*/ 114 h 130"/>
                <a:gd name="T36" fmla="*/ 20 w 96"/>
                <a:gd name="T37" fmla="*/ 114 h 130"/>
                <a:gd name="T38" fmla="*/ 21 w 96"/>
                <a:gd name="T39" fmla="*/ 1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" h="130">
                  <a:moveTo>
                    <a:pt x="21" y="17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16"/>
                    <a:pt x="40" y="31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5" y="23"/>
                    <a:pt x="51" y="0"/>
                    <a:pt x="83" y="0"/>
                  </a:cubicBezTo>
                  <a:cubicBezTo>
                    <a:pt x="85" y="0"/>
                    <a:pt x="95" y="0"/>
                    <a:pt x="96" y="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0" y="19"/>
                    <a:pt x="85" y="18"/>
                    <a:pt x="80" y="18"/>
                  </a:cubicBezTo>
                  <a:cubicBezTo>
                    <a:pt x="54" y="18"/>
                    <a:pt x="42" y="44"/>
                    <a:pt x="42" y="66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2" y="130"/>
                    <a:pt x="62" y="130"/>
                    <a:pt x="6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0" y="114"/>
                    <a:pt x="20" y="114"/>
                    <a:pt x="20" y="114"/>
                  </a:cubicBezTo>
                  <a:lnTo>
                    <a:pt x="21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0" name="Freeform 732">
              <a:extLst>
                <a:ext uri="{FF2B5EF4-FFF2-40B4-BE49-F238E27FC236}">
                  <a16:creationId xmlns:a16="http://schemas.microsoft.com/office/drawing/2014/main" id="{20848079-D602-4BE0-AA8C-BC921F2693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755100" y="12836525"/>
              <a:ext cx="76200" cy="103187"/>
            </a:xfrm>
            <a:custGeom>
              <a:avLst/>
              <a:gdLst>
                <a:gd name="T0" fmla="*/ 92 w 98"/>
                <a:gd name="T1" fmla="*/ 38 h 134"/>
                <a:gd name="T2" fmla="*/ 73 w 98"/>
                <a:gd name="T3" fmla="*/ 38 h 134"/>
                <a:gd name="T4" fmla="*/ 72 w 98"/>
                <a:gd name="T5" fmla="*/ 20 h 134"/>
                <a:gd name="T6" fmla="*/ 50 w 98"/>
                <a:gd name="T7" fmla="*/ 15 h 134"/>
                <a:gd name="T8" fmla="*/ 20 w 98"/>
                <a:gd name="T9" fmla="*/ 35 h 134"/>
                <a:gd name="T10" fmla="*/ 52 w 98"/>
                <a:gd name="T11" fmla="*/ 56 h 134"/>
                <a:gd name="T12" fmla="*/ 98 w 98"/>
                <a:gd name="T13" fmla="*/ 93 h 134"/>
                <a:gd name="T14" fmla="*/ 45 w 98"/>
                <a:gd name="T15" fmla="*/ 134 h 134"/>
                <a:gd name="T16" fmla="*/ 2 w 98"/>
                <a:gd name="T17" fmla="*/ 126 h 134"/>
                <a:gd name="T18" fmla="*/ 1 w 98"/>
                <a:gd name="T19" fmla="*/ 93 h 134"/>
                <a:gd name="T20" fmla="*/ 19 w 98"/>
                <a:gd name="T21" fmla="*/ 93 h 134"/>
                <a:gd name="T22" fmla="*/ 20 w 98"/>
                <a:gd name="T23" fmla="*/ 112 h 134"/>
                <a:gd name="T24" fmla="*/ 49 w 98"/>
                <a:gd name="T25" fmla="*/ 118 h 134"/>
                <a:gd name="T26" fmla="*/ 78 w 98"/>
                <a:gd name="T27" fmla="*/ 97 h 134"/>
                <a:gd name="T28" fmla="*/ 51 w 98"/>
                <a:gd name="T29" fmla="*/ 77 h 134"/>
                <a:gd name="T30" fmla="*/ 0 w 98"/>
                <a:gd name="T31" fmla="*/ 38 h 134"/>
                <a:gd name="T32" fmla="*/ 50 w 98"/>
                <a:gd name="T33" fmla="*/ 0 h 134"/>
                <a:gd name="T34" fmla="*/ 91 w 98"/>
                <a:gd name="T35" fmla="*/ 8 h 134"/>
                <a:gd name="T36" fmla="*/ 92 w 98"/>
                <a:gd name="T37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34">
                  <a:moveTo>
                    <a:pt x="92" y="38"/>
                  </a:moveTo>
                  <a:cubicBezTo>
                    <a:pt x="73" y="38"/>
                    <a:pt x="73" y="38"/>
                    <a:pt x="73" y="3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68" y="16"/>
                    <a:pt x="56" y="15"/>
                    <a:pt x="50" y="15"/>
                  </a:cubicBezTo>
                  <a:cubicBezTo>
                    <a:pt x="37" y="15"/>
                    <a:pt x="20" y="20"/>
                    <a:pt x="20" y="35"/>
                  </a:cubicBezTo>
                  <a:cubicBezTo>
                    <a:pt x="20" y="49"/>
                    <a:pt x="33" y="53"/>
                    <a:pt x="52" y="56"/>
                  </a:cubicBezTo>
                  <a:cubicBezTo>
                    <a:pt x="84" y="62"/>
                    <a:pt x="98" y="72"/>
                    <a:pt x="98" y="93"/>
                  </a:cubicBezTo>
                  <a:cubicBezTo>
                    <a:pt x="98" y="115"/>
                    <a:pt x="82" y="134"/>
                    <a:pt x="45" y="134"/>
                  </a:cubicBezTo>
                  <a:cubicBezTo>
                    <a:pt x="32" y="134"/>
                    <a:pt x="9" y="130"/>
                    <a:pt x="2" y="126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8" y="116"/>
                    <a:pt x="41" y="118"/>
                    <a:pt x="49" y="118"/>
                  </a:cubicBezTo>
                  <a:cubicBezTo>
                    <a:pt x="62" y="118"/>
                    <a:pt x="78" y="112"/>
                    <a:pt x="78" y="97"/>
                  </a:cubicBezTo>
                  <a:cubicBezTo>
                    <a:pt x="78" y="84"/>
                    <a:pt x="65" y="80"/>
                    <a:pt x="51" y="77"/>
                  </a:cubicBezTo>
                  <a:cubicBezTo>
                    <a:pt x="17" y="69"/>
                    <a:pt x="0" y="63"/>
                    <a:pt x="0" y="38"/>
                  </a:cubicBezTo>
                  <a:cubicBezTo>
                    <a:pt x="0" y="18"/>
                    <a:pt x="14" y="0"/>
                    <a:pt x="50" y="0"/>
                  </a:cubicBezTo>
                  <a:cubicBezTo>
                    <a:pt x="61" y="0"/>
                    <a:pt x="81" y="3"/>
                    <a:pt x="91" y="8"/>
                  </a:cubicBezTo>
                  <a:lnTo>
                    <a:pt x="92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1" name="Freeform 733">
              <a:extLst>
                <a:ext uri="{FF2B5EF4-FFF2-40B4-BE49-F238E27FC236}">
                  <a16:creationId xmlns:a16="http://schemas.microsoft.com/office/drawing/2014/main" id="{34B35D88-D233-48FA-8B45-65F26BA405F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844000" y="12788900"/>
              <a:ext cx="47625" cy="147637"/>
            </a:xfrm>
            <a:custGeom>
              <a:avLst/>
              <a:gdLst>
                <a:gd name="T0" fmla="*/ 23 w 63"/>
                <a:gd name="T1" fmla="*/ 80 h 193"/>
                <a:gd name="T2" fmla="*/ 0 w 63"/>
                <a:gd name="T3" fmla="*/ 80 h 193"/>
                <a:gd name="T4" fmla="*/ 0 w 63"/>
                <a:gd name="T5" fmla="*/ 65 h 193"/>
                <a:gd name="T6" fmla="*/ 44 w 63"/>
                <a:gd name="T7" fmla="*/ 65 h 193"/>
                <a:gd name="T8" fmla="*/ 43 w 63"/>
                <a:gd name="T9" fmla="*/ 177 h 193"/>
                <a:gd name="T10" fmla="*/ 63 w 63"/>
                <a:gd name="T11" fmla="*/ 177 h 193"/>
                <a:gd name="T12" fmla="*/ 63 w 63"/>
                <a:gd name="T13" fmla="*/ 193 h 193"/>
                <a:gd name="T14" fmla="*/ 2 w 63"/>
                <a:gd name="T15" fmla="*/ 193 h 193"/>
                <a:gd name="T16" fmla="*/ 2 w 63"/>
                <a:gd name="T17" fmla="*/ 177 h 193"/>
                <a:gd name="T18" fmla="*/ 22 w 63"/>
                <a:gd name="T19" fmla="*/ 177 h 193"/>
                <a:gd name="T20" fmla="*/ 23 w 63"/>
                <a:gd name="T21" fmla="*/ 80 h 193"/>
                <a:gd name="T22" fmla="*/ 31 w 63"/>
                <a:gd name="T23" fmla="*/ 0 h 193"/>
                <a:gd name="T24" fmla="*/ 46 w 63"/>
                <a:gd name="T25" fmla="*/ 16 h 193"/>
                <a:gd name="T26" fmla="*/ 31 w 63"/>
                <a:gd name="T27" fmla="*/ 31 h 193"/>
                <a:gd name="T28" fmla="*/ 16 w 63"/>
                <a:gd name="T29" fmla="*/ 16 h 193"/>
                <a:gd name="T30" fmla="*/ 31 w 63"/>
                <a:gd name="T3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93">
                  <a:moveTo>
                    <a:pt x="23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3" y="193"/>
                    <a:pt x="63" y="193"/>
                    <a:pt x="63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2" y="177"/>
                    <a:pt x="22" y="177"/>
                    <a:pt x="22" y="177"/>
                  </a:cubicBezTo>
                  <a:lnTo>
                    <a:pt x="23" y="80"/>
                  </a:lnTo>
                  <a:close/>
                  <a:moveTo>
                    <a:pt x="31" y="0"/>
                  </a:moveTo>
                  <a:cubicBezTo>
                    <a:pt x="39" y="0"/>
                    <a:pt x="46" y="7"/>
                    <a:pt x="46" y="16"/>
                  </a:cubicBezTo>
                  <a:cubicBezTo>
                    <a:pt x="46" y="24"/>
                    <a:pt x="39" y="31"/>
                    <a:pt x="31" y="31"/>
                  </a:cubicBezTo>
                  <a:cubicBezTo>
                    <a:pt x="23" y="31"/>
                    <a:pt x="16" y="24"/>
                    <a:pt x="16" y="16"/>
                  </a:cubicBezTo>
                  <a:cubicBezTo>
                    <a:pt x="16" y="7"/>
                    <a:pt x="23" y="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2" name="Freeform 734">
              <a:extLst>
                <a:ext uri="{FF2B5EF4-FFF2-40B4-BE49-F238E27FC236}">
                  <a16:creationId xmlns:a16="http://schemas.microsoft.com/office/drawing/2014/main" id="{560630C9-BB62-410D-8B61-053222ED1E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02738" y="12812713"/>
              <a:ext cx="65087" cy="127000"/>
            </a:xfrm>
            <a:custGeom>
              <a:avLst/>
              <a:gdLst>
                <a:gd name="T0" fmla="*/ 0 w 84"/>
                <a:gd name="T1" fmla="*/ 33 h 164"/>
                <a:gd name="T2" fmla="*/ 20 w 84"/>
                <a:gd name="T3" fmla="*/ 33 h 164"/>
                <a:gd name="T4" fmla="*/ 21 w 84"/>
                <a:gd name="T5" fmla="*/ 2 h 164"/>
                <a:gd name="T6" fmla="*/ 41 w 84"/>
                <a:gd name="T7" fmla="*/ 0 h 164"/>
                <a:gd name="T8" fmla="*/ 40 w 84"/>
                <a:gd name="T9" fmla="*/ 33 h 164"/>
                <a:gd name="T10" fmla="*/ 81 w 84"/>
                <a:gd name="T11" fmla="*/ 33 h 164"/>
                <a:gd name="T12" fmla="*/ 81 w 84"/>
                <a:gd name="T13" fmla="*/ 48 h 164"/>
                <a:gd name="T14" fmla="*/ 40 w 84"/>
                <a:gd name="T15" fmla="*/ 48 h 164"/>
                <a:gd name="T16" fmla="*/ 39 w 84"/>
                <a:gd name="T17" fmla="*/ 113 h 164"/>
                <a:gd name="T18" fmla="*/ 59 w 84"/>
                <a:gd name="T19" fmla="*/ 147 h 164"/>
                <a:gd name="T20" fmla="*/ 84 w 84"/>
                <a:gd name="T21" fmla="*/ 141 h 164"/>
                <a:gd name="T22" fmla="*/ 83 w 84"/>
                <a:gd name="T23" fmla="*/ 158 h 164"/>
                <a:gd name="T24" fmla="*/ 55 w 84"/>
                <a:gd name="T25" fmla="*/ 164 h 164"/>
                <a:gd name="T26" fmla="*/ 19 w 84"/>
                <a:gd name="T27" fmla="*/ 122 h 164"/>
                <a:gd name="T28" fmla="*/ 20 w 84"/>
                <a:gd name="T29" fmla="*/ 48 h 164"/>
                <a:gd name="T30" fmla="*/ 0 w 84"/>
                <a:gd name="T31" fmla="*/ 48 h 164"/>
                <a:gd name="T32" fmla="*/ 0 w 84"/>
                <a:gd name="T33" fmla="*/ 3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164">
                  <a:moveTo>
                    <a:pt x="0" y="33"/>
                  </a:moveTo>
                  <a:cubicBezTo>
                    <a:pt x="20" y="33"/>
                    <a:pt x="20" y="33"/>
                    <a:pt x="20" y="3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70"/>
                    <a:pt x="39" y="91"/>
                    <a:pt x="39" y="113"/>
                  </a:cubicBezTo>
                  <a:cubicBezTo>
                    <a:pt x="39" y="131"/>
                    <a:pt x="39" y="147"/>
                    <a:pt x="59" y="147"/>
                  </a:cubicBezTo>
                  <a:cubicBezTo>
                    <a:pt x="69" y="147"/>
                    <a:pt x="79" y="144"/>
                    <a:pt x="84" y="141"/>
                  </a:cubicBezTo>
                  <a:cubicBezTo>
                    <a:pt x="83" y="158"/>
                    <a:pt x="83" y="158"/>
                    <a:pt x="83" y="158"/>
                  </a:cubicBezTo>
                  <a:cubicBezTo>
                    <a:pt x="77" y="161"/>
                    <a:pt x="65" y="164"/>
                    <a:pt x="55" y="164"/>
                  </a:cubicBezTo>
                  <a:cubicBezTo>
                    <a:pt x="19" y="164"/>
                    <a:pt x="19" y="138"/>
                    <a:pt x="19" y="122"/>
                  </a:cubicBezTo>
                  <a:cubicBezTo>
                    <a:pt x="19" y="106"/>
                    <a:pt x="20" y="67"/>
                    <a:pt x="20" y="4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3" name="Freeform 735">
              <a:extLst>
                <a:ext uri="{FF2B5EF4-FFF2-40B4-BE49-F238E27FC236}">
                  <a16:creationId xmlns:a16="http://schemas.microsoft.com/office/drawing/2014/main" id="{AEB9A199-A97A-4E0C-80D6-7131646D2A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67825" y="12838113"/>
              <a:ext cx="106362" cy="147637"/>
            </a:xfrm>
            <a:custGeom>
              <a:avLst/>
              <a:gdLst>
                <a:gd name="T0" fmla="*/ 0 w 137"/>
                <a:gd name="T1" fmla="*/ 0 h 193"/>
                <a:gd name="T2" fmla="*/ 54 w 137"/>
                <a:gd name="T3" fmla="*/ 0 h 193"/>
                <a:gd name="T4" fmla="*/ 54 w 137"/>
                <a:gd name="T5" fmla="*/ 15 h 193"/>
                <a:gd name="T6" fmla="*/ 38 w 137"/>
                <a:gd name="T7" fmla="*/ 15 h 193"/>
                <a:gd name="T8" fmla="*/ 68 w 137"/>
                <a:gd name="T9" fmla="*/ 95 h 193"/>
                <a:gd name="T10" fmla="*/ 72 w 137"/>
                <a:gd name="T11" fmla="*/ 108 h 193"/>
                <a:gd name="T12" fmla="*/ 72 w 137"/>
                <a:gd name="T13" fmla="*/ 108 h 193"/>
                <a:gd name="T14" fmla="*/ 76 w 137"/>
                <a:gd name="T15" fmla="*/ 95 h 193"/>
                <a:gd name="T16" fmla="*/ 104 w 137"/>
                <a:gd name="T17" fmla="*/ 15 h 193"/>
                <a:gd name="T18" fmla="*/ 86 w 137"/>
                <a:gd name="T19" fmla="*/ 15 h 193"/>
                <a:gd name="T20" fmla="*/ 86 w 137"/>
                <a:gd name="T21" fmla="*/ 0 h 193"/>
                <a:gd name="T22" fmla="*/ 137 w 137"/>
                <a:gd name="T23" fmla="*/ 0 h 193"/>
                <a:gd name="T24" fmla="*/ 137 w 137"/>
                <a:gd name="T25" fmla="*/ 15 h 193"/>
                <a:gd name="T26" fmla="*/ 123 w 137"/>
                <a:gd name="T27" fmla="*/ 15 h 193"/>
                <a:gd name="T28" fmla="*/ 84 w 137"/>
                <a:gd name="T29" fmla="*/ 123 h 193"/>
                <a:gd name="T30" fmla="*/ 19 w 137"/>
                <a:gd name="T31" fmla="*/ 193 h 193"/>
                <a:gd name="T32" fmla="*/ 4 w 137"/>
                <a:gd name="T33" fmla="*/ 191 h 193"/>
                <a:gd name="T34" fmla="*/ 4 w 137"/>
                <a:gd name="T35" fmla="*/ 174 h 193"/>
                <a:gd name="T36" fmla="*/ 18 w 137"/>
                <a:gd name="T37" fmla="*/ 176 h 193"/>
                <a:gd name="T38" fmla="*/ 57 w 137"/>
                <a:gd name="T39" fmla="*/ 144 h 193"/>
                <a:gd name="T40" fmla="*/ 62 w 137"/>
                <a:gd name="T41" fmla="*/ 133 h 193"/>
                <a:gd name="T42" fmla="*/ 15 w 137"/>
                <a:gd name="T43" fmla="*/ 15 h 193"/>
                <a:gd name="T44" fmla="*/ 0 w 137"/>
                <a:gd name="T45" fmla="*/ 15 h 193"/>
                <a:gd name="T46" fmla="*/ 0 w 137"/>
                <a:gd name="T4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7" h="193">
                  <a:moveTo>
                    <a:pt x="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70" y="99"/>
                    <a:pt x="71" y="105"/>
                    <a:pt x="72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3" y="105"/>
                    <a:pt x="74" y="99"/>
                    <a:pt x="76" y="95"/>
                  </a:cubicBezTo>
                  <a:cubicBezTo>
                    <a:pt x="104" y="15"/>
                    <a:pt x="104" y="15"/>
                    <a:pt x="104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66" y="173"/>
                    <a:pt x="51" y="193"/>
                    <a:pt x="19" y="193"/>
                  </a:cubicBezTo>
                  <a:cubicBezTo>
                    <a:pt x="13" y="193"/>
                    <a:pt x="7" y="192"/>
                    <a:pt x="4" y="191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7" y="175"/>
                    <a:pt x="13" y="176"/>
                    <a:pt x="18" y="176"/>
                  </a:cubicBezTo>
                  <a:cubicBezTo>
                    <a:pt x="33" y="176"/>
                    <a:pt x="48" y="167"/>
                    <a:pt x="57" y="144"/>
                  </a:cubicBezTo>
                  <a:cubicBezTo>
                    <a:pt x="62" y="133"/>
                    <a:pt x="62" y="133"/>
                    <a:pt x="62" y="133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0" y="15"/>
                    <a:pt x="0" y="15"/>
                    <a:pt x="0" y="1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4" name="Freeform 736">
              <a:extLst>
                <a:ext uri="{FF2B5EF4-FFF2-40B4-BE49-F238E27FC236}">
                  <a16:creationId xmlns:a16="http://schemas.microsoft.com/office/drawing/2014/main" id="{762E83E0-15E6-49B1-83CE-091E57573D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18563" y="12112625"/>
              <a:ext cx="52387" cy="52387"/>
            </a:xfrm>
            <a:custGeom>
              <a:avLst/>
              <a:gdLst>
                <a:gd name="T0" fmla="*/ 67 w 68"/>
                <a:gd name="T1" fmla="*/ 15 h 68"/>
                <a:gd name="T2" fmla="*/ 67 w 68"/>
                <a:gd name="T3" fmla="*/ 16 h 68"/>
                <a:gd name="T4" fmla="*/ 60 w 68"/>
                <a:gd name="T5" fmla="*/ 26 h 68"/>
                <a:gd name="T6" fmla="*/ 60 w 68"/>
                <a:gd name="T7" fmla="*/ 25 h 68"/>
                <a:gd name="T8" fmla="*/ 56 w 68"/>
                <a:gd name="T9" fmla="*/ 9 h 68"/>
                <a:gd name="T10" fmla="*/ 41 w 68"/>
                <a:gd name="T11" fmla="*/ 12 h 68"/>
                <a:gd name="T12" fmla="*/ 41 w 68"/>
                <a:gd name="T13" fmla="*/ 35 h 68"/>
                <a:gd name="T14" fmla="*/ 38 w 68"/>
                <a:gd name="T15" fmla="*/ 60 h 68"/>
                <a:gd name="T16" fmla="*/ 13 w 68"/>
                <a:gd name="T17" fmla="*/ 62 h 68"/>
                <a:gd name="T18" fmla="*/ 1 w 68"/>
                <a:gd name="T19" fmla="*/ 52 h 68"/>
                <a:gd name="T20" fmla="*/ 1 w 68"/>
                <a:gd name="T21" fmla="*/ 50 h 68"/>
                <a:gd name="T22" fmla="*/ 10 w 68"/>
                <a:gd name="T23" fmla="*/ 38 h 68"/>
                <a:gd name="T24" fmla="*/ 10 w 68"/>
                <a:gd name="T25" fmla="*/ 40 h 68"/>
                <a:gd name="T26" fmla="*/ 14 w 68"/>
                <a:gd name="T27" fmla="*/ 57 h 68"/>
                <a:gd name="T28" fmla="*/ 30 w 68"/>
                <a:gd name="T29" fmla="*/ 56 h 68"/>
                <a:gd name="T30" fmla="*/ 30 w 68"/>
                <a:gd name="T31" fmla="*/ 33 h 68"/>
                <a:gd name="T32" fmla="*/ 35 w 68"/>
                <a:gd name="T33" fmla="*/ 5 h 68"/>
                <a:gd name="T34" fmla="*/ 58 w 68"/>
                <a:gd name="T35" fmla="*/ 5 h 68"/>
                <a:gd name="T36" fmla="*/ 65 w 68"/>
                <a:gd name="T37" fmla="*/ 12 h 68"/>
                <a:gd name="T38" fmla="*/ 67 w 68"/>
                <a:gd name="T39" fmla="*/ 14 h 68"/>
                <a:gd name="T40" fmla="*/ 67 w 68"/>
                <a:gd name="T41" fmla="*/ 1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68">
                  <a:moveTo>
                    <a:pt x="67" y="15"/>
                  </a:moveTo>
                  <a:cubicBezTo>
                    <a:pt x="68" y="15"/>
                    <a:pt x="68" y="16"/>
                    <a:pt x="67" y="16"/>
                  </a:cubicBezTo>
                  <a:cubicBezTo>
                    <a:pt x="66" y="17"/>
                    <a:pt x="61" y="25"/>
                    <a:pt x="60" y="26"/>
                  </a:cubicBezTo>
                  <a:cubicBezTo>
                    <a:pt x="59" y="27"/>
                    <a:pt x="59" y="25"/>
                    <a:pt x="60" y="25"/>
                  </a:cubicBezTo>
                  <a:cubicBezTo>
                    <a:pt x="60" y="23"/>
                    <a:pt x="62" y="15"/>
                    <a:pt x="56" y="9"/>
                  </a:cubicBezTo>
                  <a:cubicBezTo>
                    <a:pt x="51" y="5"/>
                    <a:pt x="44" y="8"/>
                    <a:pt x="41" y="12"/>
                  </a:cubicBezTo>
                  <a:cubicBezTo>
                    <a:pt x="38" y="17"/>
                    <a:pt x="38" y="21"/>
                    <a:pt x="41" y="35"/>
                  </a:cubicBezTo>
                  <a:cubicBezTo>
                    <a:pt x="45" y="49"/>
                    <a:pt x="44" y="54"/>
                    <a:pt x="38" y="60"/>
                  </a:cubicBezTo>
                  <a:cubicBezTo>
                    <a:pt x="34" y="65"/>
                    <a:pt x="23" y="68"/>
                    <a:pt x="13" y="62"/>
                  </a:cubicBezTo>
                  <a:cubicBezTo>
                    <a:pt x="3" y="55"/>
                    <a:pt x="3" y="53"/>
                    <a:pt x="1" y="52"/>
                  </a:cubicBezTo>
                  <a:cubicBezTo>
                    <a:pt x="0" y="52"/>
                    <a:pt x="0" y="51"/>
                    <a:pt x="1" y="50"/>
                  </a:cubicBezTo>
                  <a:cubicBezTo>
                    <a:pt x="3" y="48"/>
                    <a:pt x="9" y="39"/>
                    <a:pt x="10" y="38"/>
                  </a:cubicBezTo>
                  <a:cubicBezTo>
                    <a:pt x="10" y="37"/>
                    <a:pt x="11" y="38"/>
                    <a:pt x="10" y="40"/>
                  </a:cubicBezTo>
                  <a:cubicBezTo>
                    <a:pt x="9" y="42"/>
                    <a:pt x="5" y="52"/>
                    <a:pt x="14" y="57"/>
                  </a:cubicBezTo>
                  <a:cubicBezTo>
                    <a:pt x="22" y="63"/>
                    <a:pt x="27" y="59"/>
                    <a:pt x="30" y="56"/>
                  </a:cubicBezTo>
                  <a:cubicBezTo>
                    <a:pt x="33" y="52"/>
                    <a:pt x="34" y="49"/>
                    <a:pt x="30" y="33"/>
                  </a:cubicBezTo>
                  <a:cubicBezTo>
                    <a:pt x="26" y="16"/>
                    <a:pt x="29" y="10"/>
                    <a:pt x="35" y="5"/>
                  </a:cubicBezTo>
                  <a:cubicBezTo>
                    <a:pt x="42" y="0"/>
                    <a:pt x="50" y="0"/>
                    <a:pt x="58" y="5"/>
                  </a:cubicBezTo>
                  <a:cubicBezTo>
                    <a:pt x="62" y="8"/>
                    <a:pt x="64" y="11"/>
                    <a:pt x="65" y="12"/>
                  </a:cubicBezTo>
                  <a:cubicBezTo>
                    <a:pt x="66" y="13"/>
                    <a:pt x="66" y="14"/>
                    <a:pt x="67" y="14"/>
                  </a:cubicBezTo>
                  <a:cubicBezTo>
                    <a:pt x="67" y="14"/>
                    <a:pt x="67" y="14"/>
                    <a:pt x="67" y="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5" name="Freeform 737">
              <a:extLst>
                <a:ext uri="{FF2B5EF4-FFF2-40B4-BE49-F238E27FC236}">
                  <a16:creationId xmlns:a16="http://schemas.microsoft.com/office/drawing/2014/main" id="{6909A09D-443E-403A-8D7F-65AA8F6EF7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58200" y="12271375"/>
              <a:ext cx="57150" cy="33337"/>
            </a:xfrm>
            <a:custGeom>
              <a:avLst/>
              <a:gdLst>
                <a:gd name="T0" fmla="*/ 6 w 76"/>
                <a:gd name="T1" fmla="*/ 0 h 44"/>
                <a:gd name="T2" fmla="*/ 8 w 76"/>
                <a:gd name="T3" fmla="*/ 0 h 44"/>
                <a:gd name="T4" fmla="*/ 19 w 76"/>
                <a:gd name="T5" fmla="*/ 2 h 44"/>
                <a:gd name="T6" fmla="*/ 16 w 76"/>
                <a:gd name="T7" fmla="*/ 4 h 44"/>
                <a:gd name="T8" fmla="*/ 7 w 76"/>
                <a:gd name="T9" fmla="*/ 14 h 44"/>
                <a:gd name="T10" fmla="*/ 13 w 76"/>
                <a:gd name="T11" fmla="*/ 26 h 44"/>
                <a:gd name="T12" fmla="*/ 35 w 76"/>
                <a:gd name="T13" fmla="*/ 16 h 44"/>
                <a:gd name="T14" fmla="*/ 61 w 76"/>
                <a:gd name="T15" fmla="*/ 7 h 44"/>
                <a:gd name="T16" fmla="*/ 73 w 76"/>
                <a:gd name="T17" fmla="*/ 29 h 44"/>
                <a:gd name="T18" fmla="*/ 67 w 76"/>
                <a:gd name="T19" fmla="*/ 43 h 44"/>
                <a:gd name="T20" fmla="*/ 64 w 76"/>
                <a:gd name="T21" fmla="*/ 44 h 44"/>
                <a:gd name="T22" fmla="*/ 52 w 76"/>
                <a:gd name="T23" fmla="*/ 42 h 44"/>
                <a:gd name="T24" fmla="*/ 52 w 76"/>
                <a:gd name="T25" fmla="*/ 40 h 44"/>
                <a:gd name="T26" fmla="*/ 68 w 76"/>
                <a:gd name="T27" fmla="*/ 29 h 44"/>
                <a:gd name="T28" fmla="*/ 60 w 76"/>
                <a:gd name="T29" fmla="*/ 17 h 44"/>
                <a:gd name="T30" fmla="*/ 38 w 76"/>
                <a:gd name="T31" fmla="*/ 26 h 44"/>
                <a:gd name="T32" fmla="*/ 11 w 76"/>
                <a:gd name="T33" fmla="*/ 34 h 44"/>
                <a:gd name="T34" fmla="*/ 2 w 76"/>
                <a:gd name="T35" fmla="*/ 14 h 44"/>
                <a:gd name="T36" fmla="*/ 6 w 76"/>
                <a:gd name="T37" fmla="*/ 2 h 44"/>
                <a:gd name="T38" fmla="*/ 6 w 76"/>
                <a:gd name="T3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44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10" y="1"/>
                    <a:pt x="16" y="2"/>
                    <a:pt x="19" y="2"/>
                  </a:cubicBezTo>
                  <a:cubicBezTo>
                    <a:pt x="20" y="2"/>
                    <a:pt x="17" y="4"/>
                    <a:pt x="16" y="4"/>
                  </a:cubicBezTo>
                  <a:cubicBezTo>
                    <a:pt x="14" y="4"/>
                    <a:pt x="9" y="5"/>
                    <a:pt x="7" y="14"/>
                  </a:cubicBezTo>
                  <a:cubicBezTo>
                    <a:pt x="5" y="20"/>
                    <a:pt x="9" y="25"/>
                    <a:pt x="13" y="26"/>
                  </a:cubicBezTo>
                  <a:cubicBezTo>
                    <a:pt x="21" y="27"/>
                    <a:pt x="24" y="24"/>
                    <a:pt x="35" y="16"/>
                  </a:cubicBezTo>
                  <a:cubicBezTo>
                    <a:pt x="47" y="7"/>
                    <a:pt x="54" y="5"/>
                    <a:pt x="61" y="7"/>
                  </a:cubicBezTo>
                  <a:cubicBezTo>
                    <a:pt x="68" y="9"/>
                    <a:pt x="76" y="18"/>
                    <a:pt x="73" y="29"/>
                  </a:cubicBezTo>
                  <a:cubicBezTo>
                    <a:pt x="71" y="39"/>
                    <a:pt x="68" y="41"/>
                    <a:pt x="67" y="43"/>
                  </a:cubicBezTo>
                  <a:cubicBezTo>
                    <a:pt x="67" y="44"/>
                    <a:pt x="66" y="44"/>
                    <a:pt x="64" y="44"/>
                  </a:cubicBezTo>
                  <a:cubicBezTo>
                    <a:pt x="62" y="43"/>
                    <a:pt x="53" y="42"/>
                    <a:pt x="52" y="42"/>
                  </a:cubicBezTo>
                  <a:cubicBezTo>
                    <a:pt x="49" y="41"/>
                    <a:pt x="50" y="40"/>
                    <a:pt x="52" y="40"/>
                  </a:cubicBezTo>
                  <a:cubicBezTo>
                    <a:pt x="56" y="40"/>
                    <a:pt x="66" y="38"/>
                    <a:pt x="68" y="29"/>
                  </a:cubicBezTo>
                  <a:cubicBezTo>
                    <a:pt x="69" y="21"/>
                    <a:pt x="65" y="18"/>
                    <a:pt x="60" y="17"/>
                  </a:cubicBezTo>
                  <a:cubicBezTo>
                    <a:pt x="56" y="16"/>
                    <a:pt x="51" y="16"/>
                    <a:pt x="38" y="26"/>
                  </a:cubicBezTo>
                  <a:cubicBezTo>
                    <a:pt x="24" y="38"/>
                    <a:pt x="19" y="38"/>
                    <a:pt x="11" y="34"/>
                  </a:cubicBezTo>
                  <a:cubicBezTo>
                    <a:pt x="3" y="31"/>
                    <a:pt x="0" y="24"/>
                    <a:pt x="2" y="14"/>
                  </a:cubicBezTo>
                  <a:cubicBezTo>
                    <a:pt x="3" y="8"/>
                    <a:pt x="6" y="3"/>
                    <a:pt x="6" y="2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6" name="Freeform 738">
              <a:extLst>
                <a:ext uri="{FF2B5EF4-FFF2-40B4-BE49-F238E27FC236}">
                  <a16:creationId xmlns:a16="http://schemas.microsoft.com/office/drawing/2014/main" id="{67D8A5D9-4D8A-4BEE-932D-658A591ED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69350" y="12519025"/>
              <a:ext cx="36512" cy="58737"/>
            </a:xfrm>
            <a:custGeom>
              <a:avLst/>
              <a:gdLst>
                <a:gd name="T0" fmla="*/ 19 w 46"/>
                <a:gd name="T1" fmla="*/ 76 h 76"/>
                <a:gd name="T2" fmla="*/ 18 w 46"/>
                <a:gd name="T3" fmla="*/ 74 h 76"/>
                <a:gd name="T4" fmla="*/ 15 w 46"/>
                <a:gd name="T5" fmla="*/ 65 h 76"/>
                <a:gd name="T6" fmla="*/ 16 w 46"/>
                <a:gd name="T7" fmla="*/ 65 h 76"/>
                <a:gd name="T8" fmla="*/ 30 w 46"/>
                <a:gd name="T9" fmla="*/ 70 h 76"/>
                <a:gd name="T10" fmla="*/ 38 w 46"/>
                <a:gd name="T11" fmla="*/ 57 h 76"/>
                <a:gd name="T12" fmla="*/ 18 w 46"/>
                <a:gd name="T13" fmla="*/ 43 h 76"/>
                <a:gd name="T14" fmla="*/ 1 w 46"/>
                <a:gd name="T15" fmla="*/ 26 h 76"/>
                <a:gd name="T16" fmla="*/ 16 w 46"/>
                <a:gd name="T17" fmla="*/ 4 h 76"/>
                <a:gd name="T18" fmla="*/ 30 w 46"/>
                <a:gd name="T19" fmla="*/ 0 h 76"/>
                <a:gd name="T20" fmla="*/ 32 w 46"/>
                <a:gd name="T21" fmla="*/ 3 h 76"/>
                <a:gd name="T22" fmla="*/ 36 w 46"/>
                <a:gd name="T23" fmla="*/ 15 h 76"/>
                <a:gd name="T24" fmla="*/ 34 w 46"/>
                <a:gd name="T25" fmla="*/ 16 h 76"/>
                <a:gd name="T26" fmla="*/ 18 w 46"/>
                <a:gd name="T27" fmla="*/ 8 h 76"/>
                <a:gd name="T28" fmla="*/ 9 w 46"/>
                <a:gd name="T29" fmla="*/ 21 h 76"/>
                <a:gd name="T30" fmla="*/ 28 w 46"/>
                <a:gd name="T31" fmla="*/ 36 h 76"/>
                <a:gd name="T32" fmla="*/ 46 w 46"/>
                <a:gd name="T33" fmla="*/ 57 h 76"/>
                <a:gd name="T34" fmla="*/ 31 w 46"/>
                <a:gd name="T35" fmla="*/ 74 h 76"/>
                <a:gd name="T36" fmla="*/ 23 w 46"/>
                <a:gd name="T37" fmla="*/ 75 h 76"/>
                <a:gd name="T38" fmla="*/ 20 w 46"/>
                <a:gd name="T39" fmla="*/ 75 h 76"/>
                <a:gd name="T40" fmla="*/ 19 w 46"/>
                <a:gd name="T4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76">
                  <a:moveTo>
                    <a:pt x="19" y="76"/>
                  </a:moveTo>
                  <a:cubicBezTo>
                    <a:pt x="18" y="76"/>
                    <a:pt x="18" y="75"/>
                    <a:pt x="18" y="74"/>
                  </a:cubicBezTo>
                  <a:cubicBezTo>
                    <a:pt x="18" y="74"/>
                    <a:pt x="16" y="66"/>
                    <a:pt x="15" y="65"/>
                  </a:cubicBezTo>
                  <a:cubicBezTo>
                    <a:pt x="15" y="65"/>
                    <a:pt x="16" y="65"/>
                    <a:pt x="16" y="65"/>
                  </a:cubicBezTo>
                  <a:cubicBezTo>
                    <a:pt x="18" y="67"/>
                    <a:pt x="23" y="72"/>
                    <a:pt x="30" y="70"/>
                  </a:cubicBezTo>
                  <a:cubicBezTo>
                    <a:pt x="36" y="68"/>
                    <a:pt x="39" y="62"/>
                    <a:pt x="38" y="57"/>
                  </a:cubicBezTo>
                  <a:cubicBezTo>
                    <a:pt x="36" y="52"/>
                    <a:pt x="30" y="49"/>
                    <a:pt x="18" y="43"/>
                  </a:cubicBezTo>
                  <a:cubicBezTo>
                    <a:pt x="6" y="38"/>
                    <a:pt x="2" y="32"/>
                    <a:pt x="1" y="26"/>
                  </a:cubicBezTo>
                  <a:cubicBezTo>
                    <a:pt x="0" y="18"/>
                    <a:pt x="5" y="7"/>
                    <a:pt x="16" y="4"/>
                  </a:cubicBezTo>
                  <a:cubicBezTo>
                    <a:pt x="26" y="1"/>
                    <a:pt x="28" y="1"/>
                    <a:pt x="30" y="0"/>
                  </a:cubicBezTo>
                  <a:cubicBezTo>
                    <a:pt x="31" y="0"/>
                    <a:pt x="31" y="3"/>
                    <a:pt x="32" y="3"/>
                  </a:cubicBezTo>
                  <a:cubicBezTo>
                    <a:pt x="33" y="6"/>
                    <a:pt x="35" y="14"/>
                    <a:pt x="36" y="15"/>
                  </a:cubicBezTo>
                  <a:cubicBezTo>
                    <a:pt x="36" y="16"/>
                    <a:pt x="35" y="17"/>
                    <a:pt x="34" y="16"/>
                  </a:cubicBezTo>
                  <a:cubicBezTo>
                    <a:pt x="33" y="13"/>
                    <a:pt x="27" y="5"/>
                    <a:pt x="18" y="8"/>
                  </a:cubicBezTo>
                  <a:cubicBezTo>
                    <a:pt x="10" y="11"/>
                    <a:pt x="8" y="17"/>
                    <a:pt x="9" y="21"/>
                  </a:cubicBezTo>
                  <a:cubicBezTo>
                    <a:pt x="11" y="25"/>
                    <a:pt x="12" y="29"/>
                    <a:pt x="28" y="36"/>
                  </a:cubicBezTo>
                  <a:cubicBezTo>
                    <a:pt x="43" y="42"/>
                    <a:pt x="46" y="49"/>
                    <a:pt x="46" y="57"/>
                  </a:cubicBezTo>
                  <a:cubicBezTo>
                    <a:pt x="46" y="65"/>
                    <a:pt x="40" y="71"/>
                    <a:pt x="31" y="74"/>
                  </a:cubicBezTo>
                  <a:cubicBezTo>
                    <a:pt x="26" y="75"/>
                    <a:pt x="25" y="75"/>
                    <a:pt x="23" y="75"/>
                  </a:cubicBezTo>
                  <a:cubicBezTo>
                    <a:pt x="22" y="75"/>
                    <a:pt x="21" y="75"/>
                    <a:pt x="20" y="75"/>
                  </a:cubicBezTo>
                  <a:cubicBezTo>
                    <a:pt x="20" y="75"/>
                    <a:pt x="20" y="76"/>
                    <a:pt x="19" y="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7" name="Freeform 739">
              <a:extLst>
                <a:ext uri="{FF2B5EF4-FFF2-40B4-BE49-F238E27FC236}">
                  <a16:creationId xmlns:a16="http://schemas.microsoft.com/office/drawing/2014/main" id="{71105CFE-4683-417F-8FDE-9D19F1258B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53488" y="12134850"/>
              <a:ext cx="58737" cy="55562"/>
            </a:xfrm>
            <a:custGeom>
              <a:avLst/>
              <a:gdLst>
                <a:gd name="T0" fmla="*/ 29 w 77"/>
                <a:gd name="T1" fmla="*/ 4 h 74"/>
                <a:gd name="T2" fmla="*/ 35 w 77"/>
                <a:gd name="T3" fmla="*/ 0 h 74"/>
                <a:gd name="T4" fmla="*/ 39 w 77"/>
                <a:gd name="T5" fmla="*/ 1 h 74"/>
                <a:gd name="T6" fmla="*/ 56 w 77"/>
                <a:gd name="T7" fmla="*/ 19 h 74"/>
                <a:gd name="T8" fmla="*/ 74 w 77"/>
                <a:gd name="T9" fmla="*/ 36 h 74"/>
                <a:gd name="T10" fmla="*/ 75 w 77"/>
                <a:gd name="T11" fmla="*/ 39 h 74"/>
                <a:gd name="T12" fmla="*/ 69 w 77"/>
                <a:gd name="T13" fmla="*/ 42 h 74"/>
                <a:gd name="T14" fmla="*/ 68 w 77"/>
                <a:gd name="T15" fmla="*/ 41 h 74"/>
                <a:gd name="T16" fmla="*/ 64 w 77"/>
                <a:gd name="T17" fmla="*/ 35 h 74"/>
                <a:gd name="T18" fmla="*/ 56 w 77"/>
                <a:gd name="T19" fmla="*/ 27 h 74"/>
                <a:gd name="T20" fmla="*/ 54 w 77"/>
                <a:gd name="T21" fmla="*/ 26 h 74"/>
                <a:gd name="T22" fmla="*/ 37 w 77"/>
                <a:gd name="T23" fmla="*/ 44 h 74"/>
                <a:gd name="T24" fmla="*/ 16 w 77"/>
                <a:gd name="T25" fmla="*/ 67 h 74"/>
                <a:gd name="T26" fmla="*/ 16 w 77"/>
                <a:gd name="T27" fmla="*/ 71 h 74"/>
                <a:gd name="T28" fmla="*/ 16 w 77"/>
                <a:gd name="T29" fmla="*/ 73 h 74"/>
                <a:gd name="T30" fmla="*/ 8 w 77"/>
                <a:gd name="T31" fmla="*/ 65 h 74"/>
                <a:gd name="T32" fmla="*/ 1 w 77"/>
                <a:gd name="T33" fmla="*/ 58 h 74"/>
                <a:gd name="T34" fmla="*/ 2 w 77"/>
                <a:gd name="T35" fmla="*/ 58 h 74"/>
                <a:gd name="T36" fmla="*/ 8 w 77"/>
                <a:gd name="T37" fmla="*/ 58 h 74"/>
                <a:gd name="T38" fmla="*/ 29 w 77"/>
                <a:gd name="T39" fmla="*/ 38 h 74"/>
                <a:gd name="T40" fmla="*/ 47 w 77"/>
                <a:gd name="T41" fmla="*/ 20 h 74"/>
                <a:gd name="T42" fmla="*/ 47 w 77"/>
                <a:gd name="T43" fmla="*/ 17 h 74"/>
                <a:gd name="T44" fmla="*/ 35 w 77"/>
                <a:gd name="T45" fmla="*/ 6 h 74"/>
                <a:gd name="T46" fmla="*/ 30 w 77"/>
                <a:gd name="T47" fmla="*/ 5 h 74"/>
                <a:gd name="T48" fmla="*/ 29 w 77"/>
                <a:gd name="T49" fmla="*/ 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" h="74">
                  <a:moveTo>
                    <a:pt x="29" y="4"/>
                  </a:moveTo>
                  <a:cubicBezTo>
                    <a:pt x="31" y="3"/>
                    <a:pt x="33" y="2"/>
                    <a:pt x="35" y="0"/>
                  </a:cubicBezTo>
                  <a:cubicBezTo>
                    <a:pt x="36" y="0"/>
                    <a:pt x="38" y="0"/>
                    <a:pt x="39" y="1"/>
                  </a:cubicBezTo>
                  <a:cubicBezTo>
                    <a:pt x="39" y="2"/>
                    <a:pt x="53" y="16"/>
                    <a:pt x="56" y="19"/>
                  </a:cubicBezTo>
                  <a:cubicBezTo>
                    <a:pt x="60" y="23"/>
                    <a:pt x="72" y="34"/>
                    <a:pt x="74" y="36"/>
                  </a:cubicBezTo>
                  <a:cubicBezTo>
                    <a:pt x="75" y="37"/>
                    <a:pt x="77" y="38"/>
                    <a:pt x="75" y="39"/>
                  </a:cubicBezTo>
                  <a:cubicBezTo>
                    <a:pt x="74" y="40"/>
                    <a:pt x="70" y="42"/>
                    <a:pt x="69" y="42"/>
                  </a:cubicBezTo>
                  <a:cubicBezTo>
                    <a:pt x="68" y="43"/>
                    <a:pt x="68" y="43"/>
                    <a:pt x="68" y="41"/>
                  </a:cubicBezTo>
                  <a:cubicBezTo>
                    <a:pt x="68" y="40"/>
                    <a:pt x="68" y="38"/>
                    <a:pt x="64" y="35"/>
                  </a:cubicBezTo>
                  <a:cubicBezTo>
                    <a:pt x="61" y="31"/>
                    <a:pt x="57" y="27"/>
                    <a:pt x="56" y="27"/>
                  </a:cubicBezTo>
                  <a:cubicBezTo>
                    <a:pt x="55" y="26"/>
                    <a:pt x="55" y="26"/>
                    <a:pt x="54" y="26"/>
                  </a:cubicBezTo>
                  <a:cubicBezTo>
                    <a:pt x="53" y="27"/>
                    <a:pt x="40" y="41"/>
                    <a:pt x="37" y="44"/>
                  </a:cubicBezTo>
                  <a:cubicBezTo>
                    <a:pt x="34" y="47"/>
                    <a:pt x="16" y="65"/>
                    <a:pt x="16" y="67"/>
                  </a:cubicBezTo>
                  <a:cubicBezTo>
                    <a:pt x="15" y="70"/>
                    <a:pt x="16" y="71"/>
                    <a:pt x="16" y="71"/>
                  </a:cubicBezTo>
                  <a:cubicBezTo>
                    <a:pt x="17" y="72"/>
                    <a:pt x="17" y="74"/>
                    <a:pt x="16" y="73"/>
                  </a:cubicBezTo>
                  <a:cubicBezTo>
                    <a:pt x="15" y="72"/>
                    <a:pt x="10" y="66"/>
                    <a:pt x="8" y="65"/>
                  </a:cubicBezTo>
                  <a:cubicBezTo>
                    <a:pt x="7" y="63"/>
                    <a:pt x="1" y="59"/>
                    <a:pt x="1" y="58"/>
                  </a:cubicBezTo>
                  <a:cubicBezTo>
                    <a:pt x="0" y="58"/>
                    <a:pt x="0" y="57"/>
                    <a:pt x="2" y="58"/>
                  </a:cubicBezTo>
                  <a:cubicBezTo>
                    <a:pt x="3" y="58"/>
                    <a:pt x="5" y="59"/>
                    <a:pt x="8" y="58"/>
                  </a:cubicBezTo>
                  <a:cubicBezTo>
                    <a:pt x="12" y="56"/>
                    <a:pt x="27" y="40"/>
                    <a:pt x="29" y="38"/>
                  </a:cubicBezTo>
                  <a:cubicBezTo>
                    <a:pt x="31" y="36"/>
                    <a:pt x="46" y="20"/>
                    <a:pt x="47" y="20"/>
                  </a:cubicBezTo>
                  <a:cubicBezTo>
                    <a:pt x="47" y="19"/>
                    <a:pt x="48" y="19"/>
                    <a:pt x="47" y="17"/>
                  </a:cubicBezTo>
                  <a:cubicBezTo>
                    <a:pt x="45" y="16"/>
                    <a:pt x="36" y="8"/>
                    <a:pt x="35" y="6"/>
                  </a:cubicBezTo>
                  <a:cubicBezTo>
                    <a:pt x="33" y="5"/>
                    <a:pt x="32" y="5"/>
                    <a:pt x="30" y="5"/>
                  </a:cubicBezTo>
                  <a:cubicBezTo>
                    <a:pt x="29" y="5"/>
                    <a:pt x="28" y="5"/>
                    <a:pt x="29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8" name="Freeform 740">
              <a:extLst>
                <a:ext uri="{FF2B5EF4-FFF2-40B4-BE49-F238E27FC236}">
                  <a16:creationId xmlns:a16="http://schemas.microsoft.com/office/drawing/2014/main" id="{E607842C-0779-4AF4-8570-0FFF715FCC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2013" y="12180888"/>
              <a:ext cx="60325" cy="52387"/>
            </a:xfrm>
            <a:custGeom>
              <a:avLst/>
              <a:gdLst>
                <a:gd name="T0" fmla="*/ 7 w 78"/>
                <a:gd name="T1" fmla="*/ 55 h 69"/>
                <a:gd name="T2" fmla="*/ 1 w 78"/>
                <a:gd name="T3" fmla="*/ 49 h 69"/>
                <a:gd name="T4" fmla="*/ 1 w 78"/>
                <a:gd name="T5" fmla="*/ 47 h 69"/>
                <a:gd name="T6" fmla="*/ 14 w 78"/>
                <a:gd name="T7" fmla="*/ 25 h 69"/>
                <a:gd name="T8" fmla="*/ 26 w 78"/>
                <a:gd name="T9" fmla="*/ 3 h 69"/>
                <a:gd name="T10" fmla="*/ 29 w 78"/>
                <a:gd name="T11" fmla="*/ 1 h 69"/>
                <a:gd name="T12" fmla="*/ 34 w 78"/>
                <a:gd name="T13" fmla="*/ 6 h 69"/>
                <a:gd name="T14" fmla="*/ 33 w 78"/>
                <a:gd name="T15" fmla="*/ 6 h 69"/>
                <a:gd name="T16" fmla="*/ 28 w 78"/>
                <a:gd name="T17" fmla="*/ 13 h 69"/>
                <a:gd name="T18" fmla="*/ 22 w 78"/>
                <a:gd name="T19" fmla="*/ 22 h 69"/>
                <a:gd name="T20" fmla="*/ 23 w 78"/>
                <a:gd name="T21" fmla="*/ 24 h 69"/>
                <a:gd name="T22" fmla="*/ 44 w 78"/>
                <a:gd name="T23" fmla="*/ 37 h 69"/>
                <a:gd name="T24" fmla="*/ 72 w 78"/>
                <a:gd name="T25" fmla="*/ 51 h 69"/>
                <a:gd name="T26" fmla="*/ 75 w 78"/>
                <a:gd name="T27" fmla="*/ 50 h 69"/>
                <a:gd name="T28" fmla="*/ 77 w 78"/>
                <a:gd name="T29" fmla="*/ 50 h 69"/>
                <a:gd name="T30" fmla="*/ 71 w 78"/>
                <a:gd name="T31" fmla="*/ 59 h 69"/>
                <a:gd name="T32" fmla="*/ 66 w 78"/>
                <a:gd name="T33" fmla="*/ 68 h 69"/>
                <a:gd name="T34" fmla="*/ 66 w 78"/>
                <a:gd name="T35" fmla="*/ 66 h 69"/>
                <a:gd name="T36" fmla="*/ 65 w 78"/>
                <a:gd name="T37" fmla="*/ 62 h 69"/>
                <a:gd name="T38" fmla="*/ 40 w 78"/>
                <a:gd name="T39" fmla="*/ 46 h 69"/>
                <a:gd name="T40" fmla="*/ 18 w 78"/>
                <a:gd name="T41" fmla="*/ 34 h 69"/>
                <a:gd name="T42" fmla="*/ 15 w 78"/>
                <a:gd name="T43" fmla="*/ 34 h 69"/>
                <a:gd name="T44" fmla="*/ 7 w 78"/>
                <a:gd name="T45" fmla="*/ 50 h 69"/>
                <a:gd name="T46" fmla="*/ 7 w 78"/>
                <a:gd name="T47" fmla="*/ 53 h 69"/>
                <a:gd name="T48" fmla="*/ 7 w 78"/>
                <a:gd name="T49" fmla="*/ 5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69">
                  <a:moveTo>
                    <a:pt x="7" y="55"/>
                  </a:moveTo>
                  <a:cubicBezTo>
                    <a:pt x="6" y="53"/>
                    <a:pt x="3" y="51"/>
                    <a:pt x="1" y="49"/>
                  </a:cubicBezTo>
                  <a:cubicBezTo>
                    <a:pt x="0" y="49"/>
                    <a:pt x="0" y="48"/>
                    <a:pt x="1" y="47"/>
                  </a:cubicBezTo>
                  <a:cubicBezTo>
                    <a:pt x="2" y="46"/>
                    <a:pt x="11" y="28"/>
                    <a:pt x="14" y="25"/>
                  </a:cubicBezTo>
                  <a:cubicBezTo>
                    <a:pt x="16" y="20"/>
                    <a:pt x="25" y="5"/>
                    <a:pt x="26" y="3"/>
                  </a:cubicBezTo>
                  <a:cubicBezTo>
                    <a:pt x="28" y="1"/>
                    <a:pt x="28" y="0"/>
                    <a:pt x="29" y="1"/>
                  </a:cubicBezTo>
                  <a:cubicBezTo>
                    <a:pt x="31" y="2"/>
                    <a:pt x="33" y="5"/>
                    <a:pt x="34" y="6"/>
                  </a:cubicBezTo>
                  <a:cubicBezTo>
                    <a:pt x="34" y="7"/>
                    <a:pt x="34" y="6"/>
                    <a:pt x="33" y="6"/>
                  </a:cubicBezTo>
                  <a:cubicBezTo>
                    <a:pt x="32" y="6"/>
                    <a:pt x="30" y="9"/>
                    <a:pt x="28" y="13"/>
                  </a:cubicBezTo>
                  <a:cubicBezTo>
                    <a:pt x="25" y="17"/>
                    <a:pt x="23" y="22"/>
                    <a:pt x="22" y="22"/>
                  </a:cubicBezTo>
                  <a:cubicBezTo>
                    <a:pt x="22" y="24"/>
                    <a:pt x="23" y="24"/>
                    <a:pt x="23" y="24"/>
                  </a:cubicBezTo>
                  <a:cubicBezTo>
                    <a:pt x="24" y="25"/>
                    <a:pt x="41" y="35"/>
                    <a:pt x="44" y="37"/>
                  </a:cubicBezTo>
                  <a:cubicBezTo>
                    <a:pt x="48" y="39"/>
                    <a:pt x="69" y="52"/>
                    <a:pt x="72" y="51"/>
                  </a:cubicBezTo>
                  <a:cubicBezTo>
                    <a:pt x="75" y="51"/>
                    <a:pt x="75" y="51"/>
                    <a:pt x="75" y="50"/>
                  </a:cubicBezTo>
                  <a:cubicBezTo>
                    <a:pt x="76" y="50"/>
                    <a:pt x="78" y="50"/>
                    <a:pt x="77" y="50"/>
                  </a:cubicBezTo>
                  <a:cubicBezTo>
                    <a:pt x="76" y="52"/>
                    <a:pt x="73" y="57"/>
                    <a:pt x="71" y="59"/>
                  </a:cubicBezTo>
                  <a:cubicBezTo>
                    <a:pt x="70" y="61"/>
                    <a:pt x="67" y="67"/>
                    <a:pt x="66" y="68"/>
                  </a:cubicBezTo>
                  <a:cubicBezTo>
                    <a:pt x="66" y="69"/>
                    <a:pt x="66" y="68"/>
                    <a:pt x="66" y="66"/>
                  </a:cubicBezTo>
                  <a:cubicBezTo>
                    <a:pt x="66" y="65"/>
                    <a:pt x="67" y="64"/>
                    <a:pt x="65" y="62"/>
                  </a:cubicBezTo>
                  <a:cubicBezTo>
                    <a:pt x="61" y="59"/>
                    <a:pt x="43" y="48"/>
                    <a:pt x="40" y="46"/>
                  </a:cubicBezTo>
                  <a:cubicBezTo>
                    <a:pt x="37" y="45"/>
                    <a:pt x="19" y="34"/>
                    <a:pt x="18" y="34"/>
                  </a:cubicBezTo>
                  <a:cubicBezTo>
                    <a:pt x="17" y="33"/>
                    <a:pt x="16" y="32"/>
                    <a:pt x="15" y="34"/>
                  </a:cubicBezTo>
                  <a:cubicBezTo>
                    <a:pt x="14" y="35"/>
                    <a:pt x="8" y="46"/>
                    <a:pt x="7" y="50"/>
                  </a:cubicBezTo>
                  <a:cubicBezTo>
                    <a:pt x="7" y="51"/>
                    <a:pt x="7" y="52"/>
                    <a:pt x="7" y="53"/>
                  </a:cubicBezTo>
                  <a:cubicBezTo>
                    <a:pt x="8" y="55"/>
                    <a:pt x="8" y="56"/>
                    <a:pt x="7" y="5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9" name="Freeform 741">
              <a:extLst>
                <a:ext uri="{FF2B5EF4-FFF2-40B4-BE49-F238E27FC236}">
                  <a16:creationId xmlns:a16="http://schemas.microsoft.com/office/drawing/2014/main" id="{3A48939C-88B1-4518-BA5B-56253D0B7C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48688" y="12107863"/>
              <a:ext cx="53975" cy="60325"/>
            </a:xfrm>
            <a:custGeom>
              <a:avLst/>
              <a:gdLst>
                <a:gd name="T0" fmla="*/ 4 w 71"/>
                <a:gd name="T1" fmla="*/ 41 h 79"/>
                <a:gd name="T2" fmla="*/ 0 w 71"/>
                <a:gd name="T3" fmla="*/ 34 h 79"/>
                <a:gd name="T4" fmla="*/ 1 w 71"/>
                <a:gd name="T5" fmla="*/ 32 h 79"/>
                <a:gd name="T6" fmla="*/ 22 w 71"/>
                <a:gd name="T7" fmla="*/ 16 h 79"/>
                <a:gd name="T8" fmla="*/ 43 w 71"/>
                <a:gd name="T9" fmla="*/ 2 h 79"/>
                <a:gd name="T10" fmla="*/ 47 w 71"/>
                <a:gd name="T11" fmla="*/ 1 h 79"/>
                <a:gd name="T12" fmla="*/ 50 w 71"/>
                <a:gd name="T13" fmla="*/ 8 h 79"/>
                <a:gd name="T14" fmla="*/ 48 w 71"/>
                <a:gd name="T15" fmla="*/ 8 h 79"/>
                <a:gd name="T16" fmla="*/ 42 w 71"/>
                <a:gd name="T17" fmla="*/ 10 h 79"/>
                <a:gd name="T18" fmla="*/ 31 w 71"/>
                <a:gd name="T19" fmla="*/ 17 h 79"/>
                <a:gd name="T20" fmla="*/ 31 w 71"/>
                <a:gd name="T21" fmla="*/ 19 h 79"/>
                <a:gd name="T22" fmla="*/ 45 w 71"/>
                <a:gd name="T23" fmla="*/ 40 h 79"/>
                <a:gd name="T24" fmla="*/ 65 w 71"/>
                <a:gd name="T25" fmla="*/ 66 h 79"/>
                <a:gd name="T26" fmla="*/ 69 w 71"/>
                <a:gd name="T27" fmla="*/ 66 h 79"/>
                <a:gd name="T28" fmla="*/ 69 w 71"/>
                <a:gd name="T29" fmla="*/ 67 h 79"/>
                <a:gd name="T30" fmla="*/ 62 w 71"/>
                <a:gd name="T31" fmla="*/ 72 h 79"/>
                <a:gd name="T32" fmla="*/ 55 w 71"/>
                <a:gd name="T33" fmla="*/ 77 h 79"/>
                <a:gd name="T34" fmla="*/ 54 w 71"/>
                <a:gd name="T35" fmla="*/ 76 h 79"/>
                <a:gd name="T36" fmla="*/ 54 w 71"/>
                <a:gd name="T37" fmla="*/ 72 h 79"/>
                <a:gd name="T38" fmla="*/ 39 w 71"/>
                <a:gd name="T39" fmla="*/ 48 h 79"/>
                <a:gd name="T40" fmla="*/ 22 w 71"/>
                <a:gd name="T41" fmla="*/ 25 h 79"/>
                <a:gd name="T42" fmla="*/ 20 w 71"/>
                <a:gd name="T43" fmla="*/ 25 h 79"/>
                <a:gd name="T44" fmla="*/ 6 w 71"/>
                <a:gd name="T45" fmla="*/ 36 h 79"/>
                <a:gd name="T46" fmla="*/ 4 w 71"/>
                <a:gd name="T47" fmla="*/ 39 h 79"/>
                <a:gd name="T48" fmla="*/ 4 w 71"/>
                <a:gd name="T49" fmla="*/ 4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1" h="79">
                  <a:moveTo>
                    <a:pt x="4" y="41"/>
                  </a:moveTo>
                  <a:cubicBezTo>
                    <a:pt x="3" y="38"/>
                    <a:pt x="1" y="36"/>
                    <a:pt x="0" y="34"/>
                  </a:cubicBezTo>
                  <a:cubicBezTo>
                    <a:pt x="0" y="33"/>
                    <a:pt x="0" y="33"/>
                    <a:pt x="1" y="32"/>
                  </a:cubicBezTo>
                  <a:cubicBezTo>
                    <a:pt x="2" y="31"/>
                    <a:pt x="18" y="19"/>
                    <a:pt x="22" y="16"/>
                  </a:cubicBezTo>
                  <a:cubicBezTo>
                    <a:pt x="26" y="13"/>
                    <a:pt x="41" y="3"/>
                    <a:pt x="43" y="2"/>
                  </a:cubicBezTo>
                  <a:cubicBezTo>
                    <a:pt x="44" y="0"/>
                    <a:pt x="46" y="0"/>
                    <a:pt x="47" y="1"/>
                  </a:cubicBezTo>
                  <a:cubicBezTo>
                    <a:pt x="48" y="3"/>
                    <a:pt x="49" y="7"/>
                    <a:pt x="50" y="8"/>
                  </a:cubicBezTo>
                  <a:cubicBezTo>
                    <a:pt x="50" y="10"/>
                    <a:pt x="50" y="9"/>
                    <a:pt x="48" y="8"/>
                  </a:cubicBezTo>
                  <a:cubicBezTo>
                    <a:pt x="47" y="7"/>
                    <a:pt x="46" y="7"/>
                    <a:pt x="42" y="10"/>
                  </a:cubicBezTo>
                  <a:cubicBezTo>
                    <a:pt x="38" y="13"/>
                    <a:pt x="32" y="17"/>
                    <a:pt x="31" y="17"/>
                  </a:cubicBezTo>
                  <a:cubicBezTo>
                    <a:pt x="30" y="18"/>
                    <a:pt x="30" y="18"/>
                    <a:pt x="31" y="19"/>
                  </a:cubicBezTo>
                  <a:cubicBezTo>
                    <a:pt x="32" y="21"/>
                    <a:pt x="42" y="36"/>
                    <a:pt x="45" y="40"/>
                  </a:cubicBezTo>
                  <a:cubicBezTo>
                    <a:pt x="48" y="44"/>
                    <a:pt x="63" y="65"/>
                    <a:pt x="65" y="66"/>
                  </a:cubicBezTo>
                  <a:cubicBezTo>
                    <a:pt x="67" y="67"/>
                    <a:pt x="68" y="66"/>
                    <a:pt x="69" y="66"/>
                  </a:cubicBezTo>
                  <a:cubicBezTo>
                    <a:pt x="70" y="66"/>
                    <a:pt x="71" y="66"/>
                    <a:pt x="69" y="67"/>
                  </a:cubicBezTo>
                  <a:cubicBezTo>
                    <a:pt x="68" y="67"/>
                    <a:pt x="63" y="71"/>
                    <a:pt x="62" y="72"/>
                  </a:cubicBezTo>
                  <a:cubicBezTo>
                    <a:pt x="60" y="73"/>
                    <a:pt x="56" y="76"/>
                    <a:pt x="55" y="77"/>
                  </a:cubicBezTo>
                  <a:cubicBezTo>
                    <a:pt x="53" y="79"/>
                    <a:pt x="53" y="77"/>
                    <a:pt x="54" y="76"/>
                  </a:cubicBezTo>
                  <a:cubicBezTo>
                    <a:pt x="55" y="75"/>
                    <a:pt x="56" y="74"/>
                    <a:pt x="54" y="72"/>
                  </a:cubicBezTo>
                  <a:cubicBezTo>
                    <a:pt x="52" y="67"/>
                    <a:pt x="42" y="51"/>
                    <a:pt x="39" y="48"/>
                  </a:cubicBezTo>
                  <a:cubicBezTo>
                    <a:pt x="37" y="45"/>
                    <a:pt x="23" y="26"/>
                    <a:pt x="22" y="25"/>
                  </a:cubicBezTo>
                  <a:cubicBezTo>
                    <a:pt x="22" y="24"/>
                    <a:pt x="21" y="24"/>
                    <a:pt x="20" y="25"/>
                  </a:cubicBezTo>
                  <a:cubicBezTo>
                    <a:pt x="19" y="26"/>
                    <a:pt x="8" y="34"/>
                    <a:pt x="6" y="36"/>
                  </a:cubicBezTo>
                  <a:cubicBezTo>
                    <a:pt x="5" y="37"/>
                    <a:pt x="4" y="37"/>
                    <a:pt x="4" y="39"/>
                  </a:cubicBezTo>
                  <a:cubicBezTo>
                    <a:pt x="4" y="40"/>
                    <a:pt x="4" y="42"/>
                    <a:pt x="4" y="4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0" name="Freeform 742">
              <a:extLst>
                <a:ext uri="{FF2B5EF4-FFF2-40B4-BE49-F238E27FC236}">
                  <a16:creationId xmlns:a16="http://schemas.microsoft.com/office/drawing/2014/main" id="{9AF068F7-6804-40B4-AE41-50892C3508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77300" y="12174538"/>
              <a:ext cx="68262" cy="65087"/>
            </a:xfrm>
            <a:custGeom>
              <a:avLst/>
              <a:gdLst>
                <a:gd name="T0" fmla="*/ 70 w 88"/>
                <a:gd name="T1" fmla="*/ 18 h 85"/>
                <a:gd name="T2" fmla="*/ 67 w 88"/>
                <a:gd name="T3" fmla="*/ 70 h 85"/>
                <a:gd name="T4" fmla="*/ 18 w 88"/>
                <a:gd name="T5" fmla="*/ 68 h 85"/>
                <a:gd name="T6" fmla="*/ 19 w 88"/>
                <a:gd name="T7" fmla="*/ 18 h 85"/>
                <a:gd name="T8" fmla="*/ 70 w 88"/>
                <a:gd name="T9" fmla="*/ 18 h 85"/>
                <a:gd name="T10" fmla="*/ 28 w 88"/>
                <a:gd name="T11" fmla="*/ 26 h 85"/>
                <a:gd name="T12" fmla="*/ 22 w 88"/>
                <a:gd name="T13" fmla="*/ 65 h 85"/>
                <a:gd name="T14" fmla="*/ 61 w 88"/>
                <a:gd name="T15" fmla="*/ 60 h 85"/>
                <a:gd name="T16" fmla="*/ 65 w 88"/>
                <a:gd name="T17" fmla="*/ 19 h 85"/>
                <a:gd name="T18" fmla="*/ 28 w 88"/>
                <a:gd name="T19" fmla="*/ 2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5">
                  <a:moveTo>
                    <a:pt x="70" y="18"/>
                  </a:moveTo>
                  <a:cubicBezTo>
                    <a:pt x="80" y="28"/>
                    <a:pt x="88" y="53"/>
                    <a:pt x="67" y="70"/>
                  </a:cubicBezTo>
                  <a:cubicBezTo>
                    <a:pt x="49" y="85"/>
                    <a:pt x="27" y="78"/>
                    <a:pt x="18" y="68"/>
                  </a:cubicBezTo>
                  <a:cubicBezTo>
                    <a:pt x="9" y="59"/>
                    <a:pt x="0" y="36"/>
                    <a:pt x="19" y="18"/>
                  </a:cubicBezTo>
                  <a:cubicBezTo>
                    <a:pt x="38" y="0"/>
                    <a:pt x="60" y="8"/>
                    <a:pt x="70" y="18"/>
                  </a:cubicBezTo>
                  <a:moveTo>
                    <a:pt x="28" y="26"/>
                  </a:moveTo>
                  <a:cubicBezTo>
                    <a:pt x="13" y="41"/>
                    <a:pt x="15" y="57"/>
                    <a:pt x="22" y="65"/>
                  </a:cubicBezTo>
                  <a:cubicBezTo>
                    <a:pt x="30" y="73"/>
                    <a:pt x="46" y="74"/>
                    <a:pt x="61" y="60"/>
                  </a:cubicBezTo>
                  <a:cubicBezTo>
                    <a:pt x="75" y="46"/>
                    <a:pt x="74" y="27"/>
                    <a:pt x="65" y="19"/>
                  </a:cubicBezTo>
                  <a:cubicBezTo>
                    <a:pt x="58" y="13"/>
                    <a:pt x="43" y="11"/>
                    <a:pt x="28" y="2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1" name="Freeform 743">
              <a:extLst>
                <a:ext uri="{FF2B5EF4-FFF2-40B4-BE49-F238E27FC236}">
                  <a16:creationId xmlns:a16="http://schemas.microsoft.com/office/drawing/2014/main" id="{8B18A684-0972-44EA-91C7-62E341D2525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91588" y="12406313"/>
              <a:ext cx="58737" cy="63500"/>
            </a:xfrm>
            <a:custGeom>
              <a:avLst/>
              <a:gdLst>
                <a:gd name="T0" fmla="*/ 73 w 77"/>
                <a:gd name="T1" fmla="*/ 53 h 84"/>
                <a:gd name="T2" fmla="*/ 24 w 77"/>
                <a:gd name="T3" fmla="*/ 74 h 84"/>
                <a:gd name="T4" fmla="*/ 5 w 77"/>
                <a:gd name="T5" fmla="*/ 30 h 84"/>
                <a:gd name="T6" fmla="*/ 50 w 77"/>
                <a:gd name="T7" fmla="*/ 9 h 84"/>
                <a:gd name="T8" fmla="*/ 73 w 77"/>
                <a:gd name="T9" fmla="*/ 53 h 84"/>
                <a:gd name="T10" fmla="*/ 46 w 77"/>
                <a:gd name="T11" fmla="*/ 19 h 84"/>
                <a:gd name="T12" fmla="*/ 10 w 77"/>
                <a:gd name="T13" fmla="*/ 31 h 84"/>
                <a:gd name="T14" fmla="*/ 31 w 77"/>
                <a:gd name="T15" fmla="*/ 62 h 84"/>
                <a:gd name="T16" fmla="*/ 69 w 77"/>
                <a:gd name="T17" fmla="*/ 49 h 84"/>
                <a:gd name="T18" fmla="*/ 46 w 77"/>
                <a:gd name="T19" fmla="*/ 1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84">
                  <a:moveTo>
                    <a:pt x="73" y="53"/>
                  </a:moveTo>
                  <a:cubicBezTo>
                    <a:pt x="68" y="68"/>
                    <a:pt x="48" y="84"/>
                    <a:pt x="24" y="74"/>
                  </a:cubicBezTo>
                  <a:cubicBezTo>
                    <a:pt x="5" y="65"/>
                    <a:pt x="0" y="43"/>
                    <a:pt x="5" y="30"/>
                  </a:cubicBezTo>
                  <a:cubicBezTo>
                    <a:pt x="9" y="17"/>
                    <a:pt x="27" y="0"/>
                    <a:pt x="50" y="9"/>
                  </a:cubicBezTo>
                  <a:cubicBezTo>
                    <a:pt x="72" y="17"/>
                    <a:pt x="77" y="38"/>
                    <a:pt x="73" y="53"/>
                  </a:cubicBezTo>
                  <a:moveTo>
                    <a:pt x="46" y="19"/>
                  </a:moveTo>
                  <a:cubicBezTo>
                    <a:pt x="26" y="12"/>
                    <a:pt x="13" y="21"/>
                    <a:pt x="10" y="31"/>
                  </a:cubicBezTo>
                  <a:cubicBezTo>
                    <a:pt x="7" y="40"/>
                    <a:pt x="10" y="54"/>
                    <a:pt x="31" y="62"/>
                  </a:cubicBezTo>
                  <a:cubicBezTo>
                    <a:pt x="51" y="70"/>
                    <a:pt x="66" y="62"/>
                    <a:pt x="69" y="49"/>
                  </a:cubicBezTo>
                  <a:cubicBezTo>
                    <a:pt x="71" y="44"/>
                    <a:pt x="71" y="28"/>
                    <a:pt x="46" y="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2" name="Freeform 744">
              <a:extLst>
                <a:ext uri="{FF2B5EF4-FFF2-40B4-BE49-F238E27FC236}">
                  <a16:creationId xmlns:a16="http://schemas.microsoft.com/office/drawing/2014/main" id="{679B1622-1C8E-4F1B-8565-EA1D89FE30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10638" y="12234863"/>
              <a:ext cx="55562" cy="53975"/>
            </a:xfrm>
            <a:custGeom>
              <a:avLst/>
              <a:gdLst>
                <a:gd name="T0" fmla="*/ 22 w 74"/>
                <a:gd name="T1" fmla="*/ 70 h 70"/>
                <a:gd name="T2" fmla="*/ 13 w 74"/>
                <a:gd name="T3" fmla="*/ 69 h 70"/>
                <a:gd name="T4" fmla="*/ 10 w 74"/>
                <a:gd name="T5" fmla="*/ 68 h 70"/>
                <a:gd name="T6" fmla="*/ 0 w 74"/>
                <a:gd name="T7" fmla="*/ 41 h 70"/>
                <a:gd name="T8" fmla="*/ 25 w 74"/>
                <a:gd name="T9" fmla="*/ 4 h 70"/>
                <a:gd name="T10" fmla="*/ 63 w 74"/>
                <a:gd name="T11" fmla="*/ 17 h 70"/>
                <a:gd name="T12" fmla="*/ 72 w 74"/>
                <a:gd name="T13" fmla="*/ 41 h 70"/>
                <a:gd name="T14" fmla="*/ 72 w 74"/>
                <a:gd name="T15" fmla="*/ 51 h 70"/>
                <a:gd name="T16" fmla="*/ 73 w 74"/>
                <a:gd name="T17" fmla="*/ 55 h 70"/>
                <a:gd name="T18" fmla="*/ 72 w 74"/>
                <a:gd name="T19" fmla="*/ 56 h 70"/>
                <a:gd name="T20" fmla="*/ 65 w 74"/>
                <a:gd name="T21" fmla="*/ 57 h 70"/>
                <a:gd name="T22" fmla="*/ 60 w 74"/>
                <a:gd name="T23" fmla="*/ 59 h 70"/>
                <a:gd name="T24" fmla="*/ 60 w 74"/>
                <a:gd name="T25" fmla="*/ 57 h 70"/>
                <a:gd name="T26" fmla="*/ 67 w 74"/>
                <a:gd name="T27" fmla="*/ 48 h 70"/>
                <a:gd name="T28" fmla="*/ 60 w 74"/>
                <a:gd name="T29" fmla="*/ 21 h 70"/>
                <a:gd name="T30" fmla="*/ 27 w 74"/>
                <a:gd name="T31" fmla="*/ 16 h 70"/>
                <a:gd name="T32" fmla="*/ 6 w 74"/>
                <a:gd name="T33" fmla="*/ 45 h 70"/>
                <a:gd name="T34" fmla="*/ 21 w 74"/>
                <a:gd name="T35" fmla="*/ 68 h 70"/>
                <a:gd name="T36" fmla="*/ 22 w 74"/>
                <a:gd name="T3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70">
                  <a:moveTo>
                    <a:pt x="22" y="70"/>
                  </a:moveTo>
                  <a:cubicBezTo>
                    <a:pt x="20" y="70"/>
                    <a:pt x="15" y="69"/>
                    <a:pt x="13" y="69"/>
                  </a:cubicBezTo>
                  <a:cubicBezTo>
                    <a:pt x="11" y="69"/>
                    <a:pt x="10" y="69"/>
                    <a:pt x="10" y="68"/>
                  </a:cubicBezTo>
                  <a:cubicBezTo>
                    <a:pt x="9" y="67"/>
                    <a:pt x="0" y="57"/>
                    <a:pt x="0" y="41"/>
                  </a:cubicBezTo>
                  <a:cubicBezTo>
                    <a:pt x="0" y="23"/>
                    <a:pt x="9" y="9"/>
                    <a:pt x="25" y="4"/>
                  </a:cubicBezTo>
                  <a:cubicBezTo>
                    <a:pt x="40" y="0"/>
                    <a:pt x="55" y="6"/>
                    <a:pt x="63" y="17"/>
                  </a:cubicBezTo>
                  <a:cubicBezTo>
                    <a:pt x="70" y="26"/>
                    <a:pt x="71" y="37"/>
                    <a:pt x="72" y="41"/>
                  </a:cubicBezTo>
                  <a:cubicBezTo>
                    <a:pt x="72" y="46"/>
                    <a:pt x="72" y="49"/>
                    <a:pt x="72" y="51"/>
                  </a:cubicBezTo>
                  <a:cubicBezTo>
                    <a:pt x="73" y="53"/>
                    <a:pt x="73" y="54"/>
                    <a:pt x="73" y="55"/>
                  </a:cubicBezTo>
                  <a:cubicBezTo>
                    <a:pt x="74" y="55"/>
                    <a:pt x="73" y="56"/>
                    <a:pt x="72" y="56"/>
                  </a:cubicBezTo>
                  <a:cubicBezTo>
                    <a:pt x="71" y="56"/>
                    <a:pt x="67" y="57"/>
                    <a:pt x="65" y="57"/>
                  </a:cubicBezTo>
                  <a:cubicBezTo>
                    <a:pt x="64" y="58"/>
                    <a:pt x="61" y="59"/>
                    <a:pt x="60" y="59"/>
                  </a:cubicBezTo>
                  <a:cubicBezTo>
                    <a:pt x="58" y="59"/>
                    <a:pt x="58" y="59"/>
                    <a:pt x="60" y="57"/>
                  </a:cubicBezTo>
                  <a:cubicBezTo>
                    <a:pt x="61" y="56"/>
                    <a:pt x="66" y="54"/>
                    <a:pt x="67" y="48"/>
                  </a:cubicBezTo>
                  <a:cubicBezTo>
                    <a:pt x="67" y="42"/>
                    <a:pt x="68" y="30"/>
                    <a:pt x="60" y="21"/>
                  </a:cubicBezTo>
                  <a:cubicBezTo>
                    <a:pt x="53" y="15"/>
                    <a:pt x="42" y="10"/>
                    <a:pt x="27" y="16"/>
                  </a:cubicBezTo>
                  <a:cubicBezTo>
                    <a:pt x="14" y="21"/>
                    <a:pt x="6" y="32"/>
                    <a:pt x="6" y="45"/>
                  </a:cubicBezTo>
                  <a:cubicBezTo>
                    <a:pt x="6" y="58"/>
                    <a:pt x="14" y="66"/>
                    <a:pt x="21" y="68"/>
                  </a:cubicBezTo>
                  <a:cubicBezTo>
                    <a:pt x="24" y="69"/>
                    <a:pt x="25" y="70"/>
                    <a:pt x="22" y="7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3" name="Freeform 745">
              <a:extLst>
                <a:ext uri="{FF2B5EF4-FFF2-40B4-BE49-F238E27FC236}">
                  <a16:creationId xmlns:a16="http://schemas.microsoft.com/office/drawing/2014/main" id="{DE9F06E8-0668-42AF-8C14-BC72BA7012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20163" y="12293600"/>
              <a:ext cx="52387" cy="52387"/>
            </a:xfrm>
            <a:custGeom>
              <a:avLst/>
              <a:gdLst>
                <a:gd name="T0" fmla="*/ 66 w 70"/>
                <a:gd name="T1" fmla="*/ 3 h 69"/>
                <a:gd name="T2" fmla="*/ 68 w 70"/>
                <a:gd name="T3" fmla="*/ 20 h 69"/>
                <a:gd name="T4" fmla="*/ 67 w 70"/>
                <a:gd name="T5" fmla="*/ 21 h 69"/>
                <a:gd name="T6" fmla="*/ 64 w 70"/>
                <a:gd name="T7" fmla="*/ 18 h 69"/>
                <a:gd name="T8" fmla="*/ 35 w 70"/>
                <a:gd name="T9" fmla="*/ 20 h 69"/>
                <a:gd name="T10" fmla="*/ 60 w 70"/>
                <a:gd name="T11" fmla="*/ 40 h 69"/>
                <a:gd name="T12" fmla="*/ 67 w 70"/>
                <a:gd name="T13" fmla="*/ 44 h 69"/>
                <a:gd name="T14" fmla="*/ 67 w 70"/>
                <a:gd name="T15" fmla="*/ 44 h 69"/>
                <a:gd name="T16" fmla="*/ 69 w 70"/>
                <a:gd name="T17" fmla="*/ 45 h 69"/>
                <a:gd name="T18" fmla="*/ 69 w 70"/>
                <a:gd name="T19" fmla="*/ 51 h 69"/>
                <a:gd name="T20" fmla="*/ 69 w 70"/>
                <a:gd name="T21" fmla="*/ 55 h 69"/>
                <a:gd name="T22" fmla="*/ 67 w 70"/>
                <a:gd name="T23" fmla="*/ 55 h 69"/>
                <a:gd name="T24" fmla="*/ 54 w 70"/>
                <a:gd name="T25" fmla="*/ 44 h 69"/>
                <a:gd name="T26" fmla="*/ 37 w 70"/>
                <a:gd name="T27" fmla="*/ 31 h 69"/>
                <a:gd name="T28" fmla="*/ 11 w 70"/>
                <a:gd name="T29" fmla="*/ 56 h 69"/>
                <a:gd name="T30" fmla="*/ 2 w 70"/>
                <a:gd name="T31" fmla="*/ 67 h 69"/>
                <a:gd name="T32" fmla="*/ 1 w 70"/>
                <a:gd name="T33" fmla="*/ 68 h 69"/>
                <a:gd name="T34" fmla="*/ 2 w 70"/>
                <a:gd name="T35" fmla="*/ 58 h 69"/>
                <a:gd name="T36" fmla="*/ 3 w 70"/>
                <a:gd name="T37" fmla="*/ 48 h 69"/>
                <a:gd name="T38" fmla="*/ 4 w 70"/>
                <a:gd name="T39" fmla="*/ 48 h 69"/>
                <a:gd name="T40" fmla="*/ 18 w 70"/>
                <a:gd name="T41" fmla="*/ 36 h 69"/>
                <a:gd name="T42" fmla="*/ 33 w 70"/>
                <a:gd name="T43" fmla="*/ 21 h 69"/>
                <a:gd name="T44" fmla="*/ 11 w 70"/>
                <a:gd name="T45" fmla="*/ 23 h 69"/>
                <a:gd name="T46" fmla="*/ 4 w 70"/>
                <a:gd name="T47" fmla="*/ 26 h 69"/>
                <a:gd name="T48" fmla="*/ 2 w 70"/>
                <a:gd name="T49" fmla="*/ 29 h 69"/>
                <a:gd name="T50" fmla="*/ 1 w 70"/>
                <a:gd name="T51" fmla="*/ 29 h 69"/>
                <a:gd name="T52" fmla="*/ 1 w 70"/>
                <a:gd name="T53" fmla="*/ 19 h 69"/>
                <a:gd name="T54" fmla="*/ 0 w 70"/>
                <a:gd name="T55" fmla="*/ 11 h 69"/>
                <a:gd name="T56" fmla="*/ 1 w 70"/>
                <a:gd name="T57" fmla="*/ 11 h 69"/>
                <a:gd name="T58" fmla="*/ 3 w 70"/>
                <a:gd name="T59" fmla="*/ 13 h 69"/>
                <a:gd name="T60" fmla="*/ 32 w 70"/>
                <a:gd name="T61" fmla="*/ 11 h 69"/>
                <a:gd name="T62" fmla="*/ 61 w 70"/>
                <a:gd name="T63" fmla="*/ 7 h 69"/>
                <a:gd name="T64" fmla="*/ 65 w 70"/>
                <a:gd name="T65" fmla="*/ 3 h 69"/>
                <a:gd name="T66" fmla="*/ 66 w 70"/>
                <a:gd name="T67" fmla="*/ 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66" y="3"/>
                  </a:moveTo>
                  <a:cubicBezTo>
                    <a:pt x="66" y="6"/>
                    <a:pt x="68" y="18"/>
                    <a:pt x="68" y="20"/>
                  </a:cubicBezTo>
                  <a:cubicBezTo>
                    <a:pt x="69" y="23"/>
                    <a:pt x="67" y="22"/>
                    <a:pt x="67" y="21"/>
                  </a:cubicBezTo>
                  <a:cubicBezTo>
                    <a:pt x="67" y="20"/>
                    <a:pt x="66" y="18"/>
                    <a:pt x="64" y="18"/>
                  </a:cubicBezTo>
                  <a:cubicBezTo>
                    <a:pt x="61" y="18"/>
                    <a:pt x="46" y="19"/>
                    <a:pt x="35" y="20"/>
                  </a:cubicBezTo>
                  <a:cubicBezTo>
                    <a:pt x="40" y="26"/>
                    <a:pt x="58" y="39"/>
                    <a:pt x="60" y="40"/>
                  </a:cubicBezTo>
                  <a:cubicBezTo>
                    <a:pt x="63" y="42"/>
                    <a:pt x="66" y="44"/>
                    <a:pt x="67" y="44"/>
                  </a:cubicBezTo>
                  <a:cubicBezTo>
                    <a:pt x="67" y="44"/>
                    <a:pt x="67" y="45"/>
                    <a:pt x="67" y="44"/>
                  </a:cubicBezTo>
                  <a:cubicBezTo>
                    <a:pt x="68" y="43"/>
                    <a:pt x="69" y="39"/>
                    <a:pt x="69" y="45"/>
                  </a:cubicBezTo>
                  <a:cubicBezTo>
                    <a:pt x="69" y="46"/>
                    <a:pt x="69" y="50"/>
                    <a:pt x="69" y="51"/>
                  </a:cubicBezTo>
                  <a:cubicBezTo>
                    <a:pt x="69" y="52"/>
                    <a:pt x="69" y="54"/>
                    <a:pt x="69" y="55"/>
                  </a:cubicBezTo>
                  <a:cubicBezTo>
                    <a:pt x="70" y="58"/>
                    <a:pt x="69" y="57"/>
                    <a:pt x="67" y="55"/>
                  </a:cubicBezTo>
                  <a:cubicBezTo>
                    <a:pt x="64" y="51"/>
                    <a:pt x="57" y="46"/>
                    <a:pt x="54" y="44"/>
                  </a:cubicBezTo>
                  <a:cubicBezTo>
                    <a:pt x="52" y="42"/>
                    <a:pt x="37" y="31"/>
                    <a:pt x="37" y="31"/>
                  </a:cubicBezTo>
                  <a:cubicBezTo>
                    <a:pt x="37" y="31"/>
                    <a:pt x="15" y="52"/>
                    <a:pt x="11" y="56"/>
                  </a:cubicBezTo>
                  <a:cubicBezTo>
                    <a:pt x="10" y="58"/>
                    <a:pt x="4" y="63"/>
                    <a:pt x="2" y="67"/>
                  </a:cubicBezTo>
                  <a:cubicBezTo>
                    <a:pt x="2" y="68"/>
                    <a:pt x="1" y="69"/>
                    <a:pt x="1" y="68"/>
                  </a:cubicBezTo>
                  <a:cubicBezTo>
                    <a:pt x="2" y="67"/>
                    <a:pt x="2" y="61"/>
                    <a:pt x="2" y="58"/>
                  </a:cubicBezTo>
                  <a:cubicBezTo>
                    <a:pt x="3" y="56"/>
                    <a:pt x="3" y="49"/>
                    <a:pt x="3" y="48"/>
                  </a:cubicBezTo>
                  <a:cubicBezTo>
                    <a:pt x="3" y="47"/>
                    <a:pt x="4" y="48"/>
                    <a:pt x="4" y="48"/>
                  </a:cubicBezTo>
                  <a:cubicBezTo>
                    <a:pt x="5" y="48"/>
                    <a:pt x="12" y="43"/>
                    <a:pt x="18" y="36"/>
                  </a:cubicBezTo>
                  <a:cubicBezTo>
                    <a:pt x="23" y="31"/>
                    <a:pt x="32" y="22"/>
                    <a:pt x="33" y="21"/>
                  </a:cubicBezTo>
                  <a:cubicBezTo>
                    <a:pt x="31" y="21"/>
                    <a:pt x="15" y="23"/>
                    <a:pt x="11" y="23"/>
                  </a:cubicBezTo>
                  <a:cubicBezTo>
                    <a:pt x="8" y="24"/>
                    <a:pt x="5" y="25"/>
                    <a:pt x="4" y="26"/>
                  </a:cubicBezTo>
                  <a:cubicBezTo>
                    <a:pt x="3" y="27"/>
                    <a:pt x="2" y="28"/>
                    <a:pt x="2" y="29"/>
                  </a:cubicBezTo>
                  <a:cubicBezTo>
                    <a:pt x="2" y="30"/>
                    <a:pt x="1" y="30"/>
                    <a:pt x="1" y="29"/>
                  </a:cubicBezTo>
                  <a:cubicBezTo>
                    <a:pt x="1" y="28"/>
                    <a:pt x="1" y="21"/>
                    <a:pt x="1" y="19"/>
                  </a:cubicBezTo>
                  <a:cubicBezTo>
                    <a:pt x="1" y="17"/>
                    <a:pt x="0" y="12"/>
                    <a:pt x="0" y="11"/>
                  </a:cubicBezTo>
                  <a:cubicBezTo>
                    <a:pt x="0" y="11"/>
                    <a:pt x="0" y="10"/>
                    <a:pt x="1" y="11"/>
                  </a:cubicBezTo>
                  <a:cubicBezTo>
                    <a:pt x="1" y="12"/>
                    <a:pt x="1" y="12"/>
                    <a:pt x="3" y="13"/>
                  </a:cubicBezTo>
                  <a:cubicBezTo>
                    <a:pt x="5" y="14"/>
                    <a:pt x="8" y="14"/>
                    <a:pt x="32" y="11"/>
                  </a:cubicBezTo>
                  <a:cubicBezTo>
                    <a:pt x="57" y="8"/>
                    <a:pt x="58" y="8"/>
                    <a:pt x="61" y="7"/>
                  </a:cubicBezTo>
                  <a:cubicBezTo>
                    <a:pt x="63" y="6"/>
                    <a:pt x="65" y="5"/>
                    <a:pt x="65" y="3"/>
                  </a:cubicBezTo>
                  <a:cubicBezTo>
                    <a:pt x="65" y="2"/>
                    <a:pt x="66" y="0"/>
                    <a:pt x="66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4" name="Freeform 746">
              <a:extLst>
                <a:ext uri="{FF2B5EF4-FFF2-40B4-BE49-F238E27FC236}">
                  <a16:creationId xmlns:a16="http://schemas.microsoft.com/office/drawing/2014/main" id="{9A74DBB6-627E-46F1-9E3B-027307AA26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09050" y="12349163"/>
              <a:ext cx="61912" cy="63500"/>
            </a:xfrm>
            <a:custGeom>
              <a:avLst/>
              <a:gdLst>
                <a:gd name="T0" fmla="*/ 80 w 81"/>
                <a:gd name="T1" fmla="*/ 13 h 83"/>
                <a:gd name="T2" fmla="*/ 77 w 81"/>
                <a:gd name="T3" fmla="*/ 29 h 83"/>
                <a:gd name="T4" fmla="*/ 76 w 81"/>
                <a:gd name="T5" fmla="*/ 30 h 83"/>
                <a:gd name="T6" fmla="*/ 74 w 81"/>
                <a:gd name="T7" fmla="*/ 27 h 83"/>
                <a:gd name="T8" fmla="*/ 62 w 81"/>
                <a:gd name="T9" fmla="*/ 24 h 83"/>
                <a:gd name="T10" fmla="*/ 48 w 81"/>
                <a:gd name="T11" fmla="*/ 22 h 83"/>
                <a:gd name="T12" fmla="*/ 44 w 81"/>
                <a:gd name="T13" fmla="*/ 40 h 83"/>
                <a:gd name="T14" fmla="*/ 40 w 81"/>
                <a:gd name="T15" fmla="*/ 59 h 83"/>
                <a:gd name="T16" fmla="*/ 56 w 81"/>
                <a:gd name="T17" fmla="*/ 63 h 83"/>
                <a:gd name="T18" fmla="*/ 69 w 81"/>
                <a:gd name="T19" fmla="*/ 64 h 83"/>
                <a:gd name="T20" fmla="*/ 70 w 81"/>
                <a:gd name="T21" fmla="*/ 65 h 83"/>
                <a:gd name="T22" fmla="*/ 66 w 81"/>
                <a:gd name="T23" fmla="*/ 79 h 83"/>
                <a:gd name="T24" fmla="*/ 65 w 81"/>
                <a:gd name="T25" fmla="*/ 80 h 83"/>
                <a:gd name="T26" fmla="*/ 62 w 81"/>
                <a:gd name="T27" fmla="*/ 75 h 83"/>
                <a:gd name="T28" fmla="*/ 35 w 81"/>
                <a:gd name="T29" fmla="*/ 67 h 83"/>
                <a:gd name="T30" fmla="*/ 6 w 81"/>
                <a:gd name="T31" fmla="*/ 60 h 83"/>
                <a:gd name="T32" fmla="*/ 3 w 81"/>
                <a:gd name="T33" fmla="*/ 61 h 83"/>
                <a:gd name="T34" fmla="*/ 1 w 81"/>
                <a:gd name="T35" fmla="*/ 61 h 83"/>
                <a:gd name="T36" fmla="*/ 6 w 81"/>
                <a:gd name="T37" fmla="*/ 46 h 83"/>
                <a:gd name="T38" fmla="*/ 7 w 81"/>
                <a:gd name="T39" fmla="*/ 45 h 83"/>
                <a:gd name="T40" fmla="*/ 10 w 81"/>
                <a:gd name="T41" fmla="*/ 49 h 83"/>
                <a:gd name="T42" fmla="*/ 35 w 81"/>
                <a:gd name="T43" fmla="*/ 57 h 83"/>
                <a:gd name="T44" fmla="*/ 39 w 81"/>
                <a:gd name="T45" fmla="*/ 39 h 83"/>
                <a:gd name="T46" fmla="*/ 43 w 81"/>
                <a:gd name="T47" fmla="*/ 21 h 83"/>
                <a:gd name="T48" fmla="*/ 34 w 81"/>
                <a:gd name="T49" fmla="*/ 20 h 83"/>
                <a:gd name="T50" fmla="*/ 15 w 81"/>
                <a:gd name="T51" fmla="*/ 18 h 83"/>
                <a:gd name="T52" fmla="*/ 12 w 81"/>
                <a:gd name="T53" fmla="*/ 20 h 83"/>
                <a:gd name="T54" fmla="*/ 11 w 81"/>
                <a:gd name="T55" fmla="*/ 20 h 83"/>
                <a:gd name="T56" fmla="*/ 14 w 81"/>
                <a:gd name="T57" fmla="*/ 5 h 83"/>
                <a:gd name="T58" fmla="*/ 15 w 81"/>
                <a:gd name="T59" fmla="*/ 3 h 83"/>
                <a:gd name="T60" fmla="*/ 17 w 81"/>
                <a:gd name="T61" fmla="*/ 6 h 83"/>
                <a:gd name="T62" fmla="*/ 45 w 81"/>
                <a:gd name="T63" fmla="*/ 12 h 83"/>
                <a:gd name="T64" fmla="*/ 76 w 81"/>
                <a:gd name="T65" fmla="*/ 15 h 83"/>
                <a:gd name="T66" fmla="*/ 79 w 81"/>
                <a:gd name="T67" fmla="*/ 12 h 83"/>
                <a:gd name="T68" fmla="*/ 80 w 81"/>
                <a:gd name="T69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1" h="83">
                  <a:moveTo>
                    <a:pt x="80" y="13"/>
                  </a:moveTo>
                  <a:cubicBezTo>
                    <a:pt x="79" y="15"/>
                    <a:pt x="77" y="27"/>
                    <a:pt x="77" y="29"/>
                  </a:cubicBezTo>
                  <a:cubicBezTo>
                    <a:pt x="77" y="32"/>
                    <a:pt x="76" y="32"/>
                    <a:pt x="76" y="30"/>
                  </a:cubicBezTo>
                  <a:cubicBezTo>
                    <a:pt x="76" y="28"/>
                    <a:pt x="75" y="28"/>
                    <a:pt x="74" y="27"/>
                  </a:cubicBezTo>
                  <a:cubicBezTo>
                    <a:pt x="73" y="26"/>
                    <a:pt x="70" y="25"/>
                    <a:pt x="62" y="24"/>
                  </a:cubicBezTo>
                  <a:cubicBezTo>
                    <a:pt x="53" y="23"/>
                    <a:pt x="48" y="22"/>
                    <a:pt x="48" y="22"/>
                  </a:cubicBezTo>
                  <a:cubicBezTo>
                    <a:pt x="48" y="22"/>
                    <a:pt x="45" y="33"/>
                    <a:pt x="44" y="40"/>
                  </a:cubicBezTo>
                  <a:cubicBezTo>
                    <a:pt x="42" y="48"/>
                    <a:pt x="40" y="59"/>
                    <a:pt x="40" y="59"/>
                  </a:cubicBezTo>
                  <a:cubicBezTo>
                    <a:pt x="40" y="59"/>
                    <a:pt x="52" y="62"/>
                    <a:pt x="56" y="63"/>
                  </a:cubicBezTo>
                  <a:cubicBezTo>
                    <a:pt x="61" y="65"/>
                    <a:pt x="67" y="67"/>
                    <a:pt x="69" y="64"/>
                  </a:cubicBezTo>
                  <a:cubicBezTo>
                    <a:pt x="71" y="61"/>
                    <a:pt x="72" y="62"/>
                    <a:pt x="70" y="65"/>
                  </a:cubicBezTo>
                  <a:cubicBezTo>
                    <a:pt x="70" y="65"/>
                    <a:pt x="67" y="77"/>
                    <a:pt x="66" y="79"/>
                  </a:cubicBezTo>
                  <a:cubicBezTo>
                    <a:pt x="66" y="83"/>
                    <a:pt x="65" y="81"/>
                    <a:pt x="65" y="80"/>
                  </a:cubicBezTo>
                  <a:cubicBezTo>
                    <a:pt x="65" y="79"/>
                    <a:pt x="66" y="77"/>
                    <a:pt x="62" y="75"/>
                  </a:cubicBezTo>
                  <a:cubicBezTo>
                    <a:pt x="59" y="74"/>
                    <a:pt x="46" y="70"/>
                    <a:pt x="35" y="67"/>
                  </a:cubicBezTo>
                  <a:cubicBezTo>
                    <a:pt x="24" y="63"/>
                    <a:pt x="11" y="59"/>
                    <a:pt x="6" y="60"/>
                  </a:cubicBezTo>
                  <a:cubicBezTo>
                    <a:pt x="4" y="60"/>
                    <a:pt x="3" y="61"/>
                    <a:pt x="3" y="61"/>
                  </a:cubicBezTo>
                  <a:cubicBezTo>
                    <a:pt x="2" y="63"/>
                    <a:pt x="0" y="63"/>
                    <a:pt x="1" y="61"/>
                  </a:cubicBezTo>
                  <a:cubicBezTo>
                    <a:pt x="3" y="59"/>
                    <a:pt x="5" y="49"/>
                    <a:pt x="6" y="46"/>
                  </a:cubicBezTo>
                  <a:cubicBezTo>
                    <a:pt x="7" y="41"/>
                    <a:pt x="7" y="44"/>
                    <a:pt x="7" y="45"/>
                  </a:cubicBezTo>
                  <a:cubicBezTo>
                    <a:pt x="7" y="46"/>
                    <a:pt x="7" y="48"/>
                    <a:pt x="10" y="49"/>
                  </a:cubicBezTo>
                  <a:cubicBezTo>
                    <a:pt x="15" y="52"/>
                    <a:pt x="35" y="57"/>
                    <a:pt x="35" y="57"/>
                  </a:cubicBezTo>
                  <a:cubicBezTo>
                    <a:pt x="35" y="57"/>
                    <a:pt x="38" y="47"/>
                    <a:pt x="39" y="39"/>
                  </a:cubicBezTo>
                  <a:cubicBezTo>
                    <a:pt x="41" y="30"/>
                    <a:pt x="43" y="21"/>
                    <a:pt x="43" y="21"/>
                  </a:cubicBezTo>
                  <a:cubicBezTo>
                    <a:pt x="43" y="21"/>
                    <a:pt x="38" y="20"/>
                    <a:pt x="34" y="20"/>
                  </a:cubicBezTo>
                  <a:cubicBezTo>
                    <a:pt x="30" y="19"/>
                    <a:pt x="17" y="17"/>
                    <a:pt x="15" y="18"/>
                  </a:cubicBezTo>
                  <a:cubicBezTo>
                    <a:pt x="14" y="18"/>
                    <a:pt x="13" y="19"/>
                    <a:pt x="12" y="20"/>
                  </a:cubicBezTo>
                  <a:cubicBezTo>
                    <a:pt x="12" y="21"/>
                    <a:pt x="10" y="23"/>
                    <a:pt x="11" y="20"/>
                  </a:cubicBezTo>
                  <a:cubicBezTo>
                    <a:pt x="12" y="18"/>
                    <a:pt x="13" y="9"/>
                    <a:pt x="14" y="5"/>
                  </a:cubicBezTo>
                  <a:cubicBezTo>
                    <a:pt x="14" y="0"/>
                    <a:pt x="15" y="2"/>
                    <a:pt x="15" y="3"/>
                  </a:cubicBezTo>
                  <a:cubicBezTo>
                    <a:pt x="15" y="4"/>
                    <a:pt x="16" y="6"/>
                    <a:pt x="17" y="6"/>
                  </a:cubicBezTo>
                  <a:cubicBezTo>
                    <a:pt x="21" y="8"/>
                    <a:pt x="29" y="9"/>
                    <a:pt x="45" y="12"/>
                  </a:cubicBezTo>
                  <a:cubicBezTo>
                    <a:pt x="62" y="14"/>
                    <a:pt x="74" y="16"/>
                    <a:pt x="76" y="15"/>
                  </a:cubicBezTo>
                  <a:cubicBezTo>
                    <a:pt x="78" y="14"/>
                    <a:pt x="78" y="13"/>
                    <a:pt x="79" y="12"/>
                  </a:cubicBezTo>
                  <a:cubicBezTo>
                    <a:pt x="79" y="11"/>
                    <a:pt x="81" y="10"/>
                    <a:pt x="80" y="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5" name="Freeform 747">
              <a:extLst>
                <a:ext uri="{FF2B5EF4-FFF2-40B4-BE49-F238E27FC236}">
                  <a16:creationId xmlns:a16="http://schemas.microsoft.com/office/drawing/2014/main" id="{461E33D6-EC37-40AA-81D8-7488CAB01A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61425" y="12450763"/>
              <a:ext cx="60325" cy="47625"/>
            </a:xfrm>
            <a:custGeom>
              <a:avLst/>
              <a:gdLst>
                <a:gd name="T0" fmla="*/ 77 w 79"/>
                <a:gd name="T1" fmla="*/ 46 h 61"/>
                <a:gd name="T2" fmla="*/ 66 w 79"/>
                <a:gd name="T3" fmla="*/ 59 h 61"/>
                <a:gd name="T4" fmla="*/ 65 w 79"/>
                <a:gd name="T5" fmla="*/ 58 h 61"/>
                <a:gd name="T6" fmla="*/ 64 w 79"/>
                <a:gd name="T7" fmla="*/ 55 h 61"/>
                <a:gd name="T8" fmla="*/ 44 w 79"/>
                <a:gd name="T9" fmla="*/ 37 h 61"/>
                <a:gd name="T10" fmla="*/ 21 w 79"/>
                <a:gd name="T11" fmla="*/ 19 h 61"/>
                <a:gd name="T12" fmla="*/ 15 w 79"/>
                <a:gd name="T13" fmla="*/ 22 h 61"/>
                <a:gd name="T14" fmla="*/ 4 w 79"/>
                <a:gd name="T15" fmla="*/ 35 h 61"/>
                <a:gd name="T16" fmla="*/ 3 w 79"/>
                <a:gd name="T17" fmla="*/ 42 h 61"/>
                <a:gd name="T18" fmla="*/ 2 w 79"/>
                <a:gd name="T19" fmla="*/ 42 h 61"/>
                <a:gd name="T20" fmla="*/ 0 w 79"/>
                <a:gd name="T21" fmla="*/ 33 h 61"/>
                <a:gd name="T22" fmla="*/ 1 w 79"/>
                <a:gd name="T23" fmla="*/ 30 h 61"/>
                <a:gd name="T24" fmla="*/ 19 w 79"/>
                <a:gd name="T25" fmla="*/ 10 h 61"/>
                <a:gd name="T26" fmla="*/ 25 w 79"/>
                <a:gd name="T27" fmla="*/ 2 h 61"/>
                <a:gd name="T28" fmla="*/ 27 w 79"/>
                <a:gd name="T29" fmla="*/ 3 h 61"/>
                <a:gd name="T30" fmla="*/ 26 w 79"/>
                <a:gd name="T31" fmla="*/ 7 h 61"/>
                <a:gd name="T32" fmla="*/ 48 w 79"/>
                <a:gd name="T33" fmla="*/ 27 h 61"/>
                <a:gd name="T34" fmla="*/ 73 w 79"/>
                <a:gd name="T35" fmla="*/ 46 h 61"/>
                <a:gd name="T36" fmla="*/ 76 w 79"/>
                <a:gd name="T37" fmla="*/ 45 h 61"/>
                <a:gd name="T38" fmla="*/ 77 w 79"/>
                <a:gd name="T39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9" h="61">
                  <a:moveTo>
                    <a:pt x="77" y="46"/>
                  </a:moveTo>
                  <a:cubicBezTo>
                    <a:pt x="75" y="47"/>
                    <a:pt x="68" y="56"/>
                    <a:pt x="66" y="59"/>
                  </a:cubicBezTo>
                  <a:cubicBezTo>
                    <a:pt x="64" y="61"/>
                    <a:pt x="64" y="59"/>
                    <a:pt x="65" y="58"/>
                  </a:cubicBezTo>
                  <a:cubicBezTo>
                    <a:pt x="66" y="57"/>
                    <a:pt x="65" y="56"/>
                    <a:pt x="64" y="55"/>
                  </a:cubicBezTo>
                  <a:cubicBezTo>
                    <a:pt x="63" y="52"/>
                    <a:pt x="55" y="46"/>
                    <a:pt x="44" y="37"/>
                  </a:cubicBezTo>
                  <a:cubicBezTo>
                    <a:pt x="34" y="28"/>
                    <a:pt x="24" y="19"/>
                    <a:pt x="21" y="19"/>
                  </a:cubicBezTo>
                  <a:cubicBezTo>
                    <a:pt x="20" y="19"/>
                    <a:pt x="18" y="19"/>
                    <a:pt x="15" y="22"/>
                  </a:cubicBezTo>
                  <a:cubicBezTo>
                    <a:pt x="11" y="26"/>
                    <a:pt x="6" y="33"/>
                    <a:pt x="4" y="35"/>
                  </a:cubicBezTo>
                  <a:cubicBezTo>
                    <a:pt x="3" y="38"/>
                    <a:pt x="3" y="41"/>
                    <a:pt x="3" y="42"/>
                  </a:cubicBezTo>
                  <a:cubicBezTo>
                    <a:pt x="3" y="43"/>
                    <a:pt x="3" y="43"/>
                    <a:pt x="2" y="42"/>
                  </a:cubicBezTo>
                  <a:cubicBezTo>
                    <a:pt x="1" y="40"/>
                    <a:pt x="0" y="34"/>
                    <a:pt x="0" y="33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8"/>
                    <a:pt x="16" y="12"/>
                    <a:pt x="19" y="10"/>
                  </a:cubicBezTo>
                  <a:cubicBezTo>
                    <a:pt x="21" y="8"/>
                    <a:pt x="24" y="4"/>
                    <a:pt x="25" y="2"/>
                  </a:cubicBezTo>
                  <a:cubicBezTo>
                    <a:pt x="26" y="0"/>
                    <a:pt x="27" y="1"/>
                    <a:pt x="27" y="3"/>
                  </a:cubicBezTo>
                  <a:cubicBezTo>
                    <a:pt x="26" y="4"/>
                    <a:pt x="25" y="5"/>
                    <a:pt x="26" y="7"/>
                  </a:cubicBezTo>
                  <a:cubicBezTo>
                    <a:pt x="27" y="11"/>
                    <a:pt x="40" y="21"/>
                    <a:pt x="48" y="27"/>
                  </a:cubicBezTo>
                  <a:cubicBezTo>
                    <a:pt x="63" y="39"/>
                    <a:pt x="70" y="46"/>
                    <a:pt x="73" y="46"/>
                  </a:cubicBezTo>
                  <a:cubicBezTo>
                    <a:pt x="75" y="46"/>
                    <a:pt x="75" y="46"/>
                    <a:pt x="76" y="45"/>
                  </a:cubicBezTo>
                  <a:cubicBezTo>
                    <a:pt x="77" y="44"/>
                    <a:pt x="79" y="45"/>
                    <a:pt x="77" y="4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6" name="Freeform 748">
              <a:extLst>
                <a:ext uri="{FF2B5EF4-FFF2-40B4-BE49-F238E27FC236}">
                  <a16:creationId xmlns:a16="http://schemas.microsoft.com/office/drawing/2014/main" id="{CD465293-810F-423F-8CDA-2BB80F0A3D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02688" y="12480925"/>
              <a:ext cx="77787" cy="77787"/>
            </a:xfrm>
            <a:custGeom>
              <a:avLst/>
              <a:gdLst>
                <a:gd name="T0" fmla="*/ 67 w 102"/>
                <a:gd name="T1" fmla="*/ 6 h 101"/>
                <a:gd name="T2" fmla="*/ 83 w 102"/>
                <a:gd name="T3" fmla="*/ 33 h 101"/>
                <a:gd name="T4" fmla="*/ 100 w 102"/>
                <a:gd name="T5" fmla="*/ 62 h 101"/>
                <a:gd name="T6" fmla="*/ 99 w 102"/>
                <a:gd name="T7" fmla="*/ 64 h 101"/>
                <a:gd name="T8" fmla="*/ 66 w 102"/>
                <a:gd name="T9" fmla="*/ 48 h 101"/>
                <a:gd name="T10" fmla="*/ 44 w 102"/>
                <a:gd name="T11" fmla="*/ 37 h 101"/>
                <a:gd name="T12" fmla="*/ 48 w 102"/>
                <a:gd name="T13" fmla="*/ 69 h 101"/>
                <a:gd name="T14" fmla="*/ 52 w 102"/>
                <a:gd name="T15" fmla="*/ 98 h 101"/>
                <a:gd name="T16" fmla="*/ 50 w 102"/>
                <a:gd name="T17" fmla="*/ 99 h 101"/>
                <a:gd name="T18" fmla="*/ 10 w 102"/>
                <a:gd name="T19" fmla="*/ 48 h 101"/>
                <a:gd name="T20" fmla="*/ 4 w 102"/>
                <a:gd name="T21" fmla="*/ 45 h 101"/>
                <a:gd name="T22" fmla="*/ 2 w 102"/>
                <a:gd name="T23" fmla="*/ 46 h 101"/>
                <a:gd name="T24" fmla="*/ 1 w 102"/>
                <a:gd name="T25" fmla="*/ 45 h 101"/>
                <a:gd name="T26" fmla="*/ 17 w 102"/>
                <a:gd name="T27" fmla="*/ 36 h 101"/>
                <a:gd name="T28" fmla="*/ 18 w 102"/>
                <a:gd name="T29" fmla="*/ 37 h 101"/>
                <a:gd name="T30" fmla="*/ 16 w 102"/>
                <a:gd name="T31" fmla="*/ 41 h 101"/>
                <a:gd name="T32" fmla="*/ 43 w 102"/>
                <a:gd name="T33" fmla="*/ 77 h 101"/>
                <a:gd name="T34" fmla="*/ 38 w 102"/>
                <a:gd name="T35" fmla="*/ 44 h 101"/>
                <a:gd name="T36" fmla="*/ 35 w 102"/>
                <a:gd name="T37" fmla="*/ 23 h 101"/>
                <a:gd name="T38" fmla="*/ 36 w 102"/>
                <a:gd name="T39" fmla="*/ 22 h 101"/>
                <a:gd name="T40" fmla="*/ 65 w 102"/>
                <a:gd name="T41" fmla="*/ 37 h 101"/>
                <a:gd name="T42" fmla="*/ 84 w 102"/>
                <a:gd name="T43" fmla="*/ 47 h 101"/>
                <a:gd name="T44" fmla="*/ 64 w 102"/>
                <a:gd name="T45" fmla="*/ 14 h 101"/>
                <a:gd name="T46" fmla="*/ 60 w 102"/>
                <a:gd name="T47" fmla="*/ 10 h 101"/>
                <a:gd name="T48" fmla="*/ 56 w 102"/>
                <a:gd name="T49" fmla="*/ 11 h 101"/>
                <a:gd name="T50" fmla="*/ 56 w 102"/>
                <a:gd name="T51" fmla="*/ 10 h 101"/>
                <a:gd name="T52" fmla="*/ 62 w 102"/>
                <a:gd name="T53" fmla="*/ 6 h 101"/>
                <a:gd name="T54" fmla="*/ 68 w 102"/>
                <a:gd name="T55" fmla="*/ 0 h 101"/>
                <a:gd name="T56" fmla="*/ 69 w 102"/>
                <a:gd name="T57" fmla="*/ 1 h 101"/>
                <a:gd name="T58" fmla="*/ 67 w 102"/>
                <a:gd name="T59" fmla="*/ 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2" h="101">
                  <a:moveTo>
                    <a:pt x="67" y="6"/>
                  </a:moveTo>
                  <a:cubicBezTo>
                    <a:pt x="68" y="8"/>
                    <a:pt x="75" y="20"/>
                    <a:pt x="83" y="33"/>
                  </a:cubicBezTo>
                  <a:cubicBezTo>
                    <a:pt x="91" y="46"/>
                    <a:pt x="99" y="59"/>
                    <a:pt x="100" y="62"/>
                  </a:cubicBezTo>
                  <a:cubicBezTo>
                    <a:pt x="102" y="66"/>
                    <a:pt x="102" y="66"/>
                    <a:pt x="99" y="64"/>
                  </a:cubicBezTo>
                  <a:cubicBezTo>
                    <a:pt x="93" y="62"/>
                    <a:pt x="70" y="50"/>
                    <a:pt x="66" y="48"/>
                  </a:cubicBezTo>
                  <a:cubicBezTo>
                    <a:pt x="63" y="46"/>
                    <a:pt x="44" y="37"/>
                    <a:pt x="44" y="37"/>
                  </a:cubicBezTo>
                  <a:cubicBezTo>
                    <a:pt x="44" y="37"/>
                    <a:pt x="48" y="68"/>
                    <a:pt x="48" y="69"/>
                  </a:cubicBezTo>
                  <a:cubicBezTo>
                    <a:pt x="48" y="71"/>
                    <a:pt x="52" y="96"/>
                    <a:pt x="52" y="98"/>
                  </a:cubicBezTo>
                  <a:cubicBezTo>
                    <a:pt x="52" y="99"/>
                    <a:pt x="52" y="101"/>
                    <a:pt x="50" y="99"/>
                  </a:cubicBezTo>
                  <a:cubicBezTo>
                    <a:pt x="48" y="97"/>
                    <a:pt x="11" y="51"/>
                    <a:pt x="10" y="48"/>
                  </a:cubicBezTo>
                  <a:cubicBezTo>
                    <a:pt x="8" y="46"/>
                    <a:pt x="6" y="46"/>
                    <a:pt x="4" y="45"/>
                  </a:cubicBezTo>
                  <a:cubicBezTo>
                    <a:pt x="3" y="45"/>
                    <a:pt x="2" y="45"/>
                    <a:pt x="2" y="46"/>
                  </a:cubicBezTo>
                  <a:cubicBezTo>
                    <a:pt x="1" y="46"/>
                    <a:pt x="0" y="45"/>
                    <a:pt x="1" y="45"/>
                  </a:cubicBezTo>
                  <a:cubicBezTo>
                    <a:pt x="3" y="44"/>
                    <a:pt x="16" y="37"/>
                    <a:pt x="17" y="36"/>
                  </a:cubicBezTo>
                  <a:cubicBezTo>
                    <a:pt x="18" y="36"/>
                    <a:pt x="19" y="37"/>
                    <a:pt x="18" y="37"/>
                  </a:cubicBezTo>
                  <a:cubicBezTo>
                    <a:pt x="16" y="38"/>
                    <a:pt x="16" y="39"/>
                    <a:pt x="16" y="41"/>
                  </a:cubicBezTo>
                  <a:cubicBezTo>
                    <a:pt x="17" y="44"/>
                    <a:pt x="43" y="77"/>
                    <a:pt x="43" y="77"/>
                  </a:cubicBezTo>
                  <a:cubicBezTo>
                    <a:pt x="43" y="77"/>
                    <a:pt x="39" y="47"/>
                    <a:pt x="38" y="44"/>
                  </a:cubicBezTo>
                  <a:cubicBezTo>
                    <a:pt x="37" y="40"/>
                    <a:pt x="35" y="23"/>
                    <a:pt x="35" y="23"/>
                  </a:cubicBezTo>
                  <a:cubicBezTo>
                    <a:pt x="35" y="23"/>
                    <a:pt x="35" y="22"/>
                    <a:pt x="36" y="22"/>
                  </a:cubicBezTo>
                  <a:cubicBezTo>
                    <a:pt x="37" y="23"/>
                    <a:pt x="62" y="36"/>
                    <a:pt x="65" y="37"/>
                  </a:cubicBezTo>
                  <a:cubicBezTo>
                    <a:pt x="68" y="39"/>
                    <a:pt x="84" y="47"/>
                    <a:pt x="84" y="47"/>
                  </a:cubicBezTo>
                  <a:cubicBezTo>
                    <a:pt x="84" y="47"/>
                    <a:pt x="70" y="23"/>
                    <a:pt x="64" y="14"/>
                  </a:cubicBezTo>
                  <a:cubicBezTo>
                    <a:pt x="62" y="12"/>
                    <a:pt x="61" y="11"/>
                    <a:pt x="60" y="10"/>
                  </a:cubicBezTo>
                  <a:cubicBezTo>
                    <a:pt x="58" y="10"/>
                    <a:pt x="57" y="11"/>
                    <a:pt x="56" y="11"/>
                  </a:cubicBezTo>
                  <a:cubicBezTo>
                    <a:pt x="56" y="12"/>
                    <a:pt x="55" y="11"/>
                    <a:pt x="56" y="10"/>
                  </a:cubicBezTo>
                  <a:cubicBezTo>
                    <a:pt x="59" y="9"/>
                    <a:pt x="61" y="7"/>
                    <a:pt x="62" y="6"/>
                  </a:cubicBezTo>
                  <a:cubicBezTo>
                    <a:pt x="64" y="4"/>
                    <a:pt x="67" y="1"/>
                    <a:pt x="68" y="0"/>
                  </a:cubicBezTo>
                  <a:cubicBezTo>
                    <a:pt x="69" y="0"/>
                    <a:pt x="70" y="0"/>
                    <a:pt x="69" y="1"/>
                  </a:cubicBezTo>
                  <a:cubicBezTo>
                    <a:pt x="68" y="2"/>
                    <a:pt x="66" y="4"/>
                    <a:pt x="67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7" name="Freeform 749">
              <a:extLst>
                <a:ext uri="{FF2B5EF4-FFF2-40B4-BE49-F238E27FC236}">
                  <a16:creationId xmlns:a16="http://schemas.microsoft.com/office/drawing/2014/main" id="{6816C9B7-7058-4694-A363-3E6C2E645C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96325" y="12542838"/>
              <a:ext cx="36512" cy="38100"/>
            </a:xfrm>
            <a:custGeom>
              <a:avLst/>
              <a:gdLst>
                <a:gd name="T0" fmla="*/ 48 w 48"/>
                <a:gd name="T1" fmla="*/ 15 h 49"/>
                <a:gd name="T2" fmla="*/ 48 w 48"/>
                <a:gd name="T3" fmla="*/ 32 h 49"/>
                <a:gd name="T4" fmla="*/ 47 w 48"/>
                <a:gd name="T5" fmla="*/ 31 h 49"/>
                <a:gd name="T6" fmla="*/ 44 w 48"/>
                <a:gd name="T7" fmla="*/ 28 h 49"/>
                <a:gd name="T8" fmla="*/ 28 w 48"/>
                <a:gd name="T9" fmla="*/ 28 h 49"/>
                <a:gd name="T10" fmla="*/ 30 w 48"/>
                <a:gd name="T11" fmla="*/ 46 h 49"/>
                <a:gd name="T12" fmla="*/ 32 w 48"/>
                <a:gd name="T13" fmla="*/ 48 h 49"/>
                <a:gd name="T14" fmla="*/ 34 w 48"/>
                <a:gd name="T15" fmla="*/ 49 h 49"/>
                <a:gd name="T16" fmla="*/ 16 w 48"/>
                <a:gd name="T17" fmla="*/ 49 h 49"/>
                <a:gd name="T18" fmla="*/ 17 w 48"/>
                <a:gd name="T19" fmla="*/ 47 h 49"/>
                <a:gd name="T20" fmla="*/ 20 w 48"/>
                <a:gd name="T21" fmla="*/ 44 h 49"/>
                <a:gd name="T22" fmla="*/ 21 w 48"/>
                <a:gd name="T23" fmla="*/ 28 h 49"/>
                <a:gd name="T24" fmla="*/ 4 w 48"/>
                <a:gd name="T25" fmla="*/ 28 h 49"/>
                <a:gd name="T26" fmla="*/ 2 w 48"/>
                <a:gd name="T27" fmla="*/ 32 h 49"/>
                <a:gd name="T28" fmla="*/ 1 w 48"/>
                <a:gd name="T29" fmla="*/ 32 h 49"/>
                <a:gd name="T30" fmla="*/ 1 w 48"/>
                <a:gd name="T31" fmla="*/ 17 h 49"/>
                <a:gd name="T32" fmla="*/ 2 w 48"/>
                <a:gd name="T33" fmla="*/ 17 h 49"/>
                <a:gd name="T34" fmla="*/ 4 w 48"/>
                <a:gd name="T35" fmla="*/ 20 h 49"/>
                <a:gd name="T36" fmla="*/ 21 w 48"/>
                <a:gd name="T37" fmla="*/ 20 h 49"/>
                <a:gd name="T38" fmla="*/ 20 w 48"/>
                <a:gd name="T39" fmla="*/ 4 h 49"/>
                <a:gd name="T40" fmla="*/ 17 w 48"/>
                <a:gd name="T41" fmla="*/ 1 h 49"/>
                <a:gd name="T42" fmla="*/ 16 w 48"/>
                <a:gd name="T43" fmla="*/ 0 h 49"/>
                <a:gd name="T44" fmla="*/ 33 w 48"/>
                <a:gd name="T45" fmla="*/ 0 h 49"/>
                <a:gd name="T46" fmla="*/ 32 w 48"/>
                <a:gd name="T47" fmla="*/ 1 h 49"/>
                <a:gd name="T48" fmla="*/ 29 w 48"/>
                <a:gd name="T49" fmla="*/ 4 h 49"/>
                <a:gd name="T50" fmla="*/ 28 w 48"/>
                <a:gd name="T51" fmla="*/ 20 h 49"/>
                <a:gd name="T52" fmla="*/ 43 w 48"/>
                <a:gd name="T53" fmla="*/ 20 h 49"/>
                <a:gd name="T54" fmla="*/ 47 w 48"/>
                <a:gd name="T55" fmla="*/ 16 h 49"/>
                <a:gd name="T56" fmla="*/ 48 w 48"/>
                <a:gd name="T57" fmla="*/ 1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8" h="49">
                  <a:moveTo>
                    <a:pt x="48" y="15"/>
                  </a:moveTo>
                  <a:cubicBezTo>
                    <a:pt x="48" y="16"/>
                    <a:pt x="48" y="30"/>
                    <a:pt x="48" y="32"/>
                  </a:cubicBezTo>
                  <a:cubicBezTo>
                    <a:pt x="48" y="33"/>
                    <a:pt x="48" y="33"/>
                    <a:pt x="47" y="31"/>
                  </a:cubicBezTo>
                  <a:cubicBezTo>
                    <a:pt x="47" y="30"/>
                    <a:pt x="46" y="28"/>
                    <a:pt x="44" y="28"/>
                  </a:cubicBezTo>
                  <a:cubicBezTo>
                    <a:pt x="39" y="27"/>
                    <a:pt x="28" y="28"/>
                    <a:pt x="28" y="28"/>
                  </a:cubicBezTo>
                  <a:cubicBezTo>
                    <a:pt x="28" y="28"/>
                    <a:pt x="28" y="44"/>
                    <a:pt x="30" y="46"/>
                  </a:cubicBezTo>
                  <a:cubicBezTo>
                    <a:pt x="31" y="48"/>
                    <a:pt x="32" y="47"/>
                    <a:pt x="32" y="48"/>
                  </a:cubicBezTo>
                  <a:cubicBezTo>
                    <a:pt x="33" y="48"/>
                    <a:pt x="35" y="49"/>
                    <a:pt x="34" y="49"/>
                  </a:cubicBezTo>
                  <a:cubicBezTo>
                    <a:pt x="31" y="48"/>
                    <a:pt x="19" y="48"/>
                    <a:pt x="16" y="49"/>
                  </a:cubicBezTo>
                  <a:cubicBezTo>
                    <a:pt x="14" y="49"/>
                    <a:pt x="15" y="48"/>
                    <a:pt x="17" y="47"/>
                  </a:cubicBezTo>
                  <a:cubicBezTo>
                    <a:pt x="19" y="47"/>
                    <a:pt x="20" y="46"/>
                    <a:pt x="20" y="44"/>
                  </a:cubicBezTo>
                  <a:cubicBezTo>
                    <a:pt x="21" y="42"/>
                    <a:pt x="21" y="28"/>
                    <a:pt x="21" y="28"/>
                  </a:cubicBezTo>
                  <a:cubicBezTo>
                    <a:pt x="21" y="28"/>
                    <a:pt x="6" y="27"/>
                    <a:pt x="4" y="28"/>
                  </a:cubicBezTo>
                  <a:cubicBezTo>
                    <a:pt x="2" y="29"/>
                    <a:pt x="2" y="31"/>
                    <a:pt x="2" y="32"/>
                  </a:cubicBezTo>
                  <a:cubicBezTo>
                    <a:pt x="2" y="33"/>
                    <a:pt x="0" y="34"/>
                    <a:pt x="1" y="32"/>
                  </a:cubicBezTo>
                  <a:cubicBezTo>
                    <a:pt x="1" y="30"/>
                    <a:pt x="1" y="19"/>
                    <a:pt x="1" y="17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2" y="18"/>
                    <a:pt x="2" y="19"/>
                    <a:pt x="4" y="20"/>
                  </a:cubicBezTo>
                  <a:cubicBezTo>
                    <a:pt x="6" y="20"/>
                    <a:pt x="21" y="20"/>
                    <a:pt x="21" y="20"/>
                  </a:cubicBezTo>
                  <a:cubicBezTo>
                    <a:pt x="21" y="20"/>
                    <a:pt x="21" y="6"/>
                    <a:pt x="20" y="4"/>
                  </a:cubicBezTo>
                  <a:cubicBezTo>
                    <a:pt x="20" y="2"/>
                    <a:pt x="19" y="1"/>
                    <a:pt x="17" y="1"/>
                  </a:cubicBezTo>
                  <a:cubicBezTo>
                    <a:pt x="16" y="1"/>
                    <a:pt x="15" y="0"/>
                    <a:pt x="16" y="0"/>
                  </a:cubicBezTo>
                  <a:cubicBezTo>
                    <a:pt x="21" y="0"/>
                    <a:pt x="29" y="0"/>
                    <a:pt x="33" y="0"/>
                  </a:cubicBezTo>
                  <a:cubicBezTo>
                    <a:pt x="35" y="0"/>
                    <a:pt x="33" y="1"/>
                    <a:pt x="32" y="1"/>
                  </a:cubicBezTo>
                  <a:cubicBezTo>
                    <a:pt x="31" y="1"/>
                    <a:pt x="29" y="2"/>
                    <a:pt x="29" y="4"/>
                  </a:cubicBezTo>
                  <a:cubicBezTo>
                    <a:pt x="28" y="7"/>
                    <a:pt x="28" y="20"/>
                    <a:pt x="28" y="20"/>
                  </a:cubicBezTo>
                  <a:cubicBezTo>
                    <a:pt x="28" y="20"/>
                    <a:pt x="41" y="20"/>
                    <a:pt x="43" y="20"/>
                  </a:cubicBezTo>
                  <a:cubicBezTo>
                    <a:pt x="45" y="19"/>
                    <a:pt x="46" y="18"/>
                    <a:pt x="47" y="16"/>
                  </a:cubicBezTo>
                  <a:cubicBezTo>
                    <a:pt x="47" y="15"/>
                    <a:pt x="48" y="14"/>
                    <a:pt x="48" y="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8" name="Freeform 750">
              <a:extLst>
                <a:ext uri="{FF2B5EF4-FFF2-40B4-BE49-F238E27FC236}">
                  <a16:creationId xmlns:a16="http://schemas.microsoft.com/office/drawing/2014/main" id="{E78DA2B0-BE94-44CD-8A80-8A89C90BB1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93138" y="12517438"/>
              <a:ext cx="63500" cy="63500"/>
            </a:xfrm>
            <a:custGeom>
              <a:avLst/>
              <a:gdLst>
                <a:gd name="T0" fmla="*/ 67 w 83"/>
                <a:gd name="T1" fmla="*/ 82 h 83"/>
                <a:gd name="T2" fmla="*/ 48 w 83"/>
                <a:gd name="T3" fmla="*/ 75 h 83"/>
                <a:gd name="T4" fmla="*/ 49 w 83"/>
                <a:gd name="T5" fmla="*/ 75 h 83"/>
                <a:gd name="T6" fmla="*/ 54 w 83"/>
                <a:gd name="T7" fmla="*/ 74 h 83"/>
                <a:gd name="T8" fmla="*/ 71 w 83"/>
                <a:gd name="T9" fmla="*/ 31 h 83"/>
                <a:gd name="T10" fmla="*/ 59 w 83"/>
                <a:gd name="T11" fmla="*/ 8 h 83"/>
                <a:gd name="T12" fmla="*/ 30 w 83"/>
                <a:gd name="T13" fmla="*/ 26 h 83"/>
                <a:gd name="T14" fmla="*/ 15 w 83"/>
                <a:gd name="T15" fmla="*/ 58 h 83"/>
                <a:gd name="T16" fmla="*/ 17 w 83"/>
                <a:gd name="T17" fmla="*/ 61 h 83"/>
                <a:gd name="T18" fmla="*/ 17 w 83"/>
                <a:gd name="T19" fmla="*/ 63 h 83"/>
                <a:gd name="T20" fmla="*/ 1 w 83"/>
                <a:gd name="T21" fmla="*/ 55 h 83"/>
                <a:gd name="T22" fmla="*/ 3 w 83"/>
                <a:gd name="T23" fmla="*/ 55 h 83"/>
                <a:gd name="T24" fmla="*/ 6 w 83"/>
                <a:gd name="T25" fmla="*/ 54 h 83"/>
                <a:gd name="T26" fmla="*/ 27 w 83"/>
                <a:gd name="T27" fmla="*/ 16 h 83"/>
                <a:gd name="T28" fmla="*/ 46 w 83"/>
                <a:gd name="T29" fmla="*/ 2 h 83"/>
                <a:gd name="T30" fmla="*/ 77 w 83"/>
                <a:gd name="T31" fmla="*/ 15 h 83"/>
                <a:gd name="T32" fmla="*/ 80 w 83"/>
                <a:gd name="T33" fmla="*/ 38 h 83"/>
                <a:gd name="T34" fmla="*/ 65 w 83"/>
                <a:gd name="T35" fmla="*/ 78 h 83"/>
                <a:gd name="T36" fmla="*/ 67 w 83"/>
                <a:gd name="T37" fmla="*/ 81 h 83"/>
                <a:gd name="T38" fmla="*/ 67 w 83"/>
                <a:gd name="T3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83">
                  <a:moveTo>
                    <a:pt x="67" y="82"/>
                  </a:moveTo>
                  <a:cubicBezTo>
                    <a:pt x="64" y="81"/>
                    <a:pt x="53" y="76"/>
                    <a:pt x="48" y="75"/>
                  </a:cubicBezTo>
                  <a:cubicBezTo>
                    <a:pt x="46" y="75"/>
                    <a:pt x="48" y="75"/>
                    <a:pt x="49" y="75"/>
                  </a:cubicBezTo>
                  <a:cubicBezTo>
                    <a:pt x="51" y="75"/>
                    <a:pt x="52" y="75"/>
                    <a:pt x="54" y="74"/>
                  </a:cubicBezTo>
                  <a:cubicBezTo>
                    <a:pt x="57" y="70"/>
                    <a:pt x="69" y="38"/>
                    <a:pt x="71" y="31"/>
                  </a:cubicBezTo>
                  <a:cubicBezTo>
                    <a:pt x="73" y="23"/>
                    <a:pt x="73" y="13"/>
                    <a:pt x="59" y="8"/>
                  </a:cubicBezTo>
                  <a:cubicBezTo>
                    <a:pt x="44" y="3"/>
                    <a:pt x="38" y="11"/>
                    <a:pt x="30" y="26"/>
                  </a:cubicBezTo>
                  <a:cubicBezTo>
                    <a:pt x="25" y="37"/>
                    <a:pt x="15" y="56"/>
                    <a:pt x="15" y="58"/>
                  </a:cubicBezTo>
                  <a:cubicBezTo>
                    <a:pt x="15" y="60"/>
                    <a:pt x="16" y="61"/>
                    <a:pt x="17" y="61"/>
                  </a:cubicBezTo>
                  <a:cubicBezTo>
                    <a:pt x="18" y="62"/>
                    <a:pt x="19" y="64"/>
                    <a:pt x="17" y="63"/>
                  </a:cubicBezTo>
                  <a:cubicBezTo>
                    <a:pt x="14" y="61"/>
                    <a:pt x="3" y="56"/>
                    <a:pt x="1" y="55"/>
                  </a:cubicBezTo>
                  <a:cubicBezTo>
                    <a:pt x="0" y="55"/>
                    <a:pt x="1" y="54"/>
                    <a:pt x="3" y="55"/>
                  </a:cubicBezTo>
                  <a:cubicBezTo>
                    <a:pt x="4" y="55"/>
                    <a:pt x="5" y="55"/>
                    <a:pt x="6" y="54"/>
                  </a:cubicBezTo>
                  <a:cubicBezTo>
                    <a:pt x="9" y="51"/>
                    <a:pt x="25" y="19"/>
                    <a:pt x="27" y="16"/>
                  </a:cubicBezTo>
                  <a:cubicBezTo>
                    <a:pt x="31" y="9"/>
                    <a:pt x="37" y="3"/>
                    <a:pt x="46" y="2"/>
                  </a:cubicBezTo>
                  <a:cubicBezTo>
                    <a:pt x="55" y="0"/>
                    <a:pt x="70" y="5"/>
                    <a:pt x="77" y="15"/>
                  </a:cubicBezTo>
                  <a:cubicBezTo>
                    <a:pt x="83" y="24"/>
                    <a:pt x="81" y="33"/>
                    <a:pt x="80" y="38"/>
                  </a:cubicBezTo>
                  <a:cubicBezTo>
                    <a:pt x="78" y="45"/>
                    <a:pt x="65" y="74"/>
                    <a:pt x="65" y="78"/>
                  </a:cubicBezTo>
                  <a:cubicBezTo>
                    <a:pt x="65" y="80"/>
                    <a:pt x="66" y="80"/>
                    <a:pt x="67" y="81"/>
                  </a:cubicBezTo>
                  <a:cubicBezTo>
                    <a:pt x="68" y="82"/>
                    <a:pt x="68" y="83"/>
                    <a:pt x="67" y="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9" name="Freeform 751">
              <a:extLst>
                <a:ext uri="{FF2B5EF4-FFF2-40B4-BE49-F238E27FC236}">
                  <a16:creationId xmlns:a16="http://schemas.microsoft.com/office/drawing/2014/main" id="{6E6C2ABF-2F59-4B12-AE94-7C09008003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31225" y="12476163"/>
              <a:ext cx="79375" cy="74612"/>
            </a:xfrm>
            <a:custGeom>
              <a:avLst/>
              <a:gdLst>
                <a:gd name="T0" fmla="*/ 53 w 102"/>
                <a:gd name="T1" fmla="*/ 96 h 97"/>
                <a:gd name="T2" fmla="*/ 49 w 102"/>
                <a:gd name="T3" fmla="*/ 55 h 97"/>
                <a:gd name="T4" fmla="*/ 45 w 102"/>
                <a:gd name="T5" fmla="*/ 20 h 97"/>
                <a:gd name="T6" fmla="*/ 19 w 102"/>
                <a:gd name="T7" fmla="*/ 48 h 97"/>
                <a:gd name="T8" fmla="*/ 13 w 102"/>
                <a:gd name="T9" fmla="*/ 57 h 97"/>
                <a:gd name="T10" fmla="*/ 14 w 102"/>
                <a:gd name="T11" fmla="*/ 60 h 97"/>
                <a:gd name="T12" fmla="*/ 15 w 102"/>
                <a:gd name="T13" fmla="*/ 62 h 97"/>
                <a:gd name="T14" fmla="*/ 8 w 102"/>
                <a:gd name="T15" fmla="*/ 55 h 97"/>
                <a:gd name="T16" fmla="*/ 2 w 102"/>
                <a:gd name="T17" fmla="*/ 50 h 97"/>
                <a:gd name="T18" fmla="*/ 3 w 102"/>
                <a:gd name="T19" fmla="*/ 50 h 97"/>
                <a:gd name="T20" fmla="*/ 6 w 102"/>
                <a:gd name="T21" fmla="*/ 51 h 97"/>
                <a:gd name="T22" fmla="*/ 32 w 102"/>
                <a:gd name="T23" fmla="*/ 25 h 97"/>
                <a:gd name="T24" fmla="*/ 54 w 102"/>
                <a:gd name="T25" fmla="*/ 1 h 97"/>
                <a:gd name="T26" fmla="*/ 55 w 102"/>
                <a:gd name="T27" fmla="*/ 2 h 97"/>
                <a:gd name="T28" fmla="*/ 58 w 102"/>
                <a:gd name="T29" fmla="*/ 38 h 97"/>
                <a:gd name="T30" fmla="*/ 60 w 102"/>
                <a:gd name="T31" fmla="*/ 65 h 97"/>
                <a:gd name="T32" fmla="*/ 61 w 102"/>
                <a:gd name="T33" fmla="*/ 75 h 97"/>
                <a:gd name="T34" fmla="*/ 76 w 102"/>
                <a:gd name="T35" fmla="*/ 54 h 97"/>
                <a:gd name="T36" fmla="*/ 87 w 102"/>
                <a:gd name="T37" fmla="*/ 36 h 97"/>
                <a:gd name="T38" fmla="*/ 84 w 102"/>
                <a:gd name="T39" fmla="*/ 31 h 97"/>
                <a:gd name="T40" fmla="*/ 85 w 102"/>
                <a:gd name="T41" fmla="*/ 30 h 97"/>
                <a:gd name="T42" fmla="*/ 99 w 102"/>
                <a:gd name="T43" fmla="*/ 40 h 97"/>
                <a:gd name="T44" fmla="*/ 98 w 102"/>
                <a:gd name="T45" fmla="*/ 40 h 97"/>
                <a:gd name="T46" fmla="*/ 93 w 102"/>
                <a:gd name="T47" fmla="*/ 40 h 97"/>
                <a:gd name="T48" fmla="*/ 75 w 102"/>
                <a:gd name="T49" fmla="*/ 66 h 97"/>
                <a:gd name="T50" fmla="*/ 62 w 102"/>
                <a:gd name="T51" fmla="*/ 85 h 97"/>
                <a:gd name="T52" fmla="*/ 55 w 102"/>
                <a:gd name="T53" fmla="*/ 96 h 97"/>
                <a:gd name="T54" fmla="*/ 53 w 102"/>
                <a:gd name="T55" fmla="*/ 9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97">
                  <a:moveTo>
                    <a:pt x="53" y="96"/>
                  </a:moveTo>
                  <a:cubicBezTo>
                    <a:pt x="53" y="96"/>
                    <a:pt x="50" y="66"/>
                    <a:pt x="49" y="55"/>
                  </a:cubicBezTo>
                  <a:cubicBezTo>
                    <a:pt x="48" y="43"/>
                    <a:pt x="45" y="20"/>
                    <a:pt x="45" y="20"/>
                  </a:cubicBezTo>
                  <a:cubicBezTo>
                    <a:pt x="45" y="20"/>
                    <a:pt x="22" y="45"/>
                    <a:pt x="19" y="48"/>
                  </a:cubicBezTo>
                  <a:cubicBezTo>
                    <a:pt x="16" y="52"/>
                    <a:pt x="13" y="55"/>
                    <a:pt x="13" y="57"/>
                  </a:cubicBezTo>
                  <a:cubicBezTo>
                    <a:pt x="13" y="59"/>
                    <a:pt x="14" y="59"/>
                    <a:pt x="14" y="60"/>
                  </a:cubicBezTo>
                  <a:cubicBezTo>
                    <a:pt x="15" y="61"/>
                    <a:pt x="15" y="63"/>
                    <a:pt x="15" y="62"/>
                  </a:cubicBezTo>
                  <a:cubicBezTo>
                    <a:pt x="13" y="61"/>
                    <a:pt x="11" y="58"/>
                    <a:pt x="8" y="55"/>
                  </a:cubicBezTo>
                  <a:cubicBezTo>
                    <a:pt x="6" y="53"/>
                    <a:pt x="3" y="51"/>
                    <a:pt x="2" y="50"/>
                  </a:cubicBezTo>
                  <a:cubicBezTo>
                    <a:pt x="0" y="49"/>
                    <a:pt x="2" y="49"/>
                    <a:pt x="3" y="50"/>
                  </a:cubicBezTo>
                  <a:cubicBezTo>
                    <a:pt x="4" y="51"/>
                    <a:pt x="5" y="51"/>
                    <a:pt x="6" y="51"/>
                  </a:cubicBezTo>
                  <a:cubicBezTo>
                    <a:pt x="9" y="50"/>
                    <a:pt x="26" y="32"/>
                    <a:pt x="32" y="25"/>
                  </a:cubicBezTo>
                  <a:cubicBezTo>
                    <a:pt x="38" y="19"/>
                    <a:pt x="52" y="3"/>
                    <a:pt x="54" y="1"/>
                  </a:cubicBezTo>
                  <a:cubicBezTo>
                    <a:pt x="55" y="0"/>
                    <a:pt x="55" y="0"/>
                    <a:pt x="55" y="2"/>
                  </a:cubicBezTo>
                  <a:cubicBezTo>
                    <a:pt x="55" y="4"/>
                    <a:pt x="57" y="35"/>
                    <a:pt x="58" y="38"/>
                  </a:cubicBezTo>
                  <a:cubicBezTo>
                    <a:pt x="58" y="42"/>
                    <a:pt x="60" y="62"/>
                    <a:pt x="60" y="65"/>
                  </a:cubicBezTo>
                  <a:cubicBezTo>
                    <a:pt x="61" y="67"/>
                    <a:pt x="61" y="75"/>
                    <a:pt x="61" y="75"/>
                  </a:cubicBezTo>
                  <a:cubicBezTo>
                    <a:pt x="61" y="75"/>
                    <a:pt x="72" y="59"/>
                    <a:pt x="76" y="54"/>
                  </a:cubicBezTo>
                  <a:cubicBezTo>
                    <a:pt x="79" y="48"/>
                    <a:pt x="87" y="38"/>
                    <a:pt x="87" y="36"/>
                  </a:cubicBezTo>
                  <a:cubicBezTo>
                    <a:pt x="87" y="33"/>
                    <a:pt x="85" y="32"/>
                    <a:pt x="84" y="31"/>
                  </a:cubicBezTo>
                  <a:cubicBezTo>
                    <a:pt x="84" y="31"/>
                    <a:pt x="83" y="29"/>
                    <a:pt x="85" y="30"/>
                  </a:cubicBezTo>
                  <a:cubicBezTo>
                    <a:pt x="87" y="32"/>
                    <a:pt x="95" y="38"/>
                    <a:pt x="99" y="40"/>
                  </a:cubicBezTo>
                  <a:cubicBezTo>
                    <a:pt x="102" y="41"/>
                    <a:pt x="98" y="41"/>
                    <a:pt x="98" y="40"/>
                  </a:cubicBezTo>
                  <a:cubicBezTo>
                    <a:pt x="97" y="40"/>
                    <a:pt x="95" y="40"/>
                    <a:pt x="93" y="40"/>
                  </a:cubicBezTo>
                  <a:cubicBezTo>
                    <a:pt x="91" y="41"/>
                    <a:pt x="77" y="62"/>
                    <a:pt x="75" y="66"/>
                  </a:cubicBezTo>
                  <a:cubicBezTo>
                    <a:pt x="72" y="70"/>
                    <a:pt x="64" y="82"/>
                    <a:pt x="62" y="85"/>
                  </a:cubicBezTo>
                  <a:cubicBezTo>
                    <a:pt x="60" y="88"/>
                    <a:pt x="55" y="94"/>
                    <a:pt x="55" y="96"/>
                  </a:cubicBezTo>
                  <a:cubicBezTo>
                    <a:pt x="54" y="97"/>
                    <a:pt x="53" y="97"/>
                    <a:pt x="53" y="9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0" name="Freeform 752">
              <a:extLst>
                <a:ext uri="{FF2B5EF4-FFF2-40B4-BE49-F238E27FC236}">
                  <a16:creationId xmlns:a16="http://schemas.microsoft.com/office/drawing/2014/main" id="{0D9B19C8-1AB5-41D4-A910-84DF6D1CB6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07413" y="12452350"/>
              <a:ext cx="52387" cy="46037"/>
            </a:xfrm>
            <a:custGeom>
              <a:avLst/>
              <a:gdLst>
                <a:gd name="T0" fmla="*/ 55 w 68"/>
                <a:gd name="T1" fmla="*/ 1 h 61"/>
                <a:gd name="T2" fmla="*/ 60 w 68"/>
                <a:gd name="T3" fmla="*/ 9 h 61"/>
                <a:gd name="T4" fmla="*/ 67 w 68"/>
                <a:gd name="T5" fmla="*/ 17 h 61"/>
                <a:gd name="T6" fmla="*/ 65 w 68"/>
                <a:gd name="T7" fmla="*/ 16 h 61"/>
                <a:gd name="T8" fmla="*/ 59 w 68"/>
                <a:gd name="T9" fmla="*/ 17 h 61"/>
                <a:gd name="T10" fmla="*/ 15 w 68"/>
                <a:gd name="T11" fmla="*/ 54 h 61"/>
                <a:gd name="T12" fmla="*/ 14 w 68"/>
                <a:gd name="T13" fmla="*/ 59 h 61"/>
                <a:gd name="T14" fmla="*/ 13 w 68"/>
                <a:gd name="T15" fmla="*/ 61 h 61"/>
                <a:gd name="T16" fmla="*/ 2 w 68"/>
                <a:gd name="T17" fmla="*/ 46 h 61"/>
                <a:gd name="T18" fmla="*/ 3 w 68"/>
                <a:gd name="T19" fmla="*/ 46 h 61"/>
                <a:gd name="T20" fmla="*/ 6 w 68"/>
                <a:gd name="T21" fmla="*/ 46 h 61"/>
                <a:gd name="T22" fmla="*/ 55 w 68"/>
                <a:gd name="T23" fmla="*/ 6 h 61"/>
                <a:gd name="T24" fmla="*/ 54 w 68"/>
                <a:gd name="T25" fmla="*/ 2 h 61"/>
                <a:gd name="T26" fmla="*/ 55 w 68"/>
                <a:gd name="T27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61">
                  <a:moveTo>
                    <a:pt x="55" y="1"/>
                  </a:moveTo>
                  <a:cubicBezTo>
                    <a:pt x="56" y="3"/>
                    <a:pt x="58" y="6"/>
                    <a:pt x="60" y="9"/>
                  </a:cubicBezTo>
                  <a:cubicBezTo>
                    <a:pt x="63" y="12"/>
                    <a:pt x="65" y="15"/>
                    <a:pt x="67" y="17"/>
                  </a:cubicBezTo>
                  <a:cubicBezTo>
                    <a:pt x="68" y="18"/>
                    <a:pt x="66" y="17"/>
                    <a:pt x="65" y="16"/>
                  </a:cubicBezTo>
                  <a:cubicBezTo>
                    <a:pt x="64" y="15"/>
                    <a:pt x="63" y="15"/>
                    <a:pt x="59" y="17"/>
                  </a:cubicBezTo>
                  <a:cubicBezTo>
                    <a:pt x="55" y="20"/>
                    <a:pt x="16" y="52"/>
                    <a:pt x="15" y="54"/>
                  </a:cubicBezTo>
                  <a:cubicBezTo>
                    <a:pt x="13" y="56"/>
                    <a:pt x="13" y="57"/>
                    <a:pt x="14" y="59"/>
                  </a:cubicBezTo>
                  <a:cubicBezTo>
                    <a:pt x="14" y="60"/>
                    <a:pt x="14" y="61"/>
                    <a:pt x="13" y="61"/>
                  </a:cubicBezTo>
                  <a:cubicBezTo>
                    <a:pt x="12" y="58"/>
                    <a:pt x="4" y="48"/>
                    <a:pt x="2" y="46"/>
                  </a:cubicBezTo>
                  <a:cubicBezTo>
                    <a:pt x="0" y="45"/>
                    <a:pt x="2" y="45"/>
                    <a:pt x="3" y="46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10" y="44"/>
                    <a:pt x="54" y="9"/>
                    <a:pt x="55" y="6"/>
                  </a:cubicBezTo>
                  <a:cubicBezTo>
                    <a:pt x="55" y="4"/>
                    <a:pt x="54" y="3"/>
                    <a:pt x="54" y="2"/>
                  </a:cubicBezTo>
                  <a:cubicBezTo>
                    <a:pt x="54" y="1"/>
                    <a:pt x="54" y="0"/>
                    <a:pt x="5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1" name="Freeform 753">
              <a:extLst>
                <a:ext uri="{FF2B5EF4-FFF2-40B4-BE49-F238E27FC236}">
                  <a16:creationId xmlns:a16="http://schemas.microsoft.com/office/drawing/2014/main" id="{516152B3-461A-4240-B5F8-53D66CD3E4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67725" y="12230100"/>
              <a:ext cx="57150" cy="38100"/>
            </a:xfrm>
            <a:custGeom>
              <a:avLst/>
              <a:gdLst>
                <a:gd name="T0" fmla="*/ 72 w 73"/>
                <a:gd name="T1" fmla="*/ 28 h 48"/>
                <a:gd name="T2" fmla="*/ 65 w 73"/>
                <a:gd name="T3" fmla="*/ 47 h 48"/>
                <a:gd name="T4" fmla="*/ 64 w 73"/>
                <a:gd name="T5" fmla="*/ 45 h 48"/>
                <a:gd name="T6" fmla="*/ 61 w 73"/>
                <a:gd name="T7" fmla="*/ 40 h 48"/>
                <a:gd name="T8" fmla="*/ 6 w 73"/>
                <a:gd name="T9" fmla="*/ 19 h 48"/>
                <a:gd name="T10" fmla="*/ 2 w 73"/>
                <a:gd name="T11" fmla="*/ 21 h 48"/>
                <a:gd name="T12" fmla="*/ 1 w 73"/>
                <a:gd name="T13" fmla="*/ 21 h 48"/>
                <a:gd name="T14" fmla="*/ 9 w 73"/>
                <a:gd name="T15" fmla="*/ 3 h 48"/>
                <a:gd name="T16" fmla="*/ 10 w 73"/>
                <a:gd name="T17" fmla="*/ 4 h 48"/>
                <a:gd name="T18" fmla="*/ 10 w 73"/>
                <a:gd name="T19" fmla="*/ 8 h 48"/>
                <a:gd name="T20" fmla="*/ 68 w 73"/>
                <a:gd name="T21" fmla="*/ 30 h 48"/>
                <a:gd name="T22" fmla="*/ 71 w 73"/>
                <a:gd name="T23" fmla="*/ 28 h 48"/>
                <a:gd name="T24" fmla="*/ 72 w 73"/>
                <a:gd name="T25" fmla="*/ 2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48">
                  <a:moveTo>
                    <a:pt x="72" y="28"/>
                  </a:moveTo>
                  <a:cubicBezTo>
                    <a:pt x="71" y="30"/>
                    <a:pt x="66" y="43"/>
                    <a:pt x="65" y="47"/>
                  </a:cubicBezTo>
                  <a:cubicBezTo>
                    <a:pt x="64" y="48"/>
                    <a:pt x="64" y="47"/>
                    <a:pt x="64" y="45"/>
                  </a:cubicBezTo>
                  <a:cubicBezTo>
                    <a:pt x="64" y="43"/>
                    <a:pt x="65" y="42"/>
                    <a:pt x="61" y="40"/>
                  </a:cubicBezTo>
                  <a:cubicBezTo>
                    <a:pt x="56" y="37"/>
                    <a:pt x="11" y="19"/>
                    <a:pt x="6" y="19"/>
                  </a:cubicBezTo>
                  <a:cubicBezTo>
                    <a:pt x="4" y="19"/>
                    <a:pt x="3" y="20"/>
                    <a:pt x="2" y="21"/>
                  </a:cubicBezTo>
                  <a:cubicBezTo>
                    <a:pt x="2" y="22"/>
                    <a:pt x="0" y="23"/>
                    <a:pt x="1" y="21"/>
                  </a:cubicBezTo>
                  <a:cubicBezTo>
                    <a:pt x="2" y="20"/>
                    <a:pt x="8" y="5"/>
                    <a:pt x="9" y="3"/>
                  </a:cubicBezTo>
                  <a:cubicBezTo>
                    <a:pt x="9" y="0"/>
                    <a:pt x="10" y="3"/>
                    <a:pt x="10" y="4"/>
                  </a:cubicBezTo>
                  <a:cubicBezTo>
                    <a:pt x="9" y="5"/>
                    <a:pt x="9" y="7"/>
                    <a:pt x="10" y="8"/>
                  </a:cubicBezTo>
                  <a:cubicBezTo>
                    <a:pt x="15" y="11"/>
                    <a:pt x="64" y="30"/>
                    <a:pt x="68" y="30"/>
                  </a:cubicBezTo>
                  <a:cubicBezTo>
                    <a:pt x="70" y="29"/>
                    <a:pt x="70" y="28"/>
                    <a:pt x="71" y="28"/>
                  </a:cubicBezTo>
                  <a:cubicBezTo>
                    <a:pt x="72" y="27"/>
                    <a:pt x="73" y="26"/>
                    <a:pt x="72" y="2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2" name="Freeform 754">
              <a:extLst>
                <a:ext uri="{FF2B5EF4-FFF2-40B4-BE49-F238E27FC236}">
                  <a16:creationId xmlns:a16="http://schemas.microsoft.com/office/drawing/2014/main" id="{85DF4513-E6F3-4A15-933C-FF971E265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72488" y="12425363"/>
              <a:ext cx="63500" cy="52387"/>
            </a:xfrm>
            <a:custGeom>
              <a:avLst/>
              <a:gdLst>
                <a:gd name="T0" fmla="*/ 49 w 82"/>
                <a:gd name="T1" fmla="*/ 27 h 70"/>
                <a:gd name="T2" fmla="*/ 64 w 82"/>
                <a:gd name="T3" fmla="*/ 7 h 70"/>
                <a:gd name="T4" fmla="*/ 33 w 82"/>
                <a:gd name="T5" fmla="*/ 9 h 70"/>
                <a:gd name="T6" fmla="*/ 9 w 82"/>
                <a:gd name="T7" fmla="*/ 13 h 70"/>
                <a:gd name="T8" fmla="*/ 9 w 82"/>
                <a:gd name="T9" fmla="*/ 17 h 70"/>
                <a:gd name="T10" fmla="*/ 9 w 82"/>
                <a:gd name="T11" fmla="*/ 19 h 70"/>
                <a:gd name="T12" fmla="*/ 5 w 82"/>
                <a:gd name="T13" fmla="*/ 9 h 70"/>
                <a:gd name="T14" fmla="*/ 1 w 82"/>
                <a:gd name="T15" fmla="*/ 1 h 70"/>
                <a:gd name="T16" fmla="*/ 3 w 82"/>
                <a:gd name="T17" fmla="*/ 1 h 70"/>
                <a:gd name="T18" fmla="*/ 6 w 82"/>
                <a:gd name="T19" fmla="*/ 3 h 70"/>
                <a:gd name="T20" fmla="*/ 38 w 82"/>
                <a:gd name="T21" fmla="*/ 3 h 70"/>
                <a:gd name="T22" fmla="*/ 79 w 82"/>
                <a:gd name="T23" fmla="*/ 0 h 70"/>
                <a:gd name="T24" fmla="*/ 80 w 82"/>
                <a:gd name="T25" fmla="*/ 3 h 70"/>
                <a:gd name="T26" fmla="*/ 58 w 82"/>
                <a:gd name="T27" fmla="*/ 33 h 70"/>
                <a:gd name="T28" fmla="*/ 37 w 82"/>
                <a:gd name="T29" fmla="*/ 62 h 70"/>
                <a:gd name="T30" fmla="*/ 37 w 82"/>
                <a:gd name="T31" fmla="*/ 66 h 70"/>
                <a:gd name="T32" fmla="*/ 37 w 82"/>
                <a:gd name="T33" fmla="*/ 69 h 70"/>
                <a:gd name="T34" fmla="*/ 25 w 82"/>
                <a:gd name="T35" fmla="*/ 51 h 70"/>
                <a:gd name="T36" fmla="*/ 27 w 82"/>
                <a:gd name="T37" fmla="*/ 51 h 70"/>
                <a:gd name="T38" fmla="*/ 30 w 82"/>
                <a:gd name="T39" fmla="*/ 50 h 70"/>
                <a:gd name="T40" fmla="*/ 49 w 82"/>
                <a:gd name="T41" fmla="*/ 2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0">
                  <a:moveTo>
                    <a:pt x="49" y="27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38" y="9"/>
                    <a:pt x="33" y="9"/>
                  </a:cubicBezTo>
                  <a:cubicBezTo>
                    <a:pt x="27" y="9"/>
                    <a:pt x="11" y="10"/>
                    <a:pt x="9" y="13"/>
                  </a:cubicBezTo>
                  <a:cubicBezTo>
                    <a:pt x="8" y="14"/>
                    <a:pt x="9" y="16"/>
                    <a:pt x="9" y="17"/>
                  </a:cubicBezTo>
                  <a:cubicBezTo>
                    <a:pt x="10" y="18"/>
                    <a:pt x="9" y="20"/>
                    <a:pt x="9" y="19"/>
                  </a:cubicBezTo>
                  <a:cubicBezTo>
                    <a:pt x="9" y="18"/>
                    <a:pt x="7" y="13"/>
                    <a:pt x="5" y="9"/>
                  </a:cubicBezTo>
                  <a:cubicBezTo>
                    <a:pt x="4" y="6"/>
                    <a:pt x="2" y="2"/>
                    <a:pt x="1" y="1"/>
                  </a:cubicBezTo>
                  <a:cubicBezTo>
                    <a:pt x="0" y="0"/>
                    <a:pt x="2" y="0"/>
                    <a:pt x="3" y="1"/>
                  </a:cubicBezTo>
                  <a:cubicBezTo>
                    <a:pt x="3" y="2"/>
                    <a:pt x="4" y="2"/>
                    <a:pt x="6" y="3"/>
                  </a:cubicBezTo>
                  <a:cubicBezTo>
                    <a:pt x="10" y="4"/>
                    <a:pt x="33" y="3"/>
                    <a:pt x="38" y="3"/>
                  </a:cubicBezTo>
                  <a:cubicBezTo>
                    <a:pt x="43" y="2"/>
                    <a:pt x="77" y="0"/>
                    <a:pt x="79" y="0"/>
                  </a:cubicBezTo>
                  <a:cubicBezTo>
                    <a:pt x="81" y="1"/>
                    <a:pt x="82" y="0"/>
                    <a:pt x="80" y="3"/>
                  </a:cubicBezTo>
                  <a:cubicBezTo>
                    <a:pt x="79" y="4"/>
                    <a:pt x="59" y="31"/>
                    <a:pt x="58" y="33"/>
                  </a:cubicBezTo>
                  <a:cubicBezTo>
                    <a:pt x="56" y="35"/>
                    <a:pt x="37" y="59"/>
                    <a:pt x="37" y="62"/>
                  </a:cubicBezTo>
                  <a:cubicBezTo>
                    <a:pt x="37" y="65"/>
                    <a:pt x="37" y="66"/>
                    <a:pt x="37" y="66"/>
                  </a:cubicBezTo>
                  <a:cubicBezTo>
                    <a:pt x="37" y="67"/>
                    <a:pt x="37" y="70"/>
                    <a:pt x="37" y="69"/>
                  </a:cubicBezTo>
                  <a:cubicBezTo>
                    <a:pt x="35" y="65"/>
                    <a:pt x="28" y="54"/>
                    <a:pt x="25" y="51"/>
                  </a:cubicBezTo>
                  <a:cubicBezTo>
                    <a:pt x="24" y="49"/>
                    <a:pt x="26" y="50"/>
                    <a:pt x="27" y="51"/>
                  </a:cubicBezTo>
                  <a:cubicBezTo>
                    <a:pt x="28" y="51"/>
                    <a:pt x="29" y="51"/>
                    <a:pt x="30" y="50"/>
                  </a:cubicBezTo>
                  <a:cubicBezTo>
                    <a:pt x="34" y="47"/>
                    <a:pt x="47" y="29"/>
                    <a:pt x="49" y="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3" name="Freeform 755">
              <a:extLst>
                <a:ext uri="{FF2B5EF4-FFF2-40B4-BE49-F238E27FC236}">
                  <a16:creationId xmlns:a16="http://schemas.microsoft.com/office/drawing/2014/main" id="{A62399C0-E922-4006-99EB-102F30FC2B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61375" y="12366625"/>
              <a:ext cx="58737" cy="49212"/>
            </a:xfrm>
            <a:custGeom>
              <a:avLst/>
              <a:gdLst>
                <a:gd name="T0" fmla="*/ 66 w 77"/>
                <a:gd name="T1" fmla="*/ 6 h 65"/>
                <a:gd name="T2" fmla="*/ 72 w 77"/>
                <a:gd name="T3" fmla="*/ 27 h 65"/>
                <a:gd name="T4" fmla="*/ 77 w 77"/>
                <a:gd name="T5" fmla="*/ 43 h 65"/>
                <a:gd name="T6" fmla="*/ 74 w 77"/>
                <a:gd name="T7" fmla="*/ 41 h 65"/>
                <a:gd name="T8" fmla="*/ 73 w 77"/>
                <a:gd name="T9" fmla="*/ 39 h 65"/>
                <a:gd name="T10" fmla="*/ 71 w 77"/>
                <a:gd name="T11" fmla="*/ 39 h 65"/>
                <a:gd name="T12" fmla="*/ 41 w 77"/>
                <a:gd name="T13" fmla="*/ 47 h 65"/>
                <a:gd name="T14" fmla="*/ 13 w 77"/>
                <a:gd name="T15" fmla="*/ 57 h 65"/>
                <a:gd name="T16" fmla="*/ 12 w 77"/>
                <a:gd name="T17" fmla="*/ 61 h 65"/>
                <a:gd name="T18" fmla="*/ 11 w 77"/>
                <a:gd name="T19" fmla="*/ 63 h 65"/>
                <a:gd name="T20" fmla="*/ 9 w 77"/>
                <a:gd name="T21" fmla="*/ 52 h 65"/>
                <a:gd name="T22" fmla="*/ 1 w 77"/>
                <a:gd name="T23" fmla="*/ 25 h 65"/>
                <a:gd name="T24" fmla="*/ 1 w 77"/>
                <a:gd name="T25" fmla="*/ 23 h 65"/>
                <a:gd name="T26" fmla="*/ 9 w 77"/>
                <a:gd name="T27" fmla="*/ 20 h 65"/>
                <a:gd name="T28" fmla="*/ 9 w 77"/>
                <a:gd name="T29" fmla="*/ 22 h 65"/>
                <a:gd name="T30" fmla="*/ 8 w 77"/>
                <a:gd name="T31" fmla="*/ 26 h 65"/>
                <a:gd name="T32" fmla="*/ 13 w 77"/>
                <a:gd name="T33" fmla="*/ 45 h 65"/>
                <a:gd name="T34" fmla="*/ 24 w 77"/>
                <a:gd name="T35" fmla="*/ 41 h 65"/>
                <a:gd name="T36" fmla="*/ 37 w 77"/>
                <a:gd name="T37" fmla="*/ 38 h 65"/>
                <a:gd name="T38" fmla="*/ 31 w 77"/>
                <a:gd name="T39" fmla="*/ 20 h 65"/>
                <a:gd name="T40" fmla="*/ 27 w 77"/>
                <a:gd name="T41" fmla="*/ 19 h 65"/>
                <a:gd name="T42" fmla="*/ 26 w 77"/>
                <a:gd name="T43" fmla="*/ 18 h 65"/>
                <a:gd name="T44" fmla="*/ 41 w 77"/>
                <a:gd name="T45" fmla="*/ 13 h 65"/>
                <a:gd name="T46" fmla="*/ 40 w 77"/>
                <a:gd name="T47" fmla="*/ 15 h 65"/>
                <a:gd name="T48" fmla="*/ 38 w 77"/>
                <a:gd name="T49" fmla="*/ 19 h 65"/>
                <a:gd name="T50" fmla="*/ 40 w 77"/>
                <a:gd name="T51" fmla="*/ 28 h 65"/>
                <a:gd name="T52" fmla="*/ 42 w 77"/>
                <a:gd name="T53" fmla="*/ 36 h 65"/>
                <a:gd name="T54" fmla="*/ 61 w 77"/>
                <a:gd name="T55" fmla="*/ 30 h 65"/>
                <a:gd name="T56" fmla="*/ 65 w 77"/>
                <a:gd name="T57" fmla="*/ 24 h 65"/>
                <a:gd name="T58" fmla="*/ 59 w 77"/>
                <a:gd name="T59" fmla="*/ 6 h 65"/>
                <a:gd name="T60" fmla="*/ 55 w 77"/>
                <a:gd name="T61" fmla="*/ 2 h 65"/>
                <a:gd name="T62" fmla="*/ 54 w 77"/>
                <a:gd name="T63" fmla="*/ 0 h 65"/>
                <a:gd name="T64" fmla="*/ 65 w 77"/>
                <a:gd name="T65" fmla="*/ 4 h 65"/>
                <a:gd name="T66" fmla="*/ 66 w 77"/>
                <a:gd name="T67" fmla="*/ 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7" h="65">
                  <a:moveTo>
                    <a:pt x="66" y="6"/>
                  </a:moveTo>
                  <a:cubicBezTo>
                    <a:pt x="67" y="9"/>
                    <a:pt x="70" y="21"/>
                    <a:pt x="72" y="27"/>
                  </a:cubicBezTo>
                  <a:cubicBezTo>
                    <a:pt x="72" y="29"/>
                    <a:pt x="76" y="41"/>
                    <a:pt x="77" y="43"/>
                  </a:cubicBezTo>
                  <a:cubicBezTo>
                    <a:pt x="77" y="44"/>
                    <a:pt x="75" y="42"/>
                    <a:pt x="74" y="41"/>
                  </a:cubicBezTo>
                  <a:cubicBezTo>
                    <a:pt x="74" y="41"/>
                    <a:pt x="74" y="40"/>
                    <a:pt x="73" y="39"/>
                  </a:cubicBezTo>
                  <a:cubicBezTo>
                    <a:pt x="73" y="39"/>
                    <a:pt x="72" y="39"/>
                    <a:pt x="71" y="39"/>
                  </a:cubicBezTo>
                  <a:cubicBezTo>
                    <a:pt x="68" y="38"/>
                    <a:pt x="50" y="44"/>
                    <a:pt x="41" y="47"/>
                  </a:cubicBezTo>
                  <a:cubicBezTo>
                    <a:pt x="32" y="50"/>
                    <a:pt x="15" y="55"/>
                    <a:pt x="13" y="57"/>
                  </a:cubicBezTo>
                  <a:cubicBezTo>
                    <a:pt x="11" y="59"/>
                    <a:pt x="12" y="60"/>
                    <a:pt x="12" y="61"/>
                  </a:cubicBezTo>
                  <a:cubicBezTo>
                    <a:pt x="12" y="62"/>
                    <a:pt x="11" y="65"/>
                    <a:pt x="11" y="63"/>
                  </a:cubicBezTo>
                  <a:cubicBezTo>
                    <a:pt x="11" y="61"/>
                    <a:pt x="10" y="58"/>
                    <a:pt x="9" y="52"/>
                  </a:cubicBezTo>
                  <a:cubicBezTo>
                    <a:pt x="7" y="47"/>
                    <a:pt x="1" y="26"/>
                    <a:pt x="1" y="25"/>
                  </a:cubicBezTo>
                  <a:cubicBezTo>
                    <a:pt x="1" y="24"/>
                    <a:pt x="0" y="23"/>
                    <a:pt x="1" y="23"/>
                  </a:cubicBezTo>
                  <a:cubicBezTo>
                    <a:pt x="2" y="23"/>
                    <a:pt x="8" y="21"/>
                    <a:pt x="9" y="20"/>
                  </a:cubicBezTo>
                  <a:cubicBezTo>
                    <a:pt x="11" y="19"/>
                    <a:pt x="10" y="21"/>
                    <a:pt x="9" y="22"/>
                  </a:cubicBezTo>
                  <a:cubicBezTo>
                    <a:pt x="8" y="23"/>
                    <a:pt x="8" y="23"/>
                    <a:pt x="8" y="26"/>
                  </a:cubicBezTo>
                  <a:cubicBezTo>
                    <a:pt x="8" y="30"/>
                    <a:pt x="13" y="45"/>
                    <a:pt x="13" y="45"/>
                  </a:cubicBezTo>
                  <a:cubicBezTo>
                    <a:pt x="13" y="45"/>
                    <a:pt x="22" y="42"/>
                    <a:pt x="24" y="41"/>
                  </a:cubicBezTo>
                  <a:cubicBezTo>
                    <a:pt x="27" y="40"/>
                    <a:pt x="37" y="38"/>
                    <a:pt x="37" y="38"/>
                  </a:cubicBezTo>
                  <a:cubicBezTo>
                    <a:pt x="37" y="38"/>
                    <a:pt x="32" y="22"/>
                    <a:pt x="31" y="20"/>
                  </a:cubicBezTo>
                  <a:cubicBezTo>
                    <a:pt x="30" y="18"/>
                    <a:pt x="29" y="19"/>
                    <a:pt x="27" y="19"/>
                  </a:cubicBezTo>
                  <a:cubicBezTo>
                    <a:pt x="26" y="19"/>
                    <a:pt x="24" y="18"/>
                    <a:pt x="26" y="18"/>
                  </a:cubicBezTo>
                  <a:cubicBezTo>
                    <a:pt x="29" y="17"/>
                    <a:pt x="37" y="15"/>
                    <a:pt x="41" y="13"/>
                  </a:cubicBezTo>
                  <a:cubicBezTo>
                    <a:pt x="42" y="13"/>
                    <a:pt x="41" y="15"/>
                    <a:pt x="40" y="15"/>
                  </a:cubicBezTo>
                  <a:cubicBezTo>
                    <a:pt x="39" y="15"/>
                    <a:pt x="38" y="16"/>
                    <a:pt x="38" y="19"/>
                  </a:cubicBezTo>
                  <a:cubicBezTo>
                    <a:pt x="38" y="21"/>
                    <a:pt x="39" y="26"/>
                    <a:pt x="40" y="28"/>
                  </a:cubicBezTo>
                  <a:cubicBezTo>
                    <a:pt x="41" y="30"/>
                    <a:pt x="42" y="36"/>
                    <a:pt x="42" y="36"/>
                  </a:cubicBezTo>
                  <a:cubicBezTo>
                    <a:pt x="42" y="36"/>
                    <a:pt x="58" y="31"/>
                    <a:pt x="61" y="30"/>
                  </a:cubicBezTo>
                  <a:cubicBezTo>
                    <a:pt x="63" y="29"/>
                    <a:pt x="65" y="29"/>
                    <a:pt x="65" y="24"/>
                  </a:cubicBezTo>
                  <a:cubicBezTo>
                    <a:pt x="64" y="19"/>
                    <a:pt x="61" y="9"/>
                    <a:pt x="59" y="6"/>
                  </a:cubicBezTo>
                  <a:cubicBezTo>
                    <a:pt x="57" y="3"/>
                    <a:pt x="56" y="3"/>
                    <a:pt x="55" y="2"/>
                  </a:cubicBezTo>
                  <a:cubicBezTo>
                    <a:pt x="55" y="2"/>
                    <a:pt x="53" y="0"/>
                    <a:pt x="54" y="0"/>
                  </a:cubicBezTo>
                  <a:cubicBezTo>
                    <a:pt x="56" y="1"/>
                    <a:pt x="64" y="4"/>
                    <a:pt x="65" y="4"/>
                  </a:cubicBezTo>
                  <a:cubicBezTo>
                    <a:pt x="65" y="5"/>
                    <a:pt x="66" y="5"/>
                    <a:pt x="66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4" name="Freeform 756">
              <a:extLst>
                <a:ext uri="{FF2B5EF4-FFF2-40B4-BE49-F238E27FC236}">
                  <a16:creationId xmlns:a16="http://schemas.microsoft.com/office/drawing/2014/main" id="{3E4E1E2F-CF37-470C-9E5A-B182639CA2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10588" y="12147550"/>
              <a:ext cx="61912" cy="57150"/>
            </a:xfrm>
            <a:custGeom>
              <a:avLst/>
              <a:gdLst>
                <a:gd name="T0" fmla="*/ 78 w 79"/>
                <a:gd name="T1" fmla="*/ 46 h 74"/>
                <a:gd name="T2" fmla="*/ 59 w 79"/>
                <a:gd name="T3" fmla="*/ 67 h 74"/>
                <a:gd name="T4" fmla="*/ 53 w 79"/>
                <a:gd name="T5" fmla="*/ 73 h 74"/>
                <a:gd name="T6" fmla="*/ 53 w 79"/>
                <a:gd name="T7" fmla="*/ 72 h 74"/>
                <a:gd name="T8" fmla="*/ 53 w 79"/>
                <a:gd name="T9" fmla="*/ 68 h 74"/>
                <a:gd name="T10" fmla="*/ 29 w 79"/>
                <a:gd name="T11" fmla="*/ 45 h 74"/>
                <a:gd name="T12" fmla="*/ 7 w 79"/>
                <a:gd name="T13" fmla="*/ 28 h 74"/>
                <a:gd name="T14" fmla="*/ 3 w 79"/>
                <a:gd name="T15" fmla="*/ 28 h 74"/>
                <a:gd name="T16" fmla="*/ 1 w 79"/>
                <a:gd name="T17" fmla="*/ 28 h 74"/>
                <a:gd name="T18" fmla="*/ 8 w 79"/>
                <a:gd name="T19" fmla="*/ 21 h 74"/>
                <a:gd name="T20" fmla="*/ 27 w 79"/>
                <a:gd name="T21" fmla="*/ 1 h 74"/>
                <a:gd name="T22" fmla="*/ 29 w 79"/>
                <a:gd name="T23" fmla="*/ 0 h 74"/>
                <a:gd name="T24" fmla="*/ 35 w 79"/>
                <a:gd name="T25" fmla="*/ 6 h 74"/>
                <a:gd name="T26" fmla="*/ 34 w 79"/>
                <a:gd name="T27" fmla="*/ 7 h 74"/>
                <a:gd name="T28" fmla="*/ 30 w 79"/>
                <a:gd name="T29" fmla="*/ 8 h 74"/>
                <a:gd name="T30" fmla="*/ 17 w 79"/>
                <a:gd name="T31" fmla="*/ 21 h 74"/>
                <a:gd name="T32" fmla="*/ 35 w 79"/>
                <a:gd name="T33" fmla="*/ 37 h 74"/>
                <a:gd name="T34" fmla="*/ 47 w 79"/>
                <a:gd name="T35" fmla="*/ 23 h 74"/>
                <a:gd name="T36" fmla="*/ 47 w 79"/>
                <a:gd name="T37" fmla="*/ 20 h 74"/>
                <a:gd name="T38" fmla="*/ 47 w 79"/>
                <a:gd name="T39" fmla="*/ 19 h 74"/>
                <a:gd name="T40" fmla="*/ 57 w 79"/>
                <a:gd name="T41" fmla="*/ 28 h 74"/>
                <a:gd name="T42" fmla="*/ 56 w 79"/>
                <a:gd name="T43" fmla="*/ 29 h 74"/>
                <a:gd name="T44" fmla="*/ 52 w 79"/>
                <a:gd name="T45" fmla="*/ 29 h 74"/>
                <a:gd name="T46" fmla="*/ 40 w 79"/>
                <a:gd name="T47" fmla="*/ 41 h 74"/>
                <a:gd name="T48" fmla="*/ 55 w 79"/>
                <a:gd name="T49" fmla="*/ 54 h 74"/>
                <a:gd name="T50" fmla="*/ 63 w 79"/>
                <a:gd name="T51" fmla="*/ 54 h 74"/>
                <a:gd name="T52" fmla="*/ 75 w 79"/>
                <a:gd name="T53" fmla="*/ 40 h 74"/>
                <a:gd name="T54" fmla="*/ 76 w 79"/>
                <a:gd name="T55" fmla="*/ 35 h 74"/>
                <a:gd name="T56" fmla="*/ 76 w 79"/>
                <a:gd name="T57" fmla="*/ 33 h 74"/>
                <a:gd name="T58" fmla="*/ 79 w 79"/>
                <a:gd name="T59" fmla="*/ 43 h 74"/>
                <a:gd name="T60" fmla="*/ 78 w 79"/>
                <a:gd name="T61" fmla="*/ 4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9" h="74">
                  <a:moveTo>
                    <a:pt x="78" y="46"/>
                  </a:moveTo>
                  <a:cubicBezTo>
                    <a:pt x="76" y="48"/>
                    <a:pt x="62" y="63"/>
                    <a:pt x="59" y="67"/>
                  </a:cubicBezTo>
                  <a:cubicBezTo>
                    <a:pt x="57" y="69"/>
                    <a:pt x="54" y="72"/>
                    <a:pt x="53" y="73"/>
                  </a:cubicBezTo>
                  <a:cubicBezTo>
                    <a:pt x="53" y="74"/>
                    <a:pt x="52" y="73"/>
                    <a:pt x="53" y="72"/>
                  </a:cubicBezTo>
                  <a:cubicBezTo>
                    <a:pt x="53" y="71"/>
                    <a:pt x="54" y="70"/>
                    <a:pt x="53" y="68"/>
                  </a:cubicBezTo>
                  <a:cubicBezTo>
                    <a:pt x="52" y="65"/>
                    <a:pt x="36" y="52"/>
                    <a:pt x="29" y="45"/>
                  </a:cubicBezTo>
                  <a:cubicBezTo>
                    <a:pt x="22" y="39"/>
                    <a:pt x="10" y="28"/>
                    <a:pt x="7" y="28"/>
                  </a:cubicBezTo>
                  <a:cubicBezTo>
                    <a:pt x="5" y="27"/>
                    <a:pt x="4" y="28"/>
                    <a:pt x="3" y="28"/>
                  </a:cubicBezTo>
                  <a:cubicBezTo>
                    <a:pt x="2" y="29"/>
                    <a:pt x="0" y="30"/>
                    <a:pt x="1" y="28"/>
                  </a:cubicBezTo>
                  <a:cubicBezTo>
                    <a:pt x="3" y="27"/>
                    <a:pt x="5" y="24"/>
                    <a:pt x="8" y="21"/>
                  </a:cubicBezTo>
                  <a:cubicBezTo>
                    <a:pt x="12" y="17"/>
                    <a:pt x="27" y="2"/>
                    <a:pt x="27" y="1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30" y="1"/>
                    <a:pt x="33" y="5"/>
                    <a:pt x="35" y="6"/>
                  </a:cubicBezTo>
                  <a:cubicBezTo>
                    <a:pt x="37" y="7"/>
                    <a:pt x="35" y="7"/>
                    <a:pt x="34" y="7"/>
                  </a:cubicBezTo>
                  <a:cubicBezTo>
                    <a:pt x="33" y="7"/>
                    <a:pt x="32" y="6"/>
                    <a:pt x="30" y="8"/>
                  </a:cubicBezTo>
                  <a:cubicBezTo>
                    <a:pt x="26" y="10"/>
                    <a:pt x="17" y="21"/>
                    <a:pt x="17" y="21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47" y="25"/>
                    <a:pt x="47" y="23"/>
                  </a:cubicBezTo>
                  <a:cubicBezTo>
                    <a:pt x="47" y="21"/>
                    <a:pt x="47" y="21"/>
                    <a:pt x="47" y="20"/>
                  </a:cubicBezTo>
                  <a:cubicBezTo>
                    <a:pt x="47" y="19"/>
                    <a:pt x="47" y="17"/>
                    <a:pt x="47" y="19"/>
                  </a:cubicBezTo>
                  <a:cubicBezTo>
                    <a:pt x="50" y="22"/>
                    <a:pt x="56" y="27"/>
                    <a:pt x="57" y="28"/>
                  </a:cubicBezTo>
                  <a:cubicBezTo>
                    <a:pt x="59" y="29"/>
                    <a:pt x="57" y="29"/>
                    <a:pt x="56" y="29"/>
                  </a:cubicBezTo>
                  <a:cubicBezTo>
                    <a:pt x="55" y="28"/>
                    <a:pt x="54" y="27"/>
                    <a:pt x="52" y="29"/>
                  </a:cubicBezTo>
                  <a:cubicBezTo>
                    <a:pt x="50" y="30"/>
                    <a:pt x="40" y="41"/>
                    <a:pt x="40" y="41"/>
                  </a:cubicBezTo>
                  <a:cubicBezTo>
                    <a:pt x="40" y="41"/>
                    <a:pt x="52" y="52"/>
                    <a:pt x="55" y="54"/>
                  </a:cubicBezTo>
                  <a:cubicBezTo>
                    <a:pt x="58" y="56"/>
                    <a:pt x="60" y="56"/>
                    <a:pt x="63" y="54"/>
                  </a:cubicBezTo>
                  <a:cubicBezTo>
                    <a:pt x="66" y="51"/>
                    <a:pt x="73" y="44"/>
                    <a:pt x="75" y="40"/>
                  </a:cubicBezTo>
                  <a:cubicBezTo>
                    <a:pt x="76" y="37"/>
                    <a:pt x="75" y="36"/>
                    <a:pt x="76" y="35"/>
                  </a:cubicBezTo>
                  <a:cubicBezTo>
                    <a:pt x="76" y="34"/>
                    <a:pt x="76" y="32"/>
                    <a:pt x="76" y="33"/>
                  </a:cubicBezTo>
                  <a:cubicBezTo>
                    <a:pt x="77" y="34"/>
                    <a:pt x="79" y="42"/>
                    <a:pt x="79" y="43"/>
                  </a:cubicBezTo>
                  <a:cubicBezTo>
                    <a:pt x="79" y="44"/>
                    <a:pt x="79" y="45"/>
                    <a:pt x="78" y="4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5" name="Freeform 757">
              <a:extLst>
                <a:ext uri="{FF2B5EF4-FFF2-40B4-BE49-F238E27FC236}">
                  <a16:creationId xmlns:a16="http://schemas.microsoft.com/office/drawing/2014/main" id="{08D4B07A-3FC2-4020-B6A1-DE8E974EAD2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155025" y="12306300"/>
              <a:ext cx="53975" cy="55562"/>
            </a:xfrm>
            <a:custGeom>
              <a:avLst/>
              <a:gdLst>
                <a:gd name="T0" fmla="*/ 69 w 71"/>
                <a:gd name="T1" fmla="*/ 51 h 73"/>
                <a:gd name="T2" fmla="*/ 70 w 71"/>
                <a:gd name="T3" fmla="*/ 63 h 73"/>
                <a:gd name="T4" fmla="*/ 69 w 71"/>
                <a:gd name="T5" fmla="*/ 61 h 73"/>
                <a:gd name="T6" fmla="*/ 67 w 71"/>
                <a:gd name="T7" fmla="*/ 59 h 73"/>
                <a:gd name="T8" fmla="*/ 38 w 71"/>
                <a:gd name="T9" fmla="*/ 60 h 73"/>
                <a:gd name="T10" fmla="*/ 5 w 71"/>
                <a:gd name="T11" fmla="*/ 64 h 73"/>
                <a:gd name="T12" fmla="*/ 4 w 71"/>
                <a:gd name="T13" fmla="*/ 69 h 73"/>
                <a:gd name="T14" fmla="*/ 2 w 71"/>
                <a:gd name="T15" fmla="*/ 70 h 73"/>
                <a:gd name="T16" fmla="*/ 2 w 71"/>
                <a:gd name="T17" fmla="*/ 60 h 73"/>
                <a:gd name="T18" fmla="*/ 1 w 71"/>
                <a:gd name="T19" fmla="*/ 38 h 73"/>
                <a:gd name="T20" fmla="*/ 18 w 71"/>
                <a:gd name="T21" fmla="*/ 23 h 73"/>
                <a:gd name="T22" fmla="*/ 35 w 71"/>
                <a:gd name="T23" fmla="*/ 34 h 73"/>
                <a:gd name="T24" fmla="*/ 39 w 71"/>
                <a:gd name="T25" fmla="*/ 30 h 73"/>
                <a:gd name="T26" fmla="*/ 67 w 71"/>
                <a:gd name="T27" fmla="*/ 9 h 73"/>
                <a:gd name="T28" fmla="*/ 68 w 71"/>
                <a:gd name="T29" fmla="*/ 5 h 73"/>
                <a:gd name="T30" fmla="*/ 69 w 71"/>
                <a:gd name="T31" fmla="*/ 5 h 73"/>
                <a:gd name="T32" fmla="*/ 67 w 71"/>
                <a:gd name="T33" fmla="*/ 20 h 73"/>
                <a:gd name="T34" fmla="*/ 48 w 71"/>
                <a:gd name="T35" fmla="*/ 35 h 73"/>
                <a:gd name="T36" fmla="*/ 38 w 71"/>
                <a:gd name="T37" fmla="*/ 45 h 73"/>
                <a:gd name="T38" fmla="*/ 39 w 71"/>
                <a:gd name="T39" fmla="*/ 51 h 73"/>
                <a:gd name="T40" fmla="*/ 51 w 71"/>
                <a:gd name="T41" fmla="*/ 49 h 73"/>
                <a:gd name="T42" fmla="*/ 66 w 71"/>
                <a:gd name="T43" fmla="*/ 47 h 73"/>
                <a:gd name="T44" fmla="*/ 68 w 71"/>
                <a:gd name="T45" fmla="*/ 44 h 73"/>
                <a:gd name="T46" fmla="*/ 69 w 71"/>
                <a:gd name="T47" fmla="*/ 44 h 73"/>
                <a:gd name="T48" fmla="*/ 69 w 71"/>
                <a:gd name="T49" fmla="*/ 51 h 73"/>
                <a:gd name="T50" fmla="*/ 28 w 71"/>
                <a:gd name="T51" fmla="*/ 34 h 73"/>
                <a:gd name="T52" fmla="*/ 7 w 71"/>
                <a:gd name="T53" fmla="*/ 39 h 73"/>
                <a:gd name="T54" fmla="*/ 5 w 71"/>
                <a:gd name="T55" fmla="*/ 53 h 73"/>
                <a:gd name="T56" fmla="*/ 20 w 71"/>
                <a:gd name="T57" fmla="*/ 52 h 73"/>
                <a:gd name="T58" fmla="*/ 35 w 71"/>
                <a:gd name="T59" fmla="*/ 51 h 73"/>
                <a:gd name="T60" fmla="*/ 28 w 71"/>
                <a:gd name="T61" fmla="*/ 3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1" h="73">
                  <a:moveTo>
                    <a:pt x="69" y="51"/>
                  </a:moveTo>
                  <a:cubicBezTo>
                    <a:pt x="69" y="52"/>
                    <a:pt x="70" y="59"/>
                    <a:pt x="70" y="63"/>
                  </a:cubicBezTo>
                  <a:cubicBezTo>
                    <a:pt x="71" y="64"/>
                    <a:pt x="70" y="62"/>
                    <a:pt x="69" y="61"/>
                  </a:cubicBezTo>
                  <a:cubicBezTo>
                    <a:pt x="69" y="60"/>
                    <a:pt x="69" y="59"/>
                    <a:pt x="67" y="59"/>
                  </a:cubicBezTo>
                  <a:cubicBezTo>
                    <a:pt x="65" y="57"/>
                    <a:pt x="48" y="59"/>
                    <a:pt x="38" y="60"/>
                  </a:cubicBezTo>
                  <a:cubicBezTo>
                    <a:pt x="29" y="61"/>
                    <a:pt x="8" y="62"/>
                    <a:pt x="5" y="64"/>
                  </a:cubicBezTo>
                  <a:cubicBezTo>
                    <a:pt x="4" y="66"/>
                    <a:pt x="4" y="68"/>
                    <a:pt x="4" y="69"/>
                  </a:cubicBezTo>
                  <a:cubicBezTo>
                    <a:pt x="4" y="70"/>
                    <a:pt x="2" y="73"/>
                    <a:pt x="2" y="70"/>
                  </a:cubicBezTo>
                  <a:cubicBezTo>
                    <a:pt x="2" y="69"/>
                    <a:pt x="2" y="63"/>
                    <a:pt x="2" y="60"/>
                  </a:cubicBezTo>
                  <a:cubicBezTo>
                    <a:pt x="2" y="58"/>
                    <a:pt x="0" y="43"/>
                    <a:pt x="1" y="38"/>
                  </a:cubicBezTo>
                  <a:cubicBezTo>
                    <a:pt x="2" y="32"/>
                    <a:pt x="8" y="23"/>
                    <a:pt x="18" y="23"/>
                  </a:cubicBezTo>
                  <a:cubicBezTo>
                    <a:pt x="29" y="22"/>
                    <a:pt x="34" y="31"/>
                    <a:pt x="35" y="34"/>
                  </a:cubicBezTo>
                  <a:cubicBezTo>
                    <a:pt x="36" y="32"/>
                    <a:pt x="36" y="32"/>
                    <a:pt x="39" y="30"/>
                  </a:cubicBezTo>
                  <a:cubicBezTo>
                    <a:pt x="43" y="27"/>
                    <a:pt x="66" y="13"/>
                    <a:pt x="67" y="9"/>
                  </a:cubicBezTo>
                  <a:cubicBezTo>
                    <a:pt x="68" y="7"/>
                    <a:pt x="68" y="5"/>
                    <a:pt x="68" y="5"/>
                  </a:cubicBezTo>
                  <a:cubicBezTo>
                    <a:pt x="68" y="2"/>
                    <a:pt x="68" y="0"/>
                    <a:pt x="69" y="5"/>
                  </a:cubicBezTo>
                  <a:cubicBezTo>
                    <a:pt x="70" y="8"/>
                    <a:pt x="71" y="15"/>
                    <a:pt x="67" y="20"/>
                  </a:cubicBezTo>
                  <a:cubicBezTo>
                    <a:pt x="63" y="25"/>
                    <a:pt x="51" y="33"/>
                    <a:pt x="48" y="35"/>
                  </a:cubicBezTo>
                  <a:cubicBezTo>
                    <a:pt x="45" y="37"/>
                    <a:pt x="38" y="41"/>
                    <a:pt x="38" y="45"/>
                  </a:cubicBezTo>
                  <a:cubicBezTo>
                    <a:pt x="38" y="48"/>
                    <a:pt x="39" y="51"/>
                    <a:pt x="39" y="51"/>
                  </a:cubicBezTo>
                  <a:cubicBezTo>
                    <a:pt x="39" y="51"/>
                    <a:pt x="49" y="50"/>
                    <a:pt x="51" y="49"/>
                  </a:cubicBezTo>
                  <a:cubicBezTo>
                    <a:pt x="54" y="49"/>
                    <a:pt x="65" y="48"/>
                    <a:pt x="66" y="47"/>
                  </a:cubicBezTo>
                  <a:cubicBezTo>
                    <a:pt x="68" y="45"/>
                    <a:pt x="68" y="44"/>
                    <a:pt x="68" y="44"/>
                  </a:cubicBezTo>
                  <a:cubicBezTo>
                    <a:pt x="68" y="43"/>
                    <a:pt x="69" y="39"/>
                    <a:pt x="69" y="44"/>
                  </a:cubicBezTo>
                  <a:cubicBezTo>
                    <a:pt x="69" y="46"/>
                    <a:pt x="69" y="49"/>
                    <a:pt x="69" y="51"/>
                  </a:cubicBezTo>
                  <a:moveTo>
                    <a:pt x="28" y="34"/>
                  </a:moveTo>
                  <a:cubicBezTo>
                    <a:pt x="19" y="29"/>
                    <a:pt x="10" y="34"/>
                    <a:pt x="7" y="39"/>
                  </a:cubicBezTo>
                  <a:cubicBezTo>
                    <a:pt x="4" y="44"/>
                    <a:pt x="5" y="53"/>
                    <a:pt x="5" y="53"/>
                  </a:cubicBezTo>
                  <a:cubicBezTo>
                    <a:pt x="5" y="53"/>
                    <a:pt x="18" y="52"/>
                    <a:pt x="20" y="52"/>
                  </a:cubicBezTo>
                  <a:cubicBezTo>
                    <a:pt x="22" y="52"/>
                    <a:pt x="35" y="51"/>
                    <a:pt x="35" y="51"/>
                  </a:cubicBezTo>
                  <a:cubicBezTo>
                    <a:pt x="35" y="51"/>
                    <a:pt x="36" y="39"/>
                    <a:pt x="28" y="3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6" name="Freeform 758">
              <a:extLst>
                <a:ext uri="{FF2B5EF4-FFF2-40B4-BE49-F238E27FC236}">
                  <a16:creationId xmlns:a16="http://schemas.microsoft.com/office/drawing/2014/main" id="{7AA5948F-C035-4265-A769-7436DB91D6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66163" y="12084050"/>
              <a:ext cx="44450" cy="107950"/>
            </a:xfrm>
            <a:custGeom>
              <a:avLst/>
              <a:gdLst>
                <a:gd name="T0" fmla="*/ 46 w 58"/>
                <a:gd name="T1" fmla="*/ 118 h 141"/>
                <a:gd name="T2" fmla="*/ 32 w 58"/>
                <a:gd name="T3" fmla="*/ 81 h 141"/>
                <a:gd name="T4" fmla="*/ 42 w 58"/>
                <a:gd name="T5" fmla="*/ 57 h 141"/>
                <a:gd name="T6" fmla="*/ 45 w 58"/>
                <a:gd name="T7" fmla="*/ 53 h 141"/>
                <a:gd name="T8" fmla="*/ 58 w 58"/>
                <a:gd name="T9" fmla="*/ 22 h 141"/>
                <a:gd name="T10" fmla="*/ 56 w 58"/>
                <a:gd name="T11" fmla="*/ 0 h 141"/>
                <a:gd name="T12" fmla="*/ 22 w 58"/>
                <a:gd name="T13" fmla="*/ 60 h 141"/>
                <a:gd name="T14" fmla="*/ 0 w 58"/>
                <a:gd name="T15" fmla="*/ 95 h 141"/>
                <a:gd name="T16" fmla="*/ 19 w 58"/>
                <a:gd name="T17" fmla="*/ 141 h 141"/>
                <a:gd name="T18" fmla="*/ 14 w 58"/>
                <a:gd name="T19" fmla="*/ 113 h 141"/>
                <a:gd name="T20" fmla="*/ 16 w 58"/>
                <a:gd name="T21" fmla="*/ 95 h 141"/>
                <a:gd name="T22" fmla="*/ 16 w 58"/>
                <a:gd name="T23" fmla="*/ 94 h 141"/>
                <a:gd name="T24" fmla="*/ 17 w 58"/>
                <a:gd name="T25" fmla="*/ 95 h 141"/>
                <a:gd name="T26" fmla="*/ 46 w 58"/>
                <a:gd name="T27" fmla="*/ 11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141">
                  <a:moveTo>
                    <a:pt x="46" y="118"/>
                  </a:moveTo>
                  <a:cubicBezTo>
                    <a:pt x="34" y="104"/>
                    <a:pt x="32" y="89"/>
                    <a:pt x="32" y="81"/>
                  </a:cubicBezTo>
                  <a:cubicBezTo>
                    <a:pt x="32" y="70"/>
                    <a:pt x="37" y="64"/>
                    <a:pt x="42" y="57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51" y="47"/>
                    <a:pt x="58" y="38"/>
                    <a:pt x="58" y="22"/>
                  </a:cubicBezTo>
                  <a:cubicBezTo>
                    <a:pt x="58" y="8"/>
                    <a:pt x="57" y="2"/>
                    <a:pt x="56" y="0"/>
                  </a:cubicBezTo>
                  <a:cubicBezTo>
                    <a:pt x="55" y="7"/>
                    <a:pt x="51" y="35"/>
                    <a:pt x="22" y="60"/>
                  </a:cubicBezTo>
                  <a:cubicBezTo>
                    <a:pt x="14" y="67"/>
                    <a:pt x="0" y="80"/>
                    <a:pt x="0" y="95"/>
                  </a:cubicBezTo>
                  <a:cubicBezTo>
                    <a:pt x="0" y="117"/>
                    <a:pt x="14" y="135"/>
                    <a:pt x="19" y="141"/>
                  </a:cubicBezTo>
                  <a:cubicBezTo>
                    <a:pt x="15" y="131"/>
                    <a:pt x="14" y="121"/>
                    <a:pt x="14" y="113"/>
                  </a:cubicBezTo>
                  <a:cubicBezTo>
                    <a:pt x="14" y="102"/>
                    <a:pt x="16" y="95"/>
                    <a:pt x="16" y="95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27" y="112"/>
                    <a:pt x="42" y="117"/>
                    <a:pt x="46" y="11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7" name="Freeform 759">
              <a:extLst>
                <a:ext uri="{FF2B5EF4-FFF2-40B4-BE49-F238E27FC236}">
                  <a16:creationId xmlns:a16="http://schemas.microsoft.com/office/drawing/2014/main" id="{ADB3FD41-318A-40A5-967B-B5F5078EE0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04263" y="12076113"/>
              <a:ext cx="25400" cy="49212"/>
            </a:xfrm>
            <a:custGeom>
              <a:avLst/>
              <a:gdLst>
                <a:gd name="T0" fmla="*/ 0 w 34"/>
                <a:gd name="T1" fmla="*/ 64 h 64"/>
                <a:gd name="T2" fmla="*/ 34 w 34"/>
                <a:gd name="T3" fmla="*/ 31 h 64"/>
                <a:gd name="T4" fmla="*/ 20 w 34"/>
                <a:gd name="T5" fmla="*/ 0 h 64"/>
                <a:gd name="T6" fmla="*/ 23 w 34"/>
                <a:gd name="T7" fmla="*/ 19 h 64"/>
                <a:gd name="T8" fmla="*/ 0 w 34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64">
                  <a:moveTo>
                    <a:pt x="0" y="64"/>
                  </a:moveTo>
                  <a:cubicBezTo>
                    <a:pt x="8" y="61"/>
                    <a:pt x="34" y="50"/>
                    <a:pt x="34" y="31"/>
                  </a:cubicBezTo>
                  <a:cubicBezTo>
                    <a:pt x="34" y="17"/>
                    <a:pt x="23" y="4"/>
                    <a:pt x="20" y="0"/>
                  </a:cubicBezTo>
                  <a:cubicBezTo>
                    <a:pt x="21" y="3"/>
                    <a:pt x="23" y="10"/>
                    <a:pt x="23" y="19"/>
                  </a:cubicBezTo>
                  <a:cubicBezTo>
                    <a:pt x="23" y="41"/>
                    <a:pt x="6" y="59"/>
                    <a:pt x="0" y="6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8" name="Freeform 760">
              <a:extLst>
                <a:ext uri="{FF2B5EF4-FFF2-40B4-BE49-F238E27FC236}">
                  <a16:creationId xmlns:a16="http://schemas.microsoft.com/office/drawing/2014/main" id="{225F7BCF-C104-4444-8F8E-2683A6890C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97913" y="12079288"/>
              <a:ext cx="82550" cy="96837"/>
            </a:xfrm>
            <a:custGeom>
              <a:avLst/>
              <a:gdLst>
                <a:gd name="T0" fmla="*/ 107 w 107"/>
                <a:gd name="T1" fmla="*/ 25 h 126"/>
                <a:gd name="T2" fmla="*/ 73 w 107"/>
                <a:gd name="T3" fmla="*/ 46 h 126"/>
                <a:gd name="T4" fmla="*/ 73 w 107"/>
                <a:gd name="T5" fmla="*/ 45 h 126"/>
                <a:gd name="T6" fmla="*/ 92 w 107"/>
                <a:gd name="T7" fmla="*/ 0 h 126"/>
                <a:gd name="T8" fmla="*/ 44 w 107"/>
                <a:gd name="T9" fmla="*/ 45 h 126"/>
                <a:gd name="T10" fmla="*/ 38 w 107"/>
                <a:gd name="T11" fmla="*/ 48 h 126"/>
                <a:gd name="T12" fmla="*/ 0 w 107"/>
                <a:gd name="T13" fmla="*/ 87 h 126"/>
                <a:gd name="T14" fmla="*/ 11 w 107"/>
                <a:gd name="T15" fmla="*/ 125 h 126"/>
                <a:gd name="T16" fmla="*/ 8 w 107"/>
                <a:gd name="T17" fmla="*/ 108 h 126"/>
                <a:gd name="T18" fmla="*/ 10 w 107"/>
                <a:gd name="T19" fmla="*/ 97 h 126"/>
                <a:gd name="T20" fmla="*/ 11 w 107"/>
                <a:gd name="T21" fmla="*/ 96 h 126"/>
                <a:gd name="T22" fmla="*/ 11 w 107"/>
                <a:gd name="T23" fmla="*/ 97 h 126"/>
                <a:gd name="T24" fmla="*/ 33 w 107"/>
                <a:gd name="T25" fmla="*/ 126 h 126"/>
                <a:gd name="T26" fmla="*/ 32 w 107"/>
                <a:gd name="T27" fmla="*/ 117 h 126"/>
                <a:gd name="T28" fmla="*/ 57 w 107"/>
                <a:gd name="T29" fmla="*/ 70 h 126"/>
                <a:gd name="T30" fmla="*/ 107 w 107"/>
                <a:gd name="T31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26">
                  <a:moveTo>
                    <a:pt x="107" y="25"/>
                  </a:moveTo>
                  <a:cubicBezTo>
                    <a:pt x="100" y="35"/>
                    <a:pt x="74" y="45"/>
                    <a:pt x="73" y="46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87" y="30"/>
                    <a:pt x="91" y="7"/>
                    <a:pt x="92" y="0"/>
                  </a:cubicBezTo>
                  <a:cubicBezTo>
                    <a:pt x="71" y="33"/>
                    <a:pt x="59" y="39"/>
                    <a:pt x="44" y="45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20" y="56"/>
                    <a:pt x="0" y="68"/>
                    <a:pt x="0" y="87"/>
                  </a:cubicBezTo>
                  <a:cubicBezTo>
                    <a:pt x="0" y="112"/>
                    <a:pt x="8" y="122"/>
                    <a:pt x="11" y="125"/>
                  </a:cubicBezTo>
                  <a:cubicBezTo>
                    <a:pt x="9" y="118"/>
                    <a:pt x="8" y="113"/>
                    <a:pt x="8" y="108"/>
                  </a:cubicBezTo>
                  <a:cubicBezTo>
                    <a:pt x="8" y="101"/>
                    <a:pt x="10" y="97"/>
                    <a:pt x="10" y="97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3" y="111"/>
                    <a:pt x="29" y="124"/>
                    <a:pt x="33" y="126"/>
                  </a:cubicBezTo>
                  <a:cubicBezTo>
                    <a:pt x="33" y="125"/>
                    <a:pt x="32" y="122"/>
                    <a:pt x="32" y="117"/>
                  </a:cubicBezTo>
                  <a:cubicBezTo>
                    <a:pt x="32" y="104"/>
                    <a:pt x="35" y="79"/>
                    <a:pt x="57" y="70"/>
                  </a:cubicBezTo>
                  <a:cubicBezTo>
                    <a:pt x="96" y="53"/>
                    <a:pt x="105" y="32"/>
                    <a:pt x="107" y="2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9" name="Freeform 761">
              <a:extLst>
                <a:ext uri="{FF2B5EF4-FFF2-40B4-BE49-F238E27FC236}">
                  <a16:creationId xmlns:a16="http://schemas.microsoft.com/office/drawing/2014/main" id="{1FEFC5A7-2F0F-48A8-AE5A-B9C993439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26488" y="12126913"/>
              <a:ext cx="34925" cy="53975"/>
            </a:xfrm>
            <a:custGeom>
              <a:avLst/>
              <a:gdLst>
                <a:gd name="T0" fmla="*/ 38 w 46"/>
                <a:gd name="T1" fmla="*/ 39 h 71"/>
                <a:gd name="T2" fmla="*/ 46 w 46"/>
                <a:gd name="T3" fmla="*/ 0 h 71"/>
                <a:gd name="T4" fmla="*/ 0 w 46"/>
                <a:gd name="T5" fmla="*/ 67 h 71"/>
                <a:gd name="T6" fmla="*/ 0 w 46"/>
                <a:gd name="T7" fmla="*/ 71 h 71"/>
                <a:gd name="T8" fmla="*/ 23 w 46"/>
                <a:gd name="T9" fmla="*/ 38 h 71"/>
                <a:gd name="T10" fmla="*/ 24 w 46"/>
                <a:gd name="T11" fmla="*/ 37 h 71"/>
                <a:gd name="T12" fmla="*/ 24 w 46"/>
                <a:gd name="T13" fmla="*/ 38 h 71"/>
                <a:gd name="T14" fmla="*/ 24 w 46"/>
                <a:gd name="T15" fmla="*/ 38 h 71"/>
                <a:gd name="T16" fmla="*/ 17 w 46"/>
                <a:gd name="T17" fmla="*/ 68 h 71"/>
                <a:gd name="T18" fmla="*/ 38 w 46"/>
                <a:gd name="T19" fmla="*/ 3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1">
                  <a:moveTo>
                    <a:pt x="38" y="39"/>
                  </a:moveTo>
                  <a:cubicBezTo>
                    <a:pt x="38" y="14"/>
                    <a:pt x="43" y="4"/>
                    <a:pt x="46" y="0"/>
                  </a:cubicBezTo>
                  <a:cubicBezTo>
                    <a:pt x="4" y="19"/>
                    <a:pt x="0" y="54"/>
                    <a:pt x="0" y="67"/>
                  </a:cubicBezTo>
                  <a:cubicBezTo>
                    <a:pt x="0" y="69"/>
                    <a:pt x="0" y="70"/>
                    <a:pt x="0" y="71"/>
                  </a:cubicBezTo>
                  <a:cubicBezTo>
                    <a:pt x="2" y="66"/>
                    <a:pt x="8" y="50"/>
                    <a:pt x="23" y="38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9"/>
                    <a:pt x="23" y="45"/>
                    <a:pt x="17" y="68"/>
                  </a:cubicBezTo>
                  <a:cubicBezTo>
                    <a:pt x="21" y="66"/>
                    <a:pt x="38" y="54"/>
                    <a:pt x="38" y="3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0" name="Freeform 762">
              <a:extLst>
                <a:ext uri="{FF2B5EF4-FFF2-40B4-BE49-F238E27FC236}">
                  <a16:creationId xmlns:a16="http://schemas.microsoft.com/office/drawing/2014/main" id="{64D29904-D978-4B52-87A5-C46D079120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8713" y="12109450"/>
              <a:ext cx="34925" cy="79375"/>
            </a:xfrm>
            <a:custGeom>
              <a:avLst/>
              <a:gdLst>
                <a:gd name="T0" fmla="*/ 45 w 45"/>
                <a:gd name="T1" fmla="*/ 60 h 104"/>
                <a:gd name="T2" fmla="*/ 42 w 45"/>
                <a:gd name="T3" fmla="*/ 44 h 104"/>
                <a:gd name="T4" fmla="*/ 32 w 45"/>
                <a:gd name="T5" fmla="*/ 60 h 104"/>
                <a:gd name="T6" fmla="*/ 32 w 45"/>
                <a:gd name="T7" fmla="*/ 60 h 104"/>
                <a:gd name="T8" fmla="*/ 32 w 45"/>
                <a:gd name="T9" fmla="*/ 60 h 104"/>
                <a:gd name="T10" fmla="*/ 31 w 45"/>
                <a:gd name="T11" fmla="*/ 59 h 104"/>
                <a:gd name="T12" fmla="*/ 36 w 45"/>
                <a:gd name="T13" fmla="*/ 41 h 104"/>
                <a:gd name="T14" fmla="*/ 34 w 45"/>
                <a:gd name="T15" fmla="*/ 28 h 104"/>
                <a:gd name="T16" fmla="*/ 34 w 45"/>
                <a:gd name="T17" fmla="*/ 22 h 104"/>
                <a:gd name="T18" fmla="*/ 41 w 45"/>
                <a:gd name="T19" fmla="*/ 0 h 104"/>
                <a:gd name="T20" fmla="*/ 19 w 45"/>
                <a:gd name="T21" fmla="*/ 33 h 104"/>
                <a:gd name="T22" fmla="*/ 14 w 45"/>
                <a:gd name="T23" fmla="*/ 57 h 104"/>
                <a:gd name="T24" fmla="*/ 12 w 45"/>
                <a:gd name="T25" fmla="*/ 66 h 104"/>
                <a:gd name="T26" fmla="*/ 0 w 45"/>
                <a:gd name="T27" fmla="*/ 96 h 104"/>
                <a:gd name="T28" fmla="*/ 17 w 45"/>
                <a:gd name="T29" fmla="*/ 76 h 104"/>
                <a:gd name="T30" fmla="*/ 18 w 45"/>
                <a:gd name="T31" fmla="*/ 74 h 104"/>
                <a:gd name="T32" fmla="*/ 18 w 45"/>
                <a:gd name="T33" fmla="*/ 76 h 104"/>
                <a:gd name="T34" fmla="*/ 19 w 45"/>
                <a:gd name="T35" fmla="*/ 83 h 104"/>
                <a:gd name="T36" fmla="*/ 14 w 45"/>
                <a:gd name="T37" fmla="*/ 104 h 104"/>
                <a:gd name="T38" fmla="*/ 45 w 45"/>
                <a:gd name="T39" fmla="*/ 6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104">
                  <a:moveTo>
                    <a:pt x="45" y="60"/>
                  </a:moveTo>
                  <a:cubicBezTo>
                    <a:pt x="45" y="52"/>
                    <a:pt x="43" y="46"/>
                    <a:pt x="42" y="44"/>
                  </a:cubicBezTo>
                  <a:cubicBezTo>
                    <a:pt x="41" y="46"/>
                    <a:pt x="39" y="53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6" y="54"/>
                    <a:pt x="36" y="41"/>
                  </a:cubicBezTo>
                  <a:cubicBezTo>
                    <a:pt x="36" y="37"/>
                    <a:pt x="35" y="33"/>
                    <a:pt x="34" y="28"/>
                  </a:cubicBezTo>
                  <a:cubicBezTo>
                    <a:pt x="34" y="26"/>
                    <a:pt x="34" y="24"/>
                    <a:pt x="34" y="22"/>
                  </a:cubicBezTo>
                  <a:cubicBezTo>
                    <a:pt x="34" y="12"/>
                    <a:pt x="38" y="4"/>
                    <a:pt x="41" y="0"/>
                  </a:cubicBezTo>
                  <a:cubicBezTo>
                    <a:pt x="36" y="3"/>
                    <a:pt x="24" y="14"/>
                    <a:pt x="19" y="33"/>
                  </a:cubicBezTo>
                  <a:cubicBezTo>
                    <a:pt x="15" y="47"/>
                    <a:pt x="14" y="53"/>
                    <a:pt x="14" y="57"/>
                  </a:cubicBezTo>
                  <a:cubicBezTo>
                    <a:pt x="13" y="60"/>
                    <a:pt x="13" y="62"/>
                    <a:pt x="12" y="66"/>
                  </a:cubicBezTo>
                  <a:cubicBezTo>
                    <a:pt x="9" y="74"/>
                    <a:pt x="4" y="89"/>
                    <a:pt x="0" y="96"/>
                  </a:cubicBezTo>
                  <a:cubicBezTo>
                    <a:pt x="3" y="94"/>
                    <a:pt x="11" y="88"/>
                    <a:pt x="17" y="7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9" y="79"/>
                    <a:pt x="19" y="83"/>
                  </a:cubicBezTo>
                  <a:cubicBezTo>
                    <a:pt x="19" y="89"/>
                    <a:pt x="18" y="97"/>
                    <a:pt x="14" y="104"/>
                  </a:cubicBezTo>
                  <a:cubicBezTo>
                    <a:pt x="20" y="100"/>
                    <a:pt x="45" y="79"/>
                    <a:pt x="45" y="6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1" name="Freeform 763">
              <a:extLst>
                <a:ext uri="{FF2B5EF4-FFF2-40B4-BE49-F238E27FC236}">
                  <a16:creationId xmlns:a16="http://schemas.microsoft.com/office/drawing/2014/main" id="{FA381148-5C46-4D18-B1D2-58055DFE2C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0463" y="12104688"/>
              <a:ext cx="36512" cy="41275"/>
            </a:xfrm>
            <a:custGeom>
              <a:avLst/>
              <a:gdLst>
                <a:gd name="T0" fmla="*/ 48 w 48"/>
                <a:gd name="T1" fmla="*/ 24 h 55"/>
                <a:gd name="T2" fmla="*/ 19 w 48"/>
                <a:gd name="T3" fmla="*/ 19 h 55"/>
                <a:gd name="T4" fmla="*/ 17 w 48"/>
                <a:gd name="T5" fmla="*/ 19 h 55"/>
                <a:gd name="T6" fmla="*/ 18 w 48"/>
                <a:gd name="T7" fmla="*/ 18 h 55"/>
                <a:gd name="T8" fmla="*/ 37 w 48"/>
                <a:gd name="T9" fmla="*/ 2 h 55"/>
                <a:gd name="T10" fmla="*/ 7 w 48"/>
                <a:gd name="T11" fmla="*/ 12 h 55"/>
                <a:gd name="T12" fmla="*/ 0 w 48"/>
                <a:gd name="T13" fmla="*/ 39 h 55"/>
                <a:gd name="T14" fmla="*/ 0 w 48"/>
                <a:gd name="T15" fmla="*/ 44 h 55"/>
                <a:gd name="T16" fmla="*/ 10 w 48"/>
                <a:gd name="T17" fmla="*/ 29 h 55"/>
                <a:gd name="T18" fmla="*/ 11 w 48"/>
                <a:gd name="T19" fmla="*/ 29 h 55"/>
                <a:gd name="T20" fmla="*/ 11 w 48"/>
                <a:gd name="T21" fmla="*/ 30 h 55"/>
                <a:gd name="T22" fmla="*/ 11 w 48"/>
                <a:gd name="T23" fmla="*/ 35 h 55"/>
                <a:gd name="T24" fmla="*/ 9 w 48"/>
                <a:gd name="T25" fmla="*/ 55 h 55"/>
                <a:gd name="T26" fmla="*/ 48 w 48"/>
                <a:gd name="T27" fmla="*/ 2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5">
                  <a:moveTo>
                    <a:pt x="48" y="24"/>
                  </a:moveTo>
                  <a:cubicBezTo>
                    <a:pt x="34" y="14"/>
                    <a:pt x="19" y="19"/>
                    <a:pt x="19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5" y="9"/>
                    <a:pt x="34" y="4"/>
                    <a:pt x="37" y="2"/>
                  </a:cubicBezTo>
                  <a:cubicBezTo>
                    <a:pt x="33" y="1"/>
                    <a:pt x="15" y="0"/>
                    <a:pt x="7" y="12"/>
                  </a:cubicBezTo>
                  <a:cubicBezTo>
                    <a:pt x="1" y="20"/>
                    <a:pt x="0" y="32"/>
                    <a:pt x="0" y="39"/>
                  </a:cubicBezTo>
                  <a:cubicBezTo>
                    <a:pt x="0" y="42"/>
                    <a:pt x="0" y="43"/>
                    <a:pt x="0" y="44"/>
                  </a:cubicBezTo>
                  <a:cubicBezTo>
                    <a:pt x="9" y="29"/>
                    <a:pt x="10" y="29"/>
                    <a:pt x="10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1"/>
                    <a:pt x="11" y="33"/>
                    <a:pt x="11" y="35"/>
                  </a:cubicBezTo>
                  <a:cubicBezTo>
                    <a:pt x="11" y="42"/>
                    <a:pt x="10" y="51"/>
                    <a:pt x="9" y="55"/>
                  </a:cubicBezTo>
                  <a:cubicBezTo>
                    <a:pt x="24" y="26"/>
                    <a:pt x="43" y="24"/>
                    <a:pt x="48" y="2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2" name="Freeform 764">
              <a:extLst>
                <a:ext uri="{FF2B5EF4-FFF2-40B4-BE49-F238E27FC236}">
                  <a16:creationId xmlns:a16="http://schemas.microsoft.com/office/drawing/2014/main" id="{38977A4D-D5C4-4E69-B175-3A03610419C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04263" y="12426950"/>
              <a:ext cx="41275" cy="90487"/>
            </a:xfrm>
            <a:custGeom>
              <a:avLst/>
              <a:gdLst>
                <a:gd name="T0" fmla="*/ 23 w 53"/>
                <a:gd name="T1" fmla="*/ 118 h 118"/>
                <a:gd name="T2" fmla="*/ 25 w 53"/>
                <a:gd name="T3" fmla="*/ 48 h 118"/>
                <a:gd name="T4" fmla="*/ 28 w 53"/>
                <a:gd name="T5" fmla="*/ 53 h 118"/>
                <a:gd name="T6" fmla="*/ 31 w 53"/>
                <a:gd name="T7" fmla="*/ 61 h 118"/>
                <a:gd name="T8" fmla="*/ 34 w 53"/>
                <a:gd name="T9" fmla="*/ 67 h 118"/>
                <a:gd name="T10" fmla="*/ 36 w 53"/>
                <a:gd name="T11" fmla="*/ 85 h 118"/>
                <a:gd name="T12" fmla="*/ 39 w 53"/>
                <a:gd name="T13" fmla="*/ 90 h 118"/>
                <a:gd name="T14" fmla="*/ 51 w 53"/>
                <a:gd name="T15" fmla="*/ 69 h 118"/>
                <a:gd name="T16" fmla="*/ 44 w 53"/>
                <a:gd name="T17" fmla="*/ 58 h 118"/>
                <a:gd name="T18" fmla="*/ 38 w 53"/>
                <a:gd name="T19" fmla="*/ 40 h 118"/>
                <a:gd name="T20" fmla="*/ 32 w 53"/>
                <a:gd name="T21" fmla="*/ 36 h 118"/>
                <a:gd name="T22" fmla="*/ 25 w 53"/>
                <a:gd name="T23" fmla="*/ 29 h 118"/>
                <a:gd name="T24" fmla="*/ 26 w 53"/>
                <a:gd name="T25" fmla="*/ 10 h 118"/>
                <a:gd name="T26" fmla="*/ 23 w 53"/>
                <a:gd name="T27" fmla="*/ 10 h 118"/>
                <a:gd name="T28" fmla="*/ 0 w 53"/>
                <a:gd name="T29" fmla="*/ 0 h 118"/>
                <a:gd name="T30" fmla="*/ 4 w 53"/>
                <a:gd name="T31" fmla="*/ 118 h 118"/>
                <a:gd name="T32" fmla="*/ 23 w 53"/>
                <a:gd name="T33" fmla="*/ 118 h 118"/>
                <a:gd name="T34" fmla="*/ 47 w 53"/>
                <a:gd name="T35" fmla="*/ 80 h 118"/>
                <a:gd name="T36" fmla="*/ 41 w 53"/>
                <a:gd name="T37" fmla="*/ 86 h 118"/>
                <a:gd name="T38" fmla="*/ 40 w 53"/>
                <a:gd name="T39" fmla="*/ 76 h 118"/>
                <a:gd name="T40" fmla="*/ 47 w 53"/>
                <a:gd name="T41" fmla="*/ 70 h 118"/>
                <a:gd name="T42" fmla="*/ 47 w 53"/>
                <a:gd name="T43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118">
                  <a:moveTo>
                    <a:pt x="23" y="118"/>
                  </a:moveTo>
                  <a:cubicBezTo>
                    <a:pt x="25" y="48"/>
                    <a:pt x="25" y="48"/>
                    <a:pt x="25" y="48"/>
                  </a:cubicBezTo>
                  <a:cubicBezTo>
                    <a:pt x="26" y="50"/>
                    <a:pt x="27" y="52"/>
                    <a:pt x="28" y="53"/>
                  </a:cubicBezTo>
                  <a:cubicBezTo>
                    <a:pt x="30" y="56"/>
                    <a:pt x="31" y="61"/>
                    <a:pt x="31" y="61"/>
                  </a:cubicBezTo>
                  <a:cubicBezTo>
                    <a:pt x="31" y="61"/>
                    <a:pt x="33" y="64"/>
                    <a:pt x="34" y="67"/>
                  </a:cubicBezTo>
                  <a:cubicBezTo>
                    <a:pt x="34" y="70"/>
                    <a:pt x="36" y="82"/>
                    <a:pt x="36" y="85"/>
                  </a:cubicBezTo>
                  <a:cubicBezTo>
                    <a:pt x="37" y="87"/>
                    <a:pt x="37" y="90"/>
                    <a:pt x="39" y="90"/>
                  </a:cubicBezTo>
                  <a:cubicBezTo>
                    <a:pt x="48" y="90"/>
                    <a:pt x="53" y="74"/>
                    <a:pt x="51" y="69"/>
                  </a:cubicBezTo>
                  <a:cubicBezTo>
                    <a:pt x="49" y="64"/>
                    <a:pt x="44" y="58"/>
                    <a:pt x="44" y="58"/>
                  </a:cubicBezTo>
                  <a:cubicBezTo>
                    <a:pt x="44" y="58"/>
                    <a:pt x="39" y="42"/>
                    <a:pt x="38" y="40"/>
                  </a:cubicBezTo>
                  <a:cubicBezTo>
                    <a:pt x="37" y="38"/>
                    <a:pt x="33" y="37"/>
                    <a:pt x="32" y="36"/>
                  </a:cubicBezTo>
                  <a:cubicBezTo>
                    <a:pt x="32" y="36"/>
                    <a:pt x="29" y="32"/>
                    <a:pt x="25" y="2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10"/>
                    <a:pt x="24" y="10"/>
                    <a:pt x="23" y="10"/>
                  </a:cubicBezTo>
                  <a:cubicBezTo>
                    <a:pt x="9" y="10"/>
                    <a:pt x="1" y="1"/>
                    <a:pt x="0" y="0"/>
                  </a:cubicBezTo>
                  <a:cubicBezTo>
                    <a:pt x="4" y="118"/>
                    <a:pt x="4" y="118"/>
                    <a:pt x="4" y="118"/>
                  </a:cubicBezTo>
                  <a:lnTo>
                    <a:pt x="23" y="118"/>
                  </a:lnTo>
                  <a:close/>
                  <a:moveTo>
                    <a:pt x="47" y="80"/>
                  </a:moveTo>
                  <a:cubicBezTo>
                    <a:pt x="43" y="86"/>
                    <a:pt x="42" y="86"/>
                    <a:pt x="41" y="86"/>
                  </a:cubicBezTo>
                  <a:cubicBezTo>
                    <a:pt x="39" y="86"/>
                    <a:pt x="39" y="80"/>
                    <a:pt x="40" y="76"/>
                  </a:cubicBezTo>
                  <a:cubicBezTo>
                    <a:pt x="41" y="73"/>
                    <a:pt x="44" y="70"/>
                    <a:pt x="47" y="70"/>
                  </a:cubicBezTo>
                  <a:cubicBezTo>
                    <a:pt x="49" y="70"/>
                    <a:pt x="51" y="74"/>
                    <a:pt x="47" y="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3" name="Freeform 765">
              <a:extLst>
                <a:ext uri="{FF2B5EF4-FFF2-40B4-BE49-F238E27FC236}">
                  <a16:creationId xmlns:a16="http://schemas.microsoft.com/office/drawing/2014/main" id="{B4C165DB-604D-4C48-835E-9F373419141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24888" y="12199938"/>
              <a:ext cx="273050" cy="250825"/>
            </a:xfrm>
            <a:custGeom>
              <a:avLst/>
              <a:gdLst>
                <a:gd name="T0" fmla="*/ 334 w 356"/>
                <a:gd name="T1" fmla="*/ 124 h 327"/>
                <a:gd name="T2" fmla="*/ 276 w 356"/>
                <a:gd name="T3" fmla="*/ 137 h 327"/>
                <a:gd name="T4" fmla="*/ 278 w 356"/>
                <a:gd name="T5" fmla="*/ 104 h 327"/>
                <a:gd name="T6" fmla="*/ 223 w 356"/>
                <a:gd name="T7" fmla="*/ 178 h 327"/>
                <a:gd name="T8" fmla="*/ 250 w 356"/>
                <a:gd name="T9" fmla="*/ 128 h 327"/>
                <a:gd name="T10" fmla="*/ 194 w 356"/>
                <a:gd name="T11" fmla="*/ 184 h 327"/>
                <a:gd name="T12" fmla="*/ 154 w 356"/>
                <a:gd name="T13" fmla="*/ 173 h 327"/>
                <a:gd name="T14" fmla="*/ 215 w 356"/>
                <a:gd name="T15" fmla="*/ 132 h 327"/>
                <a:gd name="T16" fmla="*/ 163 w 356"/>
                <a:gd name="T17" fmla="*/ 163 h 327"/>
                <a:gd name="T18" fmla="*/ 177 w 356"/>
                <a:gd name="T19" fmla="*/ 128 h 327"/>
                <a:gd name="T20" fmla="*/ 243 w 356"/>
                <a:gd name="T21" fmla="*/ 98 h 327"/>
                <a:gd name="T22" fmla="*/ 181 w 356"/>
                <a:gd name="T23" fmla="*/ 111 h 327"/>
                <a:gd name="T24" fmla="*/ 183 w 356"/>
                <a:gd name="T25" fmla="*/ 87 h 327"/>
                <a:gd name="T26" fmla="*/ 167 w 356"/>
                <a:gd name="T27" fmla="*/ 139 h 327"/>
                <a:gd name="T28" fmla="*/ 161 w 356"/>
                <a:gd name="T29" fmla="*/ 97 h 327"/>
                <a:gd name="T30" fmla="*/ 153 w 356"/>
                <a:gd name="T31" fmla="*/ 158 h 327"/>
                <a:gd name="T32" fmla="*/ 135 w 356"/>
                <a:gd name="T33" fmla="*/ 96 h 327"/>
                <a:gd name="T34" fmla="*/ 114 w 356"/>
                <a:gd name="T35" fmla="*/ 0 h 327"/>
                <a:gd name="T36" fmla="*/ 98 w 356"/>
                <a:gd name="T37" fmla="*/ 98 h 327"/>
                <a:gd name="T38" fmla="*/ 79 w 356"/>
                <a:gd name="T39" fmla="*/ 166 h 327"/>
                <a:gd name="T40" fmla="*/ 89 w 356"/>
                <a:gd name="T41" fmla="*/ 225 h 327"/>
                <a:gd name="T42" fmla="*/ 78 w 356"/>
                <a:gd name="T43" fmla="*/ 263 h 327"/>
                <a:gd name="T44" fmla="*/ 0 w 356"/>
                <a:gd name="T45" fmla="*/ 234 h 327"/>
                <a:gd name="T46" fmla="*/ 70 w 356"/>
                <a:gd name="T47" fmla="*/ 265 h 327"/>
                <a:gd name="T48" fmla="*/ 38 w 356"/>
                <a:gd name="T49" fmla="*/ 319 h 327"/>
                <a:gd name="T50" fmla="*/ 77 w 356"/>
                <a:gd name="T51" fmla="*/ 280 h 327"/>
                <a:gd name="T52" fmla="*/ 99 w 356"/>
                <a:gd name="T53" fmla="*/ 318 h 327"/>
                <a:gd name="T54" fmla="*/ 105 w 356"/>
                <a:gd name="T55" fmla="*/ 291 h 327"/>
                <a:gd name="T56" fmla="*/ 138 w 356"/>
                <a:gd name="T57" fmla="*/ 274 h 327"/>
                <a:gd name="T58" fmla="*/ 104 w 356"/>
                <a:gd name="T59" fmla="*/ 283 h 327"/>
                <a:gd name="T60" fmla="*/ 101 w 356"/>
                <a:gd name="T61" fmla="*/ 279 h 327"/>
                <a:gd name="T62" fmla="*/ 132 w 356"/>
                <a:gd name="T63" fmla="*/ 233 h 327"/>
                <a:gd name="T64" fmla="*/ 112 w 356"/>
                <a:gd name="T65" fmla="*/ 221 h 327"/>
                <a:gd name="T66" fmla="*/ 94 w 356"/>
                <a:gd name="T67" fmla="*/ 279 h 327"/>
                <a:gd name="T68" fmla="*/ 92 w 356"/>
                <a:gd name="T69" fmla="*/ 244 h 327"/>
                <a:gd name="T70" fmla="*/ 145 w 356"/>
                <a:gd name="T71" fmla="*/ 194 h 327"/>
                <a:gd name="T72" fmla="*/ 185 w 356"/>
                <a:gd name="T73" fmla="*/ 220 h 327"/>
                <a:gd name="T74" fmla="*/ 183 w 356"/>
                <a:gd name="T75" fmla="*/ 193 h 327"/>
                <a:gd name="T76" fmla="*/ 214 w 356"/>
                <a:gd name="T77" fmla="*/ 183 h 327"/>
                <a:gd name="T78" fmla="*/ 306 w 356"/>
                <a:gd name="T79" fmla="*/ 188 h 327"/>
                <a:gd name="T80" fmla="*/ 226 w 356"/>
                <a:gd name="T81" fmla="*/ 181 h 327"/>
                <a:gd name="T82" fmla="*/ 309 w 356"/>
                <a:gd name="T83" fmla="*/ 130 h 327"/>
                <a:gd name="T84" fmla="*/ 309 w 356"/>
                <a:gd name="T85" fmla="*/ 130 h 327"/>
                <a:gd name="T86" fmla="*/ 282 w 356"/>
                <a:gd name="T87" fmla="*/ 104 h 327"/>
                <a:gd name="T88" fmla="*/ 231 w 356"/>
                <a:gd name="T89" fmla="*/ 150 h 327"/>
                <a:gd name="T90" fmla="*/ 184 w 356"/>
                <a:gd name="T91" fmla="*/ 141 h 327"/>
                <a:gd name="T92" fmla="*/ 214 w 356"/>
                <a:gd name="T93" fmla="*/ 104 h 327"/>
                <a:gd name="T94" fmla="*/ 178 w 356"/>
                <a:gd name="T95" fmla="*/ 109 h 327"/>
                <a:gd name="T96" fmla="*/ 155 w 356"/>
                <a:gd name="T97" fmla="*/ 119 h 327"/>
                <a:gd name="T98" fmla="*/ 64 w 356"/>
                <a:gd name="T99" fmla="*/ 258 h 327"/>
                <a:gd name="T100" fmla="*/ 33 w 356"/>
                <a:gd name="T101" fmla="*/ 318 h 327"/>
                <a:gd name="T102" fmla="*/ 135 w 356"/>
                <a:gd name="T103" fmla="*/ 278 h 327"/>
                <a:gd name="T104" fmla="*/ 112 w 356"/>
                <a:gd name="T105" fmla="*/ 248 h 327"/>
                <a:gd name="T106" fmla="*/ 89 w 356"/>
                <a:gd name="T107" fmla="*/ 217 h 327"/>
                <a:gd name="T108" fmla="*/ 178 w 356"/>
                <a:gd name="T109" fmla="*/ 195 h 327"/>
                <a:gd name="T110" fmla="*/ 237 w 356"/>
                <a:gd name="T111" fmla="*/ 19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6" h="327">
                  <a:moveTo>
                    <a:pt x="283" y="148"/>
                  </a:moveTo>
                  <a:cubicBezTo>
                    <a:pt x="286" y="149"/>
                    <a:pt x="299" y="153"/>
                    <a:pt x="306" y="153"/>
                  </a:cubicBezTo>
                  <a:cubicBezTo>
                    <a:pt x="324" y="152"/>
                    <a:pt x="337" y="138"/>
                    <a:pt x="341" y="135"/>
                  </a:cubicBezTo>
                  <a:cubicBezTo>
                    <a:pt x="345" y="132"/>
                    <a:pt x="356" y="126"/>
                    <a:pt x="356" y="126"/>
                  </a:cubicBezTo>
                  <a:cubicBezTo>
                    <a:pt x="356" y="126"/>
                    <a:pt x="346" y="126"/>
                    <a:pt x="334" y="124"/>
                  </a:cubicBezTo>
                  <a:cubicBezTo>
                    <a:pt x="322" y="124"/>
                    <a:pt x="310" y="125"/>
                    <a:pt x="301" y="128"/>
                  </a:cubicBezTo>
                  <a:cubicBezTo>
                    <a:pt x="291" y="132"/>
                    <a:pt x="286" y="137"/>
                    <a:pt x="284" y="139"/>
                  </a:cubicBezTo>
                  <a:cubicBezTo>
                    <a:pt x="282" y="140"/>
                    <a:pt x="281" y="142"/>
                    <a:pt x="277" y="143"/>
                  </a:cubicBezTo>
                  <a:cubicBezTo>
                    <a:pt x="274" y="144"/>
                    <a:pt x="271" y="145"/>
                    <a:pt x="271" y="145"/>
                  </a:cubicBezTo>
                  <a:cubicBezTo>
                    <a:pt x="273" y="140"/>
                    <a:pt x="274" y="138"/>
                    <a:pt x="276" y="137"/>
                  </a:cubicBezTo>
                  <a:cubicBezTo>
                    <a:pt x="277" y="136"/>
                    <a:pt x="285" y="130"/>
                    <a:pt x="293" y="122"/>
                  </a:cubicBezTo>
                  <a:cubicBezTo>
                    <a:pt x="301" y="113"/>
                    <a:pt x="313" y="92"/>
                    <a:pt x="314" y="89"/>
                  </a:cubicBezTo>
                  <a:cubicBezTo>
                    <a:pt x="315" y="85"/>
                    <a:pt x="323" y="69"/>
                    <a:pt x="323" y="69"/>
                  </a:cubicBezTo>
                  <a:cubicBezTo>
                    <a:pt x="323" y="69"/>
                    <a:pt x="314" y="75"/>
                    <a:pt x="304" y="80"/>
                  </a:cubicBezTo>
                  <a:cubicBezTo>
                    <a:pt x="294" y="86"/>
                    <a:pt x="283" y="95"/>
                    <a:pt x="278" y="104"/>
                  </a:cubicBezTo>
                  <a:cubicBezTo>
                    <a:pt x="273" y="112"/>
                    <a:pt x="271" y="122"/>
                    <a:pt x="271" y="131"/>
                  </a:cubicBezTo>
                  <a:cubicBezTo>
                    <a:pt x="271" y="139"/>
                    <a:pt x="268" y="146"/>
                    <a:pt x="261" y="154"/>
                  </a:cubicBezTo>
                  <a:cubicBezTo>
                    <a:pt x="255" y="161"/>
                    <a:pt x="244" y="170"/>
                    <a:pt x="242" y="172"/>
                  </a:cubicBezTo>
                  <a:cubicBezTo>
                    <a:pt x="241" y="172"/>
                    <a:pt x="236" y="176"/>
                    <a:pt x="231" y="177"/>
                  </a:cubicBezTo>
                  <a:cubicBezTo>
                    <a:pt x="228" y="178"/>
                    <a:pt x="223" y="178"/>
                    <a:pt x="223" y="178"/>
                  </a:cubicBezTo>
                  <a:cubicBezTo>
                    <a:pt x="223" y="178"/>
                    <a:pt x="227" y="173"/>
                    <a:pt x="229" y="172"/>
                  </a:cubicBezTo>
                  <a:cubicBezTo>
                    <a:pt x="232" y="171"/>
                    <a:pt x="237" y="170"/>
                    <a:pt x="246" y="162"/>
                  </a:cubicBezTo>
                  <a:cubicBezTo>
                    <a:pt x="255" y="154"/>
                    <a:pt x="261" y="133"/>
                    <a:pt x="262" y="130"/>
                  </a:cubicBezTo>
                  <a:cubicBezTo>
                    <a:pt x="262" y="126"/>
                    <a:pt x="265" y="116"/>
                    <a:pt x="265" y="116"/>
                  </a:cubicBezTo>
                  <a:cubicBezTo>
                    <a:pt x="265" y="116"/>
                    <a:pt x="259" y="123"/>
                    <a:pt x="250" y="128"/>
                  </a:cubicBezTo>
                  <a:cubicBezTo>
                    <a:pt x="242" y="133"/>
                    <a:pt x="232" y="142"/>
                    <a:pt x="226" y="152"/>
                  </a:cubicBezTo>
                  <a:cubicBezTo>
                    <a:pt x="220" y="162"/>
                    <a:pt x="223" y="170"/>
                    <a:pt x="223" y="172"/>
                  </a:cubicBezTo>
                  <a:cubicBezTo>
                    <a:pt x="223" y="173"/>
                    <a:pt x="223" y="174"/>
                    <a:pt x="220" y="176"/>
                  </a:cubicBezTo>
                  <a:cubicBezTo>
                    <a:pt x="218" y="179"/>
                    <a:pt x="214" y="179"/>
                    <a:pt x="212" y="180"/>
                  </a:cubicBezTo>
                  <a:cubicBezTo>
                    <a:pt x="210" y="180"/>
                    <a:pt x="202" y="184"/>
                    <a:pt x="194" y="184"/>
                  </a:cubicBezTo>
                  <a:cubicBezTo>
                    <a:pt x="185" y="184"/>
                    <a:pt x="174" y="180"/>
                    <a:pt x="172" y="179"/>
                  </a:cubicBezTo>
                  <a:cubicBezTo>
                    <a:pt x="169" y="179"/>
                    <a:pt x="165" y="182"/>
                    <a:pt x="164" y="182"/>
                  </a:cubicBezTo>
                  <a:cubicBezTo>
                    <a:pt x="162" y="182"/>
                    <a:pt x="161" y="181"/>
                    <a:pt x="159" y="181"/>
                  </a:cubicBezTo>
                  <a:cubicBezTo>
                    <a:pt x="157" y="181"/>
                    <a:pt x="152" y="181"/>
                    <a:pt x="152" y="181"/>
                  </a:cubicBezTo>
                  <a:cubicBezTo>
                    <a:pt x="154" y="179"/>
                    <a:pt x="154" y="174"/>
                    <a:pt x="154" y="173"/>
                  </a:cubicBezTo>
                  <a:cubicBezTo>
                    <a:pt x="154" y="172"/>
                    <a:pt x="155" y="170"/>
                    <a:pt x="156" y="170"/>
                  </a:cubicBezTo>
                  <a:cubicBezTo>
                    <a:pt x="158" y="169"/>
                    <a:pt x="163" y="166"/>
                    <a:pt x="165" y="165"/>
                  </a:cubicBezTo>
                  <a:cubicBezTo>
                    <a:pt x="167" y="164"/>
                    <a:pt x="168" y="164"/>
                    <a:pt x="170" y="164"/>
                  </a:cubicBezTo>
                  <a:cubicBezTo>
                    <a:pt x="172" y="164"/>
                    <a:pt x="182" y="164"/>
                    <a:pt x="190" y="158"/>
                  </a:cubicBezTo>
                  <a:cubicBezTo>
                    <a:pt x="205" y="150"/>
                    <a:pt x="213" y="136"/>
                    <a:pt x="215" y="132"/>
                  </a:cubicBezTo>
                  <a:cubicBezTo>
                    <a:pt x="218" y="129"/>
                    <a:pt x="229" y="120"/>
                    <a:pt x="229" y="120"/>
                  </a:cubicBezTo>
                  <a:cubicBezTo>
                    <a:pt x="229" y="120"/>
                    <a:pt x="220" y="123"/>
                    <a:pt x="210" y="126"/>
                  </a:cubicBezTo>
                  <a:cubicBezTo>
                    <a:pt x="199" y="129"/>
                    <a:pt x="184" y="136"/>
                    <a:pt x="179" y="141"/>
                  </a:cubicBezTo>
                  <a:cubicBezTo>
                    <a:pt x="173" y="146"/>
                    <a:pt x="170" y="150"/>
                    <a:pt x="168" y="154"/>
                  </a:cubicBezTo>
                  <a:cubicBezTo>
                    <a:pt x="166" y="157"/>
                    <a:pt x="165" y="161"/>
                    <a:pt x="163" y="163"/>
                  </a:cubicBezTo>
                  <a:cubicBezTo>
                    <a:pt x="161" y="164"/>
                    <a:pt x="156" y="167"/>
                    <a:pt x="156" y="166"/>
                  </a:cubicBezTo>
                  <a:cubicBezTo>
                    <a:pt x="156" y="165"/>
                    <a:pt x="158" y="161"/>
                    <a:pt x="159" y="159"/>
                  </a:cubicBezTo>
                  <a:cubicBezTo>
                    <a:pt x="161" y="157"/>
                    <a:pt x="165" y="151"/>
                    <a:pt x="167" y="147"/>
                  </a:cubicBezTo>
                  <a:cubicBezTo>
                    <a:pt x="170" y="143"/>
                    <a:pt x="171" y="139"/>
                    <a:pt x="172" y="137"/>
                  </a:cubicBezTo>
                  <a:cubicBezTo>
                    <a:pt x="173" y="135"/>
                    <a:pt x="174" y="130"/>
                    <a:pt x="177" y="128"/>
                  </a:cubicBezTo>
                  <a:cubicBezTo>
                    <a:pt x="184" y="119"/>
                    <a:pt x="190" y="119"/>
                    <a:pt x="194" y="118"/>
                  </a:cubicBezTo>
                  <a:cubicBezTo>
                    <a:pt x="198" y="118"/>
                    <a:pt x="203" y="119"/>
                    <a:pt x="216" y="117"/>
                  </a:cubicBezTo>
                  <a:cubicBezTo>
                    <a:pt x="230" y="116"/>
                    <a:pt x="240" y="108"/>
                    <a:pt x="243" y="107"/>
                  </a:cubicBezTo>
                  <a:cubicBezTo>
                    <a:pt x="246" y="105"/>
                    <a:pt x="259" y="96"/>
                    <a:pt x="259" y="96"/>
                  </a:cubicBezTo>
                  <a:cubicBezTo>
                    <a:pt x="259" y="96"/>
                    <a:pt x="247" y="98"/>
                    <a:pt x="243" y="98"/>
                  </a:cubicBezTo>
                  <a:cubicBezTo>
                    <a:pt x="239" y="99"/>
                    <a:pt x="223" y="99"/>
                    <a:pt x="215" y="101"/>
                  </a:cubicBezTo>
                  <a:cubicBezTo>
                    <a:pt x="206" y="103"/>
                    <a:pt x="198" y="109"/>
                    <a:pt x="191" y="114"/>
                  </a:cubicBezTo>
                  <a:cubicBezTo>
                    <a:pt x="183" y="118"/>
                    <a:pt x="176" y="125"/>
                    <a:pt x="176" y="125"/>
                  </a:cubicBezTo>
                  <a:cubicBezTo>
                    <a:pt x="176" y="125"/>
                    <a:pt x="176" y="121"/>
                    <a:pt x="176" y="118"/>
                  </a:cubicBezTo>
                  <a:cubicBezTo>
                    <a:pt x="177" y="116"/>
                    <a:pt x="177" y="113"/>
                    <a:pt x="181" y="111"/>
                  </a:cubicBezTo>
                  <a:cubicBezTo>
                    <a:pt x="184" y="109"/>
                    <a:pt x="195" y="103"/>
                    <a:pt x="201" y="96"/>
                  </a:cubicBezTo>
                  <a:cubicBezTo>
                    <a:pt x="208" y="90"/>
                    <a:pt x="216" y="76"/>
                    <a:pt x="218" y="73"/>
                  </a:cubicBezTo>
                  <a:cubicBezTo>
                    <a:pt x="219" y="69"/>
                    <a:pt x="225" y="56"/>
                    <a:pt x="225" y="56"/>
                  </a:cubicBezTo>
                  <a:cubicBezTo>
                    <a:pt x="225" y="56"/>
                    <a:pt x="222" y="60"/>
                    <a:pt x="211" y="65"/>
                  </a:cubicBezTo>
                  <a:cubicBezTo>
                    <a:pt x="199" y="71"/>
                    <a:pt x="189" y="79"/>
                    <a:pt x="183" y="87"/>
                  </a:cubicBezTo>
                  <a:cubicBezTo>
                    <a:pt x="177" y="95"/>
                    <a:pt x="176" y="102"/>
                    <a:pt x="176" y="105"/>
                  </a:cubicBezTo>
                  <a:cubicBezTo>
                    <a:pt x="176" y="108"/>
                    <a:pt x="175" y="112"/>
                    <a:pt x="174" y="114"/>
                  </a:cubicBezTo>
                  <a:cubicBezTo>
                    <a:pt x="174" y="115"/>
                    <a:pt x="173" y="116"/>
                    <a:pt x="172" y="123"/>
                  </a:cubicBezTo>
                  <a:cubicBezTo>
                    <a:pt x="172" y="129"/>
                    <a:pt x="171" y="130"/>
                    <a:pt x="170" y="133"/>
                  </a:cubicBezTo>
                  <a:cubicBezTo>
                    <a:pt x="169" y="136"/>
                    <a:pt x="169" y="137"/>
                    <a:pt x="167" y="139"/>
                  </a:cubicBezTo>
                  <a:cubicBezTo>
                    <a:pt x="166" y="142"/>
                    <a:pt x="166" y="141"/>
                    <a:pt x="165" y="144"/>
                  </a:cubicBezTo>
                  <a:cubicBezTo>
                    <a:pt x="164" y="147"/>
                    <a:pt x="157" y="156"/>
                    <a:pt x="157" y="156"/>
                  </a:cubicBezTo>
                  <a:cubicBezTo>
                    <a:pt x="157" y="156"/>
                    <a:pt x="154" y="153"/>
                    <a:pt x="158" y="145"/>
                  </a:cubicBezTo>
                  <a:cubicBezTo>
                    <a:pt x="163" y="134"/>
                    <a:pt x="165" y="125"/>
                    <a:pt x="165" y="119"/>
                  </a:cubicBezTo>
                  <a:cubicBezTo>
                    <a:pt x="165" y="113"/>
                    <a:pt x="163" y="101"/>
                    <a:pt x="161" y="97"/>
                  </a:cubicBezTo>
                  <a:cubicBezTo>
                    <a:pt x="160" y="93"/>
                    <a:pt x="154" y="77"/>
                    <a:pt x="154" y="77"/>
                  </a:cubicBezTo>
                  <a:cubicBezTo>
                    <a:pt x="154" y="77"/>
                    <a:pt x="154" y="84"/>
                    <a:pt x="151" y="91"/>
                  </a:cubicBezTo>
                  <a:cubicBezTo>
                    <a:pt x="149" y="99"/>
                    <a:pt x="143" y="113"/>
                    <a:pt x="143" y="123"/>
                  </a:cubicBezTo>
                  <a:cubicBezTo>
                    <a:pt x="143" y="133"/>
                    <a:pt x="148" y="145"/>
                    <a:pt x="151" y="148"/>
                  </a:cubicBezTo>
                  <a:cubicBezTo>
                    <a:pt x="153" y="152"/>
                    <a:pt x="154" y="154"/>
                    <a:pt x="153" y="158"/>
                  </a:cubicBezTo>
                  <a:cubicBezTo>
                    <a:pt x="153" y="162"/>
                    <a:pt x="152" y="164"/>
                    <a:pt x="149" y="167"/>
                  </a:cubicBezTo>
                  <a:cubicBezTo>
                    <a:pt x="148" y="169"/>
                    <a:pt x="148" y="170"/>
                    <a:pt x="147" y="175"/>
                  </a:cubicBezTo>
                  <a:cubicBezTo>
                    <a:pt x="144" y="186"/>
                    <a:pt x="139" y="189"/>
                    <a:pt x="134" y="193"/>
                  </a:cubicBezTo>
                  <a:cubicBezTo>
                    <a:pt x="134" y="193"/>
                    <a:pt x="133" y="194"/>
                    <a:pt x="132" y="195"/>
                  </a:cubicBezTo>
                  <a:cubicBezTo>
                    <a:pt x="135" y="96"/>
                    <a:pt x="135" y="96"/>
                    <a:pt x="135" y="96"/>
                  </a:cubicBezTo>
                  <a:cubicBezTo>
                    <a:pt x="136" y="81"/>
                    <a:pt x="138" y="51"/>
                    <a:pt x="151" y="31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63" y="15"/>
                    <a:pt x="176" y="9"/>
                    <a:pt x="188" y="8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8" y="0"/>
                    <a:pt x="126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1" y="0"/>
                    <a:pt x="46" y="0"/>
                    <a:pt x="46" y="0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57" y="9"/>
                    <a:pt x="71" y="15"/>
                    <a:pt x="79" y="27"/>
                  </a:cubicBezTo>
                  <a:cubicBezTo>
                    <a:pt x="90" y="42"/>
                    <a:pt x="97" y="51"/>
                    <a:pt x="98" y="98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94" y="215"/>
                    <a:pt x="92" y="225"/>
                    <a:pt x="92" y="225"/>
                  </a:cubicBezTo>
                  <a:cubicBezTo>
                    <a:pt x="91" y="222"/>
                    <a:pt x="91" y="219"/>
                    <a:pt x="92" y="217"/>
                  </a:cubicBezTo>
                  <a:cubicBezTo>
                    <a:pt x="93" y="215"/>
                    <a:pt x="96" y="205"/>
                    <a:pt x="95" y="196"/>
                  </a:cubicBezTo>
                  <a:cubicBezTo>
                    <a:pt x="93" y="186"/>
                    <a:pt x="82" y="170"/>
                    <a:pt x="79" y="166"/>
                  </a:cubicBezTo>
                  <a:cubicBezTo>
                    <a:pt x="75" y="162"/>
                    <a:pt x="69" y="152"/>
                    <a:pt x="69" y="152"/>
                  </a:cubicBezTo>
                  <a:cubicBezTo>
                    <a:pt x="69" y="152"/>
                    <a:pt x="69" y="161"/>
                    <a:pt x="69" y="168"/>
                  </a:cubicBezTo>
                  <a:cubicBezTo>
                    <a:pt x="68" y="175"/>
                    <a:pt x="66" y="186"/>
                    <a:pt x="70" y="198"/>
                  </a:cubicBezTo>
                  <a:cubicBezTo>
                    <a:pt x="74" y="211"/>
                    <a:pt x="83" y="217"/>
                    <a:pt x="85" y="218"/>
                  </a:cubicBezTo>
                  <a:cubicBezTo>
                    <a:pt x="87" y="219"/>
                    <a:pt x="88" y="221"/>
                    <a:pt x="89" y="225"/>
                  </a:cubicBezTo>
                  <a:cubicBezTo>
                    <a:pt x="90" y="229"/>
                    <a:pt x="89" y="230"/>
                    <a:pt x="89" y="233"/>
                  </a:cubicBezTo>
                  <a:cubicBezTo>
                    <a:pt x="88" y="235"/>
                    <a:pt x="89" y="237"/>
                    <a:pt x="88" y="241"/>
                  </a:cubicBezTo>
                  <a:cubicBezTo>
                    <a:pt x="87" y="243"/>
                    <a:pt x="85" y="245"/>
                    <a:pt x="85" y="247"/>
                  </a:cubicBezTo>
                  <a:cubicBezTo>
                    <a:pt x="84" y="252"/>
                    <a:pt x="82" y="256"/>
                    <a:pt x="82" y="258"/>
                  </a:cubicBezTo>
                  <a:cubicBezTo>
                    <a:pt x="81" y="260"/>
                    <a:pt x="80" y="260"/>
                    <a:pt x="78" y="263"/>
                  </a:cubicBezTo>
                  <a:cubicBezTo>
                    <a:pt x="77" y="266"/>
                    <a:pt x="77" y="268"/>
                    <a:pt x="77" y="268"/>
                  </a:cubicBezTo>
                  <a:cubicBezTo>
                    <a:pt x="77" y="268"/>
                    <a:pt x="69" y="260"/>
                    <a:pt x="68" y="258"/>
                  </a:cubicBezTo>
                  <a:cubicBezTo>
                    <a:pt x="61" y="242"/>
                    <a:pt x="50" y="239"/>
                    <a:pt x="43" y="237"/>
                  </a:cubicBezTo>
                  <a:cubicBezTo>
                    <a:pt x="36" y="235"/>
                    <a:pt x="25" y="236"/>
                    <a:pt x="20" y="236"/>
                  </a:cubicBezTo>
                  <a:cubicBezTo>
                    <a:pt x="14" y="237"/>
                    <a:pt x="1" y="234"/>
                    <a:pt x="0" y="234"/>
                  </a:cubicBezTo>
                  <a:cubicBezTo>
                    <a:pt x="1" y="234"/>
                    <a:pt x="7" y="236"/>
                    <a:pt x="14" y="244"/>
                  </a:cubicBezTo>
                  <a:cubicBezTo>
                    <a:pt x="23" y="253"/>
                    <a:pt x="32" y="259"/>
                    <a:pt x="39" y="262"/>
                  </a:cubicBezTo>
                  <a:cubicBezTo>
                    <a:pt x="47" y="265"/>
                    <a:pt x="56" y="262"/>
                    <a:pt x="58" y="262"/>
                  </a:cubicBezTo>
                  <a:cubicBezTo>
                    <a:pt x="61" y="261"/>
                    <a:pt x="63" y="260"/>
                    <a:pt x="65" y="261"/>
                  </a:cubicBezTo>
                  <a:cubicBezTo>
                    <a:pt x="68" y="262"/>
                    <a:pt x="70" y="265"/>
                    <a:pt x="70" y="265"/>
                  </a:cubicBezTo>
                  <a:cubicBezTo>
                    <a:pt x="70" y="265"/>
                    <a:pt x="66" y="268"/>
                    <a:pt x="63" y="269"/>
                  </a:cubicBezTo>
                  <a:cubicBezTo>
                    <a:pt x="52" y="274"/>
                    <a:pt x="44" y="278"/>
                    <a:pt x="37" y="289"/>
                  </a:cubicBezTo>
                  <a:cubicBezTo>
                    <a:pt x="35" y="294"/>
                    <a:pt x="31" y="310"/>
                    <a:pt x="30" y="314"/>
                  </a:cubicBezTo>
                  <a:cubicBezTo>
                    <a:pt x="30" y="317"/>
                    <a:pt x="27" y="327"/>
                    <a:pt x="27" y="327"/>
                  </a:cubicBezTo>
                  <a:cubicBezTo>
                    <a:pt x="27" y="327"/>
                    <a:pt x="33" y="322"/>
                    <a:pt x="38" y="319"/>
                  </a:cubicBezTo>
                  <a:cubicBezTo>
                    <a:pt x="43" y="315"/>
                    <a:pt x="50" y="311"/>
                    <a:pt x="58" y="301"/>
                  </a:cubicBezTo>
                  <a:cubicBezTo>
                    <a:pt x="66" y="291"/>
                    <a:pt x="67" y="275"/>
                    <a:pt x="68" y="272"/>
                  </a:cubicBezTo>
                  <a:cubicBezTo>
                    <a:pt x="68" y="268"/>
                    <a:pt x="71" y="268"/>
                    <a:pt x="71" y="268"/>
                  </a:cubicBezTo>
                  <a:cubicBezTo>
                    <a:pt x="72" y="268"/>
                    <a:pt x="75" y="270"/>
                    <a:pt x="75" y="272"/>
                  </a:cubicBezTo>
                  <a:cubicBezTo>
                    <a:pt x="75" y="275"/>
                    <a:pt x="77" y="278"/>
                    <a:pt x="77" y="280"/>
                  </a:cubicBezTo>
                  <a:cubicBezTo>
                    <a:pt x="79" y="281"/>
                    <a:pt x="81" y="283"/>
                    <a:pt x="83" y="286"/>
                  </a:cubicBezTo>
                  <a:cubicBezTo>
                    <a:pt x="85" y="289"/>
                    <a:pt x="87" y="296"/>
                    <a:pt x="88" y="299"/>
                  </a:cubicBezTo>
                  <a:cubicBezTo>
                    <a:pt x="90" y="302"/>
                    <a:pt x="91" y="302"/>
                    <a:pt x="93" y="306"/>
                  </a:cubicBezTo>
                  <a:cubicBezTo>
                    <a:pt x="95" y="310"/>
                    <a:pt x="95" y="312"/>
                    <a:pt x="96" y="315"/>
                  </a:cubicBezTo>
                  <a:cubicBezTo>
                    <a:pt x="98" y="318"/>
                    <a:pt x="99" y="318"/>
                    <a:pt x="99" y="318"/>
                  </a:cubicBezTo>
                  <a:cubicBezTo>
                    <a:pt x="98" y="298"/>
                    <a:pt x="98" y="298"/>
                    <a:pt x="98" y="298"/>
                  </a:cubicBezTo>
                  <a:cubicBezTo>
                    <a:pt x="98" y="298"/>
                    <a:pt x="97" y="298"/>
                    <a:pt x="97" y="297"/>
                  </a:cubicBezTo>
                  <a:cubicBezTo>
                    <a:pt x="96" y="296"/>
                    <a:pt x="95" y="294"/>
                    <a:pt x="95" y="294"/>
                  </a:cubicBezTo>
                  <a:cubicBezTo>
                    <a:pt x="95" y="294"/>
                    <a:pt x="98" y="292"/>
                    <a:pt x="100" y="291"/>
                  </a:cubicBezTo>
                  <a:cubicBezTo>
                    <a:pt x="102" y="290"/>
                    <a:pt x="104" y="290"/>
                    <a:pt x="105" y="291"/>
                  </a:cubicBezTo>
                  <a:cubicBezTo>
                    <a:pt x="107" y="292"/>
                    <a:pt x="117" y="300"/>
                    <a:pt x="128" y="300"/>
                  </a:cubicBezTo>
                  <a:cubicBezTo>
                    <a:pt x="139" y="300"/>
                    <a:pt x="162" y="288"/>
                    <a:pt x="166" y="286"/>
                  </a:cubicBezTo>
                  <a:cubicBezTo>
                    <a:pt x="170" y="284"/>
                    <a:pt x="181" y="281"/>
                    <a:pt x="181" y="281"/>
                  </a:cubicBezTo>
                  <a:cubicBezTo>
                    <a:pt x="181" y="281"/>
                    <a:pt x="170" y="280"/>
                    <a:pt x="164" y="278"/>
                  </a:cubicBezTo>
                  <a:cubicBezTo>
                    <a:pt x="159" y="277"/>
                    <a:pt x="142" y="274"/>
                    <a:pt x="138" y="274"/>
                  </a:cubicBezTo>
                  <a:cubicBezTo>
                    <a:pt x="134" y="274"/>
                    <a:pt x="131" y="275"/>
                    <a:pt x="131" y="275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1" y="269"/>
                    <a:pt x="126" y="273"/>
                    <a:pt x="125" y="274"/>
                  </a:cubicBezTo>
                  <a:cubicBezTo>
                    <a:pt x="123" y="275"/>
                    <a:pt x="119" y="278"/>
                    <a:pt x="113" y="280"/>
                  </a:cubicBezTo>
                  <a:cubicBezTo>
                    <a:pt x="108" y="282"/>
                    <a:pt x="104" y="283"/>
                    <a:pt x="104" y="283"/>
                  </a:cubicBezTo>
                  <a:cubicBezTo>
                    <a:pt x="104" y="283"/>
                    <a:pt x="103" y="282"/>
                    <a:pt x="103" y="285"/>
                  </a:cubicBezTo>
                  <a:cubicBezTo>
                    <a:pt x="102" y="287"/>
                    <a:pt x="102" y="287"/>
                    <a:pt x="99" y="288"/>
                  </a:cubicBezTo>
                  <a:cubicBezTo>
                    <a:pt x="96" y="288"/>
                    <a:pt x="93" y="290"/>
                    <a:pt x="93" y="290"/>
                  </a:cubicBezTo>
                  <a:cubicBezTo>
                    <a:pt x="93" y="290"/>
                    <a:pt x="96" y="283"/>
                    <a:pt x="96" y="282"/>
                  </a:cubicBezTo>
                  <a:cubicBezTo>
                    <a:pt x="96" y="281"/>
                    <a:pt x="97" y="280"/>
                    <a:pt x="101" y="279"/>
                  </a:cubicBezTo>
                  <a:cubicBezTo>
                    <a:pt x="104" y="278"/>
                    <a:pt x="116" y="276"/>
                    <a:pt x="126" y="266"/>
                  </a:cubicBezTo>
                  <a:cubicBezTo>
                    <a:pt x="138" y="256"/>
                    <a:pt x="143" y="244"/>
                    <a:pt x="145" y="239"/>
                  </a:cubicBezTo>
                  <a:cubicBezTo>
                    <a:pt x="148" y="232"/>
                    <a:pt x="158" y="223"/>
                    <a:pt x="158" y="223"/>
                  </a:cubicBezTo>
                  <a:cubicBezTo>
                    <a:pt x="158" y="223"/>
                    <a:pt x="149" y="227"/>
                    <a:pt x="134" y="232"/>
                  </a:cubicBezTo>
                  <a:cubicBezTo>
                    <a:pt x="133" y="232"/>
                    <a:pt x="132" y="233"/>
                    <a:pt x="132" y="233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2" y="211"/>
                    <a:pt x="132" y="211"/>
                    <a:pt x="132" y="211"/>
                  </a:cubicBezTo>
                  <a:cubicBezTo>
                    <a:pt x="132" y="211"/>
                    <a:pt x="131" y="211"/>
                    <a:pt x="131" y="211"/>
                  </a:cubicBezTo>
                  <a:cubicBezTo>
                    <a:pt x="129" y="212"/>
                    <a:pt x="122" y="214"/>
                    <a:pt x="119" y="216"/>
                  </a:cubicBezTo>
                  <a:cubicBezTo>
                    <a:pt x="117" y="217"/>
                    <a:pt x="114" y="220"/>
                    <a:pt x="112" y="221"/>
                  </a:cubicBezTo>
                  <a:cubicBezTo>
                    <a:pt x="111" y="221"/>
                    <a:pt x="106" y="223"/>
                    <a:pt x="102" y="227"/>
                  </a:cubicBezTo>
                  <a:cubicBezTo>
                    <a:pt x="102" y="230"/>
                    <a:pt x="102" y="230"/>
                    <a:pt x="102" y="230"/>
                  </a:cubicBezTo>
                  <a:cubicBezTo>
                    <a:pt x="103" y="252"/>
                    <a:pt x="103" y="252"/>
                    <a:pt x="103" y="252"/>
                  </a:cubicBezTo>
                  <a:cubicBezTo>
                    <a:pt x="97" y="260"/>
                    <a:pt x="97" y="266"/>
                    <a:pt x="96" y="271"/>
                  </a:cubicBezTo>
                  <a:cubicBezTo>
                    <a:pt x="95" y="275"/>
                    <a:pt x="95" y="277"/>
                    <a:pt x="94" y="279"/>
                  </a:cubicBezTo>
                  <a:cubicBezTo>
                    <a:pt x="94" y="281"/>
                    <a:pt x="91" y="286"/>
                    <a:pt x="91" y="286"/>
                  </a:cubicBezTo>
                  <a:cubicBezTo>
                    <a:pt x="91" y="286"/>
                    <a:pt x="88" y="280"/>
                    <a:pt x="85" y="277"/>
                  </a:cubicBezTo>
                  <a:cubicBezTo>
                    <a:pt x="82" y="274"/>
                    <a:pt x="83" y="271"/>
                    <a:pt x="84" y="268"/>
                  </a:cubicBezTo>
                  <a:cubicBezTo>
                    <a:pt x="84" y="266"/>
                    <a:pt x="85" y="263"/>
                    <a:pt x="87" y="259"/>
                  </a:cubicBezTo>
                  <a:cubicBezTo>
                    <a:pt x="89" y="255"/>
                    <a:pt x="91" y="247"/>
                    <a:pt x="92" y="244"/>
                  </a:cubicBezTo>
                  <a:cubicBezTo>
                    <a:pt x="93" y="242"/>
                    <a:pt x="93" y="247"/>
                    <a:pt x="96" y="232"/>
                  </a:cubicBezTo>
                  <a:cubicBezTo>
                    <a:pt x="98" y="217"/>
                    <a:pt x="110" y="214"/>
                    <a:pt x="112" y="213"/>
                  </a:cubicBezTo>
                  <a:cubicBezTo>
                    <a:pt x="114" y="212"/>
                    <a:pt x="117" y="209"/>
                    <a:pt x="119" y="208"/>
                  </a:cubicBezTo>
                  <a:cubicBezTo>
                    <a:pt x="122" y="206"/>
                    <a:pt x="129" y="204"/>
                    <a:pt x="131" y="203"/>
                  </a:cubicBezTo>
                  <a:cubicBezTo>
                    <a:pt x="133" y="202"/>
                    <a:pt x="141" y="199"/>
                    <a:pt x="145" y="194"/>
                  </a:cubicBezTo>
                  <a:cubicBezTo>
                    <a:pt x="148" y="190"/>
                    <a:pt x="150" y="188"/>
                    <a:pt x="153" y="187"/>
                  </a:cubicBezTo>
                  <a:cubicBezTo>
                    <a:pt x="155" y="186"/>
                    <a:pt x="159" y="186"/>
                    <a:pt x="165" y="185"/>
                  </a:cubicBezTo>
                  <a:cubicBezTo>
                    <a:pt x="171" y="185"/>
                    <a:pt x="172" y="189"/>
                    <a:pt x="173" y="191"/>
                  </a:cubicBezTo>
                  <a:cubicBezTo>
                    <a:pt x="174" y="193"/>
                    <a:pt x="174" y="194"/>
                    <a:pt x="174" y="196"/>
                  </a:cubicBezTo>
                  <a:cubicBezTo>
                    <a:pt x="175" y="199"/>
                    <a:pt x="173" y="210"/>
                    <a:pt x="185" y="220"/>
                  </a:cubicBezTo>
                  <a:cubicBezTo>
                    <a:pt x="197" y="231"/>
                    <a:pt x="212" y="232"/>
                    <a:pt x="217" y="233"/>
                  </a:cubicBezTo>
                  <a:cubicBezTo>
                    <a:pt x="223" y="234"/>
                    <a:pt x="236" y="240"/>
                    <a:pt x="236" y="240"/>
                  </a:cubicBezTo>
                  <a:cubicBezTo>
                    <a:pt x="236" y="240"/>
                    <a:pt x="234" y="239"/>
                    <a:pt x="225" y="225"/>
                  </a:cubicBezTo>
                  <a:cubicBezTo>
                    <a:pt x="216" y="211"/>
                    <a:pt x="207" y="202"/>
                    <a:pt x="201" y="199"/>
                  </a:cubicBezTo>
                  <a:cubicBezTo>
                    <a:pt x="196" y="196"/>
                    <a:pt x="186" y="194"/>
                    <a:pt x="183" y="193"/>
                  </a:cubicBezTo>
                  <a:cubicBezTo>
                    <a:pt x="181" y="193"/>
                    <a:pt x="179" y="192"/>
                    <a:pt x="177" y="191"/>
                  </a:cubicBezTo>
                  <a:cubicBezTo>
                    <a:pt x="176" y="189"/>
                    <a:pt x="173" y="185"/>
                    <a:pt x="173" y="185"/>
                  </a:cubicBezTo>
                  <a:cubicBezTo>
                    <a:pt x="173" y="185"/>
                    <a:pt x="174" y="185"/>
                    <a:pt x="175" y="185"/>
                  </a:cubicBezTo>
                  <a:cubicBezTo>
                    <a:pt x="176" y="185"/>
                    <a:pt x="181" y="188"/>
                    <a:pt x="193" y="188"/>
                  </a:cubicBezTo>
                  <a:cubicBezTo>
                    <a:pt x="205" y="188"/>
                    <a:pt x="212" y="184"/>
                    <a:pt x="214" y="183"/>
                  </a:cubicBezTo>
                  <a:cubicBezTo>
                    <a:pt x="216" y="182"/>
                    <a:pt x="219" y="182"/>
                    <a:pt x="221" y="184"/>
                  </a:cubicBezTo>
                  <a:cubicBezTo>
                    <a:pt x="223" y="185"/>
                    <a:pt x="226" y="187"/>
                    <a:pt x="232" y="191"/>
                  </a:cubicBezTo>
                  <a:cubicBezTo>
                    <a:pt x="238" y="195"/>
                    <a:pt x="248" y="200"/>
                    <a:pt x="259" y="200"/>
                  </a:cubicBezTo>
                  <a:cubicBezTo>
                    <a:pt x="269" y="200"/>
                    <a:pt x="288" y="195"/>
                    <a:pt x="292" y="193"/>
                  </a:cubicBezTo>
                  <a:cubicBezTo>
                    <a:pt x="297" y="190"/>
                    <a:pt x="306" y="188"/>
                    <a:pt x="306" y="188"/>
                  </a:cubicBezTo>
                  <a:cubicBezTo>
                    <a:pt x="306" y="188"/>
                    <a:pt x="298" y="187"/>
                    <a:pt x="292" y="186"/>
                  </a:cubicBezTo>
                  <a:cubicBezTo>
                    <a:pt x="287" y="185"/>
                    <a:pt x="271" y="178"/>
                    <a:pt x="260" y="178"/>
                  </a:cubicBezTo>
                  <a:cubicBezTo>
                    <a:pt x="248" y="178"/>
                    <a:pt x="240" y="184"/>
                    <a:pt x="239" y="185"/>
                  </a:cubicBezTo>
                  <a:cubicBezTo>
                    <a:pt x="238" y="185"/>
                    <a:pt x="236" y="188"/>
                    <a:pt x="231" y="186"/>
                  </a:cubicBezTo>
                  <a:cubicBezTo>
                    <a:pt x="226" y="185"/>
                    <a:pt x="226" y="181"/>
                    <a:pt x="226" y="181"/>
                  </a:cubicBezTo>
                  <a:cubicBezTo>
                    <a:pt x="239" y="179"/>
                    <a:pt x="241" y="177"/>
                    <a:pt x="246" y="174"/>
                  </a:cubicBezTo>
                  <a:cubicBezTo>
                    <a:pt x="251" y="170"/>
                    <a:pt x="256" y="164"/>
                    <a:pt x="259" y="160"/>
                  </a:cubicBezTo>
                  <a:cubicBezTo>
                    <a:pt x="262" y="158"/>
                    <a:pt x="264" y="156"/>
                    <a:pt x="269" y="151"/>
                  </a:cubicBezTo>
                  <a:cubicBezTo>
                    <a:pt x="275" y="145"/>
                    <a:pt x="283" y="148"/>
                    <a:pt x="283" y="148"/>
                  </a:cubicBezTo>
                  <a:moveTo>
                    <a:pt x="309" y="130"/>
                  </a:moveTo>
                  <a:cubicBezTo>
                    <a:pt x="322" y="126"/>
                    <a:pt x="347" y="128"/>
                    <a:pt x="344" y="128"/>
                  </a:cubicBezTo>
                  <a:cubicBezTo>
                    <a:pt x="341" y="129"/>
                    <a:pt x="323" y="137"/>
                    <a:pt x="311" y="140"/>
                  </a:cubicBezTo>
                  <a:cubicBezTo>
                    <a:pt x="298" y="144"/>
                    <a:pt x="283" y="144"/>
                    <a:pt x="283" y="144"/>
                  </a:cubicBezTo>
                  <a:cubicBezTo>
                    <a:pt x="283" y="144"/>
                    <a:pt x="283" y="144"/>
                    <a:pt x="283" y="144"/>
                  </a:cubicBezTo>
                  <a:cubicBezTo>
                    <a:pt x="283" y="144"/>
                    <a:pt x="295" y="133"/>
                    <a:pt x="309" y="130"/>
                  </a:cubicBezTo>
                  <a:moveTo>
                    <a:pt x="282" y="104"/>
                  </a:moveTo>
                  <a:cubicBezTo>
                    <a:pt x="291" y="89"/>
                    <a:pt x="312" y="80"/>
                    <a:pt x="312" y="80"/>
                  </a:cubicBezTo>
                  <a:cubicBezTo>
                    <a:pt x="312" y="80"/>
                    <a:pt x="297" y="101"/>
                    <a:pt x="292" y="107"/>
                  </a:cubicBezTo>
                  <a:cubicBezTo>
                    <a:pt x="287" y="114"/>
                    <a:pt x="274" y="132"/>
                    <a:pt x="274" y="132"/>
                  </a:cubicBezTo>
                  <a:cubicBezTo>
                    <a:pt x="274" y="132"/>
                    <a:pt x="273" y="119"/>
                    <a:pt x="282" y="104"/>
                  </a:cubicBezTo>
                  <a:moveTo>
                    <a:pt x="231" y="150"/>
                  </a:moveTo>
                  <a:cubicBezTo>
                    <a:pt x="240" y="135"/>
                    <a:pt x="257" y="127"/>
                    <a:pt x="257" y="127"/>
                  </a:cubicBezTo>
                  <a:cubicBezTo>
                    <a:pt x="257" y="127"/>
                    <a:pt x="247" y="145"/>
                    <a:pt x="241" y="153"/>
                  </a:cubicBezTo>
                  <a:cubicBezTo>
                    <a:pt x="235" y="161"/>
                    <a:pt x="226" y="171"/>
                    <a:pt x="226" y="171"/>
                  </a:cubicBezTo>
                  <a:cubicBezTo>
                    <a:pt x="226" y="171"/>
                    <a:pt x="223" y="164"/>
                    <a:pt x="231" y="150"/>
                  </a:cubicBezTo>
                  <a:moveTo>
                    <a:pt x="184" y="141"/>
                  </a:moveTo>
                  <a:cubicBezTo>
                    <a:pt x="192" y="135"/>
                    <a:pt x="216" y="127"/>
                    <a:pt x="216" y="127"/>
                  </a:cubicBezTo>
                  <a:cubicBezTo>
                    <a:pt x="216" y="127"/>
                    <a:pt x="198" y="143"/>
                    <a:pt x="189" y="150"/>
                  </a:cubicBezTo>
                  <a:cubicBezTo>
                    <a:pt x="179" y="156"/>
                    <a:pt x="168" y="161"/>
                    <a:pt x="168" y="161"/>
                  </a:cubicBezTo>
                  <a:cubicBezTo>
                    <a:pt x="168" y="161"/>
                    <a:pt x="172" y="149"/>
                    <a:pt x="184" y="141"/>
                  </a:cubicBezTo>
                  <a:moveTo>
                    <a:pt x="214" y="104"/>
                  </a:moveTo>
                  <a:cubicBezTo>
                    <a:pt x="222" y="102"/>
                    <a:pt x="246" y="101"/>
                    <a:pt x="246" y="101"/>
                  </a:cubicBezTo>
                  <a:cubicBezTo>
                    <a:pt x="246" y="101"/>
                    <a:pt x="225" y="108"/>
                    <a:pt x="217" y="111"/>
                  </a:cubicBezTo>
                  <a:cubicBezTo>
                    <a:pt x="208" y="114"/>
                    <a:pt x="193" y="116"/>
                    <a:pt x="193" y="116"/>
                  </a:cubicBezTo>
                  <a:cubicBezTo>
                    <a:pt x="193" y="116"/>
                    <a:pt x="202" y="108"/>
                    <a:pt x="214" y="104"/>
                  </a:cubicBezTo>
                  <a:moveTo>
                    <a:pt x="186" y="88"/>
                  </a:moveTo>
                  <a:cubicBezTo>
                    <a:pt x="193" y="78"/>
                    <a:pt x="217" y="65"/>
                    <a:pt x="217" y="65"/>
                  </a:cubicBezTo>
                  <a:cubicBezTo>
                    <a:pt x="217" y="65"/>
                    <a:pt x="203" y="79"/>
                    <a:pt x="194" y="90"/>
                  </a:cubicBezTo>
                  <a:cubicBezTo>
                    <a:pt x="184" y="101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9" y="99"/>
                    <a:pt x="186" y="88"/>
                  </a:cubicBezTo>
                  <a:moveTo>
                    <a:pt x="153" y="146"/>
                  </a:moveTo>
                  <a:cubicBezTo>
                    <a:pt x="153" y="146"/>
                    <a:pt x="146" y="137"/>
                    <a:pt x="146" y="122"/>
                  </a:cubicBezTo>
                  <a:cubicBezTo>
                    <a:pt x="146" y="107"/>
                    <a:pt x="155" y="91"/>
                    <a:pt x="155" y="91"/>
                  </a:cubicBezTo>
                  <a:cubicBezTo>
                    <a:pt x="155" y="91"/>
                    <a:pt x="154" y="109"/>
                    <a:pt x="155" y="119"/>
                  </a:cubicBezTo>
                  <a:cubicBezTo>
                    <a:pt x="156" y="128"/>
                    <a:pt x="153" y="146"/>
                    <a:pt x="153" y="146"/>
                  </a:cubicBezTo>
                  <a:moveTo>
                    <a:pt x="37" y="250"/>
                  </a:moveTo>
                  <a:cubicBezTo>
                    <a:pt x="28" y="247"/>
                    <a:pt x="16" y="239"/>
                    <a:pt x="16" y="239"/>
                  </a:cubicBezTo>
                  <a:cubicBezTo>
                    <a:pt x="16" y="239"/>
                    <a:pt x="39" y="236"/>
                    <a:pt x="47" y="240"/>
                  </a:cubicBezTo>
                  <a:cubicBezTo>
                    <a:pt x="62" y="248"/>
                    <a:pt x="64" y="258"/>
                    <a:pt x="64" y="258"/>
                  </a:cubicBezTo>
                  <a:cubicBezTo>
                    <a:pt x="64" y="258"/>
                    <a:pt x="46" y="253"/>
                    <a:pt x="37" y="250"/>
                  </a:cubicBezTo>
                  <a:moveTo>
                    <a:pt x="33" y="318"/>
                  </a:moveTo>
                  <a:cubicBezTo>
                    <a:pt x="33" y="318"/>
                    <a:pt x="36" y="295"/>
                    <a:pt x="43" y="287"/>
                  </a:cubicBezTo>
                  <a:cubicBezTo>
                    <a:pt x="52" y="276"/>
                    <a:pt x="62" y="274"/>
                    <a:pt x="62" y="274"/>
                  </a:cubicBezTo>
                  <a:lnTo>
                    <a:pt x="33" y="318"/>
                  </a:lnTo>
                  <a:close/>
                  <a:moveTo>
                    <a:pt x="135" y="278"/>
                  </a:moveTo>
                  <a:cubicBezTo>
                    <a:pt x="143" y="277"/>
                    <a:pt x="166" y="282"/>
                    <a:pt x="166" y="282"/>
                  </a:cubicBezTo>
                  <a:cubicBezTo>
                    <a:pt x="166" y="282"/>
                    <a:pt x="142" y="288"/>
                    <a:pt x="130" y="288"/>
                  </a:cubicBezTo>
                  <a:cubicBezTo>
                    <a:pt x="118" y="289"/>
                    <a:pt x="107" y="288"/>
                    <a:pt x="107" y="288"/>
                  </a:cubicBezTo>
                  <a:cubicBezTo>
                    <a:pt x="107" y="288"/>
                    <a:pt x="113" y="280"/>
                    <a:pt x="135" y="278"/>
                  </a:cubicBezTo>
                  <a:moveTo>
                    <a:pt x="112" y="248"/>
                  </a:moveTo>
                  <a:cubicBezTo>
                    <a:pt x="120" y="240"/>
                    <a:pt x="146" y="231"/>
                    <a:pt x="146" y="231"/>
                  </a:cubicBezTo>
                  <a:cubicBezTo>
                    <a:pt x="146" y="231"/>
                    <a:pt x="126" y="249"/>
                    <a:pt x="117" y="256"/>
                  </a:cubicBezTo>
                  <a:cubicBezTo>
                    <a:pt x="109" y="264"/>
                    <a:pt x="98" y="276"/>
                    <a:pt x="98" y="276"/>
                  </a:cubicBezTo>
                  <a:cubicBezTo>
                    <a:pt x="98" y="276"/>
                    <a:pt x="97" y="262"/>
                    <a:pt x="112" y="248"/>
                  </a:cubicBezTo>
                  <a:moveTo>
                    <a:pt x="89" y="217"/>
                  </a:moveTo>
                  <a:cubicBezTo>
                    <a:pt x="89" y="217"/>
                    <a:pt x="83" y="206"/>
                    <a:pt x="79" y="194"/>
                  </a:cubicBezTo>
                  <a:cubicBezTo>
                    <a:pt x="77" y="185"/>
                    <a:pt x="73" y="163"/>
                    <a:pt x="73" y="163"/>
                  </a:cubicBezTo>
                  <a:cubicBezTo>
                    <a:pt x="73" y="163"/>
                    <a:pt x="88" y="184"/>
                    <a:pt x="90" y="191"/>
                  </a:cubicBezTo>
                  <a:cubicBezTo>
                    <a:pt x="94" y="203"/>
                    <a:pt x="89" y="217"/>
                    <a:pt x="89" y="217"/>
                  </a:cubicBezTo>
                  <a:moveTo>
                    <a:pt x="178" y="194"/>
                  </a:moveTo>
                  <a:cubicBezTo>
                    <a:pt x="178" y="194"/>
                    <a:pt x="193" y="198"/>
                    <a:pt x="201" y="203"/>
                  </a:cubicBezTo>
                  <a:cubicBezTo>
                    <a:pt x="215" y="213"/>
                    <a:pt x="224" y="232"/>
                    <a:pt x="224" y="232"/>
                  </a:cubicBezTo>
                  <a:cubicBezTo>
                    <a:pt x="224" y="232"/>
                    <a:pt x="209" y="224"/>
                    <a:pt x="198" y="215"/>
                  </a:cubicBezTo>
                  <a:cubicBezTo>
                    <a:pt x="188" y="207"/>
                    <a:pt x="178" y="195"/>
                    <a:pt x="178" y="195"/>
                  </a:cubicBezTo>
                  <a:lnTo>
                    <a:pt x="178" y="194"/>
                  </a:lnTo>
                  <a:close/>
                  <a:moveTo>
                    <a:pt x="258" y="182"/>
                  </a:moveTo>
                  <a:cubicBezTo>
                    <a:pt x="272" y="182"/>
                    <a:pt x="291" y="189"/>
                    <a:pt x="291" y="189"/>
                  </a:cubicBezTo>
                  <a:cubicBezTo>
                    <a:pt x="291" y="189"/>
                    <a:pt x="266" y="192"/>
                    <a:pt x="258" y="192"/>
                  </a:cubicBezTo>
                  <a:cubicBezTo>
                    <a:pt x="250" y="192"/>
                    <a:pt x="237" y="190"/>
                    <a:pt x="237" y="190"/>
                  </a:cubicBezTo>
                  <a:cubicBezTo>
                    <a:pt x="237" y="190"/>
                    <a:pt x="248" y="182"/>
                    <a:pt x="258" y="1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4" name="Freeform 766">
              <a:extLst>
                <a:ext uri="{FF2B5EF4-FFF2-40B4-BE49-F238E27FC236}">
                  <a16:creationId xmlns:a16="http://schemas.microsoft.com/office/drawing/2014/main" id="{F57669E2-987C-4CAB-9DBB-CC3391B1C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8400" y="12261850"/>
              <a:ext cx="9525" cy="14287"/>
            </a:xfrm>
            <a:custGeom>
              <a:avLst/>
              <a:gdLst>
                <a:gd name="T0" fmla="*/ 5 w 13"/>
                <a:gd name="T1" fmla="*/ 1 h 18"/>
                <a:gd name="T2" fmla="*/ 0 w 13"/>
                <a:gd name="T3" fmla="*/ 10 h 18"/>
                <a:gd name="T4" fmla="*/ 7 w 13"/>
                <a:gd name="T5" fmla="*/ 16 h 18"/>
                <a:gd name="T6" fmla="*/ 13 w 13"/>
                <a:gd name="T7" fmla="*/ 7 h 18"/>
                <a:gd name="T8" fmla="*/ 5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3" y="14"/>
                    <a:pt x="13" y="7"/>
                  </a:cubicBezTo>
                  <a:cubicBezTo>
                    <a:pt x="13" y="0"/>
                    <a:pt x="5" y="1"/>
                    <a:pt x="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5" name="Freeform 767">
              <a:extLst>
                <a:ext uri="{FF2B5EF4-FFF2-40B4-BE49-F238E27FC236}">
                  <a16:creationId xmlns:a16="http://schemas.microsoft.com/office/drawing/2014/main" id="{F21F87BE-3798-4D1F-87B1-39493F4C57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56663" y="12282488"/>
              <a:ext cx="9525" cy="14287"/>
            </a:xfrm>
            <a:custGeom>
              <a:avLst/>
              <a:gdLst>
                <a:gd name="T0" fmla="*/ 5 w 13"/>
                <a:gd name="T1" fmla="*/ 1 h 18"/>
                <a:gd name="T2" fmla="*/ 0 w 13"/>
                <a:gd name="T3" fmla="*/ 10 h 18"/>
                <a:gd name="T4" fmla="*/ 7 w 13"/>
                <a:gd name="T5" fmla="*/ 16 h 18"/>
                <a:gd name="T6" fmla="*/ 13 w 13"/>
                <a:gd name="T7" fmla="*/ 7 h 18"/>
                <a:gd name="T8" fmla="*/ 5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3" y="14"/>
                    <a:pt x="13" y="7"/>
                  </a:cubicBezTo>
                  <a:cubicBezTo>
                    <a:pt x="13" y="0"/>
                    <a:pt x="5" y="1"/>
                    <a:pt x="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6" name="Freeform 768">
              <a:extLst>
                <a:ext uri="{FF2B5EF4-FFF2-40B4-BE49-F238E27FC236}">
                  <a16:creationId xmlns:a16="http://schemas.microsoft.com/office/drawing/2014/main" id="{0C8C56FA-D155-4EF0-9C6A-384A3B7800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2363" y="12347575"/>
              <a:ext cx="7937" cy="14287"/>
            </a:xfrm>
            <a:custGeom>
              <a:avLst/>
              <a:gdLst>
                <a:gd name="T0" fmla="*/ 4 w 12"/>
                <a:gd name="T1" fmla="*/ 2 h 18"/>
                <a:gd name="T2" fmla="*/ 0 w 12"/>
                <a:gd name="T3" fmla="*/ 11 h 18"/>
                <a:gd name="T4" fmla="*/ 6 w 12"/>
                <a:gd name="T5" fmla="*/ 16 h 18"/>
                <a:gd name="T6" fmla="*/ 12 w 12"/>
                <a:gd name="T7" fmla="*/ 8 h 18"/>
                <a:gd name="T8" fmla="*/ 4 w 12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4" y="2"/>
                  </a:moveTo>
                  <a:cubicBezTo>
                    <a:pt x="4" y="2"/>
                    <a:pt x="0" y="4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  <a:cubicBezTo>
                    <a:pt x="6" y="16"/>
                    <a:pt x="12" y="15"/>
                    <a:pt x="12" y="8"/>
                  </a:cubicBezTo>
                  <a:cubicBezTo>
                    <a:pt x="12" y="0"/>
                    <a:pt x="4" y="2"/>
                    <a:pt x="4" y="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7" name="Freeform 769">
              <a:extLst>
                <a:ext uri="{FF2B5EF4-FFF2-40B4-BE49-F238E27FC236}">
                  <a16:creationId xmlns:a16="http://schemas.microsoft.com/office/drawing/2014/main" id="{4197BE75-9D19-445E-A596-B60A401308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24913" y="12320588"/>
              <a:ext cx="12700" cy="12700"/>
            </a:xfrm>
            <a:custGeom>
              <a:avLst/>
              <a:gdLst>
                <a:gd name="T0" fmla="*/ 2 w 17"/>
                <a:gd name="T1" fmla="*/ 7 h 15"/>
                <a:gd name="T2" fmla="*/ 6 w 17"/>
                <a:gd name="T3" fmla="*/ 14 h 15"/>
                <a:gd name="T4" fmla="*/ 15 w 17"/>
                <a:gd name="T5" fmla="*/ 8 h 15"/>
                <a:gd name="T6" fmla="*/ 10 w 17"/>
                <a:gd name="T7" fmla="*/ 0 h 15"/>
                <a:gd name="T8" fmla="*/ 2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2" y="7"/>
                  </a:moveTo>
                  <a:cubicBezTo>
                    <a:pt x="0" y="14"/>
                    <a:pt x="6" y="14"/>
                    <a:pt x="6" y="14"/>
                  </a:cubicBezTo>
                  <a:cubicBezTo>
                    <a:pt x="6" y="14"/>
                    <a:pt x="12" y="15"/>
                    <a:pt x="15" y="8"/>
                  </a:cubicBezTo>
                  <a:cubicBezTo>
                    <a:pt x="17" y="1"/>
                    <a:pt x="10" y="0"/>
                    <a:pt x="10" y="0"/>
                  </a:cubicBezTo>
                  <a:cubicBezTo>
                    <a:pt x="10" y="0"/>
                    <a:pt x="4" y="0"/>
                    <a:pt x="2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8" name="Freeform 770">
              <a:extLst>
                <a:ext uri="{FF2B5EF4-FFF2-40B4-BE49-F238E27FC236}">
                  <a16:creationId xmlns:a16="http://schemas.microsoft.com/office/drawing/2014/main" id="{7FFD85D2-38C3-452C-A671-CCB304F61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8400" y="12347575"/>
              <a:ext cx="7937" cy="14287"/>
            </a:xfrm>
            <a:custGeom>
              <a:avLst/>
              <a:gdLst>
                <a:gd name="T0" fmla="*/ 5 w 12"/>
                <a:gd name="T1" fmla="*/ 1 h 18"/>
                <a:gd name="T2" fmla="*/ 0 w 12"/>
                <a:gd name="T3" fmla="*/ 11 h 18"/>
                <a:gd name="T4" fmla="*/ 6 w 12"/>
                <a:gd name="T5" fmla="*/ 16 h 18"/>
                <a:gd name="T6" fmla="*/ 12 w 12"/>
                <a:gd name="T7" fmla="*/ 8 h 18"/>
                <a:gd name="T8" fmla="*/ 5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5" y="1"/>
                  </a:moveTo>
                  <a:cubicBezTo>
                    <a:pt x="5" y="1"/>
                    <a:pt x="0" y="3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  <a:cubicBezTo>
                    <a:pt x="6" y="16"/>
                    <a:pt x="12" y="15"/>
                    <a:pt x="12" y="8"/>
                  </a:cubicBezTo>
                  <a:cubicBezTo>
                    <a:pt x="12" y="0"/>
                    <a:pt x="5" y="1"/>
                    <a:pt x="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9" name="Freeform 771">
              <a:extLst>
                <a:ext uri="{FF2B5EF4-FFF2-40B4-BE49-F238E27FC236}">
                  <a16:creationId xmlns:a16="http://schemas.microsoft.com/office/drawing/2014/main" id="{6BEA6995-33DE-4AC8-A08E-2495888203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32838" y="12395200"/>
              <a:ext cx="9525" cy="12700"/>
            </a:xfrm>
            <a:custGeom>
              <a:avLst/>
              <a:gdLst>
                <a:gd name="T0" fmla="*/ 5 w 12"/>
                <a:gd name="T1" fmla="*/ 1 h 18"/>
                <a:gd name="T2" fmla="*/ 0 w 12"/>
                <a:gd name="T3" fmla="*/ 10 h 18"/>
                <a:gd name="T4" fmla="*/ 7 w 12"/>
                <a:gd name="T5" fmla="*/ 16 h 18"/>
                <a:gd name="T6" fmla="*/ 12 w 12"/>
                <a:gd name="T7" fmla="*/ 7 h 18"/>
                <a:gd name="T8" fmla="*/ 5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2" y="14"/>
                    <a:pt x="12" y="7"/>
                  </a:cubicBezTo>
                  <a:cubicBezTo>
                    <a:pt x="12" y="0"/>
                    <a:pt x="5" y="1"/>
                    <a:pt x="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0" name="Freeform 772">
              <a:extLst>
                <a:ext uri="{FF2B5EF4-FFF2-40B4-BE49-F238E27FC236}">
                  <a16:creationId xmlns:a16="http://schemas.microsoft.com/office/drawing/2014/main" id="{28168157-D033-48BF-9D65-220B987737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45525" y="12403138"/>
              <a:ext cx="9525" cy="14287"/>
            </a:xfrm>
            <a:custGeom>
              <a:avLst/>
              <a:gdLst>
                <a:gd name="T0" fmla="*/ 6 w 12"/>
                <a:gd name="T1" fmla="*/ 16 h 18"/>
                <a:gd name="T2" fmla="*/ 12 w 12"/>
                <a:gd name="T3" fmla="*/ 7 h 18"/>
                <a:gd name="T4" fmla="*/ 4 w 12"/>
                <a:gd name="T5" fmla="*/ 1 h 18"/>
                <a:gd name="T6" fmla="*/ 0 w 12"/>
                <a:gd name="T7" fmla="*/ 11 h 18"/>
                <a:gd name="T8" fmla="*/ 6 w 12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6" y="16"/>
                  </a:moveTo>
                  <a:cubicBezTo>
                    <a:pt x="6" y="16"/>
                    <a:pt x="12" y="15"/>
                    <a:pt x="12" y="7"/>
                  </a:cubicBezTo>
                  <a:cubicBezTo>
                    <a:pt x="12" y="0"/>
                    <a:pt x="4" y="1"/>
                    <a:pt x="4" y="1"/>
                  </a:cubicBezTo>
                  <a:cubicBezTo>
                    <a:pt x="4" y="1"/>
                    <a:pt x="0" y="3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1" name="Freeform 773">
              <a:extLst>
                <a:ext uri="{FF2B5EF4-FFF2-40B4-BE49-F238E27FC236}">
                  <a16:creationId xmlns:a16="http://schemas.microsoft.com/office/drawing/2014/main" id="{C2EF772D-D870-4678-B2D0-6F36AD5D17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77275" y="12072938"/>
              <a:ext cx="20637" cy="44450"/>
            </a:xfrm>
            <a:custGeom>
              <a:avLst/>
              <a:gdLst>
                <a:gd name="T0" fmla="*/ 0 w 27"/>
                <a:gd name="T1" fmla="*/ 0 h 58"/>
                <a:gd name="T2" fmla="*/ 10 w 27"/>
                <a:gd name="T3" fmla="*/ 29 h 58"/>
                <a:gd name="T4" fmla="*/ 9 w 27"/>
                <a:gd name="T5" fmla="*/ 39 h 58"/>
                <a:gd name="T6" fmla="*/ 6 w 27"/>
                <a:gd name="T7" fmla="*/ 58 h 58"/>
                <a:gd name="T8" fmla="*/ 19 w 27"/>
                <a:gd name="T9" fmla="*/ 32 h 58"/>
                <a:gd name="T10" fmla="*/ 19 w 27"/>
                <a:gd name="T11" fmla="*/ 31 h 58"/>
                <a:gd name="T12" fmla="*/ 19 w 27"/>
                <a:gd name="T13" fmla="*/ 32 h 58"/>
                <a:gd name="T14" fmla="*/ 23 w 27"/>
                <a:gd name="T15" fmla="*/ 44 h 58"/>
                <a:gd name="T16" fmla="*/ 27 w 27"/>
                <a:gd name="T17" fmla="*/ 28 h 58"/>
                <a:gd name="T18" fmla="*/ 0 w 27"/>
                <a:gd name="T1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8">
                  <a:moveTo>
                    <a:pt x="0" y="0"/>
                  </a:moveTo>
                  <a:cubicBezTo>
                    <a:pt x="2" y="3"/>
                    <a:pt x="10" y="15"/>
                    <a:pt x="10" y="29"/>
                  </a:cubicBezTo>
                  <a:cubicBezTo>
                    <a:pt x="10" y="33"/>
                    <a:pt x="9" y="39"/>
                    <a:pt x="9" y="39"/>
                  </a:cubicBezTo>
                  <a:cubicBezTo>
                    <a:pt x="9" y="39"/>
                    <a:pt x="9" y="46"/>
                    <a:pt x="6" y="58"/>
                  </a:cubicBezTo>
                  <a:cubicBezTo>
                    <a:pt x="10" y="51"/>
                    <a:pt x="17" y="41"/>
                    <a:pt x="19" y="32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3" y="38"/>
                    <a:pt x="23" y="44"/>
                  </a:cubicBezTo>
                  <a:cubicBezTo>
                    <a:pt x="24" y="42"/>
                    <a:pt x="27" y="35"/>
                    <a:pt x="27" y="28"/>
                  </a:cubicBezTo>
                  <a:cubicBezTo>
                    <a:pt x="27" y="15"/>
                    <a:pt x="15" y="1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2" name="Freeform 774">
              <a:extLst>
                <a:ext uri="{FF2B5EF4-FFF2-40B4-BE49-F238E27FC236}">
                  <a16:creationId xmlns:a16="http://schemas.microsoft.com/office/drawing/2014/main" id="{173D5446-F131-4D11-BBBB-842338A80D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43938" y="12096750"/>
              <a:ext cx="34925" cy="85725"/>
            </a:xfrm>
            <a:custGeom>
              <a:avLst/>
              <a:gdLst>
                <a:gd name="T0" fmla="*/ 45 w 45"/>
                <a:gd name="T1" fmla="*/ 14 h 110"/>
                <a:gd name="T2" fmla="*/ 45 w 45"/>
                <a:gd name="T3" fmla="*/ 14 h 110"/>
                <a:gd name="T4" fmla="*/ 44 w 45"/>
                <a:gd name="T5" fmla="*/ 0 h 110"/>
                <a:gd name="T6" fmla="*/ 17 w 45"/>
                <a:gd name="T7" fmla="*/ 33 h 110"/>
                <a:gd name="T8" fmla="*/ 0 w 45"/>
                <a:gd name="T9" fmla="*/ 64 h 110"/>
                <a:gd name="T10" fmla="*/ 26 w 45"/>
                <a:gd name="T11" fmla="*/ 110 h 110"/>
                <a:gd name="T12" fmla="*/ 19 w 45"/>
                <a:gd name="T13" fmla="*/ 72 h 110"/>
                <a:gd name="T14" fmla="*/ 28 w 45"/>
                <a:gd name="T15" fmla="*/ 55 h 110"/>
                <a:gd name="T16" fmla="*/ 29 w 45"/>
                <a:gd name="T17" fmla="*/ 54 h 110"/>
                <a:gd name="T18" fmla="*/ 40 w 45"/>
                <a:gd name="T19" fmla="*/ 41 h 110"/>
                <a:gd name="T20" fmla="*/ 40 w 45"/>
                <a:gd name="T21" fmla="*/ 41 h 110"/>
                <a:gd name="T22" fmla="*/ 44 w 45"/>
                <a:gd name="T23" fmla="*/ 32 h 110"/>
                <a:gd name="T24" fmla="*/ 45 w 45"/>
                <a:gd name="T25" fmla="*/ 28 h 110"/>
                <a:gd name="T26" fmla="*/ 45 w 45"/>
                <a:gd name="T27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110">
                  <a:moveTo>
                    <a:pt x="45" y="14"/>
                  </a:moveTo>
                  <a:cubicBezTo>
                    <a:pt x="45" y="14"/>
                    <a:pt x="45" y="14"/>
                    <a:pt x="45" y="14"/>
                  </a:cubicBezTo>
                  <a:cubicBezTo>
                    <a:pt x="45" y="10"/>
                    <a:pt x="45" y="5"/>
                    <a:pt x="44" y="0"/>
                  </a:cubicBezTo>
                  <a:cubicBezTo>
                    <a:pt x="42" y="4"/>
                    <a:pt x="37" y="14"/>
                    <a:pt x="17" y="33"/>
                  </a:cubicBezTo>
                  <a:cubicBezTo>
                    <a:pt x="6" y="43"/>
                    <a:pt x="0" y="52"/>
                    <a:pt x="0" y="64"/>
                  </a:cubicBezTo>
                  <a:cubicBezTo>
                    <a:pt x="0" y="87"/>
                    <a:pt x="21" y="106"/>
                    <a:pt x="26" y="110"/>
                  </a:cubicBezTo>
                  <a:cubicBezTo>
                    <a:pt x="24" y="106"/>
                    <a:pt x="19" y="90"/>
                    <a:pt x="19" y="72"/>
                  </a:cubicBezTo>
                  <a:cubicBezTo>
                    <a:pt x="19" y="64"/>
                    <a:pt x="24" y="59"/>
                    <a:pt x="28" y="55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2" y="50"/>
                    <a:pt x="37" y="46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3" y="37"/>
                    <a:pt x="44" y="32"/>
                  </a:cubicBezTo>
                  <a:cubicBezTo>
                    <a:pt x="45" y="31"/>
                    <a:pt x="45" y="30"/>
                    <a:pt x="45" y="28"/>
                  </a:cubicBezTo>
                  <a:cubicBezTo>
                    <a:pt x="45" y="26"/>
                    <a:pt x="45" y="19"/>
                    <a:pt x="45" y="1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3" name="Freeform 775">
              <a:extLst>
                <a:ext uri="{FF2B5EF4-FFF2-40B4-BE49-F238E27FC236}">
                  <a16:creationId xmlns:a16="http://schemas.microsoft.com/office/drawing/2014/main" id="{F959B9F6-1A47-4A47-A41A-D73EC9B2BC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40750" y="12268200"/>
              <a:ext cx="55562" cy="46037"/>
            </a:xfrm>
            <a:custGeom>
              <a:avLst/>
              <a:gdLst>
                <a:gd name="T0" fmla="*/ 70 w 74"/>
                <a:gd name="T1" fmla="*/ 4 h 59"/>
                <a:gd name="T2" fmla="*/ 64 w 74"/>
                <a:gd name="T3" fmla="*/ 10 h 59"/>
                <a:gd name="T4" fmla="*/ 66 w 74"/>
                <a:gd name="T5" fmla="*/ 14 h 59"/>
                <a:gd name="T6" fmla="*/ 64 w 74"/>
                <a:gd name="T7" fmla="*/ 13 h 59"/>
                <a:gd name="T8" fmla="*/ 56 w 74"/>
                <a:gd name="T9" fmla="*/ 21 h 59"/>
                <a:gd name="T10" fmla="*/ 64 w 74"/>
                <a:gd name="T11" fmla="*/ 29 h 59"/>
                <a:gd name="T12" fmla="*/ 66 w 74"/>
                <a:gd name="T13" fmla="*/ 28 h 59"/>
                <a:gd name="T14" fmla="*/ 53 w 74"/>
                <a:gd name="T15" fmla="*/ 38 h 59"/>
                <a:gd name="T16" fmla="*/ 37 w 74"/>
                <a:gd name="T17" fmla="*/ 23 h 59"/>
                <a:gd name="T18" fmla="*/ 44 w 74"/>
                <a:gd name="T19" fmla="*/ 28 h 59"/>
                <a:gd name="T20" fmla="*/ 52 w 74"/>
                <a:gd name="T21" fmla="*/ 21 h 59"/>
                <a:gd name="T22" fmla="*/ 44 w 74"/>
                <a:gd name="T23" fmla="*/ 13 h 59"/>
                <a:gd name="T24" fmla="*/ 42 w 74"/>
                <a:gd name="T25" fmla="*/ 13 h 59"/>
                <a:gd name="T26" fmla="*/ 45 w 74"/>
                <a:gd name="T27" fmla="*/ 8 h 59"/>
                <a:gd name="T28" fmla="*/ 37 w 74"/>
                <a:gd name="T29" fmla="*/ 0 h 59"/>
                <a:gd name="T30" fmla="*/ 29 w 74"/>
                <a:gd name="T31" fmla="*/ 8 h 59"/>
                <a:gd name="T32" fmla="*/ 32 w 74"/>
                <a:gd name="T33" fmla="*/ 14 h 59"/>
                <a:gd name="T34" fmla="*/ 30 w 74"/>
                <a:gd name="T35" fmla="*/ 13 h 59"/>
                <a:gd name="T36" fmla="*/ 22 w 74"/>
                <a:gd name="T37" fmla="*/ 21 h 59"/>
                <a:gd name="T38" fmla="*/ 30 w 74"/>
                <a:gd name="T39" fmla="*/ 28 h 59"/>
                <a:gd name="T40" fmla="*/ 37 w 74"/>
                <a:gd name="T41" fmla="*/ 23 h 59"/>
                <a:gd name="T42" fmla="*/ 21 w 74"/>
                <a:gd name="T43" fmla="*/ 38 h 59"/>
                <a:gd name="T44" fmla="*/ 8 w 74"/>
                <a:gd name="T45" fmla="*/ 28 h 59"/>
                <a:gd name="T46" fmla="*/ 10 w 74"/>
                <a:gd name="T47" fmla="*/ 29 h 59"/>
                <a:gd name="T48" fmla="*/ 18 w 74"/>
                <a:gd name="T49" fmla="*/ 21 h 59"/>
                <a:gd name="T50" fmla="*/ 10 w 74"/>
                <a:gd name="T51" fmla="*/ 13 h 59"/>
                <a:gd name="T52" fmla="*/ 8 w 74"/>
                <a:gd name="T53" fmla="*/ 14 h 59"/>
                <a:gd name="T54" fmla="*/ 9 w 74"/>
                <a:gd name="T55" fmla="*/ 10 h 59"/>
                <a:gd name="T56" fmla="*/ 3 w 74"/>
                <a:gd name="T57" fmla="*/ 4 h 59"/>
                <a:gd name="T58" fmla="*/ 0 w 74"/>
                <a:gd name="T59" fmla="*/ 5 h 59"/>
                <a:gd name="T60" fmla="*/ 3 w 74"/>
                <a:gd name="T61" fmla="*/ 25 h 59"/>
                <a:gd name="T62" fmla="*/ 9 w 74"/>
                <a:gd name="T63" fmla="*/ 59 h 59"/>
                <a:gd name="T64" fmla="*/ 65 w 74"/>
                <a:gd name="T65" fmla="*/ 59 h 59"/>
                <a:gd name="T66" fmla="*/ 65 w 74"/>
                <a:gd name="T67" fmla="*/ 58 h 59"/>
                <a:gd name="T68" fmla="*/ 70 w 74"/>
                <a:gd name="T69" fmla="*/ 25 h 59"/>
                <a:gd name="T70" fmla="*/ 74 w 74"/>
                <a:gd name="T71" fmla="*/ 5 h 59"/>
                <a:gd name="T72" fmla="*/ 70 w 74"/>
                <a:gd name="T73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59">
                  <a:moveTo>
                    <a:pt x="70" y="4"/>
                  </a:moveTo>
                  <a:cubicBezTo>
                    <a:pt x="67" y="4"/>
                    <a:pt x="64" y="7"/>
                    <a:pt x="64" y="10"/>
                  </a:cubicBezTo>
                  <a:cubicBezTo>
                    <a:pt x="64" y="11"/>
                    <a:pt x="65" y="13"/>
                    <a:pt x="66" y="14"/>
                  </a:cubicBezTo>
                  <a:cubicBezTo>
                    <a:pt x="65" y="14"/>
                    <a:pt x="64" y="13"/>
                    <a:pt x="64" y="13"/>
                  </a:cubicBezTo>
                  <a:cubicBezTo>
                    <a:pt x="60" y="13"/>
                    <a:pt x="56" y="17"/>
                    <a:pt x="56" y="21"/>
                  </a:cubicBezTo>
                  <a:cubicBezTo>
                    <a:pt x="56" y="25"/>
                    <a:pt x="60" y="29"/>
                    <a:pt x="64" y="29"/>
                  </a:cubicBezTo>
                  <a:cubicBezTo>
                    <a:pt x="64" y="29"/>
                    <a:pt x="65" y="29"/>
                    <a:pt x="66" y="28"/>
                  </a:cubicBezTo>
                  <a:cubicBezTo>
                    <a:pt x="64" y="34"/>
                    <a:pt x="59" y="38"/>
                    <a:pt x="53" y="38"/>
                  </a:cubicBezTo>
                  <a:cubicBezTo>
                    <a:pt x="42" y="38"/>
                    <a:pt x="37" y="26"/>
                    <a:pt x="37" y="23"/>
                  </a:cubicBezTo>
                  <a:cubicBezTo>
                    <a:pt x="38" y="26"/>
                    <a:pt x="41" y="28"/>
                    <a:pt x="44" y="28"/>
                  </a:cubicBezTo>
                  <a:cubicBezTo>
                    <a:pt x="48" y="28"/>
                    <a:pt x="52" y="25"/>
                    <a:pt x="52" y="21"/>
                  </a:cubicBezTo>
                  <a:cubicBezTo>
                    <a:pt x="52" y="16"/>
                    <a:pt x="48" y="13"/>
                    <a:pt x="44" y="13"/>
                  </a:cubicBezTo>
                  <a:cubicBezTo>
                    <a:pt x="43" y="13"/>
                    <a:pt x="43" y="13"/>
                    <a:pt x="42" y="13"/>
                  </a:cubicBezTo>
                  <a:cubicBezTo>
                    <a:pt x="44" y="12"/>
                    <a:pt x="45" y="10"/>
                    <a:pt x="45" y="8"/>
                  </a:cubicBezTo>
                  <a:cubicBezTo>
                    <a:pt x="45" y="4"/>
                    <a:pt x="41" y="0"/>
                    <a:pt x="37" y="0"/>
                  </a:cubicBezTo>
                  <a:cubicBezTo>
                    <a:pt x="33" y="0"/>
                    <a:pt x="29" y="4"/>
                    <a:pt x="29" y="8"/>
                  </a:cubicBezTo>
                  <a:cubicBezTo>
                    <a:pt x="29" y="10"/>
                    <a:pt x="30" y="12"/>
                    <a:pt x="32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3"/>
                    <a:pt x="22" y="16"/>
                    <a:pt x="22" y="21"/>
                  </a:cubicBezTo>
                  <a:cubicBezTo>
                    <a:pt x="22" y="25"/>
                    <a:pt x="25" y="28"/>
                    <a:pt x="30" y="28"/>
                  </a:cubicBezTo>
                  <a:cubicBezTo>
                    <a:pt x="33" y="28"/>
                    <a:pt x="36" y="26"/>
                    <a:pt x="37" y="23"/>
                  </a:cubicBezTo>
                  <a:cubicBezTo>
                    <a:pt x="36" y="26"/>
                    <a:pt x="30" y="38"/>
                    <a:pt x="21" y="38"/>
                  </a:cubicBezTo>
                  <a:cubicBezTo>
                    <a:pt x="14" y="38"/>
                    <a:pt x="9" y="34"/>
                    <a:pt x="8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4" y="29"/>
                    <a:pt x="18" y="25"/>
                    <a:pt x="18" y="21"/>
                  </a:cubicBezTo>
                  <a:cubicBezTo>
                    <a:pt x="18" y="17"/>
                    <a:pt x="14" y="13"/>
                    <a:pt x="10" y="13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9" y="13"/>
                    <a:pt x="9" y="11"/>
                    <a:pt x="9" y="10"/>
                  </a:cubicBezTo>
                  <a:cubicBezTo>
                    <a:pt x="9" y="7"/>
                    <a:pt x="7" y="4"/>
                    <a:pt x="3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11"/>
                    <a:pt x="3" y="23"/>
                    <a:pt x="3" y="25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8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2" y="17"/>
                    <a:pt x="73" y="9"/>
                    <a:pt x="74" y="5"/>
                  </a:cubicBezTo>
                  <a:cubicBezTo>
                    <a:pt x="74" y="5"/>
                    <a:pt x="73" y="4"/>
                    <a:pt x="70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4" name="Freeform 776">
              <a:extLst>
                <a:ext uri="{FF2B5EF4-FFF2-40B4-BE49-F238E27FC236}">
                  <a16:creationId xmlns:a16="http://schemas.microsoft.com/office/drawing/2014/main" id="{9884B7C1-2A40-45EF-B3F3-6002B489E8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21713" y="12268200"/>
              <a:ext cx="57150" cy="46037"/>
            </a:xfrm>
            <a:custGeom>
              <a:avLst/>
              <a:gdLst>
                <a:gd name="T0" fmla="*/ 70 w 74"/>
                <a:gd name="T1" fmla="*/ 4 h 59"/>
                <a:gd name="T2" fmla="*/ 64 w 74"/>
                <a:gd name="T3" fmla="*/ 10 h 59"/>
                <a:gd name="T4" fmla="*/ 66 w 74"/>
                <a:gd name="T5" fmla="*/ 14 h 59"/>
                <a:gd name="T6" fmla="*/ 64 w 74"/>
                <a:gd name="T7" fmla="*/ 13 h 59"/>
                <a:gd name="T8" fmla="*/ 56 w 74"/>
                <a:gd name="T9" fmla="*/ 21 h 59"/>
                <a:gd name="T10" fmla="*/ 64 w 74"/>
                <a:gd name="T11" fmla="*/ 29 h 59"/>
                <a:gd name="T12" fmla="*/ 66 w 74"/>
                <a:gd name="T13" fmla="*/ 28 h 59"/>
                <a:gd name="T14" fmla="*/ 53 w 74"/>
                <a:gd name="T15" fmla="*/ 38 h 59"/>
                <a:gd name="T16" fmla="*/ 37 w 74"/>
                <a:gd name="T17" fmla="*/ 23 h 59"/>
                <a:gd name="T18" fmla="*/ 44 w 74"/>
                <a:gd name="T19" fmla="*/ 28 h 59"/>
                <a:gd name="T20" fmla="*/ 52 w 74"/>
                <a:gd name="T21" fmla="*/ 21 h 59"/>
                <a:gd name="T22" fmla="*/ 44 w 74"/>
                <a:gd name="T23" fmla="*/ 13 h 59"/>
                <a:gd name="T24" fmla="*/ 42 w 74"/>
                <a:gd name="T25" fmla="*/ 13 h 59"/>
                <a:gd name="T26" fmla="*/ 45 w 74"/>
                <a:gd name="T27" fmla="*/ 8 h 59"/>
                <a:gd name="T28" fmla="*/ 37 w 74"/>
                <a:gd name="T29" fmla="*/ 0 h 59"/>
                <a:gd name="T30" fmla="*/ 29 w 74"/>
                <a:gd name="T31" fmla="*/ 8 h 59"/>
                <a:gd name="T32" fmla="*/ 32 w 74"/>
                <a:gd name="T33" fmla="*/ 14 h 59"/>
                <a:gd name="T34" fmla="*/ 30 w 74"/>
                <a:gd name="T35" fmla="*/ 13 h 59"/>
                <a:gd name="T36" fmla="*/ 22 w 74"/>
                <a:gd name="T37" fmla="*/ 21 h 59"/>
                <a:gd name="T38" fmla="*/ 30 w 74"/>
                <a:gd name="T39" fmla="*/ 28 h 59"/>
                <a:gd name="T40" fmla="*/ 37 w 74"/>
                <a:gd name="T41" fmla="*/ 23 h 59"/>
                <a:gd name="T42" fmla="*/ 21 w 74"/>
                <a:gd name="T43" fmla="*/ 38 h 59"/>
                <a:gd name="T44" fmla="*/ 8 w 74"/>
                <a:gd name="T45" fmla="*/ 28 h 59"/>
                <a:gd name="T46" fmla="*/ 10 w 74"/>
                <a:gd name="T47" fmla="*/ 29 h 59"/>
                <a:gd name="T48" fmla="*/ 17 w 74"/>
                <a:gd name="T49" fmla="*/ 21 h 59"/>
                <a:gd name="T50" fmla="*/ 10 w 74"/>
                <a:gd name="T51" fmla="*/ 13 h 59"/>
                <a:gd name="T52" fmla="*/ 8 w 74"/>
                <a:gd name="T53" fmla="*/ 14 h 59"/>
                <a:gd name="T54" fmla="*/ 10 w 74"/>
                <a:gd name="T55" fmla="*/ 10 h 59"/>
                <a:gd name="T56" fmla="*/ 3 w 74"/>
                <a:gd name="T57" fmla="*/ 4 h 59"/>
                <a:gd name="T58" fmla="*/ 0 w 74"/>
                <a:gd name="T59" fmla="*/ 5 h 59"/>
                <a:gd name="T60" fmla="*/ 3 w 74"/>
                <a:gd name="T61" fmla="*/ 25 h 59"/>
                <a:gd name="T62" fmla="*/ 9 w 74"/>
                <a:gd name="T63" fmla="*/ 59 h 59"/>
                <a:gd name="T64" fmla="*/ 65 w 74"/>
                <a:gd name="T65" fmla="*/ 59 h 59"/>
                <a:gd name="T66" fmla="*/ 65 w 74"/>
                <a:gd name="T67" fmla="*/ 58 h 59"/>
                <a:gd name="T68" fmla="*/ 70 w 74"/>
                <a:gd name="T69" fmla="*/ 25 h 59"/>
                <a:gd name="T70" fmla="*/ 74 w 74"/>
                <a:gd name="T71" fmla="*/ 5 h 59"/>
                <a:gd name="T72" fmla="*/ 70 w 74"/>
                <a:gd name="T73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59">
                  <a:moveTo>
                    <a:pt x="70" y="4"/>
                  </a:moveTo>
                  <a:cubicBezTo>
                    <a:pt x="67" y="4"/>
                    <a:pt x="64" y="7"/>
                    <a:pt x="64" y="10"/>
                  </a:cubicBezTo>
                  <a:cubicBezTo>
                    <a:pt x="64" y="11"/>
                    <a:pt x="65" y="13"/>
                    <a:pt x="66" y="14"/>
                  </a:cubicBezTo>
                  <a:cubicBezTo>
                    <a:pt x="65" y="14"/>
                    <a:pt x="64" y="13"/>
                    <a:pt x="64" y="13"/>
                  </a:cubicBezTo>
                  <a:cubicBezTo>
                    <a:pt x="59" y="13"/>
                    <a:pt x="56" y="17"/>
                    <a:pt x="56" y="21"/>
                  </a:cubicBezTo>
                  <a:cubicBezTo>
                    <a:pt x="56" y="25"/>
                    <a:pt x="59" y="29"/>
                    <a:pt x="64" y="29"/>
                  </a:cubicBezTo>
                  <a:cubicBezTo>
                    <a:pt x="64" y="29"/>
                    <a:pt x="65" y="29"/>
                    <a:pt x="66" y="28"/>
                  </a:cubicBezTo>
                  <a:cubicBezTo>
                    <a:pt x="64" y="34"/>
                    <a:pt x="59" y="38"/>
                    <a:pt x="53" y="38"/>
                  </a:cubicBezTo>
                  <a:cubicBezTo>
                    <a:pt x="42" y="38"/>
                    <a:pt x="37" y="26"/>
                    <a:pt x="37" y="23"/>
                  </a:cubicBezTo>
                  <a:cubicBezTo>
                    <a:pt x="38" y="26"/>
                    <a:pt x="41" y="28"/>
                    <a:pt x="44" y="28"/>
                  </a:cubicBezTo>
                  <a:cubicBezTo>
                    <a:pt x="48" y="28"/>
                    <a:pt x="52" y="25"/>
                    <a:pt x="52" y="21"/>
                  </a:cubicBezTo>
                  <a:cubicBezTo>
                    <a:pt x="52" y="16"/>
                    <a:pt x="48" y="13"/>
                    <a:pt x="44" y="13"/>
                  </a:cubicBezTo>
                  <a:cubicBezTo>
                    <a:pt x="43" y="13"/>
                    <a:pt x="43" y="13"/>
                    <a:pt x="42" y="13"/>
                  </a:cubicBezTo>
                  <a:cubicBezTo>
                    <a:pt x="44" y="12"/>
                    <a:pt x="45" y="10"/>
                    <a:pt x="45" y="8"/>
                  </a:cubicBezTo>
                  <a:cubicBezTo>
                    <a:pt x="45" y="4"/>
                    <a:pt x="41" y="0"/>
                    <a:pt x="37" y="0"/>
                  </a:cubicBezTo>
                  <a:cubicBezTo>
                    <a:pt x="33" y="0"/>
                    <a:pt x="29" y="4"/>
                    <a:pt x="29" y="8"/>
                  </a:cubicBezTo>
                  <a:cubicBezTo>
                    <a:pt x="29" y="10"/>
                    <a:pt x="31" y="12"/>
                    <a:pt x="32" y="14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5" y="13"/>
                    <a:pt x="22" y="16"/>
                    <a:pt x="22" y="21"/>
                  </a:cubicBezTo>
                  <a:cubicBezTo>
                    <a:pt x="22" y="25"/>
                    <a:pt x="25" y="28"/>
                    <a:pt x="30" y="28"/>
                  </a:cubicBezTo>
                  <a:cubicBezTo>
                    <a:pt x="33" y="28"/>
                    <a:pt x="36" y="26"/>
                    <a:pt x="37" y="23"/>
                  </a:cubicBezTo>
                  <a:cubicBezTo>
                    <a:pt x="36" y="26"/>
                    <a:pt x="30" y="38"/>
                    <a:pt x="21" y="38"/>
                  </a:cubicBezTo>
                  <a:cubicBezTo>
                    <a:pt x="14" y="38"/>
                    <a:pt x="9" y="34"/>
                    <a:pt x="8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4" y="29"/>
                    <a:pt x="17" y="25"/>
                    <a:pt x="17" y="21"/>
                  </a:cubicBezTo>
                  <a:cubicBezTo>
                    <a:pt x="17" y="17"/>
                    <a:pt x="14" y="13"/>
                    <a:pt x="10" y="13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9" y="13"/>
                    <a:pt x="10" y="11"/>
                    <a:pt x="10" y="10"/>
                  </a:cubicBezTo>
                  <a:cubicBezTo>
                    <a:pt x="10" y="7"/>
                    <a:pt x="7" y="4"/>
                    <a:pt x="3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11"/>
                    <a:pt x="3" y="23"/>
                    <a:pt x="3" y="25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8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1" y="17"/>
                    <a:pt x="73" y="9"/>
                    <a:pt x="74" y="5"/>
                  </a:cubicBezTo>
                  <a:cubicBezTo>
                    <a:pt x="74" y="5"/>
                    <a:pt x="73" y="4"/>
                    <a:pt x="70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5" name="Freeform 777">
              <a:extLst>
                <a:ext uri="{FF2B5EF4-FFF2-40B4-BE49-F238E27FC236}">
                  <a16:creationId xmlns:a16="http://schemas.microsoft.com/office/drawing/2014/main" id="{DA52A913-C29E-411E-AD42-A90010BF2A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78850" y="12320588"/>
              <a:ext cx="61912" cy="49212"/>
            </a:xfrm>
            <a:custGeom>
              <a:avLst/>
              <a:gdLst>
                <a:gd name="T0" fmla="*/ 78 w 82"/>
                <a:gd name="T1" fmla="*/ 4 h 65"/>
                <a:gd name="T2" fmla="*/ 71 w 82"/>
                <a:gd name="T3" fmla="*/ 11 h 65"/>
                <a:gd name="T4" fmla="*/ 73 w 82"/>
                <a:gd name="T5" fmla="*/ 15 h 65"/>
                <a:gd name="T6" fmla="*/ 71 w 82"/>
                <a:gd name="T7" fmla="*/ 15 h 65"/>
                <a:gd name="T8" fmla="*/ 62 w 82"/>
                <a:gd name="T9" fmla="*/ 23 h 65"/>
                <a:gd name="T10" fmla="*/ 71 w 82"/>
                <a:gd name="T11" fmla="*/ 32 h 65"/>
                <a:gd name="T12" fmla="*/ 73 w 82"/>
                <a:gd name="T13" fmla="*/ 31 h 65"/>
                <a:gd name="T14" fmla="*/ 59 w 82"/>
                <a:gd name="T15" fmla="*/ 42 h 65"/>
                <a:gd name="T16" fmla="*/ 41 w 82"/>
                <a:gd name="T17" fmla="*/ 25 h 65"/>
                <a:gd name="T18" fmla="*/ 49 w 82"/>
                <a:gd name="T19" fmla="*/ 31 h 65"/>
                <a:gd name="T20" fmla="*/ 58 w 82"/>
                <a:gd name="T21" fmla="*/ 23 h 65"/>
                <a:gd name="T22" fmla="*/ 49 w 82"/>
                <a:gd name="T23" fmla="*/ 14 h 65"/>
                <a:gd name="T24" fmla="*/ 47 w 82"/>
                <a:gd name="T25" fmla="*/ 15 h 65"/>
                <a:gd name="T26" fmla="*/ 50 w 82"/>
                <a:gd name="T27" fmla="*/ 9 h 65"/>
                <a:gd name="T28" fmla="*/ 41 w 82"/>
                <a:gd name="T29" fmla="*/ 0 h 65"/>
                <a:gd name="T30" fmla="*/ 33 w 82"/>
                <a:gd name="T31" fmla="*/ 9 h 65"/>
                <a:gd name="T32" fmla="*/ 36 w 82"/>
                <a:gd name="T33" fmla="*/ 15 h 65"/>
                <a:gd name="T34" fmla="*/ 33 w 82"/>
                <a:gd name="T35" fmla="*/ 14 h 65"/>
                <a:gd name="T36" fmla="*/ 25 w 82"/>
                <a:gd name="T37" fmla="*/ 23 h 65"/>
                <a:gd name="T38" fmla="*/ 33 w 82"/>
                <a:gd name="T39" fmla="*/ 31 h 65"/>
                <a:gd name="T40" fmla="*/ 41 w 82"/>
                <a:gd name="T41" fmla="*/ 25 h 65"/>
                <a:gd name="T42" fmla="*/ 23 w 82"/>
                <a:gd name="T43" fmla="*/ 42 h 65"/>
                <a:gd name="T44" fmla="*/ 9 w 82"/>
                <a:gd name="T45" fmla="*/ 31 h 65"/>
                <a:gd name="T46" fmla="*/ 11 w 82"/>
                <a:gd name="T47" fmla="*/ 32 h 65"/>
                <a:gd name="T48" fmla="*/ 20 w 82"/>
                <a:gd name="T49" fmla="*/ 23 h 65"/>
                <a:gd name="T50" fmla="*/ 11 w 82"/>
                <a:gd name="T51" fmla="*/ 15 h 65"/>
                <a:gd name="T52" fmla="*/ 9 w 82"/>
                <a:gd name="T53" fmla="*/ 15 h 65"/>
                <a:gd name="T54" fmla="*/ 11 w 82"/>
                <a:gd name="T55" fmla="*/ 11 h 65"/>
                <a:gd name="T56" fmla="*/ 4 w 82"/>
                <a:gd name="T57" fmla="*/ 4 h 65"/>
                <a:gd name="T58" fmla="*/ 0 w 82"/>
                <a:gd name="T59" fmla="*/ 5 h 65"/>
                <a:gd name="T60" fmla="*/ 4 w 82"/>
                <a:gd name="T61" fmla="*/ 28 h 65"/>
                <a:gd name="T62" fmla="*/ 10 w 82"/>
                <a:gd name="T63" fmla="*/ 65 h 65"/>
                <a:gd name="T64" fmla="*/ 72 w 82"/>
                <a:gd name="T65" fmla="*/ 65 h 65"/>
                <a:gd name="T66" fmla="*/ 73 w 82"/>
                <a:gd name="T67" fmla="*/ 64 h 65"/>
                <a:gd name="T68" fmla="*/ 78 w 82"/>
                <a:gd name="T69" fmla="*/ 28 h 65"/>
                <a:gd name="T70" fmla="*/ 82 w 82"/>
                <a:gd name="T71" fmla="*/ 5 h 65"/>
                <a:gd name="T72" fmla="*/ 78 w 82"/>
                <a:gd name="T73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65">
                  <a:moveTo>
                    <a:pt x="78" y="4"/>
                  </a:moveTo>
                  <a:cubicBezTo>
                    <a:pt x="74" y="4"/>
                    <a:pt x="71" y="7"/>
                    <a:pt x="71" y="11"/>
                  </a:cubicBezTo>
                  <a:cubicBezTo>
                    <a:pt x="71" y="13"/>
                    <a:pt x="72" y="14"/>
                    <a:pt x="73" y="15"/>
                  </a:cubicBezTo>
                  <a:cubicBezTo>
                    <a:pt x="72" y="15"/>
                    <a:pt x="72" y="15"/>
                    <a:pt x="71" y="15"/>
                  </a:cubicBezTo>
                  <a:cubicBezTo>
                    <a:pt x="66" y="15"/>
                    <a:pt x="62" y="19"/>
                    <a:pt x="62" y="23"/>
                  </a:cubicBezTo>
                  <a:cubicBezTo>
                    <a:pt x="62" y="28"/>
                    <a:pt x="66" y="32"/>
                    <a:pt x="71" y="32"/>
                  </a:cubicBezTo>
                  <a:cubicBezTo>
                    <a:pt x="72" y="32"/>
                    <a:pt x="72" y="32"/>
                    <a:pt x="73" y="31"/>
                  </a:cubicBezTo>
                  <a:cubicBezTo>
                    <a:pt x="71" y="38"/>
                    <a:pt x="65" y="42"/>
                    <a:pt x="59" y="42"/>
                  </a:cubicBezTo>
                  <a:cubicBezTo>
                    <a:pt x="47" y="42"/>
                    <a:pt x="42" y="28"/>
                    <a:pt x="41" y="25"/>
                  </a:cubicBezTo>
                  <a:cubicBezTo>
                    <a:pt x="42" y="29"/>
                    <a:pt x="45" y="31"/>
                    <a:pt x="49" y="31"/>
                  </a:cubicBezTo>
                  <a:cubicBezTo>
                    <a:pt x="54" y="31"/>
                    <a:pt x="58" y="27"/>
                    <a:pt x="58" y="23"/>
                  </a:cubicBezTo>
                  <a:cubicBezTo>
                    <a:pt x="58" y="18"/>
                    <a:pt x="54" y="14"/>
                    <a:pt x="49" y="14"/>
                  </a:cubicBezTo>
                  <a:cubicBezTo>
                    <a:pt x="48" y="14"/>
                    <a:pt x="48" y="15"/>
                    <a:pt x="47" y="15"/>
                  </a:cubicBezTo>
                  <a:cubicBezTo>
                    <a:pt x="49" y="13"/>
                    <a:pt x="50" y="11"/>
                    <a:pt x="50" y="9"/>
                  </a:cubicBezTo>
                  <a:cubicBezTo>
                    <a:pt x="50" y="4"/>
                    <a:pt x="46" y="0"/>
                    <a:pt x="41" y="0"/>
                  </a:cubicBezTo>
                  <a:cubicBezTo>
                    <a:pt x="37" y="0"/>
                    <a:pt x="33" y="4"/>
                    <a:pt x="33" y="9"/>
                  </a:cubicBezTo>
                  <a:cubicBezTo>
                    <a:pt x="33" y="11"/>
                    <a:pt x="34" y="13"/>
                    <a:pt x="36" y="15"/>
                  </a:cubicBezTo>
                  <a:cubicBezTo>
                    <a:pt x="35" y="15"/>
                    <a:pt x="34" y="14"/>
                    <a:pt x="33" y="14"/>
                  </a:cubicBezTo>
                  <a:cubicBezTo>
                    <a:pt x="29" y="14"/>
                    <a:pt x="25" y="18"/>
                    <a:pt x="25" y="23"/>
                  </a:cubicBezTo>
                  <a:cubicBezTo>
                    <a:pt x="25" y="27"/>
                    <a:pt x="29" y="31"/>
                    <a:pt x="33" y="31"/>
                  </a:cubicBezTo>
                  <a:cubicBezTo>
                    <a:pt x="37" y="31"/>
                    <a:pt x="40" y="29"/>
                    <a:pt x="41" y="25"/>
                  </a:cubicBezTo>
                  <a:cubicBezTo>
                    <a:pt x="41" y="29"/>
                    <a:pt x="34" y="42"/>
                    <a:pt x="23" y="42"/>
                  </a:cubicBezTo>
                  <a:cubicBezTo>
                    <a:pt x="16" y="42"/>
                    <a:pt x="11" y="37"/>
                    <a:pt x="9" y="31"/>
                  </a:cubicBezTo>
                  <a:cubicBezTo>
                    <a:pt x="10" y="32"/>
                    <a:pt x="11" y="32"/>
                    <a:pt x="11" y="32"/>
                  </a:cubicBezTo>
                  <a:cubicBezTo>
                    <a:pt x="16" y="32"/>
                    <a:pt x="20" y="28"/>
                    <a:pt x="20" y="23"/>
                  </a:cubicBezTo>
                  <a:cubicBezTo>
                    <a:pt x="20" y="19"/>
                    <a:pt x="16" y="15"/>
                    <a:pt x="11" y="15"/>
                  </a:cubicBezTo>
                  <a:cubicBezTo>
                    <a:pt x="11" y="15"/>
                    <a:pt x="10" y="15"/>
                    <a:pt x="9" y="15"/>
                  </a:cubicBezTo>
                  <a:cubicBezTo>
                    <a:pt x="10" y="14"/>
                    <a:pt x="11" y="13"/>
                    <a:pt x="11" y="11"/>
                  </a:cubicBezTo>
                  <a:cubicBezTo>
                    <a:pt x="11" y="7"/>
                    <a:pt x="8" y="4"/>
                    <a:pt x="4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2" y="12"/>
                    <a:pt x="4" y="26"/>
                    <a:pt x="4" y="28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2" y="65"/>
                    <a:pt x="72" y="65"/>
                    <a:pt x="73" y="64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9" y="19"/>
                    <a:pt x="81" y="9"/>
                    <a:pt x="82" y="5"/>
                  </a:cubicBezTo>
                  <a:cubicBezTo>
                    <a:pt x="82" y="5"/>
                    <a:pt x="81" y="4"/>
                    <a:pt x="78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6" name="Line 778">
              <a:extLst>
                <a:ext uri="{FF2B5EF4-FFF2-40B4-BE49-F238E27FC236}">
                  <a16:creationId xmlns:a16="http://schemas.microsoft.com/office/drawing/2014/main" id="{12A1D01C-6092-4330-87AF-C5B390C64E6A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>
              <a:off x="20978813" y="12082463"/>
              <a:ext cx="0" cy="862012"/>
            </a:xfrm>
            <a:prstGeom prst="line">
              <a:avLst/>
            </a:pr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7" name="Freeform 779">
              <a:extLst>
                <a:ext uri="{FF2B5EF4-FFF2-40B4-BE49-F238E27FC236}">
                  <a16:creationId xmlns:a16="http://schemas.microsoft.com/office/drawing/2014/main" id="{9B837ABD-1A63-4731-BAA3-0FD417FBD4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24488" y="12857163"/>
              <a:ext cx="58737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5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5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8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1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8" name="Freeform 780">
              <a:extLst>
                <a:ext uri="{FF2B5EF4-FFF2-40B4-BE49-F238E27FC236}">
                  <a16:creationId xmlns:a16="http://schemas.microsoft.com/office/drawing/2014/main" id="{A8C1937B-8604-4EAB-9919-21E8B747C5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91163" y="12877800"/>
              <a:ext cx="68262" cy="60325"/>
            </a:xfrm>
            <a:custGeom>
              <a:avLst/>
              <a:gdLst>
                <a:gd name="T0" fmla="*/ 0 w 88"/>
                <a:gd name="T1" fmla="*/ 0 h 77"/>
                <a:gd name="T2" fmla="*/ 27 w 88"/>
                <a:gd name="T3" fmla="*/ 0 h 77"/>
                <a:gd name="T4" fmla="*/ 26 w 88"/>
                <a:gd name="T5" fmla="*/ 45 h 77"/>
                <a:gd name="T6" fmla="*/ 41 w 88"/>
                <a:gd name="T7" fmla="*/ 64 h 77"/>
                <a:gd name="T8" fmla="*/ 61 w 88"/>
                <a:gd name="T9" fmla="*/ 41 h 77"/>
                <a:gd name="T10" fmla="*/ 61 w 88"/>
                <a:gd name="T11" fmla="*/ 12 h 77"/>
                <a:gd name="T12" fmla="*/ 51 w 88"/>
                <a:gd name="T13" fmla="*/ 12 h 77"/>
                <a:gd name="T14" fmla="*/ 51 w 88"/>
                <a:gd name="T15" fmla="*/ 0 h 77"/>
                <a:gd name="T16" fmla="*/ 78 w 88"/>
                <a:gd name="T17" fmla="*/ 0 h 77"/>
                <a:gd name="T18" fmla="*/ 77 w 88"/>
                <a:gd name="T19" fmla="*/ 64 h 77"/>
                <a:gd name="T20" fmla="*/ 88 w 88"/>
                <a:gd name="T21" fmla="*/ 64 h 77"/>
                <a:gd name="T22" fmla="*/ 88 w 88"/>
                <a:gd name="T23" fmla="*/ 76 h 77"/>
                <a:gd name="T24" fmla="*/ 61 w 88"/>
                <a:gd name="T25" fmla="*/ 76 h 77"/>
                <a:gd name="T26" fmla="*/ 63 w 88"/>
                <a:gd name="T27" fmla="*/ 59 h 77"/>
                <a:gd name="T28" fmla="*/ 62 w 88"/>
                <a:gd name="T29" fmla="*/ 59 h 77"/>
                <a:gd name="T30" fmla="*/ 36 w 88"/>
                <a:gd name="T31" fmla="*/ 77 h 77"/>
                <a:gd name="T32" fmla="*/ 10 w 88"/>
                <a:gd name="T33" fmla="*/ 48 h 77"/>
                <a:gd name="T34" fmla="*/ 10 w 88"/>
                <a:gd name="T35" fmla="*/ 12 h 77"/>
                <a:gd name="T36" fmla="*/ 0 w 88"/>
                <a:gd name="T37" fmla="*/ 12 h 77"/>
                <a:gd name="T38" fmla="*/ 0 w 88"/>
                <a:gd name="T3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77">
                  <a:moveTo>
                    <a:pt x="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15"/>
                    <a:pt x="26" y="30"/>
                    <a:pt x="26" y="45"/>
                  </a:cubicBezTo>
                  <a:cubicBezTo>
                    <a:pt x="26" y="56"/>
                    <a:pt x="31" y="64"/>
                    <a:pt x="41" y="64"/>
                  </a:cubicBezTo>
                  <a:cubicBezTo>
                    <a:pt x="52" y="64"/>
                    <a:pt x="61" y="55"/>
                    <a:pt x="61" y="41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1"/>
                    <a:pt x="62" y="65"/>
                    <a:pt x="63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59" y="70"/>
                    <a:pt x="48" y="77"/>
                    <a:pt x="36" y="77"/>
                  </a:cubicBezTo>
                  <a:cubicBezTo>
                    <a:pt x="19" y="77"/>
                    <a:pt x="10" y="66"/>
                    <a:pt x="10" y="48"/>
                  </a:cubicBezTo>
                  <a:cubicBezTo>
                    <a:pt x="10" y="36"/>
                    <a:pt x="10" y="24"/>
                    <a:pt x="10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9" name="Freeform 781">
              <a:extLst>
                <a:ext uri="{FF2B5EF4-FFF2-40B4-BE49-F238E27FC236}">
                  <a16:creationId xmlns:a16="http://schemas.microsoft.com/office/drawing/2014/main" id="{E7E6F974-6F92-4F81-A5C7-B612665E95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267363" y="12876213"/>
              <a:ext cx="49212" cy="61912"/>
            </a:xfrm>
            <a:custGeom>
              <a:avLst/>
              <a:gdLst>
                <a:gd name="T0" fmla="*/ 45 w 63"/>
                <a:gd name="T1" fmla="*/ 24 h 79"/>
                <a:gd name="T2" fmla="*/ 45 w 63"/>
                <a:gd name="T3" fmla="*/ 15 h 79"/>
                <a:gd name="T4" fmla="*/ 32 w 63"/>
                <a:gd name="T5" fmla="*/ 12 h 79"/>
                <a:gd name="T6" fmla="*/ 17 w 63"/>
                <a:gd name="T7" fmla="*/ 21 h 79"/>
                <a:gd name="T8" fmla="*/ 26 w 63"/>
                <a:gd name="T9" fmla="*/ 30 h 79"/>
                <a:gd name="T10" fmla="*/ 45 w 63"/>
                <a:gd name="T11" fmla="*/ 33 h 79"/>
                <a:gd name="T12" fmla="*/ 63 w 63"/>
                <a:gd name="T13" fmla="*/ 54 h 79"/>
                <a:gd name="T14" fmla="*/ 29 w 63"/>
                <a:gd name="T15" fmla="*/ 79 h 79"/>
                <a:gd name="T16" fmla="*/ 1 w 63"/>
                <a:gd name="T17" fmla="*/ 75 h 79"/>
                <a:gd name="T18" fmla="*/ 1 w 63"/>
                <a:gd name="T19" fmla="*/ 54 h 79"/>
                <a:gd name="T20" fmla="*/ 16 w 63"/>
                <a:gd name="T21" fmla="*/ 54 h 79"/>
                <a:gd name="T22" fmla="*/ 16 w 63"/>
                <a:gd name="T23" fmla="*/ 64 h 79"/>
                <a:gd name="T24" fmla="*/ 32 w 63"/>
                <a:gd name="T25" fmla="*/ 68 h 79"/>
                <a:gd name="T26" fmla="*/ 48 w 63"/>
                <a:gd name="T27" fmla="*/ 57 h 79"/>
                <a:gd name="T28" fmla="*/ 37 w 63"/>
                <a:gd name="T29" fmla="*/ 47 h 79"/>
                <a:gd name="T30" fmla="*/ 25 w 63"/>
                <a:gd name="T31" fmla="*/ 45 h 79"/>
                <a:gd name="T32" fmla="*/ 0 w 63"/>
                <a:gd name="T33" fmla="*/ 24 h 79"/>
                <a:gd name="T34" fmla="*/ 33 w 63"/>
                <a:gd name="T35" fmla="*/ 0 h 79"/>
                <a:gd name="T36" fmla="*/ 59 w 63"/>
                <a:gd name="T37" fmla="*/ 5 h 79"/>
                <a:gd name="T38" fmla="*/ 59 w 63"/>
                <a:gd name="T39" fmla="*/ 24 h 79"/>
                <a:gd name="T40" fmla="*/ 45 w 63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9">
                  <a:moveTo>
                    <a:pt x="45" y="24"/>
                  </a:moveTo>
                  <a:cubicBezTo>
                    <a:pt x="45" y="15"/>
                    <a:pt x="45" y="15"/>
                    <a:pt x="45" y="15"/>
                  </a:cubicBezTo>
                  <a:cubicBezTo>
                    <a:pt x="42" y="13"/>
                    <a:pt x="39" y="12"/>
                    <a:pt x="32" y="12"/>
                  </a:cubicBezTo>
                  <a:cubicBezTo>
                    <a:pt x="24" y="12"/>
                    <a:pt x="17" y="14"/>
                    <a:pt x="17" y="21"/>
                  </a:cubicBezTo>
                  <a:cubicBezTo>
                    <a:pt x="17" y="27"/>
                    <a:pt x="22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4" y="35"/>
                    <a:pt x="63" y="39"/>
                    <a:pt x="63" y="54"/>
                  </a:cubicBezTo>
                  <a:cubicBezTo>
                    <a:pt x="63" y="74"/>
                    <a:pt x="46" y="79"/>
                    <a:pt x="29" y="79"/>
                  </a:cubicBezTo>
                  <a:cubicBezTo>
                    <a:pt x="16" y="79"/>
                    <a:pt x="6" y="77"/>
                    <a:pt x="1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2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3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59" y="24"/>
                    <a:pt x="59" y="24"/>
                    <a:pt x="59" y="24"/>
                  </a:cubicBezTo>
                  <a:lnTo>
                    <a:pt x="45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0" name="Freeform 782">
              <a:extLst>
                <a:ext uri="{FF2B5EF4-FFF2-40B4-BE49-F238E27FC236}">
                  <a16:creationId xmlns:a16="http://schemas.microsoft.com/office/drawing/2014/main" id="{8B7F7DDE-B3B2-44D8-9370-5742A61948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24513" y="12865100"/>
              <a:ext cx="38100" cy="73025"/>
            </a:xfrm>
            <a:custGeom>
              <a:avLst/>
              <a:gdLst>
                <a:gd name="T0" fmla="*/ 0 w 51"/>
                <a:gd name="T1" fmla="*/ 18 h 95"/>
                <a:gd name="T2" fmla="*/ 12 w 51"/>
                <a:gd name="T3" fmla="*/ 18 h 95"/>
                <a:gd name="T4" fmla="*/ 12 w 51"/>
                <a:gd name="T5" fmla="*/ 1 h 95"/>
                <a:gd name="T6" fmla="*/ 29 w 51"/>
                <a:gd name="T7" fmla="*/ 0 h 95"/>
                <a:gd name="T8" fmla="*/ 28 w 51"/>
                <a:gd name="T9" fmla="*/ 18 h 95"/>
                <a:gd name="T10" fmla="*/ 50 w 51"/>
                <a:gd name="T11" fmla="*/ 18 h 95"/>
                <a:gd name="T12" fmla="*/ 50 w 51"/>
                <a:gd name="T13" fmla="*/ 30 h 95"/>
                <a:gd name="T14" fmla="*/ 28 w 51"/>
                <a:gd name="T15" fmla="*/ 30 h 95"/>
                <a:gd name="T16" fmla="*/ 28 w 51"/>
                <a:gd name="T17" fmla="*/ 65 h 95"/>
                <a:gd name="T18" fmla="*/ 38 w 51"/>
                <a:gd name="T19" fmla="*/ 83 h 95"/>
                <a:gd name="T20" fmla="*/ 51 w 51"/>
                <a:gd name="T21" fmla="*/ 80 h 95"/>
                <a:gd name="T22" fmla="*/ 51 w 51"/>
                <a:gd name="T23" fmla="*/ 92 h 95"/>
                <a:gd name="T24" fmla="*/ 34 w 51"/>
                <a:gd name="T25" fmla="*/ 95 h 95"/>
                <a:gd name="T26" fmla="*/ 11 w 51"/>
                <a:gd name="T27" fmla="*/ 72 h 95"/>
                <a:gd name="T28" fmla="*/ 12 w 51"/>
                <a:gd name="T29" fmla="*/ 30 h 95"/>
                <a:gd name="T30" fmla="*/ 0 w 51"/>
                <a:gd name="T31" fmla="*/ 30 h 95"/>
                <a:gd name="T32" fmla="*/ 0 w 51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8" y="83"/>
                  </a:cubicBezTo>
                  <a:cubicBezTo>
                    <a:pt x="43" y="83"/>
                    <a:pt x="47" y="81"/>
                    <a:pt x="51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6" y="94"/>
                    <a:pt x="40" y="95"/>
                    <a:pt x="34" y="95"/>
                  </a:cubicBezTo>
                  <a:cubicBezTo>
                    <a:pt x="18" y="95"/>
                    <a:pt x="11" y="89"/>
                    <a:pt x="11" y="72"/>
                  </a:cubicBezTo>
                  <a:cubicBezTo>
                    <a:pt x="11" y="62"/>
                    <a:pt x="11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1" name="Freeform 783">
              <a:extLst>
                <a:ext uri="{FF2B5EF4-FFF2-40B4-BE49-F238E27FC236}">
                  <a16:creationId xmlns:a16="http://schemas.microsoft.com/office/drawing/2014/main" id="{0441E5D7-97D1-412C-8169-F3812B59D70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368963" y="12876213"/>
              <a:ext cx="55562" cy="61912"/>
            </a:xfrm>
            <a:custGeom>
              <a:avLst/>
              <a:gdLst>
                <a:gd name="T0" fmla="*/ 3 w 73"/>
                <a:gd name="T1" fmla="*/ 7 h 79"/>
                <a:gd name="T2" fmla="*/ 34 w 73"/>
                <a:gd name="T3" fmla="*/ 0 h 79"/>
                <a:gd name="T4" fmla="*/ 63 w 73"/>
                <a:gd name="T5" fmla="*/ 29 h 79"/>
                <a:gd name="T6" fmla="*/ 63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9 w 73"/>
                <a:gd name="T13" fmla="*/ 78 h 79"/>
                <a:gd name="T14" fmla="*/ 50 w 73"/>
                <a:gd name="T15" fmla="*/ 62 h 79"/>
                <a:gd name="T16" fmla="*/ 50 w 73"/>
                <a:gd name="T17" fmla="*/ 62 h 79"/>
                <a:gd name="T18" fmla="*/ 25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9 w 73"/>
                <a:gd name="T25" fmla="*/ 34 h 79"/>
                <a:gd name="T26" fmla="*/ 49 w 73"/>
                <a:gd name="T27" fmla="*/ 28 h 79"/>
                <a:gd name="T28" fmla="*/ 32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9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7 w 73"/>
                <a:gd name="T45" fmla="*/ 56 h 79"/>
                <a:gd name="T46" fmla="*/ 29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8" y="5"/>
                    <a:pt x="17" y="0"/>
                    <a:pt x="34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3" y="54"/>
                    <a:pt x="6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3"/>
                    <a:pt x="49" y="67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7" y="71"/>
                    <a:pt x="41" y="79"/>
                    <a:pt x="25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1" y="35"/>
                    <a:pt x="33" y="3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19"/>
                    <a:pt x="45" y="12"/>
                    <a:pt x="32" y="12"/>
                  </a:cubicBezTo>
                  <a:cubicBezTo>
                    <a:pt x="26" y="12"/>
                    <a:pt x="21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9" y="67"/>
                  </a:moveTo>
                  <a:cubicBezTo>
                    <a:pt x="42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7" y="45"/>
                    <a:pt x="17" y="56"/>
                  </a:cubicBezTo>
                  <a:cubicBezTo>
                    <a:pt x="17" y="62"/>
                    <a:pt x="21" y="67"/>
                    <a:pt x="29" y="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2" name="Freeform 784">
              <a:extLst>
                <a:ext uri="{FF2B5EF4-FFF2-40B4-BE49-F238E27FC236}">
                  <a16:creationId xmlns:a16="http://schemas.microsoft.com/office/drawing/2014/main" id="{154623E8-5C95-4D5A-9E1A-56EC5F799A2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432463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8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3" name="Freeform 785">
              <a:extLst>
                <a:ext uri="{FF2B5EF4-FFF2-40B4-BE49-F238E27FC236}">
                  <a16:creationId xmlns:a16="http://schemas.microsoft.com/office/drawing/2014/main" id="{FC25AFB7-4CB8-4F38-AF85-76C3453BE6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468975" y="12876213"/>
              <a:ext cx="66675" cy="60325"/>
            </a:xfrm>
            <a:custGeom>
              <a:avLst/>
              <a:gdLst>
                <a:gd name="T0" fmla="*/ 1 w 89"/>
                <a:gd name="T1" fmla="*/ 66 h 78"/>
                <a:gd name="T2" fmla="*/ 10 w 89"/>
                <a:gd name="T3" fmla="*/ 66 h 78"/>
                <a:gd name="T4" fmla="*/ 10 w 89"/>
                <a:gd name="T5" fmla="*/ 14 h 78"/>
                <a:gd name="T6" fmla="*/ 0 w 89"/>
                <a:gd name="T7" fmla="*/ 14 h 78"/>
                <a:gd name="T8" fmla="*/ 0 w 89"/>
                <a:gd name="T9" fmla="*/ 2 h 78"/>
                <a:gd name="T10" fmla="*/ 27 w 89"/>
                <a:gd name="T11" fmla="*/ 2 h 78"/>
                <a:gd name="T12" fmla="*/ 25 w 89"/>
                <a:gd name="T13" fmla="*/ 19 h 78"/>
                <a:gd name="T14" fmla="*/ 26 w 89"/>
                <a:gd name="T15" fmla="*/ 19 h 78"/>
                <a:gd name="T16" fmla="*/ 53 w 89"/>
                <a:gd name="T17" fmla="*/ 0 h 78"/>
                <a:gd name="T18" fmla="*/ 79 w 89"/>
                <a:gd name="T19" fmla="*/ 29 h 78"/>
                <a:gd name="T20" fmla="*/ 79 w 89"/>
                <a:gd name="T21" fmla="*/ 66 h 78"/>
                <a:gd name="T22" fmla="*/ 89 w 89"/>
                <a:gd name="T23" fmla="*/ 66 h 78"/>
                <a:gd name="T24" fmla="*/ 89 w 89"/>
                <a:gd name="T25" fmla="*/ 78 h 78"/>
                <a:gd name="T26" fmla="*/ 53 w 89"/>
                <a:gd name="T27" fmla="*/ 78 h 78"/>
                <a:gd name="T28" fmla="*/ 53 w 89"/>
                <a:gd name="T29" fmla="*/ 66 h 78"/>
                <a:gd name="T30" fmla="*/ 62 w 89"/>
                <a:gd name="T31" fmla="*/ 66 h 78"/>
                <a:gd name="T32" fmla="*/ 63 w 89"/>
                <a:gd name="T33" fmla="*/ 32 h 78"/>
                <a:gd name="T34" fmla="*/ 47 w 89"/>
                <a:gd name="T35" fmla="*/ 14 h 78"/>
                <a:gd name="T36" fmla="*/ 27 w 89"/>
                <a:gd name="T37" fmla="*/ 37 h 78"/>
                <a:gd name="T38" fmla="*/ 27 w 89"/>
                <a:gd name="T39" fmla="*/ 66 h 78"/>
                <a:gd name="T40" fmla="*/ 37 w 89"/>
                <a:gd name="T41" fmla="*/ 66 h 78"/>
                <a:gd name="T42" fmla="*/ 37 w 89"/>
                <a:gd name="T43" fmla="*/ 78 h 78"/>
                <a:gd name="T44" fmla="*/ 1 w 89"/>
                <a:gd name="T45" fmla="*/ 78 h 78"/>
                <a:gd name="T46" fmla="*/ 1 w 89"/>
                <a:gd name="T47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" h="78">
                  <a:moveTo>
                    <a:pt x="1" y="66"/>
                  </a:moveTo>
                  <a:cubicBezTo>
                    <a:pt x="10" y="66"/>
                    <a:pt x="10" y="66"/>
                    <a:pt x="10" y="66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2"/>
                    <a:pt x="25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9"/>
                    <a:pt x="37" y="0"/>
                    <a:pt x="53" y="0"/>
                  </a:cubicBezTo>
                  <a:cubicBezTo>
                    <a:pt x="71" y="0"/>
                    <a:pt x="79" y="11"/>
                    <a:pt x="79" y="29"/>
                  </a:cubicBezTo>
                  <a:cubicBezTo>
                    <a:pt x="79" y="42"/>
                    <a:pt x="79" y="54"/>
                    <a:pt x="79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55"/>
                    <a:pt x="63" y="43"/>
                    <a:pt x="63" y="32"/>
                  </a:cubicBezTo>
                  <a:cubicBezTo>
                    <a:pt x="63" y="22"/>
                    <a:pt x="58" y="14"/>
                    <a:pt x="47" y="14"/>
                  </a:cubicBezTo>
                  <a:cubicBezTo>
                    <a:pt x="36" y="14"/>
                    <a:pt x="27" y="23"/>
                    <a:pt x="27" y="3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1" y="78"/>
                    <a:pt x="1" y="78"/>
                    <a:pt x="1" y="78"/>
                  </a:cubicBezTo>
                  <a:lnTo>
                    <a:pt x="1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4" name="Freeform 786">
              <a:extLst>
                <a:ext uri="{FF2B5EF4-FFF2-40B4-BE49-F238E27FC236}">
                  <a16:creationId xmlns:a16="http://schemas.microsoft.com/office/drawing/2014/main" id="{B25B4F4C-5F9D-4D9A-8CC4-AAFE1A479A8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45175" y="12876213"/>
              <a:ext cx="55562" cy="61912"/>
            </a:xfrm>
            <a:custGeom>
              <a:avLst/>
              <a:gdLst>
                <a:gd name="T0" fmla="*/ 3 w 73"/>
                <a:gd name="T1" fmla="*/ 7 h 79"/>
                <a:gd name="T2" fmla="*/ 33 w 73"/>
                <a:gd name="T3" fmla="*/ 0 h 79"/>
                <a:gd name="T4" fmla="*/ 63 w 73"/>
                <a:gd name="T5" fmla="*/ 29 h 79"/>
                <a:gd name="T6" fmla="*/ 62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8 w 73"/>
                <a:gd name="T13" fmla="*/ 78 h 79"/>
                <a:gd name="T14" fmla="*/ 50 w 73"/>
                <a:gd name="T15" fmla="*/ 62 h 79"/>
                <a:gd name="T16" fmla="*/ 49 w 73"/>
                <a:gd name="T17" fmla="*/ 62 h 79"/>
                <a:gd name="T18" fmla="*/ 24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8 w 73"/>
                <a:gd name="T25" fmla="*/ 34 h 79"/>
                <a:gd name="T26" fmla="*/ 48 w 73"/>
                <a:gd name="T27" fmla="*/ 28 h 79"/>
                <a:gd name="T28" fmla="*/ 31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8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6 w 73"/>
                <a:gd name="T45" fmla="*/ 56 h 79"/>
                <a:gd name="T46" fmla="*/ 28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7" y="5"/>
                    <a:pt x="17" y="0"/>
                    <a:pt x="33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2" y="54"/>
                    <a:pt x="62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3"/>
                    <a:pt x="49" y="67"/>
                    <a:pt x="50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71"/>
                    <a:pt x="40" y="79"/>
                    <a:pt x="24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0" y="35"/>
                    <a:pt x="33" y="35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8" y="19"/>
                    <a:pt x="45" y="12"/>
                    <a:pt x="31" y="12"/>
                  </a:cubicBezTo>
                  <a:cubicBezTo>
                    <a:pt x="26" y="12"/>
                    <a:pt x="20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8" y="67"/>
                  </a:moveTo>
                  <a:cubicBezTo>
                    <a:pt x="41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6" y="45"/>
                    <a:pt x="16" y="56"/>
                  </a:cubicBezTo>
                  <a:cubicBezTo>
                    <a:pt x="16" y="62"/>
                    <a:pt x="20" y="67"/>
                    <a:pt x="28" y="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5" name="Freeform 787">
              <a:extLst>
                <a:ext uri="{FF2B5EF4-FFF2-40B4-BE49-F238E27FC236}">
                  <a16:creationId xmlns:a16="http://schemas.microsoft.com/office/drawing/2014/main" id="{D4E36C58-DE3D-4B1A-9ADE-C5F7D9E5BE9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603913" y="12850813"/>
              <a:ext cx="63500" cy="87312"/>
            </a:xfrm>
            <a:custGeom>
              <a:avLst/>
              <a:gdLst>
                <a:gd name="T0" fmla="*/ 0 w 84"/>
                <a:gd name="T1" fmla="*/ 0 h 113"/>
                <a:gd name="T2" fmla="*/ 29 w 84"/>
                <a:gd name="T3" fmla="*/ 0 h 113"/>
                <a:gd name="T4" fmla="*/ 28 w 84"/>
                <a:gd name="T5" fmla="*/ 36 h 113"/>
                <a:gd name="T6" fmla="*/ 27 w 84"/>
                <a:gd name="T7" fmla="*/ 52 h 113"/>
                <a:gd name="T8" fmla="*/ 27 w 84"/>
                <a:gd name="T9" fmla="*/ 52 h 113"/>
                <a:gd name="T10" fmla="*/ 53 w 84"/>
                <a:gd name="T11" fmla="*/ 34 h 113"/>
                <a:gd name="T12" fmla="*/ 84 w 84"/>
                <a:gd name="T13" fmla="*/ 69 h 113"/>
                <a:gd name="T14" fmla="*/ 41 w 84"/>
                <a:gd name="T15" fmla="*/ 113 h 113"/>
                <a:gd name="T16" fmla="*/ 12 w 84"/>
                <a:gd name="T17" fmla="*/ 108 h 113"/>
                <a:gd name="T18" fmla="*/ 12 w 84"/>
                <a:gd name="T19" fmla="*/ 12 h 113"/>
                <a:gd name="T20" fmla="*/ 0 w 84"/>
                <a:gd name="T21" fmla="*/ 12 h 113"/>
                <a:gd name="T22" fmla="*/ 0 w 84"/>
                <a:gd name="T23" fmla="*/ 0 h 113"/>
                <a:gd name="T24" fmla="*/ 48 w 84"/>
                <a:gd name="T25" fmla="*/ 48 h 113"/>
                <a:gd name="T26" fmla="*/ 28 w 84"/>
                <a:gd name="T27" fmla="*/ 70 h 113"/>
                <a:gd name="T28" fmla="*/ 28 w 84"/>
                <a:gd name="T29" fmla="*/ 97 h 113"/>
                <a:gd name="T30" fmla="*/ 43 w 84"/>
                <a:gd name="T31" fmla="*/ 100 h 113"/>
                <a:gd name="T32" fmla="*/ 67 w 84"/>
                <a:gd name="T33" fmla="*/ 70 h 113"/>
                <a:gd name="T34" fmla="*/ 48 w 84"/>
                <a:gd name="T35" fmla="*/ 4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" h="113">
                  <a:moveTo>
                    <a:pt x="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0" y="44"/>
                    <a:pt x="38" y="34"/>
                    <a:pt x="53" y="34"/>
                  </a:cubicBezTo>
                  <a:cubicBezTo>
                    <a:pt x="73" y="34"/>
                    <a:pt x="84" y="48"/>
                    <a:pt x="84" y="69"/>
                  </a:cubicBezTo>
                  <a:cubicBezTo>
                    <a:pt x="84" y="91"/>
                    <a:pt x="74" y="113"/>
                    <a:pt x="41" y="113"/>
                  </a:cubicBezTo>
                  <a:cubicBezTo>
                    <a:pt x="28" y="113"/>
                    <a:pt x="19" y="111"/>
                    <a:pt x="12" y="108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  <a:moveTo>
                    <a:pt x="48" y="48"/>
                  </a:moveTo>
                  <a:cubicBezTo>
                    <a:pt x="35" y="48"/>
                    <a:pt x="29" y="57"/>
                    <a:pt x="28" y="70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1" y="98"/>
                    <a:pt x="35" y="100"/>
                    <a:pt x="43" y="100"/>
                  </a:cubicBezTo>
                  <a:cubicBezTo>
                    <a:pt x="60" y="100"/>
                    <a:pt x="67" y="85"/>
                    <a:pt x="67" y="70"/>
                  </a:cubicBezTo>
                  <a:cubicBezTo>
                    <a:pt x="67" y="56"/>
                    <a:pt x="61" y="48"/>
                    <a:pt x="48" y="4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6" name="Freeform 788">
              <a:extLst>
                <a:ext uri="{FF2B5EF4-FFF2-40B4-BE49-F238E27FC236}">
                  <a16:creationId xmlns:a16="http://schemas.microsoft.com/office/drawing/2014/main" id="{8E5FB3B5-05BE-4401-AADD-A60A60AD4BE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675350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7" name="Freeform 789">
              <a:extLst>
                <a:ext uri="{FF2B5EF4-FFF2-40B4-BE49-F238E27FC236}">
                  <a16:creationId xmlns:a16="http://schemas.microsoft.com/office/drawing/2014/main" id="{D7F27BEC-40B0-45A3-A500-068E0451CE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710275" y="12850813"/>
              <a:ext cx="28575" cy="85725"/>
            </a:xfrm>
            <a:custGeom>
              <a:avLst/>
              <a:gdLst>
                <a:gd name="T0" fmla="*/ 1 w 18"/>
                <a:gd name="T1" fmla="*/ 48 h 54"/>
                <a:gd name="T2" fmla="*/ 5 w 18"/>
                <a:gd name="T3" fmla="*/ 48 h 54"/>
                <a:gd name="T4" fmla="*/ 6 w 18"/>
                <a:gd name="T5" fmla="*/ 6 h 54"/>
                <a:gd name="T6" fmla="*/ 0 w 18"/>
                <a:gd name="T7" fmla="*/ 6 h 54"/>
                <a:gd name="T8" fmla="*/ 0 w 18"/>
                <a:gd name="T9" fmla="*/ 0 h 54"/>
                <a:gd name="T10" fmla="*/ 13 w 18"/>
                <a:gd name="T11" fmla="*/ 0 h 54"/>
                <a:gd name="T12" fmla="*/ 13 w 18"/>
                <a:gd name="T13" fmla="*/ 48 h 54"/>
                <a:gd name="T14" fmla="*/ 18 w 18"/>
                <a:gd name="T15" fmla="*/ 48 h 54"/>
                <a:gd name="T16" fmla="*/ 18 w 18"/>
                <a:gd name="T17" fmla="*/ 54 h 54"/>
                <a:gd name="T18" fmla="*/ 1 w 18"/>
                <a:gd name="T19" fmla="*/ 54 h 54"/>
                <a:gd name="T20" fmla="*/ 1 w 18"/>
                <a:gd name="T2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4">
                  <a:moveTo>
                    <a:pt x="1" y="48"/>
                  </a:moveTo>
                  <a:lnTo>
                    <a:pt x="5" y="48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3" y="48"/>
                  </a:lnTo>
                  <a:lnTo>
                    <a:pt x="18" y="48"/>
                  </a:lnTo>
                  <a:lnTo>
                    <a:pt x="18" y="54"/>
                  </a:lnTo>
                  <a:lnTo>
                    <a:pt x="1" y="54"/>
                  </a:lnTo>
                  <a:lnTo>
                    <a:pt x="1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8" name="Freeform 790">
              <a:extLst>
                <a:ext uri="{FF2B5EF4-FFF2-40B4-BE49-F238E27FC236}">
                  <a16:creationId xmlns:a16="http://schemas.microsoft.com/office/drawing/2014/main" id="{E096A703-D7ED-4C6B-B8C8-B384CC2879D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745200" y="12849225"/>
              <a:ext cx="30162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9" name="Freeform 791">
              <a:extLst>
                <a:ext uri="{FF2B5EF4-FFF2-40B4-BE49-F238E27FC236}">
                  <a16:creationId xmlns:a16="http://schemas.microsoft.com/office/drawing/2014/main" id="{70DF3A3E-3FE4-474D-93BA-872CEBEC93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780125" y="12865100"/>
              <a:ext cx="39687" cy="73025"/>
            </a:xfrm>
            <a:custGeom>
              <a:avLst/>
              <a:gdLst>
                <a:gd name="T0" fmla="*/ 0 w 51"/>
                <a:gd name="T1" fmla="*/ 18 h 95"/>
                <a:gd name="T2" fmla="*/ 12 w 51"/>
                <a:gd name="T3" fmla="*/ 18 h 95"/>
                <a:gd name="T4" fmla="*/ 12 w 51"/>
                <a:gd name="T5" fmla="*/ 1 h 95"/>
                <a:gd name="T6" fmla="*/ 28 w 51"/>
                <a:gd name="T7" fmla="*/ 0 h 95"/>
                <a:gd name="T8" fmla="*/ 28 w 51"/>
                <a:gd name="T9" fmla="*/ 18 h 95"/>
                <a:gd name="T10" fmla="*/ 50 w 51"/>
                <a:gd name="T11" fmla="*/ 18 h 95"/>
                <a:gd name="T12" fmla="*/ 50 w 51"/>
                <a:gd name="T13" fmla="*/ 30 h 95"/>
                <a:gd name="T14" fmla="*/ 28 w 51"/>
                <a:gd name="T15" fmla="*/ 30 h 95"/>
                <a:gd name="T16" fmla="*/ 28 w 51"/>
                <a:gd name="T17" fmla="*/ 65 h 95"/>
                <a:gd name="T18" fmla="*/ 38 w 51"/>
                <a:gd name="T19" fmla="*/ 83 h 95"/>
                <a:gd name="T20" fmla="*/ 51 w 51"/>
                <a:gd name="T21" fmla="*/ 80 h 95"/>
                <a:gd name="T22" fmla="*/ 51 w 51"/>
                <a:gd name="T23" fmla="*/ 92 h 95"/>
                <a:gd name="T24" fmla="*/ 34 w 51"/>
                <a:gd name="T25" fmla="*/ 95 h 95"/>
                <a:gd name="T26" fmla="*/ 11 w 51"/>
                <a:gd name="T27" fmla="*/ 72 h 95"/>
                <a:gd name="T28" fmla="*/ 12 w 51"/>
                <a:gd name="T29" fmla="*/ 30 h 95"/>
                <a:gd name="T30" fmla="*/ 0 w 51"/>
                <a:gd name="T31" fmla="*/ 30 h 95"/>
                <a:gd name="T32" fmla="*/ 0 w 51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8" y="83"/>
                  </a:cubicBezTo>
                  <a:cubicBezTo>
                    <a:pt x="43" y="83"/>
                    <a:pt x="47" y="81"/>
                    <a:pt x="51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6" y="94"/>
                    <a:pt x="40" y="95"/>
                    <a:pt x="34" y="95"/>
                  </a:cubicBezTo>
                  <a:cubicBezTo>
                    <a:pt x="17" y="95"/>
                    <a:pt x="11" y="89"/>
                    <a:pt x="11" y="72"/>
                  </a:cubicBezTo>
                  <a:cubicBezTo>
                    <a:pt x="11" y="62"/>
                    <a:pt x="11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0" name="Freeform 792">
              <a:extLst>
                <a:ext uri="{FF2B5EF4-FFF2-40B4-BE49-F238E27FC236}">
                  <a16:creationId xmlns:a16="http://schemas.microsoft.com/office/drawing/2014/main" id="{800291BC-C362-4370-A76D-38D0E90C5F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818225" y="12877800"/>
              <a:ext cx="65087" cy="87312"/>
            </a:xfrm>
            <a:custGeom>
              <a:avLst/>
              <a:gdLst>
                <a:gd name="T0" fmla="*/ 0 w 84"/>
                <a:gd name="T1" fmla="*/ 0 h 114"/>
                <a:gd name="T2" fmla="*/ 35 w 84"/>
                <a:gd name="T3" fmla="*/ 0 h 114"/>
                <a:gd name="T4" fmla="*/ 35 w 84"/>
                <a:gd name="T5" fmla="*/ 12 h 114"/>
                <a:gd name="T6" fmla="*/ 27 w 84"/>
                <a:gd name="T7" fmla="*/ 12 h 114"/>
                <a:gd name="T8" fmla="*/ 41 w 84"/>
                <a:gd name="T9" fmla="*/ 51 h 114"/>
                <a:gd name="T10" fmla="*/ 45 w 84"/>
                <a:gd name="T11" fmla="*/ 62 h 114"/>
                <a:gd name="T12" fmla="*/ 45 w 84"/>
                <a:gd name="T13" fmla="*/ 62 h 114"/>
                <a:gd name="T14" fmla="*/ 48 w 84"/>
                <a:gd name="T15" fmla="*/ 51 h 114"/>
                <a:gd name="T16" fmla="*/ 62 w 84"/>
                <a:gd name="T17" fmla="*/ 12 h 114"/>
                <a:gd name="T18" fmla="*/ 52 w 84"/>
                <a:gd name="T19" fmla="*/ 12 h 114"/>
                <a:gd name="T20" fmla="*/ 52 w 84"/>
                <a:gd name="T21" fmla="*/ 0 h 114"/>
                <a:gd name="T22" fmla="*/ 84 w 84"/>
                <a:gd name="T23" fmla="*/ 0 h 114"/>
                <a:gd name="T24" fmla="*/ 84 w 84"/>
                <a:gd name="T25" fmla="*/ 12 h 114"/>
                <a:gd name="T26" fmla="*/ 77 w 84"/>
                <a:gd name="T27" fmla="*/ 12 h 114"/>
                <a:gd name="T28" fmla="*/ 53 w 84"/>
                <a:gd name="T29" fmla="*/ 75 h 114"/>
                <a:gd name="T30" fmla="*/ 41 w 84"/>
                <a:gd name="T31" fmla="*/ 102 h 114"/>
                <a:gd name="T32" fmla="*/ 15 w 84"/>
                <a:gd name="T33" fmla="*/ 114 h 114"/>
                <a:gd name="T34" fmla="*/ 5 w 84"/>
                <a:gd name="T35" fmla="*/ 112 h 114"/>
                <a:gd name="T36" fmla="*/ 5 w 84"/>
                <a:gd name="T37" fmla="*/ 100 h 114"/>
                <a:gd name="T38" fmla="*/ 15 w 84"/>
                <a:gd name="T39" fmla="*/ 101 h 114"/>
                <a:gd name="T40" fmla="*/ 36 w 84"/>
                <a:gd name="T41" fmla="*/ 81 h 114"/>
                <a:gd name="T42" fmla="*/ 37 w 84"/>
                <a:gd name="T43" fmla="*/ 80 h 114"/>
                <a:gd name="T44" fmla="*/ 8 w 84"/>
                <a:gd name="T45" fmla="*/ 12 h 114"/>
                <a:gd name="T46" fmla="*/ 0 w 84"/>
                <a:gd name="T47" fmla="*/ 12 h 114"/>
                <a:gd name="T48" fmla="*/ 0 w 84"/>
                <a:gd name="T4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14">
                  <a:moveTo>
                    <a:pt x="0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3" y="55"/>
                    <a:pt x="44" y="59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6" y="59"/>
                    <a:pt x="47" y="55"/>
                    <a:pt x="48" y="5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1" y="82"/>
                    <a:pt x="46" y="96"/>
                    <a:pt x="41" y="102"/>
                  </a:cubicBezTo>
                  <a:cubicBezTo>
                    <a:pt x="34" y="111"/>
                    <a:pt x="25" y="114"/>
                    <a:pt x="15" y="114"/>
                  </a:cubicBezTo>
                  <a:cubicBezTo>
                    <a:pt x="11" y="114"/>
                    <a:pt x="7" y="113"/>
                    <a:pt x="5" y="112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7" y="101"/>
                    <a:pt x="12" y="101"/>
                    <a:pt x="15" y="101"/>
                  </a:cubicBezTo>
                  <a:cubicBezTo>
                    <a:pt x="23" y="101"/>
                    <a:pt x="30" y="98"/>
                    <a:pt x="36" y="81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1" name="Freeform 793">
              <a:extLst>
                <a:ext uri="{FF2B5EF4-FFF2-40B4-BE49-F238E27FC236}">
                  <a16:creationId xmlns:a16="http://schemas.microsoft.com/office/drawing/2014/main" id="{58744A6A-A210-4FF8-A9A3-8579DDA72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24588" y="12857163"/>
              <a:ext cx="57150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6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6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8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2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2" name="Freeform 794">
              <a:extLst>
                <a:ext uri="{FF2B5EF4-FFF2-40B4-BE49-F238E27FC236}">
                  <a16:creationId xmlns:a16="http://schemas.microsoft.com/office/drawing/2014/main" id="{AC632DBE-4A20-4588-B4B2-6FEC9BA46E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91263" y="12876213"/>
              <a:ext cx="47625" cy="61912"/>
            </a:xfrm>
            <a:custGeom>
              <a:avLst/>
              <a:gdLst>
                <a:gd name="T0" fmla="*/ 49 w 63"/>
                <a:gd name="T1" fmla="*/ 14 h 79"/>
                <a:gd name="T2" fmla="*/ 40 w 63"/>
                <a:gd name="T3" fmla="*/ 13 h 79"/>
                <a:gd name="T4" fmla="*/ 17 w 63"/>
                <a:gd name="T5" fmla="*/ 39 h 79"/>
                <a:gd name="T6" fmla="*/ 44 w 63"/>
                <a:gd name="T7" fmla="*/ 66 h 79"/>
                <a:gd name="T8" fmla="*/ 63 w 63"/>
                <a:gd name="T9" fmla="*/ 61 h 79"/>
                <a:gd name="T10" fmla="*/ 62 w 63"/>
                <a:gd name="T11" fmla="*/ 76 h 79"/>
                <a:gd name="T12" fmla="*/ 41 w 63"/>
                <a:gd name="T13" fmla="*/ 79 h 79"/>
                <a:gd name="T14" fmla="*/ 0 w 63"/>
                <a:gd name="T15" fmla="*/ 40 h 79"/>
                <a:gd name="T16" fmla="*/ 41 w 63"/>
                <a:gd name="T17" fmla="*/ 0 h 79"/>
                <a:gd name="T18" fmla="*/ 63 w 63"/>
                <a:gd name="T19" fmla="*/ 4 h 79"/>
                <a:gd name="T20" fmla="*/ 63 w 63"/>
                <a:gd name="T21" fmla="*/ 26 h 79"/>
                <a:gd name="T22" fmla="*/ 49 w 63"/>
                <a:gd name="T23" fmla="*/ 26 h 79"/>
                <a:gd name="T24" fmla="*/ 49 w 63"/>
                <a:gd name="T25" fmla="*/ 1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79">
                  <a:moveTo>
                    <a:pt x="49" y="14"/>
                  </a:moveTo>
                  <a:cubicBezTo>
                    <a:pt x="47" y="14"/>
                    <a:pt x="43" y="13"/>
                    <a:pt x="40" y="13"/>
                  </a:cubicBezTo>
                  <a:cubicBezTo>
                    <a:pt x="25" y="13"/>
                    <a:pt x="17" y="24"/>
                    <a:pt x="17" y="39"/>
                  </a:cubicBezTo>
                  <a:cubicBezTo>
                    <a:pt x="17" y="52"/>
                    <a:pt x="23" y="66"/>
                    <a:pt x="44" y="66"/>
                  </a:cubicBezTo>
                  <a:cubicBezTo>
                    <a:pt x="51" y="66"/>
                    <a:pt x="59" y="64"/>
                    <a:pt x="63" y="61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59" y="77"/>
                    <a:pt x="51" y="79"/>
                    <a:pt x="41" y="79"/>
                  </a:cubicBezTo>
                  <a:cubicBezTo>
                    <a:pt x="11" y="79"/>
                    <a:pt x="0" y="59"/>
                    <a:pt x="0" y="40"/>
                  </a:cubicBezTo>
                  <a:cubicBezTo>
                    <a:pt x="0" y="17"/>
                    <a:pt x="15" y="0"/>
                    <a:pt x="41" y="0"/>
                  </a:cubicBezTo>
                  <a:cubicBezTo>
                    <a:pt x="53" y="0"/>
                    <a:pt x="60" y="3"/>
                    <a:pt x="63" y="4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49" y="26"/>
                    <a:pt x="49" y="26"/>
                    <a:pt x="49" y="26"/>
                  </a:cubicBezTo>
                  <a:lnTo>
                    <a:pt x="4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3" name="Freeform 795">
              <a:extLst>
                <a:ext uri="{FF2B5EF4-FFF2-40B4-BE49-F238E27FC236}">
                  <a16:creationId xmlns:a16="http://schemas.microsoft.com/office/drawing/2014/main" id="{051F20BF-948A-4E76-B8CB-49B9B2823BD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46825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7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19 w 38"/>
                <a:gd name="T23" fmla="*/ 0 h 114"/>
                <a:gd name="T24" fmla="*/ 31 w 38"/>
                <a:gd name="T25" fmla="*/ 11 h 114"/>
                <a:gd name="T26" fmla="*/ 19 w 38"/>
                <a:gd name="T27" fmla="*/ 22 h 114"/>
                <a:gd name="T28" fmla="*/ 8 w 38"/>
                <a:gd name="T29" fmla="*/ 11 h 114"/>
                <a:gd name="T30" fmla="*/ 19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19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19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4" name="Freeform 796">
              <a:extLst>
                <a:ext uri="{FF2B5EF4-FFF2-40B4-BE49-F238E27FC236}">
                  <a16:creationId xmlns:a16="http://schemas.microsoft.com/office/drawing/2014/main" id="{982937E1-2F51-4C7F-BA1D-46F156C0AC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81750" y="12876213"/>
              <a:ext cx="55562" cy="61912"/>
            </a:xfrm>
            <a:custGeom>
              <a:avLst/>
              <a:gdLst>
                <a:gd name="T0" fmla="*/ 68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8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8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8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5" name="Freeform 797">
              <a:extLst>
                <a:ext uri="{FF2B5EF4-FFF2-40B4-BE49-F238E27FC236}">
                  <a16:creationId xmlns:a16="http://schemas.microsoft.com/office/drawing/2014/main" id="{B7D48565-4661-4FEF-A7EF-CDF3700272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43663" y="12876213"/>
              <a:ext cx="68262" cy="60325"/>
            </a:xfrm>
            <a:custGeom>
              <a:avLst/>
              <a:gdLst>
                <a:gd name="T0" fmla="*/ 2 w 89"/>
                <a:gd name="T1" fmla="*/ 66 h 78"/>
                <a:gd name="T2" fmla="*/ 10 w 89"/>
                <a:gd name="T3" fmla="*/ 66 h 78"/>
                <a:gd name="T4" fmla="*/ 11 w 89"/>
                <a:gd name="T5" fmla="*/ 14 h 78"/>
                <a:gd name="T6" fmla="*/ 0 w 89"/>
                <a:gd name="T7" fmla="*/ 14 h 78"/>
                <a:gd name="T8" fmla="*/ 0 w 89"/>
                <a:gd name="T9" fmla="*/ 2 h 78"/>
                <a:gd name="T10" fmla="*/ 27 w 89"/>
                <a:gd name="T11" fmla="*/ 2 h 78"/>
                <a:gd name="T12" fmla="*/ 26 w 89"/>
                <a:gd name="T13" fmla="*/ 19 h 78"/>
                <a:gd name="T14" fmla="*/ 26 w 89"/>
                <a:gd name="T15" fmla="*/ 19 h 78"/>
                <a:gd name="T16" fmla="*/ 53 w 89"/>
                <a:gd name="T17" fmla="*/ 0 h 78"/>
                <a:gd name="T18" fmla="*/ 79 w 89"/>
                <a:gd name="T19" fmla="*/ 29 h 78"/>
                <a:gd name="T20" fmla="*/ 79 w 89"/>
                <a:gd name="T21" fmla="*/ 66 h 78"/>
                <a:gd name="T22" fmla="*/ 89 w 89"/>
                <a:gd name="T23" fmla="*/ 66 h 78"/>
                <a:gd name="T24" fmla="*/ 89 w 89"/>
                <a:gd name="T25" fmla="*/ 78 h 78"/>
                <a:gd name="T26" fmla="*/ 54 w 89"/>
                <a:gd name="T27" fmla="*/ 78 h 78"/>
                <a:gd name="T28" fmla="*/ 54 w 89"/>
                <a:gd name="T29" fmla="*/ 66 h 78"/>
                <a:gd name="T30" fmla="*/ 62 w 89"/>
                <a:gd name="T31" fmla="*/ 66 h 78"/>
                <a:gd name="T32" fmla="*/ 63 w 89"/>
                <a:gd name="T33" fmla="*/ 32 h 78"/>
                <a:gd name="T34" fmla="*/ 47 w 89"/>
                <a:gd name="T35" fmla="*/ 14 h 78"/>
                <a:gd name="T36" fmla="*/ 27 w 89"/>
                <a:gd name="T37" fmla="*/ 37 h 78"/>
                <a:gd name="T38" fmla="*/ 27 w 89"/>
                <a:gd name="T39" fmla="*/ 66 h 78"/>
                <a:gd name="T40" fmla="*/ 37 w 89"/>
                <a:gd name="T41" fmla="*/ 66 h 78"/>
                <a:gd name="T42" fmla="*/ 37 w 89"/>
                <a:gd name="T43" fmla="*/ 78 h 78"/>
                <a:gd name="T44" fmla="*/ 2 w 89"/>
                <a:gd name="T45" fmla="*/ 78 h 78"/>
                <a:gd name="T46" fmla="*/ 2 w 89"/>
                <a:gd name="T47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" h="78">
                  <a:moveTo>
                    <a:pt x="2" y="66"/>
                  </a:moveTo>
                  <a:cubicBezTo>
                    <a:pt x="10" y="66"/>
                    <a:pt x="10" y="66"/>
                    <a:pt x="10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7" y="12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9"/>
                    <a:pt x="37" y="0"/>
                    <a:pt x="53" y="0"/>
                  </a:cubicBezTo>
                  <a:cubicBezTo>
                    <a:pt x="71" y="0"/>
                    <a:pt x="79" y="11"/>
                    <a:pt x="79" y="29"/>
                  </a:cubicBezTo>
                  <a:cubicBezTo>
                    <a:pt x="79" y="42"/>
                    <a:pt x="79" y="54"/>
                    <a:pt x="79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55"/>
                    <a:pt x="63" y="43"/>
                    <a:pt x="63" y="32"/>
                  </a:cubicBezTo>
                  <a:cubicBezTo>
                    <a:pt x="63" y="22"/>
                    <a:pt x="58" y="14"/>
                    <a:pt x="47" y="14"/>
                  </a:cubicBezTo>
                  <a:cubicBezTo>
                    <a:pt x="36" y="14"/>
                    <a:pt x="28" y="23"/>
                    <a:pt x="27" y="3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6" name="Freeform 798">
              <a:extLst>
                <a:ext uri="{FF2B5EF4-FFF2-40B4-BE49-F238E27FC236}">
                  <a16:creationId xmlns:a16="http://schemas.microsoft.com/office/drawing/2014/main" id="{B5CCC740-D831-4450-A7FD-6494C620C7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19863" y="12876213"/>
              <a:ext cx="47625" cy="61912"/>
            </a:xfrm>
            <a:custGeom>
              <a:avLst/>
              <a:gdLst>
                <a:gd name="T0" fmla="*/ 49 w 62"/>
                <a:gd name="T1" fmla="*/ 14 h 79"/>
                <a:gd name="T2" fmla="*/ 39 w 62"/>
                <a:gd name="T3" fmla="*/ 13 h 79"/>
                <a:gd name="T4" fmla="*/ 16 w 62"/>
                <a:gd name="T5" fmla="*/ 39 h 79"/>
                <a:gd name="T6" fmla="*/ 43 w 62"/>
                <a:gd name="T7" fmla="*/ 66 h 79"/>
                <a:gd name="T8" fmla="*/ 62 w 62"/>
                <a:gd name="T9" fmla="*/ 61 h 79"/>
                <a:gd name="T10" fmla="*/ 61 w 62"/>
                <a:gd name="T11" fmla="*/ 76 h 79"/>
                <a:gd name="T12" fmla="*/ 40 w 62"/>
                <a:gd name="T13" fmla="*/ 79 h 79"/>
                <a:gd name="T14" fmla="*/ 0 w 62"/>
                <a:gd name="T15" fmla="*/ 40 h 79"/>
                <a:gd name="T16" fmla="*/ 41 w 62"/>
                <a:gd name="T17" fmla="*/ 0 h 79"/>
                <a:gd name="T18" fmla="*/ 62 w 62"/>
                <a:gd name="T19" fmla="*/ 4 h 79"/>
                <a:gd name="T20" fmla="*/ 62 w 62"/>
                <a:gd name="T21" fmla="*/ 26 h 79"/>
                <a:gd name="T22" fmla="*/ 49 w 62"/>
                <a:gd name="T23" fmla="*/ 26 h 79"/>
                <a:gd name="T24" fmla="*/ 49 w 62"/>
                <a:gd name="T25" fmla="*/ 1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79">
                  <a:moveTo>
                    <a:pt x="49" y="14"/>
                  </a:moveTo>
                  <a:cubicBezTo>
                    <a:pt x="46" y="14"/>
                    <a:pt x="43" y="13"/>
                    <a:pt x="39" y="13"/>
                  </a:cubicBezTo>
                  <a:cubicBezTo>
                    <a:pt x="24" y="13"/>
                    <a:pt x="16" y="24"/>
                    <a:pt x="16" y="39"/>
                  </a:cubicBezTo>
                  <a:cubicBezTo>
                    <a:pt x="16" y="52"/>
                    <a:pt x="22" y="66"/>
                    <a:pt x="43" y="66"/>
                  </a:cubicBezTo>
                  <a:cubicBezTo>
                    <a:pt x="50" y="66"/>
                    <a:pt x="58" y="64"/>
                    <a:pt x="62" y="61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58" y="77"/>
                    <a:pt x="50" y="79"/>
                    <a:pt x="40" y="79"/>
                  </a:cubicBezTo>
                  <a:cubicBezTo>
                    <a:pt x="10" y="79"/>
                    <a:pt x="0" y="59"/>
                    <a:pt x="0" y="40"/>
                  </a:cubicBezTo>
                  <a:cubicBezTo>
                    <a:pt x="0" y="17"/>
                    <a:pt x="14" y="0"/>
                    <a:pt x="41" y="0"/>
                  </a:cubicBezTo>
                  <a:cubicBezTo>
                    <a:pt x="52" y="0"/>
                    <a:pt x="59" y="3"/>
                    <a:pt x="62" y="4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49" y="26"/>
                    <a:pt x="49" y="26"/>
                    <a:pt x="49" y="26"/>
                  </a:cubicBezTo>
                  <a:lnTo>
                    <a:pt x="4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7" name="Freeform 799">
              <a:extLst>
                <a:ext uri="{FF2B5EF4-FFF2-40B4-BE49-F238E27FC236}">
                  <a16:creationId xmlns:a16="http://schemas.microsoft.com/office/drawing/2014/main" id="{984E159B-7D41-4789-A74A-E05E5D9390A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75425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0 w 72"/>
                <a:gd name="T3" fmla="*/ 79 h 79"/>
                <a:gd name="T4" fmla="*/ 0 w 72"/>
                <a:gd name="T5" fmla="*/ 40 h 79"/>
                <a:gd name="T6" fmla="*/ 37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7 w 72"/>
                <a:gd name="T13" fmla="*/ 42 h 79"/>
                <a:gd name="T14" fmla="*/ 43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4 w 72"/>
                <a:gd name="T21" fmla="*/ 31 h 79"/>
                <a:gd name="T22" fmla="*/ 54 w 72"/>
                <a:gd name="T23" fmla="*/ 30 h 79"/>
                <a:gd name="T24" fmla="*/ 36 w 72"/>
                <a:gd name="T25" fmla="*/ 12 h 79"/>
                <a:gd name="T26" fmla="*/ 17 w 72"/>
                <a:gd name="T27" fmla="*/ 31 h 79"/>
                <a:gd name="T28" fmla="*/ 54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1" y="76"/>
                    <a:pt x="51" y="79"/>
                    <a:pt x="40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2" y="0"/>
                    <a:pt x="37" y="0"/>
                  </a:cubicBezTo>
                  <a:cubicBezTo>
                    <a:pt x="60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57"/>
                    <a:pt x="28" y="67"/>
                    <a:pt x="43" y="67"/>
                  </a:cubicBezTo>
                  <a:cubicBezTo>
                    <a:pt x="53" y="67"/>
                    <a:pt x="61" y="64"/>
                    <a:pt x="68" y="61"/>
                  </a:cubicBezTo>
                  <a:lnTo>
                    <a:pt x="67" y="74"/>
                  </a:lnTo>
                  <a:close/>
                  <a:moveTo>
                    <a:pt x="54" y="31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54" y="24"/>
                    <a:pt x="50" y="12"/>
                    <a:pt x="36" y="12"/>
                  </a:cubicBezTo>
                  <a:cubicBezTo>
                    <a:pt x="22" y="12"/>
                    <a:pt x="18" y="22"/>
                    <a:pt x="17" y="31"/>
                  </a:cubicBezTo>
                  <a:lnTo>
                    <a:pt x="54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8" name="Freeform 800">
              <a:extLst>
                <a:ext uri="{FF2B5EF4-FFF2-40B4-BE49-F238E27FC236}">
                  <a16:creationId xmlns:a16="http://schemas.microsoft.com/office/drawing/2014/main" id="{6F8CEE20-CC41-4086-93F7-0810607EB5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69088" y="12849225"/>
              <a:ext cx="46037" cy="87312"/>
            </a:xfrm>
            <a:custGeom>
              <a:avLst/>
              <a:gdLst>
                <a:gd name="T0" fmla="*/ 2 w 59"/>
                <a:gd name="T1" fmla="*/ 102 h 114"/>
                <a:gd name="T2" fmla="*/ 12 w 59"/>
                <a:gd name="T3" fmla="*/ 102 h 114"/>
                <a:gd name="T4" fmla="*/ 12 w 59"/>
                <a:gd name="T5" fmla="*/ 50 h 114"/>
                <a:gd name="T6" fmla="*/ 0 w 59"/>
                <a:gd name="T7" fmla="*/ 50 h 114"/>
                <a:gd name="T8" fmla="*/ 0 w 59"/>
                <a:gd name="T9" fmla="*/ 38 h 114"/>
                <a:gd name="T10" fmla="*/ 12 w 59"/>
                <a:gd name="T11" fmla="*/ 38 h 114"/>
                <a:gd name="T12" fmla="*/ 12 w 59"/>
                <a:gd name="T13" fmla="*/ 28 h 114"/>
                <a:gd name="T14" fmla="*/ 44 w 59"/>
                <a:gd name="T15" fmla="*/ 0 h 114"/>
                <a:gd name="T16" fmla="*/ 59 w 59"/>
                <a:gd name="T17" fmla="*/ 2 h 114"/>
                <a:gd name="T18" fmla="*/ 59 w 59"/>
                <a:gd name="T19" fmla="*/ 14 h 114"/>
                <a:gd name="T20" fmla="*/ 46 w 59"/>
                <a:gd name="T21" fmla="*/ 13 h 114"/>
                <a:gd name="T22" fmla="*/ 29 w 59"/>
                <a:gd name="T23" fmla="*/ 29 h 114"/>
                <a:gd name="T24" fmla="*/ 28 w 59"/>
                <a:gd name="T25" fmla="*/ 38 h 114"/>
                <a:gd name="T26" fmla="*/ 46 w 59"/>
                <a:gd name="T27" fmla="*/ 38 h 114"/>
                <a:gd name="T28" fmla="*/ 46 w 59"/>
                <a:gd name="T29" fmla="*/ 50 h 114"/>
                <a:gd name="T30" fmla="*/ 28 w 59"/>
                <a:gd name="T31" fmla="*/ 50 h 114"/>
                <a:gd name="T32" fmla="*/ 28 w 59"/>
                <a:gd name="T33" fmla="*/ 102 h 114"/>
                <a:gd name="T34" fmla="*/ 40 w 59"/>
                <a:gd name="T35" fmla="*/ 102 h 114"/>
                <a:gd name="T36" fmla="*/ 40 w 59"/>
                <a:gd name="T37" fmla="*/ 114 h 114"/>
                <a:gd name="T38" fmla="*/ 2 w 59"/>
                <a:gd name="T39" fmla="*/ 114 h 114"/>
                <a:gd name="T40" fmla="*/ 2 w 59"/>
                <a:gd name="T41" fmla="*/ 10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14">
                  <a:moveTo>
                    <a:pt x="2" y="102"/>
                  </a:moveTo>
                  <a:cubicBezTo>
                    <a:pt x="12" y="102"/>
                    <a:pt x="12" y="102"/>
                    <a:pt x="12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8"/>
                    <a:pt x="26" y="0"/>
                    <a:pt x="44" y="0"/>
                  </a:cubicBezTo>
                  <a:cubicBezTo>
                    <a:pt x="51" y="0"/>
                    <a:pt x="56" y="1"/>
                    <a:pt x="59" y="2"/>
                  </a:cubicBezTo>
                  <a:cubicBezTo>
                    <a:pt x="59" y="14"/>
                    <a:pt x="59" y="14"/>
                    <a:pt x="59" y="14"/>
                  </a:cubicBezTo>
                  <a:cubicBezTo>
                    <a:pt x="57" y="14"/>
                    <a:pt x="53" y="13"/>
                    <a:pt x="46" y="13"/>
                  </a:cubicBezTo>
                  <a:cubicBezTo>
                    <a:pt x="34" y="13"/>
                    <a:pt x="29" y="20"/>
                    <a:pt x="29" y="29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2" y="114"/>
                    <a:pt x="2" y="114"/>
                    <a:pt x="2" y="114"/>
                  </a:cubicBezTo>
                  <a:lnTo>
                    <a:pt x="2" y="1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9" name="Freeform 801">
              <a:extLst>
                <a:ext uri="{FF2B5EF4-FFF2-40B4-BE49-F238E27FC236}">
                  <a16:creationId xmlns:a16="http://schemas.microsoft.com/office/drawing/2014/main" id="{14DFFC84-AD59-4207-8310-9F404003FC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08775" y="12876213"/>
              <a:ext cx="60325" cy="61912"/>
            </a:xfrm>
            <a:custGeom>
              <a:avLst/>
              <a:gdLst>
                <a:gd name="T0" fmla="*/ 40 w 78"/>
                <a:gd name="T1" fmla="*/ 0 h 79"/>
                <a:gd name="T2" fmla="*/ 78 w 78"/>
                <a:gd name="T3" fmla="*/ 40 h 79"/>
                <a:gd name="T4" fmla="*/ 38 w 78"/>
                <a:gd name="T5" fmla="*/ 79 h 79"/>
                <a:gd name="T6" fmla="*/ 0 w 78"/>
                <a:gd name="T7" fmla="*/ 41 h 79"/>
                <a:gd name="T8" fmla="*/ 40 w 78"/>
                <a:gd name="T9" fmla="*/ 0 h 79"/>
                <a:gd name="T10" fmla="*/ 39 w 78"/>
                <a:gd name="T11" fmla="*/ 66 h 79"/>
                <a:gd name="T12" fmla="*/ 60 w 78"/>
                <a:gd name="T13" fmla="*/ 39 h 79"/>
                <a:gd name="T14" fmla="*/ 40 w 78"/>
                <a:gd name="T15" fmla="*/ 14 h 79"/>
                <a:gd name="T16" fmla="*/ 17 w 78"/>
                <a:gd name="T17" fmla="*/ 41 h 79"/>
                <a:gd name="T18" fmla="*/ 39 w 78"/>
                <a:gd name="T1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9">
                  <a:moveTo>
                    <a:pt x="40" y="0"/>
                  </a:moveTo>
                  <a:cubicBezTo>
                    <a:pt x="68" y="0"/>
                    <a:pt x="78" y="22"/>
                    <a:pt x="78" y="40"/>
                  </a:cubicBezTo>
                  <a:cubicBezTo>
                    <a:pt x="78" y="62"/>
                    <a:pt x="64" y="79"/>
                    <a:pt x="38" y="79"/>
                  </a:cubicBezTo>
                  <a:cubicBezTo>
                    <a:pt x="11" y="79"/>
                    <a:pt x="0" y="61"/>
                    <a:pt x="0" y="41"/>
                  </a:cubicBezTo>
                  <a:cubicBezTo>
                    <a:pt x="0" y="17"/>
                    <a:pt x="17" y="0"/>
                    <a:pt x="40" y="0"/>
                  </a:cubicBezTo>
                  <a:moveTo>
                    <a:pt x="39" y="66"/>
                  </a:moveTo>
                  <a:cubicBezTo>
                    <a:pt x="54" y="66"/>
                    <a:pt x="60" y="53"/>
                    <a:pt x="60" y="39"/>
                  </a:cubicBezTo>
                  <a:cubicBezTo>
                    <a:pt x="60" y="21"/>
                    <a:pt x="51" y="14"/>
                    <a:pt x="40" y="14"/>
                  </a:cubicBezTo>
                  <a:cubicBezTo>
                    <a:pt x="24" y="14"/>
                    <a:pt x="17" y="27"/>
                    <a:pt x="17" y="41"/>
                  </a:cubicBezTo>
                  <a:cubicBezTo>
                    <a:pt x="17" y="54"/>
                    <a:pt x="24" y="66"/>
                    <a:pt x="39" y="6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0" name="Freeform 802">
              <a:extLst>
                <a:ext uri="{FF2B5EF4-FFF2-40B4-BE49-F238E27FC236}">
                  <a16:creationId xmlns:a16="http://schemas.microsoft.com/office/drawing/2014/main" id="{6A97A7FD-FDF5-42F2-AF27-64EFE4526A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75450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1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6 w 58"/>
                <a:gd name="T15" fmla="*/ 23 h 78"/>
                <a:gd name="T16" fmla="*/ 48 w 58"/>
                <a:gd name="T17" fmla="*/ 0 h 78"/>
                <a:gd name="T18" fmla="*/ 58 w 58"/>
                <a:gd name="T19" fmla="*/ 2 h 78"/>
                <a:gd name="T20" fmla="*/ 56 w 58"/>
                <a:gd name="T21" fmla="*/ 16 h 78"/>
                <a:gd name="T22" fmla="*/ 48 w 58"/>
                <a:gd name="T23" fmla="*/ 15 h 78"/>
                <a:gd name="T24" fmla="*/ 28 w 58"/>
                <a:gd name="T25" fmla="*/ 42 h 78"/>
                <a:gd name="T26" fmla="*/ 27 w 58"/>
                <a:gd name="T27" fmla="*/ 66 h 78"/>
                <a:gd name="T28" fmla="*/ 38 w 58"/>
                <a:gd name="T29" fmla="*/ 66 h 78"/>
                <a:gd name="T30" fmla="*/ 38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9" y="9"/>
                    <a:pt x="37" y="0"/>
                    <a:pt x="48" y="0"/>
                  </a:cubicBezTo>
                  <a:cubicBezTo>
                    <a:pt x="52" y="0"/>
                    <a:pt x="56" y="1"/>
                    <a:pt x="58" y="2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4" y="15"/>
                    <a:pt x="52" y="15"/>
                    <a:pt x="48" y="15"/>
                  </a:cubicBezTo>
                  <a:cubicBezTo>
                    <a:pt x="34" y="15"/>
                    <a:pt x="28" y="29"/>
                    <a:pt x="28" y="42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1" name="Freeform 803">
              <a:extLst>
                <a:ext uri="{FF2B5EF4-FFF2-40B4-BE49-F238E27FC236}">
                  <a16:creationId xmlns:a16="http://schemas.microsoft.com/office/drawing/2014/main" id="{EC6835FB-AA01-45D9-8931-B2E93AC5916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556413" y="12858750"/>
              <a:ext cx="61912" cy="77787"/>
            </a:xfrm>
            <a:custGeom>
              <a:avLst/>
              <a:gdLst>
                <a:gd name="T0" fmla="*/ 0 w 80"/>
                <a:gd name="T1" fmla="*/ 90 h 102"/>
                <a:gd name="T2" fmla="*/ 11 w 80"/>
                <a:gd name="T3" fmla="*/ 90 h 102"/>
                <a:gd name="T4" fmla="*/ 11 w 80"/>
                <a:gd name="T5" fmla="*/ 12 h 102"/>
                <a:gd name="T6" fmla="*/ 0 w 80"/>
                <a:gd name="T7" fmla="*/ 12 h 102"/>
                <a:gd name="T8" fmla="*/ 0 w 80"/>
                <a:gd name="T9" fmla="*/ 0 h 102"/>
                <a:gd name="T10" fmla="*/ 41 w 80"/>
                <a:gd name="T11" fmla="*/ 0 h 102"/>
                <a:gd name="T12" fmla="*/ 65 w 80"/>
                <a:gd name="T13" fmla="*/ 5 h 102"/>
                <a:gd name="T14" fmla="*/ 74 w 80"/>
                <a:gd name="T15" fmla="*/ 25 h 102"/>
                <a:gd name="T16" fmla="*/ 54 w 80"/>
                <a:gd name="T17" fmla="*/ 48 h 102"/>
                <a:gd name="T18" fmla="*/ 54 w 80"/>
                <a:gd name="T19" fmla="*/ 48 h 102"/>
                <a:gd name="T20" fmla="*/ 80 w 80"/>
                <a:gd name="T21" fmla="*/ 73 h 102"/>
                <a:gd name="T22" fmla="*/ 43 w 80"/>
                <a:gd name="T23" fmla="*/ 102 h 102"/>
                <a:gd name="T24" fmla="*/ 0 w 80"/>
                <a:gd name="T25" fmla="*/ 102 h 102"/>
                <a:gd name="T26" fmla="*/ 0 w 80"/>
                <a:gd name="T27" fmla="*/ 90 h 102"/>
                <a:gd name="T28" fmla="*/ 41 w 80"/>
                <a:gd name="T29" fmla="*/ 90 h 102"/>
                <a:gd name="T30" fmla="*/ 62 w 80"/>
                <a:gd name="T31" fmla="*/ 73 h 102"/>
                <a:gd name="T32" fmla="*/ 42 w 80"/>
                <a:gd name="T33" fmla="*/ 56 h 102"/>
                <a:gd name="T34" fmla="*/ 27 w 80"/>
                <a:gd name="T35" fmla="*/ 56 h 102"/>
                <a:gd name="T36" fmla="*/ 27 w 80"/>
                <a:gd name="T37" fmla="*/ 90 h 102"/>
                <a:gd name="T38" fmla="*/ 41 w 80"/>
                <a:gd name="T39" fmla="*/ 90 h 102"/>
                <a:gd name="T40" fmla="*/ 39 w 80"/>
                <a:gd name="T41" fmla="*/ 43 h 102"/>
                <a:gd name="T42" fmla="*/ 57 w 80"/>
                <a:gd name="T43" fmla="*/ 27 h 102"/>
                <a:gd name="T44" fmla="*/ 50 w 80"/>
                <a:gd name="T45" fmla="*/ 14 h 102"/>
                <a:gd name="T46" fmla="*/ 38 w 80"/>
                <a:gd name="T47" fmla="*/ 12 h 102"/>
                <a:gd name="T48" fmla="*/ 28 w 80"/>
                <a:gd name="T49" fmla="*/ 12 h 102"/>
                <a:gd name="T50" fmla="*/ 27 w 80"/>
                <a:gd name="T51" fmla="*/ 43 h 102"/>
                <a:gd name="T52" fmla="*/ 39 w 80"/>
                <a:gd name="T53" fmla="*/ 4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0" h="102">
                  <a:moveTo>
                    <a:pt x="0" y="90"/>
                  </a:moveTo>
                  <a:cubicBezTo>
                    <a:pt x="11" y="90"/>
                    <a:pt x="11" y="90"/>
                    <a:pt x="11" y="9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2" y="0"/>
                    <a:pt x="59" y="1"/>
                    <a:pt x="65" y="5"/>
                  </a:cubicBezTo>
                  <a:cubicBezTo>
                    <a:pt x="70" y="9"/>
                    <a:pt x="74" y="16"/>
                    <a:pt x="74" y="25"/>
                  </a:cubicBezTo>
                  <a:cubicBezTo>
                    <a:pt x="74" y="37"/>
                    <a:pt x="67" y="47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68" y="48"/>
                    <a:pt x="80" y="58"/>
                    <a:pt x="80" y="73"/>
                  </a:cubicBezTo>
                  <a:cubicBezTo>
                    <a:pt x="80" y="91"/>
                    <a:pt x="68" y="102"/>
                    <a:pt x="43" y="102"/>
                  </a:cubicBezTo>
                  <a:cubicBezTo>
                    <a:pt x="0" y="102"/>
                    <a:pt x="0" y="102"/>
                    <a:pt x="0" y="102"/>
                  </a:cubicBezTo>
                  <a:lnTo>
                    <a:pt x="0" y="90"/>
                  </a:lnTo>
                  <a:close/>
                  <a:moveTo>
                    <a:pt x="41" y="90"/>
                  </a:moveTo>
                  <a:cubicBezTo>
                    <a:pt x="53" y="90"/>
                    <a:pt x="62" y="85"/>
                    <a:pt x="62" y="73"/>
                  </a:cubicBezTo>
                  <a:cubicBezTo>
                    <a:pt x="62" y="61"/>
                    <a:pt x="52" y="56"/>
                    <a:pt x="42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90"/>
                    <a:pt x="27" y="90"/>
                    <a:pt x="27" y="90"/>
                  </a:cubicBezTo>
                  <a:lnTo>
                    <a:pt x="41" y="90"/>
                  </a:lnTo>
                  <a:close/>
                  <a:moveTo>
                    <a:pt x="39" y="43"/>
                  </a:moveTo>
                  <a:cubicBezTo>
                    <a:pt x="50" y="43"/>
                    <a:pt x="57" y="37"/>
                    <a:pt x="57" y="27"/>
                  </a:cubicBezTo>
                  <a:cubicBezTo>
                    <a:pt x="57" y="20"/>
                    <a:pt x="54" y="16"/>
                    <a:pt x="50" y="14"/>
                  </a:cubicBezTo>
                  <a:cubicBezTo>
                    <a:pt x="47" y="12"/>
                    <a:pt x="44" y="12"/>
                    <a:pt x="3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43"/>
                    <a:pt x="27" y="43"/>
                    <a:pt x="27" y="43"/>
                  </a:cubicBezTo>
                  <a:lnTo>
                    <a:pt x="39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2" name="Freeform 804">
              <a:extLst>
                <a:ext uri="{FF2B5EF4-FFF2-40B4-BE49-F238E27FC236}">
                  <a16:creationId xmlns:a16="http://schemas.microsoft.com/office/drawing/2014/main" id="{A11F3C60-6866-4FD3-8D45-8093D4D34A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26263" y="12849225"/>
              <a:ext cx="30162" cy="87312"/>
            </a:xfrm>
            <a:custGeom>
              <a:avLst/>
              <a:gdLst>
                <a:gd name="T0" fmla="*/ 2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2 w 38"/>
                <a:gd name="T19" fmla="*/ 114 h 114"/>
                <a:gd name="T20" fmla="*/ 2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2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lnTo>
                    <a:pt x="2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3" name="Freeform 805">
              <a:extLst>
                <a:ext uri="{FF2B5EF4-FFF2-40B4-BE49-F238E27FC236}">
                  <a16:creationId xmlns:a16="http://schemas.microsoft.com/office/drawing/2014/main" id="{F67AB569-50EE-410E-BE5E-EE0A77189AC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62775" y="12876213"/>
              <a:ext cx="58737" cy="61912"/>
            </a:xfrm>
            <a:custGeom>
              <a:avLst/>
              <a:gdLst>
                <a:gd name="T0" fmla="*/ 40 w 77"/>
                <a:gd name="T1" fmla="*/ 0 h 79"/>
                <a:gd name="T2" fmla="*/ 77 w 77"/>
                <a:gd name="T3" fmla="*/ 40 h 79"/>
                <a:gd name="T4" fmla="*/ 38 w 77"/>
                <a:gd name="T5" fmla="*/ 79 h 79"/>
                <a:gd name="T6" fmla="*/ 0 w 77"/>
                <a:gd name="T7" fmla="*/ 41 h 79"/>
                <a:gd name="T8" fmla="*/ 40 w 77"/>
                <a:gd name="T9" fmla="*/ 0 h 79"/>
                <a:gd name="T10" fmla="*/ 38 w 77"/>
                <a:gd name="T11" fmla="*/ 66 h 79"/>
                <a:gd name="T12" fmla="*/ 60 w 77"/>
                <a:gd name="T13" fmla="*/ 39 h 79"/>
                <a:gd name="T14" fmla="*/ 39 w 77"/>
                <a:gd name="T15" fmla="*/ 14 h 79"/>
                <a:gd name="T16" fmla="*/ 17 w 77"/>
                <a:gd name="T17" fmla="*/ 41 h 79"/>
                <a:gd name="T18" fmla="*/ 38 w 77"/>
                <a:gd name="T1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79">
                  <a:moveTo>
                    <a:pt x="40" y="0"/>
                  </a:moveTo>
                  <a:cubicBezTo>
                    <a:pt x="68" y="0"/>
                    <a:pt x="77" y="22"/>
                    <a:pt x="77" y="40"/>
                  </a:cubicBezTo>
                  <a:cubicBezTo>
                    <a:pt x="77" y="62"/>
                    <a:pt x="64" y="79"/>
                    <a:pt x="38" y="79"/>
                  </a:cubicBezTo>
                  <a:cubicBezTo>
                    <a:pt x="10" y="79"/>
                    <a:pt x="0" y="61"/>
                    <a:pt x="0" y="41"/>
                  </a:cubicBezTo>
                  <a:cubicBezTo>
                    <a:pt x="0" y="17"/>
                    <a:pt x="16" y="0"/>
                    <a:pt x="40" y="0"/>
                  </a:cubicBezTo>
                  <a:moveTo>
                    <a:pt x="38" y="66"/>
                  </a:moveTo>
                  <a:cubicBezTo>
                    <a:pt x="53" y="66"/>
                    <a:pt x="60" y="53"/>
                    <a:pt x="60" y="39"/>
                  </a:cubicBezTo>
                  <a:cubicBezTo>
                    <a:pt x="60" y="21"/>
                    <a:pt x="51" y="14"/>
                    <a:pt x="39" y="14"/>
                  </a:cubicBezTo>
                  <a:cubicBezTo>
                    <a:pt x="23" y="14"/>
                    <a:pt x="17" y="27"/>
                    <a:pt x="17" y="41"/>
                  </a:cubicBezTo>
                  <a:cubicBezTo>
                    <a:pt x="17" y="54"/>
                    <a:pt x="23" y="66"/>
                    <a:pt x="38" y="6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4" name="Freeform 806">
              <a:extLst>
                <a:ext uri="{FF2B5EF4-FFF2-40B4-BE49-F238E27FC236}">
                  <a16:creationId xmlns:a16="http://schemas.microsoft.com/office/drawing/2014/main" id="{647E8C0F-43CF-44BB-8433-64BFE5B4DA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731038" y="12876213"/>
              <a:ext cx="47625" cy="61912"/>
            </a:xfrm>
            <a:custGeom>
              <a:avLst/>
              <a:gdLst>
                <a:gd name="T0" fmla="*/ 45 w 63"/>
                <a:gd name="T1" fmla="*/ 24 h 79"/>
                <a:gd name="T2" fmla="*/ 44 w 63"/>
                <a:gd name="T3" fmla="*/ 15 h 79"/>
                <a:gd name="T4" fmla="*/ 32 w 63"/>
                <a:gd name="T5" fmla="*/ 12 h 79"/>
                <a:gd name="T6" fmla="*/ 16 w 63"/>
                <a:gd name="T7" fmla="*/ 21 h 79"/>
                <a:gd name="T8" fmla="*/ 26 w 63"/>
                <a:gd name="T9" fmla="*/ 30 h 79"/>
                <a:gd name="T10" fmla="*/ 45 w 63"/>
                <a:gd name="T11" fmla="*/ 33 h 79"/>
                <a:gd name="T12" fmla="*/ 63 w 63"/>
                <a:gd name="T13" fmla="*/ 54 h 79"/>
                <a:gd name="T14" fmla="*/ 29 w 63"/>
                <a:gd name="T15" fmla="*/ 79 h 79"/>
                <a:gd name="T16" fmla="*/ 1 w 63"/>
                <a:gd name="T17" fmla="*/ 75 h 79"/>
                <a:gd name="T18" fmla="*/ 1 w 63"/>
                <a:gd name="T19" fmla="*/ 54 h 79"/>
                <a:gd name="T20" fmla="*/ 16 w 63"/>
                <a:gd name="T21" fmla="*/ 54 h 79"/>
                <a:gd name="T22" fmla="*/ 16 w 63"/>
                <a:gd name="T23" fmla="*/ 64 h 79"/>
                <a:gd name="T24" fmla="*/ 32 w 63"/>
                <a:gd name="T25" fmla="*/ 68 h 79"/>
                <a:gd name="T26" fmla="*/ 48 w 63"/>
                <a:gd name="T27" fmla="*/ 57 h 79"/>
                <a:gd name="T28" fmla="*/ 37 w 63"/>
                <a:gd name="T29" fmla="*/ 47 h 79"/>
                <a:gd name="T30" fmla="*/ 25 w 63"/>
                <a:gd name="T31" fmla="*/ 45 h 79"/>
                <a:gd name="T32" fmla="*/ 0 w 63"/>
                <a:gd name="T33" fmla="*/ 24 h 79"/>
                <a:gd name="T34" fmla="*/ 32 w 63"/>
                <a:gd name="T35" fmla="*/ 0 h 79"/>
                <a:gd name="T36" fmla="*/ 59 w 63"/>
                <a:gd name="T37" fmla="*/ 5 h 79"/>
                <a:gd name="T38" fmla="*/ 59 w 63"/>
                <a:gd name="T39" fmla="*/ 24 h 79"/>
                <a:gd name="T40" fmla="*/ 45 w 63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9">
                  <a:moveTo>
                    <a:pt x="45" y="24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2" y="13"/>
                    <a:pt x="38" y="12"/>
                    <a:pt x="32" y="12"/>
                  </a:cubicBezTo>
                  <a:cubicBezTo>
                    <a:pt x="24" y="12"/>
                    <a:pt x="16" y="14"/>
                    <a:pt x="16" y="21"/>
                  </a:cubicBezTo>
                  <a:cubicBezTo>
                    <a:pt x="16" y="27"/>
                    <a:pt x="21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3" y="35"/>
                    <a:pt x="63" y="39"/>
                    <a:pt x="63" y="54"/>
                  </a:cubicBezTo>
                  <a:cubicBezTo>
                    <a:pt x="63" y="74"/>
                    <a:pt x="46" y="79"/>
                    <a:pt x="29" y="79"/>
                  </a:cubicBezTo>
                  <a:cubicBezTo>
                    <a:pt x="16" y="79"/>
                    <a:pt x="6" y="77"/>
                    <a:pt x="1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2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2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59" y="24"/>
                    <a:pt x="59" y="24"/>
                    <a:pt x="59" y="24"/>
                  </a:cubicBezTo>
                  <a:lnTo>
                    <a:pt x="45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5" name="Freeform 807">
              <a:extLst>
                <a:ext uri="{FF2B5EF4-FFF2-40B4-BE49-F238E27FC236}">
                  <a16:creationId xmlns:a16="http://schemas.microsoft.com/office/drawing/2014/main" id="{613141D1-22BD-4A4A-8572-93638759E5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86600" y="12876213"/>
              <a:ext cx="63500" cy="87312"/>
            </a:xfrm>
            <a:custGeom>
              <a:avLst/>
              <a:gdLst>
                <a:gd name="T0" fmla="*/ 0 w 83"/>
                <a:gd name="T1" fmla="*/ 2 h 114"/>
                <a:gd name="T2" fmla="*/ 27 w 83"/>
                <a:gd name="T3" fmla="*/ 2 h 114"/>
                <a:gd name="T4" fmla="*/ 25 w 83"/>
                <a:gd name="T5" fmla="*/ 17 h 114"/>
                <a:gd name="T6" fmla="*/ 25 w 83"/>
                <a:gd name="T7" fmla="*/ 17 h 114"/>
                <a:gd name="T8" fmla="*/ 51 w 83"/>
                <a:gd name="T9" fmla="*/ 0 h 114"/>
                <a:gd name="T10" fmla="*/ 83 w 83"/>
                <a:gd name="T11" fmla="*/ 36 h 114"/>
                <a:gd name="T12" fmla="*/ 42 w 83"/>
                <a:gd name="T13" fmla="*/ 79 h 114"/>
                <a:gd name="T14" fmla="*/ 27 w 83"/>
                <a:gd name="T15" fmla="*/ 77 h 114"/>
                <a:gd name="T16" fmla="*/ 26 w 83"/>
                <a:gd name="T17" fmla="*/ 102 h 114"/>
                <a:gd name="T18" fmla="*/ 38 w 83"/>
                <a:gd name="T19" fmla="*/ 102 h 114"/>
                <a:gd name="T20" fmla="*/ 38 w 83"/>
                <a:gd name="T21" fmla="*/ 114 h 114"/>
                <a:gd name="T22" fmla="*/ 2 w 83"/>
                <a:gd name="T23" fmla="*/ 114 h 114"/>
                <a:gd name="T24" fmla="*/ 2 w 83"/>
                <a:gd name="T25" fmla="*/ 102 h 114"/>
                <a:gd name="T26" fmla="*/ 10 w 83"/>
                <a:gd name="T27" fmla="*/ 102 h 114"/>
                <a:gd name="T28" fmla="*/ 11 w 83"/>
                <a:gd name="T29" fmla="*/ 14 h 114"/>
                <a:gd name="T30" fmla="*/ 0 w 83"/>
                <a:gd name="T31" fmla="*/ 14 h 114"/>
                <a:gd name="T32" fmla="*/ 0 w 83"/>
                <a:gd name="T33" fmla="*/ 2 h 114"/>
                <a:gd name="T34" fmla="*/ 27 w 83"/>
                <a:gd name="T35" fmla="*/ 63 h 114"/>
                <a:gd name="T36" fmla="*/ 42 w 83"/>
                <a:gd name="T37" fmla="*/ 67 h 114"/>
                <a:gd name="T38" fmla="*/ 66 w 83"/>
                <a:gd name="T39" fmla="*/ 39 h 114"/>
                <a:gd name="T40" fmla="*/ 47 w 83"/>
                <a:gd name="T41" fmla="*/ 14 h 114"/>
                <a:gd name="T42" fmla="*/ 27 w 83"/>
                <a:gd name="T43" fmla="*/ 42 h 114"/>
                <a:gd name="T44" fmla="*/ 27 w 83"/>
                <a:gd name="T45" fmla="*/ 6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14">
                  <a:moveTo>
                    <a:pt x="0" y="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3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9" y="7"/>
                    <a:pt x="38" y="0"/>
                    <a:pt x="51" y="0"/>
                  </a:cubicBezTo>
                  <a:cubicBezTo>
                    <a:pt x="69" y="0"/>
                    <a:pt x="83" y="14"/>
                    <a:pt x="83" y="36"/>
                  </a:cubicBezTo>
                  <a:cubicBezTo>
                    <a:pt x="83" y="61"/>
                    <a:pt x="68" y="79"/>
                    <a:pt x="42" y="79"/>
                  </a:cubicBezTo>
                  <a:cubicBezTo>
                    <a:pt x="36" y="79"/>
                    <a:pt x="31" y="79"/>
                    <a:pt x="27" y="7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2"/>
                  </a:lnTo>
                  <a:close/>
                  <a:moveTo>
                    <a:pt x="27" y="63"/>
                  </a:moveTo>
                  <a:cubicBezTo>
                    <a:pt x="31" y="65"/>
                    <a:pt x="36" y="67"/>
                    <a:pt x="42" y="67"/>
                  </a:cubicBezTo>
                  <a:cubicBezTo>
                    <a:pt x="57" y="67"/>
                    <a:pt x="66" y="54"/>
                    <a:pt x="66" y="39"/>
                  </a:cubicBezTo>
                  <a:cubicBezTo>
                    <a:pt x="66" y="25"/>
                    <a:pt x="59" y="14"/>
                    <a:pt x="47" y="14"/>
                  </a:cubicBezTo>
                  <a:cubicBezTo>
                    <a:pt x="34" y="14"/>
                    <a:pt x="27" y="25"/>
                    <a:pt x="27" y="42"/>
                  </a:cubicBezTo>
                  <a:lnTo>
                    <a:pt x="2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6" name="Freeform 808">
              <a:extLst>
                <a:ext uri="{FF2B5EF4-FFF2-40B4-BE49-F238E27FC236}">
                  <a16:creationId xmlns:a16="http://schemas.microsoft.com/office/drawing/2014/main" id="{B2D0D79C-38B7-4BB6-AE56-8CE64FA414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58038" y="12850813"/>
              <a:ext cx="68262" cy="85725"/>
            </a:xfrm>
            <a:custGeom>
              <a:avLst/>
              <a:gdLst>
                <a:gd name="T0" fmla="*/ 2 w 89"/>
                <a:gd name="T1" fmla="*/ 100 h 112"/>
                <a:gd name="T2" fmla="*/ 10 w 89"/>
                <a:gd name="T3" fmla="*/ 100 h 112"/>
                <a:gd name="T4" fmla="*/ 11 w 89"/>
                <a:gd name="T5" fmla="*/ 12 h 112"/>
                <a:gd name="T6" fmla="*/ 0 w 89"/>
                <a:gd name="T7" fmla="*/ 12 h 112"/>
                <a:gd name="T8" fmla="*/ 0 w 89"/>
                <a:gd name="T9" fmla="*/ 0 h 112"/>
                <a:gd name="T10" fmla="*/ 28 w 89"/>
                <a:gd name="T11" fmla="*/ 0 h 112"/>
                <a:gd name="T12" fmla="*/ 28 w 89"/>
                <a:gd name="T13" fmla="*/ 36 h 112"/>
                <a:gd name="T14" fmla="*/ 26 w 89"/>
                <a:gd name="T15" fmla="*/ 53 h 112"/>
                <a:gd name="T16" fmla="*/ 26 w 89"/>
                <a:gd name="T17" fmla="*/ 53 h 112"/>
                <a:gd name="T18" fmla="*/ 53 w 89"/>
                <a:gd name="T19" fmla="*/ 34 h 112"/>
                <a:gd name="T20" fmla="*/ 79 w 89"/>
                <a:gd name="T21" fmla="*/ 63 h 112"/>
                <a:gd name="T22" fmla="*/ 79 w 89"/>
                <a:gd name="T23" fmla="*/ 100 h 112"/>
                <a:gd name="T24" fmla="*/ 89 w 89"/>
                <a:gd name="T25" fmla="*/ 100 h 112"/>
                <a:gd name="T26" fmla="*/ 89 w 89"/>
                <a:gd name="T27" fmla="*/ 112 h 112"/>
                <a:gd name="T28" fmla="*/ 54 w 89"/>
                <a:gd name="T29" fmla="*/ 112 h 112"/>
                <a:gd name="T30" fmla="*/ 54 w 89"/>
                <a:gd name="T31" fmla="*/ 100 h 112"/>
                <a:gd name="T32" fmla="*/ 62 w 89"/>
                <a:gd name="T33" fmla="*/ 100 h 112"/>
                <a:gd name="T34" fmla="*/ 63 w 89"/>
                <a:gd name="T35" fmla="*/ 66 h 112"/>
                <a:gd name="T36" fmla="*/ 48 w 89"/>
                <a:gd name="T37" fmla="*/ 48 h 112"/>
                <a:gd name="T38" fmla="*/ 27 w 89"/>
                <a:gd name="T39" fmla="*/ 71 h 112"/>
                <a:gd name="T40" fmla="*/ 27 w 89"/>
                <a:gd name="T41" fmla="*/ 100 h 112"/>
                <a:gd name="T42" fmla="*/ 37 w 89"/>
                <a:gd name="T43" fmla="*/ 100 h 112"/>
                <a:gd name="T44" fmla="*/ 37 w 89"/>
                <a:gd name="T45" fmla="*/ 112 h 112"/>
                <a:gd name="T46" fmla="*/ 2 w 89"/>
                <a:gd name="T47" fmla="*/ 112 h 112"/>
                <a:gd name="T48" fmla="*/ 2 w 89"/>
                <a:gd name="T49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112">
                  <a:moveTo>
                    <a:pt x="2" y="100"/>
                  </a:moveTo>
                  <a:cubicBezTo>
                    <a:pt x="10" y="100"/>
                    <a:pt x="10" y="100"/>
                    <a:pt x="10" y="10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43"/>
                    <a:pt x="38" y="34"/>
                    <a:pt x="53" y="34"/>
                  </a:cubicBezTo>
                  <a:cubicBezTo>
                    <a:pt x="71" y="34"/>
                    <a:pt x="79" y="45"/>
                    <a:pt x="79" y="63"/>
                  </a:cubicBezTo>
                  <a:cubicBezTo>
                    <a:pt x="79" y="76"/>
                    <a:pt x="79" y="88"/>
                    <a:pt x="79" y="100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89"/>
                    <a:pt x="63" y="77"/>
                    <a:pt x="63" y="66"/>
                  </a:cubicBezTo>
                  <a:cubicBezTo>
                    <a:pt x="63" y="56"/>
                    <a:pt x="58" y="48"/>
                    <a:pt x="48" y="48"/>
                  </a:cubicBezTo>
                  <a:cubicBezTo>
                    <a:pt x="36" y="48"/>
                    <a:pt x="28" y="57"/>
                    <a:pt x="27" y="71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2" y="112"/>
                    <a:pt x="2" y="112"/>
                    <a:pt x="2" y="112"/>
                  </a:cubicBezTo>
                  <a:lnTo>
                    <a:pt x="2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7" name="Freeform 809">
              <a:extLst>
                <a:ext uri="{FF2B5EF4-FFF2-40B4-BE49-F238E27FC236}">
                  <a16:creationId xmlns:a16="http://schemas.microsoft.com/office/drawing/2014/main" id="{A2DB1698-C09E-42BA-BA2D-7D639068A38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932650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0 w 72"/>
                <a:gd name="T3" fmla="*/ 79 h 79"/>
                <a:gd name="T4" fmla="*/ 0 w 72"/>
                <a:gd name="T5" fmla="*/ 40 h 79"/>
                <a:gd name="T6" fmla="*/ 37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7 w 72"/>
                <a:gd name="T13" fmla="*/ 42 h 79"/>
                <a:gd name="T14" fmla="*/ 43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4 w 72"/>
                <a:gd name="T21" fmla="*/ 31 h 79"/>
                <a:gd name="T22" fmla="*/ 54 w 72"/>
                <a:gd name="T23" fmla="*/ 30 h 79"/>
                <a:gd name="T24" fmla="*/ 36 w 72"/>
                <a:gd name="T25" fmla="*/ 12 h 79"/>
                <a:gd name="T26" fmla="*/ 17 w 72"/>
                <a:gd name="T27" fmla="*/ 31 h 79"/>
                <a:gd name="T28" fmla="*/ 54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1" y="79"/>
                    <a:pt x="40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2" y="0"/>
                    <a:pt x="37" y="0"/>
                  </a:cubicBezTo>
                  <a:cubicBezTo>
                    <a:pt x="60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57"/>
                    <a:pt x="28" y="67"/>
                    <a:pt x="43" y="67"/>
                  </a:cubicBezTo>
                  <a:cubicBezTo>
                    <a:pt x="53" y="67"/>
                    <a:pt x="61" y="64"/>
                    <a:pt x="68" y="61"/>
                  </a:cubicBezTo>
                  <a:lnTo>
                    <a:pt x="67" y="74"/>
                  </a:lnTo>
                  <a:close/>
                  <a:moveTo>
                    <a:pt x="54" y="31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54" y="24"/>
                    <a:pt x="50" y="12"/>
                    <a:pt x="36" y="12"/>
                  </a:cubicBezTo>
                  <a:cubicBezTo>
                    <a:pt x="22" y="12"/>
                    <a:pt x="18" y="22"/>
                    <a:pt x="17" y="31"/>
                  </a:cubicBezTo>
                  <a:lnTo>
                    <a:pt x="54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8" name="Freeform 810">
              <a:extLst>
                <a:ext uri="{FF2B5EF4-FFF2-40B4-BE49-F238E27FC236}">
                  <a16:creationId xmlns:a16="http://schemas.microsoft.com/office/drawing/2014/main" id="{8247E623-EFF5-45B3-A907-C5613EC762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94563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2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7 w 58"/>
                <a:gd name="T15" fmla="*/ 23 h 78"/>
                <a:gd name="T16" fmla="*/ 49 w 58"/>
                <a:gd name="T17" fmla="*/ 0 h 78"/>
                <a:gd name="T18" fmla="*/ 58 w 58"/>
                <a:gd name="T19" fmla="*/ 2 h 78"/>
                <a:gd name="T20" fmla="*/ 57 w 58"/>
                <a:gd name="T21" fmla="*/ 16 h 78"/>
                <a:gd name="T22" fmla="*/ 49 w 58"/>
                <a:gd name="T23" fmla="*/ 15 h 78"/>
                <a:gd name="T24" fmla="*/ 28 w 58"/>
                <a:gd name="T25" fmla="*/ 42 h 78"/>
                <a:gd name="T26" fmla="*/ 28 w 58"/>
                <a:gd name="T27" fmla="*/ 66 h 78"/>
                <a:gd name="T28" fmla="*/ 39 w 58"/>
                <a:gd name="T29" fmla="*/ 66 h 78"/>
                <a:gd name="T30" fmla="*/ 39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30" y="9"/>
                    <a:pt x="38" y="0"/>
                    <a:pt x="49" y="0"/>
                  </a:cubicBezTo>
                  <a:cubicBezTo>
                    <a:pt x="53" y="0"/>
                    <a:pt x="57" y="1"/>
                    <a:pt x="58" y="2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4" y="15"/>
                    <a:pt x="52" y="15"/>
                    <a:pt x="49" y="15"/>
                  </a:cubicBezTo>
                  <a:cubicBezTo>
                    <a:pt x="35" y="15"/>
                    <a:pt x="28" y="29"/>
                    <a:pt x="28" y="42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9" name="Freeform 811">
              <a:extLst>
                <a:ext uri="{FF2B5EF4-FFF2-40B4-BE49-F238E27FC236}">
                  <a16:creationId xmlns:a16="http://schemas.microsoft.com/office/drawing/2014/main" id="{BBEBAFD0-3D4D-443C-BE06-7ECC0610AC4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42188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7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0" name="Freeform 812">
              <a:extLst>
                <a:ext uri="{FF2B5EF4-FFF2-40B4-BE49-F238E27FC236}">
                  <a16:creationId xmlns:a16="http://schemas.microsoft.com/office/drawing/2014/main" id="{202E7B4D-1436-413F-AE49-753FBDA0AD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140613" y="12857163"/>
              <a:ext cx="57150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5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5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7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1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1" name="Freeform 813">
              <a:extLst>
                <a:ext uri="{FF2B5EF4-FFF2-40B4-BE49-F238E27FC236}">
                  <a16:creationId xmlns:a16="http://schemas.microsoft.com/office/drawing/2014/main" id="{688253B5-D5D9-4DD8-974C-BE172DAD5D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05700" y="12865100"/>
              <a:ext cx="39687" cy="73025"/>
            </a:xfrm>
            <a:custGeom>
              <a:avLst/>
              <a:gdLst>
                <a:gd name="T0" fmla="*/ 0 w 52"/>
                <a:gd name="T1" fmla="*/ 18 h 95"/>
                <a:gd name="T2" fmla="*/ 12 w 52"/>
                <a:gd name="T3" fmla="*/ 18 h 95"/>
                <a:gd name="T4" fmla="*/ 12 w 52"/>
                <a:gd name="T5" fmla="*/ 1 h 95"/>
                <a:gd name="T6" fmla="*/ 29 w 52"/>
                <a:gd name="T7" fmla="*/ 0 h 95"/>
                <a:gd name="T8" fmla="*/ 28 w 52"/>
                <a:gd name="T9" fmla="*/ 18 h 95"/>
                <a:gd name="T10" fmla="*/ 50 w 52"/>
                <a:gd name="T11" fmla="*/ 18 h 95"/>
                <a:gd name="T12" fmla="*/ 50 w 52"/>
                <a:gd name="T13" fmla="*/ 30 h 95"/>
                <a:gd name="T14" fmla="*/ 28 w 52"/>
                <a:gd name="T15" fmla="*/ 30 h 95"/>
                <a:gd name="T16" fmla="*/ 28 w 52"/>
                <a:gd name="T17" fmla="*/ 65 h 95"/>
                <a:gd name="T18" fmla="*/ 39 w 52"/>
                <a:gd name="T19" fmla="*/ 83 h 95"/>
                <a:gd name="T20" fmla="*/ 52 w 52"/>
                <a:gd name="T21" fmla="*/ 80 h 95"/>
                <a:gd name="T22" fmla="*/ 51 w 52"/>
                <a:gd name="T23" fmla="*/ 92 h 95"/>
                <a:gd name="T24" fmla="*/ 34 w 52"/>
                <a:gd name="T25" fmla="*/ 95 h 95"/>
                <a:gd name="T26" fmla="*/ 12 w 52"/>
                <a:gd name="T27" fmla="*/ 72 h 95"/>
                <a:gd name="T28" fmla="*/ 12 w 52"/>
                <a:gd name="T29" fmla="*/ 30 h 95"/>
                <a:gd name="T30" fmla="*/ 0 w 52"/>
                <a:gd name="T31" fmla="*/ 30 h 95"/>
                <a:gd name="T32" fmla="*/ 0 w 52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9" y="83"/>
                  </a:cubicBezTo>
                  <a:cubicBezTo>
                    <a:pt x="43" y="83"/>
                    <a:pt x="48" y="81"/>
                    <a:pt x="52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7" y="94"/>
                    <a:pt x="41" y="95"/>
                    <a:pt x="34" y="95"/>
                  </a:cubicBezTo>
                  <a:cubicBezTo>
                    <a:pt x="18" y="95"/>
                    <a:pt x="12" y="89"/>
                    <a:pt x="12" y="72"/>
                  </a:cubicBezTo>
                  <a:cubicBezTo>
                    <a:pt x="12" y="62"/>
                    <a:pt x="12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2" name="Freeform 814">
              <a:extLst>
                <a:ext uri="{FF2B5EF4-FFF2-40B4-BE49-F238E27FC236}">
                  <a16:creationId xmlns:a16="http://schemas.microsoft.com/office/drawing/2014/main" id="{00F7FB66-CD28-4D76-B1D4-5821DE9E4C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248563" y="12876213"/>
              <a:ext cx="53975" cy="61912"/>
            </a:xfrm>
            <a:custGeom>
              <a:avLst/>
              <a:gdLst>
                <a:gd name="T0" fmla="*/ 67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7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3" name="Freeform 815">
              <a:extLst>
                <a:ext uri="{FF2B5EF4-FFF2-40B4-BE49-F238E27FC236}">
                  <a16:creationId xmlns:a16="http://schemas.microsoft.com/office/drawing/2014/main" id="{948F369B-5EC9-4AC7-BE25-0A140449E2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4125" y="12877800"/>
              <a:ext cx="100012" cy="58737"/>
            </a:xfrm>
            <a:custGeom>
              <a:avLst/>
              <a:gdLst>
                <a:gd name="T0" fmla="*/ 67 w 129"/>
                <a:gd name="T1" fmla="*/ 46 h 76"/>
                <a:gd name="T2" fmla="*/ 65 w 129"/>
                <a:gd name="T3" fmla="*/ 38 h 76"/>
                <a:gd name="T4" fmla="*/ 65 w 129"/>
                <a:gd name="T5" fmla="*/ 38 h 76"/>
                <a:gd name="T6" fmla="*/ 62 w 129"/>
                <a:gd name="T7" fmla="*/ 46 h 76"/>
                <a:gd name="T8" fmla="*/ 50 w 129"/>
                <a:gd name="T9" fmla="*/ 76 h 76"/>
                <a:gd name="T10" fmla="*/ 33 w 129"/>
                <a:gd name="T11" fmla="*/ 76 h 76"/>
                <a:gd name="T12" fmla="*/ 8 w 129"/>
                <a:gd name="T13" fmla="*/ 12 h 76"/>
                <a:gd name="T14" fmla="*/ 0 w 129"/>
                <a:gd name="T15" fmla="*/ 12 h 76"/>
                <a:gd name="T16" fmla="*/ 0 w 129"/>
                <a:gd name="T17" fmla="*/ 0 h 76"/>
                <a:gd name="T18" fmla="*/ 34 w 129"/>
                <a:gd name="T19" fmla="*/ 0 h 76"/>
                <a:gd name="T20" fmla="*/ 34 w 129"/>
                <a:gd name="T21" fmla="*/ 12 h 76"/>
                <a:gd name="T22" fmla="*/ 25 w 129"/>
                <a:gd name="T23" fmla="*/ 12 h 76"/>
                <a:gd name="T24" fmla="*/ 39 w 129"/>
                <a:gd name="T25" fmla="*/ 50 h 76"/>
                <a:gd name="T26" fmla="*/ 42 w 129"/>
                <a:gd name="T27" fmla="*/ 61 h 76"/>
                <a:gd name="T28" fmla="*/ 43 w 129"/>
                <a:gd name="T29" fmla="*/ 61 h 76"/>
                <a:gd name="T30" fmla="*/ 46 w 129"/>
                <a:gd name="T31" fmla="*/ 50 h 76"/>
                <a:gd name="T32" fmla="*/ 58 w 129"/>
                <a:gd name="T33" fmla="*/ 22 h 76"/>
                <a:gd name="T34" fmla="*/ 55 w 129"/>
                <a:gd name="T35" fmla="*/ 12 h 76"/>
                <a:gd name="T36" fmla="*/ 46 w 129"/>
                <a:gd name="T37" fmla="*/ 12 h 76"/>
                <a:gd name="T38" fmla="*/ 46 w 129"/>
                <a:gd name="T39" fmla="*/ 0 h 76"/>
                <a:gd name="T40" fmla="*/ 80 w 129"/>
                <a:gd name="T41" fmla="*/ 0 h 76"/>
                <a:gd name="T42" fmla="*/ 80 w 129"/>
                <a:gd name="T43" fmla="*/ 12 h 76"/>
                <a:gd name="T44" fmla="*/ 71 w 129"/>
                <a:gd name="T45" fmla="*/ 12 h 76"/>
                <a:gd name="T46" fmla="*/ 85 w 129"/>
                <a:gd name="T47" fmla="*/ 51 h 76"/>
                <a:gd name="T48" fmla="*/ 88 w 129"/>
                <a:gd name="T49" fmla="*/ 61 h 76"/>
                <a:gd name="T50" fmla="*/ 88 w 129"/>
                <a:gd name="T51" fmla="*/ 61 h 76"/>
                <a:gd name="T52" fmla="*/ 91 w 129"/>
                <a:gd name="T53" fmla="*/ 51 h 76"/>
                <a:gd name="T54" fmla="*/ 105 w 129"/>
                <a:gd name="T55" fmla="*/ 12 h 76"/>
                <a:gd name="T56" fmla="*/ 95 w 129"/>
                <a:gd name="T57" fmla="*/ 12 h 76"/>
                <a:gd name="T58" fmla="*/ 95 w 129"/>
                <a:gd name="T59" fmla="*/ 0 h 76"/>
                <a:gd name="T60" fmla="*/ 129 w 129"/>
                <a:gd name="T61" fmla="*/ 0 h 76"/>
                <a:gd name="T62" fmla="*/ 129 w 129"/>
                <a:gd name="T63" fmla="*/ 12 h 76"/>
                <a:gd name="T64" fmla="*/ 121 w 129"/>
                <a:gd name="T65" fmla="*/ 12 h 76"/>
                <a:gd name="T66" fmla="*/ 95 w 129"/>
                <a:gd name="T67" fmla="*/ 76 h 76"/>
                <a:gd name="T68" fmla="*/ 78 w 129"/>
                <a:gd name="T69" fmla="*/ 76 h 76"/>
                <a:gd name="T70" fmla="*/ 67 w 129"/>
                <a:gd name="T71" fmla="*/ 4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" h="76">
                  <a:moveTo>
                    <a:pt x="67" y="46"/>
                  </a:moveTo>
                  <a:cubicBezTo>
                    <a:pt x="66" y="43"/>
                    <a:pt x="66" y="41"/>
                    <a:pt x="65" y="38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4" y="41"/>
                    <a:pt x="63" y="43"/>
                    <a:pt x="62" y="4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0" y="54"/>
                    <a:pt x="41" y="58"/>
                    <a:pt x="42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4" y="58"/>
                    <a:pt x="45" y="54"/>
                    <a:pt x="46" y="50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6" y="54"/>
                    <a:pt x="87" y="58"/>
                    <a:pt x="88" y="61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58"/>
                    <a:pt x="90" y="54"/>
                    <a:pt x="91" y="51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12"/>
                    <a:pt x="129" y="12"/>
                    <a:pt x="129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78" y="76"/>
                    <a:pt x="78" y="76"/>
                    <a:pt x="78" y="76"/>
                  </a:cubicBezTo>
                  <a:lnTo>
                    <a:pt x="67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4" name="Freeform 816">
              <a:extLst>
                <a:ext uri="{FF2B5EF4-FFF2-40B4-BE49-F238E27FC236}">
                  <a16:creationId xmlns:a16="http://schemas.microsoft.com/office/drawing/2014/main" id="{086D86DA-DA56-4FBF-8181-4E6C194A6B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407313" y="12876213"/>
              <a:ext cx="57150" cy="61912"/>
            </a:xfrm>
            <a:custGeom>
              <a:avLst/>
              <a:gdLst>
                <a:gd name="T0" fmla="*/ 3 w 73"/>
                <a:gd name="T1" fmla="*/ 7 h 79"/>
                <a:gd name="T2" fmla="*/ 34 w 73"/>
                <a:gd name="T3" fmla="*/ 0 h 79"/>
                <a:gd name="T4" fmla="*/ 63 w 73"/>
                <a:gd name="T5" fmla="*/ 29 h 79"/>
                <a:gd name="T6" fmla="*/ 63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9 w 73"/>
                <a:gd name="T13" fmla="*/ 78 h 79"/>
                <a:gd name="T14" fmla="*/ 50 w 73"/>
                <a:gd name="T15" fmla="*/ 62 h 79"/>
                <a:gd name="T16" fmla="*/ 50 w 73"/>
                <a:gd name="T17" fmla="*/ 62 h 79"/>
                <a:gd name="T18" fmla="*/ 24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9 w 73"/>
                <a:gd name="T25" fmla="*/ 34 h 79"/>
                <a:gd name="T26" fmla="*/ 49 w 73"/>
                <a:gd name="T27" fmla="*/ 28 h 79"/>
                <a:gd name="T28" fmla="*/ 32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9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7 w 73"/>
                <a:gd name="T45" fmla="*/ 56 h 79"/>
                <a:gd name="T46" fmla="*/ 29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7" y="5"/>
                    <a:pt x="17" y="0"/>
                    <a:pt x="34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3" y="54"/>
                    <a:pt x="6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3"/>
                    <a:pt x="49" y="67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7" y="71"/>
                    <a:pt x="40" y="79"/>
                    <a:pt x="24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0" y="35"/>
                    <a:pt x="33" y="3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19"/>
                    <a:pt x="45" y="12"/>
                    <a:pt x="32" y="12"/>
                  </a:cubicBezTo>
                  <a:cubicBezTo>
                    <a:pt x="26" y="12"/>
                    <a:pt x="20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9" y="67"/>
                  </a:moveTo>
                  <a:cubicBezTo>
                    <a:pt x="41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7" y="45"/>
                    <a:pt x="17" y="56"/>
                  </a:cubicBezTo>
                  <a:cubicBezTo>
                    <a:pt x="17" y="62"/>
                    <a:pt x="21" y="67"/>
                    <a:pt x="29" y="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5" name="Freeform 817">
              <a:extLst>
                <a:ext uri="{FF2B5EF4-FFF2-40B4-BE49-F238E27FC236}">
                  <a16:creationId xmlns:a16="http://schemas.microsoft.com/office/drawing/2014/main" id="{D9657223-5C28-4FFE-918C-51BD4B4A02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70813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1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6 w 58"/>
                <a:gd name="T15" fmla="*/ 23 h 78"/>
                <a:gd name="T16" fmla="*/ 49 w 58"/>
                <a:gd name="T17" fmla="*/ 0 h 78"/>
                <a:gd name="T18" fmla="*/ 58 w 58"/>
                <a:gd name="T19" fmla="*/ 2 h 78"/>
                <a:gd name="T20" fmla="*/ 56 w 58"/>
                <a:gd name="T21" fmla="*/ 16 h 78"/>
                <a:gd name="T22" fmla="*/ 49 w 58"/>
                <a:gd name="T23" fmla="*/ 15 h 78"/>
                <a:gd name="T24" fmla="*/ 28 w 58"/>
                <a:gd name="T25" fmla="*/ 42 h 78"/>
                <a:gd name="T26" fmla="*/ 28 w 58"/>
                <a:gd name="T27" fmla="*/ 66 h 78"/>
                <a:gd name="T28" fmla="*/ 39 w 58"/>
                <a:gd name="T29" fmla="*/ 66 h 78"/>
                <a:gd name="T30" fmla="*/ 39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9" y="9"/>
                    <a:pt x="38" y="0"/>
                    <a:pt x="49" y="0"/>
                  </a:cubicBezTo>
                  <a:cubicBezTo>
                    <a:pt x="53" y="0"/>
                    <a:pt x="56" y="1"/>
                    <a:pt x="58" y="2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4" y="15"/>
                    <a:pt x="52" y="15"/>
                    <a:pt x="49" y="15"/>
                  </a:cubicBezTo>
                  <a:cubicBezTo>
                    <a:pt x="34" y="15"/>
                    <a:pt x="28" y="29"/>
                    <a:pt x="28" y="42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6" name="Freeform 818">
              <a:extLst>
                <a:ext uri="{FF2B5EF4-FFF2-40B4-BE49-F238E27FC236}">
                  <a16:creationId xmlns:a16="http://schemas.microsoft.com/office/drawing/2014/main" id="{CB5203BD-711B-4222-9A66-3BA1B80D17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520025" y="12850813"/>
              <a:ext cx="61912" cy="87312"/>
            </a:xfrm>
            <a:custGeom>
              <a:avLst/>
              <a:gdLst>
                <a:gd name="T0" fmla="*/ 82 w 82"/>
                <a:gd name="T1" fmla="*/ 112 h 113"/>
                <a:gd name="T2" fmla="*/ 56 w 82"/>
                <a:gd name="T3" fmla="*/ 112 h 113"/>
                <a:gd name="T4" fmla="*/ 57 w 82"/>
                <a:gd name="T5" fmla="*/ 96 h 113"/>
                <a:gd name="T6" fmla="*/ 57 w 82"/>
                <a:gd name="T7" fmla="*/ 96 h 113"/>
                <a:gd name="T8" fmla="*/ 32 w 82"/>
                <a:gd name="T9" fmla="*/ 113 h 113"/>
                <a:gd name="T10" fmla="*/ 0 w 82"/>
                <a:gd name="T11" fmla="*/ 77 h 113"/>
                <a:gd name="T12" fmla="*/ 41 w 82"/>
                <a:gd name="T13" fmla="*/ 34 h 113"/>
                <a:gd name="T14" fmla="*/ 56 w 82"/>
                <a:gd name="T15" fmla="*/ 36 h 113"/>
                <a:gd name="T16" fmla="*/ 56 w 82"/>
                <a:gd name="T17" fmla="*/ 12 h 113"/>
                <a:gd name="T18" fmla="*/ 42 w 82"/>
                <a:gd name="T19" fmla="*/ 12 h 113"/>
                <a:gd name="T20" fmla="*/ 42 w 82"/>
                <a:gd name="T21" fmla="*/ 0 h 113"/>
                <a:gd name="T22" fmla="*/ 72 w 82"/>
                <a:gd name="T23" fmla="*/ 0 h 113"/>
                <a:gd name="T24" fmla="*/ 72 w 82"/>
                <a:gd name="T25" fmla="*/ 100 h 113"/>
                <a:gd name="T26" fmla="*/ 82 w 82"/>
                <a:gd name="T27" fmla="*/ 100 h 113"/>
                <a:gd name="T28" fmla="*/ 82 w 82"/>
                <a:gd name="T29" fmla="*/ 112 h 113"/>
                <a:gd name="T30" fmla="*/ 55 w 82"/>
                <a:gd name="T31" fmla="*/ 50 h 113"/>
                <a:gd name="T32" fmla="*/ 41 w 82"/>
                <a:gd name="T33" fmla="*/ 47 h 113"/>
                <a:gd name="T34" fmla="*/ 17 w 82"/>
                <a:gd name="T35" fmla="*/ 75 h 113"/>
                <a:gd name="T36" fmla="*/ 36 w 82"/>
                <a:gd name="T37" fmla="*/ 100 h 113"/>
                <a:gd name="T38" fmla="*/ 55 w 82"/>
                <a:gd name="T39" fmla="*/ 71 h 113"/>
                <a:gd name="T40" fmla="*/ 55 w 82"/>
                <a:gd name="T41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113">
                  <a:moveTo>
                    <a:pt x="82" y="112"/>
                  </a:moveTo>
                  <a:cubicBezTo>
                    <a:pt x="56" y="112"/>
                    <a:pt x="56" y="112"/>
                    <a:pt x="56" y="112"/>
                  </a:cubicBezTo>
                  <a:cubicBezTo>
                    <a:pt x="56" y="106"/>
                    <a:pt x="57" y="101"/>
                    <a:pt x="57" y="96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3" y="106"/>
                    <a:pt x="45" y="113"/>
                    <a:pt x="32" y="113"/>
                  </a:cubicBezTo>
                  <a:cubicBezTo>
                    <a:pt x="13" y="113"/>
                    <a:pt x="0" y="100"/>
                    <a:pt x="0" y="77"/>
                  </a:cubicBezTo>
                  <a:cubicBezTo>
                    <a:pt x="0" y="52"/>
                    <a:pt x="15" y="34"/>
                    <a:pt x="41" y="34"/>
                  </a:cubicBezTo>
                  <a:cubicBezTo>
                    <a:pt x="46" y="34"/>
                    <a:pt x="51" y="35"/>
                    <a:pt x="56" y="36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82" y="100"/>
                    <a:pt x="82" y="100"/>
                    <a:pt x="82" y="100"/>
                  </a:cubicBezTo>
                  <a:lnTo>
                    <a:pt x="82" y="112"/>
                  </a:lnTo>
                  <a:close/>
                  <a:moveTo>
                    <a:pt x="55" y="50"/>
                  </a:moveTo>
                  <a:cubicBezTo>
                    <a:pt x="52" y="48"/>
                    <a:pt x="47" y="47"/>
                    <a:pt x="41" y="47"/>
                  </a:cubicBezTo>
                  <a:cubicBezTo>
                    <a:pt x="26" y="47"/>
                    <a:pt x="17" y="60"/>
                    <a:pt x="17" y="75"/>
                  </a:cubicBezTo>
                  <a:cubicBezTo>
                    <a:pt x="17" y="89"/>
                    <a:pt x="23" y="100"/>
                    <a:pt x="36" y="100"/>
                  </a:cubicBezTo>
                  <a:cubicBezTo>
                    <a:pt x="49" y="100"/>
                    <a:pt x="55" y="89"/>
                    <a:pt x="55" y="71"/>
                  </a:cubicBezTo>
                  <a:lnTo>
                    <a:pt x="55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7" name="Freeform 819">
              <a:extLst>
                <a:ext uri="{FF2B5EF4-FFF2-40B4-BE49-F238E27FC236}">
                  <a16:creationId xmlns:a16="http://schemas.microsoft.com/office/drawing/2014/main" id="{D2A9E3EB-99D8-42B0-A62E-EA5DB10151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91463" y="12876213"/>
              <a:ext cx="49212" cy="61912"/>
            </a:xfrm>
            <a:custGeom>
              <a:avLst/>
              <a:gdLst>
                <a:gd name="T0" fmla="*/ 45 w 64"/>
                <a:gd name="T1" fmla="*/ 24 h 79"/>
                <a:gd name="T2" fmla="*/ 45 w 64"/>
                <a:gd name="T3" fmla="*/ 15 h 79"/>
                <a:gd name="T4" fmla="*/ 32 w 64"/>
                <a:gd name="T5" fmla="*/ 12 h 79"/>
                <a:gd name="T6" fmla="*/ 17 w 64"/>
                <a:gd name="T7" fmla="*/ 21 h 79"/>
                <a:gd name="T8" fmla="*/ 26 w 64"/>
                <a:gd name="T9" fmla="*/ 30 h 79"/>
                <a:gd name="T10" fmla="*/ 45 w 64"/>
                <a:gd name="T11" fmla="*/ 33 h 79"/>
                <a:gd name="T12" fmla="*/ 64 w 64"/>
                <a:gd name="T13" fmla="*/ 54 h 79"/>
                <a:gd name="T14" fmla="*/ 29 w 64"/>
                <a:gd name="T15" fmla="*/ 79 h 79"/>
                <a:gd name="T16" fmla="*/ 2 w 64"/>
                <a:gd name="T17" fmla="*/ 75 h 79"/>
                <a:gd name="T18" fmla="*/ 1 w 64"/>
                <a:gd name="T19" fmla="*/ 54 h 79"/>
                <a:gd name="T20" fmla="*/ 16 w 64"/>
                <a:gd name="T21" fmla="*/ 54 h 79"/>
                <a:gd name="T22" fmla="*/ 16 w 64"/>
                <a:gd name="T23" fmla="*/ 64 h 79"/>
                <a:gd name="T24" fmla="*/ 33 w 64"/>
                <a:gd name="T25" fmla="*/ 68 h 79"/>
                <a:gd name="T26" fmla="*/ 48 w 64"/>
                <a:gd name="T27" fmla="*/ 57 h 79"/>
                <a:gd name="T28" fmla="*/ 37 w 64"/>
                <a:gd name="T29" fmla="*/ 47 h 79"/>
                <a:gd name="T30" fmla="*/ 25 w 64"/>
                <a:gd name="T31" fmla="*/ 45 h 79"/>
                <a:gd name="T32" fmla="*/ 0 w 64"/>
                <a:gd name="T33" fmla="*/ 24 h 79"/>
                <a:gd name="T34" fmla="*/ 33 w 64"/>
                <a:gd name="T35" fmla="*/ 0 h 79"/>
                <a:gd name="T36" fmla="*/ 59 w 64"/>
                <a:gd name="T37" fmla="*/ 5 h 79"/>
                <a:gd name="T38" fmla="*/ 60 w 64"/>
                <a:gd name="T39" fmla="*/ 24 h 79"/>
                <a:gd name="T40" fmla="*/ 45 w 64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" h="79">
                  <a:moveTo>
                    <a:pt x="45" y="24"/>
                  </a:moveTo>
                  <a:cubicBezTo>
                    <a:pt x="45" y="15"/>
                    <a:pt x="45" y="15"/>
                    <a:pt x="45" y="15"/>
                  </a:cubicBezTo>
                  <a:cubicBezTo>
                    <a:pt x="42" y="13"/>
                    <a:pt x="39" y="12"/>
                    <a:pt x="32" y="12"/>
                  </a:cubicBezTo>
                  <a:cubicBezTo>
                    <a:pt x="25" y="12"/>
                    <a:pt x="17" y="14"/>
                    <a:pt x="17" y="21"/>
                  </a:cubicBezTo>
                  <a:cubicBezTo>
                    <a:pt x="17" y="27"/>
                    <a:pt x="22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4" y="35"/>
                    <a:pt x="64" y="39"/>
                    <a:pt x="64" y="54"/>
                  </a:cubicBezTo>
                  <a:cubicBezTo>
                    <a:pt x="64" y="74"/>
                    <a:pt x="46" y="79"/>
                    <a:pt x="29" y="79"/>
                  </a:cubicBezTo>
                  <a:cubicBezTo>
                    <a:pt x="16" y="79"/>
                    <a:pt x="6" y="77"/>
                    <a:pt x="2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3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3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60" y="24"/>
                    <a:pt x="60" y="24"/>
                    <a:pt x="60" y="24"/>
                  </a:cubicBezTo>
                  <a:lnTo>
                    <a:pt x="45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8" name="Freeform 820">
              <a:extLst>
                <a:ext uri="{FF2B5EF4-FFF2-40B4-BE49-F238E27FC236}">
                  <a16:creationId xmlns:a16="http://schemas.microsoft.com/office/drawing/2014/main" id="{B305873D-9FC9-43AE-8447-0259C16506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8613" y="12850813"/>
              <a:ext cx="68262" cy="85725"/>
            </a:xfrm>
            <a:custGeom>
              <a:avLst/>
              <a:gdLst>
                <a:gd name="T0" fmla="*/ 2 w 89"/>
                <a:gd name="T1" fmla="*/ 100 h 112"/>
                <a:gd name="T2" fmla="*/ 10 w 89"/>
                <a:gd name="T3" fmla="*/ 100 h 112"/>
                <a:gd name="T4" fmla="*/ 11 w 89"/>
                <a:gd name="T5" fmla="*/ 12 h 112"/>
                <a:gd name="T6" fmla="*/ 0 w 89"/>
                <a:gd name="T7" fmla="*/ 12 h 112"/>
                <a:gd name="T8" fmla="*/ 0 w 89"/>
                <a:gd name="T9" fmla="*/ 0 h 112"/>
                <a:gd name="T10" fmla="*/ 28 w 89"/>
                <a:gd name="T11" fmla="*/ 0 h 112"/>
                <a:gd name="T12" fmla="*/ 28 w 89"/>
                <a:gd name="T13" fmla="*/ 36 h 112"/>
                <a:gd name="T14" fmla="*/ 26 w 89"/>
                <a:gd name="T15" fmla="*/ 53 h 112"/>
                <a:gd name="T16" fmla="*/ 26 w 89"/>
                <a:gd name="T17" fmla="*/ 53 h 112"/>
                <a:gd name="T18" fmla="*/ 53 w 89"/>
                <a:gd name="T19" fmla="*/ 34 h 112"/>
                <a:gd name="T20" fmla="*/ 80 w 89"/>
                <a:gd name="T21" fmla="*/ 63 h 112"/>
                <a:gd name="T22" fmla="*/ 79 w 89"/>
                <a:gd name="T23" fmla="*/ 100 h 112"/>
                <a:gd name="T24" fmla="*/ 89 w 89"/>
                <a:gd name="T25" fmla="*/ 100 h 112"/>
                <a:gd name="T26" fmla="*/ 89 w 89"/>
                <a:gd name="T27" fmla="*/ 112 h 112"/>
                <a:gd name="T28" fmla="*/ 54 w 89"/>
                <a:gd name="T29" fmla="*/ 112 h 112"/>
                <a:gd name="T30" fmla="*/ 54 w 89"/>
                <a:gd name="T31" fmla="*/ 100 h 112"/>
                <a:gd name="T32" fmla="*/ 62 w 89"/>
                <a:gd name="T33" fmla="*/ 100 h 112"/>
                <a:gd name="T34" fmla="*/ 63 w 89"/>
                <a:gd name="T35" fmla="*/ 66 h 112"/>
                <a:gd name="T36" fmla="*/ 48 w 89"/>
                <a:gd name="T37" fmla="*/ 48 h 112"/>
                <a:gd name="T38" fmla="*/ 28 w 89"/>
                <a:gd name="T39" fmla="*/ 71 h 112"/>
                <a:gd name="T40" fmla="*/ 27 w 89"/>
                <a:gd name="T41" fmla="*/ 100 h 112"/>
                <a:gd name="T42" fmla="*/ 37 w 89"/>
                <a:gd name="T43" fmla="*/ 100 h 112"/>
                <a:gd name="T44" fmla="*/ 37 w 89"/>
                <a:gd name="T45" fmla="*/ 112 h 112"/>
                <a:gd name="T46" fmla="*/ 2 w 89"/>
                <a:gd name="T47" fmla="*/ 112 h 112"/>
                <a:gd name="T48" fmla="*/ 2 w 89"/>
                <a:gd name="T49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112">
                  <a:moveTo>
                    <a:pt x="2" y="100"/>
                  </a:moveTo>
                  <a:cubicBezTo>
                    <a:pt x="10" y="100"/>
                    <a:pt x="10" y="100"/>
                    <a:pt x="10" y="10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43"/>
                    <a:pt x="38" y="34"/>
                    <a:pt x="53" y="34"/>
                  </a:cubicBezTo>
                  <a:cubicBezTo>
                    <a:pt x="71" y="34"/>
                    <a:pt x="80" y="45"/>
                    <a:pt x="80" y="63"/>
                  </a:cubicBezTo>
                  <a:cubicBezTo>
                    <a:pt x="80" y="76"/>
                    <a:pt x="79" y="88"/>
                    <a:pt x="79" y="100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89"/>
                    <a:pt x="63" y="77"/>
                    <a:pt x="63" y="66"/>
                  </a:cubicBezTo>
                  <a:cubicBezTo>
                    <a:pt x="63" y="56"/>
                    <a:pt x="58" y="48"/>
                    <a:pt x="48" y="48"/>
                  </a:cubicBezTo>
                  <a:cubicBezTo>
                    <a:pt x="36" y="48"/>
                    <a:pt x="28" y="57"/>
                    <a:pt x="28" y="71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2" y="112"/>
                    <a:pt x="2" y="112"/>
                    <a:pt x="2" y="112"/>
                  </a:cubicBezTo>
                  <a:lnTo>
                    <a:pt x="2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9" name="Freeform 821">
              <a:extLst>
                <a:ext uri="{FF2B5EF4-FFF2-40B4-BE49-F238E27FC236}">
                  <a16:creationId xmlns:a16="http://schemas.microsoft.com/office/drawing/2014/main" id="{47767372-4FE2-4EE6-B732-D2C15EBC96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3225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8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0" name="Freeform 822">
              <a:extLst>
                <a:ext uri="{FF2B5EF4-FFF2-40B4-BE49-F238E27FC236}">
                  <a16:creationId xmlns:a16="http://schemas.microsoft.com/office/drawing/2014/main" id="{0BEAD82E-B804-4C46-9A15-4836E571787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56563" y="12876213"/>
              <a:ext cx="63500" cy="87312"/>
            </a:xfrm>
            <a:custGeom>
              <a:avLst/>
              <a:gdLst>
                <a:gd name="T0" fmla="*/ 0 w 83"/>
                <a:gd name="T1" fmla="*/ 2 h 114"/>
                <a:gd name="T2" fmla="*/ 27 w 83"/>
                <a:gd name="T3" fmla="*/ 2 h 114"/>
                <a:gd name="T4" fmla="*/ 25 w 83"/>
                <a:gd name="T5" fmla="*/ 17 h 114"/>
                <a:gd name="T6" fmla="*/ 25 w 83"/>
                <a:gd name="T7" fmla="*/ 17 h 114"/>
                <a:gd name="T8" fmla="*/ 51 w 83"/>
                <a:gd name="T9" fmla="*/ 0 h 114"/>
                <a:gd name="T10" fmla="*/ 83 w 83"/>
                <a:gd name="T11" fmla="*/ 36 h 114"/>
                <a:gd name="T12" fmla="*/ 42 w 83"/>
                <a:gd name="T13" fmla="*/ 79 h 114"/>
                <a:gd name="T14" fmla="*/ 27 w 83"/>
                <a:gd name="T15" fmla="*/ 77 h 114"/>
                <a:gd name="T16" fmla="*/ 26 w 83"/>
                <a:gd name="T17" fmla="*/ 102 h 114"/>
                <a:gd name="T18" fmla="*/ 38 w 83"/>
                <a:gd name="T19" fmla="*/ 102 h 114"/>
                <a:gd name="T20" fmla="*/ 38 w 83"/>
                <a:gd name="T21" fmla="*/ 114 h 114"/>
                <a:gd name="T22" fmla="*/ 2 w 83"/>
                <a:gd name="T23" fmla="*/ 114 h 114"/>
                <a:gd name="T24" fmla="*/ 2 w 83"/>
                <a:gd name="T25" fmla="*/ 102 h 114"/>
                <a:gd name="T26" fmla="*/ 10 w 83"/>
                <a:gd name="T27" fmla="*/ 102 h 114"/>
                <a:gd name="T28" fmla="*/ 11 w 83"/>
                <a:gd name="T29" fmla="*/ 14 h 114"/>
                <a:gd name="T30" fmla="*/ 0 w 83"/>
                <a:gd name="T31" fmla="*/ 14 h 114"/>
                <a:gd name="T32" fmla="*/ 0 w 83"/>
                <a:gd name="T33" fmla="*/ 2 h 114"/>
                <a:gd name="T34" fmla="*/ 27 w 83"/>
                <a:gd name="T35" fmla="*/ 63 h 114"/>
                <a:gd name="T36" fmla="*/ 42 w 83"/>
                <a:gd name="T37" fmla="*/ 67 h 114"/>
                <a:gd name="T38" fmla="*/ 65 w 83"/>
                <a:gd name="T39" fmla="*/ 39 h 114"/>
                <a:gd name="T40" fmla="*/ 47 w 83"/>
                <a:gd name="T41" fmla="*/ 14 h 114"/>
                <a:gd name="T42" fmla="*/ 27 w 83"/>
                <a:gd name="T43" fmla="*/ 42 h 114"/>
                <a:gd name="T44" fmla="*/ 27 w 83"/>
                <a:gd name="T45" fmla="*/ 6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14">
                  <a:moveTo>
                    <a:pt x="0" y="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3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9" y="7"/>
                    <a:pt x="38" y="0"/>
                    <a:pt x="51" y="0"/>
                  </a:cubicBezTo>
                  <a:cubicBezTo>
                    <a:pt x="69" y="0"/>
                    <a:pt x="83" y="14"/>
                    <a:pt x="83" y="36"/>
                  </a:cubicBezTo>
                  <a:cubicBezTo>
                    <a:pt x="83" y="61"/>
                    <a:pt x="68" y="79"/>
                    <a:pt x="42" y="79"/>
                  </a:cubicBezTo>
                  <a:cubicBezTo>
                    <a:pt x="36" y="79"/>
                    <a:pt x="31" y="79"/>
                    <a:pt x="27" y="7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2"/>
                  </a:lnTo>
                  <a:close/>
                  <a:moveTo>
                    <a:pt x="27" y="63"/>
                  </a:moveTo>
                  <a:cubicBezTo>
                    <a:pt x="30" y="65"/>
                    <a:pt x="36" y="67"/>
                    <a:pt x="42" y="67"/>
                  </a:cubicBezTo>
                  <a:cubicBezTo>
                    <a:pt x="57" y="67"/>
                    <a:pt x="65" y="54"/>
                    <a:pt x="65" y="39"/>
                  </a:cubicBezTo>
                  <a:cubicBezTo>
                    <a:pt x="65" y="25"/>
                    <a:pt x="59" y="14"/>
                    <a:pt x="47" y="14"/>
                  </a:cubicBezTo>
                  <a:cubicBezTo>
                    <a:pt x="34" y="14"/>
                    <a:pt x="27" y="25"/>
                    <a:pt x="27" y="42"/>
                  </a:cubicBezTo>
                  <a:lnTo>
                    <a:pt x="2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sp>
        <p:nvSpPr>
          <p:cNvPr id="832" name="Title 1">
            <a:extLst>
              <a:ext uri="{FF2B5EF4-FFF2-40B4-BE49-F238E27FC236}">
                <a16:creationId xmlns:a16="http://schemas.microsoft.com/office/drawing/2014/main" id="{23C30A63-6E62-406A-8D8B-82CA03009DA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31374" y="3512921"/>
            <a:ext cx="19536425" cy="3306979"/>
          </a:xfrm>
        </p:spPr>
        <p:txBody>
          <a:bodyPr anchor="t"/>
          <a:lstStyle>
            <a:lvl1pPr algn="l">
              <a:defRPr sz="5600">
                <a:solidFill>
                  <a:srgbClr val="F9F2E8"/>
                </a:solidFill>
              </a:defRPr>
            </a:lvl1pPr>
          </a:lstStyle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833" name="Platshållare för text 13">
            <a:extLst>
              <a:ext uri="{FF2B5EF4-FFF2-40B4-BE49-F238E27FC236}">
                <a16:creationId xmlns:a16="http://schemas.microsoft.com/office/drawing/2014/main" id="{F7F6A644-DF53-4769-B16F-1206325CB39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220686" y="1877560"/>
            <a:ext cx="19547114" cy="930955"/>
          </a:xfrm>
        </p:spPr>
        <p:txBody>
          <a:bodyPr anchor="b"/>
          <a:lstStyle>
            <a:lvl1pPr marL="0" indent="0">
              <a:buFontTx/>
              <a:buNone/>
              <a:defRPr lang="en-US" sz="3300" b="0" i="0" u="none" strike="noStrike" spc="100" baseline="0" smtClean="0">
                <a:solidFill>
                  <a:srgbClr val="F9F2E8"/>
                </a:solidFill>
              </a:defRPr>
            </a:lvl1pPr>
          </a:lstStyle>
          <a:p>
            <a:pPr lvl="0"/>
            <a:r>
              <a:rPr lang="en-US" sz="3300" b="0" i="0" u="none" strike="noStrike" baseline="0">
                <a:latin typeface="ArialMT"/>
              </a:rPr>
              <a:t>Beijer Institute of Ecological Economics</a:t>
            </a:r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3114443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m sida med mönster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09548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om sida utan mönster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1879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brödtext, mönster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4" y="1371599"/>
            <a:ext cx="19613706" cy="1911009"/>
          </a:xfrm>
        </p:spPr>
        <p:txBody>
          <a:bodyPr/>
          <a:lstStyle/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3" y="3926342"/>
            <a:ext cx="19629437" cy="5340350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3200">
                <a:latin typeface="+mn-lt"/>
              </a:defRPr>
            </a:lvl1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</p:spTree>
    <p:extLst>
      <p:ext uri="{BB962C8B-B14F-4D97-AF65-F5344CB8AC3E}">
        <p14:creationId xmlns:p14="http://schemas.microsoft.com/office/powerpoint/2010/main" val="14830150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ellanrubrik, brödtext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74285BEC-9568-4E32-B9F5-03457EB1D0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54094" y="1371599"/>
            <a:ext cx="19613706" cy="1911009"/>
          </a:xfrm>
        </p:spPr>
        <p:txBody>
          <a:bodyPr/>
          <a:lstStyle/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7" name="Platshållare för text 4">
            <a:extLst>
              <a:ext uri="{FF2B5EF4-FFF2-40B4-BE49-F238E27FC236}">
                <a16:creationId xmlns:a16="http://schemas.microsoft.com/office/drawing/2014/main" id="{4E70D647-23BC-4CA2-8271-529BE46A6C3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3" y="3926342"/>
            <a:ext cx="19629437" cy="7846558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3200">
                <a:latin typeface="+mn-lt"/>
              </a:defRPr>
            </a:lvl1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</p:spTree>
    <p:extLst>
      <p:ext uri="{BB962C8B-B14F-4D97-AF65-F5344CB8AC3E}">
        <p14:creationId xmlns:p14="http://schemas.microsoft.com/office/powerpoint/2010/main" val="2625812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punktlista, mönster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5" y="650533"/>
            <a:ext cx="19613706" cy="2651126"/>
          </a:xfrm>
        </p:spPr>
        <p:txBody>
          <a:bodyPr/>
          <a:lstStyle/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2" y="3926342"/>
            <a:ext cx="19629437" cy="7675108"/>
          </a:xfrm>
        </p:spPr>
        <p:txBody>
          <a:bodyPr/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</p:spTree>
    <p:extLst>
      <p:ext uri="{BB962C8B-B14F-4D97-AF65-F5344CB8AC3E}">
        <p14:creationId xmlns:p14="http://schemas.microsoft.com/office/powerpoint/2010/main" val="27823703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punktlista, bild, mönster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5" y="650533"/>
            <a:ext cx="7350024" cy="2651126"/>
          </a:xfrm>
        </p:spPr>
        <p:txBody>
          <a:bodyPr/>
          <a:lstStyle/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3" y="3983492"/>
            <a:ext cx="7364866" cy="7198858"/>
          </a:xfrm>
        </p:spPr>
        <p:txBody>
          <a:bodyPr/>
          <a:lstStyle>
            <a:lvl1pPr>
              <a:defRPr sz="2700"/>
            </a:lvl1pPr>
            <a:lvl2pPr>
              <a:defRPr sz="2700"/>
            </a:lvl2pPr>
            <a:lvl3pPr>
              <a:defRPr sz="2700"/>
            </a:lvl3pPr>
            <a:lvl4pPr>
              <a:defRPr sz="2700"/>
            </a:lvl4pPr>
            <a:lvl5pPr>
              <a:defRPr sz="2700"/>
            </a:lvl5pPr>
          </a:lstStyle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</a:p>
        </p:txBody>
      </p:sp>
      <p:sp>
        <p:nvSpPr>
          <p:cNvPr id="7" name="Platshållare för bild 6">
            <a:extLst>
              <a:ext uri="{FF2B5EF4-FFF2-40B4-BE49-F238E27FC236}">
                <a16:creationId xmlns:a16="http://schemas.microsoft.com/office/drawing/2014/main" id="{68FE4883-92DD-48AD-91C5-8EF0EC99504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172700" y="2138363"/>
            <a:ext cx="12720638" cy="9029700"/>
          </a:xfrm>
        </p:spPr>
        <p:txBody>
          <a:bodyPr tIns="1584000"/>
          <a:lstStyle>
            <a:lvl1pPr marL="0" indent="0" algn="ctr">
              <a:buFontTx/>
              <a:buNone/>
              <a:defRPr/>
            </a:lvl1pPr>
          </a:lstStyle>
          <a:p>
            <a:r>
              <a:rPr lang="sv-SE"/>
              <a:t>Klicka på ikonen för att lägga till en bild</a:t>
            </a:r>
          </a:p>
        </p:txBody>
      </p:sp>
    </p:spTree>
    <p:extLst>
      <p:ext uri="{BB962C8B-B14F-4D97-AF65-F5344CB8AC3E}">
        <p14:creationId xmlns:p14="http://schemas.microsoft.com/office/powerpoint/2010/main" val="990037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brödtext, bild, mönster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5" y="650533"/>
            <a:ext cx="7350024" cy="2651126"/>
          </a:xfrm>
        </p:spPr>
        <p:txBody>
          <a:bodyPr/>
          <a:lstStyle/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3" y="3931790"/>
            <a:ext cx="7364866" cy="7326760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3200">
                <a:latin typeface="+mn-lt"/>
              </a:defRPr>
            </a:lvl1pPr>
            <a:lvl2pPr>
              <a:defRPr sz="2700"/>
            </a:lvl2pPr>
            <a:lvl3pPr>
              <a:defRPr sz="2700"/>
            </a:lvl3pPr>
            <a:lvl4pPr>
              <a:defRPr sz="2700"/>
            </a:lvl4pPr>
            <a:lvl5pPr>
              <a:defRPr sz="2700"/>
            </a:lvl5pPr>
          </a:lstStyle>
          <a:p>
            <a:pPr lvl="0"/>
            <a:r>
              <a:rPr lang="sv-SE"/>
              <a:t>Klicka här för att ändra format på bakgrundstexten</a:t>
            </a:r>
          </a:p>
        </p:txBody>
      </p:sp>
      <p:sp>
        <p:nvSpPr>
          <p:cNvPr id="7" name="Platshållare för bild 6">
            <a:extLst>
              <a:ext uri="{FF2B5EF4-FFF2-40B4-BE49-F238E27FC236}">
                <a16:creationId xmlns:a16="http://schemas.microsoft.com/office/drawing/2014/main" id="{68FE4883-92DD-48AD-91C5-8EF0EC99504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172700" y="2138363"/>
            <a:ext cx="12720638" cy="9029700"/>
          </a:xfrm>
        </p:spPr>
        <p:txBody>
          <a:bodyPr tIns="1584000"/>
          <a:lstStyle>
            <a:lvl1pPr marL="0" indent="0" algn="ctr">
              <a:buFontTx/>
              <a:buNone/>
              <a:defRPr/>
            </a:lvl1pPr>
          </a:lstStyle>
          <a:p>
            <a:r>
              <a:rPr lang="sv-SE"/>
              <a:t>Klicka på ikonen för att lägga till en bild</a:t>
            </a:r>
          </a:p>
        </p:txBody>
      </p:sp>
    </p:spTree>
    <p:extLst>
      <p:ext uri="{BB962C8B-B14F-4D97-AF65-F5344CB8AC3E}">
        <p14:creationId xmlns:p14="http://schemas.microsoft.com/office/powerpoint/2010/main" val="1110509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llanrubrik, bild, mönster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4" y="1371599"/>
            <a:ext cx="19613706" cy="1911009"/>
          </a:xfrm>
        </p:spPr>
        <p:txBody>
          <a:bodyPr/>
          <a:lstStyle/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7" name="Platshållare för bild 3">
            <a:extLst>
              <a:ext uri="{FF2B5EF4-FFF2-40B4-BE49-F238E27FC236}">
                <a16:creationId xmlns:a16="http://schemas.microsoft.com/office/drawing/2014/main" id="{2D9D5C91-CBE6-4603-BCDE-44C52D6C34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133600" y="3905250"/>
            <a:ext cx="19640550" cy="8934450"/>
          </a:xfrm>
        </p:spPr>
        <p:txBody>
          <a:bodyPr tIns="1296000"/>
          <a:lstStyle>
            <a:lvl1pPr marL="0" indent="0" algn="ctr">
              <a:buNone/>
              <a:defRPr/>
            </a:lvl1pPr>
          </a:lstStyle>
          <a:p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2715464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ellanrubrik, bild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4094" y="1371599"/>
            <a:ext cx="19613706" cy="1911009"/>
          </a:xfrm>
        </p:spPr>
        <p:txBody>
          <a:bodyPr/>
          <a:lstStyle/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7" name="Platshållare för bild 3">
            <a:extLst>
              <a:ext uri="{FF2B5EF4-FFF2-40B4-BE49-F238E27FC236}">
                <a16:creationId xmlns:a16="http://schemas.microsoft.com/office/drawing/2014/main" id="{2D9D5C91-CBE6-4603-BCDE-44C52D6C34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133600" y="3905250"/>
            <a:ext cx="19640550" cy="8934450"/>
          </a:xfrm>
        </p:spPr>
        <p:txBody>
          <a:bodyPr tIns="1296000"/>
          <a:lstStyle>
            <a:lvl1pPr marL="0" indent="0" algn="ctr">
              <a:buNone/>
              <a:defRPr/>
            </a:lvl1pPr>
          </a:lstStyle>
          <a:p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40598623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cksida, Beijer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Bildobjekt 10" descr="En bild som visar elektronik, stereo, dator&#10;&#10;Automatiskt genererad beskrivning">
            <a:extLst>
              <a:ext uri="{FF2B5EF4-FFF2-40B4-BE49-F238E27FC236}">
                <a16:creationId xmlns:a16="http://schemas.microsoft.com/office/drawing/2014/main" id="{D1333A12-0C1F-4EB5-A21A-E006F42A28C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9"/>
          <a:stretch/>
        </p:blipFill>
        <p:spPr>
          <a:xfrm>
            <a:off x="0" y="0"/>
            <a:ext cx="24382413" cy="13716000"/>
          </a:xfrm>
          <a:prstGeom prst="rect">
            <a:avLst/>
          </a:prstGeom>
        </p:spPr>
      </p:pic>
      <p:grpSp>
        <p:nvGrpSpPr>
          <p:cNvPr id="12" name="Grupp 11">
            <a:extLst>
              <a:ext uri="{FF2B5EF4-FFF2-40B4-BE49-F238E27FC236}">
                <a16:creationId xmlns:a16="http://schemas.microsoft.com/office/drawing/2014/main" id="{CCA757F5-E284-4546-BE60-5C0140691C8E}"/>
              </a:ext>
            </a:extLst>
          </p:cNvPr>
          <p:cNvGrpSpPr/>
          <p:nvPr userDrawn="1"/>
        </p:nvGrpSpPr>
        <p:grpSpPr>
          <a:xfrm>
            <a:off x="2216151" y="11869738"/>
            <a:ext cx="4795838" cy="1100138"/>
            <a:chOff x="2216151" y="11869738"/>
            <a:chExt cx="4795838" cy="1100138"/>
          </a:xfrm>
          <a:solidFill>
            <a:srgbClr val="F9F2E8"/>
          </a:solidFill>
        </p:grpSpPr>
        <p:grpSp>
          <p:nvGrpSpPr>
            <p:cNvPr id="14" name="Group 205">
              <a:extLst>
                <a:ext uri="{FF2B5EF4-FFF2-40B4-BE49-F238E27FC236}">
                  <a16:creationId xmlns:a16="http://schemas.microsoft.com/office/drawing/2014/main" id="{2D6ECE8E-A600-4232-8D54-0400315B9B00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2216151" y="11869738"/>
              <a:ext cx="4795838" cy="1100138"/>
              <a:chOff x="1396" y="7477"/>
              <a:chExt cx="3021" cy="693"/>
            </a:xfrm>
            <a:grpFill/>
          </p:grpSpPr>
          <p:sp>
            <p:nvSpPr>
              <p:cNvPr id="316" name="Rectangle 5">
                <a:extLst>
                  <a:ext uri="{FF2B5EF4-FFF2-40B4-BE49-F238E27FC236}">
                    <a16:creationId xmlns:a16="http://schemas.microsoft.com/office/drawing/2014/main" id="{4B468452-B34F-411C-924D-66981DB6A28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664" y="7477"/>
                <a:ext cx="5" cy="69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7" name="Rectangle 6">
                <a:extLst>
                  <a:ext uri="{FF2B5EF4-FFF2-40B4-BE49-F238E27FC236}">
                    <a16:creationId xmlns:a16="http://schemas.microsoft.com/office/drawing/2014/main" id="{089B87A7-708B-4753-9501-08BC79CE59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4394" y="7791"/>
                <a:ext cx="23" cy="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8" name="Freeform 7">
                <a:extLst>
                  <a:ext uri="{FF2B5EF4-FFF2-40B4-BE49-F238E27FC236}">
                    <a16:creationId xmlns:a16="http://schemas.microsoft.com/office/drawing/2014/main" id="{1CA29009-0069-42FA-8C28-F3BC9832F73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91" y="7547"/>
                <a:ext cx="101" cy="117"/>
              </a:xfrm>
              <a:custGeom>
                <a:avLst/>
                <a:gdLst>
                  <a:gd name="T0" fmla="*/ 58 w 136"/>
                  <a:gd name="T1" fmla="*/ 153 h 157"/>
                  <a:gd name="T2" fmla="*/ 39 w 136"/>
                  <a:gd name="T3" fmla="*/ 133 h 157"/>
                  <a:gd name="T4" fmla="*/ 39 w 136"/>
                  <a:gd name="T5" fmla="*/ 78 h 157"/>
                  <a:gd name="T6" fmla="*/ 39 w 136"/>
                  <a:gd name="T7" fmla="*/ 78 h 157"/>
                  <a:gd name="T8" fmla="*/ 81 w 136"/>
                  <a:gd name="T9" fmla="*/ 134 h 157"/>
                  <a:gd name="T10" fmla="*/ 89 w 136"/>
                  <a:gd name="T11" fmla="*/ 147 h 157"/>
                  <a:gd name="T12" fmla="*/ 76 w 136"/>
                  <a:gd name="T13" fmla="*/ 153 h 157"/>
                  <a:gd name="T14" fmla="*/ 76 w 136"/>
                  <a:gd name="T15" fmla="*/ 157 h 157"/>
                  <a:gd name="T16" fmla="*/ 136 w 136"/>
                  <a:gd name="T17" fmla="*/ 157 h 157"/>
                  <a:gd name="T18" fmla="*/ 136 w 136"/>
                  <a:gd name="T19" fmla="*/ 153 h 157"/>
                  <a:gd name="T20" fmla="*/ 100 w 136"/>
                  <a:gd name="T21" fmla="*/ 128 h 157"/>
                  <a:gd name="T22" fmla="*/ 54 w 136"/>
                  <a:gd name="T23" fmla="*/ 69 h 157"/>
                  <a:gd name="T24" fmla="*/ 95 w 136"/>
                  <a:gd name="T25" fmla="*/ 21 h 157"/>
                  <a:gd name="T26" fmla="*/ 127 w 136"/>
                  <a:gd name="T27" fmla="*/ 4 h 157"/>
                  <a:gd name="T28" fmla="*/ 127 w 136"/>
                  <a:gd name="T29" fmla="*/ 0 h 157"/>
                  <a:gd name="T30" fmla="*/ 75 w 136"/>
                  <a:gd name="T31" fmla="*/ 0 h 157"/>
                  <a:gd name="T32" fmla="*/ 75 w 136"/>
                  <a:gd name="T33" fmla="*/ 4 h 157"/>
                  <a:gd name="T34" fmla="*/ 88 w 136"/>
                  <a:gd name="T35" fmla="*/ 10 h 157"/>
                  <a:gd name="T36" fmla="*/ 83 w 136"/>
                  <a:gd name="T37" fmla="*/ 19 h 157"/>
                  <a:gd name="T38" fmla="*/ 39 w 136"/>
                  <a:gd name="T39" fmla="*/ 71 h 157"/>
                  <a:gd name="T40" fmla="*/ 39 w 136"/>
                  <a:gd name="T41" fmla="*/ 24 h 157"/>
                  <a:gd name="T42" fmla="*/ 58 w 136"/>
                  <a:gd name="T43" fmla="*/ 4 h 157"/>
                  <a:gd name="T44" fmla="*/ 58 w 136"/>
                  <a:gd name="T45" fmla="*/ 0 h 157"/>
                  <a:gd name="T46" fmla="*/ 0 w 136"/>
                  <a:gd name="T47" fmla="*/ 0 h 157"/>
                  <a:gd name="T48" fmla="*/ 0 w 136"/>
                  <a:gd name="T49" fmla="*/ 4 h 157"/>
                  <a:gd name="T50" fmla="*/ 19 w 136"/>
                  <a:gd name="T51" fmla="*/ 24 h 157"/>
                  <a:gd name="T52" fmla="*/ 19 w 136"/>
                  <a:gd name="T53" fmla="*/ 133 h 157"/>
                  <a:gd name="T54" fmla="*/ 0 w 136"/>
                  <a:gd name="T55" fmla="*/ 153 h 157"/>
                  <a:gd name="T56" fmla="*/ 0 w 136"/>
                  <a:gd name="T57" fmla="*/ 157 h 157"/>
                  <a:gd name="T58" fmla="*/ 58 w 136"/>
                  <a:gd name="T59" fmla="*/ 157 h 157"/>
                  <a:gd name="T60" fmla="*/ 58 w 136"/>
                  <a:gd name="T61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7">
                    <a:moveTo>
                      <a:pt x="58" y="153"/>
                    </a:moveTo>
                    <a:cubicBezTo>
                      <a:pt x="46" y="153"/>
                      <a:pt x="39" y="151"/>
                      <a:pt x="39" y="13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0"/>
                      <a:pt x="89" y="144"/>
                      <a:pt x="89" y="147"/>
                    </a:cubicBezTo>
                    <a:cubicBezTo>
                      <a:pt x="89" y="151"/>
                      <a:pt x="85" y="153"/>
                      <a:pt x="76" y="153"/>
                    </a:cubicBezTo>
                    <a:cubicBezTo>
                      <a:pt x="76" y="157"/>
                      <a:pt x="76" y="157"/>
                      <a:pt x="76" y="157"/>
                    </a:cubicBezTo>
                    <a:cubicBezTo>
                      <a:pt x="136" y="157"/>
                      <a:pt x="136" y="157"/>
                      <a:pt x="136" y="157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1"/>
                      <a:pt x="100" y="12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7"/>
                      <a:pt x="115" y="4"/>
                      <a:pt x="127" y="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84" y="4"/>
                      <a:pt x="88" y="6"/>
                      <a:pt x="88" y="10"/>
                    </a:cubicBezTo>
                    <a:cubicBezTo>
                      <a:pt x="88" y="12"/>
                      <a:pt x="85" y="16"/>
                      <a:pt x="83" y="19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8" y="157"/>
                      <a:pt x="58" y="157"/>
                      <a:pt x="58" y="157"/>
                    </a:cubicBezTo>
                    <a:lnTo>
                      <a:pt x="58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9" name="Freeform 8">
                <a:extLst>
                  <a:ext uri="{FF2B5EF4-FFF2-40B4-BE49-F238E27FC236}">
                    <a16:creationId xmlns:a16="http://schemas.microsoft.com/office/drawing/2014/main" id="{FC0C28FC-172D-4DF8-AA39-B83AA9A409B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9" y="7547"/>
                <a:ext cx="105" cy="119"/>
              </a:xfrm>
              <a:custGeom>
                <a:avLst/>
                <a:gdLst>
                  <a:gd name="T0" fmla="*/ 19 w 142"/>
                  <a:gd name="T1" fmla="*/ 24 h 160"/>
                  <a:gd name="T2" fmla="*/ 19 w 142"/>
                  <a:gd name="T3" fmla="*/ 103 h 160"/>
                  <a:gd name="T4" fmla="*/ 72 w 142"/>
                  <a:gd name="T5" fmla="*/ 160 h 160"/>
                  <a:gd name="T6" fmla="*/ 122 w 142"/>
                  <a:gd name="T7" fmla="*/ 103 h 160"/>
                  <a:gd name="T8" fmla="*/ 122 w 142"/>
                  <a:gd name="T9" fmla="*/ 24 h 160"/>
                  <a:gd name="T10" fmla="*/ 142 w 142"/>
                  <a:gd name="T11" fmla="*/ 4 h 160"/>
                  <a:gd name="T12" fmla="*/ 142 w 142"/>
                  <a:gd name="T13" fmla="*/ 0 h 160"/>
                  <a:gd name="T14" fmla="*/ 90 w 142"/>
                  <a:gd name="T15" fmla="*/ 0 h 160"/>
                  <a:gd name="T16" fmla="*/ 90 w 142"/>
                  <a:gd name="T17" fmla="*/ 4 h 160"/>
                  <a:gd name="T18" fmla="*/ 110 w 142"/>
                  <a:gd name="T19" fmla="*/ 24 h 160"/>
                  <a:gd name="T20" fmla="*/ 110 w 142"/>
                  <a:gd name="T21" fmla="*/ 103 h 160"/>
                  <a:gd name="T22" fmla="*/ 73 w 142"/>
                  <a:gd name="T23" fmla="*/ 150 h 160"/>
                  <a:gd name="T24" fmla="*/ 39 w 142"/>
                  <a:gd name="T25" fmla="*/ 103 h 160"/>
                  <a:gd name="T26" fmla="*/ 39 w 142"/>
                  <a:gd name="T27" fmla="*/ 24 h 160"/>
                  <a:gd name="T28" fmla="*/ 58 w 142"/>
                  <a:gd name="T29" fmla="*/ 4 h 160"/>
                  <a:gd name="T30" fmla="*/ 58 w 142"/>
                  <a:gd name="T31" fmla="*/ 0 h 160"/>
                  <a:gd name="T32" fmla="*/ 0 w 142"/>
                  <a:gd name="T33" fmla="*/ 0 h 160"/>
                  <a:gd name="T34" fmla="*/ 0 w 142"/>
                  <a:gd name="T35" fmla="*/ 4 h 160"/>
                  <a:gd name="T36" fmla="*/ 19 w 142"/>
                  <a:gd name="T37" fmla="*/ 2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60">
                    <a:moveTo>
                      <a:pt x="19" y="24"/>
                    </a:moveTo>
                    <a:cubicBezTo>
                      <a:pt x="19" y="103"/>
                      <a:pt x="19" y="103"/>
                      <a:pt x="19" y="103"/>
                    </a:cubicBezTo>
                    <a:cubicBezTo>
                      <a:pt x="19" y="136"/>
                      <a:pt x="26" y="160"/>
                      <a:pt x="72" y="160"/>
                    </a:cubicBezTo>
                    <a:cubicBezTo>
                      <a:pt x="118" y="160"/>
                      <a:pt x="122" y="135"/>
                      <a:pt x="122" y="10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4"/>
                      <a:pt x="142" y="4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10" y="6"/>
                      <a:pt x="110" y="24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0" y="131"/>
                      <a:pt x="105" y="150"/>
                      <a:pt x="73" y="150"/>
                    </a:cubicBezTo>
                    <a:cubicBezTo>
                      <a:pt x="44" y="150"/>
                      <a:pt x="39" y="127"/>
                      <a:pt x="39" y="10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0" name="Freeform 9">
                <a:extLst>
                  <a:ext uri="{FF2B5EF4-FFF2-40B4-BE49-F238E27FC236}">
                    <a16:creationId xmlns:a16="http://schemas.microsoft.com/office/drawing/2014/main" id="{8A12F25C-4C30-4AF0-BBAF-3287D9C1D2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6" y="7547"/>
                <a:ext cx="105" cy="117"/>
              </a:xfrm>
              <a:custGeom>
                <a:avLst/>
                <a:gdLst>
                  <a:gd name="T0" fmla="*/ 51 w 141"/>
                  <a:gd name="T1" fmla="*/ 153 h 157"/>
                  <a:gd name="T2" fmla="*/ 32 w 141"/>
                  <a:gd name="T3" fmla="*/ 133 h 157"/>
                  <a:gd name="T4" fmla="*/ 32 w 141"/>
                  <a:gd name="T5" fmla="*/ 21 h 157"/>
                  <a:gd name="T6" fmla="*/ 32 w 141"/>
                  <a:gd name="T7" fmla="*/ 21 h 157"/>
                  <a:gd name="T8" fmla="*/ 105 w 141"/>
                  <a:gd name="T9" fmla="*/ 157 h 157"/>
                  <a:gd name="T10" fmla="*/ 121 w 141"/>
                  <a:gd name="T11" fmla="*/ 157 h 157"/>
                  <a:gd name="T12" fmla="*/ 121 w 141"/>
                  <a:gd name="T13" fmla="*/ 24 h 157"/>
                  <a:gd name="T14" fmla="*/ 141 w 141"/>
                  <a:gd name="T15" fmla="*/ 4 h 157"/>
                  <a:gd name="T16" fmla="*/ 141 w 141"/>
                  <a:gd name="T17" fmla="*/ 0 h 157"/>
                  <a:gd name="T18" fmla="*/ 90 w 141"/>
                  <a:gd name="T19" fmla="*/ 0 h 157"/>
                  <a:gd name="T20" fmla="*/ 90 w 141"/>
                  <a:gd name="T21" fmla="*/ 4 h 157"/>
                  <a:gd name="T22" fmla="*/ 109 w 141"/>
                  <a:gd name="T23" fmla="*/ 24 h 157"/>
                  <a:gd name="T24" fmla="*/ 109 w 141"/>
                  <a:gd name="T25" fmla="*/ 127 h 157"/>
                  <a:gd name="T26" fmla="*/ 108 w 141"/>
                  <a:gd name="T27" fmla="*/ 127 h 157"/>
                  <a:gd name="T28" fmla="*/ 40 w 141"/>
                  <a:gd name="T29" fmla="*/ 0 h 157"/>
                  <a:gd name="T30" fmla="*/ 0 w 141"/>
                  <a:gd name="T31" fmla="*/ 0 h 157"/>
                  <a:gd name="T32" fmla="*/ 0 w 141"/>
                  <a:gd name="T33" fmla="*/ 4 h 157"/>
                  <a:gd name="T34" fmla="*/ 19 w 141"/>
                  <a:gd name="T35" fmla="*/ 24 h 157"/>
                  <a:gd name="T36" fmla="*/ 19 w 141"/>
                  <a:gd name="T37" fmla="*/ 133 h 157"/>
                  <a:gd name="T38" fmla="*/ 0 w 141"/>
                  <a:gd name="T39" fmla="*/ 153 h 157"/>
                  <a:gd name="T40" fmla="*/ 0 w 141"/>
                  <a:gd name="T41" fmla="*/ 157 h 157"/>
                  <a:gd name="T42" fmla="*/ 51 w 141"/>
                  <a:gd name="T43" fmla="*/ 157 h 157"/>
                  <a:gd name="T44" fmla="*/ 51 w 141"/>
                  <a:gd name="T45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7">
                    <a:moveTo>
                      <a:pt x="51" y="153"/>
                    </a:moveTo>
                    <a:cubicBezTo>
                      <a:pt x="39" y="153"/>
                      <a:pt x="32" y="151"/>
                      <a:pt x="32" y="133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105" y="157"/>
                      <a:pt x="105" y="157"/>
                      <a:pt x="105" y="157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1" y="6"/>
                      <a:pt x="128" y="4"/>
                      <a:pt x="141" y="4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8" y="127"/>
                      <a:pt x="108" y="127"/>
                      <a:pt x="108" y="1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1" y="157"/>
                      <a:pt x="51" y="157"/>
                      <a:pt x="51" y="157"/>
                    </a:cubicBezTo>
                    <a:lnTo>
                      <a:pt x="51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1" name="Freeform 10">
                <a:extLst>
                  <a:ext uri="{FF2B5EF4-FFF2-40B4-BE49-F238E27FC236}">
                    <a16:creationId xmlns:a16="http://schemas.microsoft.com/office/drawing/2014/main" id="{AF63E441-F3FB-4937-BFCD-57D4A22C682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40" y="7544"/>
                <a:ext cx="97" cy="122"/>
              </a:xfrm>
              <a:custGeom>
                <a:avLst/>
                <a:gdLst>
                  <a:gd name="T0" fmla="*/ 69 w 129"/>
                  <a:gd name="T1" fmla="*/ 163 h 163"/>
                  <a:gd name="T2" fmla="*/ 111 w 129"/>
                  <a:gd name="T3" fmla="*/ 156 h 163"/>
                  <a:gd name="T4" fmla="*/ 111 w 129"/>
                  <a:gd name="T5" fmla="*/ 97 h 163"/>
                  <a:gd name="T6" fmla="*/ 129 w 129"/>
                  <a:gd name="T7" fmla="*/ 78 h 163"/>
                  <a:gd name="T8" fmla="*/ 129 w 129"/>
                  <a:gd name="T9" fmla="*/ 73 h 163"/>
                  <a:gd name="T10" fmla="*/ 72 w 129"/>
                  <a:gd name="T11" fmla="*/ 73 h 163"/>
                  <a:gd name="T12" fmla="*/ 72 w 129"/>
                  <a:gd name="T13" fmla="*/ 78 h 163"/>
                  <a:gd name="T14" fmla="*/ 91 w 129"/>
                  <a:gd name="T15" fmla="*/ 97 h 163"/>
                  <a:gd name="T16" fmla="*/ 91 w 129"/>
                  <a:gd name="T17" fmla="*/ 150 h 163"/>
                  <a:gd name="T18" fmla="*/ 73 w 129"/>
                  <a:gd name="T19" fmla="*/ 152 h 163"/>
                  <a:gd name="T20" fmla="*/ 22 w 129"/>
                  <a:gd name="T21" fmla="*/ 74 h 163"/>
                  <a:gd name="T22" fmla="*/ 62 w 129"/>
                  <a:gd name="T23" fmla="*/ 10 h 163"/>
                  <a:gd name="T24" fmla="*/ 104 w 129"/>
                  <a:gd name="T25" fmla="*/ 44 h 163"/>
                  <a:gd name="T26" fmla="*/ 110 w 129"/>
                  <a:gd name="T27" fmla="*/ 44 h 163"/>
                  <a:gd name="T28" fmla="*/ 108 w 129"/>
                  <a:gd name="T29" fmla="*/ 7 h 163"/>
                  <a:gd name="T30" fmla="*/ 65 w 129"/>
                  <a:gd name="T31" fmla="*/ 0 h 163"/>
                  <a:gd name="T32" fmla="*/ 0 w 129"/>
                  <a:gd name="T33" fmla="*/ 77 h 163"/>
                  <a:gd name="T34" fmla="*/ 69 w 129"/>
                  <a:gd name="T3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163">
                    <a:moveTo>
                      <a:pt x="69" y="163"/>
                    </a:moveTo>
                    <a:cubicBezTo>
                      <a:pt x="88" y="163"/>
                      <a:pt x="101" y="159"/>
                      <a:pt x="111" y="156"/>
                    </a:cubicBezTo>
                    <a:cubicBezTo>
                      <a:pt x="111" y="97"/>
                      <a:pt x="111" y="97"/>
                      <a:pt x="111" y="97"/>
                    </a:cubicBezTo>
                    <a:cubicBezTo>
                      <a:pt x="111" y="79"/>
                      <a:pt x="118" y="78"/>
                      <a:pt x="129" y="78"/>
                    </a:cubicBezTo>
                    <a:cubicBezTo>
                      <a:pt x="129" y="73"/>
                      <a:pt x="129" y="73"/>
                      <a:pt x="129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83" y="78"/>
                      <a:pt x="91" y="79"/>
                      <a:pt x="91" y="97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87" y="151"/>
                      <a:pt x="83" y="152"/>
                      <a:pt x="73" y="152"/>
                    </a:cubicBezTo>
                    <a:cubicBezTo>
                      <a:pt x="27" y="152"/>
                      <a:pt x="22" y="104"/>
                      <a:pt x="22" y="74"/>
                    </a:cubicBezTo>
                    <a:cubicBezTo>
                      <a:pt x="22" y="46"/>
                      <a:pt x="24" y="10"/>
                      <a:pt x="62" y="10"/>
                    </a:cubicBezTo>
                    <a:cubicBezTo>
                      <a:pt x="93" y="10"/>
                      <a:pt x="102" y="30"/>
                      <a:pt x="104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97" y="4"/>
                      <a:pt x="83" y="0"/>
                      <a:pt x="65" y="0"/>
                    </a:cubicBezTo>
                    <a:cubicBezTo>
                      <a:pt x="14" y="0"/>
                      <a:pt x="0" y="27"/>
                      <a:pt x="0" y="77"/>
                    </a:cubicBezTo>
                    <a:cubicBezTo>
                      <a:pt x="0" y="132"/>
                      <a:pt x="23" y="163"/>
                      <a:pt x="69" y="1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2" name="Freeform 11">
                <a:extLst>
                  <a:ext uri="{FF2B5EF4-FFF2-40B4-BE49-F238E27FC236}">
                    <a16:creationId xmlns:a16="http://schemas.microsoft.com/office/drawing/2014/main" id="{04E21A85-C413-4CEB-BC2F-8AC858A0435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2" y="7547"/>
                <a:ext cx="75" cy="117"/>
              </a:xfrm>
              <a:custGeom>
                <a:avLst/>
                <a:gdLst>
                  <a:gd name="T0" fmla="*/ 100 w 100"/>
                  <a:gd name="T1" fmla="*/ 123 h 157"/>
                  <a:gd name="T2" fmla="*/ 95 w 100"/>
                  <a:gd name="T3" fmla="*/ 123 h 157"/>
                  <a:gd name="T4" fmla="*/ 68 w 100"/>
                  <a:gd name="T5" fmla="*/ 148 h 157"/>
                  <a:gd name="T6" fmla="*/ 54 w 100"/>
                  <a:gd name="T7" fmla="*/ 148 h 157"/>
                  <a:gd name="T8" fmla="*/ 39 w 100"/>
                  <a:gd name="T9" fmla="*/ 133 h 157"/>
                  <a:gd name="T10" fmla="*/ 39 w 100"/>
                  <a:gd name="T11" fmla="*/ 24 h 157"/>
                  <a:gd name="T12" fmla="*/ 58 w 100"/>
                  <a:gd name="T13" fmla="*/ 4 h 157"/>
                  <a:gd name="T14" fmla="*/ 58 w 100"/>
                  <a:gd name="T15" fmla="*/ 0 h 157"/>
                  <a:gd name="T16" fmla="*/ 0 w 100"/>
                  <a:gd name="T17" fmla="*/ 0 h 157"/>
                  <a:gd name="T18" fmla="*/ 0 w 100"/>
                  <a:gd name="T19" fmla="*/ 4 h 157"/>
                  <a:gd name="T20" fmla="*/ 19 w 100"/>
                  <a:gd name="T21" fmla="*/ 24 h 157"/>
                  <a:gd name="T22" fmla="*/ 19 w 100"/>
                  <a:gd name="T23" fmla="*/ 133 h 157"/>
                  <a:gd name="T24" fmla="*/ 0 w 100"/>
                  <a:gd name="T25" fmla="*/ 153 h 157"/>
                  <a:gd name="T26" fmla="*/ 0 w 100"/>
                  <a:gd name="T27" fmla="*/ 157 h 157"/>
                  <a:gd name="T28" fmla="*/ 99 w 100"/>
                  <a:gd name="T29" fmla="*/ 157 h 157"/>
                  <a:gd name="T30" fmla="*/ 100 w 100"/>
                  <a:gd name="T31" fmla="*/ 1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157">
                    <a:moveTo>
                      <a:pt x="100" y="123"/>
                    </a:moveTo>
                    <a:cubicBezTo>
                      <a:pt x="95" y="123"/>
                      <a:pt x="95" y="123"/>
                      <a:pt x="95" y="123"/>
                    </a:cubicBezTo>
                    <a:cubicBezTo>
                      <a:pt x="91" y="141"/>
                      <a:pt x="87" y="148"/>
                      <a:pt x="68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40" y="148"/>
                      <a:pt x="39" y="147"/>
                      <a:pt x="39" y="13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99" y="157"/>
                      <a:pt x="99" y="157"/>
                      <a:pt x="99" y="157"/>
                    </a:cubicBezTo>
                    <a:lnTo>
                      <a:pt x="100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3" name="Oval 12">
                <a:extLst>
                  <a:ext uri="{FF2B5EF4-FFF2-40B4-BE49-F238E27FC236}">
                    <a16:creationId xmlns:a16="http://schemas.microsoft.com/office/drawing/2014/main" id="{50C31C91-8056-4F4B-9400-DD4C85F3A9C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3943" y="7647"/>
                <a:ext cx="18" cy="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4" name="Freeform 13">
                <a:extLst>
                  <a:ext uri="{FF2B5EF4-FFF2-40B4-BE49-F238E27FC236}">
                    <a16:creationId xmlns:a16="http://schemas.microsoft.com/office/drawing/2014/main" id="{26574AE4-4831-449A-A06B-D80E336FC3E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86" y="7728"/>
                <a:ext cx="115" cy="119"/>
              </a:xfrm>
              <a:custGeom>
                <a:avLst/>
                <a:gdLst>
                  <a:gd name="T0" fmla="*/ 25 w 154"/>
                  <a:gd name="T1" fmla="*/ 26 h 160"/>
                  <a:gd name="T2" fmla="*/ 71 w 154"/>
                  <a:gd name="T3" fmla="*/ 160 h 160"/>
                  <a:gd name="T4" fmla="*/ 84 w 154"/>
                  <a:gd name="T5" fmla="*/ 160 h 160"/>
                  <a:gd name="T6" fmla="*/ 129 w 154"/>
                  <a:gd name="T7" fmla="*/ 30 h 160"/>
                  <a:gd name="T8" fmla="*/ 154 w 154"/>
                  <a:gd name="T9" fmla="*/ 5 h 160"/>
                  <a:gd name="T10" fmla="*/ 154 w 154"/>
                  <a:gd name="T11" fmla="*/ 0 h 160"/>
                  <a:gd name="T12" fmla="*/ 105 w 154"/>
                  <a:gd name="T13" fmla="*/ 0 h 160"/>
                  <a:gd name="T14" fmla="*/ 105 w 154"/>
                  <a:gd name="T15" fmla="*/ 5 h 160"/>
                  <a:gd name="T16" fmla="*/ 121 w 154"/>
                  <a:gd name="T17" fmla="*/ 13 h 160"/>
                  <a:gd name="T18" fmla="*/ 118 w 154"/>
                  <a:gd name="T19" fmla="*/ 22 h 160"/>
                  <a:gd name="T20" fmla="*/ 81 w 154"/>
                  <a:gd name="T21" fmla="*/ 131 h 160"/>
                  <a:gd name="T22" fmla="*/ 46 w 154"/>
                  <a:gd name="T23" fmla="*/ 27 h 160"/>
                  <a:gd name="T24" fmla="*/ 43 w 154"/>
                  <a:gd name="T25" fmla="*/ 14 h 160"/>
                  <a:gd name="T26" fmla="*/ 58 w 154"/>
                  <a:gd name="T27" fmla="*/ 5 h 160"/>
                  <a:gd name="T28" fmla="*/ 58 w 154"/>
                  <a:gd name="T29" fmla="*/ 0 h 160"/>
                  <a:gd name="T30" fmla="*/ 0 w 154"/>
                  <a:gd name="T31" fmla="*/ 0 h 160"/>
                  <a:gd name="T32" fmla="*/ 0 w 154"/>
                  <a:gd name="T33" fmla="*/ 5 h 160"/>
                  <a:gd name="T34" fmla="*/ 25 w 154"/>
                  <a:gd name="T3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0">
                    <a:moveTo>
                      <a:pt x="25" y="26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84" y="160"/>
                      <a:pt x="84" y="160"/>
                      <a:pt x="84" y="16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4" y="15"/>
                      <a:pt x="140" y="5"/>
                      <a:pt x="154" y="5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14" y="5"/>
                      <a:pt x="121" y="6"/>
                      <a:pt x="121" y="13"/>
                    </a:cubicBezTo>
                    <a:cubicBezTo>
                      <a:pt x="121" y="15"/>
                      <a:pt x="120" y="19"/>
                      <a:pt x="118" y="22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1"/>
                      <a:pt x="43" y="18"/>
                      <a:pt x="43" y="14"/>
                    </a:cubicBezTo>
                    <a:cubicBezTo>
                      <a:pt x="43" y="8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10"/>
                      <a:pt x="25" y="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5" name="Freeform 14">
                <a:extLst>
                  <a:ext uri="{FF2B5EF4-FFF2-40B4-BE49-F238E27FC236}">
                    <a16:creationId xmlns:a16="http://schemas.microsoft.com/office/drawing/2014/main" id="{63688988-2FBC-4AEF-9478-21896056E94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08" y="7728"/>
                <a:ext cx="78" cy="118"/>
              </a:xfrm>
              <a:custGeom>
                <a:avLst/>
                <a:gdLst>
                  <a:gd name="T0" fmla="*/ 0 w 105"/>
                  <a:gd name="T1" fmla="*/ 153 h 158"/>
                  <a:gd name="T2" fmla="*/ 0 w 105"/>
                  <a:gd name="T3" fmla="*/ 158 h 158"/>
                  <a:gd name="T4" fmla="*/ 104 w 105"/>
                  <a:gd name="T5" fmla="*/ 158 h 158"/>
                  <a:gd name="T6" fmla="*/ 105 w 105"/>
                  <a:gd name="T7" fmla="*/ 126 h 158"/>
                  <a:gd name="T8" fmla="*/ 100 w 105"/>
                  <a:gd name="T9" fmla="*/ 126 h 158"/>
                  <a:gd name="T10" fmla="*/ 73 w 105"/>
                  <a:gd name="T11" fmla="*/ 148 h 158"/>
                  <a:gd name="T12" fmla="*/ 51 w 105"/>
                  <a:gd name="T13" fmla="*/ 148 h 158"/>
                  <a:gd name="T14" fmla="*/ 39 w 105"/>
                  <a:gd name="T15" fmla="*/ 129 h 158"/>
                  <a:gd name="T16" fmla="*/ 39 w 105"/>
                  <a:gd name="T17" fmla="*/ 80 h 158"/>
                  <a:gd name="T18" fmla="*/ 68 w 105"/>
                  <a:gd name="T19" fmla="*/ 80 h 158"/>
                  <a:gd name="T20" fmla="*/ 88 w 105"/>
                  <a:gd name="T21" fmla="*/ 100 h 158"/>
                  <a:gd name="T22" fmla="*/ 93 w 105"/>
                  <a:gd name="T23" fmla="*/ 100 h 158"/>
                  <a:gd name="T24" fmla="*/ 93 w 105"/>
                  <a:gd name="T25" fmla="*/ 51 h 158"/>
                  <a:gd name="T26" fmla="*/ 88 w 105"/>
                  <a:gd name="T27" fmla="*/ 51 h 158"/>
                  <a:gd name="T28" fmla="*/ 68 w 105"/>
                  <a:gd name="T29" fmla="*/ 71 h 158"/>
                  <a:gd name="T30" fmla="*/ 39 w 105"/>
                  <a:gd name="T31" fmla="*/ 71 h 158"/>
                  <a:gd name="T32" fmla="*/ 39 w 105"/>
                  <a:gd name="T33" fmla="*/ 29 h 158"/>
                  <a:gd name="T34" fmla="*/ 51 w 105"/>
                  <a:gd name="T35" fmla="*/ 9 h 158"/>
                  <a:gd name="T36" fmla="*/ 71 w 105"/>
                  <a:gd name="T37" fmla="*/ 9 h 158"/>
                  <a:gd name="T38" fmla="*/ 97 w 105"/>
                  <a:gd name="T39" fmla="*/ 29 h 158"/>
                  <a:gd name="T40" fmla="*/ 102 w 105"/>
                  <a:gd name="T41" fmla="*/ 29 h 158"/>
                  <a:gd name="T42" fmla="*/ 101 w 105"/>
                  <a:gd name="T43" fmla="*/ 0 h 158"/>
                  <a:gd name="T44" fmla="*/ 0 w 105"/>
                  <a:gd name="T45" fmla="*/ 0 h 158"/>
                  <a:gd name="T46" fmla="*/ 0 w 105"/>
                  <a:gd name="T47" fmla="*/ 5 h 158"/>
                  <a:gd name="T48" fmla="*/ 20 w 105"/>
                  <a:gd name="T49" fmla="*/ 24 h 158"/>
                  <a:gd name="T50" fmla="*/ 20 w 105"/>
                  <a:gd name="T51" fmla="*/ 134 h 158"/>
                  <a:gd name="T52" fmla="*/ 0 w 105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6"/>
                      <a:pt x="105" y="126"/>
                      <a:pt x="105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6" name="Freeform 15">
                <a:extLst>
                  <a:ext uri="{FF2B5EF4-FFF2-40B4-BE49-F238E27FC236}">
                    <a16:creationId xmlns:a16="http://schemas.microsoft.com/office/drawing/2014/main" id="{03DC465F-0CA4-43F8-963F-6E6EF22C083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98" y="7728"/>
                <a:ext cx="84" cy="118"/>
              </a:xfrm>
              <a:custGeom>
                <a:avLst/>
                <a:gdLst>
                  <a:gd name="T0" fmla="*/ 79 w 114"/>
                  <a:gd name="T1" fmla="*/ 9 h 158"/>
                  <a:gd name="T2" fmla="*/ 108 w 114"/>
                  <a:gd name="T3" fmla="*/ 32 h 158"/>
                  <a:gd name="T4" fmla="*/ 114 w 114"/>
                  <a:gd name="T5" fmla="*/ 32 h 158"/>
                  <a:gd name="T6" fmla="*/ 112 w 114"/>
                  <a:gd name="T7" fmla="*/ 0 h 158"/>
                  <a:gd name="T8" fmla="*/ 2 w 114"/>
                  <a:gd name="T9" fmla="*/ 0 h 158"/>
                  <a:gd name="T10" fmla="*/ 0 w 114"/>
                  <a:gd name="T11" fmla="*/ 32 h 158"/>
                  <a:gd name="T12" fmla="*/ 5 w 114"/>
                  <a:gd name="T13" fmla="*/ 32 h 158"/>
                  <a:gd name="T14" fmla="*/ 34 w 114"/>
                  <a:gd name="T15" fmla="*/ 9 h 158"/>
                  <a:gd name="T16" fmla="*/ 47 w 114"/>
                  <a:gd name="T17" fmla="*/ 9 h 158"/>
                  <a:gd name="T18" fmla="*/ 47 w 114"/>
                  <a:gd name="T19" fmla="*/ 134 h 158"/>
                  <a:gd name="T20" fmla="*/ 26 w 114"/>
                  <a:gd name="T21" fmla="*/ 153 h 158"/>
                  <a:gd name="T22" fmla="*/ 26 w 114"/>
                  <a:gd name="T23" fmla="*/ 158 h 158"/>
                  <a:gd name="T24" fmla="*/ 88 w 114"/>
                  <a:gd name="T25" fmla="*/ 158 h 158"/>
                  <a:gd name="T26" fmla="*/ 88 w 114"/>
                  <a:gd name="T27" fmla="*/ 153 h 158"/>
                  <a:gd name="T28" fmla="*/ 67 w 114"/>
                  <a:gd name="T29" fmla="*/ 134 h 158"/>
                  <a:gd name="T30" fmla="*/ 67 w 114"/>
                  <a:gd name="T31" fmla="*/ 9 h 158"/>
                  <a:gd name="T32" fmla="*/ 79 w 114"/>
                  <a:gd name="T33" fmla="*/ 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58">
                    <a:moveTo>
                      <a:pt x="79" y="9"/>
                    </a:moveTo>
                    <a:cubicBezTo>
                      <a:pt x="100" y="9"/>
                      <a:pt x="107" y="17"/>
                      <a:pt x="108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9"/>
                      <a:pt x="11" y="9"/>
                      <a:pt x="34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134"/>
                      <a:pt x="47" y="134"/>
                      <a:pt x="47" y="134"/>
                    </a:cubicBezTo>
                    <a:cubicBezTo>
                      <a:pt x="47" y="151"/>
                      <a:pt x="39" y="153"/>
                      <a:pt x="26" y="153"/>
                    </a:cubicBezTo>
                    <a:cubicBezTo>
                      <a:pt x="26" y="158"/>
                      <a:pt x="26" y="158"/>
                      <a:pt x="26" y="158"/>
                    </a:cubicBezTo>
                    <a:cubicBezTo>
                      <a:pt x="88" y="158"/>
                      <a:pt x="88" y="158"/>
                      <a:pt x="88" y="158"/>
                    </a:cubicBezTo>
                    <a:cubicBezTo>
                      <a:pt x="88" y="153"/>
                      <a:pt x="88" y="153"/>
                      <a:pt x="88" y="153"/>
                    </a:cubicBezTo>
                    <a:cubicBezTo>
                      <a:pt x="75" y="153"/>
                      <a:pt x="67" y="151"/>
                      <a:pt x="67" y="134"/>
                    </a:cubicBezTo>
                    <a:cubicBezTo>
                      <a:pt x="67" y="9"/>
                      <a:pt x="67" y="9"/>
                      <a:pt x="67" y="9"/>
                    </a:cubicBezTo>
                    <a:lnTo>
                      <a:pt x="79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7" name="Freeform 16">
                <a:extLst>
                  <a:ext uri="{FF2B5EF4-FFF2-40B4-BE49-F238E27FC236}">
                    <a16:creationId xmlns:a16="http://schemas.microsoft.com/office/drawing/2014/main" id="{5683E373-D962-4BF5-AEB2-A284C3533DC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92" y="7728"/>
                <a:ext cx="79" cy="118"/>
              </a:xfrm>
              <a:custGeom>
                <a:avLst/>
                <a:gdLst>
                  <a:gd name="T0" fmla="*/ 0 w 106"/>
                  <a:gd name="T1" fmla="*/ 153 h 158"/>
                  <a:gd name="T2" fmla="*/ 0 w 106"/>
                  <a:gd name="T3" fmla="*/ 158 h 158"/>
                  <a:gd name="T4" fmla="*/ 104 w 106"/>
                  <a:gd name="T5" fmla="*/ 158 h 158"/>
                  <a:gd name="T6" fmla="*/ 106 w 106"/>
                  <a:gd name="T7" fmla="*/ 126 h 158"/>
                  <a:gd name="T8" fmla="*/ 100 w 106"/>
                  <a:gd name="T9" fmla="*/ 126 h 158"/>
                  <a:gd name="T10" fmla="*/ 73 w 106"/>
                  <a:gd name="T11" fmla="*/ 148 h 158"/>
                  <a:gd name="T12" fmla="*/ 51 w 106"/>
                  <a:gd name="T13" fmla="*/ 148 h 158"/>
                  <a:gd name="T14" fmla="*/ 39 w 106"/>
                  <a:gd name="T15" fmla="*/ 129 h 158"/>
                  <a:gd name="T16" fmla="*/ 39 w 106"/>
                  <a:gd name="T17" fmla="*/ 80 h 158"/>
                  <a:gd name="T18" fmla="*/ 68 w 106"/>
                  <a:gd name="T19" fmla="*/ 80 h 158"/>
                  <a:gd name="T20" fmla="*/ 88 w 106"/>
                  <a:gd name="T21" fmla="*/ 100 h 158"/>
                  <a:gd name="T22" fmla="*/ 93 w 106"/>
                  <a:gd name="T23" fmla="*/ 100 h 158"/>
                  <a:gd name="T24" fmla="*/ 93 w 106"/>
                  <a:gd name="T25" fmla="*/ 51 h 158"/>
                  <a:gd name="T26" fmla="*/ 88 w 106"/>
                  <a:gd name="T27" fmla="*/ 51 h 158"/>
                  <a:gd name="T28" fmla="*/ 68 w 106"/>
                  <a:gd name="T29" fmla="*/ 71 h 158"/>
                  <a:gd name="T30" fmla="*/ 39 w 106"/>
                  <a:gd name="T31" fmla="*/ 71 h 158"/>
                  <a:gd name="T32" fmla="*/ 39 w 106"/>
                  <a:gd name="T33" fmla="*/ 29 h 158"/>
                  <a:gd name="T34" fmla="*/ 51 w 106"/>
                  <a:gd name="T35" fmla="*/ 9 h 158"/>
                  <a:gd name="T36" fmla="*/ 71 w 106"/>
                  <a:gd name="T37" fmla="*/ 9 h 158"/>
                  <a:gd name="T38" fmla="*/ 97 w 106"/>
                  <a:gd name="T39" fmla="*/ 29 h 158"/>
                  <a:gd name="T40" fmla="*/ 102 w 106"/>
                  <a:gd name="T41" fmla="*/ 29 h 158"/>
                  <a:gd name="T42" fmla="*/ 101 w 106"/>
                  <a:gd name="T43" fmla="*/ 0 h 158"/>
                  <a:gd name="T44" fmla="*/ 0 w 106"/>
                  <a:gd name="T45" fmla="*/ 0 h 158"/>
                  <a:gd name="T46" fmla="*/ 0 w 106"/>
                  <a:gd name="T47" fmla="*/ 5 h 158"/>
                  <a:gd name="T48" fmla="*/ 20 w 106"/>
                  <a:gd name="T49" fmla="*/ 24 h 158"/>
                  <a:gd name="T50" fmla="*/ 20 w 106"/>
                  <a:gd name="T51" fmla="*/ 134 h 158"/>
                  <a:gd name="T52" fmla="*/ 0 w 106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6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8" name="Freeform 17">
                <a:extLst>
                  <a:ext uri="{FF2B5EF4-FFF2-40B4-BE49-F238E27FC236}">
                    <a16:creationId xmlns:a16="http://schemas.microsoft.com/office/drawing/2014/main" id="{AB2BBB87-8787-464F-B2F5-B9D663C12A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88" y="7728"/>
                <a:ext cx="105" cy="118"/>
              </a:xfrm>
              <a:custGeom>
                <a:avLst/>
                <a:gdLst>
                  <a:gd name="T0" fmla="*/ 33 w 141"/>
                  <a:gd name="T1" fmla="*/ 22 h 158"/>
                  <a:gd name="T2" fmla="*/ 105 w 141"/>
                  <a:gd name="T3" fmla="*/ 158 h 158"/>
                  <a:gd name="T4" fmla="*/ 122 w 141"/>
                  <a:gd name="T5" fmla="*/ 158 h 158"/>
                  <a:gd name="T6" fmla="*/ 122 w 141"/>
                  <a:gd name="T7" fmla="*/ 24 h 158"/>
                  <a:gd name="T8" fmla="*/ 141 w 141"/>
                  <a:gd name="T9" fmla="*/ 5 h 158"/>
                  <a:gd name="T10" fmla="*/ 141 w 141"/>
                  <a:gd name="T11" fmla="*/ 0 h 158"/>
                  <a:gd name="T12" fmla="*/ 90 w 141"/>
                  <a:gd name="T13" fmla="*/ 0 h 158"/>
                  <a:gd name="T14" fmla="*/ 90 w 141"/>
                  <a:gd name="T15" fmla="*/ 5 h 158"/>
                  <a:gd name="T16" fmla="*/ 109 w 141"/>
                  <a:gd name="T17" fmla="*/ 24 h 158"/>
                  <a:gd name="T18" fmla="*/ 109 w 141"/>
                  <a:gd name="T19" fmla="*/ 127 h 158"/>
                  <a:gd name="T20" fmla="*/ 109 w 141"/>
                  <a:gd name="T21" fmla="*/ 127 h 158"/>
                  <a:gd name="T22" fmla="*/ 41 w 141"/>
                  <a:gd name="T23" fmla="*/ 0 h 158"/>
                  <a:gd name="T24" fmla="*/ 0 w 141"/>
                  <a:gd name="T25" fmla="*/ 0 h 158"/>
                  <a:gd name="T26" fmla="*/ 0 w 141"/>
                  <a:gd name="T27" fmla="*/ 5 h 158"/>
                  <a:gd name="T28" fmla="*/ 20 w 141"/>
                  <a:gd name="T29" fmla="*/ 24 h 158"/>
                  <a:gd name="T30" fmla="*/ 20 w 141"/>
                  <a:gd name="T31" fmla="*/ 134 h 158"/>
                  <a:gd name="T32" fmla="*/ 0 w 141"/>
                  <a:gd name="T33" fmla="*/ 153 h 158"/>
                  <a:gd name="T34" fmla="*/ 0 w 141"/>
                  <a:gd name="T35" fmla="*/ 158 h 158"/>
                  <a:gd name="T36" fmla="*/ 52 w 141"/>
                  <a:gd name="T37" fmla="*/ 158 h 158"/>
                  <a:gd name="T38" fmla="*/ 52 w 141"/>
                  <a:gd name="T39" fmla="*/ 153 h 158"/>
                  <a:gd name="T40" fmla="*/ 32 w 141"/>
                  <a:gd name="T41" fmla="*/ 134 h 158"/>
                  <a:gd name="T42" fmla="*/ 32 w 141"/>
                  <a:gd name="T43" fmla="*/ 22 h 158"/>
                  <a:gd name="T44" fmla="*/ 33 w 141"/>
                  <a:gd name="T45" fmla="*/ 2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33" y="22"/>
                    </a:move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102" y="5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39" y="153"/>
                      <a:pt x="32" y="151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lnTo>
                      <a:pt x="3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9" name="Freeform 18">
                <a:extLst>
                  <a:ext uri="{FF2B5EF4-FFF2-40B4-BE49-F238E27FC236}">
                    <a16:creationId xmlns:a16="http://schemas.microsoft.com/office/drawing/2014/main" id="{414D54C9-EB5B-458E-9245-C062441FA26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09" y="7726"/>
                <a:ext cx="70" cy="121"/>
              </a:xfrm>
              <a:custGeom>
                <a:avLst/>
                <a:gdLst>
                  <a:gd name="T0" fmla="*/ 2 w 94"/>
                  <a:gd name="T1" fmla="*/ 40 h 162"/>
                  <a:gd name="T2" fmla="*/ 16 w 94"/>
                  <a:gd name="T3" fmla="*/ 71 h 162"/>
                  <a:gd name="T4" fmla="*/ 73 w 94"/>
                  <a:gd name="T5" fmla="*/ 122 h 162"/>
                  <a:gd name="T6" fmla="*/ 41 w 94"/>
                  <a:gd name="T7" fmla="*/ 151 h 162"/>
                  <a:gd name="T8" fmla="*/ 5 w 94"/>
                  <a:gd name="T9" fmla="*/ 124 h 162"/>
                  <a:gd name="T10" fmla="*/ 0 w 94"/>
                  <a:gd name="T11" fmla="*/ 124 h 162"/>
                  <a:gd name="T12" fmla="*/ 1 w 94"/>
                  <a:gd name="T13" fmla="*/ 158 h 162"/>
                  <a:gd name="T14" fmla="*/ 39 w 94"/>
                  <a:gd name="T15" fmla="*/ 162 h 162"/>
                  <a:gd name="T16" fmla="*/ 94 w 94"/>
                  <a:gd name="T17" fmla="*/ 118 h 162"/>
                  <a:gd name="T18" fmla="*/ 65 w 94"/>
                  <a:gd name="T19" fmla="*/ 75 h 162"/>
                  <a:gd name="T20" fmla="*/ 19 w 94"/>
                  <a:gd name="T21" fmla="*/ 35 h 162"/>
                  <a:gd name="T22" fmla="*/ 47 w 94"/>
                  <a:gd name="T23" fmla="*/ 9 h 162"/>
                  <a:gd name="T24" fmla="*/ 82 w 94"/>
                  <a:gd name="T25" fmla="*/ 36 h 162"/>
                  <a:gd name="T26" fmla="*/ 87 w 94"/>
                  <a:gd name="T27" fmla="*/ 36 h 162"/>
                  <a:gd name="T28" fmla="*/ 86 w 94"/>
                  <a:gd name="T29" fmla="*/ 4 h 162"/>
                  <a:gd name="T30" fmla="*/ 51 w 94"/>
                  <a:gd name="T31" fmla="*/ 0 h 162"/>
                  <a:gd name="T32" fmla="*/ 2 w 94"/>
                  <a:gd name="T33" fmla="*/ 4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2" y="40"/>
                    </a:move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3" y="96"/>
                      <a:pt x="73" y="122"/>
                    </a:cubicBezTo>
                    <a:cubicBezTo>
                      <a:pt x="73" y="138"/>
                      <a:pt x="61" y="151"/>
                      <a:pt x="41" y="151"/>
                    </a:cubicBezTo>
                    <a:cubicBezTo>
                      <a:pt x="18" y="151"/>
                      <a:pt x="7" y="137"/>
                      <a:pt x="5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7" y="159"/>
                      <a:pt x="24" y="162"/>
                      <a:pt x="39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2" y="86"/>
                      <a:pt x="65" y="75"/>
                    </a:cubicBezTo>
                    <a:cubicBezTo>
                      <a:pt x="46" y="63"/>
                      <a:pt x="19" y="56"/>
                      <a:pt x="19" y="35"/>
                    </a:cubicBezTo>
                    <a:cubicBezTo>
                      <a:pt x="19" y="19"/>
                      <a:pt x="32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1" y="0"/>
                    </a:cubicBezTo>
                    <a:cubicBezTo>
                      <a:pt x="24" y="0"/>
                      <a:pt x="2" y="11"/>
                      <a:pt x="2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0" name="Freeform 19">
                <a:extLst>
                  <a:ext uri="{FF2B5EF4-FFF2-40B4-BE49-F238E27FC236}">
                    <a16:creationId xmlns:a16="http://schemas.microsoft.com/office/drawing/2014/main" id="{ACED47B7-020F-4121-97BE-1ECA4491508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97" y="7726"/>
                <a:ext cx="209" cy="120"/>
              </a:xfrm>
              <a:custGeom>
                <a:avLst/>
                <a:gdLst>
                  <a:gd name="T0" fmla="*/ 224 w 282"/>
                  <a:gd name="T1" fmla="*/ 155 h 160"/>
                  <a:gd name="T2" fmla="*/ 224 w 282"/>
                  <a:gd name="T3" fmla="*/ 160 h 160"/>
                  <a:gd name="T4" fmla="*/ 282 w 282"/>
                  <a:gd name="T5" fmla="*/ 160 h 160"/>
                  <a:gd name="T6" fmla="*/ 282 w 282"/>
                  <a:gd name="T7" fmla="*/ 155 h 160"/>
                  <a:gd name="T8" fmla="*/ 256 w 282"/>
                  <a:gd name="T9" fmla="*/ 131 h 160"/>
                  <a:gd name="T10" fmla="*/ 210 w 282"/>
                  <a:gd name="T11" fmla="*/ 0 h 160"/>
                  <a:gd name="T12" fmla="*/ 198 w 282"/>
                  <a:gd name="T13" fmla="*/ 0 h 160"/>
                  <a:gd name="T14" fmla="*/ 152 w 282"/>
                  <a:gd name="T15" fmla="*/ 129 h 160"/>
                  <a:gd name="T16" fmla="*/ 131 w 282"/>
                  <a:gd name="T17" fmla="*/ 155 h 160"/>
                  <a:gd name="T18" fmla="*/ 100 w 282"/>
                  <a:gd name="T19" fmla="*/ 131 h 160"/>
                  <a:gd name="T20" fmla="*/ 54 w 282"/>
                  <a:gd name="T21" fmla="*/ 71 h 160"/>
                  <a:gd name="T22" fmla="*/ 95 w 282"/>
                  <a:gd name="T23" fmla="*/ 23 h 160"/>
                  <a:gd name="T24" fmla="*/ 127 w 282"/>
                  <a:gd name="T25" fmla="*/ 7 h 160"/>
                  <a:gd name="T26" fmla="*/ 127 w 282"/>
                  <a:gd name="T27" fmla="*/ 2 h 160"/>
                  <a:gd name="T28" fmla="*/ 75 w 282"/>
                  <a:gd name="T29" fmla="*/ 2 h 160"/>
                  <a:gd name="T30" fmla="*/ 75 w 282"/>
                  <a:gd name="T31" fmla="*/ 7 h 160"/>
                  <a:gd name="T32" fmla="*/ 88 w 282"/>
                  <a:gd name="T33" fmla="*/ 12 h 160"/>
                  <a:gd name="T34" fmla="*/ 83 w 282"/>
                  <a:gd name="T35" fmla="*/ 21 h 160"/>
                  <a:gd name="T36" fmla="*/ 39 w 282"/>
                  <a:gd name="T37" fmla="*/ 73 h 160"/>
                  <a:gd name="T38" fmla="*/ 39 w 282"/>
                  <a:gd name="T39" fmla="*/ 26 h 160"/>
                  <a:gd name="T40" fmla="*/ 58 w 282"/>
                  <a:gd name="T41" fmla="*/ 7 h 160"/>
                  <a:gd name="T42" fmla="*/ 58 w 282"/>
                  <a:gd name="T43" fmla="*/ 2 h 160"/>
                  <a:gd name="T44" fmla="*/ 0 w 282"/>
                  <a:gd name="T45" fmla="*/ 2 h 160"/>
                  <a:gd name="T46" fmla="*/ 0 w 282"/>
                  <a:gd name="T47" fmla="*/ 7 h 160"/>
                  <a:gd name="T48" fmla="*/ 19 w 282"/>
                  <a:gd name="T49" fmla="*/ 26 h 160"/>
                  <a:gd name="T50" fmla="*/ 19 w 282"/>
                  <a:gd name="T51" fmla="*/ 136 h 160"/>
                  <a:gd name="T52" fmla="*/ 0 w 282"/>
                  <a:gd name="T53" fmla="*/ 155 h 160"/>
                  <a:gd name="T54" fmla="*/ 0 w 282"/>
                  <a:gd name="T55" fmla="*/ 160 h 160"/>
                  <a:gd name="T56" fmla="*/ 58 w 282"/>
                  <a:gd name="T57" fmla="*/ 160 h 160"/>
                  <a:gd name="T58" fmla="*/ 58 w 282"/>
                  <a:gd name="T59" fmla="*/ 155 h 160"/>
                  <a:gd name="T60" fmla="*/ 39 w 282"/>
                  <a:gd name="T61" fmla="*/ 136 h 160"/>
                  <a:gd name="T62" fmla="*/ 39 w 282"/>
                  <a:gd name="T63" fmla="*/ 80 h 160"/>
                  <a:gd name="T64" fmla="*/ 39 w 282"/>
                  <a:gd name="T65" fmla="*/ 80 h 160"/>
                  <a:gd name="T66" fmla="*/ 81 w 282"/>
                  <a:gd name="T67" fmla="*/ 136 h 160"/>
                  <a:gd name="T68" fmla="*/ 89 w 282"/>
                  <a:gd name="T69" fmla="*/ 149 h 160"/>
                  <a:gd name="T70" fmla="*/ 76 w 282"/>
                  <a:gd name="T71" fmla="*/ 155 h 160"/>
                  <a:gd name="T72" fmla="*/ 76 w 282"/>
                  <a:gd name="T73" fmla="*/ 160 h 160"/>
                  <a:gd name="T74" fmla="*/ 125 w 282"/>
                  <a:gd name="T75" fmla="*/ 160 h 160"/>
                  <a:gd name="T76" fmla="*/ 136 w 282"/>
                  <a:gd name="T77" fmla="*/ 160 h 160"/>
                  <a:gd name="T78" fmla="*/ 175 w 282"/>
                  <a:gd name="T79" fmla="*/ 160 h 160"/>
                  <a:gd name="T80" fmla="*/ 175 w 282"/>
                  <a:gd name="T81" fmla="*/ 155 h 160"/>
                  <a:gd name="T82" fmla="*/ 160 w 282"/>
                  <a:gd name="T83" fmla="*/ 147 h 160"/>
                  <a:gd name="T84" fmla="*/ 162 w 282"/>
                  <a:gd name="T85" fmla="*/ 136 h 160"/>
                  <a:gd name="T86" fmla="*/ 172 w 282"/>
                  <a:gd name="T87" fmla="*/ 107 h 160"/>
                  <a:gd name="T88" fmla="*/ 227 w 282"/>
                  <a:gd name="T89" fmla="*/ 107 h 160"/>
                  <a:gd name="T90" fmla="*/ 238 w 282"/>
                  <a:gd name="T91" fmla="*/ 137 h 160"/>
                  <a:gd name="T92" fmla="*/ 240 w 282"/>
                  <a:gd name="T93" fmla="*/ 147 h 160"/>
                  <a:gd name="T94" fmla="*/ 224 w 282"/>
                  <a:gd name="T95" fmla="*/ 155 h 160"/>
                  <a:gd name="T96" fmla="*/ 175 w 282"/>
                  <a:gd name="T97" fmla="*/ 98 h 160"/>
                  <a:gd name="T98" fmla="*/ 200 w 282"/>
                  <a:gd name="T99" fmla="*/ 26 h 160"/>
                  <a:gd name="T100" fmla="*/ 224 w 282"/>
                  <a:gd name="T101" fmla="*/ 98 h 160"/>
                  <a:gd name="T102" fmla="*/ 175 w 282"/>
                  <a:gd name="T103" fmla="*/ 9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160">
                    <a:moveTo>
                      <a:pt x="224" y="155"/>
                    </a:move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82" y="160"/>
                      <a:pt x="282" y="160"/>
                      <a:pt x="282" y="160"/>
                    </a:cubicBezTo>
                    <a:cubicBezTo>
                      <a:pt x="282" y="155"/>
                      <a:pt x="282" y="155"/>
                      <a:pt x="282" y="155"/>
                    </a:cubicBezTo>
                    <a:cubicBezTo>
                      <a:pt x="267" y="155"/>
                      <a:pt x="262" y="145"/>
                      <a:pt x="256" y="13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52" y="129"/>
                      <a:pt x="152" y="129"/>
                      <a:pt x="152" y="129"/>
                    </a:cubicBezTo>
                    <a:cubicBezTo>
                      <a:pt x="146" y="145"/>
                      <a:pt x="144" y="153"/>
                      <a:pt x="131" y="155"/>
                    </a:cubicBezTo>
                    <a:cubicBezTo>
                      <a:pt x="119" y="152"/>
                      <a:pt x="109" y="142"/>
                      <a:pt x="100" y="13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106" y="10"/>
                      <a:pt x="115" y="7"/>
                      <a:pt x="127" y="7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84" y="7"/>
                      <a:pt x="88" y="9"/>
                      <a:pt x="88" y="12"/>
                    </a:cubicBezTo>
                    <a:cubicBezTo>
                      <a:pt x="88" y="14"/>
                      <a:pt x="85" y="18"/>
                      <a:pt x="83" y="21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8"/>
                      <a:pt x="46" y="7"/>
                      <a:pt x="58" y="7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7"/>
                      <a:pt x="19" y="8"/>
                      <a:pt x="19" y="2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53"/>
                      <a:pt x="12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8" y="160"/>
                      <a:pt x="58" y="160"/>
                      <a:pt x="58" y="160"/>
                    </a:cubicBezTo>
                    <a:cubicBezTo>
                      <a:pt x="58" y="155"/>
                      <a:pt x="58" y="155"/>
                      <a:pt x="58" y="155"/>
                    </a:cubicBezTo>
                    <a:cubicBezTo>
                      <a:pt x="46" y="155"/>
                      <a:pt x="39" y="153"/>
                      <a:pt x="39" y="136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81" y="136"/>
                      <a:pt x="81" y="136"/>
                      <a:pt x="81" y="136"/>
                    </a:cubicBezTo>
                    <a:cubicBezTo>
                      <a:pt x="86" y="142"/>
                      <a:pt x="89" y="147"/>
                      <a:pt x="89" y="149"/>
                    </a:cubicBezTo>
                    <a:cubicBezTo>
                      <a:pt x="89" y="153"/>
                      <a:pt x="85" y="155"/>
                      <a:pt x="76" y="155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75" y="160"/>
                      <a:pt x="175" y="160"/>
                      <a:pt x="175" y="160"/>
                    </a:cubicBezTo>
                    <a:cubicBezTo>
                      <a:pt x="175" y="155"/>
                      <a:pt x="175" y="155"/>
                      <a:pt x="175" y="155"/>
                    </a:cubicBezTo>
                    <a:cubicBezTo>
                      <a:pt x="167" y="155"/>
                      <a:pt x="160" y="154"/>
                      <a:pt x="160" y="147"/>
                    </a:cubicBezTo>
                    <a:cubicBezTo>
                      <a:pt x="160" y="144"/>
                      <a:pt x="161" y="140"/>
                      <a:pt x="162" y="136"/>
                    </a:cubicBezTo>
                    <a:cubicBezTo>
                      <a:pt x="172" y="107"/>
                      <a:pt x="172" y="107"/>
                      <a:pt x="172" y="107"/>
                    </a:cubicBezTo>
                    <a:cubicBezTo>
                      <a:pt x="227" y="107"/>
                      <a:pt x="227" y="107"/>
                      <a:pt x="227" y="107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39" y="140"/>
                      <a:pt x="240" y="144"/>
                      <a:pt x="240" y="147"/>
                    </a:cubicBezTo>
                    <a:cubicBezTo>
                      <a:pt x="240" y="153"/>
                      <a:pt x="231" y="155"/>
                      <a:pt x="224" y="155"/>
                    </a:cubicBezTo>
                    <a:moveTo>
                      <a:pt x="175" y="98"/>
                    </a:moveTo>
                    <a:cubicBezTo>
                      <a:pt x="200" y="26"/>
                      <a:pt x="200" y="26"/>
                      <a:pt x="200" y="26"/>
                    </a:cubicBezTo>
                    <a:cubicBezTo>
                      <a:pt x="224" y="98"/>
                      <a:pt x="224" y="98"/>
                      <a:pt x="224" y="98"/>
                    </a:cubicBezTo>
                    <a:lnTo>
                      <a:pt x="175" y="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1" name="Freeform 20">
                <a:extLst>
                  <a:ext uri="{FF2B5EF4-FFF2-40B4-BE49-F238E27FC236}">
                    <a16:creationId xmlns:a16="http://schemas.microsoft.com/office/drawing/2014/main" id="{B7229534-9FF2-46FB-92B2-DCEE7A2A0FA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209" y="7728"/>
                <a:ext cx="82" cy="118"/>
              </a:xfrm>
              <a:custGeom>
                <a:avLst/>
                <a:gdLst>
                  <a:gd name="T0" fmla="*/ 58 w 110"/>
                  <a:gd name="T1" fmla="*/ 153 h 158"/>
                  <a:gd name="T2" fmla="*/ 39 w 110"/>
                  <a:gd name="T3" fmla="*/ 134 h 158"/>
                  <a:gd name="T4" fmla="*/ 39 w 110"/>
                  <a:gd name="T5" fmla="*/ 82 h 158"/>
                  <a:gd name="T6" fmla="*/ 51 w 110"/>
                  <a:gd name="T7" fmla="*/ 82 h 158"/>
                  <a:gd name="T8" fmla="*/ 110 w 110"/>
                  <a:gd name="T9" fmla="*/ 41 h 158"/>
                  <a:gd name="T10" fmla="*/ 58 w 110"/>
                  <a:gd name="T11" fmla="*/ 0 h 158"/>
                  <a:gd name="T12" fmla="*/ 0 w 110"/>
                  <a:gd name="T13" fmla="*/ 0 h 158"/>
                  <a:gd name="T14" fmla="*/ 0 w 110"/>
                  <a:gd name="T15" fmla="*/ 5 h 158"/>
                  <a:gd name="T16" fmla="*/ 19 w 110"/>
                  <a:gd name="T17" fmla="*/ 24 h 158"/>
                  <a:gd name="T18" fmla="*/ 19 w 110"/>
                  <a:gd name="T19" fmla="*/ 134 h 158"/>
                  <a:gd name="T20" fmla="*/ 0 w 110"/>
                  <a:gd name="T21" fmla="*/ 153 h 158"/>
                  <a:gd name="T22" fmla="*/ 0 w 110"/>
                  <a:gd name="T23" fmla="*/ 158 h 158"/>
                  <a:gd name="T24" fmla="*/ 58 w 110"/>
                  <a:gd name="T25" fmla="*/ 158 h 158"/>
                  <a:gd name="T26" fmla="*/ 58 w 110"/>
                  <a:gd name="T27" fmla="*/ 153 h 158"/>
                  <a:gd name="T28" fmla="*/ 39 w 110"/>
                  <a:gd name="T29" fmla="*/ 29 h 158"/>
                  <a:gd name="T30" fmla="*/ 58 w 110"/>
                  <a:gd name="T31" fmla="*/ 9 h 158"/>
                  <a:gd name="T32" fmla="*/ 90 w 110"/>
                  <a:gd name="T33" fmla="*/ 41 h 158"/>
                  <a:gd name="T34" fmla="*/ 51 w 110"/>
                  <a:gd name="T35" fmla="*/ 72 h 158"/>
                  <a:gd name="T36" fmla="*/ 39 w 110"/>
                  <a:gd name="T37" fmla="*/ 72 h 158"/>
                  <a:gd name="T38" fmla="*/ 39 w 110"/>
                  <a:gd name="T39" fmla="*/ 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158">
                    <a:moveTo>
                      <a:pt x="58" y="153"/>
                    </a:moveTo>
                    <a:cubicBezTo>
                      <a:pt x="46" y="153"/>
                      <a:pt x="39" y="151"/>
                      <a:pt x="39" y="134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75" y="82"/>
                      <a:pt x="110" y="82"/>
                      <a:pt x="110" y="41"/>
                    </a:cubicBezTo>
                    <a:cubicBezTo>
                      <a:pt x="110" y="5"/>
                      <a:pt x="87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6"/>
                      <a:pt x="19" y="24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lnTo>
                      <a:pt x="58" y="153"/>
                    </a:lnTo>
                    <a:close/>
                    <a:moveTo>
                      <a:pt x="39" y="29"/>
                    </a:moveTo>
                    <a:cubicBezTo>
                      <a:pt x="39" y="10"/>
                      <a:pt x="40" y="9"/>
                      <a:pt x="58" y="9"/>
                    </a:cubicBezTo>
                    <a:cubicBezTo>
                      <a:pt x="78" y="9"/>
                      <a:pt x="90" y="18"/>
                      <a:pt x="90" y="41"/>
                    </a:cubicBezTo>
                    <a:cubicBezTo>
                      <a:pt x="90" y="68"/>
                      <a:pt x="74" y="72"/>
                      <a:pt x="51" y="72"/>
                    </a:cubicBezTo>
                    <a:cubicBezTo>
                      <a:pt x="39" y="72"/>
                      <a:pt x="39" y="72"/>
                      <a:pt x="39" y="72"/>
                    </a:cubicBezTo>
                    <a:lnTo>
                      <a:pt x="39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2" name="Freeform 21">
                <a:extLst>
                  <a:ext uri="{FF2B5EF4-FFF2-40B4-BE49-F238E27FC236}">
                    <a16:creationId xmlns:a16="http://schemas.microsoft.com/office/drawing/2014/main" id="{1A1B5DE0-9D42-4796-B2CF-5BBD0D678D8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0" y="7726"/>
                <a:ext cx="70" cy="121"/>
              </a:xfrm>
              <a:custGeom>
                <a:avLst/>
                <a:gdLst>
                  <a:gd name="T0" fmla="*/ 41 w 94"/>
                  <a:gd name="T1" fmla="*/ 151 h 162"/>
                  <a:gd name="T2" fmla="*/ 6 w 94"/>
                  <a:gd name="T3" fmla="*/ 124 h 162"/>
                  <a:gd name="T4" fmla="*/ 0 w 94"/>
                  <a:gd name="T5" fmla="*/ 124 h 162"/>
                  <a:gd name="T6" fmla="*/ 2 w 94"/>
                  <a:gd name="T7" fmla="*/ 158 h 162"/>
                  <a:gd name="T8" fmla="*/ 40 w 94"/>
                  <a:gd name="T9" fmla="*/ 162 h 162"/>
                  <a:gd name="T10" fmla="*/ 94 w 94"/>
                  <a:gd name="T11" fmla="*/ 118 h 162"/>
                  <a:gd name="T12" fmla="*/ 65 w 94"/>
                  <a:gd name="T13" fmla="*/ 75 h 162"/>
                  <a:gd name="T14" fmla="*/ 20 w 94"/>
                  <a:gd name="T15" fmla="*/ 35 h 162"/>
                  <a:gd name="T16" fmla="*/ 47 w 94"/>
                  <a:gd name="T17" fmla="*/ 9 h 162"/>
                  <a:gd name="T18" fmla="*/ 82 w 94"/>
                  <a:gd name="T19" fmla="*/ 36 h 162"/>
                  <a:gd name="T20" fmla="*/ 87 w 94"/>
                  <a:gd name="T21" fmla="*/ 36 h 162"/>
                  <a:gd name="T22" fmla="*/ 86 w 94"/>
                  <a:gd name="T23" fmla="*/ 4 h 162"/>
                  <a:gd name="T24" fmla="*/ 52 w 94"/>
                  <a:gd name="T25" fmla="*/ 0 h 162"/>
                  <a:gd name="T26" fmla="*/ 2 w 94"/>
                  <a:gd name="T27" fmla="*/ 40 h 162"/>
                  <a:gd name="T28" fmla="*/ 16 w 94"/>
                  <a:gd name="T29" fmla="*/ 71 h 162"/>
                  <a:gd name="T30" fmla="*/ 74 w 94"/>
                  <a:gd name="T31" fmla="*/ 122 h 162"/>
                  <a:gd name="T32" fmla="*/ 41 w 94"/>
                  <a:gd name="T33" fmla="*/ 15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41" y="151"/>
                    </a:moveTo>
                    <a:cubicBezTo>
                      <a:pt x="18" y="151"/>
                      <a:pt x="7" y="137"/>
                      <a:pt x="6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7" y="159"/>
                      <a:pt x="25" y="162"/>
                      <a:pt x="40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3" y="86"/>
                      <a:pt x="65" y="75"/>
                    </a:cubicBezTo>
                    <a:cubicBezTo>
                      <a:pt x="46" y="63"/>
                      <a:pt x="20" y="56"/>
                      <a:pt x="20" y="35"/>
                    </a:cubicBezTo>
                    <a:cubicBezTo>
                      <a:pt x="20" y="19"/>
                      <a:pt x="33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2" y="0"/>
                    </a:cubicBezTo>
                    <a:cubicBezTo>
                      <a:pt x="24" y="0"/>
                      <a:pt x="2" y="11"/>
                      <a:pt x="2" y="40"/>
                    </a:cubicBez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4" y="96"/>
                      <a:pt x="74" y="122"/>
                    </a:cubicBezTo>
                    <a:cubicBezTo>
                      <a:pt x="74" y="138"/>
                      <a:pt x="61" y="151"/>
                      <a:pt x="41" y="1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3" name="Freeform 22">
                <a:extLst>
                  <a:ext uri="{FF2B5EF4-FFF2-40B4-BE49-F238E27FC236}">
                    <a16:creationId xmlns:a16="http://schemas.microsoft.com/office/drawing/2014/main" id="{8110EAED-BE54-492A-AC8C-0F47803D7CE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87" y="7907"/>
                <a:ext cx="116" cy="119"/>
              </a:xfrm>
              <a:custGeom>
                <a:avLst/>
                <a:gdLst>
                  <a:gd name="T0" fmla="*/ 35 w 156"/>
                  <a:gd name="T1" fmla="*/ 147 h 160"/>
                  <a:gd name="T2" fmla="*/ 37 w 156"/>
                  <a:gd name="T3" fmla="*/ 136 h 160"/>
                  <a:gd name="T4" fmla="*/ 47 w 156"/>
                  <a:gd name="T5" fmla="*/ 108 h 160"/>
                  <a:gd name="T6" fmla="*/ 102 w 156"/>
                  <a:gd name="T7" fmla="*/ 108 h 160"/>
                  <a:gd name="T8" fmla="*/ 113 w 156"/>
                  <a:gd name="T9" fmla="*/ 138 h 160"/>
                  <a:gd name="T10" fmla="*/ 115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3 w 156"/>
                  <a:gd name="T25" fmla="*/ 0 h 160"/>
                  <a:gd name="T26" fmla="*/ 27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5 w 156"/>
                  <a:gd name="T37" fmla="*/ 147 h 160"/>
                  <a:gd name="T38" fmla="*/ 75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5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5" y="147"/>
                    </a:moveTo>
                    <a:cubicBezTo>
                      <a:pt x="35" y="144"/>
                      <a:pt x="36" y="140"/>
                      <a:pt x="37" y="136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3" y="140"/>
                      <a:pt x="115" y="144"/>
                      <a:pt x="115" y="148"/>
                    </a:cubicBezTo>
                    <a:cubicBezTo>
                      <a:pt x="115" y="154"/>
                      <a:pt x="106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2" y="155"/>
                      <a:pt x="35" y="154"/>
                      <a:pt x="35" y="147"/>
                    </a:cubicBezTo>
                    <a:moveTo>
                      <a:pt x="75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5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4" name="Freeform 23">
                <a:extLst>
                  <a:ext uri="{FF2B5EF4-FFF2-40B4-BE49-F238E27FC236}">
                    <a16:creationId xmlns:a16="http://schemas.microsoft.com/office/drawing/2014/main" id="{8E45D368-6673-4278-A479-320E5713252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12" y="7908"/>
                <a:ext cx="101" cy="118"/>
              </a:xfrm>
              <a:custGeom>
                <a:avLst/>
                <a:gdLst>
                  <a:gd name="T0" fmla="*/ 39 w 136"/>
                  <a:gd name="T1" fmla="*/ 134 h 158"/>
                  <a:gd name="T2" fmla="*/ 39 w 136"/>
                  <a:gd name="T3" fmla="*/ 79 h 158"/>
                  <a:gd name="T4" fmla="*/ 39 w 136"/>
                  <a:gd name="T5" fmla="*/ 79 h 158"/>
                  <a:gd name="T6" fmla="*/ 81 w 136"/>
                  <a:gd name="T7" fmla="*/ 134 h 158"/>
                  <a:gd name="T8" fmla="*/ 89 w 136"/>
                  <a:gd name="T9" fmla="*/ 148 h 158"/>
                  <a:gd name="T10" fmla="*/ 76 w 136"/>
                  <a:gd name="T11" fmla="*/ 153 h 158"/>
                  <a:gd name="T12" fmla="*/ 76 w 136"/>
                  <a:gd name="T13" fmla="*/ 158 h 158"/>
                  <a:gd name="T14" fmla="*/ 136 w 136"/>
                  <a:gd name="T15" fmla="*/ 158 h 158"/>
                  <a:gd name="T16" fmla="*/ 136 w 136"/>
                  <a:gd name="T17" fmla="*/ 153 h 158"/>
                  <a:gd name="T18" fmla="*/ 100 w 136"/>
                  <a:gd name="T19" fmla="*/ 129 h 158"/>
                  <a:gd name="T20" fmla="*/ 54 w 136"/>
                  <a:gd name="T21" fmla="*/ 69 h 158"/>
                  <a:gd name="T22" fmla="*/ 95 w 136"/>
                  <a:gd name="T23" fmla="*/ 21 h 158"/>
                  <a:gd name="T24" fmla="*/ 127 w 136"/>
                  <a:gd name="T25" fmla="*/ 5 h 158"/>
                  <a:gd name="T26" fmla="*/ 127 w 136"/>
                  <a:gd name="T27" fmla="*/ 0 h 158"/>
                  <a:gd name="T28" fmla="*/ 76 w 136"/>
                  <a:gd name="T29" fmla="*/ 0 h 158"/>
                  <a:gd name="T30" fmla="*/ 76 w 136"/>
                  <a:gd name="T31" fmla="*/ 5 h 158"/>
                  <a:gd name="T32" fmla="*/ 88 w 136"/>
                  <a:gd name="T33" fmla="*/ 10 h 158"/>
                  <a:gd name="T34" fmla="*/ 83 w 136"/>
                  <a:gd name="T35" fmla="*/ 19 h 158"/>
                  <a:gd name="T36" fmla="*/ 39 w 136"/>
                  <a:gd name="T37" fmla="*/ 72 h 158"/>
                  <a:gd name="T38" fmla="*/ 39 w 136"/>
                  <a:gd name="T39" fmla="*/ 25 h 158"/>
                  <a:gd name="T40" fmla="*/ 58 w 136"/>
                  <a:gd name="T41" fmla="*/ 5 h 158"/>
                  <a:gd name="T42" fmla="*/ 58 w 136"/>
                  <a:gd name="T43" fmla="*/ 0 h 158"/>
                  <a:gd name="T44" fmla="*/ 0 w 136"/>
                  <a:gd name="T45" fmla="*/ 0 h 158"/>
                  <a:gd name="T46" fmla="*/ 0 w 136"/>
                  <a:gd name="T47" fmla="*/ 5 h 158"/>
                  <a:gd name="T48" fmla="*/ 19 w 136"/>
                  <a:gd name="T49" fmla="*/ 25 h 158"/>
                  <a:gd name="T50" fmla="*/ 19 w 136"/>
                  <a:gd name="T51" fmla="*/ 134 h 158"/>
                  <a:gd name="T52" fmla="*/ 0 w 136"/>
                  <a:gd name="T53" fmla="*/ 153 h 158"/>
                  <a:gd name="T54" fmla="*/ 0 w 136"/>
                  <a:gd name="T55" fmla="*/ 158 h 158"/>
                  <a:gd name="T56" fmla="*/ 58 w 136"/>
                  <a:gd name="T57" fmla="*/ 158 h 158"/>
                  <a:gd name="T58" fmla="*/ 58 w 136"/>
                  <a:gd name="T59" fmla="*/ 153 h 158"/>
                  <a:gd name="T60" fmla="*/ 39 w 136"/>
                  <a:gd name="T61" fmla="*/ 13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8">
                    <a:moveTo>
                      <a:pt x="39" y="134"/>
                    </a:moveTo>
                    <a:cubicBezTo>
                      <a:pt x="39" y="79"/>
                      <a:pt x="39" y="79"/>
                      <a:pt x="39" y="79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1"/>
                      <a:pt x="89" y="145"/>
                      <a:pt x="89" y="148"/>
                    </a:cubicBezTo>
                    <a:cubicBezTo>
                      <a:pt x="89" y="152"/>
                      <a:pt x="85" y="153"/>
                      <a:pt x="76" y="153"/>
                    </a:cubicBezTo>
                    <a:cubicBezTo>
                      <a:pt x="76" y="158"/>
                      <a:pt x="76" y="158"/>
                      <a:pt x="76" y="158"/>
                    </a:cubicBezTo>
                    <a:cubicBezTo>
                      <a:pt x="136" y="158"/>
                      <a:pt x="136" y="158"/>
                      <a:pt x="136" y="158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2"/>
                      <a:pt x="100" y="12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8"/>
                      <a:pt x="115" y="5"/>
                      <a:pt x="127" y="5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84" y="5"/>
                      <a:pt x="88" y="7"/>
                      <a:pt x="88" y="10"/>
                    </a:cubicBezTo>
                    <a:cubicBezTo>
                      <a:pt x="88" y="13"/>
                      <a:pt x="86" y="16"/>
                      <a:pt x="83" y="19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5" name="Freeform 24">
                <a:extLst>
                  <a:ext uri="{FF2B5EF4-FFF2-40B4-BE49-F238E27FC236}">
                    <a16:creationId xmlns:a16="http://schemas.microsoft.com/office/drawing/2014/main" id="{169F9027-EFFA-4D69-90E9-6200BC8E109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16" y="7907"/>
                <a:ext cx="116" cy="119"/>
              </a:xfrm>
              <a:custGeom>
                <a:avLst/>
                <a:gdLst>
                  <a:gd name="T0" fmla="*/ 34 w 156"/>
                  <a:gd name="T1" fmla="*/ 147 h 160"/>
                  <a:gd name="T2" fmla="*/ 37 w 156"/>
                  <a:gd name="T3" fmla="*/ 136 h 160"/>
                  <a:gd name="T4" fmla="*/ 46 w 156"/>
                  <a:gd name="T5" fmla="*/ 108 h 160"/>
                  <a:gd name="T6" fmla="*/ 102 w 156"/>
                  <a:gd name="T7" fmla="*/ 108 h 160"/>
                  <a:gd name="T8" fmla="*/ 112 w 156"/>
                  <a:gd name="T9" fmla="*/ 138 h 160"/>
                  <a:gd name="T10" fmla="*/ 114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2 w 156"/>
                  <a:gd name="T25" fmla="*/ 0 h 160"/>
                  <a:gd name="T26" fmla="*/ 26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4 w 156"/>
                  <a:gd name="T37" fmla="*/ 147 h 160"/>
                  <a:gd name="T38" fmla="*/ 74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4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4" y="147"/>
                    </a:moveTo>
                    <a:cubicBezTo>
                      <a:pt x="34" y="144"/>
                      <a:pt x="36" y="140"/>
                      <a:pt x="37" y="136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40"/>
                      <a:pt x="114" y="144"/>
                      <a:pt x="114" y="148"/>
                    </a:cubicBezTo>
                    <a:cubicBezTo>
                      <a:pt x="114" y="154"/>
                      <a:pt x="105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1" y="155"/>
                      <a:pt x="34" y="154"/>
                      <a:pt x="34" y="147"/>
                    </a:cubicBezTo>
                    <a:moveTo>
                      <a:pt x="74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4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6" name="Freeform 25">
                <a:extLst>
                  <a:ext uri="{FF2B5EF4-FFF2-40B4-BE49-F238E27FC236}">
                    <a16:creationId xmlns:a16="http://schemas.microsoft.com/office/drawing/2014/main" id="{C4E06661-723D-414E-941F-D8AE79B8D20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41" y="7908"/>
                <a:ext cx="96" cy="118"/>
              </a:xfrm>
              <a:custGeom>
                <a:avLst/>
                <a:gdLst>
                  <a:gd name="T0" fmla="*/ 128 w 128"/>
                  <a:gd name="T1" fmla="*/ 80 h 158"/>
                  <a:gd name="T2" fmla="*/ 52 w 128"/>
                  <a:gd name="T3" fmla="*/ 0 h 158"/>
                  <a:gd name="T4" fmla="*/ 0 w 128"/>
                  <a:gd name="T5" fmla="*/ 0 h 158"/>
                  <a:gd name="T6" fmla="*/ 0 w 128"/>
                  <a:gd name="T7" fmla="*/ 5 h 158"/>
                  <a:gd name="T8" fmla="*/ 20 w 128"/>
                  <a:gd name="T9" fmla="*/ 25 h 158"/>
                  <a:gd name="T10" fmla="*/ 20 w 128"/>
                  <a:gd name="T11" fmla="*/ 134 h 158"/>
                  <a:gd name="T12" fmla="*/ 0 w 128"/>
                  <a:gd name="T13" fmla="*/ 153 h 158"/>
                  <a:gd name="T14" fmla="*/ 0 w 128"/>
                  <a:gd name="T15" fmla="*/ 158 h 158"/>
                  <a:gd name="T16" fmla="*/ 52 w 128"/>
                  <a:gd name="T17" fmla="*/ 158 h 158"/>
                  <a:gd name="T18" fmla="*/ 128 w 128"/>
                  <a:gd name="T19" fmla="*/ 80 h 158"/>
                  <a:gd name="T20" fmla="*/ 39 w 128"/>
                  <a:gd name="T21" fmla="*/ 129 h 158"/>
                  <a:gd name="T22" fmla="*/ 39 w 128"/>
                  <a:gd name="T23" fmla="*/ 30 h 158"/>
                  <a:gd name="T24" fmla="*/ 52 w 128"/>
                  <a:gd name="T25" fmla="*/ 10 h 158"/>
                  <a:gd name="T26" fmla="*/ 106 w 128"/>
                  <a:gd name="T27" fmla="*/ 80 h 158"/>
                  <a:gd name="T28" fmla="*/ 52 w 128"/>
                  <a:gd name="T29" fmla="*/ 149 h 158"/>
                  <a:gd name="T30" fmla="*/ 39 w 128"/>
                  <a:gd name="T31" fmla="*/ 1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158">
                    <a:moveTo>
                      <a:pt x="128" y="80"/>
                    </a:moveTo>
                    <a:cubicBezTo>
                      <a:pt x="128" y="9"/>
                      <a:pt x="89" y="0"/>
                      <a:pt x="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87" y="158"/>
                      <a:pt x="128" y="150"/>
                      <a:pt x="128" y="80"/>
                    </a:cubicBezTo>
                    <a:moveTo>
                      <a:pt x="39" y="1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1"/>
                      <a:pt x="41" y="10"/>
                      <a:pt x="52" y="10"/>
                    </a:cubicBezTo>
                    <a:cubicBezTo>
                      <a:pt x="94" y="10"/>
                      <a:pt x="106" y="36"/>
                      <a:pt x="106" y="80"/>
                    </a:cubicBezTo>
                    <a:cubicBezTo>
                      <a:pt x="106" y="127"/>
                      <a:pt x="90" y="149"/>
                      <a:pt x="52" y="149"/>
                    </a:cubicBezTo>
                    <a:cubicBezTo>
                      <a:pt x="41" y="149"/>
                      <a:pt x="39" y="146"/>
                      <a:pt x="39" y="1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7" name="Freeform 26">
                <a:extLst>
                  <a:ext uri="{FF2B5EF4-FFF2-40B4-BE49-F238E27FC236}">
                    <a16:creationId xmlns:a16="http://schemas.microsoft.com/office/drawing/2014/main" id="{637826EA-ABAD-4FB5-821E-03059CDAD45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7" y="7908"/>
                <a:ext cx="78" cy="118"/>
              </a:xfrm>
              <a:custGeom>
                <a:avLst/>
                <a:gdLst>
                  <a:gd name="T0" fmla="*/ 72 w 105"/>
                  <a:gd name="T1" fmla="*/ 149 h 158"/>
                  <a:gd name="T2" fmla="*/ 51 w 105"/>
                  <a:gd name="T3" fmla="*/ 149 h 158"/>
                  <a:gd name="T4" fmla="*/ 38 w 105"/>
                  <a:gd name="T5" fmla="*/ 129 h 158"/>
                  <a:gd name="T6" fmla="*/ 38 w 105"/>
                  <a:gd name="T7" fmla="*/ 80 h 158"/>
                  <a:gd name="T8" fmla="*/ 67 w 105"/>
                  <a:gd name="T9" fmla="*/ 80 h 158"/>
                  <a:gd name="T10" fmla="*/ 87 w 105"/>
                  <a:gd name="T11" fmla="*/ 100 h 158"/>
                  <a:gd name="T12" fmla="*/ 92 w 105"/>
                  <a:gd name="T13" fmla="*/ 100 h 158"/>
                  <a:gd name="T14" fmla="*/ 92 w 105"/>
                  <a:gd name="T15" fmla="*/ 51 h 158"/>
                  <a:gd name="T16" fmla="*/ 87 w 105"/>
                  <a:gd name="T17" fmla="*/ 51 h 158"/>
                  <a:gd name="T18" fmla="*/ 67 w 105"/>
                  <a:gd name="T19" fmla="*/ 71 h 158"/>
                  <a:gd name="T20" fmla="*/ 38 w 105"/>
                  <a:gd name="T21" fmla="*/ 71 h 158"/>
                  <a:gd name="T22" fmla="*/ 38 w 105"/>
                  <a:gd name="T23" fmla="*/ 30 h 158"/>
                  <a:gd name="T24" fmla="*/ 51 w 105"/>
                  <a:gd name="T25" fmla="*/ 10 h 158"/>
                  <a:gd name="T26" fmla="*/ 70 w 105"/>
                  <a:gd name="T27" fmla="*/ 10 h 158"/>
                  <a:gd name="T28" fmla="*/ 96 w 105"/>
                  <a:gd name="T29" fmla="*/ 29 h 158"/>
                  <a:gd name="T30" fmla="*/ 101 w 105"/>
                  <a:gd name="T31" fmla="*/ 29 h 158"/>
                  <a:gd name="T32" fmla="*/ 100 w 105"/>
                  <a:gd name="T33" fmla="*/ 0 h 158"/>
                  <a:gd name="T34" fmla="*/ 0 w 105"/>
                  <a:gd name="T35" fmla="*/ 0 h 158"/>
                  <a:gd name="T36" fmla="*/ 0 w 105"/>
                  <a:gd name="T37" fmla="*/ 5 h 158"/>
                  <a:gd name="T38" fmla="*/ 19 w 105"/>
                  <a:gd name="T39" fmla="*/ 25 h 158"/>
                  <a:gd name="T40" fmla="*/ 19 w 105"/>
                  <a:gd name="T41" fmla="*/ 134 h 158"/>
                  <a:gd name="T42" fmla="*/ 0 w 105"/>
                  <a:gd name="T43" fmla="*/ 153 h 158"/>
                  <a:gd name="T44" fmla="*/ 0 w 105"/>
                  <a:gd name="T45" fmla="*/ 158 h 158"/>
                  <a:gd name="T46" fmla="*/ 103 w 105"/>
                  <a:gd name="T47" fmla="*/ 158 h 158"/>
                  <a:gd name="T48" fmla="*/ 105 w 105"/>
                  <a:gd name="T49" fmla="*/ 127 h 158"/>
                  <a:gd name="T50" fmla="*/ 99 w 105"/>
                  <a:gd name="T51" fmla="*/ 127 h 158"/>
                  <a:gd name="T52" fmla="*/ 72 w 105"/>
                  <a:gd name="T53" fmla="*/ 14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72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8" y="147"/>
                      <a:pt x="38" y="129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82" y="80"/>
                      <a:pt x="87" y="87"/>
                      <a:pt x="87" y="100"/>
                    </a:cubicBezTo>
                    <a:cubicBezTo>
                      <a:pt x="92" y="100"/>
                      <a:pt x="92" y="100"/>
                      <a:pt x="92" y="100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67"/>
                      <a:pt x="82" y="71"/>
                      <a:pt x="67" y="71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12"/>
                      <a:pt x="39" y="10"/>
                      <a:pt x="5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6" y="10"/>
                      <a:pt x="93" y="15"/>
                      <a:pt x="96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1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3" y="158"/>
                      <a:pt x="103" y="158"/>
                      <a:pt x="103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6" y="143"/>
                      <a:pt x="89" y="149"/>
                      <a:pt x="72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8" name="Freeform 27">
                <a:extLst>
                  <a:ext uri="{FF2B5EF4-FFF2-40B4-BE49-F238E27FC236}">
                    <a16:creationId xmlns:a16="http://schemas.microsoft.com/office/drawing/2014/main" id="{E3D7CBF9-567E-4340-9AC0-DF5AB55DDAA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60" y="7908"/>
                <a:ext cx="133" cy="118"/>
              </a:xfrm>
              <a:custGeom>
                <a:avLst/>
                <a:gdLst>
                  <a:gd name="T0" fmla="*/ 141 w 178"/>
                  <a:gd name="T1" fmla="*/ 14 h 158"/>
                  <a:gd name="T2" fmla="*/ 141 w 178"/>
                  <a:gd name="T3" fmla="*/ 134 h 158"/>
                  <a:gd name="T4" fmla="*/ 121 w 178"/>
                  <a:gd name="T5" fmla="*/ 153 h 158"/>
                  <a:gd name="T6" fmla="*/ 121 w 178"/>
                  <a:gd name="T7" fmla="*/ 158 h 158"/>
                  <a:gd name="T8" fmla="*/ 178 w 178"/>
                  <a:gd name="T9" fmla="*/ 158 h 158"/>
                  <a:gd name="T10" fmla="*/ 178 w 178"/>
                  <a:gd name="T11" fmla="*/ 153 h 158"/>
                  <a:gd name="T12" fmla="*/ 159 w 178"/>
                  <a:gd name="T13" fmla="*/ 134 h 158"/>
                  <a:gd name="T14" fmla="*/ 159 w 178"/>
                  <a:gd name="T15" fmla="*/ 25 h 158"/>
                  <a:gd name="T16" fmla="*/ 178 w 178"/>
                  <a:gd name="T17" fmla="*/ 5 h 158"/>
                  <a:gd name="T18" fmla="*/ 178 w 178"/>
                  <a:gd name="T19" fmla="*/ 0 h 158"/>
                  <a:gd name="T20" fmla="*/ 133 w 178"/>
                  <a:gd name="T21" fmla="*/ 0 h 158"/>
                  <a:gd name="T22" fmla="*/ 90 w 178"/>
                  <a:gd name="T23" fmla="*/ 135 h 158"/>
                  <a:gd name="T24" fmla="*/ 89 w 178"/>
                  <a:gd name="T25" fmla="*/ 135 h 158"/>
                  <a:gd name="T26" fmla="*/ 46 w 178"/>
                  <a:gd name="T27" fmla="*/ 0 h 158"/>
                  <a:gd name="T28" fmla="*/ 0 w 178"/>
                  <a:gd name="T29" fmla="*/ 0 h 158"/>
                  <a:gd name="T30" fmla="*/ 0 w 178"/>
                  <a:gd name="T31" fmla="*/ 5 h 158"/>
                  <a:gd name="T32" fmla="*/ 19 w 178"/>
                  <a:gd name="T33" fmla="*/ 25 h 158"/>
                  <a:gd name="T34" fmla="*/ 19 w 178"/>
                  <a:gd name="T35" fmla="*/ 134 h 158"/>
                  <a:gd name="T36" fmla="*/ 0 w 178"/>
                  <a:gd name="T37" fmla="*/ 153 h 158"/>
                  <a:gd name="T38" fmla="*/ 0 w 178"/>
                  <a:gd name="T39" fmla="*/ 158 h 158"/>
                  <a:gd name="T40" fmla="*/ 51 w 178"/>
                  <a:gd name="T41" fmla="*/ 158 h 158"/>
                  <a:gd name="T42" fmla="*/ 51 w 178"/>
                  <a:gd name="T43" fmla="*/ 153 h 158"/>
                  <a:gd name="T44" fmla="*/ 32 w 178"/>
                  <a:gd name="T45" fmla="*/ 134 h 158"/>
                  <a:gd name="T46" fmla="*/ 32 w 178"/>
                  <a:gd name="T47" fmla="*/ 14 h 158"/>
                  <a:gd name="T48" fmla="*/ 32 w 178"/>
                  <a:gd name="T49" fmla="*/ 14 h 158"/>
                  <a:gd name="T50" fmla="*/ 78 w 178"/>
                  <a:gd name="T51" fmla="*/ 158 h 158"/>
                  <a:gd name="T52" fmla="*/ 94 w 178"/>
                  <a:gd name="T53" fmla="*/ 158 h 158"/>
                  <a:gd name="T54" fmla="*/ 140 w 178"/>
                  <a:gd name="T55" fmla="*/ 14 h 158"/>
                  <a:gd name="T56" fmla="*/ 141 w 178"/>
                  <a:gd name="T57" fmla="*/ 1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58">
                    <a:moveTo>
                      <a:pt x="141" y="14"/>
                    </a:moveTo>
                    <a:cubicBezTo>
                      <a:pt x="141" y="134"/>
                      <a:pt x="141" y="134"/>
                      <a:pt x="141" y="134"/>
                    </a:cubicBezTo>
                    <a:cubicBezTo>
                      <a:pt x="141" y="152"/>
                      <a:pt x="133" y="153"/>
                      <a:pt x="121" y="153"/>
                    </a:cubicBezTo>
                    <a:cubicBezTo>
                      <a:pt x="121" y="158"/>
                      <a:pt x="121" y="158"/>
                      <a:pt x="121" y="158"/>
                    </a:cubicBezTo>
                    <a:cubicBezTo>
                      <a:pt x="178" y="158"/>
                      <a:pt x="178" y="158"/>
                      <a:pt x="178" y="158"/>
                    </a:cubicBezTo>
                    <a:cubicBezTo>
                      <a:pt x="178" y="153"/>
                      <a:pt x="178" y="153"/>
                      <a:pt x="178" y="153"/>
                    </a:cubicBezTo>
                    <a:cubicBezTo>
                      <a:pt x="166" y="153"/>
                      <a:pt x="159" y="152"/>
                      <a:pt x="159" y="134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7"/>
                      <a:pt x="166" y="5"/>
                      <a:pt x="178" y="5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94" y="158"/>
                      <a:pt x="94" y="158"/>
                      <a:pt x="94" y="158"/>
                    </a:cubicBezTo>
                    <a:cubicBezTo>
                      <a:pt x="140" y="14"/>
                      <a:pt x="140" y="14"/>
                      <a:pt x="140" y="14"/>
                    </a:cubicBezTo>
                    <a:lnTo>
                      <a:pt x="14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9" name="Freeform 28">
                <a:extLst>
                  <a:ext uri="{FF2B5EF4-FFF2-40B4-BE49-F238E27FC236}">
                    <a16:creationId xmlns:a16="http://schemas.microsoft.com/office/drawing/2014/main" id="{D9F2D9E2-BE89-4EEB-86BA-3979BA8E52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16" y="7908"/>
                <a:ext cx="44" cy="118"/>
              </a:xfrm>
              <a:custGeom>
                <a:avLst/>
                <a:gdLst>
                  <a:gd name="T0" fmla="*/ 0 w 58"/>
                  <a:gd name="T1" fmla="*/ 5 h 158"/>
                  <a:gd name="T2" fmla="*/ 19 w 58"/>
                  <a:gd name="T3" fmla="*/ 25 h 158"/>
                  <a:gd name="T4" fmla="*/ 19 w 58"/>
                  <a:gd name="T5" fmla="*/ 134 h 158"/>
                  <a:gd name="T6" fmla="*/ 0 w 58"/>
                  <a:gd name="T7" fmla="*/ 153 h 158"/>
                  <a:gd name="T8" fmla="*/ 0 w 58"/>
                  <a:gd name="T9" fmla="*/ 158 h 158"/>
                  <a:gd name="T10" fmla="*/ 58 w 58"/>
                  <a:gd name="T11" fmla="*/ 158 h 158"/>
                  <a:gd name="T12" fmla="*/ 58 w 58"/>
                  <a:gd name="T13" fmla="*/ 153 h 158"/>
                  <a:gd name="T14" fmla="*/ 39 w 58"/>
                  <a:gd name="T15" fmla="*/ 134 h 158"/>
                  <a:gd name="T16" fmla="*/ 39 w 58"/>
                  <a:gd name="T17" fmla="*/ 25 h 158"/>
                  <a:gd name="T18" fmla="*/ 58 w 58"/>
                  <a:gd name="T19" fmla="*/ 5 h 158"/>
                  <a:gd name="T20" fmla="*/ 58 w 58"/>
                  <a:gd name="T21" fmla="*/ 0 h 158"/>
                  <a:gd name="T22" fmla="*/ 0 w 58"/>
                  <a:gd name="T23" fmla="*/ 0 h 158"/>
                  <a:gd name="T24" fmla="*/ 0 w 58"/>
                  <a:gd name="T2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58">
                    <a:moveTo>
                      <a:pt x="0" y="5"/>
                    </a:move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0" name="Freeform 29">
                <a:extLst>
                  <a:ext uri="{FF2B5EF4-FFF2-40B4-BE49-F238E27FC236}">
                    <a16:creationId xmlns:a16="http://schemas.microsoft.com/office/drawing/2014/main" id="{C9147D07-C994-41D4-963A-992F62D6E89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83" y="7908"/>
                <a:ext cx="78" cy="118"/>
              </a:xfrm>
              <a:custGeom>
                <a:avLst/>
                <a:gdLst>
                  <a:gd name="T0" fmla="*/ 100 w 105"/>
                  <a:gd name="T1" fmla="*/ 127 h 158"/>
                  <a:gd name="T2" fmla="*/ 73 w 105"/>
                  <a:gd name="T3" fmla="*/ 149 h 158"/>
                  <a:gd name="T4" fmla="*/ 51 w 105"/>
                  <a:gd name="T5" fmla="*/ 149 h 158"/>
                  <a:gd name="T6" fmla="*/ 39 w 105"/>
                  <a:gd name="T7" fmla="*/ 129 h 158"/>
                  <a:gd name="T8" fmla="*/ 39 w 105"/>
                  <a:gd name="T9" fmla="*/ 80 h 158"/>
                  <a:gd name="T10" fmla="*/ 68 w 105"/>
                  <a:gd name="T11" fmla="*/ 80 h 158"/>
                  <a:gd name="T12" fmla="*/ 88 w 105"/>
                  <a:gd name="T13" fmla="*/ 100 h 158"/>
                  <a:gd name="T14" fmla="*/ 93 w 105"/>
                  <a:gd name="T15" fmla="*/ 100 h 158"/>
                  <a:gd name="T16" fmla="*/ 93 w 105"/>
                  <a:gd name="T17" fmla="*/ 51 h 158"/>
                  <a:gd name="T18" fmla="*/ 88 w 105"/>
                  <a:gd name="T19" fmla="*/ 51 h 158"/>
                  <a:gd name="T20" fmla="*/ 68 w 105"/>
                  <a:gd name="T21" fmla="*/ 71 h 158"/>
                  <a:gd name="T22" fmla="*/ 39 w 105"/>
                  <a:gd name="T23" fmla="*/ 71 h 158"/>
                  <a:gd name="T24" fmla="*/ 39 w 105"/>
                  <a:gd name="T25" fmla="*/ 30 h 158"/>
                  <a:gd name="T26" fmla="*/ 51 w 105"/>
                  <a:gd name="T27" fmla="*/ 10 h 158"/>
                  <a:gd name="T28" fmla="*/ 71 w 105"/>
                  <a:gd name="T29" fmla="*/ 10 h 158"/>
                  <a:gd name="T30" fmla="*/ 97 w 105"/>
                  <a:gd name="T31" fmla="*/ 29 h 158"/>
                  <a:gd name="T32" fmla="*/ 102 w 105"/>
                  <a:gd name="T33" fmla="*/ 29 h 158"/>
                  <a:gd name="T34" fmla="*/ 101 w 105"/>
                  <a:gd name="T35" fmla="*/ 0 h 158"/>
                  <a:gd name="T36" fmla="*/ 0 w 105"/>
                  <a:gd name="T37" fmla="*/ 0 h 158"/>
                  <a:gd name="T38" fmla="*/ 0 w 105"/>
                  <a:gd name="T39" fmla="*/ 5 h 158"/>
                  <a:gd name="T40" fmla="*/ 20 w 105"/>
                  <a:gd name="T41" fmla="*/ 25 h 158"/>
                  <a:gd name="T42" fmla="*/ 20 w 105"/>
                  <a:gd name="T43" fmla="*/ 134 h 158"/>
                  <a:gd name="T44" fmla="*/ 0 w 105"/>
                  <a:gd name="T45" fmla="*/ 153 h 158"/>
                  <a:gd name="T46" fmla="*/ 0 w 105"/>
                  <a:gd name="T47" fmla="*/ 158 h 158"/>
                  <a:gd name="T48" fmla="*/ 104 w 105"/>
                  <a:gd name="T49" fmla="*/ 158 h 158"/>
                  <a:gd name="T50" fmla="*/ 105 w 105"/>
                  <a:gd name="T51" fmla="*/ 127 h 158"/>
                  <a:gd name="T52" fmla="*/ 100 w 105"/>
                  <a:gd name="T53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100" y="127"/>
                    </a:moveTo>
                    <a:cubicBezTo>
                      <a:pt x="97" y="143"/>
                      <a:pt x="90" y="149"/>
                      <a:pt x="73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7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2"/>
                      <a:pt x="40" y="10"/>
                      <a:pt x="5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87" y="10"/>
                      <a:pt x="94" y="15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lnTo>
                      <a:pt x="100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1" name="Freeform 30">
                <a:extLst>
                  <a:ext uri="{FF2B5EF4-FFF2-40B4-BE49-F238E27FC236}">
                    <a16:creationId xmlns:a16="http://schemas.microsoft.com/office/drawing/2014/main" id="{0E44AFF2-C8C0-4B94-A9E1-70FA4D7E60A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85" y="7908"/>
                <a:ext cx="105" cy="118"/>
              </a:xfrm>
              <a:custGeom>
                <a:avLst/>
                <a:gdLst>
                  <a:gd name="T0" fmla="*/ 90 w 141"/>
                  <a:gd name="T1" fmla="*/ 5 h 158"/>
                  <a:gd name="T2" fmla="*/ 109 w 141"/>
                  <a:gd name="T3" fmla="*/ 25 h 158"/>
                  <a:gd name="T4" fmla="*/ 109 w 141"/>
                  <a:gd name="T5" fmla="*/ 128 h 158"/>
                  <a:gd name="T6" fmla="*/ 109 w 141"/>
                  <a:gd name="T7" fmla="*/ 128 h 158"/>
                  <a:gd name="T8" fmla="*/ 40 w 141"/>
                  <a:gd name="T9" fmla="*/ 0 h 158"/>
                  <a:gd name="T10" fmla="*/ 0 w 141"/>
                  <a:gd name="T11" fmla="*/ 0 h 158"/>
                  <a:gd name="T12" fmla="*/ 0 w 141"/>
                  <a:gd name="T13" fmla="*/ 5 h 158"/>
                  <a:gd name="T14" fmla="*/ 19 w 141"/>
                  <a:gd name="T15" fmla="*/ 25 h 158"/>
                  <a:gd name="T16" fmla="*/ 19 w 141"/>
                  <a:gd name="T17" fmla="*/ 134 h 158"/>
                  <a:gd name="T18" fmla="*/ 0 w 141"/>
                  <a:gd name="T19" fmla="*/ 153 h 158"/>
                  <a:gd name="T20" fmla="*/ 0 w 141"/>
                  <a:gd name="T21" fmla="*/ 158 h 158"/>
                  <a:gd name="T22" fmla="*/ 51 w 141"/>
                  <a:gd name="T23" fmla="*/ 158 h 158"/>
                  <a:gd name="T24" fmla="*/ 51 w 141"/>
                  <a:gd name="T25" fmla="*/ 153 h 158"/>
                  <a:gd name="T26" fmla="*/ 32 w 141"/>
                  <a:gd name="T27" fmla="*/ 134 h 158"/>
                  <a:gd name="T28" fmla="*/ 32 w 141"/>
                  <a:gd name="T29" fmla="*/ 22 h 158"/>
                  <a:gd name="T30" fmla="*/ 33 w 141"/>
                  <a:gd name="T31" fmla="*/ 22 h 158"/>
                  <a:gd name="T32" fmla="*/ 105 w 141"/>
                  <a:gd name="T33" fmla="*/ 158 h 158"/>
                  <a:gd name="T34" fmla="*/ 122 w 141"/>
                  <a:gd name="T35" fmla="*/ 158 h 158"/>
                  <a:gd name="T36" fmla="*/ 122 w 141"/>
                  <a:gd name="T37" fmla="*/ 25 h 158"/>
                  <a:gd name="T38" fmla="*/ 141 w 141"/>
                  <a:gd name="T39" fmla="*/ 5 h 158"/>
                  <a:gd name="T40" fmla="*/ 141 w 141"/>
                  <a:gd name="T41" fmla="*/ 0 h 158"/>
                  <a:gd name="T42" fmla="*/ 90 w 141"/>
                  <a:gd name="T43" fmla="*/ 0 h 158"/>
                  <a:gd name="T44" fmla="*/ 90 w 141"/>
                  <a:gd name="T4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90" y="5"/>
                    </a:moveTo>
                    <a:cubicBezTo>
                      <a:pt x="102" y="5"/>
                      <a:pt x="109" y="7"/>
                      <a:pt x="109" y="25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2" y="7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9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2" name="Freeform 31">
                <a:extLst>
                  <a:ext uri="{FF2B5EF4-FFF2-40B4-BE49-F238E27FC236}">
                    <a16:creationId xmlns:a16="http://schemas.microsoft.com/office/drawing/2014/main" id="{76609C9F-761A-4FD6-952E-1A02F1F5443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859" y="7508"/>
                <a:ext cx="457" cy="550"/>
              </a:xfrm>
              <a:custGeom>
                <a:avLst/>
                <a:gdLst>
                  <a:gd name="T0" fmla="*/ 597 w 614"/>
                  <a:gd name="T1" fmla="*/ 482 h 737"/>
                  <a:gd name="T2" fmla="*/ 611 w 614"/>
                  <a:gd name="T3" fmla="*/ 353 h 737"/>
                  <a:gd name="T4" fmla="*/ 588 w 614"/>
                  <a:gd name="T5" fmla="*/ 227 h 737"/>
                  <a:gd name="T6" fmla="*/ 510 w 614"/>
                  <a:gd name="T7" fmla="*/ 95 h 737"/>
                  <a:gd name="T8" fmla="*/ 379 w 614"/>
                  <a:gd name="T9" fmla="*/ 12 h 737"/>
                  <a:gd name="T10" fmla="*/ 248 w 614"/>
                  <a:gd name="T11" fmla="*/ 8 h 737"/>
                  <a:gd name="T12" fmla="*/ 131 w 614"/>
                  <a:gd name="T13" fmla="*/ 69 h 737"/>
                  <a:gd name="T14" fmla="*/ 39 w 614"/>
                  <a:gd name="T15" fmla="*/ 192 h 737"/>
                  <a:gd name="T16" fmla="*/ 2 w 614"/>
                  <a:gd name="T17" fmla="*/ 329 h 737"/>
                  <a:gd name="T18" fmla="*/ 9 w 614"/>
                  <a:gd name="T19" fmla="*/ 447 h 737"/>
                  <a:gd name="T20" fmla="*/ 52 w 614"/>
                  <a:gd name="T21" fmla="*/ 570 h 737"/>
                  <a:gd name="T22" fmla="*/ 155 w 614"/>
                  <a:gd name="T23" fmla="*/ 686 h 737"/>
                  <a:gd name="T24" fmla="*/ 300 w 614"/>
                  <a:gd name="T25" fmla="*/ 735 h 737"/>
                  <a:gd name="T26" fmla="*/ 428 w 614"/>
                  <a:gd name="T27" fmla="*/ 705 h 737"/>
                  <a:gd name="T28" fmla="*/ 549 w 614"/>
                  <a:gd name="T29" fmla="*/ 585 h 737"/>
                  <a:gd name="T30" fmla="*/ 568 w 614"/>
                  <a:gd name="T31" fmla="*/ 533 h 737"/>
                  <a:gd name="T32" fmla="*/ 596 w 614"/>
                  <a:gd name="T33" fmla="*/ 465 h 737"/>
                  <a:gd name="T34" fmla="*/ 605 w 614"/>
                  <a:gd name="T35" fmla="*/ 415 h 737"/>
                  <a:gd name="T36" fmla="*/ 607 w 614"/>
                  <a:gd name="T37" fmla="*/ 336 h 737"/>
                  <a:gd name="T38" fmla="*/ 584 w 614"/>
                  <a:gd name="T39" fmla="*/ 248 h 737"/>
                  <a:gd name="T40" fmla="*/ 565 w 614"/>
                  <a:gd name="T41" fmla="*/ 201 h 737"/>
                  <a:gd name="T42" fmla="*/ 531 w 614"/>
                  <a:gd name="T43" fmla="*/ 135 h 737"/>
                  <a:gd name="T44" fmla="*/ 500 w 614"/>
                  <a:gd name="T45" fmla="*/ 95 h 737"/>
                  <a:gd name="T46" fmla="*/ 471 w 614"/>
                  <a:gd name="T47" fmla="*/ 63 h 737"/>
                  <a:gd name="T48" fmla="*/ 433 w 614"/>
                  <a:gd name="T49" fmla="*/ 38 h 737"/>
                  <a:gd name="T50" fmla="*/ 348 w 614"/>
                  <a:gd name="T51" fmla="*/ 11 h 737"/>
                  <a:gd name="T52" fmla="*/ 281 w 614"/>
                  <a:gd name="T53" fmla="*/ 6 h 737"/>
                  <a:gd name="T54" fmla="*/ 219 w 614"/>
                  <a:gd name="T55" fmla="*/ 30 h 737"/>
                  <a:gd name="T56" fmla="*/ 175 w 614"/>
                  <a:gd name="T57" fmla="*/ 52 h 737"/>
                  <a:gd name="T58" fmla="*/ 135 w 614"/>
                  <a:gd name="T59" fmla="*/ 81 h 737"/>
                  <a:gd name="T60" fmla="*/ 98 w 614"/>
                  <a:gd name="T61" fmla="*/ 117 h 737"/>
                  <a:gd name="T62" fmla="*/ 55 w 614"/>
                  <a:gd name="T63" fmla="*/ 167 h 737"/>
                  <a:gd name="T64" fmla="*/ 41 w 614"/>
                  <a:gd name="T65" fmla="*/ 215 h 737"/>
                  <a:gd name="T66" fmla="*/ 21 w 614"/>
                  <a:gd name="T67" fmla="*/ 295 h 737"/>
                  <a:gd name="T68" fmla="*/ 15 w 614"/>
                  <a:gd name="T69" fmla="*/ 373 h 737"/>
                  <a:gd name="T70" fmla="*/ 13 w 614"/>
                  <a:gd name="T71" fmla="*/ 437 h 737"/>
                  <a:gd name="T72" fmla="*/ 33 w 614"/>
                  <a:gd name="T73" fmla="*/ 500 h 737"/>
                  <a:gd name="T74" fmla="*/ 52 w 614"/>
                  <a:gd name="T75" fmla="*/ 548 h 737"/>
                  <a:gd name="T76" fmla="*/ 76 w 614"/>
                  <a:gd name="T77" fmla="*/ 592 h 737"/>
                  <a:gd name="T78" fmla="*/ 127 w 614"/>
                  <a:gd name="T79" fmla="*/ 648 h 737"/>
                  <a:gd name="T80" fmla="*/ 152 w 614"/>
                  <a:gd name="T81" fmla="*/ 680 h 737"/>
                  <a:gd name="T82" fmla="*/ 202 w 614"/>
                  <a:gd name="T83" fmla="*/ 708 h 737"/>
                  <a:gd name="T84" fmla="*/ 254 w 614"/>
                  <a:gd name="T85" fmla="*/ 723 h 737"/>
                  <a:gd name="T86" fmla="*/ 331 w 614"/>
                  <a:gd name="T87" fmla="*/ 721 h 737"/>
                  <a:gd name="T88" fmla="*/ 394 w 614"/>
                  <a:gd name="T89" fmla="*/ 716 h 737"/>
                  <a:gd name="T90" fmla="*/ 445 w 614"/>
                  <a:gd name="T91" fmla="*/ 691 h 737"/>
                  <a:gd name="T92" fmla="*/ 487 w 614"/>
                  <a:gd name="T93" fmla="*/ 659 h 737"/>
                  <a:gd name="T94" fmla="*/ 519 w 614"/>
                  <a:gd name="T95" fmla="*/ 626 h 737"/>
                  <a:gd name="T96" fmla="*/ 535 w 614"/>
                  <a:gd name="T97" fmla="*/ 581 h 737"/>
                  <a:gd name="T98" fmla="*/ 429 w 614"/>
                  <a:gd name="T99" fmla="*/ 685 h 737"/>
                  <a:gd name="T100" fmla="*/ 300 w 614"/>
                  <a:gd name="T101" fmla="*/ 720 h 737"/>
                  <a:gd name="T102" fmla="*/ 182 w 614"/>
                  <a:gd name="T103" fmla="*/ 686 h 737"/>
                  <a:gd name="T104" fmla="*/ 76 w 614"/>
                  <a:gd name="T105" fmla="*/ 580 h 737"/>
                  <a:gd name="T106" fmla="*/ 29 w 614"/>
                  <a:gd name="T107" fmla="*/ 461 h 737"/>
                  <a:gd name="T108" fmla="*/ 19 w 614"/>
                  <a:gd name="T109" fmla="*/ 341 h 737"/>
                  <a:gd name="T110" fmla="*/ 55 w 614"/>
                  <a:gd name="T111" fmla="*/ 198 h 737"/>
                  <a:gd name="T112" fmla="*/ 144 w 614"/>
                  <a:gd name="T113" fmla="*/ 79 h 737"/>
                  <a:gd name="T114" fmla="*/ 255 w 614"/>
                  <a:gd name="T115" fmla="*/ 23 h 737"/>
                  <a:gd name="T116" fmla="*/ 375 w 614"/>
                  <a:gd name="T117" fmla="*/ 27 h 737"/>
                  <a:gd name="T118" fmla="*/ 499 w 614"/>
                  <a:gd name="T119" fmla="*/ 106 h 737"/>
                  <a:gd name="T120" fmla="*/ 574 w 614"/>
                  <a:gd name="T121" fmla="*/ 235 h 737"/>
                  <a:gd name="T122" fmla="*/ 595 w 614"/>
                  <a:gd name="T123" fmla="*/ 359 h 737"/>
                  <a:gd name="T124" fmla="*/ 580 w 614"/>
                  <a:gd name="T125" fmla="*/ 482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4" h="737">
                    <a:moveTo>
                      <a:pt x="542" y="602"/>
                    </a:move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6" y="598"/>
                      <a:pt x="549" y="595"/>
                      <a:pt x="551" y="591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4" y="587"/>
                      <a:pt x="555" y="583"/>
                      <a:pt x="556" y="579"/>
                    </a:cubicBezTo>
                    <a:cubicBezTo>
                      <a:pt x="556" y="579"/>
                      <a:pt x="556" y="579"/>
                      <a:pt x="556" y="579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62" y="573"/>
                      <a:pt x="566" y="567"/>
                      <a:pt x="568" y="556"/>
                    </a:cubicBezTo>
                    <a:cubicBezTo>
                      <a:pt x="568" y="556"/>
                      <a:pt x="568" y="556"/>
                      <a:pt x="568" y="556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74" y="550"/>
                      <a:pt x="578" y="544"/>
                      <a:pt x="579" y="533"/>
                    </a:cubicBezTo>
                    <a:cubicBezTo>
                      <a:pt x="579" y="533"/>
                      <a:pt x="579" y="533"/>
                      <a:pt x="579" y="533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2" y="529"/>
                      <a:pt x="584" y="526"/>
                      <a:pt x="586" y="521"/>
                    </a:cubicBezTo>
                    <a:cubicBezTo>
                      <a:pt x="586" y="521"/>
                      <a:pt x="586" y="521"/>
                      <a:pt x="586" y="521"/>
                    </a:cubicBezTo>
                    <a:cubicBezTo>
                      <a:pt x="587" y="518"/>
                      <a:pt x="588" y="513"/>
                      <a:pt x="589" y="508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93" y="502"/>
                      <a:pt x="596" y="495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600" y="477"/>
                      <a:pt x="602" y="471"/>
                      <a:pt x="602" y="462"/>
                    </a:cubicBezTo>
                    <a:cubicBezTo>
                      <a:pt x="602" y="461"/>
                      <a:pt x="602" y="460"/>
                      <a:pt x="602" y="459"/>
                    </a:cubicBezTo>
                    <a:cubicBezTo>
                      <a:pt x="602" y="459"/>
                      <a:pt x="602" y="459"/>
                      <a:pt x="602" y="459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5" y="454"/>
                      <a:pt x="606" y="450"/>
                      <a:pt x="607" y="446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3"/>
                      <a:pt x="607" y="441"/>
                      <a:pt x="607" y="440"/>
                    </a:cubicBezTo>
                    <a:cubicBezTo>
                      <a:pt x="607" y="437"/>
                      <a:pt x="607" y="435"/>
                      <a:pt x="607" y="433"/>
                    </a:cubicBezTo>
                    <a:cubicBezTo>
                      <a:pt x="607" y="432"/>
                      <a:pt x="607" y="432"/>
                      <a:pt x="607" y="432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9" y="427"/>
                      <a:pt x="611" y="422"/>
                      <a:pt x="611" y="416"/>
                    </a:cubicBezTo>
                    <a:cubicBezTo>
                      <a:pt x="611" y="414"/>
                      <a:pt x="610" y="411"/>
                      <a:pt x="610" y="407"/>
                    </a:cubicBezTo>
                    <a:cubicBezTo>
                      <a:pt x="610" y="407"/>
                      <a:pt x="610" y="407"/>
                      <a:pt x="610" y="407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2" y="402"/>
                      <a:pt x="613" y="398"/>
                      <a:pt x="613" y="393"/>
                    </a:cubicBezTo>
                    <a:cubicBezTo>
                      <a:pt x="613" y="389"/>
                      <a:pt x="612" y="386"/>
                      <a:pt x="611" y="382"/>
                    </a:cubicBezTo>
                    <a:cubicBezTo>
                      <a:pt x="611" y="382"/>
                      <a:pt x="611" y="382"/>
                      <a:pt x="611" y="382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3" y="377"/>
                      <a:pt x="614" y="373"/>
                      <a:pt x="614" y="368"/>
                    </a:cubicBezTo>
                    <a:cubicBezTo>
                      <a:pt x="614" y="368"/>
                      <a:pt x="614" y="368"/>
                      <a:pt x="614" y="368"/>
                    </a:cubicBezTo>
                    <a:cubicBezTo>
                      <a:pt x="614" y="367"/>
                      <a:pt x="614" y="367"/>
                      <a:pt x="614" y="367"/>
                    </a:cubicBezTo>
                    <a:cubicBezTo>
                      <a:pt x="613" y="364"/>
                      <a:pt x="613" y="360"/>
                      <a:pt x="611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2" y="350"/>
                      <a:pt x="613" y="348"/>
                      <a:pt x="613" y="344"/>
                    </a:cubicBezTo>
                    <a:cubicBezTo>
                      <a:pt x="613" y="340"/>
                      <a:pt x="612" y="335"/>
                      <a:pt x="610" y="330"/>
                    </a:cubicBezTo>
                    <a:cubicBezTo>
                      <a:pt x="610" y="329"/>
                      <a:pt x="610" y="329"/>
                      <a:pt x="610" y="329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5"/>
                      <a:pt x="611" y="323"/>
                      <a:pt x="611" y="320"/>
                    </a:cubicBezTo>
                    <a:cubicBezTo>
                      <a:pt x="611" y="316"/>
                      <a:pt x="610" y="310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0"/>
                      <a:pt x="607" y="298"/>
                      <a:pt x="607" y="296"/>
                    </a:cubicBezTo>
                    <a:cubicBezTo>
                      <a:pt x="607" y="294"/>
                      <a:pt x="607" y="293"/>
                      <a:pt x="607" y="291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6"/>
                      <a:pt x="604" y="282"/>
                      <a:pt x="602" y="278"/>
                    </a:cubicBezTo>
                    <a:cubicBezTo>
                      <a:pt x="602" y="278"/>
                      <a:pt x="602" y="278"/>
                      <a:pt x="602" y="278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5"/>
                      <a:pt x="602" y="273"/>
                      <a:pt x="602" y="272"/>
                    </a:cubicBezTo>
                    <a:cubicBezTo>
                      <a:pt x="602" y="267"/>
                      <a:pt x="601" y="260"/>
                      <a:pt x="596" y="253"/>
                    </a:cubicBezTo>
                    <a:cubicBezTo>
                      <a:pt x="596" y="253"/>
                      <a:pt x="596" y="253"/>
                      <a:pt x="596" y="253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0"/>
                      <a:pt x="596" y="249"/>
                      <a:pt x="596" y="248"/>
                    </a:cubicBezTo>
                    <a:cubicBezTo>
                      <a:pt x="596" y="243"/>
                      <a:pt x="594" y="236"/>
                      <a:pt x="589" y="229"/>
                    </a:cubicBezTo>
                    <a:cubicBezTo>
                      <a:pt x="589" y="229"/>
                      <a:pt x="589" y="229"/>
                      <a:pt x="589" y="229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6"/>
                      <a:pt x="588" y="226"/>
                      <a:pt x="588" y="226"/>
                    </a:cubicBezTo>
                    <a:cubicBezTo>
                      <a:pt x="588" y="223"/>
                      <a:pt x="587" y="219"/>
                      <a:pt x="586" y="215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4" y="211"/>
                      <a:pt x="582" y="207"/>
                      <a:pt x="579" y="204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8" y="196"/>
                      <a:pt x="576" y="189"/>
                      <a:pt x="569" y="180"/>
                    </a:cubicBezTo>
                    <a:cubicBezTo>
                      <a:pt x="569" y="180"/>
                      <a:pt x="569" y="180"/>
                      <a:pt x="569" y="180"/>
                    </a:cubicBezTo>
                    <a:cubicBezTo>
                      <a:pt x="568" y="179"/>
                      <a:pt x="568" y="179"/>
                      <a:pt x="568" y="179"/>
                    </a:cubicBezTo>
                    <a:cubicBezTo>
                      <a:pt x="568" y="178"/>
                      <a:pt x="568" y="178"/>
                      <a:pt x="568" y="178"/>
                    </a:cubicBezTo>
                    <a:cubicBezTo>
                      <a:pt x="567" y="172"/>
                      <a:pt x="564" y="165"/>
                      <a:pt x="557" y="158"/>
                    </a:cubicBezTo>
                    <a:cubicBezTo>
                      <a:pt x="556" y="158"/>
                      <a:pt x="556" y="158"/>
                      <a:pt x="556" y="158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5" y="156"/>
                      <a:pt x="555" y="156"/>
                      <a:pt x="555" y="156"/>
                    </a:cubicBezTo>
                    <a:cubicBezTo>
                      <a:pt x="555" y="153"/>
                      <a:pt x="554" y="149"/>
                      <a:pt x="551" y="145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48" y="141"/>
                      <a:pt x="546" y="138"/>
                      <a:pt x="542" y="135"/>
                    </a:cubicBezTo>
                    <a:cubicBezTo>
                      <a:pt x="542" y="135"/>
                      <a:pt x="542" y="135"/>
                      <a:pt x="542" y="135"/>
                    </a:cubicBezTo>
                    <a:cubicBezTo>
                      <a:pt x="541" y="134"/>
                      <a:pt x="541" y="134"/>
                      <a:pt x="541" y="134"/>
                    </a:cubicBezTo>
                    <a:cubicBezTo>
                      <a:pt x="541" y="133"/>
                      <a:pt x="541" y="133"/>
                      <a:pt x="541" y="133"/>
                    </a:cubicBezTo>
                    <a:cubicBezTo>
                      <a:pt x="540" y="127"/>
                      <a:pt x="536" y="121"/>
                      <a:pt x="527" y="115"/>
                    </a:cubicBezTo>
                    <a:cubicBezTo>
                      <a:pt x="527" y="114"/>
                      <a:pt x="527" y="114"/>
                      <a:pt x="527" y="114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4" y="107"/>
                      <a:pt x="519" y="101"/>
                      <a:pt x="510" y="95"/>
                    </a:cubicBezTo>
                    <a:cubicBezTo>
                      <a:pt x="510" y="95"/>
                      <a:pt x="510" y="95"/>
                      <a:pt x="510" y="95"/>
                    </a:cubicBezTo>
                    <a:cubicBezTo>
                      <a:pt x="509" y="94"/>
                      <a:pt x="509" y="94"/>
                      <a:pt x="509" y="94"/>
                    </a:cubicBezTo>
                    <a:cubicBezTo>
                      <a:pt x="509" y="93"/>
                      <a:pt x="509" y="93"/>
                      <a:pt x="509" y="93"/>
                    </a:cubicBezTo>
                    <a:cubicBezTo>
                      <a:pt x="507" y="90"/>
                      <a:pt x="505" y="87"/>
                      <a:pt x="502" y="84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499" y="81"/>
                      <a:pt x="495" y="78"/>
                      <a:pt x="491" y="76"/>
                    </a:cubicBezTo>
                    <a:cubicBezTo>
                      <a:pt x="491" y="76"/>
                      <a:pt x="491" y="76"/>
                      <a:pt x="491" y="76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87" y="69"/>
                      <a:pt x="482" y="63"/>
                      <a:pt x="471" y="59"/>
                    </a:cubicBezTo>
                    <a:cubicBezTo>
                      <a:pt x="471" y="59"/>
                      <a:pt x="471" y="59"/>
                      <a:pt x="471" y="59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67" y="53"/>
                      <a:pt x="461" y="48"/>
                      <a:pt x="450" y="45"/>
                    </a:cubicBezTo>
                    <a:cubicBezTo>
                      <a:pt x="450" y="44"/>
                      <a:pt x="450" y="44"/>
                      <a:pt x="450" y="44"/>
                    </a:cubicBezTo>
                    <a:cubicBezTo>
                      <a:pt x="449" y="44"/>
                      <a:pt x="449" y="44"/>
                      <a:pt x="449" y="44"/>
                    </a:cubicBezTo>
                    <a:cubicBezTo>
                      <a:pt x="449" y="43"/>
                      <a:pt x="449" y="43"/>
                      <a:pt x="449" y="43"/>
                    </a:cubicBezTo>
                    <a:cubicBezTo>
                      <a:pt x="446" y="41"/>
                      <a:pt x="444" y="38"/>
                      <a:pt x="440" y="36"/>
                    </a:cubicBezTo>
                    <a:cubicBezTo>
                      <a:pt x="440" y="36"/>
                      <a:pt x="440" y="36"/>
                      <a:pt x="440" y="36"/>
                    </a:cubicBezTo>
                    <a:cubicBezTo>
                      <a:pt x="436" y="34"/>
                      <a:pt x="432" y="32"/>
                      <a:pt x="427" y="31"/>
                    </a:cubicBezTo>
                    <a:cubicBezTo>
                      <a:pt x="427" y="31"/>
                      <a:pt x="427" y="31"/>
                      <a:pt x="427" y="31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1" y="26"/>
                      <a:pt x="414" y="21"/>
                      <a:pt x="403" y="20"/>
                    </a:cubicBezTo>
                    <a:cubicBezTo>
                      <a:pt x="403" y="20"/>
                      <a:pt x="403" y="20"/>
                      <a:pt x="403" y="20"/>
                    </a:cubicBezTo>
                    <a:cubicBezTo>
                      <a:pt x="402" y="20"/>
                      <a:pt x="402" y="20"/>
                      <a:pt x="402" y="20"/>
                    </a:cubicBezTo>
                    <a:cubicBezTo>
                      <a:pt x="401" y="19"/>
                      <a:pt x="401" y="19"/>
                      <a:pt x="401" y="19"/>
                    </a:cubicBezTo>
                    <a:cubicBezTo>
                      <a:pt x="397" y="15"/>
                      <a:pt x="390" y="12"/>
                      <a:pt x="379" y="12"/>
                    </a:cubicBezTo>
                    <a:cubicBezTo>
                      <a:pt x="379" y="12"/>
                      <a:pt x="379" y="12"/>
                      <a:pt x="379" y="12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4" y="9"/>
                      <a:pt x="371" y="7"/>
                      <a:pt x="366" y="6"/>
                    </a:cubicBezTo>
                    <a:cubicBezTo>
                      <a:pt x="366" y="6"/>
                      <a:pt x="366" y="6"/>
                      <a:pt x="366" y="6"/>
                    </a:cubicBezTo>
                    <a:cubicBezTo>
                      <a:pt x="363" y="6"/>
                      <a:pt x="360" y="5"/>
                      <a:pt x="357" y="5"/>
                    </a:cubicBezTo>
                    <a:cubicBezTo>
                      <a:pt x="355" y="5"/>
                      <a:pt x="354" y="5"/>
                      <a:pt x="352" y="5"/>
                    </a:cubicBezTo>
                    <a:cubicBezTo>
                      <a:pt x="352" y="5"/>
                      <a:pt x="352" y="5"/>
                      <a:pt x="352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0" y="5"/>
                      <a:pt x="350" y="5"/>
                      <a:pt x="350" y="5"/>
                    </a:cubicBezTo>
                    <a:cubicBezTo>
                      <a:pt x="347" y="3"/>
                      <a:pt x="342" y="1"/>
                      <a:pt x="335" y="1"/>
                    </a:cubicBezTo>
                    <a:cubicBezTo>
                      <a:pt x="333" y="1"/>
                      <a:pt x="330" y="2"/>
                      <a:pt x="327" y="2"/>
                    </a:cubicBezTo>
                    <a:cubicBezTo>
                      <a:pt x="327" y="2"/>
                      <a:pt x="327" y="2"/>
                      <a:pt x="327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1" y="1"/>
                      <a:pt x="318" y="0"/>
                      <a:pt x="313" y="0"/>
                    </a:cubicBezTo>
                    <a:cubicBezTo>
                      <a:pt x="309" y="0"/>
                      <a:pt x="305" y="0"/>
                      <a:pt x="301" y="2"/>
                    </a:cubicBezTo>
                    <a:cubicBezTo>
                      <a:pt x="301" y="2"/>
                      <a:pt x="301" y="2"/>
                      <a:pt x="301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6" y="1"/>
                      <a:pt x="293" y="0"/>
                      <a:pt x="290" y="0"/>
                    </a:cubicBezTo>
                    <a:cubicBezTo>
                      <a:pt x="289" y="0"/>
                      <a:pt x="288" y="0"/>
                      <a:pt x="287" y="0"/>
                    </a:cubicBezTo>
                    <a:cubicBezTo>
                      <a:pt x="287" y="0"/>
                      <a:pt x="287" y="0"/>
                      <a:pt x="287" y="0"/>
                    </a:cubicBezTo>
                    <a:cubicBezTo>
                      <a:pt x="283" y="1"/>
                      <a:pt x="279" y="1"/>
                      <a:pt x="274" y="4"/>
                    </a:cubicBezTo>
                    <a:cubicBezTo>
                      <a:pt x="274" y="4"/>
                      <a:pt x="274" y="4"/>
                      <a:pt x="274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0" y="3"/>
                      <a:pt x="268" y="3"/>
                      <a:pt x="266" y="3"/>
                    </a:cubicBezTo>
                    <a:cubicBezTo>
                      <a:pt x="261" y="3"/>
                      <a:pt x="255" y="4"/>
                      <a:pt x="248" y="8"/>
                    </a:cubicBezTo>
                    <a:cubicBezTo>
                      <a:pt x="248" y="8"/>
                      <a:pt x="248" y="8"/>
                      <a:pt x="248" y="8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5" y="8"/>
                      <a:pt x="244" y="8"/>
                      <a:pt x="243" y="8"/>
                    </a:cubicBezTo>
                    <a:cubicBezTo>
                      <a:pt x="238" y="8"/>
                      <a:pt x="231" y="10"/>
                      <a:pt x="223" y="15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2" y="16"/>
                      <a:pt x="222" y="16"/>
                      <a:pt x="222" y="16"/>
                    </a:cubicBezTo>
                    <a:cubicBezTo>
                      <a:pt x="221" y="16"/>
                      <a:pt x="221" y="16"/>
                      <a:pt x="221" y="16"/>
                    </a:cubicBezTo>
                    <a:cubicBezTo>
                      <a:pt x="221" y="16"/>
                      <a:pt x="221" y="16"/>
                      <a:pt x="220" y="16"/>
                    </a:cubicBezTo>
                    <a:cubicBezTo>
                      <a:pt x="217" y="16"/>
                      <a:pt x="213" y="17"/>
                      <a:pt x="210" y="18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5" y="20"/>
                      <a:pt x="202" y="22"/>
                      <a:pt x="198" y="25"/>
                    </a:cubicBezTo>
                    <a:cubicBezTo>
                      <a:pt x="198" y="25"/>
                      <a:pt x="198" y="25"/>
                      <a:pt x="198" y="25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0" y="27"/>
                      <a:pt x="183" y="29"/>
                      <a:pt x="175" y="37"/>
                    </a:cubicBezTo>
                    <a:cubicBezTo>
                      <a:pt x="175" y="37"/>
                      <a:pt x="175" y="37"/>
                      <a:pt x="175" y="37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67" y="39"/>
                      <a:pt x="160" y="43"/>
                      <a:pt x="153" y="51"/>
                    </a:cubicBezTo>
                    <a:cubicBezTo>
                      <a:pt x="153" y="51"/>
                      <a:pt x="153" y="51"/>
                      <a:pt x="153" y="51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48" y="53"/>
                      <a:pt x="145" y="55"/>
                      <a:pt x="141" y="58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37" y="61"/>
                      <a:pt x="135" y="64"/>
                      <a:pt x="132" y="68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30" y="69"/>
                      <a:pt x="130" y="69"/>
                      <a:pt x="130" y="69"/>
                    </a:cubicBezTo>
                    <a:cubicBezTo>
                      <a:pt x="125" y="71"/>
                      <a:pt x="119" y="75"/>
                      <a:pt x="113" y="85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06" y="89"/>
                      <a:pt x="100" y="94"/>
                      <a:pt x="96" y="104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1" y="107"/>
                      <a:pt x="88" y="109"/>
                      <a:pt x="85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2" y="117"/>
                      <a:pt x="80" y="120"/>
                      <a:pt x="79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8" y="126"/>
                      <a:pt x="78" y="126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2" y="130"/>
                      <a:pt x="67" y="135"/>
                      <a:pt x="64" y="146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58" y="151"/>
                      <a:pt x="54" y="157"/>
                      <a:pt x="51" y="168"/>
                    </a:cubicBezTo>
                    <a:cubicBezTo>
                      <a:pt x="51" y="168"/>
                      <a:pt x="51" y="168"/>
                      <a:pt x="51" y="168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48" y="172"/>
                      <a:pt x="45" y="175"/>
                      <a:pt x="43" y="179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1" y="184"/>
                      <a:pt x="40" y="187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4" y="198"/>
                      <a:pt x="30" y="205"/>
                      <a:pt x="29" y="216"/>
                    </a:cubicBezTo>
                    <a:cubicBezTo>
                      <a:pt x="29" y="216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29" y="218"/>
                      <a:pt x="29" y="218"/>
                      <a:pt x="29" y="218"/>
                    </a:cubicBezTo>
                    <a:cubicBezTo>
                      <a:pt x="24" y="222"/>
                      <a:pt x="21" y="229"/>
                      <a:pt x="21" y="240"/>
                    </a:cubicBezTo>
                    <a:cubicBezTo>
                      <a:pt x="21" y="240"/>
                      <a:pt x="21" y="240"/>
                      <a:pt x="21" y="240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0" y="242"/>
                      <a:pt x="20" y="242"/>
                      <a:pt x="20" y="242"/>
                    </a:cubicBezTo>
                    <a:cubicBezTo>
                      <a:pt x="18" y="244"/>
                      <a:pt x="17" y="248"/>
                      <a:pt x="15" y="252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4" y="256"/>
                      <a:pt x="14" y="259"/>
                      <a:pt x="14" y="263"/>
                    </a:cubicBezTo>
                    <a:cubicBezTo>
                      <a:pt x="14" y="264"/>
                      <a:pt x="14" y="265"/>
                      <a:pt x="14" y="265"/>
                    </a:cubicBezTo>
                    <a:cubicBezTo>
                      <a:pt x="14" y="266"/>
                      <a:pt x="14" y="266"/>
                      <a:pt x="14" y="266"/>
                    </a:cubicBezTo>
                    <a:cubicBezTo>
                      <a:pt x="14" y="267"/>
                      <a:pt x="14" y="267"/>
                      <a:pt x="14" y="267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1" y="272"/>
                      <a:pt x="8" y="277"/>
                      <a:pt x="8" y="285"/>
                    </a:cubicBezTo>
                    <a:cubicBezTo>
                      <a:pt x="8" y="287"/>
                      <a:pt x="9" y="289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6" y="296"/>
                      <a:pt x="4" y="301"/>
                      <a:pt x="4" y="308"/>
                    </a:cubicBezTo>
                    <a:cubicBezTo>
                      <a:pt x="4" y="310"/>
                      <a:pt x="5" y="313"/>
                      <a:pt x="5" y="316"/>
                    </a:cubicBezTo>
                    <a:cubicBezTo>
                      <a:pt x="5" y="316"/>
                      <a:pt x="5" y="316"/>
                      <a:pt x="5" y="316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3" y="321"/>
                      <a:pt x="2" y="325"/>
                      <a:pt x="2" y="329"/>
                    </a:cubicBezTo>
                    <a:cubicBezTo>
                      <a:pt x="2" y="329"/>
                      <a:pt x="2" y="329"/>
                      <a:pt x="2" y="329"/>
                    </a:cubicBezTo>
                    <a:cubicBezTo>
                      <a:pt x="1" y="330"/>
                      <a:pt x="1" y="331"/>
                      <a:pt x="1" y="332"/>
                    </a:cubicBezTo>
                    <a:cubicBezTo>
                      <a:pt x="1" y="335"/>
                      <a:pt x="2" y="339"/>
                      <a:pt x="3" y="342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3" y="344"/>
                      <a:pt x="3" y="344"/>
                      <a:pt x="3" y="344"/>
                    </a:cubicBezTo>
                    <a:cubicBezTo>
                      <a:pt x="2" y="344"/>
                      <a:pt x="2" y="344"/>
                      <a:pt x="2" y="344"/>
                    </a:cubicBezTo>
                    <a:cubicBezTo>
                      <a:pt x="1" y="348"/>
                      <a:pt x="0" y="351"/>
                      <a:pt x="0" y="356"/>
                    </a:cubicBezTo>
                    <a:cubicBezTo>
                      <a:pt x="0" y="359"/>
                      <a:pt x="1" y="363"/>
                      <a:pt x="2" y="368"/>
                    </a:cubicBezTo>
                    <a:cubicBezTo>
                      <a:pt x="2" y="368"/>
                      <a:pt x="2" y="368"/>
                      <a:pt x="2" y="368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1" y="373"/>
                      <a:pt x="0" y="376"/>
                      <a:pt x="0" y="380"/>
                    </a:cubicBezTo>
                    <a:cubicBezTo>
                      <a:pt x="0" y="384"/>
                      <a:pt x="1" y="388"/>
                      <a:pt x="3" y="393"/>
                    </a:cubicBezTo>
                    <a:cubicBezTo>
                      <a:pt x="3" y="394"/>
                      <a:pt x="3" y="394"/>
                      <a:pt x="3" y="394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2" y="398"/>
                      <a:pt x="1" y="401"/>
                      <a:pt x="1" y="404"/>
                    </a:cubicBezTo>
                    <a:cubicBezTo>
                      <a:pt x="1" y="405"/>
                      <a:pt x="1" y="406"/>
                      <a:pt x="2" y="407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12"/>
                      <a:pt x="3" y="416"/>
                      <a:pt x="5" y="420"/>
                    </a:cubicBezTo>
                    <a:cubicBezTo>
                      <a:pt x="5" y="420"/>
                      <a:pt x="5" y="420"/>
                      <a:pt x="5" y="420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4"/>
                      <a:pt x="4" y="426"/>
                      <a:pt x="4" y="428"/>
                    </a:cubicBezTo>
                    <a:cubicBezTo>
                      <a:pt x="4" y="433"/>
                      <a:pt x="5" y="439"/>
                      <a:pt x="9" y="445"/>
                    </a:cubicBezTo>
                    <a:cubicBezTo>
                      <a:pt x="9" y="445"/>
                      <a:pt x="9" y="445"/>
                      <a:pt x="9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9"/>
                      <a:pt x="8" y="450"/>
                      <a:pt x="8" y="452"/>
                    </a:cubicBezTo>
                    <a:cubicBezTo>
                      <a:pt x="8" y="457"/>
                      <a:pt x="10" y="463"/>
                      <a:pt x="14" y="470"/>
                    </a:cubicBezTo>
                    <a:cubicBezTo>
                      <a:pt x="14" y="470"/>
                      <a:pt x="14" y="470"/>
                      <a:pt x="14" y="470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3"/>
                      <a:pt x="14" y="475"/>
                      <a:pt x="14" y="476"/>
                    </a:cubicBezTo>
                    <a:cubicBezTo>
                      <a:pt x="14" y="478"/>
                      <a:pt x="14" y="481"/>
                      <a:pt x="15" y="484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7" y="489"/>
                      <a:pt x="18" y="492"/>
                      <a:pt x="21" y="496"/>
                    </a:cubicBezTo>
                    <a:cubicBezTo>
                      <a:pt x="21" y="496"/>
                      <a:pt x="21" y="496"/>
                      <a:pt x="21" y="496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1" y="499"/>
                      <a:pt x="21" y="499"/>
                      <a:pt x="21" y="500"/>
                    </a:cubicBezTo>
                    <a:cubicBezTo>
                      <a:pt x="21" y="505"/>
                      <a:pt x="23" y="512"/>
                      <a:pt x="29" y="520"/>
                    </a:cubicBezTo>
                    <a:cubicBezTo>
                      <a:pt x="29" y="520"/>
                      <a:pt x="29" y="520"/>
                      <a:pt x="29" y="520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3"/>
                      <a:pt x="30" y="523"/>
                    </a:cubicBezTo>
                    <a:cubicBezTo>
                      <a:pt x="30" y="529"/>
                      <a:pt x="32" y="536"/>
                      <a:pt x="39" y="544"/>
                    </a:cubicBezTo>
                    <a:cubicBezTo>
                      <a:pt x="39" y="544"/>
                      <a:pt x="39" y="544"/>
                      <a:pt x="39" y="544"/>
                    </a:cubicBezTo>
                    <a:cubicBezTo>
                      <a:pt x="40" y="545"/>
                      <a:pt x="40" y="545"/>
                      <a:pt x="40" y="545"/>
                    </a:cubicBezTo>
                    <a:cubicBezTo>
                      <a:pt x="40" y="546"/>
                      <a:pt x="40" y="546"/>
                      <a:pt x="40" y="546"/>
                    </a:cubicBezTo>
                    <a:cubicBezTo>
                      <a:pt x="40" y="549"/>
                      <a:pt x="41" y="553"/>
                      <a:pt x="43" y="557"/>
                    </a:cubicBezTo>
                    <a:cubicBezTo>
                      <a:pt x="43" y="557"/>
                      <a:pt x="43" y="557"/>
                      <a:pt x="43" y="557"/>
                    </a:cubicBezTo>
                    <a:cubicBezTo>
                      <a:pt x="45" y="560"/>
                      <a:pt x="47" y="564"/>
                      <a:pt x="51" y="568"/>
                    </a:cubicBezTo>
                    <a:cubicBezTo>
                      <a:pt x="51" y="568"/>
                      <a:pt x="51" y="568"/>
                      <a:pt x="51" y="568"/>
                    </a:cubicBezTo>
                    <a:cubicBezTo>
                      <a:pt x="52" y="569"/>
                      <a:pt x="52" y="569"/>
                      <a:pt x="52" y="569"/>
                    </a:cubicBezTo>
                    <a:cubicBezTo>
                      <a:pt x="52" y="570"/>
                      <a:pt x="52" y="570"/>
                      <a:pt x="52" y="570"/>
                    </a:cubicBezTo>
                    <a:cubicBezTo>
                      <a:pt x="53" y="576"/>
                      <a:pt x="56" y="583"/>
                      <a:pt x="64" y="590"/>
                    </a:cubicBezTo>
                    <a:cubicBezTo>
                      <a:pt x="64" y="590"/>
                      <a:pt x="64" y="590"/>
                      <a:pt x="64" y="590"/>
                    </a:cubicBezTo>
                    <a:cubicBezTo>
                      <a:pt x="65" y="591"/>
                      <a:pt x="65" y="591"/>
                      <a:pt x="65" y="591"/>
                    </a:cubicBezTo>
                    <a:cubicBezTo>
                      <a:pt x="65" y="592"/>
                      <a:pt x="65" y="592"/>
                      <a:pt x="65" y="592"/>
                    </a:cubicBezTo>
                    <a:cubicBezTo>
                      <a:pt x="66" y="598"/>
                      <a:pt x="70" y="604"/>
                      <a:pt x="78" y="611"/>
                    </a:cubicBezTo>
                    <a:cubicBezTo>
                      <a:pt x="78" y="611"/>
                      <a:pt x="78" y="611"/>
                      <a:pt x="78" y="611"/>
                    </a:cubicBezTo>
                    <a:cubicBezTo>
                      <a:pt x="79" y="613"/>
                      <a:pt x="79" y="613"/>
                      <a:pt x="79" y="613"/>
                    </a:cubicBezTo>
                    <a:cubicBezTo>
                      <a:pt x="80" y="613"/>
                      <a:pt x="80" y="613"/>
                      <a:pt x="80" y="613"/>
                    </a:cubicBezTo>
                    <a:cubicBezTo>
                      <a:pt x="80" y="616"/>
                      <a:pt x="82" y="620"/>
                      <a:pt x="85" y="623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8" y="627"/>
                      <a:pt x="91" y="630"/>
                      <a:pt x="95" y="632"/>
                    </a:cubicBezTo>
                    <a:cubicBezTo>
                      <a:pt x="95" y="632"/>
                      <a:pt x="95" y="632"/>
                      <a:pt x="95" y="632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8" y="640"/>
                      <a:pt x="103" y="646"/>
                      <a:pt x="113" y="651"/>
                    </a:cubicBezTo>
                    <a:cubicBezTo>
                      <a:pt x="113" y="651"/>
                      <a:pt x="113" y="651"/>
                      <a:pt x="113" y="651"/>
                    </a:cubicBezTo>
                    <a:cubicBezTo>
                      <a:pt x="114" y="652"/>
                      <a:pt x="114" y="652"/>
                      <a:pt x="114" y="652"/>
                    </a:cubicBezTo>
                    <a:cubicBezTo>
                      <a:pt x="114" y="653"/>
                      <a:pt x="114" y="653"/>
                      <a:pt x="114" y="653"/>
                    </a:cubicBezTo>
                    <a:cubicBezTo>
                      <a:pt x="117" y="658"/>
                      <a:pt x="122" y="664"/>
                      <a:pt x="132" y="668"/>
                    </a:cubicBezTo>
                    <a:cubicBezTo>
                      <a:pt x="132" y="668"/>
                      <a:pt x="132" y="668"/>
                      <a:pt x="132" y="668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5" y="673"/>
                      <a:pt x="137" y="676"/>
                      <a:pt x="141" y="679"/>
                    </a:cubicBezTo>
                    <a:cubicBezTo>
                      <a:pt x="141" y="679"/>
                      <a:pt x="141" y="679"/>
                      <a:pt x="141" y="679"/>
                    </a:cubicBezTo>
                    <a:cubicBezTo>
                      <a:pt x="144" y="681"/>
                      <a:pt x="148" y="683"/>
                      <a:pt x="153" y="685"/>
                    </a:cubicBezTo>
                    <a:cubicBezTo>
                      <a:pt x="153" y="685"/>
                      <a:pt x="153" y="685"/>
                      <a:pt x="153" y="685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8" y="691"/>
                      <a:pt x="164" y="696"/>
                      <a:pt x="175" y="699"/>
                    </a:cubicBezTo>
                    <a:cubicBezTo>
                      <a:pt x="175" y="699"/>
                      <a:pt x="175" y="699"/>
                      <a:pt x="175" y="699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80" y="705"/>
                      <a:pt x="187" y="709"/>
                      <a:pt x="198" y="711"/>
                    </a:cubicBezTo>
                    <a:cubicBezTo>
                      <a:pt x="198" y="711"/>
                      <a:pt x="198" y="711"/>
                      <a:pt x="198" y="711"/>
                    </a:cubicBezTo>
                    <a:cubicBezTo>
                      <a:pt x="199" y="711"/>
                      <a:pt x="199" y="711"/>
                      <a:pt x="199" y="711"/>
                    </a:cubicBezTo>
                    <a:cubicBezTo>
                      <a:pt x="200" y="712"/>
                      <a:pt x="200" y="712"/>
                      <a:pt x="200" y="712"/>
                    </a:cubicBezTo>
                    <a:cubicBezTo>
                      <a:pt x="202" y="714"/>
                      <a:pt x="205" y="716"/>
                      <a:pt x="210" y="718"/>
                    </a:cubicBezTo>
                    <a:cubicBezTo>
                      <a:pt x="210" y="718"/>
                      <a:pt x="210" y="718"/>
                      <a:pt x="210" y="718"/>
                    </a:cubicBezTo>
                    <a:cubicBezTo>
                      <a:pt x="213" y="720"/>
                      <a:pt x="217" y="720"/>
                      <a:pt x="223" y="721"/>
                    </a:cubicBezTo>
                    <a:cubicBezTo>
                      <a:pt x="223" y="721"/>
                      <a:pt x="223" y="721"/>
                      <a:pt x="223" y="721"/>
                    </a:cubicBezTo>
                    <a:cubicBezTo>
                      <a:pt x="225" y="721"/>
                      <a:pt x="225" y="721"/>
                      <a:pt x="225" y="721"/>
                    </a:cubicBezTo>
                    <a:cubicBezTo>
                      <a:pt x="225" y="722"/>
                      <a:pt x="225" y="722"/>
                      <a:pt x="225" y="722"/>
                    </a:cubicBezTo>
                    <a:cubicBezTo>
                      <a:pt x="229" y="725"/>
                      <a:pt x="236" y="728"/>
                      <a:pt x="246" y="728"/>
                    </a:cubicBezTo>
                    <a:cubicBezTo>
                      <a:pt x="247" y="728"/>
                      <a:pt x="247" y="728"/>
                      <a:pt x="248" y="728"/>
                    </a:cubicBezTo>
                    <a:cubicBezTo>
                      <a:pt x="248" y="728"/>
                      <a:pt x="248" y="728"/>
                      <a:pt x="248" y="728"/>
                    </a:cubicBezTo>
                    <a:cubicBezTo>
                      <a:pt x="250" y="728"/>
                      <a:pt x="250" y="728"/>
                      <a:pt x="250" y="728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254" y="731"/>
                      <a:pt x="259" y="733"/>
                      <a:pt x="267" y="733"/>
                    </a:cubicBezTo>
                    <a:cubicBezTo>
                      <a:pt x="269" y="733"/>
                      <a:pt x="271" y="733"/>
                      <a:pt x="273" y="733"/>
                    </a:cubicBezTo>
                    <a:cubicBezTo>
                      <a:pt x="273" y="733"/>
                      <a:pt x="273" y="733"/>
                      <a:pt x="273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8" y="735"/>
                      <a:pt x="282" y="736"/>
                      <a:pt x="287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9" y="736"/>
                      <a:pt x="289" y="736"/>
                      <a:pt x="290" y="736"/>
                    </a:cubicBezTo>
                    <a:cubicBezTo>
                      <a:pt x="293" y="736"/>
                      <a:pt x="296" y="736"/>
                      <a:pt x="300" y="735"/>
                    </a:cubicBezTo>
                    <a:cubicBezTo>
                      <a:pt x="300" y="735"/>
                      <a:pt x="300" y="735"/>
                      <a:pt x="300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5" y="736"/>
                      <a:pt x="308" y="737"/>
                      <a:pt x="312" y="737"/>
                    </a:cubicBezTo>
                    <a:cubicBezTo>
                      <a:pt x="316" y="737"/>
                      <a:pt x="321" y="736"/>
                      <a:pt x="326" y="734"/>
                    </a:cubicBezTo>
                    <a:cubicBezTo>
                      <a:pt x="326" y="734"/>
                      <a:pt x="326" y="734"/>
                      <a:pt x="326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30" y="735"/>
                      <a:pt x="333" y="735"/>
                      <a:pt x="336" y="735"/>
                    </a:cubicBezTo>
                    <a:cubicBezTo>
                      <a:pt x="340" y="735"/>
                      <a:pt x="346" y="734"/>
                      <a:pt x="352" y="731"/>
                    </a:cubicBezTo>
                    <a:cubicBezTo>
                      <a:pt x="352" y="731"/>
                      <a:pt x="352" y="731"/>
                      <a:pt x="352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5" y="731"/>
                      <a:pt x="357" y="731"/>
                      <a:pt x="358" y="731"/>
                    </a:cubicBezTo>
                    <a:cubicBezTo>
                      <a:pt x="361" y="731"/>
                      <a:pt x="363" y="731"/>
                      <a:pt x="366" y="730"/>
                    </a:cubicBezTo>
                    <a:cubicBezTo>
                      <a:pt x="366" y="730"/>
                      <a:pt x="366" y="730"/>
                      <a:pt x="366" y="730"/>
                    </a:cubicBezTo>
                    <a:cubicBezTo>
                      <a:pt x="370" y="729"/>
                      <a:pt x="374" y="727"/>
                      <a:pt x="378" y="725"/>
                    </a:cubicBezTo>
                    <a:cubicBezTo>
                      <a:pt x="379" y="725"/>
                      <a:pt x="379" y="725"/>
                      <a:pt x="379" y="725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1" y="724"/>
                      <a:pt x="382" y="724"/>
                      <a:pt x="382" y="724"/>
                    </a:cubicBezTo>
                    <a:cubicBezTo>
                      <a:pt x="388" y="724"/>
                      <a:pt x="395" y="722"/>
                      <a:pt x="403" y="716"/>
                    </a:cubicBezTo>
                    <a:cubicBezTo>
                      <a:pt x="403" y="716"/>
                      <a:pt x="403" y="716"/>
                      <a:pt x="403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11" y="716"/>
                      <a:pt x="418" y="713"/>
                      <a:pt x="426" y="706"/>
                    </a:cubicBezTo>
                    <a:cubicBezTo>
                      <a:pt x="427" y="705"/>
                      <a:pt x="427" y="705"/>
                      <a:pt x="427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32" y="704"/>
                      <a:pt x="435" y="703"/>
                      <a:pt x="440" y="701"/>
                    </a:cubicBezTo>
                    <a:cubicBezTo>
                      <a:pt x="440" y="701"/>
                      <a:pt x="440" y="701"/>
                      <a:pt x="440" y="701"/>
                    </a:cubicBezTo>
                    <a:cubicBezTo>
                      <a:pt x="443" y="699"/>
                      <a:pt x="446" y="696"/>
                      <a:pt x="450" y="692"/>
                    </a:cubicBezTo>
                    <a:cubicBezTo>
                      <a:pt x="450" y="692"/>
                      <a:pt x="450" y="692"/>
                      <a:pt x="450" y="692"/>
                    </a:cubicBezTo>
                    <a:cubicBezTo>
                      <a:pt x="451" y="691"/>
                      <a:pt x="451" y="691"/>
                      <a:pt x="451" y="691"/>
                    </a:cubicBezTo>
                    <a:cubicBezTo>
                      <a:pt x="452" y="691"/>
                      <a:pt x="452" y="691"/>
                      <a:pt x="452" y="691"/>
                    </a:cubicBezTo>
                    <a:cubicBezTo>
                      <a:pt x="458" y="690"/>
                      <a:pt x="464" y="686"/>
                      <a:pt x="471" y="677"/>
                    </a:cubicBezTo>
                    <a:cubicBezTo>
                      <a:pt x="471" y="677"/>
                      <a:pt x="471" y="677"/>
                      <a:pt x="471" y="677"/>
                    </a:cubicBezTo>
                    <a:cubicBezTo>
                      <a:pt x="472" y="676"/>
                      <a:pt x="472" y="676"/>
                      <a:pt x="472" y="676"/>
                    </a:cubicBezTo>
                    <a:cubicBezTo>
                      <a:pt x="473" y="676"/>
                      <a:pt x="473" y="676"/>
                      <a:pt x="473" y="676"/>
                    </a:cubicBezTo>
                    <a:cubicBezTo>
                      <a:pt x="479" y="674"/>
                      <a:pt x="485" y="670"/>
                      <a:pt x="491" y="661"/>
                    </a:cubicBezTo>
                    <a:cubicBezTo>
                      <a:pt x="491" y="661"/>
                      <a:pt x="491" y="661"/>
                      <a:pt x="491" y="661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6" y="658"/>
                      <a:pt x="499" y="656"/>
                      <a:pt x="502" y="653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5" y="649"/>
                      <a:pt x="508" y="646"/>
                      <a:pt x="510" y="642"/>
                    </a:cubicBezTo>
                    <a:cubicBezTo>
                      <a:pt x="510" y="642"/>
                      <a:pt x="510" y="642"/>
                      <a:pt x="510" y="642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7" y="637"/>
                      <a:pt x="522" y="632"/>
                      <a:pt x="527" y="622"/>
                    </a:cubicBezTo>
                    <a:cubicBezTo>
                      <a:pt x="527" y="622"/>
                      <a:pt x="527" y="622"/>
                      <a:pt x="527" y="622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33" y="618"/>
                      <a:pt x="538" y="612"/>
                      <a:pt x="542" y="602"/>
                    </a:cubicBezTo>
                    <a:close/>
                    <a:moveTo>
                      <a:pt x="551" y="581"/>
                    </a:moveTo>
                    <a:cubicBezTo>
                      <a:pt x="550" y="583"/>
                      <a:pt x="549" y="584"/>
                      <a:pt x="549" y="585"/>
                    </a:cubicBezTo>
                    <a:cubicBezTo>
                      <a:pt x="548" y="585"/>
                      <a:pt x="548" y="585"/>
                      <a:pt x="548" y="585"/>
                    </a:cubicBezTo>
                    <a:cubicBezTo>
                      <a:pt x="548" y="585"/>
                      <a:pt x="547" y="584"/>
                      <a:pt x="546" y="583"/>
                    </a:cubicBezTo>
                    <a:cubicBezTo>
                      <a:pt x="545" y="582"/>
                      <a:pt x="545" y="581"/>
                      <a:pt x="545" y="578"/>
                    </a:cubicBezTo>
                    <a:cubicBezTo>
                      <a:pt x="545" y="578"/>
                      <a:pt x="545" y="578"/>
                      <a:pt x="545" y="577"/>
                    </a:cubicBezTo>
                    <a:cubicBezTo>
                      <a:pt x="545" y="575"/>
                      <a:pt x="545" y="572"/>
                      <a:pt x="546" y="571"/>
                    </a:cubicBezTo>
                    <a:cubicBezTo>
                      <a:pt x="547" y="569"/>
                      <a:pt x="548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50" y="567"/>
                      <a:pt x="551" y="568"/>
                    </a:cubicBezTo>
                    <a:cubicBezTo>
                      <a:pt x="552" y="569"/>
                      <a:pt x="552" y="571"/>
                      <a:pt x="553" y="573"/>
                    </a:cubicBezTo>
                    <a:cubicBezTo>
                      <a:pt x="553" y="573"/>
                      <a:pt x="553" y="574"/>
                      <a:pt x="553" y="574"/>
                    </a:cubicBezTo>
                    <a:cubicBezTo>
                      <a:pt x="553" y="576"/>
                      <a:pt x="552" y="579"/>
                      <a:pt x="551" y="581"/>
                    </a:cubicBezTo>
                    <a:moveTo>
                      <a:pt x="564" y="558"/>
                    </a:moveTo>
                    <a:cubicBezTo>
                      <a:pt x="563" y="560"/>
                      <a:pt x="562" y="561"/>
                      <a:pt x="562" y="562"/>
                    </a:cubicBezTo>
                    <a:cubicBezTo>
                      <a:pt x="562" y="562"/>
                      <a:pt x="562" y="562"/>
                      <a:pt x="562" y="562"/>
                    </a:cubicBezTo>
                    <a:cubicBezTo>
                      <a:pt x="561" y="562"/>
                      <a:pt x="561" y="562"/>
                      <a:pt x="561" y="562"/>
                    </a:cubicBezTo>
                    <a:cubicBezTo>
                      <a:pt x="561" y="562"/>
                      <a:pt x="560" y="561"/>
                      <a:pt x="559" y="560"/>
                    </a:cubicBezTo>
                    <a:cubicBezTo>
                      <a:pt x="558" y="559"/>
                      <a:pt x="557" y="558"/>
                      <a:pt x="557" y="556"/>
                    </a:cubicBezTo>
                    <a:cubicBezTo>
                      <a:pt x="557" y="555"/>
                      <a:pt x="557" y="555"/>
                      <a:pt x="557" y="554"/>
                    </a:cubicBezTo>
                    <a:cubicBezTo>
                      <a:pt x="557" y="552"/>
                      <a:pt x="558" y="549"/>
                      <a:pt x="558" y="548"/>
                    </a:cubicBezTo>
                    <a:cubicBezTo>
                      <a:pt x="559" y="546"/>
                      <a:pt x="560" y="544"/>
                      <a:pt x="560" y="544"/>
                    </a:cubicBezTo>
                    <a:cubicBezTo>
                      <a:pt x="560" y="544"/>
                      <a:pt x="561" y="544"/>
                      <a:pt x="561" y="544"/>
                    </a:cubicBezTo>
                    <a:cubicBezTo>
                      <a:pt x="562" y="544"/>
                      <a:pt x="564" y="546"/>
                      <a:pt x="565" y="550"/>
                    </a:cubicBezTo>
                    <a:cubicBezTo>
                      <a:pt x="565" y="551"/>
                      <a:pt x="565" y="551"/>
                      <a:pt x="565" y="552"/>
                    </a:cubicBezTo>
                    <a:cubicBezTo>
                      <a:pt x="565" y="554"/>
                      <a:pt x="564" y="557"/>
                      <a:pt x="564" y="558"/>
                    </a:cubicBezTo>
                    <a:moveTo>
                      <a:pt x="575" y="535"/>
                    </a:moveTo>
                    <a:cubicBezTo>
                      <a:pt x="574" y="537"/>
                      <a:pt x="573" y="538"/>
                      <a:pt x="573" y="538"/>
                    </a:cubicBezTo>
                    <a:cubicBezTo>
                      <a:pt x="573" y="538"/>
                      <a:pt x="573" y="538"/>
                      <a:pt x="572" y="538"/>
                    </a:cubicBezTo>
                    <a:cubicBezTo>
                      <a:pt x="572" y="538"/>
                      <a:pt x="569" y="536"/>
                      <a:pt x="568" y="533"/>
                    </a:cubicBezTo>
                    <a:cubicBezTo>
                      <a:pt x="568" y="531"/>
                      <a:pt x="568" y="530"/>
                      <a:pt x="568" y="529"/>
                    </a:cubicBezTo>
                    <a:cubicBezTo>
                      <a:pt x="568" y="527"/>
                      <a:pt x="568" y="525"/>
                      <a:pt x="569" y="524"/>
                    </a:cubicBezTo>
                    <a:cubicBezTo>
                      <a:pt x="569" y="522"/>
                      <a:pt x="570" y="521"/>
                      <a:pt x="571" y="520"/>
                    </a:cubicBezTo>
                    <a:cubicBezTo>
                      <a:pt x="571" y="520"/>
                      <a:pt x="571" y="520"/>
                      <a:pt x="571" y="520"/>
                    </a:cubicBezTo>
                    <a:cubicBezTo>
                      <a:pt x="572" y="520"/>
                      <a:pt x="575" y="522"/>
                      <a:pt x="575" y="526"/>
                    </a:cubicBezTo>
                    <a:cubicBezTo>
                      <a:pt x="576" y="527"/>
                      <a:pt x="576" y="528"/>
                      <a:pt x="576" y="529"/>
                    </a:cubicBezTo>
                    <a:cubicBezTo>
                      <a:pt x="576" y="531"/>
                      <a:pt x="575" y="533"/>
                      <a:pt x="575" y="535"/>
                    </a:cubicBezTo>
                    <a:moveTo>
                      <a:pt x="582" y="515"/>
                    </a:move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1" y="515"/>
                      <a:pt x="578" y="514"/>
                      <a:pt x="577" y="510"/>
                    </a:cubicBezTo>
                    <a:cubicBezTo>
                      <a:pt x="577" y="509"/>
                      <a:pt x="577" y="507"/>
                      <a:pt x="577" y="505"/>
                    </a:cubicBezTo>
                    <a:cubicBezTo>
                      <a:pt x="577" y="502"/>
                      <a:pt x="578" y="498"/>
                      <a:pt x="579" y="498"/>
                    </a:cubicBezTo>
                    <a:cubicBezTo>
                      <a:pt x="579" y="498"/>
                      <a:pt x="579" y="497"/>
                      <a:pt x="579" y="497"/>
                    </a:cubicBezTo>
                    <a:cubicBezTo>
                      <a:pt x="580" y="497"/>
                      <a:pt x="583" y="499"/>
                      <a:pt x="584" y="503"/>
                    </a:cubicBezTo>
                    <a:cubicBezTo>
                      <a:pt x="584" y="504"/>
                      <a:pt x="584" y="506"/>
                      <a:pt x="584" y="507"/>
                    </a:cubicBezTo>
                    <a:cubicBezTo>
                      <a:pt x="584" y="511"/>
                      <a:pt x="583" y="515"/>
                      <a:pt x="582" y="515"/>
                    </a:cubicBezTo>
                    <a:moveTo>
                      <a:pt x="590" y="490"/>
                    </a:moveTo>
                    <a:cubicBezTo>
                      <a:pt x="590" y="490"/>
                      <a:pt x="590" y="490"/>
                      <a:pt x="590" y="490"/>
                    </a:cubicBezTo>
                    <a:cubicBezTo>
                      <a:pt x="589" y="490"/>
                      <a:pt x="586" y="489"/>
                      <a:pt x="585" y="485"/>
                    </a:cubicBezTo>
                    <a:cubicBezTo>
                      <a:pt x="584" y="484"/>
                      <a:pt x="584" y="482"/>
                      <a:pt x="584" y="480"/>
                    </a:cubicBezTo>
                    <a:cubicBezTo>
                      <a:pt x="584" y="477"/>
                      <a:pt x="585" y="474"/>
                      <a:pt x="586" y="473"/>
                    </a:cubicBezTo>
                    <a:cubicBezTo>
                      <a:pt x="586" y="473"/>
                      <a:pt x="586" y="473"/>
                      <a:pt x="587" y="473"/>
                    </a:cubicBezTo>
                    <a:cubicBezTo>
                      <a:pt x="587" y="473"/>
                      <a:pt x="587" y="473"/>
                      <a:pt x="587" y="473"/>
                    </a:cubicBezTo>
                    <a:cubicBezTo>
                      <a:pt x="588" y="473"/>
                      <a:pt x="590" y="474"/>
                      <a:pt x="591" y="478"/>
                    </a:cubicBezTo>
                    <a:cubicBezTo>
                      <a:pt x="592" y="480"/>
                      <a:pt x="592" y="482"/>
                      <a:pt x="592" y="483"/>
                    </a:cubicBezTo>
                    <a:cubicBezTo>
                      <a:pt x="592" y="487"/>
                      <a:pt x="591" y="490"/>
                      <a:pt x="590" y="490"/>
                    </a:cubicBezTo>
                    <a:moveTo>
                      <a:pt x="597" y="465"/>
                    </a:moveTo>
                    <a:cubicBezTo>
                      <a:pt x="597" y="465"/>
                      <a:pt x="597" y="465"/>
                      <a:pt x="596" y="465"/>
                    </a:cubicBezTo>
                    <a:cubicBezTo>
                      <a:pt x="595" y="465"/>
                      <a:pt x="593" y="464"/>
                      <a:pt x="591" y="460"/>
                    </a:cubicBezTo>
                    <a:cubicBezTo>
                      <a:pt x="591" y="458"/>
                      <a:pt x="590" y="456"/>
                      <a:pt x="590" y="453"/>
                    </a:cubicBezTo>
                    <a:cubicBezTo>
                      <a:pt x="590" y="451"/>
                      <a:pt x="591" y="448"/>
                      <a:pt x="591" y="448"/>
                    </a:cubicBezTo>
                    <a:cubicBezTo>
                      <a:pt x="592" y="448"/>
                      <a:pt x="592" y="448"/>
                      <a:pt x="592" y="448"/>
                    </a:cubicBezTo>
                    <a:cubicBezTo>
                      <a:pt x="593" y="448"/>
                      <a:pt x="596" y="449"/>
                      <a:pt x="597" y="452"/>
                    </a:cubicBezTo>
                    <a:cubicBezTo>
                      <a:pt x="598" y="454"/>
                      <a:pt x="598" y="457"/>
                      <a:pt x="598" y="459"/>
                    </a:cubicBezTo>
                    <a:cubicBezTo>
                      <a:pt x="598" y="462"/>
                      <a:pt x="598" y="464"/>
                      <a:pt x="597" y="465"/>
                    </a:cubicBezTo>
                    <a:moveTo>
                      <a:pt x="602" y="441"/>
                    </a:moveTo>
                    <a:cubicBezTo>
                      <a:pt x="602" y="441"/>
                      <a:pt x="602" y="441"/>
                      <a:pt x="601" y="441"/>
                    </a:cubicBezTo>
                    <a:cubicBezTo>
                      <a:pt x="600" y="441"/>
                      <a:pt x="597" y="439"/>
                      <a:pt x="596" y="436"/>
                    </a:cubicBezTo>
                    <a:cubicBezTo>
                      <a:pt x="595" y="434"/>
                      <a:pt x="594" y="431"/>
                      <a:pt x="594" y="429"/>
                    </a:cubicBezTo>
                    <a:cubicBezTo>
                      <a:pt x="594" y="426"/>
                      <a:pt x="595" y="425"/>
                      <a:pt x="595" y="424"/>
                    </a:cubicBezTo>
                    <a:cubicBezTo>
                      <a:pt x="595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7" y="424"/>
                      <a:pt x="600" y="425"/>
                      <a:pt x="601" y="428"/>
                    </a:cubicBezTo>
                    <a:cubicBezTo>
                      <a:pt x="602" y="430"/>
                      <a:pt x="603" y="434"/>
                      <a:pt x="603" y="436"/>
                    </a:cubicBezTo>
                    <a:cubicBezTo>
                      <a:pt x="603" y="438"/>
                      <a:pt x="602" y="440"/>
                      <a:pt x="602" y="441"/>
                    </a:cubicBezTo>
                    <a:moveTo>
                      <a:pt x="605" y="415"/>
                    </a:moveTo>
                    <a:cubicBezTo>
                      <a:pt x="605" y="415"/>
                      <a:pt x="605" y="415"/>
                      <a:pt x="604" y="415"/>
                    </a:cubicBezTo>
                    <a:cubicBezTo>
                      <a:pt x="603" y="415"/>
                      <a:pt x="601" y="414"/>
                      <a:pt x="599" y="411"/>
                    </a:cubicBezTo>
                    <a:cubicBezTo>
                      <a:pt x="598" y="408"/>
                      <a:pt x="597" y="405"/>
                      <a:pt x="597" y="402"/>
                    </a:cubicBezTo>
                    <a:cubicBezTo>
                      <a:pt x="597" y="400"/>
                      <a:pt x="598" y="399"/>
                      <a:pt x="598" y="398"/>
                    </a:cubicBezTo>
                    <a:cubicBezTo>
                      <a:pt x="598" y="398"/>
                      <a:pt x="598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600" y="398"/>
                      <a:pt x="602" y="399"/>
                      <a:pt x="604" y="402"/>
                    </a:cubicBezTo>
                    <a:cubicBezTo>
                      <a:pt x="606" y="405"/>
                      <a:pt x="606" y="408"/>
                      <a:pt x="606" y="411"/>
                    </a:cubicBezTo>
                    <a:cubicBezTo>
                      <a:pt x="606" y="412"/>
                      <a:pt x="606" y="414"/>
                      <a:pt x="605" y="415"/>
                    </a:cubicBezTo>
                    <a:moveTo>
                      <a:pt x="607" y="388"/>
                    </a:moveTo>
                    <a:cubicBezTo>
                      <a:pt x="607" y="389"/>
                      <a:pt x="607" y="389"/>
                      <a:pt x="606" y="389"/>
                    </a:cubicBezTo>
                    <a:cubicBezTo>
                      <a:pt x="605" y="389"/>
                      <a:pt x="603" y="388"/>
                      <a:pt x="601" y="385"/>
                    </a:cubicBezTo>
                    <a:cubicBezTo>
                      <a:pt x="599" y="382"/>
                      <a:pt x="598" y="378"/>
                      <a:pt x="598" y="376"/>
                    </a:cubicBezTo>
                    <a:cubicBezTo>
                      <a:pt x="598" y="374"/>
                      <a:pt x="599" y="373"/>
                      <a:pt x="599" y="373"/>
                    </a:cubicBezTo>
                    <a:cubicBezTo>
                      <a:pt x="599" y="373"/>
                      <a:pt x="599" y="372"/>
                      <a:pt x="600" y="372"/>
                    </a:cubicBezTo>
                    <a:cubicBezTo>
                      <a:pt x="600" y="372"/>
                      <a:pt x="600" y="372"/>
                      <a:pt x="600" y="372"/>
                    </a:cubicBezTo>
                    <a:cubicBezTo>
                      <a:pt x="601" y="372"/>
                      <a:pt x="603" y="373"/>
                      <a:pt x="605" y="376"/>
                    </a:cubicBezTo>
                    <a:cubicBezTo>
                      <a:pt x="607" y="379"/>
                      <a:pt x="608" y="383"/>
                      <a:pt x="608" y="386"/>
                    </a:cubicBezTo>
                    <a:cubicBezTo>
                      <a:pt x="608" y="387"/>
                      <a:pt x="608" y="388"/>
                      <a:pt x="607" y="388"/>
                    </a:cubicBezTo>
                    <a:moveTo>
                      <a:pt x="608" y="364"/>
                    </a:moveTo>
                    <a:cubicBezTo>
                      <a:pt x="608" y="364"/>
                      <a:pt x="607" y="364"/>
                      <a:pt x="607" y="364"/>
                    </a:cubicBezTo>
                    <a:cubicBezTo>
                      <a:pt x="605" y="364"/>
                      <a:pt x="603" y="363"/>
                      <a:pt x="601" y="361"/>
                    </a:cubicBezTo>
                    <a:cubicBezTo>
                      <a:pt x="599" y="358"/>
                      <a:pt x="598" y="354"/>
                      <a:pt x="598" y="351"/>
                    </a:cubicBezTo>
                    <a:cubicBezTo>
                      <a:pt x="598" y="350"/>
                      <a:pt x="598" y="349"/>
                      <a:pt x="599" y="348"/>
                    </a:cubicBezTo>
                    <a:cubicBezTo>
                      <a:pt x="599" y="348"/>
                      <a:pt x="599" y="348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1" y="348"/>
                      <a:pt x="603" y="349"/>
                      <a:pt x="605" y="352"/>
                    </a:cubicBezTo>
                    <a:cubicBezTo>
                      <a:pt x="607" y="354"/>
                      <a:pt x="608" y="359"/>
                      <a:pt x="608" y="362"/>
                    </a:cubicBezTo>
                    <a:cubicBezTo>
                      <a:pt x="608" y="363"/>
                      <a:pt x="608" y="363"/>
                      <a:pt x="608" y="364"/>
                    </a:cubicBezTo>
                    <a:moveTo>
                      <a:pt x="607" y="336"/>
                    </a:moveTo>
                    <a:cubicBezTo>
                      <a:pt x="607" y="337"/>
                      <a:pt x="607" y="337"/>
                      <a:pt x="607" y="337"/>
                    </a:cubicBezTo>
                    <a:cubicBezTo>
                      <a:pt x="607" y="338"/>
                      <a:pt x="606" y="338"/>
                      <a:pt x="605" y="338"/>
                    </a:cubicBezTo>
                    <a:cubicBezTo>
                      <a:pt x="604" y="338"/>
                      <a:pt x="602" y="337"/>
                      <a:pt x="600" y="335"/>
                    </a:cubicBezTo>
                    <a:cubicBezTo>
                      <a:pt x="598" y="332"/>
                      <a:pt x="596" y="327"/>
                      <a:pt x="596" y="324"/>
                    </a:cubicBezTo>
                    <a:cubicBezTo>
                      <a:pt x="596" y="324"/>
                      <a:pt x="596" y="323"/>
                      <a:pt x="596" y="323"/>
                    </a:cubicBezTo>
                    <a:cubicBezTo>
                      <a:pt x="597" y="323"/>
                      <a:pt x="597" y="322"/>
                      <a:pt x="598" y="322"/>
                    </a:cubicBezTo>
                    <a:cubicBezTo>
                      <a:pt x="599" y="322"/>
                      <a:pt x="601" y="323"/>
                      <a:pt x="603" y="325"/>
                    </a:cubicBezTo>
                    <a:cubicBezTo>
                      <a:pt x="606" y="328"/>
                      <a:pt x="607" y="333"/>
                      <a:pt x="607" y="336"/>
                    </a:cubicBezTo>
                    <a:moveTo>
                      <a:pt x="604" y="310"/>
                    </a:moveTo>
                    <a:cubicBezTo>
                      <a:pt x="604" y="311"/>
                      <a:pt x="604" y="311"/>
                      <a:pt x="604" y="311"/>
                    </a:cubicBezTo>
                    <a:cubicBezTo>
                      <a:pt x="604" y="312"/>
                      <a:pt x="604" y="312"/>
                      <a:pt x="603" y="312"/>
                    </a:cubicBezTo>
                    <a:cubicBezTo>
                      <a:pt x="601" y="312"/>
                      <a:pt x="599" y="311"/>
                      <a:pt x="597" y="309"/>
                    </a:cubicBezTo>
                    <a:cubicBezTo>
                      <a:pt x="594" y="306"/>
                      <a:pt x="593" y="301"/>
                      <a:pt x="593" y="299"/>
                    </a:cubicBezTo>
                    <a:cubicBezTo>
                      <a:pt x="593" y="298"/>
                      <a:pt x="593" y="298"/>
                      <a:pt x="593" y="297"/>
                    </a:cubicBezTo>
                    <a:cubicBezTo>
                      <a:pt x="593" y="297"/>
                      <a:pt x="593" y="297"/>
                      <a:pt x="595" y="297"/>
                    </a:cubicBezTo>
                    <a:cubicBezTo>
                      <a:pt x="595" y="297"/>
                      <a:pt x="595" y="297"/>
                      <a:pt x="595" y="297"/>
                    </a:cubicBezTo>
                    <a:cubicBezTo>
                      <a:pt x="596" y="297"/>
                      <a:pt x="598" y="298"/>
                      <a:pt x="600" y="300"/>
                    </a:cubicBezTo>
                    <a:cubicBezTo>
                      <a:pt x="603" y="303"/>
                      <a:pt x="604" y="308"/>
                      <a:pt x="604" y="310"/>
                    </a:cubicBezTo>
                    <a:moveTo>
                      <a:pt x="600" y="286"/>
                    </a:moveTo>
                    <a:cubicBezTo>
                      <a:pt x="600" y="286"/>
                      <a:pt x="600" y="287"/>
                      <a:pt x="600" y="287"/>
                    </a:cubicBezTo>
                    <a:cubicBezTo>
                      <a:pt x="600" y="287"/>
                      <a:pt x="600" y="288"/>
                      <a:pt x="599" y="288"/>
                    </a:cubicBezTo>
                    <a:cubicBezTo>
                      <a:pt x="597" y="288"/>
                      <a:pt x="595" y="287"/>
                      <a:pt x="593" y="285"/>
                    </a:cubicBezTo>
                    <a:cubicBezTo>
                      <a:pt x="590" y="282"/>
                      <a:pt x="588" y="277"/>
                      <a:pt x="588" y="274"/>
                    </a:cubicBezTo>
                    <a:cubicBezTo>
                      <a:pt x="588" y="274"/>
                      <a:pt x="588" y="274"/>
                      <a:pt x="588" y="274"/>
                    </a:cubicBezTo>
                    <a:cubicBezTo>
                      <a:pt x="588" y="273"/>
                      <a:pt x="589" y="273"/>
                      <a:pt x="590" y="273"/>
                    </a:cubicBezTo>
                    <a:cubicBezTo>
                      <a:pt x="590" y="273"/>
                      <a:pt x="590" y="273"/>
                      <a:pt x="590" y="273"/>
                    </a:cubicBezTo>
                    <a:cubicBezTo>
                      <a:pt x="591" y="273"/>
                      <a:pt x="593" y="274"/>
                      <a:pt x="595" y="275"/>
                    </a:cubicBezTo>
                    <a:cubicBezTo>
                      <a:pt x="599" y="278"/>
                      <a:pt x="600" y="284"/>
                      <a:pt x="600" y="286"/>
                    </a:cubicBezTo>
                    <a:moveTo>
                      <a:pt x="589" y="250"/>
                    </a:moveTo>
                    <a:cubicBezTo>
                      <a:pt x="592" y="253"/>
                      <a:pt x="595" y="259"/>
                      <a:pt x="595" y="261"/>
                    </a:cubicBezTo>
                    <a:cubicBezTo>
                      <a:pt x="595" y="261"/>
                      <a:pt x="595" y="261"/>
                      <a:pt x="595" y="261"/>
                    </a:cubicBezTo>
                    <a:cubicBezTo>
                      <a:pt x="595" y="262"/>
                      <a:pt x="594" y="262"/>
                      <a:pt x="593" y="262"/>
                    </a:cubicBezTo>
                    <a:cubicBezTo>
                      <a:pt x="591" y="262"/>
                      <a:pt x="589" y="261"/>
                      <a:pt x="587" y="260"/>
                    </a:cubicBezTo>
                    <a:cubicBezTo>
                      <a:pt x="584" y="257"/>
                      <a:pt x="582" y="251"/>
                      <a:pt x="582" y="249"/>
                    </a:cubicBezTo>
                    <a:cubicBezTo>
                      <a:pt x="582" y="249"/>
                      <a:pt x="582" y="249"/>
                      <a:pt x="582" y="249"/>
                    </a:cubicBezTo>
                    <a:cubicBezTo>
                      <a:pt x="582" y="249"/>
                      <a:pt x="582" y="248"/>
                      <a:pt x="582" y="248"/>
                    </a:cubicBezTo>
                    <a:cubicBezTo>
                      <a:pt x="583" y="248"/>
                      <a:pt x="583" y="248"/>
                      <a:pt x="584" y="248"/>
                    </a:cubicBezTo>
                    <a:cubicBezTo>
                      <a:pt x="585" y="248"/>
                      <a:pt x="587" y="249"/>
                      <a:pt x="589" y="250"/>
                    </a:cubicBezTo>
                    <a:moveTo>
                      <a:pt x="580" y="225"/>
                    </a:moveTo>
                    <a:cubicBezTo>
                      <a:pt x="580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3" y="227"/>
                      <a:pt x="585" y="229"/>
                      <a:pt x="586" y="231"/>
                    </a:cubicBezTo>
                    <a:cubicBezTo>
                      <a:pt x="587" y="233"/>
                      <a:pt x="587" y="235"/>
                      <a:pt x="587" y="236"/>
                    </a:cubicBezTo>
                    <a:cubicBezTo>
                      <a:pt x="587" y="236"/>
                      <a:pt x="587" y="236"/>
                      <a:pt x="587" y="236"/>
                    </a:cubicBezTo>
                    <a:cubicBezTo>
                      <a:pt x="587" y="236"/>
                      <a:pt x="587" y="236"/>
                      <a:pt x="587" y="237"/>
                    </a:cubicBezTo>
                    <a:cubicBezTo>
                      <a:pt x="586" y="237"/>
                      <a:pt x="586" y="237"/>
                      <a:pt x="585" y="237"/>
                    </a:cubicBezTo>
                    <a:cubicBezTo>
                      <a:pt x="584" y="237"/>
                      <a:pt x="582" y="236"/>
                      <a:pt x="580" y="235"/>
                    </a:cubicBezTo>
                    <a:cubicBezTo>
                      <a:pt x="578" y="234"/>
                      <a:pt x="577" y="231"/>
                      <a:pt x="575" y="229"/>
                    </a:cubicBezTo>
                    <a:cubicBezTo>
                      <a:pt x="574" y="227"/>
                      <a:pt x="574" y="225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5" y="224"/>
                      <a:pt x="575" y="223"/>
                      <a:pt x="576" y="223"/>
                    </a:cubicBezTo>
                    <a:cubicBezTo>
                      <a:pt x="576" y="223"/>
                      <a:pt x="576" y="223"/>
                      <a:pt x="576" y="223"/>
                    </a:cubicBezTo>
                    <a:cubicBezTo>
                      <a:pt x="577" y="223"/>
                      <a:pt x="579" y="224"/>
                      <a:pt x="580" y="225"/>
                    </a:cubicBezTo>
                    <a:moveTo>
                      <a:pt x="572" y="202"/>
                    </a:moveTo>
                    <a:cubicBezTo>
                      <a:pt x="574" y="204"/>
                      <a:pt x="576" y="206"/>
                      <a:pt x="577" y="208"/>
                    </a:cubicBezTo>
                    <a:cubicBezTo>
                      <a:pt x="578" y="210"/>
                      <a:pt x="579" y="212"/>
                      <a:pt x="579" y="213"/>
                    </a:cubicBezTo>
                    <a:cubicBezTo>
                      <a:pt x="579" y="213"/>
                      <a:pt x="579" y="213"/>
                      <a:pt x="579" y="213"/>
                    </a:cubicBezTo>
                    <a:cubicBezTo>
                      <a:pt x="579" y="213"/>
                      <a:pt x="579" y="213"/>
                      <a:pt x="578" y="213"/>
                    </a:cubicBezTo>
                    <a:cubicBezTo>
                      <a:pt x="578" y="214"/>
                      <a:pt x="577" y="214"/>
                      <a:pt x="577" y="214"/>
                    </a:cubicBezTo>
                    <a:cubicBezTo>
                      <a:pt x="575" y="214"/>
                      <a:pt x="573" y="213"/>
                      <a:pt x="572" y="212"/>
                    </a:cubicBezTo>
                    <a:cubicBezTo>
                      <a:pt x="570" y="211"/>
                      <a:pt x="568" y="209"/>
                      <a:pt x="567" y="207"/>
                    </a:cubicBezTo>
                    <a:cubicBezTo>
                      <a:pt x="565" y="205"/>
                      <a:pt x="565" y="203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1"/>
                    </a:cubicBezTo>
                    <a:cubicBezTo>
                      <a:pt x="566" y="201"/>
                      <a:pt x="566" y="201"/>
                      <a:pt x="567" y="201"/>
                    </a:cubicBezTo>
                    <a:cubicBezTo>
                      <a:pt x="569" y="201"/>
                      <a:pt x="570" y="201"/>
                      <a:pt x="572" y="202"/>
                    </a:cubicBezTo>
                    <a:moveTo>
                      <a:pt x="567" y="184"/>
                    </a:moveTo>
                    <a:cubicBezTo>
                      <a:pt x="568" y="186"/>
                      <a:pt x="569" y="188"/>
                      <a:pt x="569" y="189"/>
                    </a:cubicBezTo>
                    <a:cubicBezTo>
                      <a:pt x="569" y="189"/>
                      <a:pt x="568" y="189"/>
                      <a:pt x="568" y="189"/>
                    </a:cubicBezTo>
                    <a:cubicBezTo>
                      <a:pt x="568" y="190"/>
                      <a:pt x="567" y="190"/>
                      <a:pt x="566" y="190"/>
                    </a:cubicBezTo>
                    <a:cubicBezTo>
                      <a:pt x="564" y="190"/>
                      <a:pt x="563" y="189"/>
                      <a:pt x="561" y="189"/>
                    </a:cubicBezTo>
                    <a:cubicBezTo>
                      <a:pt x="559" y="187"/>
                      <a:pt x="557" y="185"/>
                      <a:pt x="556" y="183"/>
                    </a:cubicBezTo>
                    <a:cubicBezTo>
                      <a:pt x="554" y="181"/>
                      <a:pt x="554" y="179"/>
                      <a:pt x="554" y="179"/>
                    </a:cubicBezTo>
                    <a:cubicBezTo>
                      <a:pt x="554" y="179"/>
                      <a:pt x="554" y="178"/>
                      <a:pt x="554" y="178"/>
                    </a:cubicBezTo>
                    <a:cubicBezTo>
                      <a:pt x="555" y="178"/>
                      <a:pt x="555" y="178"/>
                      <a:pt x="557" y="178"/>
                    </a:cubicBezTo>
                    <a:cubicBezTo>
                      <a:pt x="558" y="178"/>
                      <a:pt x="559" y="178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3" y="180"/>
                      <a:pt x="565" y="182"/>
                      <a:pt x="567" y="184"/>
                    </a:cubicBezTo>
                    <a:moveTo>
                      <a:pt x="548" y="156"/>
                    </a:moveTo>
                    <a:cubicBezTo>
                      <a:pt x="550" y="157"/>
                      <a:pt x="553" y="159"/>
                      <a:pt x="554" y="161"/>
                    </a:cubicBezTo>
                    <a:cubicBezTo>
                      <a:pt x="556" y="163"/>
                      <a:pt x="556" y="164"/>
                      <a:pt x="557" y="165"/>
                    </a:cubicBezTo>
                    <a:cubicBezTo>
                      <a:pt x="557" y="165"/>
                      <a:pt x="557" y="165"/>
                      <a:pt x="557" y="165"/>
                    </a:cubicBezTo>
                    <a:cubicBezTo>
                      <a:pt x="557" y="165"/>
                      <a:pt x="556" y="166"/>
                      <a:pt x="556" y="166"/>
                    </a:cubicBezTo>
                    <a:cubicBezTo>
                      <a:pt x="555" y="166"/>
                      <a:pt x="554" y="167"/>
                      <a:pt x="553" y="167"/>
                    </a:cubicBezTo>
                    <a:cubicBezTo>
                      <a:pt x="552" y="167"/>
                      <a:pt x="551" y="166"/>
                      <a:pt x="549" y="166"/>
                    </a:cubicBezTo>
                    <a:cubicBezTo>
                      <a:pt x="547" y="165"/>
                      <a:pt x="545" y="163"/>
                      <a:pt x="543" y="161"/>
                    </a:cubicBezTo>
                    <a:cubicBezTo>
                      <a:pt x="542" y="159"/>
                      <a:pt x="541" y="157"/>
                      <a:pt x="541" y="156"/>
                    </a:cubicBezTo>
                    <a:cubicBezTo>
                      <a:pt x="541" y="156"/>
                      <a:pt x="541" y="156"/>
                      <a:pt x="541" y="156"/>
                    </a:cubicBezTo>
                    <a:cubicBezTo>
                      <a:pt x="541" y="156"/>
                      <a:pt x="541" y="156"/>
                      <a:pt x="542" y="156"/>
                    </a:cubicBezTo>
                    <a:cubicBezTo>
                      <a:pt x="542" y="155"/>
                      <a:pt x="543" y="155"/>
                      <a:pt x="544" y="155"/>
                    </a:cubicBezTo>
                    <a:cubicBezTo>
                      <a:pt x="545" y="155"/>
                      <a:pt x="547" y="155"/>
                      <a:pt x="548" y="156"/>
                    </a:cubicBezTo>
                    <a:moveTo>
                      <a:pt x="531" y="135"/>
                    </a:moveTo>
                    <a:cubicBezTo>
                      <a:pt x="531" y="135"/>
                      <a:pt x="531" y="135"/>
                      <a:pt x="531" y="135"/>
                    </a:cubicBezTo>
                    <a:cubicBezTo>
                      <a:pt x="532" y="135"/>
                      <a:pt x="534" y="135"/>
                      <a:pt x="535" y="135"/>
                    </a:cubicBezTo>
                    <a:cubicBezTo>
                      <a:pt x="535" y="135"/>
                      <a:pt x="535" y="135"/>
                      <a:pt x="535" y="135"/>
                    </a:cubicBezTo>
                    <a:cubicBezTo>
                      <a:pt x="537" y="136"/>
                      <a:pt x="539" y="138"/>
                      <a:pt x="541" y="140"/>
                    </a:cubicBezTo>
                    <a:cubicBezTo>
                      <a:pt x="543" y="141"/>
                      <a:pt x="544" y="143"/>
                      <a:pt x="544" y="144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4" y="144"/>
                      <a:pt x="544" y="145"/>
                      <a:pt x="543" y="145"/>
                    </a:cubicBezTo>
                    <a:cubicBezTo>
                      <a:pt x="542" y="145"/>
                      <a:pt x="541" y="146"/>
                      <a:pt x="540" y="146"/>
                    </a:cubicBezTo>
                    <a:cubicBezTo>
                      <a:pt x="539" y="146"/>
                      <a:pt x="538" y="145"/>
                      <a:pt x="536" y="145"/>
                    </a:cubicBezTo>
                    <a:cubicBezTo>
                      <a:pt x="534" y="144"/>
                      <a:pt x="532" y="142"/>
                      <a:pt x="530" y="141"/>
                    </a:cubicBezTo>
                    <a:cubicBezTo>
                      <a:pt x="529" y="139"/>
                      <a:pt x="528" y="137"/>
                      <a:pt x="528" y="136"/>
                    </a:cubicBezTo>
                    <a:cubicBezTo>
                      <a:pt x="528" y="136"/>
                      <a:pt x="528" y="136"/>
                      <a:pt x="528" y="136"/>
                    </a:cubicBezTo>
                    <a:cubicBezTo>
                      <a:pt x="528" y="136"/>
                      <a:pt x="528" y="136"/>
                      <a:pt x="528" y="135"/>
                    </a:cubicBezTo>
                    <a:cubicBezTo>
                      <a:pt x="529" y="135"/>
                      <a:pt x="530" y="135"/>
                      <a:pt x="531" y="135"/>
                    </a:cubicBezTo>
                    <a:close/>
                    <a:moveTo>
                      <a:pt x="513" y="115"/>
                    </a:moveTo>
                    <a:cubicBezTo>
                      <a:pt x="514" y="114"/>
                      <a:pt x="515" y="114"/>
                      <a:pt x="516" y="114"/>
                    </a:cubicBezTo>
                    <a:cubicBezTo>
                      <a:pt x="517" y="114"/>
                      <a:pt x="518" y="114"/>
                      <a:pt x="519" y="115"/>
                    </a:cubicBezTo>
                    <a:cubicBezTo>
                      <a:pt x="521" y="115"/>
                      <a:pt x="524" y="117"/>
                      <a:pt x="526" y="118"/>
                    </a:cubicBezTo>
                    <a:cubicBezTo>
                      <a:pt x="527" y="120"/>
                      <a:pt x="529" y="122"/>
                      <a:pt x="529" y="123"/>
                    </a:cubicBezTo>
                    <a:cubicBezTo>
                      <a:pt x="529" y="123"/>
                      <a:pt x="529" y="123"/>
                      <a:pt x="529" y="123"/>
                    </a:cubicBezTo>
                    <a:cubicBezTo>
                      <a:pt x="529" y="123"/>
                      <a:pt x="528" y="123"/>
                      <a:pt x="528" y="124"/>
                    </a:cubicBezTo>
                    <a:cubicBezTo>
                      <a:pt x="527" y="124"/>
                      <a:pt x="526" y="124"/>
                      <a:pt x="524" y="124"/>
                    </a:cubicBezTo>
                    <a:cubicBezTo>
                      <a:pt x="523" y="124"/>
                      <a:pt x="522" y="124"/>
                      <a:pt x="521" y="124"/>
                    </a:cubicBezTo>
                    <a:cubicBezTo>
                      <a:pt x="519" y="123"/>
                      <a:pt x="517" y="122"/>
                      <a:pt x="515" y="120"/>
                    </a:cubicBezTo>
                    <a:cubicBezTo>
                      <a:pt x="513" y="119"/>
                      <a:pt x="512" y="117"/>
                      <a:pt x="512" y="116"/>
                    </a:cubicBezTo>
                    <a:cubicBezTo>
                      <a:pt x="512" y="116"/>
                      <a:pt x="512" y="116"/>
                      <a:pt x="512" y="116"/>
                    </a:cubicBezTo>
                    <a:cubicBezTo>
                      <a:pt x="512" y="116"/>
                      <a:pt x="512" y="115"/>
                      <a:pt x="513" y="115"/>
                    </a:cubicBezTo>
                    <a:moveTo>
                      <a:pt x="496" y="96"/>
                    </a:moveTo>
                    <a:cubicBezTo>
                      <a:pt x="497" y="95"/>
                      <a:pt x="498" y="95"/>
                      <a:pt x="500" y="95"/>
                    </a:cubicBezTo>
                    <a:cubicBezTo>
                      <a:pt x="500" y="95"/>
                      <a:pt x="500" y="95"/>
                      <a:pt x="500" y="95"/>
                    </a:cubicBezTo>
                    <a:cubicBezTo>
                      <a:pt x="500" y="95"/>
                      <a:pt x="501" y="95"/>
                      <a:pt x="502" y="95"/>
                    </a:cubicBezTo>
                    <a:cubicBezTo>
                      <a:pt x="504" y="95"/>
                      <a:pt x="507" y="97"/>
                      <a:pt x="509" y="98"/>
                    </a:cubicBezTo>
                    <a:cubicBezTo>
                      <a:pt x="511" y="100"/>
                      <a:pt x="512" y="102"/>
                      <a:pt x="512" y="102"/>
                    </a:cubicBezTo>
                    <a:cubicBezTo>
                      <a:pt x="512" y="102"/>
                      <a:pt x="512" y="102"/>
                      <a:pt x="512" y="102"/>
                    </a:cubicBezTo>
                    <a:cubicBezTo>
                      <a:pt x="512" y="103"/>
                      <a:pt x="512" y="103"/>
                      <a:pt x="511" y="104"/>
                    </a:cubicBezTo>
                    <a:cubicBezTo>
                      <a:pt x="510" y="104"/>
                      <a:pt x="509" y="105"/>
                      <a:pt x="507" y="104"/>
                    </a:cubicBezTo>
                    <a:cubicBezTo>
                      <a:pt x="506" y="104"/>
                      <a:pt x="506" y="104"/>
                      <a:pt x="505" y="104"/>
                    </a:cubicBezTo>
                    <a:cubicBezTo>
                      <a:pt x="502" y="104"/>
                      <a:pt x="500" y="102"/>
                      <a:pt x="498" y="101"/>
                    </a:cubicBezTo>
                    <a:cubicBezTo>
                      <a:pt x="496" y="99"/>
                      <a:pt x="495" y="98"/>
                      <a:pt x="495" y="97"/>
                    </a:cubicBezTo>
                    <a:cubicBezTo>
                      <a:pt x="495" y="97"/>
                      <a:pt x="495" y="97"/>
                      <a:pt x="495" y="97"/>
                    </a:cubicBezTo>
                    <a:cubicBezTo>
                      <a:pt x="495" y="97"/>
                      <a:pt x="495" y="96"/>
                      <a:pt x="496" y="96"/>
                    </a:cubicBezTo>
                    <a:moveTo>
                      <a:pt x="477" y="80"/>
                    </a:moveTo>
                    <a:cubicBezTo>
                      <a:pt x="477" y="80"/>
                      <a:pt x="478" y="79"/>
                      <a:pt x="478" y="79"/>
                    </a:cubicBezTo>
                    <a:cubicBezTo>
                      <a:pt x="479" y="78"/>
                      <a:pt x="481" y="78"/>
                      <a:pt x="483" y="78"/>
                    </a:cubicBezTo>
                    <a:cubicBezTo>
                      <a:pt x="483" y="78"/>
                      <a:pt x="483" y="78"/>
                      <a:pt x="483" y="78"/>
                    </a:cubicBezTo>
                    <a:cubicBezTo>
                      <a:pt x="483" y="78"/>
                      <a:pt x="484" y="78"/>
                      <a:pt x="484" y="78"/>
                    </a:cubicBezTo>
                    <a:cubicBezTo>
                      <a:pt x="484" y="78"/>
                      <a:pt x="484" y="78"/>
                      <a:pt x="484" y="78"/>
                    </a:cubicBezTo>
                    <a:cubicBezTo>
                      <a:pt x="487" y="78"/>
                      <a:pt x="489" y="79"/>
                      <a:pt x="491" y="81"/>
                    </a:cubicBezTo>
                    <a:cubicBezTo>
                      <a:pt x="493" y="82"/>
                      <a:pt x="494" y="84"/>
                      <a:pt x="495" y="84"/>
                    </a:cubicBezTo>
                    <a:cubicBezTo>
                      <a:pt x="495" y="84"/>
                      <a:pt x="495" y="84"/>
                      <a:pt x="495" y="85"/>
                    </a:cubicBezTo>
                    <a:cubicBezTo>
                      <a:pt x="495" y="85"/>
                      <a:pt x="494" y="85"/>
                      <a:pt x="493" y="86"/>
                    </a:cubicBezTo>
                    <a:cubicBezTo>
                      <a:pt x="493" y="87"/>
                      <a:pt x="491" y="87"/>
                      <a:pt x="489" y="87"/>
                    </a:cubicBezTo>
                    <a:cubicBezTo>
                      <a:pt x="489" y="87"/>
                      <a:pt x="488" y="87"/>
                      <a:pt x="488" y="87"/>
                    </a:cubicBezTo>
                    <a:cubicBezTo>
                      <a:pt x="485" y="86"/>
                      <a:pt x="483" y="85"/>
                      <a:pt x="481" y="84"/>
                    </a:cubicBezTo>
                    <a:cubicBezTo>
                      <a:pt x="479" y="83"/>
                      <a:pt x="478" y="81"/>
                      <a:pt x="477" y="80"/>
                    </a:cubicBezTo>
                    <a:close/>
                    <a:moveTo>
                      <a:pt x="459" y="62"/>
                    </a:moveTo>
                    <a:cubicBezTo>
                      <a:pt x="460" y="62"/>
                      <a:pt x="461" y="61"/>
                      <a:pt x="463" y="61"/>
                    </a:cubicBezTo>
                    <a:cubicBezTo>
                      <a:pt x="463" y="61"/>
                      <a:pt x="464" y="61"/>
                      <a:pt x="464" y="61"/>
                    </a:cubicBezTo>
                    <a:cubicBezTo>
                      <a:pt x="466" y="61"/>
                      <a:pt x="469" y="62"/>
                      <a:pt x="471" y="63"/>
                    </a:cubicBezTo>
                    <a:cubicBezTo>
                      <a:pt x="473" y="65"/>
                      <a:pt x="475" y="66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8"/>
                      <a:pt x="474" y="69"/>
                    </a:cubicBezTo>
                    <a:cubicBezTo>
                      <a:pt x="473" y="69"/>
                      <a:pt x="471" y="70"/>
                      <a:pt x="469" y="70"/>
                    </a:cubicBezTo>
                    <a:cubicBezTo>
                      <a:pt x="469" y="70"/>
                      <a:pt x="468" y="70"/>
                      <a:pt x="468" y="70"/>
                    </a:cubicBezTo>
                    <a:cubicBezTo>
                      <a:pt x="466" y="70"/>
                      <a:pt x="463" y="69"/>
                      <a:pt x="461" y="68"/>
                    </a:cubicBezTo>
                    <a:cubicBezTo>
                      <a:pt x="459" y="67"/>
                      <a:pt x="458" y="65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8" y="63"/>
                      <a:pt x="459" y="62"/>
                    </a:cubicBezTo>
                    <a:moveTo>
                      <a:pt x="437" y="48"/>
                    </a:moveTo>
                    <a:cubicBezTo>
                      <a:pt x="438" y="47"/>
                      <a:pt x="440" y="47"/>
                      <a:pt x="442" y="47"/>
                    </a:cubicBezTo>
                    <a:cubicBezTo>
                      <a:pt x="443" y="47"/>
                      <a:pt x="443" y="47"/>
                      <a:pt x="443" y="47"/>
                    </a:cubicBezTo>
                    <a:cubicBezTo>
                      <a:pt x="445" y="47"/>
                      <a:pt x="448" y="47"/>
                      <a:pt x="450" y="48"/>
                    </a:cubicBezTo>
                    <a:cubicBezTo>
                      <a:pt x="452" y="49"/>
                      <a:pt x="454" y="50"/>
                      <a:pt x="454" y="51"/>
                    </a:cubicBezTo>
                    <a:cubicBezTo>
                      <a:pt x="454" y="51"/>
                      <a:pt x="454" y="51"/>
                      <a:pt x="454" y="51"/>
                    </a:cubicBezTo>
                    <a:cubicBezTo>
                      <a:pt x="454" y="52"/>
                      <a:pt x="454" y="53"/>
                      <a:pt x="452" y="53"/>
                    </a:cubicBezTo>
                    <a:cubicBezTo>
                      <a:pt x="451" y="54"/>
                      <a:pt x="450" y="55"/>
                      <a:pt x="448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44" y="55"/>
                      <a:pt x="442" y="54"/>
                      <a:pt x="440" y="53"/>
                    </a:cubicBezTo>
                    <a:cubicBezTo>
                      <a:pt x="438" y="52"/>
                      <a:pt x="436" y="51"/>
                      <a:pt x="436" y="50"/>
                    </a:cubicBezTo>
                    <a:cubicBezTo>
                      <a:pt x="436" y="50"/>
                      <a:pt x="436" y="50"/>
                      <a:pt x="436" y="50"/>
                    </a:cubicBezTo>
                    <a:cubicBezTo>
                      <a:pt x="436" y="50"/>
                      <a:pt x="436" y="49"/>
                      <a:pt x="437" y="48"/>
                    </a:cubicBezTo>
                    <a:moveTo>
                      <a:pt x="421" y="35"/>
                    </a:moveTo>
                    <a:cubicBezTo>
                      <a:pt x="421" y="35"/>
                      <a:pt x="421" y="35"/>
                      <a:pt x="421" y="35"/>
                    </a:cubicBezTo>
                    <a:cubicBezTo>
                      <a:pt x="421" y="34"/>
                      <a:pt x="422" y="34"/>
                      <a:pt x="423" y="34"/>
                    </a:cubicBezTo>
                    <a:cubicBezTo>
                      <a:pt x="425" y="34"/>
                      <a:pt x="427" y="35"/>
                      <a:pt x="429" y="36"/>
                    </a:cubicBezTo>
                    <a:cubicBezTo>
                      <a:pt x="431" y="37"/>
                      <a:pt x="432" y="38"/>
                      <a:pt x="433" y="38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33" y="39"/>
                      <a:pt x="432" y="40"/>
                      <a:pt x="431" y="41"/>
                    </a:cubicBezTo>
                    <a:cubicBezTo>
                      <a:pt x="430" y="41"/>
                      <a:pt x="429" y="42"/>
                      <a:pt x="427" y="42"/>
                    </a:cubicBezTo>
                    <a:cubicBezTo>
                      <a:pt x="426" y="42"/>
                      <a:pt x="426" y="42"/>
                      <a:pt x="425" y="42"/>
                    </a:cubicBezTo>
                    <a:cubicBezTo>
                      <a:pt x="423" y="42"/>
                      <a:pt x="420" y="42"/>
                      <a:pt x="419" y="41"/>
                    </a:cubicBezTo>
                    <a:cubicBezTo>
                      <a:pt x="417" y="40"/>
                      <a:pt x="415" y="39"/>
                      <a:pt x="415" y="39"/>
                    </a:cubicBezTo>
                    <a:cubicBezTo>
                      <a:pt x="415" y="39"/>
                      <a:pt x="415" y="39"/>
                      <a:pt x="415" y="39"/>
                    </a:cubicBezTo>
                    <a:cubicBezTo>
                      <a:pt x="415" y="38"/>
                      <a:pt x="416" y="35"/>
                      <a:pt x="421" y="35"/>
                    </a:cubicBezTo>
                    <a:moveTo>
                      <a:pt x="397" y="24"/>
                    </a:moveTo>
                    <a:cubicBezTo>
                      <a:pt x="398" y="24"/>
                      <a:pt x="399" y="24"/>
                      <a:pt x="400" y="24"/>
                    </a:cubicBezTo>
                    <a:cubicBezTo>
                      <a:pt x="402" y="24"/>
                      <a:pt x="404" y="24"/>
                      <a:pt x="406" y="25"/>
                    </a:cubicBezTo>
                    <a:cubicBezTo>
                      <a:pt x="407" y="25"/>
                      <a:pt x="409" y="26"/>
                      <a:pt x="409" y="26"/>
                    </a:cubicBezTo>
                    <a:cubicBezTo>
                      <a:pt x="409" y="26"/>
                      <a:pt x="409" y="27"/>
                      <a:pt x="409" y="27"/>
                    </a:cubicBezTo>
                    <a:cubicBezTo>
                      <a:pt x="409" y="28"/>
                      <a:pt x="407" y="30"/>
                      <a:pt x="403" y="31"/>
                    </a:cubicBezTo>
                    <a:cubicBezTo>
                      <a:pt x="402" y="31"/>
                      <a:pt x="401" y="32"/>
                      <a:pt x="400" y="31"/>
                    </a:cubicBezTo>
                    <a:cubicBezTo>
                      <a:pt x="396" y="31"/>
                      <a:pt x="392" y="30"/>
                      <a:pt x="391" y="29"/>
                    </a:cubicBezTo>
                    <a:cubicBezTo>
                      <a:pt x="391" y="29"/>
                      <a:pt x="391" y="29"/>
                      <a:pt x="391" y="28"/>
                    </a:cubicBezTo>
                    <a:cubicBezTo>
                      <a:pt x="391" y="27"/>
                      <a:pt x="393" y="25"/>
                      <a:pt x="397" y="24"/>
                    </a:cubicBezTo>
                    <a:moveTo>
                      <a:pt x="372" y="16"/>
                    </a:moveTo>
                    <a:cubicBezTo>
                      <a:pt x="373" y="15"/>
                      <a:pt x="376" y="15"/>
                      <a:pt x="377" y="15"/>
                    </a:cubicBezTo>
                    <a:cubicBezTo>
                      <a:pt x="381" y="15"/>
                      <a:pt x="384" y="16"/>
                      <a:pt x="384" y="17"/>
                    </a:cubicBezTo>
                    <a:cubicBezTo>
                      <a:pt x="384" y="17"/>
                      <a:pt x="384" y="17"/>
                      <a:pt x="384" y="18"/>
                    </a:cubicBezTo>
                    <a:cubicBezTo>
                      <a:pt x="384" y="19"/>
                      <a:pt x="383" y="21"/>
                      <a:pt x="379" y="22"/>
                    </a:cubicBezTo>
                    <a:cubicBezTo>
                      <a:pt x="377" y="23"/>
                      <a:pt x="376" y="23"/>
                      <a:pt x="374" y="23"/>
                    </a:cubicBezTo>
                    <a:cubicBezTo>
                      <a:pt x="371" y="23"/>
                      <a:pt x="368" y="22"/>
                      <a:pt x="367" y="21"/>
                    </a:cubicBezTo>
                    <a:cubicBezTo>
                      <a:pt x="367" y="21"/>
                      <a:pt x="367" y="21"/>
                      <a:pt x="367" y="21"/>
                    </a:cubicBezTo>
                    <a:cubicBezTo>
                      <a:pt x="367" y="20"/>
                      <a:pt x="368" y="17"/>
                      <a:pt x="372" y="16"/>
                    </a:cubicBezTo>
                    <a:moveTo>
                      <a:pt x="348" y="11"/>
                    </a:moveTo>
                    <a:cubicBezTo>
                      <a:pt x="348" y="11"/>
                      <a:pt x="348" y="11"/>
                      <a:pt x="348" y="11"/>
                    </a:cubicBezTo>
                    <a:cubicBezTo>
                      <a:pt x="350" y="10"/>
                      <a:pt x="352" y="9"/>
                      <a:pt x="355" y="9"/>
                    </a:cubicBezTo>
                    <a:cubicBezTo>
                      <a:pt x="357" y="9"/>
                      <a:pt x="360" y="10"/>
                      <a:pt x="360" y="11"/>
                    </a:cubicBezTo>
                    <a:cubicBezTo>
                      <a:pt x="360" y="11"/>
                      <a:pt x="360" y="11"/>
                      <a:pt x="360" y="11"/>
                    </a:cubicBezTo>
                    <a:cubicBezTo>
                      <a:pt x="360" y="12"/>
                      <a:pt x="359" y="15"/>
                      <a:pt x="356" y="16"/>
                    </a:cubicBezTo>
                    <a:cubicBezTo>
                      <a:pt x="353" y="17"/>
                      <a:pt x="351" y="18"/>
                      <a:pt x="348" y="18"/>
                    </a:cubicBezTo>
                    <a:cubicBezTo>
                      <a:pt x="346" y="18"/>
                      <a:pt x="344" y="17"/>
                      <a:pt x="343" y="17"/>
                    </a:cubicBezTo>
                    <a:cubicBezTo>
                      <a:pt x="343" y="17"/>
                      <a:pt x="343" y="16"/>
                      <a:pt x="343" y="16"/>
                    </a:cubicBezTo>
                    <a:cubicBezTo>
                      <a:pt x="343" y="15"/>
                      <a:pt x="344" y="12"/>
                      <a:pt x="348" y="11"/>
                    </a:cubicBezTo>
                    <a:moveTo>
                      <a:pt x="322" y="8"/>
                    </a:moveTo>
                    <a:cubicBezTo>
                      <a:pt x="324" y="6"/>
                      <a:pt x="328" y="6"/>
                      <a:pt x="330" y="6"/>
                    </a:cubicBezTo>
                    <a:cubicBezTo>
                      <a:pt x="332" y="6"/>
                      <a:pt x="334" y="6"/>
                      <a:pt x="334" y="6"/>
                    </a:cubicBezTo>
                    <a:cubicBezTo>
                      <a:pt x="334" y="7"/>
                      <a:pt x="334" y="7"/>
                      <a:pt x="334" y="7"/>
                    </a:cubicBezTo>
                    <a:cubicBezTo>
                      <a:pt x="334" y="8"/>
                      <a:pt x="333" y="11"/>
                      <a:pt x="330" y="13"/>
                    </a:cubicBezTo>
                    <a:cubicBezTo>
                      <a:pt x="328" y="14"/>
                      <a:pt x="324" y="15"/>
                      <a:pt x="322" y="15"/>
                    </a:cubicBezTo>
                    <a:cubicBezTo>
                      <a:pt x="320" y="15"/>
                      <a:pt x="319" y="14"/>
                      <a:pt x="318" y="14"/>
                    </a:cubicBezTo>
                    <a:cubicBezTo>
                      <a:pt x="318" y="14"/>
                      <a:pt x="318" y="14"/>
                      <a:pt x="318" y="13"/>
                    </a:cubicBezTo>
                    <a:cubicBezTo>
                      <a:pt x="318" y="12"/>
                      <a:pt x="319" y="10"/>
                      <a:pt x="322" y="8"/>
                    </a:cubicBezTo>
                    <a:moveTo>
                      <a:pt x="295" y="8"/>
                    </a:moveTo>
                    <a:cubicBezTo>
                      <a:pt x="298" y="5"/>
                      <a:pt x="303" y="4"/>
                      <a:pt x="306" y="4"/>
                    </a:cubicBezTo>
                    <a:cubicBezTo>
                      <a:pt x="307" y="4"/>
                      <a:pt x="307" y="5"/>
                      <a:pt x="308" y="5"/>
                    </a:cubicBezTo>
                    <a:cubicBezTo>
                      <a:pt x="308" y="5"/>
                      <a:pt x="308" y="5"/>
                      <a:pt x="308" y="6"/>
                    </a:cubicBezTo>
                    <a:cubicBezTo>
                      <a:pt x="308" y="7"/>
                      <a:pt x="307" y="10"/>
                      <a:pt x="304" y="11"/>
                    </a:cubicBezTo>
                    <a:cubicBezTo>
                      <a:pt x="302" y="14"/>
                      <a:pt x="297" y="15"/>
                      <a:pt x="295" y="15"/>
                    </a:cubicBezTo>
                    <a:cubicBezTo>
                      <a:pt x="294" y="15"/>
                      <a:pt x="293" y="14"/>
                      <a:pt x="292" y="14"/>
                    </a:cubicBezTo>
                    <a:cubicBezTo>
                      <a:pt x="292" y="14"/>
                      <a:pt x="292" y="14"/>
                      <a:pt x="292" y="13"/>
                    </a:cubicBezTo>
                    <a:cubicBezTo>
                      <a:pt x="292" y="12"/>
                      <a:pt x="293" y="10"/>
                      <a:pt x="295" y="8"/>
                    </a:cubicBezTo>
                    <a:close/>
                    <a:moveTo>
                      <a:pt x="271" y="10"/>
                    </a:moveTo>
                    <a:cubicBezTo>
                      <a:pt x="271" y="10"/>
                      <a:pt x="271" y="10"/>
                      <a:pt x="271" y="10"/>
                    </a:cubicBezTo>
                    <a:cubicBezTo>
                      <a:pt x="274" y="7"/>
                      <a:pt x="279" y="6"/>
                      <a:pt x="281" y="6"/>
                    </a:cubicBezTo>
                    <a:cubicBezTo>
                      <a:pt x="282" y="6"/>
                      <a:pt x="283" y="6"/>
                      <a:pt x="283" y="6"/>
                    </a:cubicBezTo>
                    <a:cubicBezTo>
                      <a:pt x="283" y="6"/>
                      <a:pt x="283" y="6"/>
                      <a:pt x="283" y="7"/>
                    </a:cubicBezTo>
                    <a:cubicBezTo>
                      <a:pt x="283" y="9"/>
                      <a:pt x="282" y="11"/>
                      <a:pt x="280" y="13"/>
                    </a:cubicBezTo>
                    <a:cubicBezTo>
                      <a:pt x="277" y="16"/>
                      <a:pt x="272" y="17"/>
                      <a:pt x="270" y="17"/>
                    </a:cubicBezTo>
                    <a:cubicBezTo>
                      <a:pt x="269" y="17"/>
                      <a:pt x="269" y="17"/>
                      <a:pt x="269" y="17"/>
                    </a:cubicBezTo>
                    <a:cubicBezTo>
                      <a:pt x="268" y="17"/>
                      <a:pt x="268" y="16"/>
                      <a:pt x="268" y="15"/>
                    </a:cubicBezTo>
                    <a:cubicBezTo>
                      <a:pt x="268" y="14"/>
                      <a:pt x="269" y="12"/>
                      <a:pt x="271" y="10"/>
                    </a:cubicBezTo>
                    <a:moveTo>
                      <a:pt x="245" y="15"/>
                    </a:moveTo>
                    <a:cubicBezTo>
                      <a:pt x="248" y="12"/>
                      <a:pt x="254" y="10"/>
                      <a:pt x="256" y="10"/>
                    </a:cubicBezTo>
                    <a:cubicBezTo>
                      <a:pt x="256" y="10"/>
                      <a:pt x="257" y="10"/>
                      <a:pt x="257" y="10"/>
                    </a:cubicBezTo>
                    <a:cubicBezTo>
                      <a:pt x="257" y="10"/>
                      <a:pt x="257" y="10"/>
                      <a:pt x="257" y="10"/>
                    </a:cubicBezTo>
                    <a:cubicBezTo>
                      <a:pt x="257" y="11"/>
                      <a:pt x="257" y="11"/>
                      <a:pt x="257" y="12"/>
                    </a:cubicBezTo>
                    <a:cubicBezTo>
                      <a:pt x="257" y="13"/>
                      <a:pt x="257" y="15"/>
                      <a:pt x="255" y="17"/>
                    </a:cubicBezTo>
                    <a:cubicBezTo>
                      <a:pt x="252" y="20"/>
                      <a:pt x="246" y="22"/>
                      <a:pt x="244" y="22"/>
                    </a:cubicBezTo>
                    <a:cubicBezTo>
                      <a:pt x="244" y="22"/>
                      <a:pt x="244" y="22"/>
                      <a:pt x="244" y="22"/>
                    </a:cubicBezTo>
                    <a:cubicBezTo>
                      <a:pt x="243" y="22"/>
                      <a:pt x="243" y="22"/>
                      <a:pt x="243" y="22"/>
                    </a:cubicBezTo>
                    <a:cubicBezTo>
                      <a:pt x="243" y="21"/>
                      <a:pt x="243" y="21"/>
                      <a:pt x="243" y="20"/>
                    </a:cubicBezTo>
                    <a:cubicBezTo>
                      <a:pt x="243" y="19"/>
                      <a:pt x="244" y="17"/>
                      <a:pt x="245" y="15"/>
                    </a:cubicBezTo>
                    <a:moveTo>
                      <a:pt x="220" y="23"/>
                    </a:moveTo>
                    <a:cubicBezTo>
                      <a:pt x="222" y="21"/>
                      <a:pt x="224" y="19"/>
                      <a:pt x="226" y="18"/>
                    </a:cubicBezTo>
                    <a:cubicBezTo>
                      <a:pt x="228" y="17"/>
                      <a:pt x="230" y="16"/>
                      <a:pt x="231" y="16"/>
                    </a:cubicBezTo>
                    <a:cubicBezTo>
                      <a:pt x="231" y="16"/>
                      <a:pt x="231" y="16"/>
                      <a:pt x="231" y="16"/>
                    </a:cubicBezTo>
                    <a:cubicBezTo>
                      <a:pt x="231" y="16"/>
                      <a:pt x="231" y="17"/>
                      <a:pt x="232" y="17"/>
                    </a:cubicBezTo>
                    <a:cubicBezTo>
                      <a:pt x="232" y="17"/>
                      <a:pt x="232" y="18"/>
                      <a:pt x="232" y="19"/>
                    </a:cubicBezTo>
                    <a:cubicBezTo>
                      <a:pt x="232" y="20"/>
                      <a:pt x="231" y="22"/>
                      <a:pt x="230" y="24"/>
                    </a:cubicBezTo>
                    <a:cubicBezTo>
                      <a:pt x="229" y="26"/>
                      <a:pt x="226" y="27"/>
                      <a:pt x="224" y="28"/>
                    </a:cubicBezTo>
                    <a:cubicBezTo>
                      <a:pt x="222" y="29"/>
                      <a:pt x="220" y="30"/>
                      <a:pt x="220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29"/>
                    </a:cubicBezTo>
                    <a:cubicBezTo>
                      <a:pt x="219" y="29"/>
                      <a:pt x="218" y="28"/>
                      <a:pt x="218" y="28"/>
                    </a:cubicBezTo>
                    <a:cubicBezTo>
                      <a:pt x="218" y="26"/>
                      <a:pt x="219" y="25"/>
                      <a:pt x="220" y="23"/>
                    </a:cubicBezTo>
                    <a:moveTo>
                      <a:pt x="197" y="32"/>
                    </a:moveTo>
                    <a:cubicBezTo>
                      <a:pt x="199" y="30"/>
                      <a:pt x="201" y="28"/>
                      <a:pt x="203" y="27"/>
                    </a:cubicBezTo>
                    <a:cubicBezTo>
                      <a:pt x="205" y="26"/>
                      <a:pt x="207" y="25"/>
                      <a:pt x="207" y="25"/>
                    </a:cubicBezTo>
                    <a:cubicBezTo>
                      <a:pt x="207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6"/>
                    </a:cubicBezTo>
                    <a:cubicBezTo>
                      <a:pt x="209" y="26"/>
                      <a:pt x="209" y="27"/>
                      <a:pt x="209" y="28"/>
                    </a:cubicBezTo>
                    <a:cubicBezTo>
                      <a:pt x="209" y="29"/>
                      <a:pt x="208" y="31"/>
                      <a:pt x="207" y="32"/>
                    </a:cubicBezTo>
                    <a:cubicBezTo>
                      <a:pt x="206" y="34"/>
                      <a:pt x="204" y="36"/>
                      <a:pt x="202" y="38"/>
                    </a:cubicBezTo>
                    <a:cubicBezTo>
                      <a:pt x="200" y="39"/>
                      <a:pt x="198" y="40"/>
                      <a:pt x="197" y="40"/>
                    </a:cubicBezTo>
                    <a:cubicBezTo>
                      <a:pt x="197" y="40"/>
                      <a:pt x="197" y="40"/>
                      <a:pt x="197" y="40"/>
                    </a:cubicBezTo>
                    <a:cubicBezTo>
                      <a:pt x="197" y="40"/>
                      <a:pt x="197" y="39"/>
                      <a:pt x="197" y="39"/>
                    </a:cubicBezTo>
                    <a:cubicBezTo>
                      <a:pt x="196" y="39"/>
                      <a:pt x="196" y="38"/>
                      <a:pt x="196" y="37"/>
                    </a:cubicBezTo>
                    <a:cubicBezTo>
                      <a:pt x="196" y="36"/>
                      <a:pt x="197" y="34"/>
                      <a:pt x="197" y="32"/>
                    </a:cubicBezTo>
                    <a:moveTo>
                      <a:pt x="174" y="45"/>
                    </a:moveTo>
                    <a:cubicBezTo>
                      <a:pt x="174" y="45"/>
                      <a:pt x="174" y="45"/>
                      <a:pt x="174" y="45"/>
                    </a:cubicBezTo>
                    <a:cubicBezTo>
                      <a:pt x="175" y="42"/>
                      <a:pt x="177" y="40"/>
                      <a:pt x="179" y="39"/>
                    </a:cubicBezTo>
                    <a:cubicBezTo>
                      <a:pt x="181" y="37"/>
                      <a:pt x="183" y="36"/>
                      <a:pt x="184" y="36"/>
                    </a:cubicBezTo>
                    <a:cubicBezTo>
                      <a:pt x="184" y="36"/>
                      <a:pt x="184" y="37"/>
                      <a:pt x="185" y="37"/>
                    </a:cubicBezTo>
                    <a:cubicBezTo>
                      <a:pt x="185" y="38"/>
                      <a:pt x="185" y="39"/>
                      <a:pt x="185" y="40"/>
                    </a:cubicBezTo>
                    <a:cubicBezTo>
                      <a:pt x="185" y="41"/>
                      <a:pt x="185" y="42"/>
                      <a:pt x="184" y="44"/>
                    </a:cubicBezTo>
                    <a:cubicBezTo>
                      <a:pt x="183" y="46"/>
                      <a:pt x="181" y="48"/>
                      <a:pt x="179" y="50"/>
                    </a:cubicBezTo>
                    <a:cubicBezTo>
                      <a:pt x="178" y="51"/>
                      <a:pt x="176" y="52"/>
                      <a:pt x="175" y="52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5" y="52"/>
                      <a:pt x="174" y="52"/>
                      <a:pt x="174" y="51"/>
                    </a:cubicBezTo>
                    <a:cubicBezTo>
                      <a:pt x="174" y="51"/>
                      <a:pt x="173" y="50"/>
                      <a:pt x="173" y="49"/>
                    </a:cubicBezTo>
                    <a:cubicBezTo>
                      <a:pt x="173" y="48"/>
                      <a:pt x="174" y="46"/>
                      <a:pt x="174" y="45"/>
                    </a:cubicBezTo>
                    <a:moveTo>
                      <a:pt x="153" y="59"/>
                    </a:moveTo>
                    <a:cubicBezTo>
                      <a:pt x="153" y="57"/>
                      <a:pt x="155" y="55"/>
                      <a:pt x="157" y="53"/>
                    </a:cubicBezTo>
                    <a:cubicBezTo>
                      <a:pt x="159" y="51"/>
                      <a:pt x="161" y="50"/>
                      <a:pt x="161" y="50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1" y="50"/>
                      <a:pt x="162" y="50"/>
                      <a:pt x="162" y="51"/>
                    </a:cubicBezTo>
                    <a:cubicBezTo>
                      <a:pt x="163" y="51"/>
                      <a:pt x="163" y="53"/>
                      <a:pt x="163" y="54"/>
                    </a:cubicBezTo>
                    <a:cubicBezTo>
                      <a:pt x="163" y="55"/>
                      <a:pt x="163" y="56"/>
                      <a:pt x="162" y="57"/>
                    </a:cubicBezTo>
                    <a:cubicBezTo>
                      <a:pt x="161" y="60"/>
                      <a:pt x="160" y="62"/>
                      <a:pt x="158" y="63"/>
                    </a:cubicBezTo>
                    <a:cubicBezTo>
                      <a:pt x="156" y="65"/>
                      <a:pt x="154" y="66"/>
                      <a:pt x="154" y="66"/>
                    </a:cubicBezTo>
                    <a:cubicBezTo>
                      <a:pt x="154" y="66"/>
                      <a:pt x="154" y="66"/>
                      <a:pt x="154" y="66"/>
                    </a:cubicBezTo>
                    <a:cubicBezTo>
                      <a:pt x="153" y="66"/>
                      <a:pt x="153" y="66"/>
                      <a:pt x="153" y="65"/>
                    </a:cubicBezTo>
                    <a:cubicBezTo>
                      <a:pt x="152" y="65"/>
                      <a:pt x="152" y="64"/>
                      <a:pt x="152" y="62"/>
                    </a:cubicBezTo>
                    <a:cubicBezTo>
                      <a:pt x="152" y="61"/>
                      <a:pt x="152" y="60"/>
                      <a:pt x="153" y="59"/>
                    </a:cubicBezTo>
                    <a:moveTo>
                      <a:pt x="133" y="75"/>
                    </a:move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2"/>
                      <a:pt x="135" y="70"/>
                      <a:pt x="137" y="68"/>
                    </a:cubicBezTo>
                    <a:cubicBezTo>
                      <a:pt x="139" y="66"/>
                      <a:pt x="140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2" y="65"/>
                      <a:pt x="142" y="66"/>
                    </a:cubicBezTo>
                    <a:cubicBezTo>
                      <a:pt x="143" y="66"/>
                      <a:pt x="143" y="68"/>
                      <a:pt x="143" y="69"/>
                    </a:cubicBezTo>
                    <a:cubicBezTo>
                      <a:pt x="143" y="70"/>
                      <a:pt x="143" y="71"/>
                      <a:pt x="143" y="72"/>
                    </a:cubicBezTo>
                    <a:cubicBezTo>
                      <a:pt x="142" y="74"/>
                      <a:pt x="141" y="77"/>
                      <a:pt x="139" y="78"/>
                    </a:cubicBezTo>
                    <a:cubicBezTo>
                      <a:pt x="138" y="80"/>
                      <a:pt x="136" y="81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1"/>
                      <a:pt x="134" y="81"/>
                      <a:pt x="134" y="81"/>
                    </a:cubicBezTo>
                    <a:cubicBezTo>
                      <a:pt x="133" y="80"/>
                      <a:pt x="133" y="79"/>
                      <a:pt x="133" y="77"/>
                    </a:cubicBezTo>
                    <a:cubicBezTo>
                      <a:pt x="133" y="76"/>
                      <a:pt x="133" y="75"/>
                      <a:pt x="133" y="75"/>
                    </a:cubicBezTo>
                    <a:moveTo>
                      <a:pt x="114" y="92"/>
                    </a:moveTo>
                    <a:cubicBezTo>
                      <a:pt x="114" y="92"/>
                      <a:pt x="114" y="92"/>
                      <a:pt x="114" y="92"/>
                    </a:cubicBezTo>
                    <a:cubicBezTo>
                      <a:pt x="115" y="90"/>
                      <a:pt x="116" y="87"/>
                      <a:pt x="117" y="85"/>
                    </a:cubicBezTo>
                    <a:cubicBezTo>
                      <a:pt x="119" y="84"/>
                      <a:pt x="121" y="82"/>
                      <a:pt x="121" y="82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2" y="82"/>
                      <a:pt x="122" y="82"/>
                      <a:pt x="123" y="83"/>
                    </a:cubicBezTo>
                    <a:cubicBezTo>
                      <a:pt x="123" y="84"/>
                      <a:pt x="124" y="85"/>
                      <a:pt x="124" y="87"/>
                    </a:cubicBezTo>
                    <a:cubicBezTo>
                      <a:pt x="124" y="88"/>
                      <a:pt x="124" y="88"/>
                      <a:pt x="123" y="89"/>
                    </a:cubicBezTo>
                    <a:cubicBezTo>
                      <a:pt x="123" y="91"/>
                      <a:pt x="122" y="94"/>
                      <a:pt x="120" y="96"/>
                    </a:cubicBezTo>
                    <a:cubicBezTo>
                      <a:pt x="119" y="98"/>
                      <a:pt x="117" y="99"/>
                      <a:pt x="117" y="99"/>
                    </a:cubicBezTo>
                    <a:cubicBezTo>
                      <a:pt x="117" y="99"/>
                      <a:pt x="116" y="99"/>
                      <a:pt x="116" y="99"/>
                    </a:cubicBezTo>
                    <a:cubicBezTo>
                      <a:pt x="116" y="99"/>
                      <a:pt x="116" y="99"/>
                      <a:pt x="115" y="98"/>
                    </a:cubicBezTo>
                    <a:cubicBezTo>
                      <a:pt x="114" y="97"/>
                      <a:pt x="114" y="96"/>
                      <a:pt x="114" y="94"/>
                    </a:cubicBezTo>
                    <a:cubicBezTo>
                      <a:pt x="114" y="94"/>
                      <a:pt x="114" y="93"/>
                      <a:pt x="114" y="92"/>
                    </a:cubicBezTo>
                    <a:moveTo>
                      <a:pt x="97" y="112"/>
                    </a:moveTo>
                    <a:cubicBezTo>
                      <a:pt x="97" y="112"/>
                      <a:pt x="97" y="112"/>
                      <a:pt x="97" y="112"/>
                    </a:cubicBezTo>
                    <a:cubicBezTo>
                      <a:pt x="97" y="109"/>
                      <a:pt x="98" y="107"/>
                      <a:pt x="99" y="105"/>
                    </a:cubicBezTo>
                    <a:cubicBezTo>
                      <a:pt x="101" y="103"/>
                      <a:pt x="102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4" y="101"/>
                      <a:pt x="105" y="102"/>
                    </a:cubicBezTo>
                    <a:cubicBezTo>
                      <a:pt x="105" y="103"/>
                      <a:pt x="106" y="105"/>
                      <a:pt x="106" y="107"/>
                    </a:cubicBezTo>
                    <a:cubicBezTo>
                      <a:pt x="106" y="107"/>
                      <a:pt x="106" y="107"/>
                      <a:pt x="106" y="108"/>
                    </a:cubicBezTo>
                    <a:cubicBezTo>
                      <a:pt x="105" y="110"/>
                      <a:pt x="104" y="113"/>
                      <a:pt x="103" y="115"/>
                    </a:cubicBezTo>
                    <a:cubicBezTo>
                      <a:pt x="102" y="117"/>
                      <a:pt x="100" y="118"/>
                      <a:pt x="100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9" y="118"/>
                      <a:pt x="98" y="118"/>
                      <a:pt x="98" y="117"/>
                    </a:cubicBezTo>
                    <a:cubicBezTo>
                      <a:pt x="97" y="116"/>
                      <a:pt x="97" y="115"/>
                      <a:pt x="97" y="113"/>
                    </a:cubicBezTo>
                    <a:cubicBezTo>
                      <a:pt x="97" y="112"/>
                      <a:pt x="97" y="112"/>
                      <a:pt x="97" y="112"/>
                    </a:cubicBezTo>
                    <a:moveTo>
                      <a:pt x="82" y="131"/>
                    </a:moveTo>
                    <a:cubicBezTo>
                      <a:pt x="82" y="129"/>
                      <a:pt x="83" y="126"/>
                      <a:pt x="84" y="124"/>
                    </a:cubicBezTo>
                    <a:cubicBezTo>
                      <a:pt x="85" y="122"/>
                      <a:pt x="86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8" y="120"/>
                      <a:pt x="89" y="121"/>
                    </a:cubicBezTo>
                    <a:cubicBezTo>
                      <a:pt x="90" y="122"/>
                      <a:pt x="90" y="124"/>
                      <a:pt x="90" y="126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90" y="129"/>
                      <a:pt x="89" y="132"/>
                      <a:pt x="88" y="134"/>
                    </a:cubicBezTo>
                    <a:cubicBezTo>
                      <a:pt x="87" y="136"/>
                      <a:pt x="86" y="137"/>
                      <a:pt x="85" y="138"/>
                    </a:cubicBezTo>
                    <a:cubicBezTo>
                      <a:pt x="85" y="138"/>
                      <a:pt x="85" y="138"/>
                      <a:pt x="85" y="138"/>
                    </a:cubicBezTo>
                    <a:cubicBezTo>
                      <a:pt x="84" y="138"/>
                      <a:pt x="84" y="137"/>
                      <a:pt x="83" y="136"/>
                    </a:cubicBezTo>
                    <a:cubicBezTo>
                      <a:pt x="82" y="135"/>
                      <a:pt x="82" y="133"/>
                      <a:pt x="82" y="131"/>
                    </a:cubicBezTo>
                    <a:close/>
                    <a:moveTo>
                      <a:pt x="69" y="145"/>
                    </a:moveTo>
                    <a:cubicBezTo>
                      <a:pt x="70" y="143"/>
                      <a:pt x="71" y="142"/>
                      <a:pt x="72" y="141"/>
                    </a:cubicBezTo>
                    <a:cubicBezTo>
                      <a:pt x="72" y="141"/>
                      <a:pt x="72" y="141"/>
                      <a:pt x="72" y="141"/>
                    </a:cubicBezTo>
                    <a:cubicBezTo>
                      <a:pt x="72" y="141"/>
                      <a:pt x="73" y="142"/>
                      <a:pt x="74" y="143"/>
                    </a:cubicBezTo>
                    <a:cubicBezTo>
                      <a:pt x="75" y="144"/>
                      <a:pt x="75" y="145"/>
                      <a:pt x="75" y="148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75" y="151"/>
                      <a:pt x="75" y="153"/>
                      <a:pt x="74" y="155"/>
                    </a:cubicBezTo>
                    <a:cubicBezTo>
                      <a:pt x="73" y="157"/>
                      <a:pt x="71" y="159"/>
                      <a:pt x="71" y="159"/>
                    </a:cubicBezTo>
                    <a:cubicBezTo>
                      <a:pt x="71" y="159"/>
                      <a:pt x="71" y="159"/>
                      <a:pt x="71" y="159"/>
                    </a:cubicBezTo>
                    <a:cubicBezTo>
                      <a:pt x="70" y="159"/>
                      <a:pt x="69" y="159"/>
                      <a:pt x="69" y="158"/>
                    </a:cubicBezTo>
                    <a:cubicBezTo>
                      <a:pt x="68" y="157"/>
                      <a:pt x="67" y="155"/>
                      <a:pt x="67" y="153"/>
                    </a:cubicBezTo>
                    <a:cubicBezTo>
                      <a:pt x="67" y="153"/>
                      <a:pt x="67" y="152"/>
                      <a:pt x="67" y="152"/>
                    </a:cubicBezTo>
                    <a:cubicBezTo>
                      <a:pt x="67" y="150"/>
                      <a:pt x="68" y="147"/>
                      <a:pt x="69" y="145"/>
                    </a:cubicBezTo>
                    <a:moveTo>
                      <a:pt x="55" y="167"/>
                    </a:moveTo>
                    <a:cubicBezTo>
                      <a:pt x="56" y="165"/>
                      <a:pt x="57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9" y="164"/>
                      <a:pt x="59" y="164"/>
                      <a:pt x="60" y="165"/>
                    </a:cubicBezTo>
                    <a:cubicBezTo>
                      <a:pt x="61" y="166"/>
                      <a:pt x="62" y="168"/>
                      <a:pt x="62" y="170"/>
                    </a:cubicBezTo>
                    <a:cubicBezTo>
                      <a:pt x="62" y="170"/>
                      <a:pt x="62" y="171"/>
                      <a:pt x="62" y="172"/>
                    </a:cubicBezTo>
                    <a:cubicBezTo>
                      <a:pt x="62" y="174"/>
                      <a:pt x="61" y="176"/>
                      <a:pt x="61" y="178"/>
                    </a:cubicBezTo>
                    <a:cubicBezTo>
                      <a:pt x="60" y="180"/>
                      <a:pt x="59" y="181"/>
                      <a:pt x="58" y="181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8" y="182"/>
                      <a:pt x="57" y="181"/>
                      <a:pt x="56" y="180"/>
                    </a:cubicBezTo>
                    <a:cubicBezTo>
                      <a:pt x="55" y="179"/>
                      <a:pt x="55" y="178"/>
                      <a:pt x="54" y="176"/>
                    </a:cubicBezTo>
                    <a:cubicBezTo>
                      <a:pt x="54" y="175"/>
                      <a:pt x="54" y="174"/>
                      <a:pt x="54" y="174"/>
                    </a:cubicBezTo>
                    <a:cubicBezTo>
                      <a:pt x="54" y="171"/>
                      <a:pt x="55" y="169"/>
                      <a:pt x="55" y="167"/>
                    </a:cubicBezTo>
                    <a:moveTo>
                      <a:pt x="44" y="189"/>
                    </a:moveTo>
                    <a:cubicBezTo>
                      <a:pt x="45" y="187"/>
                      <a:pt x="46" y="186"/>
                      <a:pt x="46" y="186"/>
                    </a:cubicBezTo>
                    <a:cubicBezTo>
                      <a:pt x="47" y="186"/>
                      <a:pt x="47" y="185"/>
                      <a:pt x="47" y="185"/>
                    </a:cubicBezTo>
                    <a:cubicBezTo>
                      <a:pt x="47" y="185"/>
                      <a:pt x="48" y="186"/>
                      <a:pt x="49" y="187"/>
                    </a:cubicBezTo>
                    <a:cubicBezTo>
                      <a:pt x="50" y="188"/>
                      <a:pt x="51" y="189"/>
                      <a:pt x="51" y="191"/>
                    </a:cubicBezTo>
                    <a:cubicBezTo>
                      <a:pt x="51" y="192"/>
                      <a:pt x="51" y="193"/>
                      <a:pt x="51" y="194"/>
                    </a:cubicBezTo>
                    <a:cubicBezTo>
                      <a:pt x="51" y="196"/>
                      <a:pt x="51" y="198"/>
                      <a:pt x="50" y="200"/>
                    </a:cubicBezTo>
                    <a:cubicBezTo>
                      <a:pt x="49" y="202"/>
                      <a:pt x="48" y="203"/>
                      <a:pt x="48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47" y="204"/>
                      <a:pt x="44" y="202"/>
                      <a:pt x="44" y="198"/>
                    </a:cubicBezTo>
                    <a:cubicBezTo>
                      <a:pt x="43" y="197"/>
                      <a:pt x="43" y="196"/>
                      <a:pt x="43" y="195"/>
                    </a:cubicBezTo>
                    <a:cubicBezTo>
                      <a:pt x="43" y="193"/>
                      <a:pt x="44" y="191"/>
                      <a:pt x="44" y="189"/>
                    </a:cubicBezTo>
                    <a:moveTo>
                      <a:pt x="34" y="213"/>
                    </a:moveTo>
                    <a:cubicBezTo>
                      <a:pt x="35" y="211"/>
                      <a:pt x="35" y="210"/>
                      <a:pt x="36" y="210"/>
                    </a:cubicBezTo>
                    <a:cubicBezTo>
                      <a:pt x="36" y="209"/>
                      <a:pt x="36" y="209"/>
                      <a:pt x="36" y="209"/>
                    </a:cubicBezTo>
                    <a:cubicBezTo>
                      <a:pt x="37" y="209"/>
                      <a:pt x="40" y="211"/>
                      <a:pt x="41" y="215"/>
                    </a:cubicBezTo>
                    <a:cubicBezTo>
                      <a:pt x="41" y="216"/>
                      <a:pt x="41" y="218"/>
                      <a:pt x="41" y="219"/>
                    </a:cubicBezTo>
                    <a:cubicBezTo>
                      <a:pt x="41" y="223"/>
                      <a:pt x="40" y="227"/>
                      <a:pt x="39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7" y="227"/>
                      <a:pt x="35" y="226"/>
                      <a:pt x="34" y="222"/>
                    </a:cubicBezTo>
                    <a:cubicBezTo>
                      <a:pt x="33" y="221"/>
                      <a:pt x="33" y="219"/>
                      <a:pt x="33" y="218"/>
                    </a:cubicBezTo>
                    <a:cubicBezTo>
                      <a:pt x="33" y="216"/>
                      <a:pt x="34" y="214"/>
                      <a:pt x="34" y="213"/>
                    </a:cubicBezTo>
                    <a:moveTo>
                      <a:pt x="27" y="234"/>
                    </a:moveTo>
                    <a:cubicBezTo>
                      <a:pt x="27" y="234"/>
                      <a:pt x="27" y="234"/>
                      <a:pt x="27" y="234"/>
                    </a:cubicBezTo>
                    <a:cubicBezTo>
                      <a:pt x="28" y="234"/>
                      <a:pt x="31" y="236"/>
                      <a:pt x="32" y="239"/>
                    </a:cubicBezTo>
                    <a:cubicBezTo>
                      <a:pt x="32" y="241"/>
                      <a:pt x="33" y="243"/>
                      <a:pt x="33" y="244"/>
                    </a:cubicBezTo>
                    <a:cubicBezTo>
                      <a:pt x="33" y="248"/>
                      <a:pt x="31" y="251"/>
                      <a:pt x="31" y="252"/>
                    </a:cubicBezTo>
                    <a:cubicBezTo>
                      <a:pt x="31" y="252"/>
                      <a:pt x="31" y="252"/>
                      <a:pt x="30" y="252"/>
                    </a:cubicBezTo>
                    <a:cubicBezTo>
                      <a:pt x="29" y="252"/>
                      <a:pt x="27" y="250"/>
                      <a:pt x="26" y="247"/>
                    </a:cubicBezTo>
                    <a:cubicBezTo>
                      <a:pt x="25" y="245"/>
                      <a:pt x="25" y="243"/>
                      <a:pt x="25" y="242"/>
                    </a:cubicBezTo>
                    <a:cubicBezTo>
                      <a:pt x="25" y="238"/>
                      <a:pt x="26" y="235"/>
                      <a:pt x="27" y="234"/>
                    </a:cubicBezTo>
                    <a:moveTo>
                      <a:pt x="20" y="258"/>
                    </a:moveTo>
                    <a:cubicBezTo>
                      <a:pt x="20" y="258"/>
                      <a:pt x="20" y="258"/>
                      <a:pt x="20" y="258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1" y="258"/>
                      <a:pt x="24" y="259"/>
                      <a:pt x="25" y="263"/>
                    </a:cubicBezTo>
                    <a:cubicBezTo>
                      <a:pt x="26" y="265"/>
                      <a:pt x="26" y="267"/>
                      <a:pt x="26" y="269"/>
                    </a:cubicBezTo>
                    <a:cubicBezTo>
                      <a:pt x="26" y="272"/>
                      <a:pt x="25" y="275"/>
                      <a:pt x="25" y="275"/>
                    </a:cubicBezTo>
                    <a:cubicBezTo>
                      <a:pt x="25" y="275"/>
                      <a:pt x="25" y="275"/>
                      <a:pt x="24" y="275"/>
                    </a:cubicBezTo>
                    <a:cubicBezTo>
                      <a:pt x="23" y="275"/>
                      <a:pt x="21" y="274"/>
                      <a:pt x="19" y="270"/>
                    </a:cubicBezTo>
                    <a:cubicBezTo>
                      <a:pt x="19" y="268"/>
                      <a:pt x="18" y="266"/>
                      <a:pt x="18" y="264"/>
                    </a:cubicBezTo>
                    <a:cubicBezTo>
                      <a:pt x="18" y="261"/>
                      <a:pt x="19" y="259"/>
                      <a:pt x="20" y="258"/>
                    </a:cubicBezTo>
                    <a:moveTo>
                      <a:pt x="14" y="284"/>
                    </a:moveTo>
                    <a:cubicBezTo>
                      <a:pt x="14" y="283"/>
                      <a:pt x="14" y="283"/>
                      <a:pt x="15" y="283"/>
                    </a:cubicBezTo>
                    <a:cubicBezTo>
                      <a:pt x="16" y="283"/>
                      <a:pt x="18" y="285"/>
                      <a:pt x="20" y="288"/>
                    </a:cubicBezTo>
                    <a:cubicBezTo>
                      <a:pt x="21" y="290"/>
                      <a:pt x="21" y="293"/>
                      <a:pt x="21" y="295"/>
                    </a:cubicBezTo>
                    <a:cubicBezTo>
                      <a:pt x="21" y="297"/>
                      <a:pt x="20" y="300"/>
                      <a:pt x="20" y="300"/>
                    </a:cubicBezTo>
                    <a:cubicBezTo>
                      <a:pt x="20" y="301"/>
                      <a:pt x="20" y="301"/>
                      <a:pt x="19" y="301"/>
                    </a:cubicBezTo>
                    <a:cubicBezTo>
                      <a:pt x="18" y="301"/>
                      <a:pt x="16" y="299"/>
                      <a:pt x="14" y="296"/>
                    </a:cubicBezTo>
                    <a:cubicBezTo>
                      <a:pt x="13" y="294"/>
                      <a:pt x="13" y="291"/>
                      <a:pt x="13" y="289"/>
                    </a:cubicBezTo>
                    <a:cubicBezTo>
                      <a:pt x="13" y="286"/>
                      <a:pt x="13" y="284"/>
                      <a:pt x="14" y="284"/>
                    </a:cubicBezTo>
                    <a:moveTo>
                      <a:pt x="10" y="310"/>
                    </a:moveTo>
                    <a:cubicBezTo>
                      <a:pt x="10" y="310"/>
                      <a:pt x="10" y="310"/>
                      <a:pt x="10" y="310"/>
                    </a:cubicBezTo>
                    <a:cubicBezTo>
                      <a:pt x="10" y="309"/>
                      <a:pt x="10" y="309"/>
                      <a:pt x="10" y="309"/>
                    </a:cubicBezTo>
                    <a:cubicBezTo>
                      <a:pt x="12" y="309"/>
                      <a:pt x="14" y="310"/>
                      <a:pt x="16" y="314"/>
                    </a:cubicBezTo>
                    <a:cubicBezTo>
                      <a:pt x="17" y="316"/>
                      <a:pt x="18" y="319"/>
                      <a:pt x="17" y="322"/>
                    </a:cubicBezTo>
                    <a:cubicBezTo>
                      <a:pt x="17" y="324"/>
                      <a:pt x="17" y="325"/>
                      <a:pt x="17" y="326"/>
                    </a:cubicBezTo>
                    <a:cubicBezTo>
                      <a:pt x="17" y="326"/>
                      <a:pt x="16" y="326"/>
                      <a:pt x="16" y="326"/>
                    </a:cubicBezTo>
                    <a:cubicBezTo>
                      <a:pt x="15" y="326"/>
                      <a:pt x="12" y="325"/>
                      <a:pt x="11" y="322"/>
                    </a:cubicBezTo>
                    <a:cubicBezTo>
                      <a:pt x="9" y="319"/>
                      <a:pt x="9" y="316"/>
                      <a:pt x="9" y="313"/>
                    </a:cubicBezTo>
                    <a:cubicBezTo>
                      <a:pt x="9" y="312"/>
                      <a:pt x="9" y="310"/>
                      <a:pt x="10" y="310"/>
                    </a:cubicBezTo>
                    <a:moveTo>
                      <a:pt x="7" y="334"/>
                    </a:moveTo>
                    <a:cubicBezTo>
                      <a:pt x="7" y="334"/>
                      <a:pt x="7" y="334"/>
                      <a:pt x="7" y="334"/>
                    </a:cubicBezTo>
                    <a:cubicBezTo>
                      <a:pt x="7" y="334"/>
                      <a:pt x="7" y="334"/>
                      <a:pt x="8" y="334"/>
                    </a:cubicBezTo>
                    <a:cubicBezTo>
                      <a:pt x="9" y="334"/>
                      <a:pt x="12" y="335"/>
                      <a:pt x="13" y="338"/>
                    </a:cubicBezTo>
                    <a:cubicBezTo>
                      <a:pt x="15" y="340"/>
                      <a:pt x="16" y="344"/>
                      <a:pt x="16" y="347"/>
                    </a:cubicBezTo>
                    <a:cubicBezTo>
                      <a:pt x="16" y="348"/>
                      <a:pt x="15" y="350"/>
                      <a:pt x="15" y="350"/>
                    </a:cubicBezTo>
                    <a:cubicBezTo>
                      <a:pt x="15" y="350"/>
                      <a:pt x="15" y="350"/>
                      <a:pt x="14" y="350"/>
                    </a:cubicBezTo>
                    <a:cubicBezTo>
                      <a:pt x="13" y="350"/>
                      <a:pt x="10" y="349"/>
                      <a:pt x="9" y="346"/>
                    </a:cubicBezTo>
                    <a:cubicBezTo>
                      <a:pt x="7" y="344"/>
                      <a:pt x="6" y="340"/>
                      <a:pt x="6" y="337"/>
                    </a:cubicBezTo>
                    <a:cubicBezTo>
                      <a:pt x="6" y="336"/>
                      <a:pt x="7" y="334"/>
                      <a:pt x="7" y="334"/>
                    </a:cubicBezTo>
                    <a:moveTo>
                      <a:pt x="6" y="360"/>
                    </a:moveTo>
                    <a:cubicBezTo>
                      <a:pt x="6" y="360"/>
                      <a:pt x="6" y="360"/>
                      <a:pt x="7" y="360"/>
                    </a:cubicBezTo>
                    <a:cubicBezTo>
                      <a:pt x="8" y="360"/>
                      <a:pt x="11" y="361"/>
                      <a:pt x="12" y="364"/>
                    </a:cubicBezTo>
                    <a:cubicBezTo>
                      <a:pt x="14" y="367"/>
                      <a:pt x="15" y="371"/>
                      <a:pt x="15" y="373"/>
                    </a:cubicBezTo>
                    <a:cubicBezTo>
                      <a:pt x="15" y="375"/>
                      <a:pt x="15" y="375"/>
                      <a:pt x="15" y="376"/>
                    </a:cubicBezTo>
                    <a:cubicBezTo>
                      <a:pt x="15" y="376"/>
                      <a:pt x="14" y="376"/>
                      <a:pt x="14" y="376"/>
                    </a:cubicBezTo>
                    <a:cubicBezTo>
                      <a:pt x="12" y="376"/>
                      <a:pt x="10" y="375"/>
                      <a:pt x="8" y="373"/>
                    </a:cubicBezTo>
                    <a:cubicBezTo>
                      <a:pt x="6" y="370"/>
                      <a:pt x="5" y="366"/>
                      <a:pt x="5" y="363"/>
                    </a:cubicBezTo>
                    <a:cubicBezTo>
                      <a:pt x="5" y="362"/>
                      <a:pt x="6" y="361"/>
                      <a:pt x="6" y="360"/>
                    </a:cubicBezTo>
                    <a:moveTo>
                      <a:pt x="6" y="387"/>
                    </a:moveTo>
                    <a:cubicBezTo>
                      <a:pt x="6" y="386"/>
                      <a:pt x="6" y="386"/>
                      <a:pt x="7" y="386"/>
                    </a:cubicBezTo>
                    <a:cubicBezTo>
                      <a:pt x="9" y="386"/>
                      <a:pt x="11" y="387"/>
                      <a:pt x="13" y="389"/>
                    </a:cubicBezTo>
                    <a:cubicBezTo>
                      <a:pt x="15" y="392"/>
                      <a:pt x="16" y="397"/>
                      <a:pt x="16" y="400"/>
                    </a:cubicBezTo>
                    <a:cubicBezTo>
                      <a:pt x="16" y="400"/>
                      <a:pt x="16" y="401"/>
                      <a:pt x="16" y="401"/>
                    </a:cubicBezTo>
                    <a:cubicBezTo>
                      <a:pt x="16" y="402"/>
                      <a:pt x="15" y="402"/>
                      <a:pt x="15" y="402"/>
                    </a:cubicBezTo>
                    <a:cubicBezTo>
                      <a:pt x="13" y="402"/>
                      <a:pt x="11" y="401"/>
                      <a:pt x="9" y="399"/>
                    </a:cubicBezTo>
                    <a:cubicBezTo>
                      <a:pt x="7" y="396"/>
                      <a:pt x="6" y="391"/>
                      <a:pt x="6" y="388"/>
                    </a:cubicBezTo>
                    <a:cubicBezTo>
                      <a:pt x="6" y="387"/>
                      <a:pt x="6" y="387"/>
                      <a:pt x="6" y="387"/>
                    </a:cubicBezTo>
                    <a:moveTo>
                      <a:pt x="8" y="412"/>
                    </a:moveTo>
                    <a:cubicBezTo>
                      <a:pt x="8" y="412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9" y="411"/>
                    </a:cubicBezTo>
                    <a:cubicBezTo>
                      <a:pt x="11" y="411"/>
                      <a:pt x="13" y="412"/>
                      <a:pt x="15" y="414"/>
                    </a:cubicBezTo>
                    <a:cubicBezTo>
                      <a:pt x="17" y="417"/>
                      <a:pt x="19" y="422"/>
                      <a:pt x="19" y="424"/>
                    </a:cubicBezTo>
                    <a:cubicBezTo>
                      <a:pt x="19" y="425"/>
                      <a:pt x="18" y="425"/>
                      <a:pt x="18" y="426"/>
                    </a:cubicBezTo>
                    <a:cubicBezTo>
                      <a:pt x="18" y="426"/>
                      <a:pt x="18" y="426"/>
                      <a:pt x="17" y="426"/>
                    </a:cubicBezTo>
                    <a:cubicBezTo>
                      <a:pt x="16" y="426"/>
                      <a:pt x="14" y="425"/>
                      <a:pt x="12" y="423"/>
                    </a:cubicBezTo>
                    <a:cubicBezTo>
                      <a:pt x="9" y="420"/>
                      <a:pt x="8" y="415"/>
                      <a:pt x="8" y="412"/>
                    </a:cubicBezTo>
                    <a:moveTo>
                      <a:pt x="16" y="449"/>
                    </a:moveTo>
                    <a:cubicBezTo>
                      <a:pt x="13" y="446"/>
                      <a:pt x="11" y="441"/>
                      <a:pt x="11" y="438"/>
                    </a:cubicBezTo>
                    <a:cubicBezTo>
                      <a:pt x="11" y="438"/>
                      <a:pt x="11" y="437"/>
                      <a:pt x="11" y="437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1" y="437"/>
                      <a:pt x="12" y="437"/>
                      <a:pt x="13" y="437"/>
                    </a:cubicBezTo>
                    <a:cubicBezTo>
                      <a:pt x="14" y="437"/>
                      <a:pt x="16" y="437"/>
                      <a:pt x="18" y="439"/>
                    </a:cubicBezTo>
                    <a:cubicBezTo>
                      <a:pt x="21" y="442"/>
                      <a:pt x="23" y="448"/>
                      <a:pt x="23" y="450"/>
                    </a:cubicBezTo>
                    <a:cubicBezTo>
                      <a:pt x="23" y="450"/>
                      <a:pt x="23" y="451"/>
                      <a:pt x="23" y="451"/>
                    </a:cubicBezTo>
                    <a:cubicBezTo>
                      <a:pt x="23" y="451"/>
                      <a:pt x="22" y="451"/>
                      <a:pt x="21" y="451"/>
                    </a:cubicBezTo>
                    <a:cubicBezTo>
                      <a:pt x="20" y="451"/>
                      <a:pt x="18" y="451"/>
                      <a:pt x="16" y="449"/>
                    </a:cubicBezTo>
                    <a:moveTo>
                      <a:pt x="21" y="474"/>
                    </a:moveTo>
                    <a:cubicBezTo>
                      <a:pt x="18" y="471"/>
                      <a:pt x="16" y="466"/>
                      <a:pt x="16" y="464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7" y="462"/>
                      <a:pt x="17" y="462"/>
                      <a:pt x="18" y="462"/>
                    </a:cubicBezTo>
                    <a:cubicBezTo>
                      <a:pt x="19" y="462"/>
                      <a:pt x="21" y="463"/>
                      <a:pt x="23" y="465"/>
                    </a:cubicBezTo>
                    <a:cubicBezTo>
                      <a:pt x="27" y="468"/>
                      <a:pt x="28" y="473"/>
                      <a:pt x="28" y="475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7"/>
                      <a:pt x="27" y="477"/>
                      <a:pt x="27" y="477"/>
                    </a:cubicBezTo>
                    <a:cubicBezTo>
                      <a:pt x="25" y="477"/>
                      <a:pt x="23" y="476"/>
                      <a:pt x="21" y="474"/>
                    </a:cubicBezTo>
                    <a:moveTo>
                      <a:pt x="28" y="498"/>
                    </a:moveTo>
                    <a:cubicBezTo>
                      <a:pt x="24" y="495"/>
                      <a:pt x="22" y="490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3" y="486"/>
                    </a:cubicBezTo>
                    <a:cubicBezTo>
                      <a:pt x="23" y="486"/>
                      <a:pt x="23" y="486"/>
                      <a:pt x="24" y="486"/>
                    </a:cubicBezTo>
                    <a:cubicBezTo>
                      <a:pt x="26" y="486"/>
                      <a:pt x="27" y="487"/>
                      <a:pt x="29" y="488"/>
                    </a:cubicBezTo>
                    <a:cubicBezTo>
                      <a:pt x="31" y="490"/>
                      <a:pt x="33" y="492"/>
                      <a:pt x="34" y="494"/>
                    </a:cubicBezTo>
                    <a:cubicBezTo>
                      <a:pt x="35" y="496"/>
                      <a:pt x="35" y="498"/>
                      <a:pt x="35" y="499"/>
                    </a:cubicBezTo>
                    <a:cubicBezTo>
                      <a:pt x="35" y="499"/>
                      <a:pt x="35" y="499"/>
                      <a:pt x="35" y="499"/>
                    </a:cubicBezTo>
                    <a:cubicBezTo>
                      <a:pt x="35" y="499"/>
                      <a:pt x="35" y="499"/>
                      <a:pt x="35" y="500"/>
                    </a:cubicBezTo>
                    <a:cubicBezTo>
                      <a:pt x="34" y="500"/>
                      <a:pt x="34" y="500"/>
                      <a:pt x="33" y="500"/>
                    </a:cubicBezTo>
                    <a:cubicBezTo>
                      <a:pt x="32" y="500"/>
                      <a:pt x="30" y="499"/>
                      <a:pt x="28" y="498"/>
                    </a:cubicBezTo>
                    <a:moveTo>
                      <a:pt x="37" y="523"/>
                    </a:moveTo>
                    <a:cubicBezTo>
                      <a:pt x="35" y="521"/>
                      <a:pt x="33" y="519"/>
                      <a:pt x="32" y="517"/>
                    </a:cubicBezTo>
                    <a:cubicBezTo>
                      <a:pt x="31" y="515"/>
                      <a:pt x="30" y="513"/>
                      <a:pt x="30" y="512"/>
                    </a:cubicBezTo>
                    <a:cubicBezTo>
                      <a:pt x="30" y="512"/>
                      <a:pt x="30" y="512"/>
                      <a:pt x="30" y="512"/>
                    </a:cubicBezTo>
                    <a:cubicBezTo>
                      <a:pt x="30" y="512"/>
                      <a:pt x="30" y="512"/>
                      <a:pt x="31" y="511"/>
                    </a:cubicBezTo>
                    <a:cubicBezTo>
                      <a:pt x="31" y="511"/>
                      <a:pt x="32" y="511"/>
                      <a:pt x="33" y="511"/>
                    </a:cubicBezTo>
                    <a:cubicBezTo>
                      <a:pt x="34" y="511"/>
                      <a:pt x="36" y="512"/>
                      <a:pt x="37" y="513"/>
                    </a:cubicBezTo>
                    <a:cubicBezTo>
                      <a:pt x="39" y="514"/>
                      <a:pt x="41" y="516"/>
                      <a:pt x="42" y="518"/>
                    </a:cubicBezTo>
                    <a:cubicBezTo>
                      <a:pt x="43" y="520"/>
                      <a:pt x="44" y="522"/>
                      <a:pt x="44" y="523"/>
                    </a:cubicBezTo>
                    <a:cubicBezTo>
                      <a:pt x="44" y="523"/>
                      <a:pt x="44" y="523"/>
                      <a:pt x="44" y="523"/>
                    </a:cubicBezTo>
                    <a:cubicBezTo>
                      <a:pt x="44" y="523"/>
                      <a:pt x="44" y="524"/>
                      <a:pt x="44" y="524"/>
                    </a:cubicBezTo>
                    <a:cubicBezTo>
                      <a:pt x="43" y="524"/>
                      <a:pt x="42" y="524"/>
                      <a:pt x="42" y="524"/>
                    </a:cubicBezTo>
                    <a:cubicBezTo>
                      <a:pt x="40" y="524"/>
                      <a:pt x="39" y="524"/>
                      <a:pt x="37" y="523"/>
                    </a:cubicBezTo>
                    <a:moveTo>
                      <a:pt x="47" y="546"/>
                    </a:moveTo>
                    <a:cubicBezTo>
                      <a:pt x="45" y="545"/>
                      <a:pt x="43" y="543"/>
                      <a:pt x="42" y="541"/>
                    </a:cubicBezTo>
                    <a:cubicBezTo>
                      <a:pt x="40" y="539"/>
                      <a:pt x="40" y="537"/>
                      <a:pt x="40" y="537"/>
                    </a:cubicBezTo>
                    <a:cubicBezTo>
                      <a:pt x="40" y="537"/>
                      <a:pt x="40" y="537"/>
                      <a:pt x="40" y="537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1" y="535"/>
                      <a:pt x="42" y="535"/>
                      <a:pt x="42" y="535"/>
                    </a:cubicBezTo>
                    <a:cubicBezTo>
                      <a:pt x="42" y="535"/>
                      <a:pt x="42" y="535"/>
                      <a:pt x="42" y="535"/>
                    </a:cubicBezTo>
                    <a:cubicBezTo>
                      <a:pt x="44" y="535"/>
                      <a:pt x="45" y="536"/>
                      <a:pt x="47" y="537"/>
                    </a:cubicBezTo>
                    <a:cubicBezTo>
                      <a:pt x="49" y="538"/>
                      <a:pt x="51" y="540"/>
                      <a:pt x="52" y="542"/>
                    </a:cubicBezTo>
                    <a:cubicBezTo>
                      <a:pt x="54" y="544"/>
                      <a:pt x="54" y="546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3" y="548"/>
                      <a:pt x="53" y="548"/>
                      <a:pt x="52" y="548"/>
                    </a:cubicBezTo>
                    <a:cubicBezTo>
                      <a:pt x="50" y="548"/>
                      <a:pt x="49" y="547"/>
                      <a:pt x="47" y="546"/>
                    </a:cubicBezTo>
                    <a:close/>
                    <a:moveTo>
                      <a:pt x="58" y="568"/>
                    </a:moveTo>
                    <a:cubicBezTo>
                      <a:pt x="56" y="567"/>
                      <a:pt x="54" y="565"/>
                      <a:pt x="53" y="563"/>
                    </a:cubicBezTo>
                    <a:cubicBezTo>
                      <a:pt x="51" y="561"/>
                      <a:pt x="50" y="559"/>
                      <a:pt x="50" y="559"/>
                    </a:cubicBezTo>
                    <a:cubicBezTo>
                      <a:pt x="50" y="559"/>
                      <a:pt x="50" y="559"/>
                      <a:pt x="50" y="559"/>
                    </a:cubicBezTo>
                    <a:cubicBezTo>
                      <a:pt x="50" y="559"/>
                      <a:pt x="50" y="558"/>
                      <a:pt x="51" y="558"/>
                    </a:cubicBezTo>
                    <a:cubicBezTo>
                      <a:pt x="51" y="558"/>
                      <a:pt x="52" y="557"/>
                      <a:pt x="53" y="557"/>
                    </a:cubicBezTo>
                    <a:cubicBezTo>
                      <a:pt x="55" y="557"/>
                      <a:pt x="56" y="558"/>
                      <a:pt x="58" y="559"/>
                    </a:cubicBezTo>
                    <a:cubicBezTo>
                      <a:pt x="60" y="560"/>
                      <a:pt x="62" y="562"/>
                      <a:pt x="63" y="564"/>
                    </a:cubicBezTo>
                    <a:cubicBezTo>
                      <a:pt x="65" y="565"/>
                      <a:pt x="65" y="567"/>
                      <a:pt x="66" y="568"/>
                    </a:cubicBezTo>
                    <a:cubicBezTo>
                      <a:pt x="66" y="568"/>
                      <a:pt x="66" y="568"/>
                      <a:pt x="66" y="568"/>
                    </a:cubicBezTo>
                    <a:cubicBezTo>
                      <a:pt x="66" y="568"/>
                      <a:pt x="65" y="569"/>
                      <a:pt x="65" y="569"/>
                    </a:cubicBezTo>
                    <a:cubicBezTo>
                      <a:pt x="64" y="569"/>
                      <a:pt x="64" y="570"/>
                      <a:pt x="62" y="570"/>
                    </a:cubicBezTo>
                    <a:cubicBezTo>
                      <a:pt x="61" y="569"/>
                      <a:pt x="60" y="569"/>
                      <a:pt x="58" y="568"/>
                    </a:cubicBezTo>
                    <a:moveTo>
                      <a:pt x="72" y="591"/>
                    </a:moveTo>
                    <a:cubicBezTo>
                      <a:pt x="72" y="591"/>
                      <a:pt x="72" y="591"/>
                      <a:pt x="72" y="591"/>
                    </a:cubicBezTo>
                    <a:cubicBezTo>
                      <a:pt x="70" y="590"/>
                      <a:pt x="67" y="588"/>
                      <a:pt x="66" y="586"/>
                    </a:cubicBezTo>
                    <a:cubicBezTo>
                      <a:pt x="64" y="584"/>
                      <a:pt x="63" y="583"/>
                      <a:pt x="63" y="582"/>
                    </a:cubicBezTo>
                    <a:cubicBezTo>
                      <a:pt x="63" y="582"/>
                      <a:pt x="63" y="582"/>
                      <a:pt x="63" y="582"/>
                    </a:cubicBezTo>
                    <a:cubicBezTo>
                      <a:pt x="63" y="582"/>
                      <a:pt x="63" y="581"/>
                      <a:pt x="64" y="581"/>
                    </a:cubicBezTo>
                    <a:cubicBezTo>
                      <a:pt x="64" y="580"/>
                      <a:pt x="65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8" y="580"/>
                      <a:pt x="69" y="580"/>
                      <a:pt x="70" y="581"/>
                    </a:cubicBezTo>
                    <a:cubicBezTo>
                      <a:pt x="73" y="582"/>
                      <a:pt x="75" y="584"/>
                      <a:pt x="76" y="586"/>
                    </a:cubicBezTo>
                    <a:cubicBezTo>
                      <a:pt x="78" y="587"/>
                      <a:pt x="79" y="589"/>
                      <a:pt x="79" y="590"/>
                    </a:cubicBezTo>
                    <a:cubicBezTo>
                      <a:pt x="79" y="590"/>
                      <a:pt x="79" y="590"/>
                      <a:pt x="79" y="590"/>
                    </a:cubicBezTo>
                    <a:cubicBezTo>
                      <a:pt x="79" y="590"/>
                      <a:pt x="79" y="591"/>
                      <a:pt x="78" y="591"/>
                    </a:cubicBezTo>
                    <a:cubicBezTo>
                      <a:pt x="78" y="591"/>
                      <a:pt x="77" y="592"/>
                      <a:pt x="76" y="592"/>
                    </a:cubicBezTo>
                    <a:cubicBezTo>
                      <a:pt x="74" y="592"/>
                      <a:pt x="73" y="591"/>
                      <a:pt x="72" y="591"/>
                    </a:cubicBezTo>
                    <a:moveTo>
                      <a:pt x="90" y="613"/>
                    </a:moveTo>
                    <a:cubicBezTo>
                      <a:pt x="89" y="613"/>
                      <a:pt x="88" y="613"/>
                      <a:pt x="87" y="612"/>
                    </a:cubicBezTo>
                    <a:cubicBezTo>
                      <a:pt x="84" y="611"/>
                      <a:pt x="82" y="610"/>
                      <a:pt x="80" y="608"/>
                    </a:cubicBezTo>
                    <a:cubicBezTo>
                      <a:pt x="79" y="606"/>
                      <a:pt x="78" y="604"/>
                      <a:pt x="78" y="604"/>
                    </a:cubicBezTo>
                    <a:cubicBezTo>
                      <a:pt x="78" y="604"/>
                      <a:pt x="78" y="604"/>
                      <a:pt x="78" y="604"/>
                    </a:cubicBezTo>
                    <a:cubicBezTo>
                      <a:pt x="78" y="603"/>
                      <a:pt x="78" y="603"/>
                      <a:pt x="78" y="603"/>
                    </a:cubicBezTo>
                    <a:cubicBezTo>
                      <a:pt x="79" y="602"/>
                      <a:pt x="80" y="602"/>
                      <a:pt x="82" y="602"/>
                    </a:cubicBezTo>
                    <a:cubicBezTo>
                      <a:pt x="82" y="602"/>
                      <a:pt x="82" y="602"/>
                      <a:pt x="82" y="602"/>
                    </a:cubicBezTo>
                    <a:cubicBezTo>
                      <a:pt x="83" y="602"/>
                      <a:pt x="84" y="602"/>
                      <a:pt x="85" y="603"/>
                    </a:cubicBezTo>
                    <a:cubicBezTo>
                      <a:pt x="87" y="603"/>
                      <a:pt x="89" y="605"/>
                      <a:pt x="91" y="607"/>
                    </a:cubicBezTo>
                    <a:cubicBezTo>
                      <a:pt x="93" y="608"/>
                      <a:pt x="94" y="610"/>
                      <a:pt x="94" y="611"/>
                    </a:cubicBezTo>
                    <a:cubicBezTo>
                      <a:pt x="94" y="611"/>
                      <a:pt x="94" y="611"/>
                      <a:pt x="94" y="611"/>
                    </a:cubicBezTo>
                    <a:cubicBezTo>
                      <a:pt x="94" y="611"/>
                      <a:pt x="94" y="612"/>
                      <a:pt x="93" y="612"/>
                    </a:cubicBezTo>
                    <a:cubicBezTo>
                      <a:pt x="92" y="612"/>
                      <a:pt x="91" y="613"/>
                      <a:pt x="90" y="613"/>
                    </a:cubicBezTo>
                    <a:moveTo>
                      <a:pt x="108" y="631"/>
                    </a:moveTo>
                    <a:cubicBezTo>
                      <a:pt x="108" y="631"/>
                      <a:pt x="106" y="632"/>
                      <a:pt x="105" y="632"/>
                    </a:cubicBezTo>
                    <a:cubicBezTo>
                      <a:pt x="104" y="632"/>
                      <a:pt x="103" y="631"/>
                      <a:pt x="102" y="631"/>
                    </a:cubicBezTo>
                    <a:cubicBezTo>
                      <a:pt x="100" y="631"/>
                      <a:pt x="98" y="629"/>
                      <a:pt x="96" y="628"/>
                    </a:cubicBezTo>
                    <a:cubicBezTo>
                      <a:pt x="94" y="626"/>
                      <a:pt x="93" y="624"/>
                      <a:pt x="93" y="624"/>
                    </a:cubicBezTo>
                    <a:cubicBezTo>
                      <a:pt x="93" y="624"/>
                      <a:pt x="93" y="623"/>
                      <a:pt x="93" y="623"/>
                    </a:cubicBezTo>
                    <a:cubicBezTo>
                      <a:pt x="93" y="623"/>
                      <a:pt x="93" y="623"/>
                      <a:pt x="93" y="622"/>
                    </a:cubicBezTo>
                    <a:cubicBezTo>
                      <a:pt x="94" y="622"/>
                      <a:pt x="95" y="621"/>
                      <a:pt x="97" y="621"/>
                    </a:cubicBezTo>
                    <a:cubicBezTo>
                      <a:pt x="98" y="621"/>
                      <a:pt x="99" y="622"/>
                      <a:pt x="100" y="622"/>
                    </a:cubicBezTo>
                    <a:cubicBezTo>
                      <a:pt x="102" y="622"/>
                      <a:pt x="104" y="624"/>
                      <a:pt x="106" y="625"/>
                    </a:cubicBezTo>
                    <a:cubicBezTo>
                      <a:pt x="108" y="627"/>
                      <a:pt x="109" y="629"/>
                      <a:pt x="109" y="629"/>
                    </a:cubicBezTo>
                    <a:cubicBezTo>
                      <a:pt x="109" y="629"/>
                      <a:pt x="109" y="629"/>
                      <a:pt x="109" y="630"/>
                    </a:cubicBezTo>
                    <a:cubicBezTo>
                      <a:pt x="109" y="630"/>
                      <a:pt x="109" y="630"/>
                      <a:pt x="108" y="631"/>
                    </a:cubicBezTo>
                    <a:moveTo>
                      <a:pt x="127" y="648"/>
                    </a:moveTo>
                    <a:cubicBezTo>
                      <a:pt x="127" y="648"/>
                      <a:pt x="127" y="649"/>
                      <a:pt x="126" y="649"/>
                    </a:cubicBezTo>
                    <a:cubicBezTo>
                      <a:pt x="125" y="650"/>
                      <a:pt x="124" y="650"/>
                      <a:pt x="122" y="650"/>
                    </a:cubicBezTo>
                    <a:cubicBezTo>
                      <a:pt x="122" y="650"/>
                      <a:pt x="121" y="650"/>
                      <a:pt x="121" y="650"/>
                    </a:cubicBezTo>
                    <a:cubicBezTo>
                      <a:pt x="120" y="650"/>
                      <a:pt x="120" y="650"/>
                      <a:pt x="120" y="650"/>
                    </a:cubicBezTo>
                    <a:cubicBezTo>
                      <a:pt x="118" y="650"/>
                      <a:pt x="115" y="648"/>
                      <a:pt x="113" y="647"/>
                    </a:cubicBezTo>
                    <a:cubicBezTo>
                      <a:pt x="112" y="646"/>
                      <a:pt x="110" y="644"/>
                      <a:pt x="110" y="643"/>
                    </a:cubicBezTo>
                    <a:cubicBezTo>
                      <a:pt x="110" y="643"/>
                      <a:pt x="110" y="643"/>
                      <a:pt x="110" y="643"/>
                    </a:cubicBezTo>
                    <a:cubicBezTo>
                      <a:pt x="110" y="643"/>
                      <a:pt x="110" y="642"/>
                      <a:pt x="111" y="642"/>
                    </a:cubicBezTo>
                    <a:cubicBezTo>
                      <a:pt x="112" y="641"/>
                      <a:pt x="113" y="641"/>
                      <a:pt x="115" y="641"/>
                    </a:cubicBezTo>
                    <a:cubicBezTo>
                      <a:pt x="116" y="641"/>
                      <a:pt x="116" y="641"/>
                      <a:pt x="117" y="641"/>
                    </a:cubicBezTo>
                    <a:cubicBezTo>
                      <a:pt x="119" y="641"/>
                      <a:pt x="122" y="643"/>
                      <a:pt x="124" y="644"/>
                    </a:cubicBezTo>
                    <a:cubicBezTo>
                      <a:pt x="126" y="645"/>
                      <a:pt x="127" y="647"/>
                      <a:pt x="127" y="648"/>
                    </a:cubicBezTo>
                    <a:close/>
                    <a:moveTo>
                      <a:pt x="145" y="666"/>
                    </a:moveTo>
                    <a:cubicBezTo>
                      <a:pt x="144" y="667"/>
                      <a:pt x="143" y="668"/>
                      <a:pt x="141" y="667"/>
                    </a:cubicBezTo>
                    <a:cubicBezTo>
                      <a:pt x="140" y="667"/>
                      <a:pt x="140" y="667"/>
                      <a:pt x="140" y="667"/>
                    </a:cubicBezTo>
                    <a:cubicBezTo>
                      <a:pt x="137" y="667"/>
                      <a:pt x="135" y="666"/>
                      <a:pt x="133" y="665"/>
                    </a:cubicBezTo>
                    <a:cubicBezTo>
                      <a:pt x="131" y="664"/>
                      <a:pt x="129" y="662"/>
                      <a:pt x="129" y="661"/>
                    </a:cubicBezTo>
                    <a:cubicBezTo>
                      <a:pt x="129" y="661"/>
                      <a:pt x="129" y="661"/>
                      <a:pt x="129" y="661"/>
                    </a:cubicBezTo>
                    <a:cubicBezTo>
                      <a:pt x="129" y="661"/>
                      <a:pt x="129" y="660"/>
                      <a:pt x="130" y="660"/>
                    </a:cubicBezTo>
                    <a:cubicBezTo>
                      <a:pt x="131" y="659"/>
                      <a:pt x="133" y="658"/>
                      <a:pt x="135" y="659"/>
                    </a:cubicBezTo>
                    <a:cubicBezTo>
                      <a:pt x="135" y="659"/>
                      <a:pt x="135" y="659"/>
                      <a:pt x="136" y="659"/>
                    </a:cubicBezTo>
                    <a:cubicBezTo>
                      <a:pt x="138" y="659"/>
                      <a:pt x="141" y="660"/>
                      <a:pt x="143" y="661"/>
                    </a:cubicBezTo>
                    <a:cubicBezTo>
                      <a:pt x="145" y="662"/>
                      <a:pt x="146" y="664"/>
                      <a:pt x="147" y="665"/>
                    </a:cubicBezTo>
                    <a:cubicBezTo>
                      <a:pt x="147" y="665"/>
                      <a:pt x="147" y="665"/>
                      <a:pt x="147" y="665"/>
                    </a:cubicBezTo>
                    <a:cubicBezTo>
                      <a:pt x="147" y="665"/>
                      <a:pt x="146" y="666"/>
                      <a:pt x="145" y="666"/>
                    </a:cubicBezTo>
                    <a:moveTo>
                      <a:pt x="165" y="681"/>
                    </a:moveTo>
                    <a:cubicBezTo>
                      <a:pt x="164" y="682"/>
                      <a:pt x="162" y="682"/>
                      <a:pt x="160" y="682"/>
                    </a:cubicBezTo>
                    <a:cubicBezTo>
                      <a:pt x="160" y="682"/>
                      <a:pt x="160" y="682"/>
                      <a:pt x="160" y="682"/>
                    </a:cubicBezTo>
                    <a:cubicBezTo>
                      <a:pt x="157" y="682"/>
                      <a:pt x="154" y="681"/>
                      <a:pt x="152" y="680"/>
                    </a:cubicBezTo>
                    <a:cubicBezTo>
                      <a:pt x="150" y="679"/>
                      <a:pt x="149" y="678"/>
                      <a:pt x="148" y="677"/>
                    </a:cubicBezTo>
                    <a:cubicBezTo>
                      <a:pt x="148" y="677"/>
                      <a:pt x="148" y="677"/>
                      <a:pt x="148" y="677"/>
                    </a:cubicBezTo>
                    <a:cubicBezTo>
                      <a:pt x="148" y="676"/>
                      <a:pt x="149" y="676"/>
                      <a:pt x="150" y="675"/>
                    </a:cubicBezTo>
                    <a:cubicBezTo>
                      <a:pt x="151" y="674"/>
                      <a:pt x="153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7" y="674"/>
                      <a:pt x="160" y="675"/>
                      <a:pt x="162" y="676"/>
                    </a:cubicBezTo>
                    <a:cubicBezTo>
                      <a:pt x="164" y="677"/>
                      <a:pt x="166" y="678"/>
                      <a:pt x="166" y="679"/>
                    </a:cubicBezTo>
                    <a:cubicBezTo>
                      <a:pt x="166" y="679"/>
                      <a:pt x="166" y="679"/>
                      <a:pt x="166" y="679"/>
                    </a:cubicBezTo>
                    <a:cubicBezTo>
                      <a:pt x="166" y="679"/>
                      <a:pt x="166" y="680"/>
                      <a:pt x="165" y="681"/>
                    </a:cubicBezTo>
                    <a:moveTo>
                      <a:pt x="187" y="694"/>
                    </a:moveTo>
                    <a:cubicBezTo>
                      <a:pt x="186" y="695"/>
                      <a:pt x="184" y="696"/>
                      <a:pt x="182" y="696"/>
                    </a:cubicBezTo>
                    <a:cubicBezTo>
                      <a:pt x="182" y="696"/>
                      <a:pt x="182" y="696"/>
                      <a:pt x="182" y="696"/>
                    </a:cubicBezTo>
                    <a:cubicBezTo>
                      <a:pt x="181" y="696"/>
                      <a:pt x="181" y="696"/>
                      <a:pt x="180" y="696"/>
                    </a:cubicBezTo>
                    <a:cubicBezTo>
                      <a:pt x="178" y="696"/>
                      <a:pt x="176" y="695"/>
                      <a:pt x="174" y="694"/>
                    </a:cubicBezTo>
                    <a:cubicBezTo>
                      <a:pt x="172" y="694"/>
                      <a:pt x="170" y="692"/>
                      <a:pt x="170" y="692"/>
                    </a:cubicBezTo>
                    <a:cubicBezTo>
                      <a:pt x="170" y="692"/>
                      <a:pt x="170" y="692"/>
                      <a:pt x="170" y="692"/>
                    </a:cubicBezTo>
                    <a:cubicBezTo>
                      <a:pt x="170" y="691"/>
                      <a:pt x="170" y="690"/>
                      <a:pt x="171" y="690"/>
                    </a:cubicBezTo>
                    <a:cubicBezTo>
                      <a:pt x="173" y="689"/>
                      <a:pt x="174" y="688"/>
                      <a:pt x="176" y="688"/>
                    </a:cubicBezTo>
                    <a:cubicBezTo>
                      <a:pt x="177" y="688"/>
                      <a:pt x="177" y="688"/>
                      <a:pt x="177" y="688"/>
                    </a:cubicBezTo>
                    <a:cubicBezTo>
                      <a:pt x="179" y="688"/>
                      <a:pt x="182" y="689"/>
                      <a:pt x="184" y="689"/>
                    </a:cubicBezTo>
                    <a:cubicBezTo>
                      <a:pt x="186" y="690"/>
                      <a:pt x="188" y="691"/>
                      <a:pt x="188" y="692"/>
                    </a:cubicBezTo>
                    <a:cubicBezTo>
                      <a:pt x="188" y="692"/>
                      <a:pt x="188" y="692"/>
                      <a:pt x="188" y="692"/>
                    </a:cubicBezTo>
                    <a:cubicBezTo>
                      <a:pt x="188" y="693"/>
                      <a:pt x="188" y="694"/>
                      <a:pt x="187" y="694"/>
                    </a:cubicBezTo>
                    <a:moveTo>
                      <a:pt x="205" y="708"/>
                    </a:moveTo>
                    <a:cubicBezTo>
                      <a:pt x="204" y="708"/>
                      <a:pt x="203" y="708"/>
                      <a:pt x="202" y="708"/>
                    </a:cubicBezTo>
                    <a:cubicBezTo>
                      <a:pt x="200" y="708"/>
                      <a:pt x="198" y="707"/>
                      <a:pt x="197" y="707"/>
                    </a:cubicBezTo>
                    <a:cubicBezTo>
                      <a:pt x="195" y="706"/>
                      <a:pt x="194" y="705"/>
                      <a:pt x="193" y="705"/>
                    </a:cubicBezTo>
                    <a:cubicBezTo>
                      <a:pt x="193" y="705"/>
                      <a:pt x="193" y="704"/>
                      <a:pt x="193" y="704"/>
                    </a:cubicBezTo>
                    <a:cubicBezTo>
                      <a:pt x="193" y="704"/>
                      <a:pt x="193" y="703"/>
                      <a:pt x="194" y="702"/>
                    </a:cubicBezTo>
                    <a:cubicBezTo>
                      <a:pt x="195" y="701"/>
                      <a:pt x="197" y="701"/>
                      <a:pt x="199" y="700"/>
                    </a:cubicBezTo>
                    <a:cubicBezTo>
                      <a:pt x="200" y="700"/>
                      <a:pt x="201" y="700"/>
                      <a:pt x="202" y="700"/>
                    </a:cubicBezTo>
                    <a:cubicBezTo>
                      <a:pt x="204" y="700"/>
                      <a:pt x="206" y="701"/>
                      <a:pt x="208" y="701"/>
                    </a:cubicBezTo>
                    <a:cubicBezTo>
                      <a:pt x="209" y="702"/>
                      <a:pt x="211" y="703"/>
                      <a:pt x="211" y="703"/>
                    </a:cubicBezTo>
                    <a:cubicBezTo>
                      <a:pt x="211" y="703"/>
                      <a:pt x="211" y="703"/>
                      <a:pt x="211" y="703"/>
                    </a:cubicBezTo>
                    <a:cubicBezTo>
                      <a:pt x="211" y="704"/>
                      <a:pt x="209" y="707"/>
                      <a:pt x="205" y="708"/>
                    </a:cubicBezTo>
                    <a:moveTo>
                      <a:pt x="228" y="716"/>
                    </a:moveTo>
                    <a:cubicBezTo>
                      <a:pt x="227" y="717"/>
                      <a:pt x="225" y="717"/>
                      <a:pt x="224" y="717"/>
                    </a:cubicBezTo>
                    <a:cubicBezTo>
                      <a:pt x="222" y="717"/>
                      <a:pt x="220" y="717"/>
                      <a:pt x="219" y="716"/>
                    </a:cubicBezTo>
                    <a:cubicBezTo>
                      <a:pt x="217" y="716"/>
                      <a:pt x="216" y="715"/>
                      <a:pt x="216" y="715"/>
                    </a:cubicBezTo>
                    <a:cubicBezTo>
                      <a:pt x="216" y="715"/>
                      <a:pt x="216" y="714"/>
                      <a:pt x="216" y="714"/>
                    </a:cubicBezTo>
                    <a:cubicBezTo>
                      <a:pt x="216" y="713"/>
                      <a:pt x="218" y="711"/>
                      <a:pt x="221" y="710"/>
                    </a:cubicBezTo>
                    <a:cubicBezTo>
                      <a:pt x="223" y="709"/>
                      <a:pt x="224" y="709"/>
                      <a:pt x="226" y="709"/>
                    </a:cubicBezTo>
                    <a:cubicBezTo>
                      <a:pt x="229" y="709"/>
                      <a:pt x="233" y="710"/>
                      <a:pt x="234" y="711"/>
                    </a:cubicBezTo>
                    <a:cubicBezTo>
                      <a:pt x="234" y="711"/>
                      <a:pt x="234" y="712"/>
                      <a:pt x="234" y="712"/>
                    </a:cubicBezTo>
                    <a:cubicBezTo>
                      <a:pt x="234" y="713"/>
                      <a:pt x="232" y="715"/>
                      <a:pt x="228" y="716"/>
                    </a:cubicBezTo>
                    <a:moveTo>
                      <a:pt x="254" y="723"/>
                    </a:moveTo>
                    <a:cubicBezTo>
                      <a:pt x="252" y="724"/>
                      <a:pt x="249" y="724"/>
                      <a:pt x="247" y="724"/>
                    </a:cubicBezTo>
                    <a:cubicBezTo>
                      <a:pt x="244" y="724"/>
                      <a:pt x="242" y="723"/>
                      <a:pt x="241" y="723"/>
                    </a:cubicBezTo>
                    <a:cubicBezTo>
                      <a:pt x="241" y="723"/>
                      <a:pt x="241" y="723"/>
                      <a:pt x="241" y="722"/>
                    </a:cubicBezTo>
                    <a:cubicBezTo>
                      <a:pt x="241" y="721"/>
                      <a:pt x="243" y="718"/>
                      <a:pt x="246" y="717"/>
                    </a:cubicBezTo>
                    <a:cubicBezTo>
                      <a:pt x="248" y="717"/>
                      <a:pt x="250" y="716"/>
                      <a:pt x="252" y="716"/>
                    </a:cubicBezTo>
                    <a:cubicBezTo>
                      <a:pt x="255" y="716"/>
                      <a:pt x="258" y="717"/>
                      <a:pt x="258" y="718"/>
                    </a:cubicBezTo>
                    <a:cubicBezTo>
                      <a:pt x="258" y="718"/>
                      <a:pt x="258" y="718"/>
                      <a:pt x="258" y="718"/>
                    </a:cubicBezTo>
                    <a:cubicBezTo>
                      <a:pt x="259" y="719"/>
                      <a:pt x="257" y="722"/>
                      <a:pt x="254" y="723"/>
                    </a:cubicBezTo>
                    <a:moveTo>
                      <a:pt x="280" y="727"/>
                    </a:moveTo>
                    <a:cubicBezTo>
                      <a:pt x="280" y="727"/>
                      <a:pt x="280" y="727"/>
                      <a:pt x="280" y="727"/>
                    </a:cubicBezTo>
                    <a:cubicBezTo>
                      <a:pt x="277" y="729"/>
                      <a:pt x="274" y="729"/>
                      <a:pt x="272" y="729"/>
                    </a:cubicBezTo>
                    <a:cubicBezTo>
                      <a:pt x="270" y="729"/>
                      <a:pt x="268" y="729"/>
                      <a:pt x="267" y="728"/>
                    </a:cubicBezTo>
                    <a:cubicBezTo>
                      <a:pt x="267" y="728"/>
                      <a:pt x="267" y="728"/>
                      <a:pt x="267" y="727"/>
                    </a:cubicBezTo>
                    <a:cubicBezTo>
                      <a:pt x="267" y="726"/>
                      <a:pt x="268" y="724"/>
                      <a:pt x="271" y="722"/>
                    </a:cubicBezTo>
                    <a:cubicBezTo>
                      <a:pt x="274" y="721"/>
                      <a:pt x="277" y="721"/>
                      <a:pt x="279" y="721"/>
                    </a:cubicBezTo>
                    <a:cubicBezTo>
                      <a:pt x="279" y="721"/>
                      <a:pt x="279" y="721"/>
                      <a:pt x="279" y="721"/>
                    </a:cubicBezTo>
                    <a:cubicBezTo>
                      <a:pt x="281" y="721"/>
                      <a:pt x="283" y="721"/>
                      <a:pt x="284" y="721"/>
                    </a:cubicBezTo>
                    <a:cubicBezTo>
                      <a:pt x="284" y="721"/>
                      <a:pt x="284" y="722"/>
                      <a:pt x="284" y="722"/>
                    </a:cubicBezTo>
                    <a:cubicBezTo>
                      <a:pt x="284" y="723"/>
                      <a:pt x="283" y="726"/>
                      <a:pt x="280" y="727"/>
                    </a:cubicBezTo>
                    <a:moveTo>
                      <a:pt x="304" y="729"/>
                    </a:moveTo>
                    <a:cubicBezTo>
                      <a:pt x="301" y="731"/>
                      <a:pt x="297" y="732"/>
                      <a:pt x="295" y="731"/>
                    </a:cubicBezTo>
                    <a:cubicBezTo>
                      <a:pt x="293" y="731"/>
                      <a:pt x="292" y="731"/>
                      <a:pt x="292" y="731"/>
                    </a:cubicBezTo>
                    <a:cubicBezTo>
                      <a:pt x="292" y="731"/>
                      <a:pt x="291" y="731"/>
                      <a:pt x="291" y="730"/>
                    </a:cubicBezTo>
                    <a:cubicBezTo>
                      <a:pt x="291" y="729"/>
                      <a:pt x="293" y="726"/>
                      <a:pt x="295" y="725"/>
                    </a:cubicBezTo>
                    <a:cubicBezTo>
                      <a:pt x="298" y="723"/>
                      <a:pt x="302" y="722"/>
                      <a:pt x="305" y="722"/>
                    </a:cubicBezTo>
                    <a:cubicBezTo>
                      <a:pt x="305" y="722"/>
                      <a:pt x="305" y="722"/>
                      <a:pt x="305" y="722"/>
                    </a:cubicBezTo>
                    <a:cubicBezTo>
                      <a:pt x="306" y="722"/>
                      <a:pt x="307" y="722"/>
                      <a:pt x="307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4"/>
                    </a:cubicBezTo>
                    <a:cubicBezTo>
                      <a:pt x="308" y="725"/>
                      <a:pt x="307" y="727"/>
                      <a:pt x="304" y="729"/>
                    </a:cubicBezTo>
                    <a:moveTo>
                      <a:pt x="330" y="728"/>
                    </a:moveTo>
                    <a:cubicBezTo>
                      <a:pt x="327" y="730"/>
                      <a:pt x="323" y="732"/>
                      <a:pt x="320" y="731"/>
                    </a:cubicBezTo>
                    <a:cubicBezTo>
                      <a:pt x="319" y="731"/>
                      <a:pt x="319" y="731"/>
                      <a:pt x="318" y="731"/>
                    </a:cubicBezTo>
                    <a:cubicBezTo>
                      <a:pt x="318" y="731"/>
                      <a:pt x="318" y="731"/>
                      <a:pt x="318" y="730"/>
                    </a:cubicBezTo>
                    <a:cubicBezTo>
                      <a:pt x="318" y="729"/>
                      <a:pt x="319" y="726"/>
                      <a:pt x="321" y="724"/>
                    </a:cubicBezTo>
                    <a:cubicBezTo>
                      <a:pt x="324" y="722"/>
                      <a:pt x="329" y="721"/>
                      <a:pt x="331" y="721"/>
                    </a:cubicBezTo>
                    <a:cubicBezTo>
                      <a:pt x="332" y="721"/>
                      <a:pt x="333" y="721"/>
                      <a:pt x="333" y="721"/>
                    </a:cubicBezTo>
                    <a:cubicBezTo>
                      <a:pt x="333" y="721"/>
                      <a:pt x="333" y="721"/>
                      <a:pt x="334" y="722"/>
                    </a:cubicBezTo>
                    <a:cubicBezTo>
                      <a:pt x="334" y="724"/>
                      <a:pt x="333" y="726"/>
                      <a:pt x="330" y="728"/>
                    </a:cubicBezTo>
                    <a:moveTo>
                      <a:pt x="356" y="724"/>
                    </a:moveTo>
                    <a:cubicBezTo>
                      <a:pt x="356" y="724"/>
                      <a:pt x="356" y="724"/>
                      <a:pt x="356" y="724"/>
                    </a:cubicBezTo>
                    <a:cubicBezTo>
                      <a:pt x="353" y="727"/>
                      <a:pt x="348" y="729"/>
                      <a:pt x="346" y="729"/>
                    </a:cubicBezTo>
                    <a:cubicBezTo>
                      <a:pt x="345" y="729"/>
                      <a:pt x="345" y="729"/>
                      <a:pt x="345" y="729"/>
                    </a:cubicBezTo>
                    <a:cubicBezTo>
                      <a:pt x="344" y="728"/>
                      <a:pt x="344" y="728"/>
                      <a:pt x="344" y="727"/>
                    </a:cubicBezTo>
                    <a:cubicBezTo>
                      <a:pt x="344" y="726"/>
                      <a:pt x="345" y="723"/>
                      <a:pt x="347" y="722"/>
                    </a:cubicBezTo>
                    <a:cubicBezTo>
                      <a:pt x="350" y="719"/>
                      <a:pt x="355" y="717"/>
                      <a:pt x="357" y="717"/>
                    </a:cubicBezTo>
                    <a:cubicBezTo>
                      <a:pt x="358" y="717"/>
                      <a:pt x="358" y="717"/>
                      <a:pt x="358" y="717"/>
                    </a:cubicBezTo>
                    <a:cubicBezTo>
                      <a:pt x="358" y="717"/>
                      <a:pt x="359" y="717"/>
                      <a:pt x="359" y="719"/>
                    </a:cubicBezTo>
                    <a:cubicBezTo>
                      <a:pt x="359" y="720"/>
                      <a:pt x="358" y="722"/>
                      <a:pt x="356" y="724"/>
                    </a:cubicBezTo>
                    <a:moveTo>
                      <a:pt x="380" y="718"/>
                    </a:moveTo>
                    <a:cubicBezTo>
                      <a:pt x="377" y="721"/>
                      <a:pt x="372" y="724"/>
                      <a:pt x="369" y="724"/>
                    </a:cubicBezTo>
                    <a:cubicBezTo>
                      <a:pt x="369" y="724"/>
                      <a:pt x="369" y="724"/>
                      <a:pt x="369" y="724"/>
                    </a:cubicBezTo>
                    <a:cubicBezTo>
                      <a:pt x="369" y="724"/>
                      <a:pt x="369" y="724"/>
                      <a:pt x="369" y="723"/>
                    </a:cubicBezTo>
                    <a:cubicBezTo>
                      <a:pt x="368" y="723"/>
                      <a:pt x="368" y="722"/>
                      <a:pt x="368" y="722"/>
                    </a:cubicBezTo>
                    <a:cubicBezTo>
                      <a:pt x="368" y="720"/>
                      <a:pt x="369" y="718"/>
                      <a:pt x="370" y="716"/>
                    </a:cubicBezTo>
                    <a:cubicBezTo>
                      <a:pt x="373" y="713"/>
                      <a:pt x="379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2" y="711"/>
                      <a:pt x="382" y="711"/>
                      <a:pt x="382" y="711"/>
                    </a:cubicBezTo>
                    <a:cubicBezTo>
                      <a:pt x="382" y="712"/>
                      <a:pt x="382" y="712"/>
                      <a:pt x="382" y="713"/>
                    </a:cubicBezTo>
                    <a:cubicBezTo>
                      <a:pt x="382" y="714"/>
                      <a:pt x="382" y="716"/>
                      <a:pt x="380" y="718"/>
                    </a:cubicBezTo>
                    <a:moveTo>
                      <a:pt x="405" y="709"/>
                    </a:moveTo>
                    <a:cubicBezTo>
                      <a:pt x="403" y="711"/>
                      <a:pt x="401" y="713"/>
                      <a:pt x="399" y="714"/>
                    </a:cubicBezTo>
                    <a:cubicBezTo>
                      <a:pt x="397" y="715"/>
                      <a:pt x="395" y="716"/>
                      <a:pt x="395" y="716"/>
                    </a:cubicBezTo>
                    <a:cubicBezTo>
                      <a:pt x="394" y="716"/>
                      <a:pt x="394" y="716"/>
                      <a:pt x="394" y="716"/>
                    </a:cubicBezTo>
                    <a:cubicBezTo>
                      <a:pt x="394" y="716"/>
                      <a:pt x="394" y="716"/>
                      <a:pt x="394" y="715"/>
                    </a:cubicBezTo>
                    <a:cubicBezTo>
                      <a:pt x="393" y="715"/>
                      <a:pt x="393" y="714"/>
                      <a:pt x="393" y="713"/>
                    </a:cubicBezTo>
                    <a:cubicBezTo>
                      <a:pt x="393" y="712"/>
                      <a:pt x="394" y="710"/>
                      <a:pt x="395" y="709"/>
                    </a:cubicBezTo>
                    <a:cubicBezTo>
                      <a:pt x="396" y="707"/>
                      <a:pt x="398" y="705"/>
                      <a:pt x="400" y="704"/>
                    </a:cubicBezTo>
                    <a:cubicBezTo>
                      <a:pt x="402" y="702"/>
                      <a:pt x="404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6" y="702"/>
                      <a:pt x="406" y="702"/>
                    </a:cubicBezTo>
                    <a:cubicBezTo>
                      <a:pt x="406" y="703"/>
                      <a:pt x="406" y="703"/>
                      <a:pt x="406" y="704"/>
                    </a:cubicBezTo>
                    <a:cubicBezTo>
                      <a:pt x="406" y="706"/>
                      <a:pt x="406" y="707"/>
                      <a:pt x="405" y="709"/>
                    </a:cubicBezTo>
                    <a:moveTo>
                      <a:pt x="428" y="698"/>
                    </a:moveTo>
                    <a:cubicBezTo>
                      <a:pt x="428" y="698"/>
                      <a:pt x="428" y="698"/>
                      <a:pt x="428" y="698"/>
                    </a:cubicBezTo>
                    <a:cubicBezTo>
                      <a:pt x="427" y="700"/>
                      <a:pt x="425" y="702"/>
                      <a:pt x="423" y="703"/>
                    </a:cubicBezTo>
                    <a:cubicBezTo>
                      <a:pt x="421" y="705"/>
                      <a:pt x="419" y="706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8" y="705"/>
                      <a:pt x="418" y="705"/>
                      <a:pt x="418" y="705"/>
                    </a:cubicBezTo>
                    <a:cubicBezTo>
                      <a:pt x="418" y="704"/>
                      <a:pt x="417" y="704"/>
                      <a:pt x="417" y="703"/>
                    </a:cubicBezTo>
                    <a:cubicBezTo>
                      <a:pt x="417" y="701"/>
                      <a:pt x="418" y="700"/>
                      <a:pt x="419" y="698"/>
                    </a:cubicBezTo>
                    <a:cubicBezTo>
                      <a:pt x="420" y="696"/>
                      <a:pt x="422" y="694"/>
                      <a:pt x="424" y="693"/>
                    </a:cubicBezTo>
                    <a:cubicBezTo>
                      <a:pt x="426" y="691"/>
                      <a:pt x="427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9" y="691"/>
                      <a:pt x="429" y="691"/>
                    </a:cubicBezTo>
                    <a:cubicBezTo>
                      <a:pt x="429" y="692"/>
                      <a:pt x="429" y="692"/>
                      <a:pt x="429" y="693"/>
                    </a:cubicBezTo>
                    <a:cubicBezTo>
                      <a:pt x="429" y="695"/>
                      <a:pt x="429" y="696"/>
                      <a:pt x="428" y="698"/>
                    </a:cubicBezTo>
                    <a:moveTo>
                      <a:pt x="450" y="685"/>
                    </a:moveTo>
                    <a:cubicBezTo>
                      <a:pt x="449" y="687"/>
                      <a:pt x="447" y="690"/>
                      <a:pt x="445" y="691"/>
                    </a:cubicBezTo>
                    <a:cubicBezTo>
                      <a:pt x="445" y="691"/>
                      <a:pt x="445" y="692"/>
                      <a:pt x="444" y="692"/>
                    </a:cubicBezTo>
                    <a:cubicBezTo>
                      <a:pt x="443" y="693"/>
                      <a:pt x="441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3"/>
                    </a:cubicBezTo>
                    <a:cubicBezTo>
                      <a:pt x="439" y="692"/>
                      <a:pt x="439" y="691"/>
                      <a:pt x="439" y="690"/>
                    </a:cubicBezTo>
                    <a:cubicBezTo>
                      <a:pt x="439" y="689"/>
                      <a:pt x="439" y="688"/>
                      <a:pt x="440" y="686"/>
                    </a:cubicBezTo>
                    <a:cubicBezTo>
                      <a:pt x="441" y="684"/>
                      <a:pt x="443" y="682"/>
                      <a:pt x="444" y="680"/>
                    </a:cubicBezTo>
                    <a:cubicBezTo>
                      <a:pt x="446" y="679"/>
                      <a:pt x="448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50" y="679"/>
                    </a:cubicBezTo>
                    <a:cubicBezTo>
                      <a:pt x="450" y="679"/>
                      <a:pt x="450" y="680"/>
                      <a:pt x="450" y="681"/>
                    </a:cubicBezTo>
                    <a:cubicBezTo>
                      <a:pt x="450" y="683"/>
                      <a:pt x="450" y="684"/>
                      <a:pt x="450" y="685"/>
                    </a:cubicBezTo>
                    <a:moveTo>
                      <a:pt x="471" y="670"/>
                    </a:moveTo>
                    <a:cubicBezTo>
                      <a:pt x="470" y="672"/>
                      <a:pt x="468" y="674"/>
                      <a:pt x="467" y="676"/>
                    </a:cubicBezTo>
                    <a:cubicBezTo>
                      <a:pt x="465" y="678"/>
                      <a:pt x="463" y="679"/>
                      <a:pt x="463" y="679"/>
                    </a:cubicBezTo>
                    <a:cubicBezTo>
                      <a:pt x="462" y="679"/>
                      <a:pt x="462" y="679"/>
                      <a:pt x="462" y="679"/>
                    </a:cubicBezTo>
                    <a:cubicBezTo>
                      <a:pt x="462" y="679"/>
                      <a:pt x="462" y="679"/>
                      <a:pt x="461" y="678"/>
                    </a:cubicBezTo>
                    <a:cubicBezTo>
                      <a:pt x="461" y="678"/>
                      <a:pt x="461" y="676"/>
                      <a:pt x="461" y="675"/>
                    </a:cubicBezTo>
                    <a:cubicBezTo>
                      <a:pt x="461" y="674"/>
                      <a:pt x="461" y="673"/>
                      <a:pt x="461" y="672"/>
                    </a:cubicBezTo>
                    <a:cubicBezTo>
                      <a:pt x="462" y="670"/>
                      <a:pt x="463" y="667"/>
                      <a:pt x="465" y="666"/>
                    </a:cubicBezTo>
                    <a:cubicBezTo>
                      <a:pt x="467" y="664"/>
                      <a:pt x="469" y="663"/>
                      <a:pt x="469" y="663"/>
                    </a:cubicBezTo>
                    <a:cubicBezTo>
                      <a:pt x="469" y="663"/>
                      <a:pt x="469" y="663"/>
                      <a:pt x="469" y="663"/>
                    </a:cubicBezTo>
                    <a:cubicBezTo>
                      <a:pt x="470" y="663"/>
                      <a:pt x="470" y="663"/>
                      <a:pt x="470" y="663"/>
                    </a:cubicBezTo>
                    <a:cubicBezTo>
                      <a:pt x="471" y="664"/>
                      <a:pt x="471" y="665"/>
                      <a:pt x="471" y="667"/>
                    </a:cubicBezTo>
                    <a:cubicBezTo>
                      <a:pt x="471" y="668"/>
                      <a:pt x="471" y="669"/>
                      <a:pt x="471" y="670"/>
                    </a:cubicBezTo>
                    <a:moveTo>
                      <a:pt x="490" y="653"/>
                    </a:moveTo>
                    <a:cubicBezTo>
                      <a:pt x="490" y="653"/>
                      <a:pt x="490" y="653"/>
                      <a:pt x="490" y="653"/>
                    </a:cubicBezTo>
                    <a:cubicBezTo>
                      <a:pt x="490" y="655"/>
                      <a:pt x="489" y="658"/>
                      <a:pt x="487" y="659"/>
                    </a:cubicBezTo>
                    <a:cubicBezTo>
                      <a:pt x="486" y="661"/>
                      <a:pt x="484" y="663"/>
                      <a:pt x="483" y="663"/>
                    </a:cubicBezTo>
                    <a:cubicBezTo>
                      <a:pt x="483" y="663"/>
                      <a:pt x="483" y="663"/>
                      <a:pt x="483" y="663"/>
                    </a:cubicBezTo>
                    <a:cubicBezTo>
                      <a:pt x="483" y="663"/>
                      <a:pt x="482" y="662"/>
                      <a:pt x="482" y="662"/>
                    </a:cubicBezTo>
                    <a:cubicBezTo>
                      <a:pt x="481" y="661"/>
                      <a:pt x="481" y="660"/>
                      <a:pt x="481" y="658"/>
                    </a:cubicBezTo>
                    <a:cubicBezTo>
                      <a:pt x="481" y="657"/>
                      <a:pt x="481" y="656"/>
                      <a:pt x="481" y="656"/>
                    </a:cubicBezTo>
                    <a:cubicBezTo>
                      <a:pt x="482" y="653"/>
                      <a:pt x="483" y="651"/>
                      <a:pt x="485" y="649"/>
                    </a:cubicBezTo>
                    <a:cubicBezTo>
                      <a:pt x="486" y="647"/>
                      <a:pt x="488" y="646"/>
                      <a:pt x="488" y="646"/>
                    </a:cubicBezTo>
                    <a:cubicBezTo>
                      <a:pt x="488" y="646"/>
                      <a:pt x="488" y="646"/>
                      <a:pt x="489" y="646"/>
                    </a:cubicBezTo>
                    <a:cubicBezTo>
                      <a:pt x="489" y="646"/>
                      <a:pt x="489" y="646"/>
                      <a:pt x="489" y="646"/>
                    </a:cubicBezTo>
                    <a:cubicBezTo>
                      <a:pt x="489" y="646"/>
                      <a:pt x="489" y="646"/>
                      <a:pt x="490" y="647"/>
                    </a:cubicBezTo>
                    <a:cubicBezTo>
                      <a:pt x="490" y="647"/>
                      <a:pt x="491" y="649"/>
                      <a:pt x="491" y="650"/>
                    </a:cubicBezTo>
                    <a:cubicBezTo>
                      <a:pt x="491" y="651"/>
                      <a:pt x="491" y="652"/>
                      <a:pt x="490" y="653"/>
                    </a:cubicBezTo>
                    <a:moveTo>
                      <a:pt x="508" y="635"/>
                    </a:moveTo>
                    <a:cubicBezTo>
                      <a:pt x="507" y="638"/>
                      <a:pt x="506" y="640"/>
                      <a:pt x="505" y="642"/>
                    </a:cubicBezTo>
                    <a:cubicBezTo>
                      <a:pt x="503" y="644"/>
                      <a:pt x="502" y="645"/>
                      <a:pt x="501" y="646"/>
                    </a:cubicBezTo>
                    <a:cubicBezTo>
                      <a:pt x="501" y="646"/>
                      <a:pt x="501" y="646"/>
                      <a:pt x="501" y="646"/>
                    </a:cubicBezTo>
                    <a:cubicBezTo>
                      <a:pt x="501" y="646"/>
                      <a:pt x="500" y="645"/>
                      <a:pt x="499" y="644"/>
                    </a:cubicBezTo>
                    <a:cubicBezTo>
                      <a:pt x="499" y="643"/>
                      <a:pt x="498" y="642"/>
                      <a:pt x="498" y="640"/>
                    </a:cubicBezTo>
                    <a:cubicBezTo>
                      <a:pt x="498" y="640"/>
                      <a:pt x="499" y="639"/>
                      <a:pt x="499" y="639"/>
                    </a:cubicBezTo>
                    <a:cubicBezTo>
                      <a:pt x="499" y="636"/>
                      <a:pt x="500" y="634"/>
                      <a:pt x="502" y="632"/>
                    </a:cubicBezTo>
                    <a:cubicBezTo>
                      <a:pt x="503" y="630"/>
                      <a:pt x="504" y="629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6" y="628"/>
                      <a:pt x="506" y="629"/>
                      <a:pt x="507" y="629"/>
                    </a:cubicBezTo>
                    <a:cubicBezTo>
                      <a:pt x="507" y="630"/>
                      <a:pt x="508" y="632"/>
                      <a:pt x="508" y="634"/>
                    </a:cubicBezTo>
                    <a:cubicBezTo>
                      <a:pt x="508" y="634"/>
                      <a:pt x="508" y="635"/>
                      <a:pt x="508" y="635"/>
                    </a:cubicBezTo>
                    <a:moveTo>
                      <a:pt x="524" y="615"/>
                    </a:moveTo>
                    <a:cubicBezTo>
                      <a:pt x="524" y="617"/>
                      <a:pt x="523" y="620"/>
                      <a:pt x="522" y="622"/>
                    </a:cubicBezTo>
                    <a:cubicBezTo>
                      <a:pt x="521" y="624"/>
                      <a:pt x="519" y="626"/>
                      <a:pt x="519" y="626"/>
                    </a:cubicBezTo>
                    <a:cubicBezTo>
                      <a:pt x="519" y="626"/>
                      <a:pt x="519" y="626"/>
                      <a:pt x="519" y="626"/>
                    </a:cubicBezTo>
                    <a:cubicBezTo>
                      <a:pt x="518" y="626"/>
                      <a:pt x="517" y="626"/>
                      <a:pt x="517" y="625"/>
                    </a:cubicBezTo>
                    <a:cubicBezTo>
                      <a:pt x="516" y="624"/>
                      <a:pt x="516" y="622"/>
                      <a:pt x="516" y="620"/>
                    </a:cubicBezTo>
                    <a:cubicBezTo>
                      <a:pt x="516" y="620"/>
                      <a:pt x="516" y="620"/>
                      <a:pt x="516" y="620"/>
                    </a:cubicBezTo>
                    <a:cubicBezTo>
                      <a:pt x="516" y="617"/>
                      <a:pt x="517" y="614"/>
                      <a:pt x="518" y="612"/>
                    </a:cubicBezTo>
                    <a:cubicBezTo>
                      <a:pt x="519" y="610"/>
                      <a:pt x="521" y="609"/>
                      <a:pt x="521" y="608"/>
                    </a:cubicBezTo>
                    <a:cubicBezTo>
                      <a:pt x="521" y="608"/>
                      <a:pt x="522" y="608"/>
                      <a:pt x="522" y="608"/>
                    </a:cubicBezTo>
                    <a:cubicBezTo>
                      <a:pt x="522" y="608"/>
                      <a:pt x="522" y="608"/>
                      <a:pt x="522" y="608"/>
                    </a:cubicBezTo>
                    <a:cubicBezTo>
                      <a:pt x="522" y="608"/>
                      <a:pt x="523" y="609"/>
                      <a:pt x="523" y="610"/>
                    </a:cubicBezTo>
                    <a:cubicBezTo>
                      <a:pt x="524" y="611"/>
                      <a:pt x="524" y="612"/>
                      <a:pt x="524" y="614"/>
                    </a:cubicBezTo>
                    <a:cubicBezTo>
                      <a:pt x="524" y="615"/>
                      <a:pt x="524" y="615"/>
                      <a:pt x="524" y="615"/>
                    </a:cubicBezTo>
                    <a:moveTo>
                      <a:pt x="540" y="595"/>
                    </a:moveTo>
                    <a:cubicBezTo>
                      <a:pt x="540" y="597"/>
                      <a:pt x="539" y="599"/>
                      <a:pt x="538" y="601"/>
                    </a:cubicBezTo>
                    <a:cubicBezTo>
                      <a:pt x="537" y="603"/>
                      <a:pt x="535" y="605"/>
                      <a:pt x="535" y="605"/>
                    </a:cubicBezTo>
                    <a:cubicBezTo>
                      <a:pt x="535" y="605"/>
                      <a:pt x="535" y="605"/>
                      <a:pt x="535" y="605"/>
                    </a:cubicBezTo>
                    <a:cubicBezTo>
                      <a:pt x="534" y="605"/>
                      <a:pt x="533" y="605"/>
                      <a:pt x="533" y="604"/>
                    </a:cubicBezTo>
                    <a:cubicBezTo>
                      <a:pt x="532" y="603"/>
                      <a:pt x="531" y="601"/>
                      <a:pt x="531" y="599"/>
                    </a:cubicBezTo>
                    <a:cubicBezTo>
                      <a:pt x="531" y="596"/>
                      <a:pt x="532" y="594"/>
                      <a:pt x="533" y="592"/>
                    </a:cubicBezTo>
                    <a:cubicBezTo>
                      <a:pt x="534" y="589"/>
                      <a:pt x="536" y="588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7" y="587"/>
                      <a:pt x="538" y="588"/>
                      <a:pt x="538" y="589"/>
                    </a:cubicBezTo>
                    <a:cubicBezTo>
                      <a:pt x="539" y="590"/>
                      <a:pt x="540" y="592"/>
                      <a:pt x="540" y="594"/>
                    </a:cubicBezTo>
                    <a:lnTo>
                      <a:pt x="540" y="595"/>
                    </a:lnTo>
                    <a:close/>
                    <a:moveTo>
                      <a:pt x="541" y="573"/>
                    </a:move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39" y="576"/>
                      <a:pt x="537" y="578"/>
                      <a:pt x="535" y="581"/>
                    </a:cubicBezTo>
                    <a:cubicBezTo>
                      <a:pt x="535" y="581"/>
                      <a:pt x="535" y="581"/>
                      <a:pt x="535" y="581"/>
                    </a:cubicBezTo>
                    <a:cubicBezTo>
                      <a:pt x="534" y="582"/>
                      <a:pt x="534" y="582"/>
                      <a:pt x="534" y="582"/>
                    </a:cubicBezTo>
                    <a:cubicBezTo>
                      <a:pt x="532" y="585"/>
                      <a:pt x="530" y="589"/>
                      <a:pt x="528" y="595"/>
                    </a:cubicBezTo>
                    <a:cubicBezTo>
                      <a:pt x="528" y="595"/>
                      <a:pt x="528" y="595"/>
                      <a:pt x="528" y="595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2" y="599"/>
                      <a:pt x="518" y="605"/>
                      <a:pt x="513" y="614"/>
                    </a:cubicBezTo>
                    <a:cubicBezTo>
                      <a:pt x="513" y="614"/>
                      <a:pt x="513" y="614"/>
                      <a:pt x="513" y="614"/>
                    </a:cubicBezTo>
                    <a:cubicBezTo>
                      <a:pt x="512" y="615"/>
                      <a:pt x="512" y="615"/>
                      <a:pt x="512" y="615"/>
                    </a:cubicBezTo>
                    <a:cubicBezTo>
                      <a:pt x="512" y="616"/>
                      <a:pt x="512" y="616"/>
                      <a:pt x="512" y="616"/>
                    </a:cubicBezTo>
                    <a:cubicBezTo>
                      <a:pt x="507" y="619"/>
                      <a:pt x="502" y="624"/>
                      <a:pt x="497" y="633"/>
                    </a:cubicBezTo>
                    <a:cubicBezTo>
                      <a:pt x="497" y="633"/>
                      <a:pt x="497" y="633"/>
                      <a:pt x="497" y="633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3" y="635"/>
                      <a:pt x="491" y="637"/>
                      <a:pt x="489" y="639"/>
                    </a:cubicBezTo>
                    <a:cubicBezTo>
                      <a:pt x="489" y="639"/>
                      <a:pt x="489" y="639"/>
                      <a:pt x="489" y="639"/>
                    </a:cubicBezTo>
                    <a:cubicBezTo>
                      <a:pt x="488" y="640"/>
                      <a:pt x="488" y="640"/>
                      <a:pt x="488" y="640"/>
                    </a:cubicBezTo>
                    <a:cubicBezTo>
                      <a:pt x="485" y="642"/>
                      <a:pt x="482" y="646"/>
                      <a:pt x="479" y="651"/>
                    </a:cubicBez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78" y="652"/>
                      <a:pt x="478" y="652"/>
                      <a:pt x="478" y="652"/>
                    </a:cubicBezTo>
                    <a:cubicBezTo>
                      <a:pt x="477" y="652"/>
                      <a:pt x="477" y="652"/>
                      <a:pt x="477" y="652"/>
                    </a:cubicBezTo>
                    <a:cubicBezTo>
                      <a:pt x="472" y="654"/>
                      <a:pt x="467" y="658"/>
                      <a:pt x="460" y="666"/>
                    </a:cubicBezTo>
                    <a:cubicBezTo>
                      <a:pt x="460" y="666"/>
                      <a:pt x="460" y="666"/>
                      <a:pt x="460" y="666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3" y="669"/>
                      <a:pt x="447" y="673"/>
                      <a:pt x="440" y="680"/>
                    </a:cubicBezTo>
                    <a:cubicBezTo>
                      <a:pt x="440" y="680"/>
                      <a:pt x="440" y="680"/>
                      <a:pt x="440" y="680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6" y="682"/>
                      <a:pt x="433" y="683"/>
                      <a:pt x="429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26" y="687"/>
                      <a:pt x="422" y="689"/>
                      <a:pt x="418" y="693"/>
                    </a:cubicBezTo>
                    <a:cubicBezTo>
                      <a:pt x="418" y="693"/>
                      <a:pt x="418" y="693"/>
                      <a:pt x="418" y="693"/>
                    </a:cubicBezTo>
                    <a:cubicBezTo>
                      <a:pt x="417" y="694"/>
                      <a:pt x="417" y="694"/>
                      <a:pt x="417" y="694"/>
                    </a:cubicBezTo>
                    <a:cubicBezTo>
                      <a:pt x="416" y="694"/>
                      <a:pt x="416" y="694"/>
                      <a:pt x="416" y="694"/>
                    </a:cubicBezTo>
                    <a:cubicBezTo>
                      <a:pt x="411" y="694"/>
                      <a:pt x="404" y="697"/>
                      <a:pt x="396" y="703"/>
                    </a:cubicBezTo>
                    <a:cubicBezTo>
                      <a:pt x="396" y="703"/>
                      <a:pt x="396" y="703"/>
                      <a:pt x="396" y="703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88" y="704"/>
                      <a:pt x="382" y="706"/>
                      <a:pt x="373" y="711"/>
                    </a:cubicBezTo>
                    <a:cubicBezTo>
                      <a:pt x="373" y="711"/>
                      <a:pt x="373" y="711"/>
                      <a:pt x="373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0" y="711"/>
                      <a:pt x="370" y="711"/>
                      <a:pt x="369" y="711"/>
                    </a:cubicBezTo>
                    <a:cubicBezTo>
                      <a:pt x="367" y="711"/>
                      <a:pt x="365" y="711"/>
                      <a:pt x="363" y="712"/>
                    </a:cubicBezTo>
                    <a:cubicBezTo>
                      <a:pt x="363" y="712"/>
                      <a:pt x="363" y="712"/>
                      <a:pt x="363" y="712"/>
                    </a:cubicBezTo>
                    <a:cubicBezTo>
                      <a:pt x="361" y="712"/>
                      <a:pt x="361" y="712"/>
                      <a:pt x="361" y="712"/>
                    </a:cubicBezTo>
                    <a:cubicBezTo>
                      <a:pt x="357" y="713"/>
                      <a:pt x="353" y="714"/>
                      <a:pt x="348" y="716"/>
                    </a:cubicBezTo>
                    <a:cubicBezTo>
                      <a:pt x="348" y="716"/>
                      <a:pt x="348" y="716"/>
                      <a:pt x="348" y="716"/>
                    </a:cubicBezTo>
                    <a:cubicBezTo>
                      <a:pt x="347" y="717"/>
                      <a:pt x="347" y="717"/>
                      <a:pt x="347" y="717"/>
                    </a:cubicBezTo>
                    <a:cubicBezTo>
                      <a:pt x="346" y="717"/>
                      <a:pt x="346" y="717"/>
                      <a:pt x="346" y="717"/>
                    </a:cubicBezTo>
                    <a:cubicBezTo>
                      <a:pt x="345" y="716"/>
                      <a:pt x="343" y="716"/>
                      <a:pt x="341" y="716"/>
                    </a:cubicBezTo>
                    <a:cubicBezTo>
                      <a:pt x="336" y="716"/>
                      <a:pt x="331" y="717"/>
                      <a:pt x="324" y="719"/>
                    </a:cubicBezTo>
                    <a:cubicBezTo>
                      <a:pt x="324" y="719"/>
                      <a:pt x="324" y="719"/>
                      <a:pt x="324" y="719"/>
                    </a:cubicBezTo>
                    <a:cubicBezTo>
                      <a:pt x="322" y="720"/>
                      <a:pt x="322" y="720"/>
                      <a:pt x="322" y="720"/>
                    </a:cubicBezTo>
                    <a:cubicBezTo>
                      <a:pt x="322" y="719"/>
                      <a:pt x="322" y="719"/>
                      <a:pt x="322" y="719"/>
                    </a:cubicBezTo>
                    <a:cubicBezTo>
                      <a:pt x="320" y="719"/>
                      <a:pt x="317" y="718"/>
                      <a:pt x="314" y="718"/>
                    </a:cubicBezTo>
                    <a:cubicBezTo>
                      <a:pt x="310" y="718"/>
                      <a:pt x="305" y="719"/>
                      <a:pt x="300" y="720"/>
                    </a:cubicBezTo>
                    <a:cubicBezTo>
                      <a:pt x="300" y="720"/>
                      <a:pt x="300" y="720"/>
                      <a:pt x="300" y="720"/>
                    </a:cubicBezTo>
                    <a:cubicBezTo>
                      <a:pt x="299" y="720"/>
                      <a:pt x="299" y="720"/>
                      <a:pt x="299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6" y="719"/>
                      <a:pt x="293" y="718"/>
                      <a:pt x="290" y="718"/>
                    </a:cubicBezTo>
                    <a:cubicBezTo>
                      <a:pt x="290" y="718"/>
                      <a:pt x="290" y="718"/>
                      <a:pt x="290" y="718"/>
                    </a:cubicBezTo>
                    <a:cubicBezTo>
                      <a:pt x="288" y="718"/>
                      <a:pt x="288" y="718"/>
                      <a:pt x="288" y="718"/>
                    </a:cubicBezTo>
                    <a:cubicBezTo>
                      <a:pt x="287" y="717"/>
                      <a:pt x="285" y="717"/>
                      <a:pt x="284" y="717"/>
                    </a:cubicBezTo>
                    <a:cubicBezTo>
                      <a:pt x="281" y="717"/>
                      <a:pt x="278" y="717"/>
                      <a:pt x="274" y="718"/>
                    </a:cubicBezTo>
                    <a:cubicBezTo>
                      <a:pt x="274" y="718"/>
                      <a:pt x="274" y="718"/>
                      <a:pt x="274" y="718"/>
                    </a:cubicBezTo>
                    <a:cubicBezTo>
                      <a:pt x="273" y="718"/>
                      <a:pt x="273" y="718"/>
                      <a:pt x="273" y="718"/>
                    </a:cubicBezTo>
                    <a:cubicBezTo>
                      <a:pt x="273" y="717"/>
                      <a:pt x="273" y="717"/>
                      <a:pt x="273" y="717"/>
                    </a:cubicBezTo>
                    <a:cubicBezTo>
                      <a:pt x="268" y="715"/>
                      <a:pt x="262" y="713"/>
                      <a:pt x="252" y="713"/>
                    </a:cubicBezTo>
                    <a:cubicBezTo>
                      <a:pt x="251" y="713"/>
                      <a:pt x="251" y="713"/>
                      <a:pt x="251" y="713"/>
                    </a:cubicBezTo>
                    <a:cubicBezTo>
                      <a:pt x="250" y="713"/>
                      <a:pt x="250" y="713"/>
                      <a:pt x="250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4" y="709"/>
                      <a:pt x="238" y="708"/>
                      <a:pt x="227" y="706"/>
                    </a:cubicBezTo>
                    <a:cubicBezTo>
                      <a:pt x="227" y="706"/>
                      <a:pt x="227" y="706"/>
                      <a:pt x="227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4" y="704"/>
                      <a:pt x="221" y="703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7" y="701"/>
                      <a:pt x="217" y="701"/>
                      <a:pt x="217" y="701"/>
                    </a:cubicBezTo>
                    <a:cubicBezTo>
                      <a:pt x="214" y="699"/>
                      <a:pt x="209" y="698"/>
                      <a:pt x="204" y="697"/>
                    </a:cubicBezTo>
                    <a:cubicBezTo>
                      <a:pt x="204" y="697"/>
                      <a:pt x="204" y="697"/>
                      <a:pt x="204" y="697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198" y="692"/>
                      <a:pt x="192" y="688"/>
                      <a:pt x="182" y="686"/>
                    </a:cubicBezTo>
                    <a:cubicBezTo>
                      <a:pt x="182" y="686"/>
                      <a:pt x="182" y="686"/>
                      <a:pt x="182" y="686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77" y="680"/>
                      <a:pt x="172" y="676"/>
                      <a:pt x="162" y="672"/>
                    </a:cubicBezTo>
                    <a:cubicBezTo>
                      <a:pt x="162" y="672"/>
                      <a:pt x="162" y="672"/>
                      <a:pt x="162" y="672"/>
                    </a:cubicBezTo>
                    <a:cubicBezTo>
                      <a:pt x="161" y="672"/>
                      <a:pt x="161" y="672"/>
                      <a:pt x="161" y="672"/>
                    </a:cubicBezTo>
                    <a:cubicBezTo>
                      <a:pt x="160" y="671"/>
                      <a:pt x="160" y="671"/>
                      <a:pt x="160" y="671"/>
                    </a:cubicBezTo>
                    <a:cubicBezTo>
                      <a:pt x="159" y="669"/>
                      <a:pt x="157" y="667"/>
                      <a:pt x="154" y="664"/>
                    </a:cubicBezTo>
                    <a:cubicBezTo>
                      <a:pt x="154" y="664"/>
                      <a:pt x="154" y="664"/>
                      <a:pt x="154" y="664"/>
                    </a:cubicBezTo>
                    <a:cubicBezTo>
                      <a:pt x="151" y="662"/>
                      <a:pt x="147" y="659"/>
                      <a:pt x="142" y="657"/>
                    </a:cubicBezTo>
                    <a:cubicBezTo>
                      <a:pt x="141" y="657"/>
                      <a:pt x="141" y="657"/>
                      <a:pt x="141" y="657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37" y="651"/>
                      <a:pt x="133" y="645"/>
                      <a:pt x="124" y="640"/>
                    </a:cubicBezTo>
                    <a:cubicBezTo>
                      <a:pt x="123" y="640"/>
                      <a:pt x="123" y="640"/>
                      <a:pt x="123" y="640"/>
                    </a:cubicBezTo>
                    <a:cubicBezTo>
                      <a:pt x="123" y="639"/>
                      <a:pt x="123" y="639"/>
                      <a:pt x="123" y="639"/>
                    </a:cubicBezTo>
                    <a:cubicBezTo>
                      <a:pt x="122" y="639"/>
                      <a:pt x="122" y="639"/>
                      <a:pt x="122" y="639"/>
                    </a:cubicBezTo>
                    <a:cubicBezTo>
                      <a:pt x="120" y="634"/>
                      <a:pt x="116" y="628"/>
                      <a:pt x="107" y="622"/>
                    </a:cubicBezTo>
                    <a:cubicBezTo>
                      <a:pt x="107" y="622"/>
                      <a:pt x="107" y="622"/>
                      <a:pt x="107" y="622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5" y="618"/>
                      <a:pt x="104" y="616"/>
                      <a:pt x="101" y="613"/>
                    </a:cubicBezTo>
                    <a:cubicBezTo>
                      <a:pt x="100" y="611"/>
                      <a:pt x="100" y="611"/>
                      <a:pt x="100" y="611"/>
                    </a:cubicBezTo>
                    <a:cubicBezTo>
                      <a:pt x="98" y="608"/>
                      <a:pt x="95" y="605"/>
                      <a:pt x="91" y="602"/>
                    </a:cubicBezTo>
                    <a:cubicBezTo>
                      <a:pt x="91" y="602"/>
                      <a:pt x="91" y="602"/>
                      <a:pt x="91" y="602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89" y="595"/>
                      <a:pt x="85" y="589"/>
                      <a:pt x="77" y="582"/>
                    </a:cubicBezTo>
                    <a:cubicBezTo>
                      <a:pt x="77" y="582"/>
                      <a:pt x="77" y="582"/>
                      <a:pt x="77" y="582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5" y="574"/>
                      <a:pt x="72" y="568"/>
                      <a:pt x="65" y="560"/>
                    </a:cubicBezTo>
                    <a:cubicBezTo>
                      <a:pt x="65" y="560"/>
                      <a:pt x="65" y="560"/>
                      <a:pt x="65" y="560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6"/>
                      <a:pt x="63" y="554"/>
                      <a:pt x="62" y="551"/>
                    </a:cubicBezTo>
                    <a:cubicBezTo>
                      <a:pt x="62" y="551"/>
                      <a:pt x="62" y="551"/>
                      <a:pt x="62" y="551"/>
                    </a:cubicBezTo>
                    <a:cubicBezTo>
                      <a:pt x="61" y="549"/>
                      <a:pt x="61" y="549"/>
                      <a:pt x="61" y="549"/>
                    </a:cubicBezTo>
                    <a:cubicBezTo>
                      <a:pt x="60" y="546"/>
                      <a:pt x="57" y="542"/>
                      <a:pt x="54" y="537"/>
                    </a:cubicBezTo>
                    <a:cubicBezTo>
                      <a:pt x="53" y="537"/>
                      <a:pt x="53" y="537"/>
                      <a:pt x="53" y="537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0"/>
                      <a:pt x="50" y="523"/>
                      <a:pt x="44" y="515"/>
                    </a:cubicBezTo>
                    <a:cubicBezTo>
                      <a:pt x="44" y="514"/>
                      <a:pt x="44" y="514"/>
                      <a:pt x="44" y="514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07"/>
                      <a:pt x="42" y="500"/>
                      <a:pt x="36" y="491"/>
                    </a:cubicBezTo>
                    <a:cubicBezTo>
                      <a:pt x="36" y="491"/>
                      <a:pt x="36" y="491"/>
                      <a:pt x="36" y="491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89"/>
                      <a:pt x="36" y="488"/>
                      <a:pt x="36" y="487"/>
                    </a:cubicBezTo>
                    <a:cubicBezTo>
                      <a:pt x="36" y="486"/>
                      <a:pt x="36" y="483"/>
                      <a:pt x="35" y="481"/>
                    </a:cubicBezTo>
                    <a:cubicBezTo>
                      <a:pt x="35" y="481"/>
                      <a:pt x="35" y="481"/>
                      <a:pt x="35" y="481"/>
                    </a:cubicBezTo>
                    <a:cubicBezTo>
                      <a:pt x="35" y="480"/>
                      <a:pt x="35" y="480"/>
                      <a:pt x="35" y="480"/>
                    </a:cubicBezTo>
                    <a:cubicBezTo>
                      <a:pt x="34" y="476"/>
                      <a:pt x="32" y="471"/>
                      <a:pt x="30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4"/>
                      <a:pt x="29" y="462"/>
                      <a:pt x="29" y="461"/>
                    </a:cubicBezTo>
                    <a:cubicBezTo>
                      <a:pt x="29" y="456"/>
                      <a:pt x="28" y="450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4" y="440"/>
                      <a:pt x="24" y="440"/>
                      <a:pt x="24" y="440"/>
                    </a:cubicBezTo>
                    <a:cubicBezTo>
                      <a:pt x="25" y="439"/>
                      <a:pt x="25" y="437"/>
                      <a:pt x="25" y="435"/>
                    </a:cubicBezTo>
                    <a:cubicBezTo>
                      <a:pt x="25" y="430"/>
                      <a:pt x="24" y="425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4"/>
                      <a:pt x="22" y="412"/>
                      <a:pt x="22" y="409"/>
                    </a:cubicBezTo>
                    <a:cubicBezTo>
                      <a:pt x="22" y="409"/>
                      <a:pt x="22" y="408"/>
                      <a:pt x="22" y="407"/>
                    </a:cubicBezTo>
                    <a:cubicBezTo>
                      <a:pt x="22" y="407"/>
                      <a:pt x="22" y="407"/>
                      <a:pt x="22" y="407"/>
                    </a:cubicBezTo>
                    <a:cubicBezTo>
                      <a:pt x="21" y="406"/>
                      <a:pt x="21" y="406"/>
                      <a:pt x="21" y="406"/>
                    </a:cubicBezTo>
                    <a:cubicBezTo>
                      <a:pt x="21" y="402"/>
                      <a:pt x="21" y="397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1"/>
                      <a:pt x="19" y="391"/>
                      <a:pt x="19" y="391"/>
                    </a:cubicBezTo>
                    <a:cubicBezTo>
                      <a:pt x="19" y="390"/>
                      <a:pt x="19" y="390"/>
                      <a:pt x="19" y="390"/>
                    </a:cubicBezTo>
                    <a:cubicBezTo>
                      <a:pt x="20" y="388"/>
                      <a:pt x="20" y="384"/>
                      <a:pt x="20" y="381"/>
                    </a:cubicBezTo>
                    <a:cubicBezTo>
                      <a:pt x="20" y="377"/>
                      <a:pt x="20" y="373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9" y="362"/>
                      <a:pt x="20" y="359"/>
                      <a:pt x="20" y="354"/>
                    </a:cubicBezTo>
                    <a:cubicBezTo>
                      <a:pt x="20" y="351"/>
                      <a:pt x="20" y="347"/>
                      <a:pt x="19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20" y="338"/>
                      <a:pt x="21" y="335"/>
                      <a:pt x="21" y="331"/>
                    </a:cubicBezTo>
                    <a:cubicBezTo>
                      <a:pt x="21" y="331"/>
                      <a:pt x="21" y="331"/>
                      <a:pt x="21" y="331"/>
                    </a:cubicBezTo>
                    <a:cubicBezTo>
                      <a:pt x="22" y="329"/>
                      <a:pt x="22" y="327"/>
                      <a:pt x="22" y="325"/>
                    </a:cubicBezTo>
                    <a:cubicBezTo>
                      <a:pt x="22" y="323"/>
                      <a:pt x="22" y="320"/>
                      <a:pt x="21" y="317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2" y="315"/>
                      <a:pt x="22" y="315"/>
                      <a:pt x="22" y="315"/>
                    </a:cubicBezTo>
                    <a:cubicBezTo>
                      <a:pt x="24" y="311"/>
                      <a:pt x="25" y="305"/>
                      <a:pt x="25" y="297"/>
                    </a:cubicBezTo>
                    <a:cubicBezTo>
                      <a:pt x="25" y="296"/>
                      <a:pt x="25" y="294"/>
                      <a:pt x="25" y="292"/>
                    </a:cubicBezTo>
                    <a:cubicBezTo>
                      <a:pt x="25" y="292"/>
                      <a:pt x="25" y="292"/>
                      <a:pt x="25" y="292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8" y="286"/>
                      <a:pt x="30" y="279"/>
                      <a:pt x="30" y="269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7"/>
                      <a:pt x="30" y="267"/>
                      <a:pt x="30" y="267"/>
                    </a:cubicBezTo>
                    <a:cubicBezTo>
                      <a:pt x="31" y="267"/>
                      <a:pt x="31" y="267"/>
                      <a:pt x="31" y="267"/>
                    </a:cubicBezTo>
                    <a:cubicBezTo>
                      <a:pt x="32" y="265"/>
                      <a:pt x="33" y="262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4"/>
                      <a:pt x="37" y="249"/>
                      <a:pt x="37" y="243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7" y="242"/>
                      <a:pt x="37" y="242"/>
                      <a:pt x="37" y="242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41" y="237"/>
                      <a:pt x="44" y="231"/>
                      <a:pt x="45" y="220"/>
                    </a:cubicBezTo>
                    <a:cubicBezTo>
                      <a:pt x="45" y="220"/>
                      <a:pt x="45" y="220"/>
                      <a:pt x="45" y="220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50" y="214"/>
                      <a:pt x="53" y="208"/>
                      <a:pt x="55" y="198"/>
                    </a:cubicBezTo>
                    <a:cubicBezTo>
                      <a:pt x="55" y="197"/>
                      <a:pt x="55" y="197"/>
                      <a:pt x="55" y="197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7" y="194"/>
                      <a:pt x="59" y="192"/>
                      <a:pt x="61" y="189"/>
                    </a:cubicBezTo>
                    <a:cubicBezTo>
                      <a:pt x="61" y="189"/>
                      <a:pt x="61" y="189"/>
                      <a:pt x="61" y="189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4"/>
                      <a:pt x="65" y="180"/>
                      <a:pt x="66" y="175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72" y="169"/>
                      <a:pt x="75" y="163"/>
                      <a:pt x="79" y="153"/>
                    </a:cubicBezTo>
                    <a:cubicBezTo>
                      <a:pt x="79" y="153"/>
                      <a:pt x="79" y="153"/>
                      <a:pt x="79" y="153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4" y="148"/>
                      <a:pt x="89" y="143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2"/>
                      <a:pt x="93" y="132"/>
                      <a:pt x="93" y="132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6" y="130"/>
                      <a:pt x="98" y="129"/>
                      <a:pt x="100" y="126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4" y="122"/>
                      <a:pt x="106" y="118"/>
                      <a:pt x="109" y="113"/>
                    </a:cubicBez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5" y="109"/>
                      <a:pt x="120" y="104"/>
                      <a:pt x="125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32" y="92"/>
                      <a:pt x="137" y="87"/>
                      <a:pt x="144" y="79"/>
                    </a:cubicBezTo>
                    <a:cubicBezTo>
                      <a:pt x="144" y="79"/>
                      <a:pt x="144" y="79"/>
                      <a:pt x="144" y="79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7"/>
                      <a:pt x="150" y="76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7" y="71"/>
                      <a:pt x="160" y="68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71" y="61"/>
                      <a:pt x="177" y="58"/>
                      <a:pt x="184" y="50"/>
                    </a:cubicBezTo>
                    <a:cubicBezTo>
                      <a:pt x="185" y="50"/>
                      <a:pt x="185" y="50"/>
                      <a:pt x="185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92" y="49"/>
                      <a:pt x="198" y="46"/>
                      <a:pt x="206" y="39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39"/>
                      <a:pt x="207" y="39"/>
                      <a:pt x="207" y="39"/>
                    </a:cubicBezTo>
                    <a:cubicBezTo>
                      <a:pt x="208" y="39"/>
                      <a:pt x="208" y="39"/>
                      <a:pt x="208" y="39"/>
                    </a:cubicBezTo>
                    <a:cubicBezTo>
                      <a:pt x="210" y="38"/>
                      <a:pt x="213" y="38"/>
                      <a:pt x="216" y="37"/>
                    </a:cubicBezTo>
                    <a:cubicBezTo>
                      <a:pt x="216" y="37"/>
                      <a:pt x="216" y="37"/>
                      <a:pt x="216" y="37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21" y="35"/>
                      <a:pt x="225" y="33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2" y="29"/>
                      <a:pt x="232" y="29"/>
                      <a:pt x="232" y="29"/>
                    </a:cubicBezTo>
                    <a:cubicBezTo>
                      <a:pt x="238" y="29"/>
                      <a:pt x="244" y="28"/>
                      <a:pt x="253" y="23"/>
                    </a:cubicBezTo>
                    <a:cubicBezTo>
                      <a:pt x="253" y="23"/>
                      <a:pt x="253" y="23"/>
                      <a:pt x="253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6" y="23"/>
                      <a:pt x="257" y="23"/>
                      <a:pt x="259" y="23"/>
                    </a:cubicBezTo>
                    <a:cubicBezTo>
                      <a:pt x="264" y="23"/>
                      <a:pt x="269" y="22"/>
                      <a:pt x="277" y="19"/>
                    </a:cubicBezTo>
                    <a:cubicBezTo>
                      <a:pt x="277" y="19"/>
                      <a:pt x="277" y="19"/>
                      <a:pt x="277" y="19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81" y="19"/>
                      <a:pt x="283" y="20"/>
                      <a:pt x="286" y="20"/>
                    </a:cubicBezTo>
                    <a:cubicBezTo>
                      <a:pt x="286" y="20"/>
                      <a:pt x="287" y="20"/>
                      <a:pt x="287" y="20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92" y="19"/>
                      <a:pt x="297" y="19"/>
                      <a:pt x="302" y="17"/>
                    </a:cubicBezTo>
                    <a:cubicBezTo>
                      <a:pt x="302" y="17"/>
                      <a:pt x="302" y="17"/>
                      <a:pt x="302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7" y="18"/>
                      <a:pt x="311" y="19"/>
                      <a:pt x="315" y="19"/>
                    </a:cubicBezTo>
                    <a:cubicBezTo>
                      <a:pt x="319" y="19"/>
                      <a:pt x="322" y="19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32" y="20"/>
                      <a:pt x="337" y="21"/>
                      <a:pt x="345" y="21"/>
                    </a:cubicBezTo>
                    <a:cubicBezTo>
                      <a:pt x="346" y="21"/>
                      <a:pt x="348" y="21"/>
                      <a:pt x="351" y="21"/>
                    </a:cubicBezTo>
                    <a:cubicBezTo>
                      <a:pt x="351" y="21"/>
                      <a:pt x="351" y="21"/>
                      <a:pt x="351" y="21"/>
                    </a:cubicBezTo>
                    <a:cubicBezTo>
                      <a:pt x="352" y="21"/>
                      <a:pt x="352" y="21"/>
                      <a:pt x="352" y="21"/>
                    </a:cubicBezTo>
                    <a:cubicBezTo>
                      <a:pt x="352" y="22"/>
                      <a:pt x="352" y="22"/>
                      <a:pt x="352" y="22"/>
                    </a:cubicBezTo>
                    <a:cubicBezTo>
                      <a:pt x="354" y="23"/>
                      <a:pt x="357" y="24"/>
                      <a:pt x="360" y="25"/>
                    </a:cubicBezTo>
                    <a:cubicBezTo>
                      <a:pt x="360" y="25"/>
                      <a:pt x="360" y="25"/>
                      <a:pt x="360" y="25"/>
                    </a:cubicBezTo>
                    <a:cubicBezTo>
                      <a:pt x="361" y="25"/>
                      <a:pt x="361" y="25"/>
                      <a:pt x="361" y="25"/>
                    </a:cubicBezTo>
                    <a:cubicBezTo>
                      <a:pt x="365" y="26"/>
                      <a:pt x="370" y="27"/>
                      <a:pt x="375" y="27"/>
                    </a:cubicBezTo>
                    <a:cubicBezTo>
                      <a:pt x="375" y="27"/>
                      <a:pt x="375" y="27"/>
                      <a:pt x="375" y="27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81" y="31"/>
                      <a:pt x="388" y="34"/>
                      <a:pt x="398" y="35"/>
                    </a:cubicBezTo>
                    <a:cubicBezTo>
                      <a:pt x="398" y="35"/>
                      <a:pt x="398" y="35"/>
                      <a:pt x="398" y="35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4" y="40"/>
                      <a:pt x="410" y="43"/>
                      <a:pt x="420" y="45"/>
                    </a:cubicBezTo>
                    <a:cubicBezTo>
                      <a:pt x="420" y="45"/>
                      <a:pt x="420" y="45"/>
                      <a:pt x="420" y="45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3" y="48"/>
                      <a:pt x="425" y="50"/>
                      <a:pt x="428" y="52"/>
                    </a:cubicBezTo>
                    <a:cubicBezTo>
                      <a:pt x="428" y="52"/>
                      <a:pt x="428" y="52"/>
                      <a:pt x="428" y="52"/>
                    </a:cubicBezTo>
                    <a:cubicBezTo>
                      <a:pt x="429" y="52"/>
                      <a:pt x="429" y="52"/>
                      <a:pt x="429" y="52"/>
                    </a:cubicBezTo>
                    <a:cubicBezTo>
                      <a:pt x="433" y="55"/>
                      <a:pt x="437" y="57"/>
                      <a:pt x="442" y="58"/>
                    </a:cubicBezTo>
                    <a:cubicBezTo>
                      <a:pt x="442" y="58"/>
                      <a:pt x="442" y="58"/>
                      <a:pt x="442" y="58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9"/>
                    </a:cubicBezTo>
                    <a:cubicBezTo>
                      <a:pt x="447" y="64"/>
                      <a:pt x="452" y="68"/>
                      <a:pt x="462" y="72"/>
                    </a:cubicBezTo>
                    <a:cubicBezTo>
                      <a:pt x="462" y="73"/>
                      <a:pt x="462" y="73"/>
                      <a:pt x="462" y="73"/>
                    </a:cubicBezTo>
                    <a:cubicBezTo>
                      <a:pt x="463" y="73"/>
                      <a:pt x="463" y="73"/>
                      <a:pt x="463" y="73"/>
                    </a:cubicBezTo>
                    <a:cubicBezTo>
                      <a:pt x="463" y="74"/>
                      <a:pt x="463" y="74"/>
                      <a:pt x="463" y="74"/>
                    </a:cubicBezTo>
                    <a:cubicBezTo>
                      <a:pt x="466" y="78"/>
                      <a:pt x="471" y="83"/>
                      <a:pt x="481" y="88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3" y="92"/>
                      <a:pt x="485" y="94"/>
                      <a:pt x="487" y="96"/>
                    </a:cubicBezTo>
                    <a:cubicBezTo>
                      <a:pt x="488" y="98"/>
                      <a:pt x="488" y="98"/>
                      <a:pt x="488" y="98"/>
                    </a:cubicBezTo>
                    <a:cubicBezTo>
                      <a:pt x="491" y="101"/>
                      <a:pt x="494" y="103"/>
                      <a:pt x="499" y="106"/>
                    </a:cubicBezTo>
                    <a:cubicBezTo>
                      <a:pt x="499" y="106"/>
                      <a:pt x="499" y="106"/>
                      <a:pt x="499" y="106"/>
                    </a:cubicBezTo>
                    <a:cubicBezTo>
                      <a:pt x="500" y="107"/>
                      <a:pt x="500" y="107"/>
                      <a:pt x="500" y="107"/>
                    </a:cubicBezTo>
                    <a:cubicBezTo>
                      <a:pt x="500" y="108"/>
                      <a:pt x="500" y="108"/>
                      <a:pt x="500" y="108"/>
                    </a:cubicBezTo>
                    <a:cubicBezTo>
                      <a:pt x="502" y="113"/>
                      <a:pt x="506" y="118"/>
                      <a:pt x="515" y="125"/>
                    </a:cubicBezTo>
                    <a:cubicBezTo>
                      <a:pt x="515" y="125"/>
                      <a:pt x="515" y="125"/>
                      <a:pt x="515" y="125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8" y="132"/>
                      <a:pt x="521" y="138"/>
                      <a:pt x="529" y="145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1" y="149"/>
                      <a:pt x="532" y="152"/>
                      <a:pt x="534" y="155"/>
                    </a:cubicBezTo>
                    <a:cubicBezTo>
                      <a:pt x="534" y="155"/>
                      <a:pt x="534" y="155"/>
                      <a:pt x="534" y="155"/>
                    </a:cubicBezTo>
                    <a:cubicBezTo>
                      <a:pt x="536" y="159"/>
                      <a:pt x="539" y="163"/>
                      <a:pt x="543" y="167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5" y="174"/>
                      <a:pt x="548" y="180"/>
                      <a:pt x="555" y="188"/>
                    </a:cubicBezTo>
                    <a:cubicBezTo>
                      <a:pt x="555" y="188"/>
                      <a:pt x="555" y="188"/>
                      <a:pt x="555" y="188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6"/>
                      <a:pt x="558" y="202"/>
                      <a:pt x="565" y="211"/>
                    </a:cubicBezTo>
                    <a:cubicBezTo>
                      <a:pt x="565" y="211"/>
                      <a:pt x="565" y="211"/>
                      <a:pt x="565" y="211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5"/>
                      <a:pt x="566" y="218"/>
                      <a:pt x="567" y="222"/>
                    </a:cubicBezTo>
                    <a:cubicBezTo>
                      <a:pt x="567" y="222"/>
                      <a:pt x="567" y="222"/>
                      <a:pt x="567" y="222"/>
                    </a:cubicBezTo>
                    <a:cubicBezTo>
                      <a:pt x="568" y="226"/>
                      <a:pt x="571" y="230"/>
                      <a:pt x="574" y="235"/>
                    </a:cubicBezTo>
                    <a:cubicBezTo>
                      <a:pt x="574" y="235"/>
                      <a:pt x="574" y="235"/>
                      <a:pt x="574" y="235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7"/>
                      <a:pt x="574" y="237"/>
                      <a:pt x="574" y="237"/>
                    </a:cubicBezTo>
                    <a:cubicBezTo>
                      <a:pt x="574" y="243"/>
                      <a:pt x="576" y="250"/>
                      <a:pt x="581" y="258"/>
                    </a:cubicBezTo>
                    <a:cubicBezTo>
                      <a:pt x="581" y="259"/>
                      <a:pt x="581" y="259"/>
                      <a:pt x="581" y="259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1"/>
                      <a:pt x="581" y="262"/>
                      <a:pt x="581" y="262"/>
                    </a:cubicBezTo>
                    <a:cubicBezTo>
                      <a:pt x="581" y="268"/>
                      <a:pt x="583" y="274"/>
                      <a:pt x="587" y="282"/>
                    </a:cubicBezTo>
                    <a:cubicBezTo>
                      <a:pt x="587" y="283"/>
                      <a:pt x="587" y="283"/>
                      <a:pt x="587" y="283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5"/>
                      <a:pt x="587" y="287"/>
                      <a:pt x="587" y="288"/>
                    </a:cubicBezTo>
                    <a:cubicBezTo>
                      <a:pt x="587" y="290"/>
                      <a:pt x="587" y="292"/>
                      <a:pt x="587" y="294"/>
                    </a:cubicBezTo>
                    <a:cubicBezTo>
                      <a:pt x="588" y="298"/>
                      <a:pt x="589" y="303"/>
                      <a:pt x="591" y="308"/>
                    </a:cubicBezTo>
                    <a:cubicBezTo>
                      <a:pt x="591" y="308"/>
                      <a:pt x="591" y="308"/>
                      <a:pt x="591" y="308"/>
                    </a:cubicBezTo>
                    <a:cubicBezTo>
                      <a:pt x="591" y="309"/>
                      <a:pt x="591" y="309"/>
                      <a:pt x="591" y="309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1" y="311"/>
                      <a:pt x="591" y="314"/>
                      <a:pt x="591" y="316"/>
                    </a:cubicBezTo>
                    <a:cubicBezTo>
                      <a:pt x="591" y="320"/>
                      <a:pt x="592" y="326"/>
                      <a:pt x="594" y="332"/>
                    </a:cubicBezTo>
                    <a:cubicBezTo>
                      <a:pt x="594" y="332"/>
                      <a:pt x="594" y="332"/>
                      <a:pt x="594" y="332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3" y="336"/>
                      <a:pt x="593" y="339"/>
                      <a:pt x="593" y="342"/>
                    </a:cubicBezTo>
                    <a:cubicBezTo>
                      <a:pt x="593" y="346"/>
                      <a:pt x="594" y="351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4" y="361"/>
                      <a:pt x="594" y="364"/>
                      <a:pt x="594" y="367"/>
                    </a:cubicBezTo>
                    <a:cubicBezTo>
                      <a:pt x="594" y="367"/>
                      <a:pt x="594" y="367"/>
                      <a:pt x="594" y="367"/>
                    </a:cubicBezTo>
                    <a:cubicBezTo>
                      <a:pt x="594" y="369"/>
                      <a:pt x="594" y="369"/>
                      <a:pt x="594" y="369"/>
                    </a:cubicBezTo>
                    <a:cubicBezTo>
                      <a:pt x="594" y="369"/>
                      <a:pt x="594" y="370"/>
                      <a:pt x="594" y="371"/>
                    </a:cubicBezTo>
                    <a:cubicBezTo>
                      <a:pt x="594" y="374"/>
                      <a:pt x="594" y="378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4"/>
                      <a:pt x="595" y="384"/>
                      <a:pt x="595" y="384"/>
                    </a:cubicBezTo>
                    <a:cubicBezTo>
                      <a:pt x="595" y="385"/>
                      <a:pt x="595" y="385"/>
                      <a:pt x="595" y="385"/>
                    </a:cubicBezTo>
                    <a:cubicBezTo>
                      <a:pt x="594" y="388"/>
                      <a:pt x="593" y="392"/>
                      <a:pt x="593" y="398"/>
                    </a:cubicBezTo>
                    <a:cubicBezTo>
                      <a:pt x="593" y="400"/>
                      <a:pt x="593" y="404"/>
                      <a:pt x="594" y="407"/>
                    </a:cubicBezTo>
                    <a:cubicBezTo>
                      <a:pt x="594" y="408"/>
                      <a:pt x="594" y="408"/>
                      <a:pt x="594" y="408"/>
                    </a:cubicBezTo>
                    <a:cubicBezTo>
                      <a:pt x="594" y="409"/>
                      <a:pt x="594" y="409"/>
                      <a:pt x="594" y="409"/>
                    </a:cubicBezTo>
                    <a:cubicBezTo>
                      <a:pt x="593" y="409"/>
                      <a:pt x="593" y="409"/>
                      <a:pt x="593" y="409"/>
                    </a:cubicBezTo>
                    <a:cubicBezTo>
                      <a:pt x="591" y="413"/>
                      <a:pt x="590" y="418"/>
                      <a:pt x="590" y="425"/>
                    </a:cubicBezTo>
                    <a:cubicBezTo>
                      <a:pt x="590" y="427"/>
                      <a:pt x="590" y="430"/>
                      <a:pt x="591" y="432"/>
                    </a:cubicBezTo>
                    <a:cubicBezTo>
                      <a:pt x="591" y="432"/>
                      <a:pt x="591" y="432"/>
                      <a:pt x="591" y="432"/>
                    </a:cubicBezTo>
                    <a:cubicBezTo>
                      <a:pt x="591" y="433"/>
                      <a:pt x="591" y="433"/>
                      <a:pt x="591" y="433"/>
                    </a:cubicBezTo>
                    <a:cubicBezTo>
                      <a:pt x="590" y="434"/>
                      <a:pt x="590" y="434"/>
                      <a:pt x="590" y="434"/>
                    </a:cubicBezTo>
                    <a:cubicBezTo>
                      <a:pt x="589" y="436"/>
                      <a:pt x="588" y="439"/>
                      <a:pt x="587" y="442"/>
                    </a:cubicBezTo>
                    <a:cubicBezTo>
                      <a:pt x="587" y="442"/>
                      <a:pt x="587" y="442"/>
                      <a:pt x="587" y="442"/>
                    </a:cubicBezTo>
                    <a:cubicBezTo>
                      <a:pt x="587" y="443"/>
                      <a:pt x="587" y="443"/>
                      <a:pt x="587" y="443"/>
                    </a:cubicBezTo>
                    <a:cubicBezTo>
                      <a:pt x="586" y="446"/>
                      <a:pt x="586" y="450"/>
                      <a:pt x="586" y="454"/>
                    </a:cubicBezTo>
                    <a:cubicBezTo>
                      <a:pt x="586" y="455"/>
                      <a:pt x="586" y="456"/>
                      <a:pt x="586" y="457"/>
                    </a:cubicBezTo>
                    <a:cubicBezTo>
                      <a:pt x="586" y="458"/>
                      <a:pt x="586" y="458"/>
                      <a:pt x="586" y="458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2" y="464"/>
                      <a:pt x="581" y="471"/>
                      <a:pt x="580" y="481"/>
                    </a:cubicBezTo>
                    <a:cubicBezTo>
                      <a:pt x="580" y="482"/>
                      <a:pt x="580" y="482"/>
                      <a:pt x="580" y="482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76" y="488"/>
                      <a:pt x="574" y="494"/>
                      <a:pt x="573" y="505"/>
                    </a:cubicBezTo>
                    <a:cubicBezTo>
                      <a:pt x="573" y="505"/>
                      <a:pt x="573" y="505"/>
                      <a:pt x="573" y="505"/>
                    </a:cubicBezTo>
                    <a:cubicBezTo>
                      <a:pt x="573" y="506"/>
                      <a:pt x="573" y="506"/>
                      <a:pt x="573" y="506"/>
                    </a:cubicBezTo>
                    <a:cubicBezTo>
                      <a:pt x="572" y="507"/>
                      <a:pt x="572" y="507"/>
                      <a:pt x="572" y="507"/>
                    </a:cubicBezTo>
                    <a:cubicBezTo>
                      <a:pt x="571" y="509"/>
                      <a:pt x="569" y="511"/>
                      <a:pt x="568" y="514"/>
                    </a:cubicBezTo>
                    <a:cubicBezTo>
                      <a:pt x="567" y="515"/>
                      <a:pt x="567" y="515"/>
                      <a:pt x="567" y="515"/>
                    </a:cubicBezTo>
                    <a:cubicBezTo>
                      <a:pt x="566" y="519"/>
                      <a:pt x="565" y="523"/>
                      <a:pt x="564" y="529"/>
                    </a:cubicBezTo>
                    <a:cubicBezTo>
                      <a:pt x="564" y="529"/>
                      <a:pt x="564" y="529"/>
                      <a:pt x="564" y="529"/>
                    </a:cubicBezTo>
                    <a:cubicBezTo>
                      <a:pt x="563" y="530"/>
                      <a:pt x="563" y="530"/>
                      <a:pt x="563" y="530"/>
                    </a:cubicBezTo>
                    <a:cubicBezTo>
                      <a:pt x="563" y="531"/>
                      <a:pt x="563" y="531"/>
                      <a:pt x="563" y="531"/>
                    </a:cubicBezTo>
                    <a:cubicBezTo>
                      <a:pt x="559" y="535"/>
                      <a:pt x="556" y="541"/>
                      <a:pt x="553" y="551"/>
                    </a:cubicBezTo>
                    <a:cubicBezTo>
                      <a:pt x="553" y="552"/>
                      <a:pt x="553" y="552"/>
                      <a:pt x="553" y="552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48" y="557"/>
                      <a:pt x="545" y="563"/>
                      <a:pt x="542" y="573"/>
                    </a:cubicBezTo>
                    <a:lnTo>
                      <a:pt x="541" y="5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3" name="Freeform 32">
                <a:extLst>
                  <a:ext uri="{FF2B5EF4-FFF2-40B4-BE49-F238E27FC236}">
                    <a16:creationId xmlns:a16="http://schemas.microsoft.com/office/drawing/2014/main" id="{9A2646C8-8B21-4EA3-B1E3-D7C0FD5C17A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56" y="7911"/>
                <a:ext cx="62" cy="36"/>
              </a:xfrm>
              <a:custGeom>
                <a:avLst/>
                <a:gdLst>
                  <a:gd name="T0" fmla="*/ 83 w 83"/>
                  <a:gd name="T1" fmla="*/ 10 h 48"/>
                  <a:gd name="T2" fmla="*/ 67 w 83"/>
                  <a:gd name="T3" fmla="*/ 11 h 48"/>
                  <a:gd name="T4" fmla="*/ 61 w 83"/>
                  <a:gd name="T5" fmla="*/ 19 h 48"/>
                  <a:gd name="T6" fmla="*/ 54 w 83"/>
                  <a:gd name="T7" fmla="*/ 21 h 48"/>
                  <a:gd name="T8" fmla="*/ 48 w 83"/>
                  <a:gd name="T9" fmla="*/ 7 h 48"/>
                  <a:gd name="T10" fmla="*/ 42 w 83"/>
                  <a:gd name="T11" fmla="*/ 0 h 48"/>
                  <a:gd name="T12" fmla="*/ 41 w 83"/>
                  <a:gd name="T13" fmla="*/ 0 h 48"/>
                  <a:gd name="T14" fmla="*/ 36 w 83"/>
                  <a:gd name="T15" fmla="*/ 7 h 48"/>
                  <a:gd name="T16" fmla="*/ 34 w 83"/>
                  <a:gd name="T17" fmla="*/ 19 h 48"/>
                  <a:gd name="T18" fmla="*/ 23 w 83"/>
                  <a:gd name="T19" fmla="*/ 20 h 48"/>
                  <a:gd name="T20" fmla="*/ 25 w 83"/>
                  <a:gd name="T21" fmla="*/ 13 h 48"/>
                  <a:gd name="T22" fmla="*/ 7 w 83"/>
                  <a:gd name="T23" fmla="*/ 6 h 48"/>
                  <a:gd name="T24" fmla="*/ 10 w 83"/>
                  <a:gd name="T25" fmla="*/ 19 h 48"/>
                  <a:gd name="T26" fmla="*/ 38 w 83"/>
                  <a:gd name="T27" fmla="*/ 48 h 48"/>
                  <a:gd name="T28" fmla="*/ 41 w 83"/>
                  <a:gd name="T29" fmla="*/ 48 h 48"/>
                  <a:gd name="T30" fmla="*/ 64 w 83"/>
                  <a:gd name="T31" fmla="*/ 42 h 48"/>
                  <a:gd name="T32" fmla="*/ 46 w 83"/>
                  <a:gd name="T33" fmla="*/ 10 h 48"/>
                  <a:gd name="T34" fmla="*/ 47 w 83"/>
                  <a:gd name="T35" fmla="*/ 17 h 48"/>
                  <a:gd name="T36" fmla="*/ 46 w 83"/>
                  <a:gd name="T37" fmla="*/ 10 h 48"/>
                  <a:gd name="T38" fmla="*/ 37 w 83"/>
                  <a:gd name="T39" fmla="*/ 9 h 48"/>
                  <a:gd name="T40" fmla="*/ 35 w 83"/>
                  <a:gd name="T41" fmla="*/ 17 h 48"/>
                  <a:gd name="T42" fmla="*/ 14 w 83"/>
                  <a:gd name="T43" fmla="*/ 16 h 48"/>
                  <a:gd name="T44" fmla="*/ 10 w 83"/>
                  <a:gd name="T45" fmla="*/ 10 h 48"/>
                  <a:gd name="T46" fmla="*/ 21 w 83"/>
                  <a:gd name="T47" fmla="*/ 14 h 48"/>
                  <a:gd name="T48" fmla="*/ 19 w 83"/>
                  <a:gd name="T49" fmla="*/ 19 h 48"/>
                  <a:gd name="T50" fmla="*/ 20 w 83"/>
                  <a:gd name="T51" fmla="*/ 33 h 48"/>
                  <a:gd name="T52" fmla="*/ 26 w 83"/>
                  <a:gd name="T53" fmla="*/ 30 h 48"/>
                  <a:gd name="T54" fmla="*/ 17 w 83"/>
                  <a:gd name="T55" fmla="*/ 27 h 48"/>
                  <a:gd name="T56" fmla="*/ 34 w 83"/>
                  <a:gd name="T57" fmla="*/ 27 h 48"/>
                  <a:gd name="T58" fmla="*/ 39 w 83"/>
                  <a:gd name="T59" fmla="*/ 31 h 48"/>
                  <a:gd name="T60" fmla="*/ 19 w 83"/>
                  <a:gd name="T61" fmla="*/ 34 h 48"/>
                  <a:gd name="T62" fmla="*/ 23 w 83"/>
                  <a:gd name="T63" fmla="*/ 43 h 48"/>
                  <a:gd name="T64" fmla="*/ 25 w 83"/>
                  <a:gd name="T65" fmla="*/ 39 h 48"/>
                  <a:gd name="T66" fmla="*/ 26 w 83"/>
                  <a:gd name="T67" fmla="*/ 42 h 48"/>
                  <a:gd name="T68" fmla="*/ 28 w 83"/>
                  <a:gd name="T69" fmla="*/ 38 h 48"/>
                  <a:gd name="T70" fmla="*/ 35 w 83"/>
                  <a:gd name="T71" fmla="*/ 45 h 48"/>
                  <a:gd name="T72" fmla="*/ 35 w 83"/>
                  <a:gd name="T73" fmla="*/ 38 h 48"/>
                  <a:gd name="T74" fmla="*/ 37 w 83"/>
                  <a:gd name="T75" fmla="*/ 45 h 48"/>
                  <a:gd name="T76" fmla="*/ 39 w 83"/>
                  <a:gd name="T77" fmla="*/ 45 h 48"/>
                  <a:gd name="T78" fmla="*/ 38 w 83"/>
                  <a:gd name="T79" fmla="*/ 6 h 48"/>
                  <a:gd name="T80" fmla="*/ 44 w 83"/>
                  <a:gd name="T81" fmla="*/ 8 h 48"/>
                  <a:gd name="T82" fmla="*/ 41 w 83"/>
                  <a:gd name="T83" fmla="*/ 9 h 48"/>
                  <a:gd name="T84" fmla="*/ 42 w 83"/>
                  <a:gd name="T85" fmla="*/ 38 h 48"/>
                  <a:gd name="T86" fmla="*/ 49 w 83"/>
                  <a:gd name="T87" fmla="*/ 45 h 48"/>
                  <a:gd name="T88" fmla="*/ 49 w 83"/>
                  <a:gd name="T89" fmla="*/ 38 h 48"/>
                  <a:gd name="T90" fmla="*/ 52 w 83"/>
                  <a:gd name="T91" fmla="*/ 45 h 48"/>
                  <a:gd name="T92" fmla="*/ 54 w 83"/>
                  <a:gd name="T93" fmla="*/ 44 h 48"/>
                  <a:gd name="T94" fmla="*/ 57 w 83"/>
                  <a:gd name="T95" fmla="*/ 43 h 48"/>
                  <a:gd name="T96" fmla="*/ 57 w 83"/>
                  <a:gd name="T97" fmla="*/ 40 h 48"/>
                  <a:gd name="T98" fmla="*/ 59 w 83"/>
                  <a:gd name="T99" fmla="*/ 43 h 48"/>
                  <a:gd name="T100" fmla="*/ 56 w 83"/>
                  <a:gd name="T101" fmla="*/ 30 h 48"/>
                  <a:gd name="T102" fmla="*/ 62 w 83"/>
                  <a:gd name="T103" fmla="*/ 34 h 48"/>
                  <a:gd name="T104" fmla="*/ 44 w 83"/>
                  <a:gd name="T105" fmla="*/ 35 h 48"/>
                  <a:gd name="T106" fmla="*/ 50 w 83"/>
                  <a:gd name="T107" fmla="*/ 29 h 48"/>
                  <a:gd name="T108" fmla="*/ 44 w 83"/>
                  <a:gd name="T109" fmla="*/ 24 h 48"/>
                  <a:gd name="T110" fmla="*/ 64 w 83"/>
                  <a:gd name="T111" fmla="*/ 19 h 48"/>
                  <a:gd name="T112" fmla="*/ 62 w 83"/>
                  <a:gd name="T113" fmla="*/ 14 h 48"/>
                  <a:gd name="T114" fmla="*/ 73 w 83"/>
                  <a:gd name="T115" fmla="*/ 11 h 48"/>
                  <a:gd name="T116" fmla="*/ 69 w 83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8">
                    <a:moveTo>
                      <a:pt x="73" y="20"/>
                    </a:moveTo>
                    <a:cubicBezTo>
                      <a:pt x="77" y="16"/>
                      <a:pt x="81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3" y="8"/>
                      <a:pt x="78" y="7"/>
                      <a:pt x="76" y="7"/>
                    </a:cubicBezTo>
                    <a:cubicBezTo>
                      <a:pt x="74" y="7"/>
                      <a:pt x="72" y="7"/>
                      <a:pt x="71" y="8"/>
                    </a:cubicBezTo>
                    <a:cubicBezTo>
                      <a:pt x="70" y="9"/>
                      <a:pt x="67" y="11"/>
                      <a:pt x="67" y="11"/>
                    </a:cubicBezTo>
                    <a:cubicBezTo>
                      <a:pt x="64" y="11"/>
                      <a:pt x="59" y="9"/>
                      <a:pt x="58" y="14"/>
                    </a:cubicBezTo>
                    <a:cubicBezTo>
                      <a:pt x="58" y="15"/>
                      <a:pt x="59" y="17"/>
                      <a:pt x="60" y="18"/>
                    </a:cubicBezTo>
                    <a:cubicBezTo>
                      <a:pt x="60" y="18"/>
                      <a:pt x="61" y="19"/>
                      <a:pt x="61" y="19"/>
                    </a:cubicBezTo>
                    <a:cubicBezTo>
                      <a:pt x="61" y="19"/>
                      <a:pt x="61" y="20"/>
                      <a:pt x="60" y="20"/>
                    </a:cubicBezTo>
                    <a:cubicBezTo>
                      <a:pt x="58" y="22"/>
                      <a:pt x="56" y="22"/>
                      <a:pt x="56" y="22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0" y="21"/>
                      <a:pt x="51" y="22"/>
                      <a:pt x="49" y="19"/>
                    </a:cubicBezTo>
                    <a:cubicBezTo>
                      <a:pt x="52" y="19"/>
                      <a:pt x="54" y="16"/>
                      <a:pt x="54" y="13"/>
                    </a:cubicBezTo>
                    <a:cubicBezTo>
                      <a:pt x="54" y="10"/>
                      <a:pt x="51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6"/>
                      <a:pt x="48" y="6"/>
                    </a:cubicBezTo>
                    <a:cubicBezTo>
                      <a:pt x="48" y="3"/>
                      <a:pt x="45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6" y="2"/>
                      <a:pt x="36" y="6"/>
                    </a:cubicBezTo>
                    <a:cubicBezTo>
                      <a:pt x="36" y="6"/>
                      <a:pt x="36" y="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2" y="6"/>
                      <a:pt x="29" y="9"/>
                      <a:pt x="29" y="13"/>
                    </a:cubicBezTo>
                    <a:cubicBezTo>
                      <a:pt x="29" y="16"/>
                      <a:pt x="31" y="18"/>
                      <a:pt x="34" y="19"/>
                    </a:cubicBezTo>
                    <a:cubicBezTo>
                      <a:pt x="32" y="21"/>
                      <a:pt x="32" y="20"/>
                      <a:pt x="28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5" y="21"/>
                      <a:pt x="23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2" y="17"/>
                      <a:pt x="23" y="17"/>
                    </a:cubicBezTo>
                    <a:cubicBezTo>
                      <a:pt x="24" y="16"/>
                      <a:pt x="25" y="14"/>
                      <a:pt x="25" y="13"/>
                    </a:cubicBezTo>
                    <a:cubicBezTo>
                      <a:pt x="25" y="9"/>
                      <a:pt x="19" y="10"/>
                      <a:pt x="17" y="10"/>
                    </a:cubicBezTo>
                    <a:cubicBezTo>
                      <a:pt x="17" y="10"/>
                      <a:pt x="13" y="7"/>
                      <a:pt x="12" y="7"/>
                    </a:cubicBezTo>
                    <a:cubicBezTo>
                      <a:pt x="11" y="6"/>
                      <a:pt x="9" y="6"/>
                      <a:pt x="7" y="6"/>
                    </a:cubicBezTo>
                    <a:cubicBezTo>
                      <a:pt x="5" y="5"/>
                      <a:pt x="1" y="6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6" y="15"/>
                      <a:pt x="10" y="19"/>
                    </a:cubicBezTo>
                    <a:cubicBezTo>
                      <a:pt x="12" y="22"/>
                      <a:pt x="15" y="29"/>
                      <a:pt x="16" y="32"/>
                    </a:cubicBezTo>
                    <a:cubicBezTo>
                      <a:pt x="16" y="32"/>
                      <a:pt x="18" y="41"/>
                      <a:pt x="18" y="41"/>
                    </a:cubicBezTo>
                    <a:cubicBezTo>
                      <a:pt x="19" y="46"/>
                      <a:pt x="30" y="47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51" y="48"/>
                      <a:pt x="63" y="47"/>
                      <a:pt x="64" y="42"/>
                    </a:cubicBezTo>
                    <a:cubicBezTo>
                      <a:pt x="64" y="42"/>
                      <a:pt x="66" y="33"/>
                      <a:pt x="66" y="33"/>
                    </a:cubicBezTo>
                    <a:cubicBezTo>
                      <a:pt x="67" y="30"/>
                      <a:pt x="70" y="24"/>
                      <a:pt x="73" y="20"/>
                    </a:cubicBezTo>
                    <a:moveTo>
                      <a:pt x="46" y="10"/>
                    </a:moveTo>
                    <a:cubicBezTo>
                      <a:pt x="47" y="9"/>
                      <a:pt x="47" y="9"/>
                      <a:pt x="48" y="9"/>
                    </a:cubicBezTo>
                    <a:cubicBezTo>
                      <a:pt x="50" y="9"/>
                      <a:pt x="51" y="11"/>
                      <a:pt x="51" y="13"/>
                    </a:cubicBezTo>
                    <a:cubicBezTo>
                      <a:pt x="51" y="15"/>
                      <a:pt x="50" y="17"/>
                      <a:pt x="47" y="17"/>
                    </a:cubicBezTo>
                    <a:cubicBezTo>
                      <a:pt x="45" y="17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cubicBezTo>
                      <a:pt x="45" y="11"/>
                      <a:pt x="46" y="10"/>
                      <a:pt x="46" y="10"/>
                    </a:cubicBezTo>
                    <a:moveTo>
                      <a:pt x="32" y="13"/>
                    </a:moveTo>
                    <a:cubicBezTo>
                      <a:pt x="32" y="11"/>
                      <a:pt x="33" y="9"/>
                      <a:pt x="35" y="9"/>
                    </a:cubicBezTo>
                    <a:cubicBezTo>
                      <a:pt x="36" y="9"/>
                      <a:pt x="36" y="9"/>
                      <a:pt x="37" y="9"/>
                    </a:cubicBezTo>
                    <a:cubicBezTo>
                      <a:pt x="37" y="10"/>
                      <a:pt x="38" y="11"/>
                      <a:pt x="39" y="11"/>
                    </a:cubicBezTo>
                    <a:cubicBezTo>
                      <a:pt x="39" y="12"/>
                      <a:pt x="39" y="12"/>
                      <a:pt x="39" y="13"/>
                    </a:cubicBezTo>
                    <a:cubicBezTo>
                      <a:pt x="39" y="15"/>
                      <a:pt x="37" y="17"/>
                      <a:pt x="35" y="17"/>
                    </a:cubicBezTo>
                    <a:cubicBezTo>
                      <a:pt x="33" y="17"/>
                      <a:pt x="32" y="15"/>
                      <a:pt x="32" y="13"/>
                    </a:cubicBezTo>
                    <a:moveTo>
                      <a:pt x="16" y="21"/>
                    </a:moveTo>
                    <a:cubicBezTo>
                      <a:pt x="15" y="20"/>
                      <a:pt x="16" y="16"/>
                      <a:pt x="14" y="16"/>
                    </a:cubicBezTo>
                    <a:cubicBezTo>
                      <a:pt x="11" y="17"/>
                      <a:pt x="7" y="11"/>
                      <a:pt x="4" y="9"/>
                    </a:cubicBezTo>
                    <a:cubicBezTo>
                      <a:pt x="5" y="9"/>
                      <a:pt x="6" y="8"/>
                      <a:pt x="7" y="8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1" y="11"/>
                      <a:pt x="12" y="12"/>
                      <a:pt x="14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9" y="19"/>
                    </a:cubicBezTo>
                    <a:cubicBezTo>
                      <a:pt x="20" y="23"/>
                      <a:pt x="17" y="23"/>
                      <a:pt x="16" y="21"/>
                    </a:cubicBezTo>
                    <a:moveTo>
                      <a:pt x="19" y="34"/>
                    </a:moveTo>
                    <a:cubicBezTo>
                      <a:pt x="19" y="34"/>
                      <a:pt x="20" y="34"/>
                      <a:pt x="20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2" y="33"/>
                      <a:pt x="25" y="32"/>
                    </a:cubicBezTo>
                    <a:cubicBezTo>
                      <a:pt x="26" y="32"/>
                      <a:pt x="26" y="31"/>
                      <a:pt x="26" y="30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20" y="29"/>
                      <a:pt x="18" y="30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21" y="25"/>
                      <a:pt x="30" y="24"/>
                      <a:pt x="39" y="24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2" y="28"/>
                      <a:pt x="32" y="29"/>
                    </a:cubicBezTo>
                    <a:cubicBezTo>
                      <a:pt x="32" y="30"/>
                      <a:pt x="33" y="31"/>
                      <a:pt x="34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4" y="36"/>
                      <a:pt x="20" y="38"/>
                    </a:cubicBezTo>
                    <a:cubicBezTo>
                      <a:pt x="20" y="37"/>
                      <a:pt x="20" y="35"/>
                      <a:pt x="19" y="34"/>
                    </a:cubicBezTo>
                    <a:moveTo>
                      <a:pt x="26" y="42"/>
                    </a:moveTo>
                    <a:cubicBezTo>
                      <a:pt x="26" y="42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3" y="43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2" y="41"/>
                      <a:pt x="22" y="40"/>
                      <a:pt x="23" y="40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5" y="39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2"/>
                      <a:pt x="26" y="42"/>
                    </a:cubicBezTo>
                    <a:moveTo>
                      <a:pt x="30" y="44"/>
                    </a:moveTo>
                    <a:cubicBezTo>
                      <a:pt x="29" y="44"/>
                      <a:pt x="28" y="44"/>
                      <a:pt x="27" y="44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9" y="38"/>
                      <a:pt x="30" y="38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3" y="45"/>
                      <a:pt x="33" y="45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4" y="38"/>
                      <a:pt x="35" y="38"/>
                    </a:cubicBezTo>
                    <a:lnTo>
                      <a:pt x="35" y="45"/>
                    </a:lnTo>
                    <a:close/>
                    <a:moveTo>
                      <a:pt x="39" y="45"/>
                    </a:moveTo>
                    <a:cubicBezTo>
                      <a:pt x="39" y="45"/>
                      <a:pt x="37" y="45"/>
                      <a:pt x="37" y="45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8"/>
                      <a:pt x="39" y="38"/>
                    </a:cubicBezTo>
                    <a:lnTo>
                      <a:pt x="39" y="45"/>
                    </a:lnTo>
                    <a:close/>
                    <a:moveTo>
                      <a:pt x="41" y="9"/>
                    </a:moveTo>
                    <a:cubicBezTo>
                      <a:pt x="40" y="9"/>
                      <a:pt x="39" y="8"/>
                      <a:pt x="39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4"/>
                      <a:pt x="40" y="2"/>
                      <a:pt x="42" y="2"/>
                    </a:cubicBezTo>
                    <a:cubicBezTo>
                      <a:pt x="44" y="2"/>
                      <a:pt x="45" y="4"/>
                      <a:pt x="45" y="6"/>
                    </a:cubicBezTo>
                    <a:cubicBezTo>
                      <a:pt x="45" y="7"/>
                      <a:pt x="45" y="7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5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38"/>
                      <a:pt x="42" y="38"/>
                    </a:cubicBezTo>
                    <a:cubicBezTo>
                      <a:pt x="43" y="38"/>
                      <a:pt x="45" y="38"/>
                      <a:pt x="45" y="38"/>
                    </a:cubicBezTo>
                    <a:lnTo>
                      <a:pt x="45" y="45"/>
                    </a:lnTo>
                    <a:close/>
                    <a:moveTo>
                      <a:pt x="49" y="45"/>
                    </a:moveTo>
                    <a:cubicBezTo>
                      <a:pt x="48" y="45"/>
                      <a:pt x="48" y="45"/>
                      <a:pt x="47" y="45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49" y="38"/>
                    </a:cubicBezTo>
                    <a:lnTo>
                      <a:pt x="49" y="45"/>
                    </a:lnTo>
                    <a:close/>
                    <a:moveTo>
                      <a:pt x="54" y="44"/>
                    </a:moveTo>
                    <a:cubicBezTo>
                      <a:pt x="54" y="44"/>
                      <a:pt x="53" y="45"/>
                      <a:pt x="52" y="45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3" y="39"/>
                      <a:pt x="54" y="39"/>
                      <a:pt x="54" y="39"/>
                    </a:cubicBezTo>
                    <a:lnTo>
                      <a:pt x="54" y="44"/>
                    </a:lnTo>
                    <a:close/>
                    <a:moveTo>
                      <a:pt x="59" y="43"/>
                    </a:moveTo>
                    <a:cubicBezTo>
                      <a:pt x="59" y="44"/>
                      <a:pt x="58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7" y="42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8" y="40"/>
                      <a:pt x="59" y="40"/>
                      <a:pt x="59" y="40"/>
                    </a:cubicBezTo>
                    <a:cubicBezTo>
                      <a:pt x="60" y="41"/>
                      <a:pt x="60" y="41"/>
                      <a:pt x="61" y="42"/>
                    </a:cubicBezTo>
                    <a:cubicBezTo>
                      <a:pt x="60" y="42"/>
                      <a:pt x="60" y="43"/>
                      <a:pt x="59" y="43"/>
                    </a:cubicBezTo>
                    <a:moveTo>
                      <a:pt x="64" y="31"/>
                    </a:moveTo>
                    <a:cubicBezTo>
                      <a:pt x="63" y="30"/>
                      <a:pt x="60" y="29"/>
                      <a:pt x="59" y="29"/>
                    </a:cubicBezTo>
                    <a:cubicBezTo>
                      <a:pt x="58" y="28"/>
                      <a:pt x="56" y="29"/>
                      <a:pt x="56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61" y="33"/>
                      <a:pt x="62" y="34"/>
                      <a:pt x="63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3" y="34"/>
                      <a:pt x="63" y="35"/>
                      <a:pt x="63" y="35"/>
                    </a:cubicBezTo>
                    <a:cubicBezTo>
                      <a:pt x="63" y="36"/>
                      <a:pt x="62" y="38"/>
                      <a:pt x="62" y="39"/>
                    </a:cubicBezTo>
                    <a:cubicBezTo>
                      <a:pt x="58" y="36"/>
                      <a:pt x="50" y="35"/>
                      <a:pt x="44" y="35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50" y="31"/>
                      <a:pt x="50" y="29"/>
                    </a:cubicBezTo>
                    <a:cubicBezTo>
                      <a:pt x="50" y="28"/>
                      <a:pt x="49" y="27"/>
                      <a:pt x="48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53" y="24"/>
                      <a:pt x="62" y="26"/>
                      <a:pt x="65" y="28"/>
                    </a:cubicBezTo>
                    <a:cubicBezTo>
                      <a:pt x="65" y="29"/>
                      <a:pt x="65" y="30"/>
                      <a:pt x="64" y="31"/>
                    </a:cubicBezTo>
                    <a:moveTo>
                      <a:pt x="64" y="19"/>
                    </a:moveTo>
                    <a:cubicBezTo>
                      <a:pt x="64" y="18"/>
                      <a:pt x="63" y="16"/>
                      <a:pt x="62" y="16"/>
                    </a:cubicBezTo>
                    <a:cubicBezTo>
                      <a:pt x="62" y="16"/>
                      <a:pt x="61" y="16"/>
                      <a:pt x="62" y="15"/>
                    </a:cubicBezTo>
                    <a:cubicBezTo>
                      <a:pt x="62" y="15"/>
                      <a:pt x="62" y="15"/>
                      <a:pt x="62" y="14"/>
                    </a:cubicBezTo>
                    <a:cubicBezTo>
                      <a:pt x="63" y="14"/>
                      <a:pt x="65" y="14"/>
                      <a:pt x="67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3"/>
                      <a:pt x="72" y="12"/>
                      <a:pt x="73" y="11"/>
                    </a:cubicBezTo>
                    <a:cubicBezTo>
                      <a:pt x="74" y="10"/>
                      <a:pt x="75" y="10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76" y="12"/>
                      <a:pt x="72" y="18"/>
                      <a:pt x="69" y="17"/>
                    </a:cubicBezTo>
                    <a:cubicBezTo>
                      <a:pt x="67" y="17"/>
                      <a:pt x="68" y="21"/>
                      <a:pt x="67" y="22"/>
                    </a:cubicBezTo>
                    <a:cubicBezTo>
                      <a:pt x="66" y="24"/>
                      <a:pt x="62" y="23"/>
                      <a:pt x="64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4" name="Freeform 33">
                <a:extLst>
                  <a:ext uri="{FF2B5EF4-FFF2-40B4-BE49-F238E27FC236}">
                    <a16:creationId xmlns:a16="http://schemas.microsoft.com/office/drawing/2014/main" id="{ABB799BC-3B50-4ADD-90F8-ABC1705186E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5" y="7852"/>
                <a:ext cx="62" cy="36"/>
              </a:xfrm>
              <a:custGeom>
                <a:avLst/>
                <a:gdLst>
                  <a:gd name="T0" fmla="*/ 74 w 83"/>
                  <a:gd name="T1" fmla="*/ 15 h 49"/>
                  <a:gd name="T2" fmla="*/ 75 w 83"/>
                  <a:gd name="T3" fmla="*/ 2 h 49"/>
                  <a:gd name="T4" fmla="*/ 58 w 83"/>
                  <a:gd name="T5" fmla="*/ 11 h 49"/>
                  <a:gd name="T6" fmla="*/ 61 w 83"/>
                  <a:gd name="T7" fmla="*/ 17 h 49"/>
                  <a:gd name="T8" fmla="*/ 50 w 83"/>
                  <a:gd name="T9" fmla="*/ 18 h 49"/>
                  <a:gd name="T10" fmla="*/ 47 w 83"/>
                  <a:gd name="T11" fmla="*/ 6 h 49"/>
                  <a:gd name="T12" fmla="*/ 40 w 83"/>
                  <a:gd name="T13" fmla="*/ 0 h 49"/>
                  <a:gd name="T14" fmla="*/ 39 w 83"/>
                  <a:gd name="T15" fmla="*/ 0 h 49"/>
                  <a:gd name="T16" fmla="*/ 35 w 83"/>
                  <a:gd name="T17" fmla="*/ 8 h 49"/>
                  <a:gd name="T18" fmla="*/ 30 w 83"/>
                  <a:gd name="T19" fmla="*/ 23 h 49"/>
                  <a:gd name="T20" fmla="*/ 23 w 83"/>
                  <a:gd name="T21" fmla="*/ 22 h 49"/>
                  <a:gd name="T22" fmla="*/ 17 w 83"/>
                  <a:gd name="T23" fmla="*/ 14 h 49"/>
                  <a:gd name="T24" fmla="*/ 0 w 83"/>
                  <a:gd name="T25" fmla="*/ 15 h 49"/>
                  <a:gd name="T26" fmla="*/ 19 w 83"/>
                  <a:gd name="T27" fmla="*/ 36 h 49"/>
                  <a:gd name="T28" fmla="*/ 44 w 83"/>
                  <a:gd name="T29" fmla="*/ 48 h 49"/>
                  <a:gd name="T30" fmla="*/ 49 w 83"/>
                  <a:gd name="T31" fmla="*/ 48 h 49"/>
                  <a:gd name="T32" fmla="*/ 52 w 83"/>
                  <a:gd name="T33" fmla="*/ 44 h 49"/>
                  <a:gd name="T34" fmla="*/ 54 w 83"/>
                  <a:gd name="T35" fmla="*/ 44 h 49"/>
                  <a:gd name="T36" fmla="*/ 56 w 83"/>
                  <a:gd name="T37" fmla="*/ 37 h 49"/>
                  <a:gd name="T38" fmla="*/ 57 w 83"/>
                  <a:gd name="T39" fmla="*/ 43 h 49"/>
                  <a:gd name="T40" fmla="*/ 62 w 83"/>
                  <a:gd name="T41" fmla="*/ 40 h 49"/>
                  <a:gd name="T42" fmla="*/ 62 w 83"/>
                  <a:gd name="T43" fmla="*/ 37 h 49"/>
                  <a:gd name="T44" fmla="*/ 64 w 83"/>
                  <a:gd name="T45" fmla="*/ 40 h 49"/>
                  <a:gd name="T46" fmla="*/ 67 w 83"/>
                  <a:gd name="T47" fmla="*/ 10 h 49"/>
                  <a:gd name="T48" fmla="*/ 75 w 83"/>
                  <a:gd name="T49" fmla="*/ 4 h 49"/>
                  <a:gd name="T50" fmla="*/ 68 w 83"/>
                  <a:gd name="T51" fmla="*/ 18 h 49"/>
                  <a:gd name="T52" fmla="*/ 62 w 83"/>
                  <a:gd name="T53" fmla="*/ 12 h 49"/>
                  <a:gd name="T54" fmla="*/ 47 w 83"/>
                  <a:gd name="T55" fmla="*/ 9 h 49"/>
                  <a:gd name="T56" fmla="*/ 44 w 83"/>
                  <a:gd name="T57" fmla="*/ 13 h 49"/>
                  <a:gd name="T58" fmla="*/ 44 w 83"/>
                  <a:gd name="T59" fmla="*/ 6 h 49"/>
                  <a:gd name="T60" fmla="*/ 41 w 83"/>
                  <a:gd name="T61" fmla="*/ 10 h 49"/>
                  <a:gd name="T62" fmla="*/ 37 w 83"/>
                  <a:gd name="T63" fmla="*/ 7 h 49"/>
                  <a:gd name="T64" fmla="*/ 35 w 83"/>
                  <a:gd name="T65" fmla="*/ 11 h 49"/>
                  <a:gd name="T66" fmla="*/ 39 w 83"/>
                  <a:gd name="T67" fmla="*/ 14 h 49"/>
                  <a:gd name="T68" fmla="*/ 17 w 83"/>
                  <a:gd name="T69" fmla="*/ 25 h 49"/>
                  <a:gd name="T70" fmla="*/ 7 w 83"/>
                  <a:gd name="T71" fmla="*/ 14 h 49"/>
                  <a:gd name="T72" fmla="*/ 17 w 83"/>
                  <a:gd name="T73" fmla="*/ 17 h 49"/>
                  <a:gd name="T74" fmla="*/ 22 w 83"/>
                  <a:gd name="T75" fmla="*/ 18 h 49"/>
                  <a:gd name="T76" fmla="*/ 23 w 83"/>
                  <a:gd name="T77" fmla="*/ 38 h 49"/>
                  <a:gd name="T78" fmla="*/ 28 w 83"/>
                  <a:gd name="T79" fmla="*/ 35 h 49"/>
                  <a:gd name="T80" fmla="*/ 21 w 83"/>
                  <a:gd name="T81" fmla="*/ 34 h 49"/>
                  <a:gd name="T82" fmla="*/ 41 w 83"/>
                  <a:gd name="T83" fmla="*/ 28 h 49"/>
                  <a:gd name="T84" fmla="*/ 37 w 83"/>
                  <a:gd name="T85" fmla="*/ 32 h 49"/>
                  <a:gd name="T86" fmla="*/ 25 w 83"/>
                  <a:gd name="T87" fmla="*/ 41 h 49"/>
                  <a:gd name="T88" fmla="*/ 27 w 83"/>
                  <a:gd name="T89" fmla="*/ 45 h 49"/>
                  <a:gd name="T90" fmla="*/ 29 w 83"/>
                  <a:gd name="T91" fmla="*/ 42 h 49"/>
                  <a:gd name="T92" fmla="*/ 30 w 83"/>
                  <a:gd name="T93" fmla="*/ 44 h 49"/>
                  <a:gd name="T94" fmla="*/ 32 w 83"/>
                  <a:gd name="T95" fmla="*/ 41 h 49"/>
                  <a:gd name="T96" fmla="*/ 33 w 83"/>
                  <a:gd name="T97" fmla="*/ 46 h 49"/>
                  <a:gd name="T98" fmla="*/ 39 w 83"/>
                  <a:gd name="T99" fmla="*/ 39 h 49"/>
                  <a:gd name="T100" fmla="*/ 42 w 83"/>
                  <a:gd name="T101" fmla="*/ 46 h 49"/>
                  <a:gd name="T102" fmla="*/ 45 w 83"/>
                  <a:gd name="T103" fmla="*/ 45 h 49"/>
                  <a:gd name="T104" fmla="*/ 45 w 83"/>
                  <a:gd name="T105" fmla="*/ 24 h 49"/>
                  <a:gd name="T106" fmla="*/ 61 w 83"/>
                  <a:gd name="T107" fmla="*/ 26 h 49"/>
                  <a:gd name="T108" fmla="*/ 66 w 83"/>
                  <a:gd name="T109" fmla="*/ 31 h 49"/>
                  <a:gd name="T110" fmla="*/ 66 w 83"/>
                  <a:gd name="T111" fmla="*/ 36 h 49"/>
                  <a:gd name="T112" fmla="*/ 51 w 83"/>
                  <a:gd name="T113" fmla="*/ 31 h 49"/>
                  <a:gd name="T114" fmla="*/ 46 w 83"/>
                  <a:gd name="T115" fmla="*/ 27 h 49"/>
                  <a:gd name="T116" fmla="*/ 50 w 83"/>
                  <a:gd name="T1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9">
                    <a:moveTo>
                      <a:pt x="68" y="38"/>
                    </a:moveTo>
                    <a:cubicBezTo>
                      <a:pt x="68" y="38"/>
                      <a:pt x="69" y="29"/>
                      <a:pt x="69" y="29"/>
                    </a:cubicBezTo>
                    <a:cubicBezTo>
                      <a:pt x="70" y="26"/>
                      <a:pt x="72" y="19"/>
                      <a:pt x="74" y="15"/>
                    </a:cubicBezTo>
                    <a:cubicBezTo>
                      <a:pt x="77" y="11"/>
                      <a:pt x="80" y="6"/>
                      <a:pt x="82" y="6"/>
                    </a:cubicBezTo>
                    <a:cubicBezTo>
                      <a:pt x="82" y="5"/>
                      <a:pt x="83" y="4"/>
                      <a:pt x="82" y="4"/>
                    </a:cubicBezTo>
                    <a:cubicBezTo>
                      <a:pt x="82" y="2"/>
                      <a:pt x="77" y="1"/>
                      <a:pt x="75" y="2"/>
                    </a:cubicBezTo>
                    <a:cubicBezTo>
                      <a:pt x="73" y="2"/>
                      <a:pt x="71" y="2"/>
                      <a:pt x="70" y="3"/>
                    </a:cubicBezTo>
                    <a:cubicBezTo>
                      <a:pt x="69" y="4"/>
                      <a:pt x="66" y="7"/>
                      <a:pt x="66" y="7"/>
                    </a:cubicBezTo>
                    <a:cubicBezTo>
                      <a:pt x="64" y="8"/>
                      <a:pt x="58" y="7"/>
                      <a:pt x="58" y="11"/>
                    </a:cubicBezTo>
                    <a:cubicBezTo>
                      <a:pt x="58" y="12"/>
                      <a:pt x="60" y="15"/>
                      <a:pt x="61" y="15"/>
                    </a:cubicBezTo>
                    <a:cubicBezTo>
                      <a:pt x="61" y="15"/>
                      <a:pt x="62" y="16"/>
                      <a:pt x="62" y="16"/>
                    </a:cubicBezTo>
                    <a:cubicBezTo>
                      <a:pt x="62" y="17"/>
                      <a:pt x="62" y="17"/>
                      <a:pt x="61" y="17"/>
                    </a:cubicBezTo>
                    <a:cubicBezTo>
                      <a:pt x="59" y="19"/>
                      <a:pt x="57" y="20"/>
                      <a:pt x="57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2" y="19"/>
                      <a:pt x="52" y="20"/>
                      <a:pt x="50" y="18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3" y="8"/>
                      <a:pt x="50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6" y="2"/>
                      <a:pt x="43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1"/>
                      <a:pt x="34" y="4"/>
                      <a:pt x="35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8"/>
                      <a:pt x="29" y="12"/>
                      <a:pt x="29" y="15"/>
                    </a:cubicBezTo>
                    <a:cubicBezTo>
                      <a:pt x="30" y="18"/>
                      <a:pt x="32" y="20"/>
                      <a:pt x="35" y="20"/>
                    </a:cubicBezTo>
                    <a:cubicBezTo>
                      <a:pt x="33" y="23"/>
                      <a:pt x="34" y="22"/>
                      <a:pt x="30" y="23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6" y="24"/>
                      <a:pt x="24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1"/>
                      <a:pt x="23" y="21"/>
                      <a:pt x="24" y="20"/>
                    </a:cubicBezTo>
                    <a:cubicBezTo>
                      <a:pt x="25" y="20"/>
                      <a:pt x="26" y="17"/>
                      <a:pt x="25" y="16"/>
                    </a:cubicBezTo>
                    <a:cubicBezTo>
                      <a:pt x="24" y="12"/>
                      <a:pt x="19" y="14"/>
                      <a:pt x="17" y="14"/>
                    </a:cubicBezTo>
                    <a:cubicBezTo>
                      <a:pt x="17" y="14"/>
                      <a:pt x="13" y="12"/>
                      <a:pt x="12" y="12"/>
                    </a:cubicBezTo>
                    <a:cubicBezTo>
                      <a:pt x="10" y="11"/>
                      <a:pt x="9" y="11"/>
                      <a:pt x="7" y="12"/>
                    </a:cubicBezTo>
                    <a:cubicBezTo>
                      <a:pt x="5" y="12"/>
                      <a:pt x="0" y="13"/>
                      <a:pt x="0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3" y="18"/>
                      <a:pt x="7" y="21"/>
                      <a:pt x="11" y="24"/>
                    </a:cubicBezTo>
                    <a:cubicBezTo>
                      <a:pt x="14" y="27"/>
                      <a:pt x="18" y="33"/>
                      <a:pt x="19" y="36"/>
                    </a:cubicBezTo>
                    <a:cubicBezTo>
                      <a:pt x="19" y="36"/>
                      <a:pt x="23" y="44"/>
                      <a:pt x="23" y="45"/>
                    </a:cubicBezTo>
                    <a:cubicBezTo>
                      <a:pt x="24" y="49"/>
                      <a:pt x="36" y="49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7" y="46"/>
                      <a:pt x="68" y="43"/>
                      <a:pt x="68" y="38"/>
                    </a:cubicBezTo>
                    <a:moveTo>
                      <a:pt x="52" y="44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7"/>
                      <a:pt x="53" y="37"/>
                      <a:pt x="53" y="37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2" y="44"/>
                    </a:cubicBezTo>
                    <a:moveTo>
                      <a:pt x="57" y="43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7"/>
                      <a:pt x="58" y="37"/>
                      <a:pt x="59" y="37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9" y="42"/>
                      <a:pt x="58" y="43"/>
                      <a:pt x="57" y="43"/>
                    </a:cubicBezTo>
                    <a:moveTo>
                      <a:pt x="64" y="40"/>
                    </a:moveTo>
                    <a:cubicBezTo>
                      <a:pt x="64" y="41"/>
                      <a:pt x="63" y="41"/>
                      <a:pt x="62" y="41"/>
                    </a:cubicBezTo>
                    <a:cubicBezTo>
                      <a:pt x="62" y="41"/>
                      <a:pt x="62" y="40"/>
                      <a:pt x="62" y="40"/>
                    </a:cubicBezTo>
                    <a:cubicBezTo>
                      <a:pt x="61" y="40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1" y="37"/>
                      <a:pt x="62" y="37"/>
                    </a:cubicBezTo>
                    <a:cubicBezTo>
                      <a:pt x="62" y="37"/>
                      <a:pt x="63" y="37"/>
                      <a:pt x="64" y="37"/>
                    </a:cubicBezTo>
                    <a:cubicBezTo>
                      <a:pt x="64" y="38"/>
                      <a:pt x="65" y="38"/>
                      <a:pt x="65" y="39"/>
                    </a:cubicBezTo>
                    <a:cubicBezTo>
                      <a:pt x="65" y="39"/>
                      <a:pt x="65" y="40"/>
                      <a:pt x="64" y="40"/>
                    </a:cubicBezTo>
                    <a:moveTo>
                      <a:pt x="62" y="12"/>
                    </a:moveTo>
                    <a:cubicBezTo>
                      <a:pt x="62" y="12"/>
                      <a:pt x="62" y="12"/>
                      <a:pt x="62" y="11"/>
                    </a:cubicBezTo>
                    <a:cubicBezTo>
                      <a:pt x="63" y="11"/>
                      <a:pt x="65" y="10"/>
                      <a:pt x="67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9"/>
                      <a:pt x="71" y="8"/>
                      <a:pt x="72" y="7"/>
                    </a:cubicBezTo>
                    <a:cubicBezTo>
                      <a:pt x="73" y="6"/>
                      <a:pt x="74" y="5"/>
                      <a:pt x="75" y="4"/>
                    </a:cubicBezTo>
                    <a:cubicBezTo>
                      <a:pt x="76" y="4"/>
                      <a:pt x="78" y="4"/>
                      <a:pt x="79" y="5"/>
                    </a:cubicBezTo>
                    <a:cubicBezTo>
                      <a:pt x="75" y="7"/>
                      <a:pt x="73" y="14"/>
                      <a:pt x="70" y="13"/>
                    </a:cubicBezTo>
                    <a:cubicBezTo>
                      <a:pt x="67" y="13"/>
                      <a:pt x="69" y="17"/>
                      <a:pt x="68" y="18"/>
                    </a:cubicBezTo>
                    <a:cubicBezTo>
                      <a:pt x="67" y="20"/>
                      <a:pt x="64" y="20"/>
                      <a:pt x="64" y="16"/>
                    </a:cubicBezTo>
                    <a:cubicBezTo>
                      <a:pt x="65" y="14"/>
                      <a:pt x="63" y="13"/>
                      <a:pt x="62" y="13"/>
                    </a:cubicBezTo>
                    <a:cubicBezTo>
                      <a:pt x="62" y="13"/>
                      <a:pt x="62" y="13"/>
                      <a:pt x="62" y="12"/>
                    </a:cubicBezTo>
                    <a:moveTo>
                      <a:pt x="44" y="11"/>
                    </a:moveTo>
                    <a:cubicBezTo>
                      <a:pt x="45" y="11"/>
                      <a:pt x="45" y="10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9" y="9"/>
                      <a:pt x="51" y="10"/>
                      <a:pt x="51" y="12"/>
                    </a:cubicBezTo>
                    <a:cubicBezTo>
                      <a:pt x="52" y="14"/>
                      <a:pt x="50" y="16"/>
                      <a:pt x="48" y="16"/>
                    </a:cubicBezTo>
                    <a:cubicBezTo>
                      <a:pt x="46" y="16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moveTo>
                      <a:pt x="40" y="3"/>
                    </a:moveTo>
                    <a:cubicBezTo>
                      <a:pt x="42" y="3"/>
                      <a:pt x="44" y="4"/>
                      <a:pt x="44" y="6"/>
                    </a:cubicBezTo>
                    <a:cubicBezTo>
                      <a:pt x="44" y="6"/>
                      <a:pt x="44" y="7"/>
                      <a:pt x="44" y="7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10"/>
                      <a:pt x="40" y="10"/>
                      <a:pt x="40" y="10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8" y="8"/>
                      <a:pt x="37" y="7"/>
                      <a:pt x="37" y="7"/>
                    </a:cubicBezTo>
                    <a:cubicBezTo>
                      <a:pt x="37" y="5"/>
                      <a:pt x="38" y="3"/>
                      <a:pt x="40" y="3"/>
                    </a:cubicBezTo>
                    <a:moveTo>
                      <a:pt x="32" y="15"/>
                    </a:moveTo>
                    <a:cubicBezTo>
                      <a:pt x="32" y="13"/>
                      <a:pt x="33" y="11"/>
                      <a:pt x="35" y="11"/>
                    </a:cubicBezTo>
                    <a:cubicBezTo>
                      <a:pt x="36" y="10"/>
                      <a:pt x="36" y="10"/>
                      <a:pt x="36" y="11"/>
                    </a:cubicBezTo>
                    <a:cubicBezTo>
                      <a:pt x="37" y="11"/>
                      <a:pt x="38" y="12"/>
                      <a:pt x="39" y="12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40" y="16"/>
                      <a:pt x="38" y="17"/>
                      <a:pt x="36" y="18"/>
                    </a:cubicBezTo>
                    <a:cubicBezTo>
                      <a:pt x="34" y="18"/>
                      <a:pt x="32" y="17"/>
                      <a:pt x="32" y="15"/>
                    </a:cubicBezTo>
                    <a:moveTo>
                      <a:pt x="17" y="25"/>
                    </a:moveTo>
                    <a:cubicBezTo>
                      <a:pt x="17" y="24"/>
                      <a:pt x="17" y="20"/>
                      <a:pt x="15" y="21"/>
                    </a:cubicBezTo>
                    <a:cubicBezTo>
                      <a:pt x="12" y="22"/>
                      <a:pt x="8" y="17"/>
                      <a:pt x="3" y="15"/>
                    </a:cubicBezTo>
                    <a:cubicBezTo>
                      <a:pt x="4" y="15"/>
                      <a:pt x="6" y="14"/>
                      <a:pt x="7" y="14"/>
                    </a:cubicBezTo>
                    <a:cubicBezTo>
                      <a:pt x="8" y="14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21" y="17"/>
                      <a:pt x="21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9"/>
                      <a:pt x="20" y="21"/>
                      <a:pt x="21" y="22"/>
                    </a:cubicBezTo>
                    <a:cubicBezTo>
                      <a:pt x="22" y="26"/>
                      <a:pt x="19" y="27"/>
                      <a:pt x="17" y="25"/>
                    </a:cubicBezTo>
                    <a:moveTo>
                      <a:pt x="23" y="38"/>
                    </a:move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5" y="36"/>
                      <a:pt x="28" y="35"/>
                    </a:cubicBezTo>
                    <a:cubicBezTo>
                      <a:pt x="29" y="34"/>
                      <a:pt x="30" y="33"/>
                      <a:pt x="29" y="32"/>
                    </a:cubicBezTo>
                    <a:cubicBezTo>
                      <a:pt x="29" y="31"/>
                      <a:pt x="28" y="30"/>
                      <a:pt x="26" y="31"/>
                    </a:cubicBezTo>
                    <a:cubicBezTo>
                      <a:pt x="25" y="31"/>
                      <a:pt x="23" y="32"/>
                      <a:pt x="21" y="34"/>
                    </a:cubicBezTo>
                    <a:cubicBezTo>
                      <a:pt x="21" y="33"/>
                      <a:pt x="20" y="32"/>
                      <a:pt x="20" y="31"/>
                    </a:cubicBezTo>
                    <a:cubicBezTo>
                      <a:pt x="23" y="28"/>
                      <a:pt x="32" y="26"/>
                      <a:pt x="41" y="24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28"/>
                      <a:pt x="35" y="30"/>
                      <a:pt x="35" y="31"/>
                    </a:cubicBezTo>
                    <a:cubicBezTo>
                      <a:pt x="35" y="32"/>
                      <a:pt x="36" y="33"/>
                      <a:pt x="37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36" y="36"/>
                      <a:pt x="28" y="38"/>
                      <a:pt x="25" y="41"/>
                    </a:cubicBezTo>
                    <a:cubicBezTo>
                      <a:pt x="24" y="40"/>
                      <a:pt x="24" y="39"/>
                      <a:pt x="23" y="38"/>
                    </a:cubicBezTo>
                    <a:moveTo>
                      <a:pt x="30" y="46"/>
                    </a:moveTo>
                    <a:cubicBezTo>
                      <a:pt x="29" y="46"/>
                      <a:pt x="28" y="46"/>
                      <a:pt x="27" y="45"/>
                    </a:cubicBezTo>
                    <a:cubicBezTo>
                      <a:pt x="27" y="45"/>
                      <a:pt x="26" y="45"/>
                      <a:pt x="26" y="44"/>
                    </a:cubicBezTo>
                    <a:cubicBezTo>
                      <a:pt x="26" y="44"/>
                      <a:pt x="26" y="43"/>
                      <a:pt x="27" y="43"/>
                    </a:cubicBezTo>
                    <a:cubicBezTo>
                      <a:pt x="27" y="42"/>
                      <a:pt x="28" y="42"/>
                      <a:pt x="29" y="42"/>
                    </a:cubicBezTo>
                    <a:cubicBezTo>
                      <a:pt x="29" y="42"/>
                      <a:pt x="30" y="42"/>
                      <a:pt x="30" y="43"/>
                    </a:cubicBezTo>
                    <a:cubicBezTo>
                      <a:pt x="30" y="43"/>
                      <a:pt x="30" y="43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5"/>
                      <a:pt x="30" y="46"/>
                    </a:cubicBezTo>
                    <a:moveTo>
                      <a:pt x="33" y="46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0"/>
                      <a:pt x="33" y="40"/>
                      <a:pt x="34" y="40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4" y="46"/>
                      <a:pt x="33" y="46"/>
                      <a:pt x="33" y="46"/>
                    </a:cubicBezTo>
                    <a:moveTo>
                      <a:pt x="38" y="46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8" y="39"/>
                      <a:pt x="38" y="39"/>
                      <a:pt x="39" y="39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6"/>
                      <a:pt x="39" y="46"/>
                      <a:pt x="38" y="46"/>
                    </a:cubicBezTo>
                    <a:moveTo>
                      <a:pt x="42" y="46"/>
                    </a:move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38"/>
                      <a:pt x="43" y="38"/>
                      <a:pt x="43" y="38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2" y="46"/>
                      <a:pt x="42" y="46"/>
                    </a:cubicBezTo>
                    <a:moveTo>
                      <a:pt x="46" y="27"/>
                    </a:moveTo>
                    <a:cubicBezTo>
                      <a:pt x="45" y="24"/>
                      <a:pt x="45" y="24"/>
                      <a:pt x="45" y="24"/>
                    </a:cubicBezTo>
                    <a:cubicBezTo>
                      <a:pt x="55" y="22"/>
                      <a:pt x="63" y="23"/>
                      <a:pt x="68" y="24"/>
                    </a:cubicBezTo>
                    <a:cubicBezTo>
                      <a:pt x="67" y="25"/>
                      <a:pt x="67" y="26"/>
                      <a:pt x="67" y="27"/>
                    </a:cubicBezTo>
                    <a:cubicBezTo>
                      <a:pt x="65" y="26"/>
                      <a:pt x="62" y="26"/>
                      <a:pt x="61" y="26"/>
                    </a:cubicBezTo>
                    <a:cubicBezTo>
                      <a:pt x="60" y="26"/>
                      <a:pt x="59" y="27"/>
                      <a:pt x="59" y="28"/>
                    </a:cubicBezTo>
                    <a:cubicBezTo>
                      <a:pt x="59" y="29"/>
                      <a:pt x="60" y="30"/>
                      <a:pt x="61" y="30"/>
                    </a:cubicBezTo>
                    <a:cubicBezTo>
                      <a:pt x="64" y="30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3"/>
                      <a:pt x="66" y="34"/>
                      <a:pt x="66" y="36"/>
                    </a:cubicBezTo>
                    <a:cubicBezTo>
                      <a:pt x="62" y="34"/>
                      <a:pt x="53" y="34"/>
                      <a:pt x="47" y="35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0"/>
                      <a:pt x="53" y="29"/>
                      <a:pt x="53" y="28"/>
                    </a:cubicBezTo>
                    <a:cubicBezTo>
                      <a:pt x="53" y="27"/>
                      <a:pt x="52" y="26"/>
                      <a:pt x="51" y="26"/>
                    </a:cubicBezTo>
                    <a:lnTo>
                      <a:pt x="46" y="27"/>
                    </a:lnTo>
                    <a:close/>
                    <a:moveTo>
                      <a:pt x="46" y="37"/>
                    </a:moveTo>
                    <a:cubicBezTo>
                      <a:pt x="47" y="37"/>
                      <a:pt x="49" y="37"/>
                      <a:pt x="49" y="37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48" y="45"/>
                      <a:pt x="47" y="45"/>
                    </a:cubicBezTo>
                    <a:cubicBezTo>
                      <a:pt x="47" y="43"/>
                      <a:pt x="46" y="38"/>
                      <a:pt x="46" y="3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5" name="Freeform 34">
                <a:extLst>
                  <a:ext uri="{FF2B5EF4-FFF2-40B4-BE49-F238E27FC236}">
                    <a16:creationId xmlns:a16="http://schemas.microsoft.com/office/drawing/2014/main" id="{FDC08350-DD93-4E73-BD24-B97FCFAAB2B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97" y="7852"/>
                <a:ext cx="61" cy="36"/>
              </a:xfrm>
              <a:custGeom>
                <a:avLst/>
                <a:gdLst>
                  <a:gd name="T0" fmla="*/ 14 w 82"/>
                  <a:gd name="T1" fmla="*/ 38 h 49"/>
                  <a:gd name="T2" fmla="*/ 35 w 82"/>
                  <a:gd name="T3" fmla="*/ 48 h 49"/>
                  <a:gd name="T4" fmla="*/ 38 w 82"/>
                  <a:gd name="T5" fmla="*/ 48 h 49"/>
                  <a:gd name="T6" fmla="*/ 71 w 82"/>
                  <a:gd name="T7" fmla="*/ 24 h 49"/>
                  <a:gd name="T8" fmla="*/ 75 w 82"/>
                  <a:gd name="T9" fmla="*/ 11 h 49"/>
                  <a:gd name="T10" fmla="*/ 57 w 82"/>
                  <a:gd name="T11" fmla="*/ 15 h 49"/>
                  <a:gd name="T12" fmla="*/ 58 w 82"/>
                  <a:gd name="T13" fmla="*/ 22 h 49"/>
                  <a:gd name="T14" fmla="*/ 47 w 82"/>
                  <a:gd name="T15" fmla="*/ 20 h 49"/>
                  <a:gd name="T16" fmla="*/ 47 w 82"/>
                  <a:gd name="T17" fmla="*/ 8 h 49"/>
                  <a:gd name="T18" fmla="*/ 43 w 82"/>
                  <a:gd name="T19" fmla="*/ 0 h 49"/>
                  <a:gd name="T20" fmla="*/ 42 w 82"/>
                  <a:gd name="T21" fmla="*/ 0 h 49"/>
                  <a:gd name="T22" fmla="*/ 35 w 82"/>
                  <a:gd name="T23" fmla="*/ 6 h 49"/>
                  <a:gd name="T24" fmla="*/ 27 w 82"/>
                  <a:gd name="T25" fmla="*/ 19 h 49"/>
                  <a:gd name="T26" fmla="*/ 20 w 82"/>
                  <a:gd name="T27" fmla="*/ 16 h 49"/>
                  <a:gd name="T28" fmla="*/ 16 w 82"/>
                  <a:gd name="T29" fmla="*/ 7 h 49"/>
                  <a:gd name="T30" fmla="*/ 0 w 82"/>
                  <a:gd name="T31" fmla="*/ 3 h 49"/>
                  <a:gd name="T32" fmla="*/ 21 w 82"/>
                  <a:gd name="T33" fmla="*/ 39 h 49"/>
                  <a:gd name="T34" fmla="*/ 18 w 82"/>
                  <a:gd name="T35" fmla="*/ 40 h 49"/>
                  <a:gd name="T36" fmla="*/ 20 w 82"/>
                  <a:gd name="T37" fmla="*/ 37 h 49"/>
                  <a:gd name="T38" fmla="*/ 25 w 82"/>
                  <a:gd name="T39" fmla="*/ 43 h 49"/>
                  <a:gd name="T40" fmla="*/ 26 w 82"/>
                  <a:gd name="T41" fmla="*/ 36 h 49"/>
                  <a:gd name="T42" fmla="*/ 28 w 82"/>
                  <a:gd name="T43" fmla="*/ 43 h 49"/>
                  <a:gd name="T44" fmla="*/ 30 w 82"/>
                  <a:gd name="T45" fmla="*/ 44 h 49"/>
                  <a:gd name="T46" fmla="*/ 33 w 82"/>
                  <a:gd name="T47" fmla="*/ 37 h 49"/>
                  <a:gd name="T48" fmla="*/ 40 w 82"/>
                  <a:gd name="T49" fmla="*/ 45 h 49"/>
                  <a:gd name="T50" fmla="*/ 41 w 82"/>
                  <a:gd name="T51" fmla="*/ 38 h 49"/>
                  <a:gd name="T52" fmla="*/ 42 w 82"/>
                  <a:gd name="T53" fmla="*/ 46 h 49"/>
                  <a:gd name="T54" fmla="*/ 44 w 82"/>
                  <a:gd name="T55" fmla="*/ 46 h 49"/>
                  <a:gd name="T56" fmla="*/ 48 w 82"/>
                  <a:gd name="T57" fmla="*/ 40 h 49"/>
                  <a:gd name="T58" fmla="*/ 55 w 82"/>
                  <a:gd name="T59" fmla="*/ 45 h 49"/>
                  <a:gd name="T60" fmla="*/ 52 w 82"/>
                  <a:gd name="T61" fmla="*/ 43 h 49"/>
                  <a:gd name="T62" fmla="*/ 55 w 82"/>
                  <a:gd name="T63" fmla="*/ 42 h 49"/>
                  <a:gd name="T64" fmla="*/ 61 w 82"/>
                  <a:gd name="T65" fmla="*/ 17 h 49"/>
                  <a:gd name="T66" fmla="*/ 72 w 82"/>
                  <a:gd name="T67" fmla="*/ 15 h 49"/>
                  <a:gd name="T68" fmla="*/ 67 w 82"/>
                  <a:gd name="T69" fmla="*/ 21 h 49"/>
                  <a:gd name="T70" fmla="*/ 60 w 82"/>
                  <a:gd name="T71" fmla="*/ 18 h 49"/>
                  <a:gd name="T72" fmla="*/ 62 w 82"/>
                  <a:gd name="T73" fmla="*/ 31 h 49"/>
                  <a:gd name="T74" fmla="*/ 53 w 82"/>
                  <a:gd name="T75" fmla="*/ 32 h 49"/>
                  <a:gd name="T76" fmla="*/ 59 w 82"/>
                  <a:gd name="T77" fmla="*/ 36 h 49"/>
                  <a:gd name="T78" fmla="*/ 40 w 82"/>
                  <a:gd name="T79" fmla="*/ 35 h 49"/>
                  <a:gd name="T80" fmla="*/ 47 w 82"/>
                  <a:gd name="T81" fmla="*/ 30 h 49"/>
                  <a:gd name="T82" fmla="*/ 41 w 82"/>
                  <a:gd name="T83" fmla="*/ 24 h 49"/>
                  <a:gd name="T84" fmla="*/ 47 w 82"/>
                  <a:gd name="T85" fmla="*/ 10 h 49"/>
                  <a:gd name="T86" fmla="*/ 43 w 82"/>
                  <a:gd name="T87" fmla="*/ 13 h 49"/>
                  <a:gd name="T88" fmla="*/ 42 w 82"/>
                  <a:gd name="T89" fmla="*/ 2 h 49"/>
                  <a:gd name="T90" fmla="*/ 42 w 82"/>
                  <a:gd name="T91" fmla="*/ 9 h 49"/>
                  <a:gd name="T92" fmla="*/ 38 w 82"/>
                  <a:gd name="T93" fmla="*/ 7 h 49"/>
                  <a:gd name="T94" fmla="*/ 31 w 82"/>
                  <a:gd name="T95" fmla="*/ 12 h 49"/>
                  <a:gd name="T96" fmla="*/ 38 w 82"/>
                  <a:gd name="T97" fmla="*/ 11 h 49"/>
                  <a:gd name="T98" fmla="*/ 31 w 82"/>
                  <a:gd name="T99" fmla="*/ 12 h 49"/>
                  <a:gd name="T100" fmla="*/ 31 w 82"/>
                  <a:gd name="T101" fmla="*/ 26 h 49"/>
                  <a:gd name="T102" fmla="*/ 35 w 82"/>
                  <a:gd name="T103" fmla="*/ 31 h 49"/>
                  <a:gd name="T104" fmla="*/ 16 w 82"/>
                  <a:gd name="T105" fmla="*/ 31 h 49"/>
                  <a:gd name="T106" fmla="*/ 21 w 82"/>
                  <a:gd name="T107" fmla="*/ 30 h 49"/>
                  <a:gd name="T108" fmla="*/ 15 w 82"/>
                  <a:gd name="T109" fmla="*/ 27 h 49"/>
                  <a:gd name="T110" fmla="*/ 7 w 82"/>
                  <a:gd name="T111" fmla="*/ 4 h 49"/>
                  <a:gd name="T112" fmla="*/ 15 w 82"/>
                  <a:gd name="T113" fmla="*/ 10 h 49"/>
                  <a:gd name="T114" fmla="*/ 20 w 82"/>
                  <a:gd name="T115" fmla="*/ 12 h 49"/>
                  <a:gd name="T116" fmla="*/ 12 w 82"/>
                  <a:gd name="T117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49">
                    <a:moveTo>
                      <a:pt x="8" y="15"/>
                    </a:moveTo>
                    <a:cubicBezTo>
                      <a:pt x="10" y="19"/>
                      <a:pt x="12" y="26"/>
                      <a:pt x="13" y="28"/>
                    </a:cubicBezTo>
                    <a:cubicBezTo>
                      <a:pt x="13" y="29"/>
                      <a:pt x="14" y="38"/>
                      <a:pt x="14" y="38"/>
                    </a:cubicBezTo>
                    <a:cubicBezTo>
                      <a:pt x="14" y="43"/>
                      <a:pt x="25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6" y="49"/>
                      <a:pt x="58" y="49"/>
                      <a:pt x="59" y="45"/>
                    </a:cubicBezTo>
                    <a:cubicBezTo>
                      <a:pt x="59" y="44"/>
                      <a:pt x="63" y="36"/>
                      <a:pt x="63" y="36"/>
                    </a:cubicBezTo>
                    <a:cubicBezTo>
                      <a:pt x="64" y="33"/>
                      <a:pt x="68" y="27"/>
                      <a:pt x="71" y="24"/>
                    </a:cubicBezTo>
                    <a:cubicBezTo>
                      <a:pt x="75" y="20"/>
                      <a:pt x="80" y="17"/>
                      <a:pt x="81" y="17"/>
                    </a:cubicBezTo>
                    <a:cubicBezTo>
                      <a:pt x="82" y="17"/>
                      <a:pt x="82" y="16"/>
                      <a:pt x="82" y="15"/>
                    </a:cubicBezTo>
                    <a:cubicBezTo>
                      <a:pt x="82" y="13"/>
                      <a:pt x="77" y="11"/>
                      <a:pt x="75" y="11"/>
                    </a:cubicBezTo>
                    <a:cubicBezTo>
                      <a:pt x="74" y="11"/>
                      <a:pt x="72" y="11"/>
                      <a:pt x="70" y="12"/>
                    </a:cubicBezTo>
                    <a:cubicBezTo>
                      <a:pt x="69" y="12"/>
                      <a:pt x="66" y="14"/>
                      <a:pt x="66" y="14"/>
                    </a:cubicBezTo>
                    <a:cubicBezTo>
                      <a:pt x="63" y="14"/>
                      <a:pt x="58" y="12"/>
                      <a:pt x="57" y="15"/>
                    </a:cubicBezTo>
                    <a:cubicBezTo>
                      <a:pt x="56" y="17"/>
                      <a:pt x="57" y="19"/>
                      <a:pt x="58" y="20"/>
                    </a:cubicBezTo>
                    <a:cubicBezTo>
                      <a:pt x="59" y="20"/>
                      <a:pt x="59" y="21"/>
                      <a:pt x="59" y="22"/>
                    </a:cubicBezTo>
                    <a:cubicBezTo>
                      <a:pt x="59" y="22"/>
                      <a:pt x="59" y="22"/>
                      <a:pt x="58" y="22"/>
                    </a:cubicBezTo>
                    <a:cubicBezTo>
                      <a:pt x="56" y="23"/>
                      <a:pt x="53" y="24"/>
                      <a:pt x="53" y="24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8" y="22"/>
                      <a:pt x="49" y="23"/>
                      <a:pt x="47" y="20"/>
                    </a:cubicBezTo>
                    <a:cubicBezTo>
                      <a:pt x="50" y="20"/>
                      <a:pt x="52" y="18"/>
                      <a:pt x="53" y="15"/>
                    </a:cubicBezTo>
                    <a:cubicBezTo>
                      <a:pt x="53" y="11"/>
                      <a:pt x="51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4"/>
                      <a:pt x="46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6" y="2"/>
                      <a:pt x="36" y="5"/>
                    </a:cubicBezTo>
                    <a:cubicBezTo>
                      <a:pt x="35" y="5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2" y="5"/>
                      <a:pt x="29" y="8"/>
                      <a:pt x="28" y="11"/>
                    </a:cubicBezTo>
                    <a:cubicBezTo>
                      <a:pt x="28" y="14"/>
                      <a:pt x="29" y="17"/>
                      <a:pt x="32" y="18"/>
                    </a:cubicBezTo>
                    <a:cubicBezTo>
                      <a:pt x="30" y="20"/>
                      <a:pt x="30" y="19"/>
                      <a:pt x="27" y="19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3" y="19"/>
                      <a:pt x="21" y="17"/>
                    </a:cubicBezTo>
                    <a:cubicBezTo>
                      <a:pt x="20" y="17"/>
                      <a:pt x="20" y="16"/>
                      <a:pt x="20" y="16"/>
                    </a:cubicBezTo>
                    <a:cubicBezTo>
                      <a:pt x="20" y="16"/>
                      <a:pt x="21" y="15"/>
                      <a:pt x="21" y="15"/>
                    </a:cubicBezTo>
                    <a:cubicBezTo>
                      <a:pt x="22" y="14"/>
                      <a:pt x="24" y="12"/>
                      <a:pt x="24" y="11"/>
                    </a:cubicBezTo>
                    <a:cubicBezTo>
                      <a:pt x="24" y="7"/>
                      <a:pt x="18" y="8"/>
                      <a:pt x="16" y="7"/>
                    </a:cubicBezTo>
                    <a:cubicBezTo>
                      <a:pt x="16" y="7"/>
                      <a:pt x="13" y="4"/>
                      <a:pt x="12" y="3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6" y="1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5" y="11"/>
                      <a:pt x="8" y="15"/>
                    </a:cubicBezTo>
                    <a:moveTo>
                      <a:pt x="21" y="39"/>
                    </a:moveTo>
                    <a:cubicBezTo>
                      <a:pt x="21" y="39"/>
                      <a:pt x="21" y="39"/>
                      <a:pt x="21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19" y="41"/>
                      <a:pt x="18" y="40"/>
                      <a:pt x="18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1" y="37"/>
                      <a:pt x="21" y="38"/>
                      <a:pt x="21" y="38"/>
                    </a:cubicBezTo>
                    <a:cubicBezTo>
                      <a:pt x="21" y="38"/>
                      <a:pt x="21" y="39"/>
                      <a:pt x="21" y="39"/>
                    </a:cubicBezTo>
                    <a:moveTo>
                      <a:pt x="25" y="43"/>
                    </a:moveTo>
                    <a:cubicBezTo>
                      <a:pt x="24" y="42"/>
                      <a:pt x="23" y="42"/>
                      <a:pt x="23" y="4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6"/>
                      <a:pt x="26" y="36"/>
                    </a:cubicBezTo>
                    <a:lnTo>
                      <a:pt x="25" y="43"/>
                    </a:lnTo>
                    <a:close/>
                    <a:moveTo>
                      <a:pt x="30" y="44"/>
                    </a:moveTo>
                    <a:cubicBezTo>
                      <a:pt x="29" y="44"/>
                      <a:pt x="28" y="44"/>
                      <a:pt x="28" y="43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1" y="37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2" y="44"/>
                      <a:pt x="32" y="44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4" y="37"/>
                      <a:pt x="35" y="37"/>
                      <a:pt x="36" y="37"/>
                    </a:cubicBezTo>
                    <a:cubicBezTo>
                      <a:pt x="36" y="37"/>
                      <a:pt x="35" y="43"/>
                      <a:pt x="35" y="45"/>
                    </a:cubicBezTo>
                    <a:moveTo>
                      <a:pt x="40" y="45"/>
                    </a:moveTo>
                    <a:cubicBezTo>
                      <a:pt x="40" y="45"/>
                      <a:pt x="37" y="45"/>
                      <a:pt x="38" y="45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41" y="38"/>
                      <a:pt x="41" y="38"/>
                    </a:cubicBezTo>
                    <a:lnTo>
                      <a:pt x="40" y="45"/>
                    </a:lnTo>
                    <a:close/>
                    <a:moveTo>
                      <a:pt x="44" y="46"/>
                    </a:moveTo>
                    <a:cubicBezTo>
                      <a:pt x="43" y="46"/>
                      <a:pt x="43" y="46"/>
                      <a:pt x="42" y="46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9"/>
                      <a:pt x="44" y="39"/>
                      <a:pt x="45" y="39"/>
                    </a:cubicBezTo>
                    <a:lnTo>
                      <a:pt x="44" y="46"/>
                    </a:lnTo>
                    <a:close/>
                    <a:moveTo>
                      <a:pt x="49" y="46"/>
                    </a:moveTo>
                    <a:cubicBezTo>
                      <a:pt x="49" y="46"/>
                      <a:pt x="48" y="46"/>
                      <a:pt x="47" y="46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lnTo>
                      <a:pt x="49" y="46"/>
                    </a:lnTo>
                    <a:close/>
                    <a:moveTo>
                      <a:pt x="55" y="45"/>
                    </a:moveTo>
                    <a:cubicBezTo>
                      <a:pt x="54" y="46"/>
                      <a:pt x="53" y="46"/>
                      <a:pt x="53" y="46"/>
                    </a:cubicBezTo>
                    <a:cubicBezTo>
                      <a:pt x="52" y="45"/>
                      <a:pt x="52" y="45"/>
                      <a:pt x="52" y="44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1"/>
                    </a:cubicBezTo>
                    <a:cubicBezTo>
                      <a:pt x="54" y="41"/>
                      <a:pt x="55" y="42"/>
                      <a:pt x="55" y="42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5" y="45"/>
                      <a:pt x="55" y="45"/>
                    </a:cubicBezTo>
                    <a:moveTo>
                      <a:pt x="61" y="17"/>
                    </a:moveTo>
                    <a:cubicBezTo>
                      <a:pt x="62" y="17"/>
                      <a:pt x="64" y="17"/>
                      <a:pt x="65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9" y="17"/>
                      <a:pt x="71" y="16"/>
                      <a:pt x="72" y="15"/>
                    </a:cubicBezTo>
                    <a:cubicBezTo>
                      <a:pt x="73" y="15"/>
                      <a:pt x="74" y="14"/>
                      <a:pt x="75" y="14"/>
                    </a:cubicBezTo>
                    <a:cubicBezTo>
                      <a:pt x="76" y="14"/>
                      <a:pt x="78" y="15"/>
                      <a:pt x="79" y="15"/>
                    </a:cubicBezTo>
                    <a:cubicBezTo>
                      <a:pt x="74" y="16"/>
                      <a:pt x="70" y="22"/>
                      <a:pt x="67" y="21"/>
                    </a:cubicBezTo>
                    <a:cubicBezTo>
                      <a:pt x="65" y="20"/>
                      <a:pt x="66" y="24"/>
                      <a:pt x="65" y="25"/>
                    </a:cubicBezTo>
                    <a:cubicBezTo>
                      <a:pt x="63" y="27"/>
                      <a:pt x="60" y="26"/>
                      <a:pt x="62" y="22"/>
                    </a:cubicBezTo>
                    <a:cubicBezTo>
                      <a:pt x="62" y="21"/>
                      <a:pt x="61" y="19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1" y="17"/>
                    </a:cubicBezTo>
                    <a:moveTo>
                      <a:pt x="62" y="31"/>
                    </a:moveTo>
                    <a:cubicBezTo>
                      <a:pt x="62" y="32"/>
                      <a:pt x="61" y="33"/>
                      <a:pt x="61" y="33"/>
                    </a:cubicBezTo>
                    <a:cubicBezTo>
                      <a:pt x="59" y="32"/>
                      <a:pt x="57" y="31"/>
                      <a:pt x="56" y="31"/>
                    </a:cubicBezTo>
                    <a:cubicBezTo>
                      <a:pt x="54" y="30"/>
                      <a:pt x="53" y="31"/>
                      <a:pt x="53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7" y="36"/>
                      <a:pt x="59" y="37"/>
                      <a:pt x="59" y="37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9"/>
                      <a:pt x="58" y="40"/>
                      <a:pt x="57" y="41"/>
                    </a:cubicBezTo>
                    <a:cubicBezTo>
                      <a:pt x="54" y="38"/>
                      <a:pt x="46" y="36"/>
                      <a:pt x="40" y="35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2"/>
                      <a:pt x="47" y="32"/>
                      <a:pt x="47" y="30"/>
                    </a:cubicBezTo>
                    <a:cubicBezTo>
                      <a:pt x="47" y="29"/>
                      <a:pt x="47" y="28"/>
                      <a:pt x="45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50" y="25"/>
                      <a:pt x="59" y="28"/>
                      <a:pt x="62" y="31"/>
                    </a:cubicBezTo>
                    <a:moveTo>
                      <a:pt x="46" y="10"/>
                    </a:moveTo>
                    <a:cubicBezTo>
                      <a:pt x="46" y="10"/>
                      <a:pt x="47" y="10"/>
                      <a:pt x="47" y="10"/>
                    </a:cubicBezTo>
                    <a:cubicBezTo>
                      <a:pt x="49" y="11"/>
                      <a:pt x="50" y="12"/>
                      <a:pt x="50" y="14"/>
                    </a:cubicBezTo>
                    <a:cubicBezTo>
                      <a:pt x="50" y="16"/>
                      <a:pt x="48" y="18"/>
                      <a:pt x="46" y="17"/>
                    </a:cubicBezTo>
                    <a:cubicBezTo>
                      <a:pt x="44" y="17"/>
                      <a:pt x="43" y="15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1"/>
                      <a:pt x="45" y="11"/>
                      <a:pt x="46" y="10"/>
                    </a:cubicBezTo>
                    <a:moveTo>
                      <a:pt x="42" y="2"/>
                    </a:moveTo>
                    <a:cubicBezTo>
                      <a:pt x="44" y="3"/>
                      <a:pt x="45" y="5"/>
                      <a:pt x="45" y="6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9"/>
                      <a:pt x="40" y="9"/>
                      <a:pt x="40" y="9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4"/>
                      <a:pt x="40" y="2"/>
                      <a:pt x="42" y="2"/>
                    </a:cubicBezTo>
                    <a:moveTo>
                      <a:pt x="31" y="12"/>
                    </a:moveTo>
                    <a:cubicBezTo>
                      <a:pt x="31" y="10"/>
                      <a:pt x="33" y="8"/>
                      <a:pt x="35" y="9"/>
                    </a:cubicBezTo>
                    <a:cubicBezTo>
                      <a:pt x="35" y="9"/>
                      <a:pt x="36" y="9"/>
                      <a:pt x="36" y="9"/>
                    </a:cubicBezTo>
                    <a:cubicBezTo>
                      <a:pt x="37" y="10"/>
                      <a:pt x="37" y="10"/>
                      <a:pt x="38" y="11"/>
                    </a:cubicBezTo>
                    <a:cubicBezTo>
                      <a:pt x="38" y="11"/>
                      <a:pt x="38" y="12"/>
                      <a:pt x="38" y="13"/>
                    </a:cubicBezTo>
                    <a:cubicBezTo>
                      <a:pt x="38" y="15"/>
                      <a:pt x="36" y="16"/>
                      <a:pt x="34" y="16"/>
                    </a:cubicBezTo>
                    <a:cubicBezTo>
                      <a:pt x="32" y="15"/>
                      <a:pt x="31" y="14"/>
                      <a:pt x="31" y="12"/>
                    </a:cubicBezTo>
                    <a:moveTo>
                      <a:pt x="37" y="23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29" y="27"/>
                      <a:pt x="29" y="28"/>
                    </a:cubicBezTo>
                    <a:cubicBezTo>
                      <a:pt x="29" y="29"/>
                      <a:pt x="30" y="30"/>
                      <a:pt x="31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4"/>
                      <a:pt x="20" y="33"/>
                      <a:pt x="16" y="35"/>
                    </a:cubicBezTo>
                    <a:cubicBezTo>
                      <a:pt x="16" y="34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8" y="30"/>
                      <a:pt x="21" y="30"/>
                    </a:cubicBezTo>
                    <a:cubicBezTo>
                      <a:pt x="22" y="30"/>
                      <a:pt x="23" y="29"/>
                      <a:pt x="23" y="28"/>
                    </a:cubicBezTo>
                    <a:cubicBezTo>
                      <a:pt x="23" y="26"/>
                      <a:pt x="22" y="26"/>
                      <a:pt x="21" y="26"/>
                    </a:cubicBezTo>
                    <a:cubicBezTo>
                      <a:pt x="20" y="26"/>
                      <a:pt x="17" y="26"/>
                      <a:pt x="15" y="27"/>
                    </a:cubicBezTo>
                    <a:cubicBezTo>
                      <a:pt x="15" y="26"/>
                      <a:pt x="15" y="25"/>
                      <a:pt x="14" y="24"/>
                    </a:cubicBezTo>
                    <a:cubicBezTo>
                      <a:pt x="19" y="22"/>
                      <a:pt x="27" y="22"/>
                      <a:pt x="37" y="23"/>
                    </a:cubicBezTo>
                    <a:moveTo>
                      <a:pt x="7" y="4"/>
                    </a:move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0"/>
                      <a:pt x="19" y="11"/>
                      <a:pt x="20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17" y="14"/>
                      <a:pt x="18" y="16"/>
                    </a:cubicBezTo>
                    <a:cubicBezTo>
                      <a:pt x="18" y="20"/>
                      <a:pt x="15" y="20"/>
                      <a:pt x="14" y="18"/>
                    </a:cubicBezTo>
                    <a:cubicBezTo>
                      <a:pt x="13" y="17"/>
                      <a:pt x="15" y="12"/>
                      <a:pt x="12" y="13"/>
                    </a:cubicBezTo>
                    <a:cubicBezTo>
                      <a:pt x="9" y="13"/>
                      <a:pt x="7" y="7"/>
                      <a:pt x="3" y="4"/>
                    </a:cubicBezTo>
                    <a:cubicBezTo>
                      <a:pt x="4" y="4"/>
                      <a:pt x="6" y="4"/>
                      <a:pt x="7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6" name="Freeform 35">
                <a:extLst>
                  <a:ext uri="{FF2B5EF4-FFF2-40B4-BE49-F238E27FC236}">
                    <a16:creationId xmlns:a16="http://schemas.microsoft.com/office/drawing/2014/main" id="{592F2F07-45A8-43A6-A5FB-53364D6D5B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0" y="7683"/>
                <a:ext cx="66" cy="52"/>
              </a:xfrm>
              <a:custGeom>
                <a:avLst/>
                <a:gdLst>
                  <a:gd name="T0" fmla="*/ 19 w 89"/>
                  <a:gd name="T1" fmla="*/ 62 h 69"/>
                  <a:gd name="T2" fmla="*/ 88 w 89"/>
                  <a:gd name="T3" fmla="*/ 3 h 69"/>
                  <a:gd name="T4" fmla="*/ 87 w 89"/>
                  <a:gd name="T5" fmla="*/ 1 h 69"/>
                  <a:gd name="T6" fmla="*/ 17 w 89"/>
                  <a:gd name="T7" fmla="*/ 57 h 69"/>
                  <a:gd name="T8" fmla="*/ 14 w 89"/>
                  <a:gd name="T9" fmla="*/ 52 h 69"/>
                  <a:gd name="T10" fmla="*/ 78 w 89"/>
                  <a:gd name="T11" fmla="*/ 6 h 69"/>
                  <a:gd name="T12" fmla="*/ 78 w 89"/>
                  <a:gd name="T13" fmla="*/ 5 h 69"/>
                  <a:gd name="T14" fmla="*/ 12 w 89"/>
                  <a:gd name="T15" fmla="*/ 49 h 69"/>
                  <a:gd name="T16" fmla="*/ 19 w 89"/>
                  <a:gd name="T17" fmla="*/ 6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19" y="62"/>
                    </a:moveTo>
                    <a:cubicBezTo>
                      <a:pt x="24" y="57"/>
                      <a:pt x="85" y="5"/>
                      <a:pt x="88" y="3"/>
                    </a:cubicBezTo>
                    <a:cubicBezTo>
                      <a:pt x="89" y="1"/>
                      <a:pt x="88" y="0"/>
                      <a:pt x="87" y="1"/>
                    </a:cubicBezTo>
                    <a:cubicBezTo>
                      <a:pt x="84" y="3"/>
                      <a:pt x="19" y="56"/>
                      <a:pt x="17" y="57"/>
                    </a:cubicBezTo>
                    <a:cubicBezTo>
                      <a:pt x="14" y="60"/>
                      <a:pt x="10" y="56"/>
                      <a:pt x="14" y="52"/>
                    </a:cubicBezTo>
                    <a:cubicBezTo>
                      <a:pt x="20" y="48"/>
                      <a:pt x="78" y="5"/>
                      <a:pt x="78" y="6"/>
                    </a:cubicBezTo>
                    <a:cubicBezTo>
                      <a:pt x="77" y="7"/>
                      <a:pt x="78" y="5"/>
                      <a:pt x="78" y="5"/>
                    </a:cubicBezTo>
                    <a:cubicBezTo>
                      <a:pt x="77" y="6"/>
                      <a:pt x="24" y="41"/>
                      <a:pt x="12" y="49"/>
                    </a:cubicBezTo>
                    <a:cubicBezTo>
                      <a:pt x="0" y="58"/>
                      <a:pt x="10" y="69"/>
                      <a:pt x="19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7" name="Freeform 36">
                <a:extLst>
                  <a:ext uri="{FF2B5EF4-FFF2-40B4-BE49-F238E27FC236}">
                    <a16:creationId xmlns:a16="http://schemas.microsoft.com/office/drawing/2014/main" id="{4CD6BD39-2E4F-4A80-91ED-6C3C0383647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7" y="7662"/>
                <a:ext cx="62" cy="38"/>
              </a:xfrm>
              <a:custGeom>
                <a:avLst/>
                <a:gdLst>
                  <a:gd name="T0" fmla="*/ 72 w 83"/>
                  <a:gd name="T1" fmla="*/ 4 h 50"/>
                  <a:gd name="T2" fmla="*/ 12 w 83"/>
                  <a:gd name="T3" fmla="*/ 33 h 50"/>
                  <a:gd name="T4" fmla="*/ 16 w 83"/>
                  <a:gd name="T5" fmla="*/ 45 h 50"/>
                  <a:gd name="T6" fmla="*/ 81 w 83"/>
                  <a:gd name="T7" fmla="*/ 2 h 50"/>
                  <a:gd name="T8" fmla="*/ 81 w 83"/>
                  <a:gd name="T9" fmla="*/ 1 h 50"/>
                  <a:gd name="T10" fmla="*/ 15 w 83"/>
                  <a:gd name="T11" fmla="*/ 41 h 50"/>
                  <a:gd name="T12" fmla="*/ 13 w 83"/>
                  <a:gd name="T13" fmla="*/ 36 h 50"/>
                  <a:gd name="T14" fmla="*/ 72 w 83"/>
                  <a:gd name="T15" fmla="*/ 4 h 50"/>
                  <a:gd name="T16" fmla="*/ 72 w 83"/>
                  <a:gd name="T1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50">
                    <a:moveTo>
                      <a:pt x="72" y="4"/>
                    </a:moveTo>
                    <a:cubicBezTo>
                      <a:pt x="72" y="4"/>
                      <a:pt x="22" y="28"/>
                      <a:pt x="12" y="33"/>
                    </a:cubicBezTo>
                    <a:cubicBezTo>
                      <a:pt x="0" y="39"/>
                      <a:pt x="7" y="50"/>
                      <a:pt x="16" y="45"/>
                    </a:cubicBezTo>
                    <a:cubicBezTo>
                      <a:pt x="20" y="42"/>
                      <a:pt x="79" y="4"/>
                      <a:pt x="81" y="2"/>
                    </a:cubicBezTo>
                    <a:cubicBezTo>
                      <a:pt x="83" y="2"/>
                      <a:pt x="82" y="0"/>
                      <a:pt x="81" y="1"/>
                    </a:cubicBezTo>
                    <a:cubicBezTo>
                      <a:pt x="78" y="2"/>
                      <a:pt x="17" y="40"/>
                      <a:pt x="15" y="41"/>
                    </a:cubicBezTo>
                    <a:cubicBezTo>
                      <a:pt x="11" y="43"/>
                      <a:pt x="9" y="39"/>
                      <a:pt x="13" y="36"/>
                    </a:cubicBezTo>
                    <a:cubicBezTo>
                      <a:pt x="18" y="34"/>
                      <a:pt x="73" y="4"/>
                      <a:pt x="72" y="4"/>
                    </a:cubicBezTo>
                    <a:cubicBezTo>
                      <a:pt x="72" y="5"/>
                      <a:pt x="73" y="3"/>
                      <a:pt x="7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8" name="Freeform 37">
                <a:extLst>
                  <a:ext uri="{FF2B5EF4-FFF2-40B4-BE49-F238E27FC236}">
                    <a16:creationId xmlns:a16="http://schemas.microsoft.com/office/drawing/2014/main" id="{539E40A1-DCC6-41E1-BF3B-EE224531104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78" y="7643"/>
                <a:ext cx="50" cy="19"/>
              </a:xfrm>
              <a:custGeom>
                <a:avLst/>
                <a:gdLst>
                  <a:gd name="T0" fmla="*/ 14 w 68"/>
                  <a:gd name="T1" fmla="*/ 22 h 26"/>
                  <a:gd name="T2" fmla="*/ 67 w 68"/>
                  <a:gd name="T3" fmla="*/ 2 h 26"/>
                  <a:gd name="T4" fmla="*/ 66 w 68"/>
                  <a:gd name="T5" fmla="*/ 1 h 26"/>
                  <a:gd name="T6" fmla="*/ 14 w 68"/>
                  <a:gd name="T7" fmla="*/ 18 h 26"/>
                  <a:gd name="T8" fmla="*/ 14 w 68"/>
                  <a:gd name="T9" fmla="*/ 13 h 26"/>
                  <a:gd name="T10" fmla="*/ 57 w 68"/>
                  <a:gd name="T11" fmla="*/ 2 h 26"/>
                  <a:gd name="T12" fmla="*/ 58 w 68"/>
                  <a:gd name="T13" fmla="*/ 1 h 26"/>
                  <a:gd name="T14" fmla="*/ 13 w 68"/>
                  <a:gd name="T15" fmla="*/ 10 h 26"/>
                  <a:gd name="T16" fmla="*/ 14 w 68"/>
                  <a:gd name="T17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6">
                    <a:moveTo>
                      <a:pt x="14" y="22"/>
                    </a:moveTo>
                    <a:cubicBezTo>
                      <a:pt x="20" y="20"/>
                      <a:pt x="64" y="3"/>
                      <a:pt x="67" y="2"/>
                    </a:cubicBezTo>
                    <a:cubicBezTo>
                      <a:pt x="68" y="2"/>
                      <a:pt x="68" y="0"/>
                      <a:pt x="66" y="1"/>
                    </a:cubicBezTo>
                    <a:cubicBezTo>
                      <a:pt x="64" y="2"/>
                      <a:pt x="17" y="18"/>
                      <a:pt x="14" y="18"/>
                    </a:cubicBezTo>
                    <a:cubicBezTo>
                      <a:pt x="11" y="19"/>
                      <a:pt x="9" y="15"/>
                      <a:pt x="14" y="13"/>
                    </a:cubicBezTo>
                    <a:cubicBezTo>
                      <a:pt x="19" y="12"/>
                      <a:pt x="55" y="3"/>
                      <a:pt x="57" y="2"/>
                    </a:cubicBezTo>
                    <a:cubicBezTo>
                      <a:pt x="57" y="2"/>
                      <a:pt x="58" y="1"/>
                      <a:pt x="58" y="1"/>
                    </a:cubicBezTo>
                    <a:cubicBezTo>
                      <a:pt x="57" y="1"/>
                      <a:pt x="24" y="7"/>
                      <a:pt x="13" y="10"/>
                    </a:cubicBezTo>
                    <a:cubicBezTo>
                      <a:pt x="0" y="13"/>
                      <a:pt x="5" y="26"/>
                      <a:pt x="14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9" name="Freeform 38">
                <a:extLst>
                  <a:ext uri="{FF2B5EF4-FFF2-40B4-BE49-F238E27FC236}">
                    <a16:creationId xmlns:a16="http://schemas.microsoft.com/office/drawing/2014/main" id="{0FFC10A8-6D95-4AFF-8198-11E2AB34F50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56" y="7687"/>
                <a:ext cx="19" cy="38"/>
              </a:xfrm>
              <a:custGeom>
                <a:avLst/>
                <a:gdLst>
                  <a:gd name="T0" fmla="*/ 10 w 26"/>
                  <a:gd name="T1" fmla="*/ 45 h 51"/>
                  <a:gd name="T2" fmla="*/ 26 w 26"/>
                  <a:gd name="T3" fmla="*/ 1 h 51"/>
                  <a:gd name="T4" fmla="*/ 25 w 26"/>
                  <a:gd name="T5" fmla="*/ 1 h 51"/>
                  <a:gd name="T6" fmla="*/ 8 w 26"/>
                  <a:gd name="T7" fmla="*/ 43 h 51"/>
                  <a:gd name="T8" fmla="*/ 6 w 26"/>
                  <a:gd name="T9" fmla="*/ 42 h 51"/>
                  <a:gd name="T10" fmla="*/ 22 w 26"/>
                  <a:gd name="T11" fmla="*/ 6 h 51"/>
                  <a:gd name="T12" fmla="*/ 22 w 26"/>
                  <a:gd name="T13" fmla="*/ 6 h 51"/>
                  <a:gd name="T14" fmla="*/ 4 w 26"/>
                  <a:gd name="T15" fmla="*/ 41 h 51"/>
                  <a:gd name="T16" fmla="*/ 10 w 26"/>
                  <a:gd name="T17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10" y="45"/>
                    </a:moveTo>
                    <a:cubicBezTo>
                      <a:pt x="11" y="41"/>
                      <a:pt x="25" y="3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4" y="3"/>
                      <a:pt x="9" y="42"/>
                      <a:pt x="8" y="43"/>
                    </a:cubicBezTo>
                    <a:cubicBezTo>
                      <a:pt x="8" y="46"/>
                      <a:pt x="4" y="45"/>
                      <a:pt x="6" y="42"/>
                    </a:cubicBezTo>
                    <a:cubicBezTo>
                      <a:pt x="7" y="38"/>
                      <a:pt x="21" y="8"/>
                      <a:pt x="22" y="6"/>
                    </a:cubicBezTo>
                    <a:cubicBezTo>
                      <a:pt x="22" y="6"/>
                      <a:pt x="22" y="5"/>
                      <a:pt x="22" y="6"/>
                    </a:cubicBezTo>
                    <a:cubicBezTo>
                      <a:pt x="22" y="6"/>
                      <a:pt x="7" y="34"/>
                      <a:pt x="4" y="41"/>
                    </a:cubicBezTo>
                    <a:cubicBezTo>
                      <a:pt x="0" y="49"/>
                      <a:pt x="8" y="51"/>
                      <a:pt x="10" y="4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0" name="Freeform 39">
                <a:extLst>
                  <a:ext uri="{FF2B5EF4-FFF2-40B4-BE49-F238E27FC236}">
                    <a16:creationId xmlns:a16="http://schemas.microsoft.com/office/drawing/2014/main" id="{99B4EF74-65C1-4E2F-9961-B5485F7E963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2" y="7692"/>
                <a:ext cx="21" cy="37"/>
              </a:xfrm>
              <a:custGeom>
                <a:avLst/>
                <a:gdLst>
                  <a:gd name="T0" fmla="*/ 10 w 28"/>
                  <a:gd name="T1" fmla="*/ 44 h 50"/>
                  <a:gd name="T2" fmla="*/ 28 w 28"/>
                  <a:gd name="T3" fmla="*/ 2 h 50"/>
                  <a:gd name="T4" fmla="*/ 27 w 28"/>
                  <a:gd name="T5" fmla="*/ 1 h 50"/>
                  <a:gd name="T6" fmla="*/ 8 w 28"/>
                  <a:gd name="T7" fmla="*/ 42 h 50"/>
                  <a:gd name="T8" fmla="*/ 5 w 28"/>
                  <a:gd name="T9" fmla="*/ 41 h 50"/>
                  <a:gd name="T10" fmla="*/ 24 w 28"/>
                  <a:gd name="T11" fmla="*/ 6 h 50"/>
                  <a:gd name="T12" fmla="*/ 24 w 28"/>
                  <a:gd name="T13" fmla="*/ 6 h 50"/>
                  <a:gd name="T14" fmla="*/ 3 w 28"/>
                  <a:gd name="T15" fmla="*/ 40 h 50"/>
                  <a:gd name="T16" fmla="*/ 10 w 28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10" y="44"/>
                    </a:moveTo>
                    <a:cubicBezTo>
                      <a:pt x="11" y="41"/>
                      <a:pt x="27" y="3"/>
                      <a:pt x="28" y="2"/>
                    </a:cubicBezTo>
                    <a:cubicBezTo>
                      <a:pt x="28" y="1"/>
                      <a:pt x="27" y="0"/>
                      <a:pt x="27" y="1"/>
                    </a:cubicBezTo>
                    <a:cubicBezTo>
                      <a:pt x="26" y="3"/>
                      <a:pt x="9" y="41"/>
                      <a:pt x="8" y="42"/>
                    </a:cubicBezTo>
                    <a:cubicBezTo>
                      <a:pt x="7" y="45"/>
                      <a:pt x="4" y="44"/>
                      <a:pt x="5" y="41"/>
                    </a:cubicBezTo>
                    <a:cubicBezTo>
                      <a:pt x="7" y="37"/>
                      <a:pt x="23" y="7"/>
                      <a:pt x="24" y="6"/>
                    </a:cubicBezTo>
                    <a:cubicBezTo>
                      <a:pt x="24" y="6"/>
                      <a:pt x="24" y="5"/>
                      <a:pt x="24" y="6"/>
                    </a:cubicBezTo>
                    <a:cubicBezTo>
                      <a:pt x="23" y="6"/>
                      <a:pt x="7" y="33"/>
                      <a:pt x="3" y="40"/>
                    </a:cubicBezTo>
                    <a:cubicBezTo>
                      <a:pt x="0" y="47"/>
                      <a:pt x="8" y="50"/>
                      <a:pt x="10" y="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1" name="Freeform 40">
                <a:extLst>
                  <a:ext uri="{FF2B5EF4-FFF2-40B4-BE49-F238E27FC236}">
                    <a16:creationId xmlns:a16="http://schemas.microsoft.com/office/drawing/2014/main" id="{52323DAD-FAEA-4FD0-86ED-053AB750817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1" y="7693"/>
                <a:ext cx="21" cy="38"/>
              </a:xfrm>
              <a:custGeom>
                <a:avLst/>
                <a:gdLst>
                  <a:gd name="T0" fmla="*/ 24 w 28"/>
                  <a:gd name="T1" fmla="*/ 40 h 51"/>
                  <a:gd name="T2" fmla="*/ 4 w 28"/>
                  <a:gd name="T3" fmla="*/ 6 h 51"/>
                  <a:gd name="T4" fmla="*/ 4 w 28"/>
                  <a:gd name="T5" fmla="*/ 6 h 51"/>
                  <a:gd name="T6" fmla="*/ 22 w 28"/>
                  <a:gd name="T7" fmla="*/ 41 h 51"/>
                  <a:gd name="T8" fmla="*/ 20 w 28"/>
                  <a:gd name="T9" fmla="*/ 43 h 51"/>
                  <a:gd name="T10" fmla="*/ 1 w 28"/>
                  <a:gd name="T11" fmla="*/ 1 h 51"/>
                  <a:gd name="T12" fmla="*/ 0 w 28"/>
                  <a:gd name="T13" fmla="*/ 2 h 51"/>
                  <a:gd name="T14" fmla="*/ 18 w 28"/>
                  <a:gd name="T15" fmla="*/ 44 h 51"/>
                  <a:gd name="T16" fmla="*/ 24 w 28"/>
                  <a:gd name="T17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24" y="40"/>
                    </a:moveTo>
                    <a:cubicBezTo>
                      <a:pt x="21" y="33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8"/>
                      <a:pt x="21" y="38"/>
                      <a:pt x="22" y="41"/>
                    </a:cubicBezTo>
                    <a:cubicBezTo>
                      <a:pt x="24" y="44"/>
                      <a:pt x="21" y="45"/>
                      <a:pt x="20" y="43"/>
                    </a:cubicBezTo>
                    <a:cubicBezTo>
                      <a:pt x="19" y="41"/>
                      <a:pt x="2" y="3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4"/>
                      <a:pt x="17" y="41"/>
                      <a:pt x="18" y="44"/>
                    </a:cubicBezTo>
                    <a:cubicBezTo>
                      <a:pt x="20" y="51"/>
                      <a:pt x="28" y="48"/>
                      <a:pt x="24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2" name="Freeform 41">
                <a:extLst>
                  <a:ext uri="{FF2B5EF4-FFF2-40B4-BE49-F238E27FC236}">
                    <a16:creationId xmlns:a16="http://schemas.microsoft.com/office/drawing/2014/main" id="{B07EF307-D6DA-44D0-8D13-0F4B84F8CD0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4" y="7688"/>
                <a:ext cx="17" cy="25"/>
              </a:xfrm>
              <a:custGeom>
                <a:avLst/>
                <a:gdLst>
                  <a:gd name="T0" fmla="*/ 19 w 23"/>
                  <a:gd name="T1" fmla="*/ 4 h 33"/>
                  <a:gd name="T2" fmla="*/ 19 w 23"/>
                  <a:gd name="T3" fmla="*/ 4 h 33"/>
                  <a:gd name="T4" fmla="*/ 3 w 23"/>
                  <a:gd name="T5" fmla="*/ 26 h 33"/>
                  <a:gd name="T6" fmla="*/ 8 w 23"/>
                  <a:gd name="T7" fmla="*/ 29 h 33"/>
                  <a:gd name="T8" fmla="*/ 22 w 23"/>
                  <a:gd name="T9" fmla="*/ 1 h 33"/>
                  <a:gd name="T10" fmla="*/ 22 w 23"/>
                  <a:gd name="T11" fmla="*/ 1 h 33"/>
                  <a:gd name="T12" fmla="*/ 7 w 23"/>
                  <a:gd name="T13" fmla="*/ 28 h 33"/>
                  <a:gd name="T14" fmla="*/ 5 w 23"/>
                  <a:gd name="T15" fmla="*/ 27 h 33"/>
                  <a:gd name="T16" fmla="*/ 19 w 23"/>
                  <a:gd name="T1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3">
                    <a:moveTo>
                      <a:pt x="19" y="4"/>
                    </a:move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6" y="22"/>
                      <a:pt x="3" y="26"/>
                    </a:cubicBezTo>
                    <a:cubicBezTo>
                      <a:pt x="0" y="31"/>
                      <a:pt x="7" y="33"/>
                      <a:pt x="8" y="29"/>
                    </a:cubicBezTo>
                    <a:cubicBezTo>
                      <a:pt x="9" y="27"/>
                      <a:pt x="22" y="2"/>
                      <a:pt x="22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1" y="2"/>
                      <a:pt x="7" y="27"/>
                      <a:pt x="7" y="28"/>
                    </a:cubicBezTo>
                    <a:cubicBezTo>
                      <a:pt x="6" y="29"/>
                      <a:pt x="4" y="29"/>
                      <a:pt x="5" y="27"/>
                    </a:cubicBezTo>
                    <a:cubicBezTo>
                      <a:pt x="6" y="25"/>
                      <a:pt x="19" y="4"/>
                      <a:pt x="19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3" name="Freeform 42">
                <a:extLst>
                  <a:ext uri="{FF2B5EF4-FFF2-40B4-BE49-F238E27FC236}">
                    <a16:creationId xmlns:a16="http://schemas.microsoft.com/office/drawing/2014/main" id="{77EEC29E-A5D7-4B00-AE99-EE9ADF8B0E9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0" y="7690"/>
                <a:ext cx="18" cy="17"/>
              </a:xfrm>
              <a:custGeom>
                <a:avLst/>
                <a:gdLst>
                  <a:gd name="T0" fmla="*/ 22 w 23"/>
                  <a:gd name="T1" fmla="*/ 1 h 23"/>
                  <a:gd name="T2" fmla="*/ 22 w 23"/>
                  <a:gd name="T3" fmla="*/ 1 h 23"/>
                  <a:gd name="T4" fmla="*/ 9 w 23"/>
                  <a:gd name="T5" fmla="*/ 16 h 23"/>
                  <a:gd name="T6" fmla="*/ 7 w 23"/>
                  <a:gd name="T7" fmla="*/ 13 h 23"/>
                  <a:gd name="T8" fmla="*/ 17 w 23"/>
                  <a:gd name="T9" fmla="*/ 4 h 23"/>
                  <a:gd name="T10" fmla="*/ 17 w 23"/>
                  <a:gd name="T11" fmla="*/ 4 h 23"/>
                  <a:gd name="T12" fmla="*/ 6 w 23"/>
                  <a:gd name="T13" fmla="*/ 12 h 23"/>
                  <a:gd name="T14" fmla="*/ 10 w 23"/>
                  <a:gd name="T15" fmla="*/ 18 h 23"/>
                  <a:gd name="T16" fmla="*/ 22 w 23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1"/>
                    </a:moveTo>
                    <a:cubicBezTo>
                      <a:pt x="23" y="1"/>
                      <a:pt x="22" y="0"/>
                      <a:pt x="22" y="1"/>
                    </a:cubicBezTo>
                    <a:cubicBezTo>
                      <a:pt x="21" y="2"/>
                      <a:pt x="10" y="15"/>
                      <a:pt x="9" y="16"/>
                    </a:cubicBezTo>
                    <a:cubicBezTo>
                      <a:pt x="7" y="18"/>
                      <a:pt x="5" y="16"/>
                      <a:pt x="7" y="13"/>
                    </a:cubicBezTo>
                    <a:cubicBezTo>
                      <a:pt x="9" y="11"/>
                      <a:pt x="17" y="5"/>
                      <a:pt x="17" y="4"/>
                    </a:cubicBezTo>
                    <a:cubicBezTo>
                      <a:pt x="17" y="4"/>
                      <a:pt x="18" y="4"/>
                      <a:pt x="17" y="4"/>
                    </a:cubicBezTo>
                    <a:cubicBezTo>
                      <a:pt x="17" y="4"/>
                      <a:pt x="11" y="6"/>
                      <a:pt x="6" y="12"/>
                    </a:cubicBezTo>
                    <a:cubicBezTo>
                      <a:pt x="0" y="18"/>
                      <a:pt x="6" y="23"/>
                      <a:pt x="10" y="18"/>
                    </a:cubicBezTo>
                    <a:cubicBezTo>
                      <a:pt x="13" y="15"/>
                      <a:pt x="21" y="3"/>
                      <a:pt x="2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4" name="Freeform 43">
                <a:extLst>
                  <a:ext uri="{FF2B5EF4-FFF2-40B4-BE49-F238E27FC236}">
                    <a16:creationId xmlns:a16="http://schemas.microsoft.com/office/drawing/2014/main" id="{24F99306-2453-459B-B73A-DD42BC1634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26"/>
                <a:ext cx="27" cy="8"/>
              </a:xfrm>
              <a:custGeom>
                <a:avLst/>
                <a:gdLst>
                  <a:gd name="T0" fmla="*/ 29 w 37"/>
                  <a:gd name="T1" fmla="*/ 5 h 11"/>
                  <a:gd name="T2" fmla="*/ 11 w 37"/>
                  <a:gd name="T3" fmla="*/ 1 h 11"/>
                  <a:gd name="T4" fmla="*/ 9 w 37"/>
                  <a:gd name="T5" fmla="*/ 11 h 11"/>
                  <a:gd name="T6" fmla="*/ 36 w 37"/>
                  <a:gd name="T7" fmla="*/ 8 h 11"/>
                  <a:gd name="T8" fmla="*/ 36 w 37"/>
                  <a:gd name="T9" fmla="*/ 7 h 11"/>
                  <a:gd name="T10" fmla="*/ 10 w 37"/>
                  <a:gd name="T11" fmla="*/ 8 h 11"/>
                  <a:gd name="T12" fmla="*/ 11 w 37"/>
                  <a:gd name="T13" fmla="*/ 3 h 11"/>
                  <a:gd name="T14" fmla="*/ 28 w 37"/>
                  <a:gd name="T15" fmla="*/ 6 h 11"/>
                  <a:gd name="T16" fmla="*/ 29 w 37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9" y="5"/>
                    </a:moveTo>
                    <a:cubicBezTo>
                      <a:pt x="28" y="5"/>
                      <a:pt x="21" y="1"/>
                      <a:pt x="11" y="1"/>
                    </a:cubicBezTo>
                    <a:cubicBezTo>
                      <a:pt x="0" y="0"/>
                      <a:pt x="1" y="11"/>
                      <a:pt x="9" y="11"/>
                    </a:cubicBezTo>
                    <a:cubicBezTo>
                      <a:pt x="14" y="10"/>
                      <a:pt x="34" y="9"/>
                      <a:pt x="36" y="8"/>
                    </a:cubicBezTo>
                    <a:cubicBezTo>
                      <a:pt x="37" y="8"/>
                      <a:pt x="37" y="7"/>
                      <a:pt x="36" y="7"/>
                    </a:cubicBezTo>
                    <a:cubicBezTo>
                      <a:pt x="34" y="7"/>
                      <a:pt x="12" y="8"/>
                      <a:pt x="10" y="8"/>
                    </a:cubicBezTo>
                    <a:cubicBezTo>
                      <a:pt x="7" y="7"/>
                      <a:pt x="7" y="3"/>
                      <a:pt x="11" y="3"/>
                    </a:cubicBezTo>
                    <a:cubicBezTo>
                      <a:pt x="16" y="4"/>
                      <a:pt x="28" y="6"/>
                      <a:pt x="28" y="6"/>
                    </a:cubicBezTo>
                    <a:cubicBezTo>
                      <a:pt x="29" y="6"/>
                      <a:pt x="29" y="5"/>
                      <a:pt x="29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5" name="Freeform 44">
                <a:extLst>
                  <a:ext uri="{FF2B5EF4-FFF2-40B4-BE49-F238E27FC236}">
                    <a16:creationId xmlns:a16="http://schemas.microsoft.com/office/drawing/2014/main" id="{C77DD160-6F72-4B25-B979-3A46CDFD32D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12"/>
                <a:ext cx="27" cy="10"/>
              </a:xfrm>
              <a:custGeom>
                <a:avLst/>
                <a:gdLst>
                  <a:gd name="T0" fmla="*/ 9 w 37"/>
                  <a:gd name="T1" fmla="*/ 11 h 13"/>
                  <a:gd name="T2" fmla="*/ 36 w 37"/>
                  <a:gd name="T3" fmla="*/ 13 h 13"/>
                  <a:gd name="T4" fmla="*/ 36 w 37"/>
                  <a:gd name="T5" fmla="*/ 11 h 13"/>
                  <a:gd name="T6" fmla="*/ 11 w 37"/>
                  <a:gd name="T7" fmla="*/ 8 h 13"/>
                  <a:gd name="T8" fmla="*/ 12 w 37"/>
                  <a:gd name="T9" fmla="*/ 4 h 13"/>
                  <a:gd name="T10" fmla="*/ 29 w 37"/>
                  <a:gd name="T11" fmla="*/ 9 h 13"/>
                  <a:gd name="T12" fmla="*/ 29 w 37"/>
                  <a:gd name="T13" fmla="*/ 9 h 13"/>
                  <a:gd name="T14" fmla="*/ 12 w 37"/>
                  <a:gd name="T15" fmla="*/ 2 h 13"/>
                  <a:gd name="T16" fmla="*/ 9 w 37"/>
                  <a:gd name="T1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9" y="11"/>
                    </a:moveTo>
                    <a:cubicBezTo>
                      <a:pt x="14" y="12"/>
                      <a:pt x="33" y="12"/>
                      <a:pt x="36" y="13"/>
                    </a:cubicBezTo>
                    <a:cubicBezTo>
                      <a:pt x="37" y="13"/>
                      <a:pt x="37" y="11"/>
                      <a:pt x="36" y="11"/>
                    </a:cubicBezTo>
                    <a:cubicBezTo>
                      <a:pt x="34" y="11"/>
                      <a:pt x="12" y="9"/>
                      <a:pt x="11" y="8"/>
                    </a:cubicBezTo>
                    <a:cubicBezTo>
                      <a:pt x="7" y="8"/>
                      <a:pt x="8" y="4"/>
                      <a:pt x="12" y="4"/>
                    </a:cubicBezTo>
                    <a:cubicBezTo>
                      <a:pt x="16" y="5"/>
                      <a:pt x="28" y="9"/>
                      <a:pt x="29" y="9"/>
                    </a:cubicBezTo>
                    <a:cubicBezTo>
                      <a:pt x="29" y="9"/>
                      <a:pt x="30" y="9"/>
                      <a:pt x="29" y="9"/>
                    </a:cubicBezTo>
                    <a:cubicBezTo>
                      <a:pt x="28" y="8"/>
                      <a:pt x="22" y="4"/>
                      <a:pt x="12" y="2"/>
                    </a:cubicBezTo>
                    <a:cubicBezTo>
                      <a:pt x="1" y="0"/>
                      <a:pt x="0" y="11"/>
                      <a:pt x="9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6" name="Freeform 45">
                <a:extLst>
                  <a:ext uri="{FF2B5EF4-FFF2-40B4-BE49-F238E27FC236}">
                    <a16:creationId xmlns:a16="http://schemas.microsoft.com/office/drawing/2014/main" id="{3976F60B-B143-4ABB-A692-A2A3E65CC1B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3" y="7599"/>
                <a:ext cx="21" cy="13"/>
              </a:xfrm>
              <a:custGeom>
                <a:avLst/>
                <a:gdLst>
                  <a:gd name="T0" fmla="*/ 14 w 27"/>
                  <a:gd name="T1" fmla="*/ 5 h 18"/>
                  <a:gd name="T2" fmla="*/ 7 w 27"/>
                  <a:gd name="T3" fmla="*/ 11 h 18"/>
                  <a:gd name="T4" fmla="*/ 25 w 27"/>
                  <a:gd name="T5" fmla="*/ 18 h 18"/>
                  <a:gd name="T6" fmla="*/ 26 w 27"/>
                  <a:gd name="T7" fmla="*/ 17 h 18"/>
                  <a:gd name="T8" fmla="*/ 10 w 27"/>
                  <a:gd name="T9" fmla="*/ 10 h 18"/>
                  <a:gd name="T10" fmla="*/ 12 w 27"/>
                  <a:gd name="T11" fmla="*/ 7 h 18"/>
                  <a:gd name="T12" fmla="*/ 20 w 27"/>
                  <a:gd name="T13" fmla="*/ 13 h 18"/>
                  <a:gd name="T14" fmla="*/ 21 w 27"/>
                  <a:gd name="T15" fmla="*/ 13 h 18"/>
                  <a:gd name="T16" fmla="*/ 14 w 27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14" y="5"/>
                    </a:moveTo>
                    <a:cubicBezTo>
                      <a:pt x="5" y="0"/>
                      <a:pt x="0" y="8"/>
                      <a:pt x="7" y="11"/>
                    </a:cubicBezTo>
                    <a:cubicBezTo>
                      <a:pt x="11" y="13"/>
                      <a:pt x="23" y="17"/>
                      <a:pt x="25" y="18"/>
                    </a:cubicBezTo>
                    <a:cubicBezTo>
                      <a:pt x="26" y="18"/>
                      <a:pt x="27" y="17"/>
                      <a:pt x="26" y="17"/>
                    </a:cubicBezTo>
                    <a:cubicBezTo>
                      <a:pt x="24" y="16"/>
                      <a:pt x="11" y="10"/>
                      <a:pt x="10" y="10"/>
                    </a:cubicBezTo>
                    <a:cubicBezTo>
                      <a:pt x="7" y="8"/>
                      <a:pt x="9" y="5"/>
                      <a:pt x="12" y="7"/>
                    </a:cubicBezTo>
                    <a:cubicBezTo>
                      <a:pt x="16" y="9"/>
                      <a:pt x="21" y="13"/>
                      <a:pt x="20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2" y="10"/>
                      <a:pt x="14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7" name="Freeform 46">
                <a:extLst>
                  <a:ext uri="{FF2B5EF4-FFF2-40B4-BE49-F238E27FC236}">
                    <a16:creationId xmlns:a16="http://schemas.microsoft.com/office/drawing/2014/main" id="{D6F942C8-1D92-4C8E-B0CE-000D8385153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6" y="7586"/>
                <a:ext cx="24" cy="20"/>
              </a:xfrm>
              <a:custGeom>
                <a:avLst/>
                <a:gdLst>
                  <a:gd name="T0" fmla="*/ 26 w 32"/>
                  <a:gd name="T1" fmla="*/ 19 h 26"/>
                  <a:gd name="T2" fmla="*/ 13 w 32"/>
                  <a:gd name="T3" fmla="*/ 7 h 26"/>
                  <a:gd name="T4" fmla="*/ 7 w 32"/>
                  <a:gd name="T5" fmla="*/ 14 h 26"/>
                  <a:gd name="T6" fmla="*/ 30 w 32"/>
                  <a:gd name="T7" fmla="*/ 26 h 26"/>
                  <a:gd name="T8" fmla="*/ 31 w 32"/>
                  <a:gd name="T9" fmla="*/ 25 h 26"/>
                  <a:gd name="T10" fmla="*/ 9 w 32"/>
                  <a:gd name="T11" fmla="*/ 12 h 26"/>
                  <a:gd name="T12" fmla="*/ 11 w 32"/>
                  <a:gd name="T13" fmla="*/ 9 h 26"/>
                  <a:gd name="T14" fmla="*/ 26 w 32"/>
                  <a:gd name="T15" fmla="*/ 19 h 26"/>
                  <a:gd name="T16" fmla="*/ 26 w 32"/>
                  <a:gd name="T17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6">
                    <a:moveTo>
                      <a:pt x="26" y="19"/>
                    </a:moveTo>
                    <a:cubicBezTo>
                      <a:pt x="26" y="19"/>
                      <a:pt x="20" y="13"/>
                      <a:pt x="13" y="7"/>
                    </a:cubicBezTo>
                    <a:cubicBezTo>
                      <a:pt x="5" y="0"/>
                      <a:pt x="0" y="10"/>
                      <a:pt x="7" y="14"/>
                    </a:cubicBezTo>
                    <a:cubicBezTo>
                      <a:pt x="10" y="17"/>
                      <a:pt x="28" y="25"/>
                      <a:pt x="30" y="26"/>
                    </a:cubicBezTo>
                    <a:cubicBezTo>
                      <a:pt x="31" y="26"/>
                      <a:pt x="32" y="25"/>
                      <a:pt x="31" y="25"/>
                    </a:cubicBezTo>
                    <a:cubicBezTo>
                      <a:pt x="29" y="23"/>
                      <a:pt x="10" y="13"/>
                      <a:pt x="9" y="12"/>
                    </a:cubicBezTo>
                    <a:cubicBezTo>
                      <a:pt x="7" y="10"/>
                      <a:pt x="8" y="7"/>
                      <a:pt x="11" y="9"/>
                    </a:cubicBezTo>
                    <a:cubicBezTo>
                      <a:pt x="15" y="12"/>
                      <a:pt x="26" y="20"/>
                      <a:pt x="26" y="19"/>
                    </a:cubicBezTo>
                    <a:cubicBezTo>
                      <a:pt x="25" y="19"/>
                      <a:pt x="27" y="20"/>
                      <a:pt x="26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8" name="Freeform 47">
                <a:extLst>
                  <a:ext uri="{FF2B5EF4-FFF2-40B4-BE49-F238E27FC236}">
                    <a16:creationId xmlns:a16="http://schemas.microsoft.com/office/drawing/2014/main" id="{A340B5C4-6703-49B7-AA5E-F811030E64C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2" y="7582"/>
                <a:ext cx="13" cy="15"/>
              </a:xfrm>
              <a:custGeom>
                <a:avLst/>
                <a:gdLst>
                  <a:gd name="T0" fmla="*/ 17 w 18"/>
                  <a:gd name="T1" fmla="*/ 20 h 20"/>
                  <a:gd name="T2" fmla="*/ 17 w 18"/>
                  <a:gd name="T3" fmla="*/ 19 h 20"/>
                  <a:gd name="T4" fmla="*/ 5 w 18"/>
                  <a:gd name="T5" fmla="*/ 8 h 20"/>
                  <a:gd name="T6" fmla="*/ 7 w 18"/>
                  <a:gd name="T7" fmla="*/ 6 h 20"/>
                  <a:gd name="T8" fmla="*/ 15 w 18"/>
                  <a:gd name="T9" fmla="*/ 15 h 20"/>
                  <a:gd name="T10" fmla="*/ 15 w 18"/>
                  <a:gd name="T11" fmla="*/ 15 h 20"/>
                  <a:gd name="T12" fmla="*/ 8 w 18"/>
                  <a:gd name="T13" fmla="*/ 5 h 20"/>
                  <a:gd name="T14" fmla="*/ 3 w 18"/>
                  <a:gd name="T15" fmla="*/ 9 h 20"/>
                  <a:gd name="T16" fmla="*/ 17 w 18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7" y="20"/>
                    </a:moveTo>
                    <a:cubicBezTo>
                      <a:pt x="17" y="20"/>
                      <a:pt x="18" y="20"/>
                      <a:pt x="17" y="19"/>
                    </a:cubicBezTo>
                    <a:cubicBezTo>
                      <a:pt x="17" y="18"/>
                      <a:pt x="6" y="9"/>
                      <a:pt x="5" y="8"/>
                    </a:cubicBezTo>
                    <a:cubicBezTo>
                      <a:pt x="4" y="7"/>
                      <a:pt x="5" y="4"/>
                      <a:pt x="7" y="6"/>
                    </a:cubicBezTo>
                    <a:cubicBezTo>
                      <a:pt x="9" y="9"/>
                      <a:pt x="15" y="15"/>
                      <a:pt x="15" y="15"/>
                    </a:cubicBezTo>
                    <a:cubicBezTo>
                      <a:pt x="15" y="15"/>
                      <a:pt x="16" y="15"/>
                      <a:pt x="15" y="15"/>
                    </a:cubicBezTo>
                    <a:cubicBezTo>
                      <a:pt x="15" y="14"/>
                      <a:pt x="12" y="10"/>
                      <a:pt x="8" y="5"/>
                    </a:cubicBezTo>
                    <a:cubicBezTo>
                      <a:pt x="4" y="0"/>
                      <a:pt x="0" y="6"/>
                      <a:pt x="3" y="9"/>
                    </a:cubicBezTo>
                    <a:cubicBezTo>
                      <a:pt x="5" y="11"/>
                      <a:pt x="16" y="19"/>
                      <a:pt x="17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9" name="Freeform 48">
                <a:extLst>
                  <a:ext uri="{FF2B5EF4-FFF2-40B4-BE49-F238E27FC236}">
                    <a16:creationId xmlns:a16="http://schemas.microsoft.com/office/drawing/2014/main" id="{FD482925-5F0D-4FA1-91F7-DEB5CE9089A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83" y="7580"/>
                <a:ext cx="6" cy="14"/>
              </a:xfrm>
              <a:custGeom>
                <a:avLst/>
                <a:gdLst>
                  <a:gd name="T0" fmla="*/ 5 w 8"/>
                  <a:gd name="T1" fmla="*/ 14 h 19"/>
                  <a:gd name="T2" fmla="*/ 7 w 8"/>
                  <a:gd name="T3" fmla="*/ 6 h 19"/>
                  <a:gd name="T4" fmla="*/ 0 w 8"/>
                  <a:gd name="T5" fmla="*/ 6 h 19"/>
                  <a:gd name="T6" fmla="*/ 3 w 8"/>
                  <a:gd name="T7" fmla="*/ 18 h 19"/>
                  <a:gd name="T8" fmla="*/ 3 w 8"/>
                  <a:gd name="T9" fmla="*/ 18 h 19"/>
                  <a:gd name="T10" fmla="*/ 2 w 8"/>
                  <a:gd name="T11" fmla="*/ 6 h 19"/>
                  <a:gd name="T12" fmla="*/ 5 w 8"/>
                  <a:gd name="T13" fmla="*/ 6 h 19"/>
                  <a:gd name="T14" fmla="*/ 5 w 8"/>
                  <a:gd name="T15" fmla="*/ 13 h 19"/>
                  <a:gd name="T16" fmla="*/ 5 w 8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5" y="14"/>
                    </a:moveTo>
                    <a:cubicBezTo>
                      <a:pt x="5" y="13"/>
                      <a:pt x="6" y="12"/>
                      <a:pt x="7" y="6"/>
                    </a:cubicBezTo>
                    <a:cubicBezTo>
                      <a:pt x="8" y="0"/>
                      <a:pt x="1" y="1"/>
                      <a:pt x="0" y="6"/>
                    </a:cubicBezTo>
                    <a:cubicBezTo>
                      <a:pt x="0" y="9"/>
                      <a:pt x="3" y="17"/>
                      <a:pt x="3" y="18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4" y="17"/>
                      <a:pt x="2" y="7"/>
                      <a:pt x="2" y="6"/>
                    </a:cubicBezTo>
                    <a:cubicBezTo>
                      <a:pt x="3" y="4"/>
                      <a:pt x="5" y="4"/>
                      <a:pt x="5" y="6"/>
                    </a:cubicBezTo>
                    <a:cubicBezTo>
                      <a:pt x="5" y="9"/>
                      <a:pt x="5" y="14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0" name="Freeform 49">
                <a:extLst>
                  <a:ext uri="{FF2B5EF4-FFF2-40B4-BE49-F238E27FC236}">
                    <a16:creationId xmlns:a16="http://schemas.microsoft.com/office/drawing/2014/main" id="{8030F4AF-216F-46B5-817C-427DB266D21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0" y="7666"/>
                <a:ext cx="19" cy="15"/>
              </a:xfrm>
              <a:custGeom>
                <a:avLst/>
                <a:gdLst>
                  <a:gd name="T0" fmla="*/ 11 w 26"/>
                  <a:gd name="T1" fmla="*/ 16 h 20"/>
                  <a:gd name="T2" fmla="*/ 26 w 26"/>
                  <a:gd name="T3" fmla="*/ 2 h 20"/>
                  <a:gd name="T4" fmla="*/ 25 w 26"/>
                  <a:gd name="T5" fmla="*/ 1 h 20"/>
                  <a:gd name="T6" fmla="*/ 10 w 26"/>
                  <a:gd name="T7" fmla="*/ 14 h 20"/>
                  <a:gd name="T8" fmla="*/ 8 w 26"/>
                  <a:gd name="T9" fmla="*/ 11 h 20"/>
                  <a:gd name="T10" fmla="*/ 20 w 26"/>
                  <a:gd name="T11" fmla="*/ 4 h 20"/>
                  <a:gd name="T12" fmla="*/ 20 w 26"/>
                  <a:gd name="T13" fmla="*/ 3 h 20"/>
                  <a:gd name="T14" fmla="*/ 7 w 26"/>
                  <a:gd name="T15" fmla="*/ 9 h 20"/>
                  <a:gd name="T16" fmla="*/ 11 w 26"/>
                  <a:gd name="T1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1" y="16"/>
                    </a:moveTo>
                    <a:cubicBezTo>
                      <a:pt x="14" y="13"/>
                      <a:pt x="24" y="3"/>
                      <a:pt x="26" y="2"/>
                    </a:cubicBezTo>
                    <a:cubicBezTo>
                      <a:pt x="26" y="1"/>
                      <a:pt x="26" y="0"/>
                      <a:pt x="25" y="1"/>
                    </a:cubicBezTo>
                    <a:cubicBezTo>
                      <a:pt x="24" y="2"/>
                      <a:pt x="11" y="13"/>
                      <a:pt x="10" y="14"/>
                    </a:cubicBezTo>
                    <a:cubicBezTo>
                      <a:pt x="8" y="15"/>
                      <a:pt x="6" y="13"/>
                      <a:pt x="8" y="11"/>
                    </a:cubicBezTo>
                    <a:cubicBezTo>
                      <a:pt x="11" y="9"/>
                      <a:pt x="21" y="3"/>
                      <a:pt x="20" y="4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3"/>
                      <a:pt x="13" y="4"/>
                      <a:pt x="7" y="9"/>
                    </a:cubicBezTo>
                    <a:cubicBezTo>
                      <a:pt x="0" y="14"/>
                      <a:pt x="6" y="20"/>
                      <a:pt x="11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1" name="Freeform 50">
                <a:extLst>
                  <a:ext uri="{FF2B5EF4-FFF2-40B4-BE49-F238E27FC236}">
                    <a16:creationId xmlns:a16="http://schemas.microsoft.com/office/drawing/2014/main" id="{7C8C95F8-F4D5-4009-AA0F-B3DF27E5730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5" y="7723"/>
                <a:ext cx="12" cy="18"/>
              </a:xfrm>
              <a:custGeom>
                <a:avLst/>
                <a:gdLst>
                  <a:gd name="T0" fmla="*/ 4 w 16"/>
                  <a:gd name="T1" fmla="*/ 13 h 25"/>
                  <a:gd name="T2" fmla="*/ 8 w 16"/>
                  <a:gd name="T3" fmla="*/ 19 h 25"/>
                  <a:gd name="T4" fmla="*/ 16 w 16"/>
                  <a:gd name="T5" fmla="*/ 1 h 25"/>
                  <a:gd name="T6" fmla="*/ 15 w 16"/>
                  <a:gd name="T7" fmla="*/ 0 h 25"/>
                  <a:gd name="T8" fmla="*/ 7 w 16"/>
                  <a:gd name="T9" fmla="*/ 17 h 25"/>
                  <a:gd name="T10" fmla="*/ 6 w 16"/>
                  <a:gd name="T11" fmla="*/ 15 h 25"/>
                  <a:gd name="T12" fmla="*/ 12 w 16"/>
                  <a:gd name="T13" fmla="*/ 5 h 25"/>
                  <a:gd name="T14" fmla="*/ 12 w 16"/>
                  <a:gd name="T15" fmla="*/ 4 h 25"/>
                  <a:gd name="T16" fmla="*/ 4 w 16"/>
                  <a:gd name="T17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13"/>
                    </a:moveTo>
                    <a:cubicBezTo>
                      <a:pt x="0" y="20"/>
                      <a:pt x="6" y="25"/>
                      <a:pt x="8" y="19"/>
                    </a:cubicBezTo>
                    <a:cubicBezTo>
                      <a:pt x="10" y="16"/>
                      <a:pt x="15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2"/>
                      <a:pt x="8" y="16"/>
                      <a:pt x="7" y="17"/>
                    </a:cubicBezTo>
                    <a:cubicBezTo>
                      <a:pt x="6" y="19"/>
                      <a:pt x="4" y="17"/>
                      <a:pt x="6" y="15"/>
                    </a:cubicBezTo>
                    <a:cubicBezTo>
                      <a:pt x="7" y="12"/>
                      <a:pt x="12" y="5"/>
                      <a:pt x="12" y="5"/>
                    </a:cubicBezTo>
                    <a:cubicBezTo>
                      <a:pt x="12" y="5"/>
                      <a:pt x="13" y="4"/>
                      <a:pt x="12" y="4"/>
                    </a:cubicBezTo>
                    <a:cubicBezTo>
                      <a:pt x="12" y="5"/>
                      <a:pt x="8" y="7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2" name="Freeform 51">
                <a:extLst>
                  <a:ext uri="{FF2B5EF4-FFF2-40B4-BE49-F238E27FC236}">
                    <a16:creationId xmlns:a16="http://schemas.microsoft.com/office/drawing/2014/main" id="{A6C91275-0656-420A-8322-365AE407EB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45" y="7647"/>
                <a:ext cx="100" cy="51"/>
              </a:xfrm>
              <a:custGeom>
                <a:avLst/>
                <a:gdLst>
                  <a:gd name="T0" fmla="*/ 18 w 135"/>
                  <a:gd name="T1" fmla="*/ 64 h 69"/>
                  <a:gd name="T2" fmla="*/ 134 w 135"/>
                  <a:gd name="T3" fmla="*/ 3 h 69"/>
                  <a:gd name="T4" fmla="*/ 133 w 135"/>
                  <a:gd name="T5" fmla="*/ 1 h 69"/>
                  <a:gd name="T6" fmla="*/ 18 w 135"/>
                  <a:gd name="T7" fmla="*/ 59 h 69"/>
                  <a:gd name="T8" fmla="*/ 16 w 135"/>
                  <a:gd name="T9" fmla="*/ 54 h 69"/>
                  <a:gd name="T10" fmla="*/ 123 w 135"/>
                  <a:gd name="T11" fmla="*/ 4 h 69"/>
                  <a:gd name="T12" fmla="*/ 123 w 135"/>
                  <a:gd name="T13" fmla="*/ 4 h 69"/>
                  <a:gd name="T14" fmla="*/ 14 w 135"/>
                  <a:gd name="T15" fmla="*/ 50 h 69"/>
                  <a:gd name="T16" fmla="*/ 18 w 135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8" y="64"/>
                    </a:moveTo>
                    <a:cubicBezTo>
                      <a:pt x="24" y="60"/>
                      <a:pt x="131" y="5"/>
                      <a:pt x="134" y="3"/>
                    </a:cubicBezTo>
                    <a:cubicBezTo>
                      <a:pt x="135" y="2"/>
                      <a:pt x="135" y="0"/>
                      <a:pt x="133" y="1"/>
                    </a:cubicBezTo>
                    <a:cubicBezTo>
                      <a:pt x="130" y="3"/>
                      <a:pt x="20" y="58"/>
                      <a:pt x="18" y="59"/>
                    </a:cubicBezTo>
                    <a:cubicBezTo>
                      <a:pt x="13" y="61"/>
                      <a:pt x="11" y="56"/>
                      <a:pt x="16" y="54"/>
                    </a:cubicBezTo>
                    <a:cubicBezTo>
                      <a:pt x="22" y="51"/>
                      <a:pt x="124" y="4"/>
                      <a:pt x="123" y="4"/>
                    </a:cubicBezTo>
                    <a:cubicBezTo>
                      <a:pt x="122" y="5"/>
                      <a:pt x="124" y="3"/>
                      <a:pt x="123" y="4"/>
                    </a:cubicBezTo>
                    <a:cubicBezTo>
                      <a:pt x="122" y="4"/>
                      <a:pt x="27" y="45"/>
                      <a:pt x="14" y="50"/>
                    </a:cubicBezTo>
                    <a:cubicBezTo>
                      <a:pt x="0" y="56"/>
                      <a:pt x="7" y="69"/>
                      <a:pt x="18" y="6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3" name="Freeform 52">
                <a:extLst>
                  <a:ext uri="{FF2B5EF4-FFF2-40B4-BE49-F238E27FC236}">
                    <a16:creationId xmlns:a16="http://schemas.microsoft.com/office/drawing/2014/main" id="{787AC2C5-DDB1-4875-A8B7-307F3C3E25C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8" y="7679"/>
                <a:ext cx="101" cy="112"/>
              </a:xfrm>
              <a:custGeom>
                <a:avLst/>
                <a:gdLst>
                  <a:gd name="T0" fmla="*/ 19 w 135"/>
                  <a:gd name="T1" fmla="*/ 141 h 150"/>
                  <a:gd name="T2" fmla="*/ 51 w 135"/>
                  <a:gd name="T3" fmla="*/ 103 h 150"/>
                  <a:gd name="T4" fmla="*/ 64 w 135"/>
                  <a:gd name="T5" fmla="*/ 104 h 150"/>
                  <a:gd name="T6" fmla="*/ 132 w 135"/>
                  <a:gd name="T7" fmla="*/ 10 h 150"/>
                  <a:gd name="T8" fmla="*/ 131 w 135"/>
                  <a:gd name="T9" fmla="*/ 9 h 150"/>
                  <a:gd name="T10" fmla="*/ 61 w 135"/>
                  <a:gd name="T11" fmla="*/ 100 h 150"/>
                  <a:gd name="T12" fmla="*/ 57 w 135"/>
                  <a:gd name="T13" fmla="*/ 96 h 150"/>
                  <a:gd name="T14" fmla="*/ 115 w 135"/>
                  <a:gd name="T15" fmla="*/ 27 h 150"/>
                  <a:gd name="T16" fmla="*/ 134 w 135"/>
                  <a:gd name="T17" fmla="*/ 3 h 150"/>
                  <a:gd name="T18" fmla="*/ 133 w 135"/>
                  <a:gd name="T19" fmla="*/ 2 h 150"/>
                  <a:gd name="T20" fmla="*/ 17 w 135"/>
                  <a:gd name="T21" fmla="*/ 137 h 150"/>
                  <a:gd name="T22" fmla="*/ 13 w 135"/>
                  <a:gd name="T23" fmla="*/ 132 h 150"/>
                  <a:gd name="T24" fmla="*/ 125 w 135"/>
                  <a:gd name="T25" fmla="*/ 8 h 150"/>
                  <a:gd name="T26" fmla="*/ 125 w 135"/>
                  <a:gd name="T27" fmla="*/ 8 h 150"/>
                  <a:gd name="T28" fmla="*/ 10 w 135"/>
                  <a:gd name="T29" fmla="*/ 129 h 150"/>
                  <a:gd name="T30" fmla="*/ 19 w 135"/>
                  <a:gd name="T31" fmla="*/ 14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9" y="141"/>
                    </a:moveTo>
                    <a:cubicBezTo>
                      <a:pt x="21" y="139"/>
                      <a:pt x="34" y="123"/>
                      <a:pt x="51" y="103"/>
                    </a:cubicBezTo>
                    <a:cubicBezTo>
                      <a:pt x="51" y="109"/>
                      <a:pt x="59" y="111"/>
                      <a:pt x="64" y="104"/>
                    </a:cubicBezTo>
                    <a:cubicBezTo>
                      <a:pt x="67" y="99"/>
                      <a:pt x="130" y="13"/>
                      <a:pt x="132" y="10"/>
                    </a:cubicBezTo>
                    <a:cubicBezTo>
                      <a:pt x="133" y="9"/>
                      <a:pt x="132" y="7"/>
                      <a:pt x="131" y="9"/>
                    </a:cubicBezTo>
                    <a:cubicBezTo>
                      <a:pt x="129" y="11"/>
                      <a:pt x="63" y="98"/>
                      <a:pt x="61" y="100"/>
                    </a:cubicBezTo>
                    <a:cubicBezTo>
                      <a:pt x="58" y="104"/>
                      <a:pt x="54" y="101"/>
                      <a:pt x="57" y="96"/>
                    </a:cubicBezTo>
                    <a:cubicBezTo>
                      <a:pt x="60" y="92"/>
                      <a:pt x="97" y="47"/>
                      <a:pt x="115" y="27"/>
                    </a:cubicBezTo>
                    <a:cubicBezTo>
                      <a:pt x="126" y="13"/>
                      <a:pt x="134" y="4"/>
                      <a:pt x="134" y="3"/>
                    </a:cubicBezTo>
                    <a:cubicBezTo>
                      <a:pt x="135" y="2"/>
                      <a:pt x="134" y="0"/>
                      <a:pt x="133" y="2"/>
                    </a:cubicBezTo>
                    <a:cubicBezTo>
                      <a:pt x="131" y="4"/>
                      <a:pt x="19" y="135"/>
                      <a:pt x="17" y="137"/>
                    </a:cubicBezTo>
                    <a:cubicBezTo>
                      <a:pt x="14" y="140"/>
                      <a:pt x="9" y="137"/>
                      <a:pt x="13" y="132"/>
                    </a:cubicBezTo>
                    <a:cubicBezTo>
                      <a:pt x="17" y="127"/>
                      <a:pt x="126" y="8"/>
                      <a:pt x="125" y="8"/>
                    </a:cubicBezTo>
                    <a:cubicBezTo>
                      <a:pt x="125" y="9"/>
                      <a:pt x="126" y="7"/>
                      <a:pt x="125" y="8"/>
                    </a:cubicBezTo>
                    <a:cubicBezTo>
                      <a:pt x="124" y="8"/>
                      <a:pt x="20" y="119"/>
                      <a:pt x="10" y="129"/>
                    </a:cubicBezTo>
                    <a:cubicBezTo>
                      <a:pt x="0" y="141"/>
                      <a:pt x="12" y="150"/>
                      <a:pt x="19" y="1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4" name="Freeform 53">
                <a:extLst>
                  <a:ext uri="{FF2B5EF4-FFF2-40B4-BE49-F238E27FC236}">
                    <a16:creationId xmlns:a16="http://schemas.microsoft.com/office/drawing/2014/main" id="{BA45FEB5-2C38-402F-B1AC-633AF628C91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1" y="7682"/>
                <a:ext cx="66" cy="51"/>
              </a:xfrm>
              <a:custGeom>
                <a:avLst/>
                <a:gdLst>
                  <a:gd name="T0" fmla="*/ 70 w 89"/>
                  <a:gd name="T1" fmla="*/ 61 h 69"/>
                  <a:gd name="T2" fmla="*/ 77 w 89"/>
                  <a:gd name="T3" fmla="*/ 49 h 69"/>
                  <a:gd name="T4" fmla="*/ 12 w 89"/>
                  <a:gd name="T5" fmla="*/ 5 h 69"/>
                  <a:gd name="T6" fmla="*/ 12 w 89"/>
                  <a:gd name="T7" fmla="*/ 6 h 69"/>
                  <a:gd name="T8" fmla="*/ 75 w 89"/>
                  <a:gd name="T9" fmla="*/ 52 h 69"/>
                  <a:gd name="T10" fmla="*/ 72 w 89"/>
                  <a:gd name="T11" fmla="*/ 57 h 69"/>
                  <a:gd name="T12" fmla="*/ 3 w 89"/>
                  <a:gd name="T13" fmla="*/ 1 h 69"/>
                  <a:gd name="T14" fmla="*/ 1 w 89"/>
                  <a:gd name="T15" fmla="*/ 2 h 69"/>
                  <a:gd name="T16" fmla="*/ 70 w 89"/>
                  <a:gd name="T17" fmla="*/ 6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70" y="61"/>
                    </a:moveTo>
                    <a:cubicBezTo>
                      <a:pt x="80" y="69"/>
                      <a:pt x="89" y="57"/>
                      <a:pt x="77" y="49"/>
                    </a:cubicBezTo>
                    <a:cubicBezTo>
                      <a:pt x="66" y="41"/>
                      <a:pt x="13" y="5"/>
                      <a:pt x="12" y="5"/>
                    </a:cubicBezTo>
                    <a:cubicBezTo>
                      <a:pt x="11" y="5"/>
                      <a:pt x="12" y="7"/>
                      <a:pt x="12" y="6"/>
                    </a:cubicBezTo>
                    <a:cubicBezTo>
                      <a:pt x="11" y="5"/>
                      <a:pt x="69" y="48"/>
                      <a:pt x="75" y="52"/>
                    </a:cubicBezTo>
                    <a:cubicBezTo>
                      <a:pt x="79" y="55"/>
                      <a:pt x="76" y="60"/>
                      <a:pt x="72" y="57"/>
                    </a:cubicBezTo>
                    <a:cubicBezTo>
                      <a:pt x="70" y="56"/>
                      <a:pt x="5" y="3"/>
                      <a:pt x="3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4"/>
                      <a:pt x="65" y="57"/>
                      <a:pt x="70" y="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5" name="Freeform 54">
                <a:extLst>
                  <a:ext uri="{FF2B5EF4-FFF2-40B4-BE49-F238E27FC236}">
                    <a16:creationId xmlns:a16="http://schemas.microsoft.com/office/drawing/2014/main" id="{09FF54AE-17E2-41C3-9BDA-CD95DBE9BBD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2" y="7661"/>
                <a:ext cx="61" cy="37"/>
              </a:xfrm>
              <a:custGeom>
                <a:avLst/>
                <a:gdLst>
                  <a:gd name="T0" fmla="*/ 67 w 82"/>
                  <a:gd name="T1" fmla="*/ 41 h 50"/>
                  <a:gd name="T2" fmla="*/ 2 w 82"/>
                  <a:gd name="T3" fmla="*/ 1 h 50"/>
                  <a:gd name="T4" fmla="*/ 1 w 82"/>
                  <a:gd name="T5" fmla="*/ 2 h 50"/>
                  <a:gd name="T6" fmla="*/ 67 w 82"/>
                  <a:gd name="T7" fmla="*/ 44 h 50"/>
                  <a:gd name="T8" fmla="*/ 71 w 82"/>
                  <a:gd name="T9" fmla="*/ 33 h 50"/>
                  <a:gd name="T10" fmla="*/ 10 w 82"/>
                  <a:gd name="T11" fmla="*/ 3 h 50"/>
                  <a:gd name="T12" fmla="*/ 10 w 82"/>
                  <a:gd name="T13" fmla="*/ 4 h 50"/>
                  <a:gd name="T14" fmla="*/ 69 w 82"/>
                  <a:gd name="T15" fmla="*/ 36 h 50"/>
                  <a:gd name="T16" fmla="*/ 67 w 82"/>
                  <a:gd name="T17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50">
                    <a:moveTo>
                      <a:pt x="67" y="41"/>
                    </a:moveTo>
                    <a:cubicBezTo>
                      <a:pt x="65" y="40"/>
                      <a:pt x="4" y="2"/>
                      <a:pt x="2" y="1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3" y="4"/>
                      <a:pt x="62" y="41"/>
                      <a:pt x="67" y="44"/>
                    </a:cubicBezTo>
                    <a:cubicBezTo>
                      <a:pt x="75" y="50"/>
                      <a:pt x="82" y="39"/>
                      <a:pt x="71" y="33"/>
                    </a:cubicBezTo>
                    <a:cubicBezTo>
                      <a:pt x="60" y="28"/>
                      <a:pt x="11" y="3"/>
                      <a:pt x="10" y="3"/>
                    </a:cubicBezTo>
                    <a:cubicBezTo>
                      <a:pt x="9" y="3"/>
                      <a:pt x="11" y="5"/>
                      <a:pt x="10" y="4"/>
                    </a:cubicBezTo>
                    <a:cubicBezTo>
                      <a:pt x="9" y="3"/>
                      <a:pt x="64" y="33"/>
                      <a:pt x="69" y="36"/>
                    </a:cubicBezTo>
                    <a:cubicBezTo>
                      <a:pt x="73" y="38"/>
                      <a:pt x="71" y="43"/>
                      <a:pt x="67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6" name="Freeform 55">
                <a:extLst>
                  <a:ext uri="{FF2B5EF4-FFF2-40B4-BE49-F238E27FC236}">
                    <a16:creationId xmlns:a16="http://schemas.microsoft.com/office/drawing/2014/main" id="{6F2376D7-EDFF-42A6-93DB-F37EAD83544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0" y="7644"/>
                <a:ext cx="50" cy="18"/>
              </a:xfrm>
              <a:custGeom>
                <a:avLst/>
                <a:gdLst>
                  <a:gd name="T0" fmla="*/ 55 w 68"/>
                  <a:gd name="T1" fmla="*/ 9 h 25"/>
                  <a:gd name="T2" fmla="*/ 11 w 68"/>
                  <a:gd name="T3" fmla="*/ 1 h 25"/>
                  <a:gd name="T4" fmla="*/ 11 w 68"/>
                  <a:gd name="T5" fmla="*/ 2 h 25"/>
                  <a:gd name="T6" fmla="*/ 54 w 68"/>
                  <a:gd name="T7" fmla="*/ 13 h 25"/>
                  <a:gd name="T8" fmla="*/ 54 w 68"/>
                  <a:gd name="T9" fmla="*/ 18 h 25"/>
                  <a:gd name="T10" fmla="*/ 2 w 68"/>
                  <a:gd name="T11" fmla="*/ 0 h 25"/>
                  <a:gd name="T12" fmla="*/ 2 w 68"/>
                  <a:gd name="T13" fmla="*/ 2 h 25"/>
                  <a:gd name="T14" fmla="*/ 54 w 68"/>
                  <a:gd name="T15" fmla="*/ 21 h 25"/>
                  <a:gd name="T16" fmla="*/ 55 w 68"/>
                  <a:gd name="T17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5">
                    <a:moveTo>
                      <a:pt x="55" y="9"/>
                    </a:moveTo>
                    <a:cubicBezTo>
                      <a:pt x="44" y="6"/>
                      <a:pt x="11" y="1"/>
                      <a:pt x="11" y="1"/>
                    </a:cubicBezTo>
                    <a:cubicBezTo>
                      <a:pt x="10" y="1"/>
                      <a:pt x="12" y="2"/>
                      <a:pt x="11" y="2"/>
                    </a:cubicBezTo>
                    <a:cubicBezTo>
                      <a:pt x="10" y="1"/>
                      <a:pt x="49" y="11"/>
                      <a:pt x="54" y="13"/>
                    </a:cubicBezTo>
                    <a:cubicBezTo>
                      <a:pt x="59" y="14"/>
                      <a:pt x="57" y="19"/>
                      <a:pt x="54" y="18"/>
                    </a:cubicBezTo>
                    <a:cubicBezTo>
                      <a:pt x="52" y="17"/>
                      <a:pt x="5" y="1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  <a:cubicBezTo>
                      <a:pt x="4" y="3"/>
                      <a:pt x="49" y="20"/>
                      <a:pt x="54" y="21"/>
                    </a:cubicBezTo>
                    <a:cubicBezTo>
                      <a:pt x="64" y="25"/>
                      <a:pt x="68" y="13"/>
                      <a:pt x="55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7" name="Freeform 56">
                <a:extLst>
                  <a:ext uri="{FF2B5EF4-FFF2-40B4-BE49-F238E27FC236}">
                    <a16:creationId xmlns:a16="http://schemas.microsoft.com/office/drawing/2014/main" id="{DE78D190-31F4-4809-8863-DEFD1D73E74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8" y="7688"/>
                <a:ext cx="20" cy="38"/>
              </a:xfrm>
              <a:custGeom>
                <a:avLst/>
                <a:gdLst>
                  <a:gd name="T0" fmla="*/ 22 w 26"/>
                  <a:gd name="T1" fmla="*/ 41 h 51"/>
                  <a:gd name="T2" fmla="*/ 4 w 26"/>
                  <a:gd name="T3" fmla="*/ 5 h 51"/>
                  <a:gd name="T4" fmla="*/ 4 w 26"/>
                  <a:gd name="T5" fmla="*/ 6 h 51"/>
                  <a:gd name="T6" fmla="*/ 20 w 26"/>
                  <a:gd name="T7" fmla="*/ 42 h 51"/>
                  <a:gd name="T8" fmla="*/ 18 w 26"/>
                  <a:gd name="T9" fmla="*/ 43 h 51"/>
                  <a:gd name="T10" fmla="*/ 1 w 26"/>
                  <a:gd name="T11" fmla="*/ 1 h 51"/>
                  <a:gd name="T12" fmla="*/ 0 w 26"/>
                  <a:gd name="T13" fmla="*/ 1 h 51"/>
                  <a:gd name="T14" fmla="*/ 16 w 26"/>
                  <a:gd name="T15" fmla="*/ 45 h 51"/>
                  <a:gd name="T16" fmla="*/ 22 w 26"/>
                  <a:gd name="T17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22" y="41"/>
                    </a:moveTo>
                    <a:cubicBezTo>
                      <a:pt x="20" y="33"/>
                      <a:pt x="5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5" y="7"/>
                      <a:pt x="19" y="38"/>
                      <a:pt x="20" y="42"/>
                    </a:cubicBezTo>
                    <a:cubicBezTo>
                      <a:pt x="22" y="44"/>
                      <a:pt x="19" y="45"/>
                      <a:pt x="18" y="43"/>
                    </a:cubicBezTo>
                    <a:cubicBezTo>
                      <a:pt x="17" y="42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5" y="41"/>
                      <a:pt x="16" y="45"/>
                    </a:cubicBezTo>
                    <a:cubicBezTo>
                      <a:pt x="18" y="51"/>
                      <a:pt x="26" y="48"/>
                      <a:pt x="22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8" name="Freeform 57">
                <a:extLst>
                  <a:ext uri="{FF2B5EF4-FFF2-40B4-BE49-F238E27FC236}">
                    <a16:creationId xmlns:a16="http://schemas.microsoft.com/office/drawing/2014/main" id="{0B2755F6-D136-4D7A-81C6-834F34A8DBE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5" y="7691"/>
                <a:ext cx="16" cy="25"/>
              </a:xfrm>
              <a:custGeom>
                <a:avLst/>
                <a:gdLst>
                  <a:gd name="T0" fmla="*/ 16 w 22"/>
                  <a:gd name="T1" fmla="*/ 28 h 33"/>
                  <a:gd name="T2" fmla="*/ 1 w 22"/>
                  <a:gd name="T3" fmla="*/ 1 h 33"/>
                  <a:gd name="T4" fmla="*/ 0 w 22"/>
                  <a:gd name="T5" fmla="*/ 1 h 33"/>
                  <a:gd name="T6" fmla="*/ 14 w 22"/>
                  <a:gd name="T7" fmla="*/ 29 h 33"/>
                  <a:gd name="T8" fmla="*/ 19 w 22"/>
                  <a:gd name="T9" fmla="*/ 26 h 33"/>
                  <a:gd name="T10" fmla="*/ 4 w 22"/>
                  <a:gd name="T11" fmla="*/ 4 h 33"/>
                  <a:gd name="T12" fmla="*/ 3 w 22"/>
                  <a:gd name="T13" fmla="*/ 4 h 33"/>
                  <a:gd name="T14" fmla="*/ 18 w 22"/>
                  <a:gd name="T15" fmla="*/ 27 h 33"/>
                  <a:gd name="T16" fmla="*/ 16 w 22"/>
                  <a:gd name="T17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6" y="28"/>
                    </a:moveTo>
                    <a:cubicBezTo>
                      <a:pt x="15" y="27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3" y="26"/>
                      <a:pt x="14" y="29"/>
                    </a:cubicBezTo>
                    <a:cubicBezTo>
                      <a:pt x="16" y="33"/>
                      <a:pt x="22" y="31"/>
                      <a:pt x="19" y="26"/>
                    </a:cubicBezTo>
                    <a:cubicBezTo>
                      <a:pt x="17" y="21"/>
                      <a:pt x="4" y="4"/>
                      <a:pt x="4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17" y="24"/>
                      <a:pt x="18" y="27"/>
                    </a:cubicBezTo>
                    <a:cubicBezTo>
                      <a:pt x="19" y="28"/>
                      <a:pt x="17" y="29"/>
                      <a:pt x="16" y="2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9" name="Freeform 58">
                <a:extLst>
                  <a:ext uri="{FF2B5EF4-FFF2-40B4-BE49-F238E27FC236}">
                    <a16:creationId xmlns:a16="http://schemas.microsoft.com/office/drawing/2014/main" id="{87588728-BD7B-451A-AD4E-273A53C5A64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3" y="7689"/>
                <a:ext cx="17" cy="17"/>
              </a:xfrm>
              <a:custGeom>
                <a:avLst/>
                <a:gdLst>
                  <a:gd name="T0" fmla="*/ 6 w 23"/>
                  <a:gd name="T1" fmla="*/ 4 h 23"/>
                  <a:gd name="T2" fmla="*/ 6 w 23"/>
                  <a:gd name="T3" fmla="*/ 5 h 23"/>
                  <a:gd name="T4" fmla="*/ 16 w 23"/>
                  <a:gd name="T5" fmla="*/ 14 h 23"/>
                  <a:gd name="T6" fmla="*/ 14 w 23"/>
                  <a:gd name="T7" fmla="*/ 16 h 23"/>
                  <a:gd name="T8" fmla="*/ 1 w 23"/>
                  <a:gd name="T9" fmla="*/ 1 h 23"/>
                  <a:gd name="T10" fmla="*/ 1 w 23"/>
                  <a:gd name="T11" fmla="*/ 1 h 23"/>
                  <a:gd name="T12" fmla="*/ 13 w 23"/>
                  <a:gd name="T13" fmla="*/ 18 h 23"/>
                  <a:gd name="T14" fmla="*/ 18 w 23"/>
                  <a:gd name="T15" fmla="*/ 12 h 23"/>
                  <a:gd name="T16" fmla="*/ 6 w 23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14" y="11"/>
                      <a:pt x="16" y="14"/>
                    </a:cubicBezTo>
                    <a:cubicBezTo>
                      <a:pt x="18" y="16"/>
                      <a:pt x="16" y="18"/>
                      <a:pt x="14" y="16"/>
                    </a:cubicBezTo>
                    <a:cubicBezTo>
                      <a:pt x="13" y="15"/>
                      <a:pt x="3" y="2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3"/>
                      <a:pt x="11" y="15"/>
                      <a:pt x="13" y="18"/>
                    </a:cubicBezTo>
                    <a:cubicBezTo>
                      <a:pt x="17" y="23"/>
                      <a:pt x="23" y="18"/>
                      <a:pt x="18" y="12"/>
                    </a:cubicBezTo>
                    <a:cubicBezTo>
                      <a:pt x="12" y="6"/>
                      <a:pt x="6" y="4"/>
                      <a:pt x="6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0" name="Freeform 59">
                <a:extLst>
                  <a:ext uri="{FF2B5EF4-FFF2-40B4-BE49-F238E27FC236}">
                    <a16:creationId xmlns:a16="http://schemas.microsoft.com/office/drawing/2014/main" id="{A45432EE-F10D-4ECE-ABB0-13769A17C6C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3" y="7626"/>
                <a:ext cx="28" cy="8"/>
              </a:xfrm>
              <a:custGeom>
                <a:avLst/>
                <a:gdLst>
                  <a:gd name="T0" fmla="*/ 27 w 37"/>
                  <a:gd name="T1" fmla="*/ 8 h 11"/>
                  <a:gd name="T2" fmla="*/ 2 w 37"/>
                  <a:gd name="T3" fmla="*/ 7 h 11"/>
                  <a:gd name="T4" fmla="*/ 2 w 37"/>
                  <a:gd name="T5" fmla="*/ 9 h 11"/>
                  <a:gd name="T6" fmla="*/ 28 w 37"/>
                  <a:gd name="T7" fmla="*/ 11 h 11"/>
                  <a:gd name="T8" fmla="*/ 26 w 37"/>
                  <a:gd name="T9" fmla="*/ 1 h 11"/>
                  <a:gd name="T10" fmla="*/ 9 w 37"/>
                  <a:gd name="T11" fmla="*/ 6 h 11"/>
                  <a:gd name="T12" fmla="*/ 9 w 37"/>
                  <a:gd name="T13" fmla="*/ 6 h 11"/>
                  <a:gd name="T14" fmla="*/ 27 w 37"/>
                  <a:gd name="T15" fmla="*/ 4 h 11"/>
                  <a:gd name="T16" fmla="*/ 27 w 37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7" y="8"/>
                    </a:moveTo>
                    <a:cubicBezTo>
                      <a:pt x="26" y="8"/>
                      <a:pt x="4" y="7"/>
                      <a:pt x="2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4" y="9"/>
                      <a:pt x="24" y="11"/>
                      <a:pt x="28" y="11"/>
                    </a:cubicBezTo>
                    <a:cubicBezTo>
                      <a:pt x="37" y="11"/>
                      <a:pt x="37" y="0"/>
                      <a:pt x="26" y="1"/>
                    </a:cubicBezTo>
                    <a:cubicBezTo>
                      <a:pt x="17" y="1"/>
                      <a:pt x="9" y="5"/>
                      <a:pt x="9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22" y="4"/>
                      <a:pt x="27" y="4"/>
                    </a:cubicBezTo>
                    <a:cubicBezTo>
                      <a:pt x="31" y="3"/>
                      <a:pt x="31" y="8"/>
                      <a:pt x="27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1" name="Freeform 60">
                <a:extLst>
                  <a:ext uri="{FF2B5EF4-FFF2-40B4-BE49-F238E27FC236}">
                    <a16:creationId xmlns:a16="http://schemas.microsoft.com/office/drawing/2014/main" id="{559650D7-D007-4062-B892-D1AB289E673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612"/>
                <a:ext cx="27" cy="10"/>
              </a:xfrm>
              <a:custGeom>
                <a:avLst/>
                <a:gdLst>
                  <a:gd name="T0" fmla="*/ 27 w 37"/>
                  <a:gd name="T1" fmla="*/ 9 h 13"/>
                  <a:gd name="T2" fmla="*/ 1 w 37"/>
                  <a:gd name="T3" fmla="*/ 11 h 13"/>
                  <a:gd name="T4" fmla="*/ 2 w 37"/>
                  <a:gd name="T5" fmla="*/ 13 h 13"/>
                  <a:gd name="T6" fmla="*/ 28 w 37"/>
                  <a:gd name="T7" fmla="*/ 12 h 13"/>
                  <a:gd name="T8" fmla="*/ 25 w 37"/>
                  <a:gd name="T9" fmla="*/ 2 h 13"/>
                  <a:gd name="T10" fmla="*/ 8 w 37"/>
                  <a:gd name="T11" fmla="*/ 9 h 13"/>
                  <a:gd name="T12" fmla="*/ 8 w 37"/>
                  <a:gd name="T13" fmla="*/ 9 h 13"/>
                  <a:gd name="T14" fmla="*/ 26 w 37"/>
                  <a:gd name="T15" fmla="*/ 5 h 13"/>
                  <a:gd name="T16" fmla="*/ 27 w 37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27" y="9"/>
                    </a:moveTo>
                    <a:cubicBezTo>
                      <a:pt x="25" y="9"/>
                      <a:pt x="3" y="11"/>
                      <a:pt x="1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4" y="13"/>
                      <a:pt x="23" y="12"/>
                      <a:pt x="28" y="12"/>
                    </a:cubicBezTo>
                    <a:cubicBezTo>
                      <a:pt x="37" y="11"/>
                      <a:pt x="36" y="0"/>
                      <a:pt x="25" y="2"/>
                    </a:cubicBezTo>
                    <a:cubicBezTo>
                      <a:pt x="15" y="4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21" y="5"/>
                      <a:pt x="26" y="5"/>
                    </a:cubicBezTo>
                    <a:cubicBezTo>
                      <a:pt x="29" y="4"/>
                      <a:pt x="30" y="8"/>
                      <a:pt x="27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2" name="Freeform 61">
                <a:extLst>
                  <a:ext uri="{FF2B5EF4-FFF2-40B4-BE49-F238E27FC236}">
                    <a16:creationId xmlns:a16="http://schemas.microsoft.com/office/drawing/2014/main" id="{2F8C13F5-B14C-47E5-AE73-1D850E9A4D6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8" y="7599"/>
                <a:ext cx="21" cy="13"/>
              </a:xfrm>
              <a:custGeom>
                <a:avLst/>
                <a:gdLst>
                  <a:gd name="T0" fmla="*/ 13 w 28"/>
                  <a:gd name="T1" fmla="*/ 5 h 18"/>
                  <a:gd name="T2" fmla="*/ 6 w 28"/>
                  <a:gd name="T3" fmla="*/ 13 h 18"/>
                  <a:gd name="T4" fmla="*/ 7 w 28"/>
                  <a:gd name="T5" fmla="*/ 13 h 18"/>
                  <a:gd name="T6" fmla="*/ 15 w 28"/>
                  <a:gd name="T7" fmla="*/ 7 h 18"/>
                  <a:gd name="T8" fmla="*/ 18 w 28"/>
                  <a:gd name="T9" fmla="*/ 10 h 18"/>
                  <a:gd name="T10" fmla="*/ 1 w 28"/>
                  <a:gd name="T11" fmla="*/ 17 h 18"/>
                  <a:gd name="T12" fmla="*/ 2 w 28"/>
                  <a:gd name="T13" fmla="*/ 18 h 18"/>
                  <a:gd name="T14" fmla="*/ 20 w 28"/>
                  <a:gd name="T15" fmla="*/ 11 h 18"/>
                  <a:gd name="T16" fmla="*/ 13 w 28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8">
                    <a:moveTo>
                      <a:pt x="13" y="5"/>
                    </a:moveTo>
                    <a:cubicBezTo>
                      <a:pt x="5" y="10"/>
                      <a:pt x="7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11" y="9"/>
                      <a:pt x="15" y="7"/>
                    </a:cubicBezTo>
                    <a:cubicBezTo>
                      <a:pt x="18" y="5"/>
                      <a:pt x="21" y="8"/>
                      <a:pt x="18" y="10"/>
                    </a:cubicBezTo>
                    <a:cubicBezTo>
                      <a:pt x="16" y="10"/>
                      <a:pt x="3" y="16"/>
                      <a:pt x="1" y="17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4" y="17"/>
                      <a:pt x="16" y="13"/>
                      <a:pt x="20" y="11"/>
                    </a:cubicBezTo>
                    <a:cubicBezTo>
                      <a:pt x="28" y="8"/>
                      <a:pt x="22" y="0"/>
                      <a:pt x="1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3" name="Freeform 62">
                <a:extLst>
                  <a:ext uri="{FF2B5EF4-FFF2-40B4-BE49-F238E27FC236}">
                    <a16:creationId xmlns:a16="http://schemas.microsoft.com/office/drawing/2014/main" id="{98C6A0B4-3A92-4004-AFB4-45DD4CF41C7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03" y="7586"/>
                <a:ext cx="23" cy="20"/>
              </a:xfrm>
              <a:custGeom>
                <a:avLst/>
                <a:gdLst>
                  <a:gd name="T0" fmla="*/ 19 w 31"/>
                  <a:gd name="T1" fmla="*/ 7 h 26"/>
                  <a:gd name="T2" fmla="*/ 5 w 31"/>
                  <a:gd name="T3" fmla="*/ 19 h 26"/>
                  <a:gd name="T4" fmla="*/ 6 w 31"/>
                  <a:gd name="T5" fmla="*/ 19 h 26"/>
                  <a:gd name="T6" fmla="*/ 20 w 31"/>
                  <a:gd name="T7" fmla="*/ 9 h 26"/>
                  <a:gd name="T8" fmla="*/ 23 w 31"/>
                  <a:gd name="T9" fmla="*/ 12 h 26"/>
                  <a:gd name="T10" fmla="*/ 1 w 31"/>
                  <a:gd name="T11" fmla="*/ 25 h 26"/>
                  <a:gd name="T12" fmla="*/ 2 w 31"/>
                  <a:gd name="T13" fmla="*/ 26 h 26"/>
                  <a:gd name="T14" fmla="*/ 25 w 31"/>
                  <a:gd name="T15" fmla="*/ 14 h 26"/>
                  <a:gd name="T16" fmla="*/ 19 w 31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6">
                    <a:moveTo>
                      <a:pt x="19" y="7"/>
                    </a:moveTo>
                    <a:cubicBezTo>
                      <a:pt x="12" y="13"/>
                      <a:pt x="6" y="19"/>
                      <a:pt x="5" y="19"/>
                    </a:cubicBezTo>
                    <a:cubicBezTo>
                      <a:pt x="5" y="20"/>
                      <a:pt x="7" y="19"/>
                      <a:pt x="6" y="19"/>
                    </a:cubicBezTo>
                    <a:cubicBezTo>
                      <a:pt x="5" y="20"/>
                      <a:pt x="17" y="12"/>
                      <a:pt x="20" y="9"/>
                    </a:cubicBezTo>
                    <a:cubicBezTo>
                      <a:pt x="23" y="7"/>
                      <a:pt x="25" y="10"/>
                      <a:pt x="23" y="12"/>
                    </a:cubicBezTo>
                    <a:cubicBezTo>
                      <a:pt x="21" y="13"/>
                      <a:pt x="3" y="23"/>
                      <a:pt x="1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4" y="25"/>
                      <a:pt x="21" y="17"/>
                      <a:pt x="25" y="14"/>
                    </a:cubicBezTo>
                    <a:cubicBezTo>
                      <a:pt x="31" y="10"/>
                      <a:pt x="27" y="0"/>
                      <a:pt x="19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4" name="Freeform 63">
                <a:extLst>
                  <a:ext uri="{FF2B5EF4-FFF2-40B4-BE49-F238E27FC236}">
                    <a16:creationId xmlns:a16="http://schemas.microsoft.com/office/drawing/2014/main" id="{8902D543-E9B6-4A6E-A0A3-D3EE65745D9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6" y="7580"/>
                <a:ext cx="13" cy="15"/>
              </a:xfrm>
              <a:custGeom>
                <a:avLst/>
                <a:gdLst>
                  <a:gd name="T0" fmla="*/ 0 w 18"/>
                  <a:gd name="T1" fmla="*/ 19 h 20"/>
                  <a:gd name="T2" fmla="*/ 1 w 18"/>
                  <a:gd name="T3" fmla="*/ 19 h 20"/>
                  <a:gd name="T4" fmla="*/ 14 w 18"/>
                  <a:gd name="T5" fmla="*/ 9 h 20"/>
                  <a:gd name="T6" fmla="*/ 9 w 18"/>
                  <a:gd name="T7" fmla="*/ 5 h 20"/>
                  <a:gd name="T8" fmla="*/ 2 w 18"/>
                  <a:gd name="T9" fmla="*/ 15 h 20"/>
                  <a:gd name="T10" fmla="*/ 3 w 18"/>
                  <a:gd name="T11" fmla="*/ 15 h 20"/>
                  <a:gd name="T12" fmla="*/ 11 w 18"/>
                  <a:gd name="T13" fmla="*/ 6 h 20"/>
                  <a:gd name="T14" fmla="*/ 12 w 18"/>
                  <a:gd name="T15" fmla="*/ 8 h 20"/>
                  <a:gd name="T16" fmla="*/ 0 w 18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0" y="19"/>
                    </a:moveTo>
                    <a:cubicBezTo>
                      <a:pt x="0" y="19"/>
                      <a:pt x="0" y="20"/>
                      <a:pt x="1" y="19"/>
                    </a:cubicBezTo>
                    <a:cubicBezTo>
                      <a:pt x="2" y="18"/>
                      <a:pt x="12" y="11"/>
                      <a:pt x="14" y="9"/>
                    </a:cubicBezTo>
                    <a:cubicBezTo>
                      <a:pt x="18" y="5"/>
                      <a:pt x="13" y="0"/>
                      <a:pt x="9" y="5"/>
                    </a:cubicBezTo>
                    <a:cubicBezTo>
                      <a:pt x="5" y="10"/>
                      <a:pt x="2" y="14"/>
                      <a:pt x="2" y="15"/>
                    </a:cubicBezTo>
                    <a:cubicBezTo>
                      <a:pt x="2" y="15"/>
                      <a:pt x="3" y="14"/>
                      <a:pt x="3" y="15"/>
                    </a:cubicBezTo>
                    <a:cubicBezTo>
                      <a:pt x="2" y="15"/>
                      <a:pt x="9" y="8"/>
                      <a:pt x="11" y="6"/>
                    </a:cubicBezTo>
                    <a:cubicBezTo>
                      <a:pt x="12" y="4"/>
                      <a:pt x="14" y="6"/>
                      <a:pt x="12" y="8"/>
                    </a:cubicBezTo>
                    <a:cubicBezTo>
                      <a:pt x="12" y="9"/>
                      <a:pt x="1" y="18"/>
                      <a:pt x="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5" name="Freeform 64">
                <a:extLst>
                  <a:ext uri="{FF2B5EF4-FFF2-40B4-BE49-F238E27FC236}">
                    <a16:creationId xmlns:a16="http://schemas.microsoft.com/office/drawing/2014/main" id="{B5F2E689-189D-4B1D-B5ED-EE60D2BFF46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65"/>
                <a:ext cx="19" cy="15"/>
              </a:xfrm>
              <a:custGeom>
                <a:avLst/>
                <a:gdLst>
                  <a:gd name="T0" fmla="*/ 17 w 26"/>
                  <a:gd name="T1" fmla="*/ 13 h 20"/>
                  <a:gd name="T2" fmla="*/ 2 w 26"/>
                  <a:gd name="T3" fmla="*/ 0 h 20"/>
                  <a:gd name="T4" fmla="*/ 1 w 26"/>
                  <a:gd name="T5" fmla="*/ 1 h 20"/>
                  <a:gd name="T6" fmla="*/ 16 w 26"/>
                  <a:gd name="T7" fmla="*/ 15 h 20"/>
                  <a:gd name="T8" fmla="*/ 19 w 26"/>
                  <a:gd name="T9" fmla="*/ 9 h 20"/>
                  <a:gd name="T10" fmla="*/ 7 w 26"/>
                  <a:gd name="T11" fmla="*/ 3 h 20"/>
                  <a:gd name="T12" fmla="*/ 7 w 26"/>
                  <a:gd name="T13" fmla="*/ 3 h 20"/>
                  <a:gd name="T14" fmla="*/ 18 w 26"/>
                  <a:gd name="T15" fmla="*/ 10 h 20"/>
                  <a:gd name="T16" fmla="*/ 17 w 26"/>
                  <a:gd name="T1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7" y="13"/>
                    </a:moveTo>
                    <a:cubicBezTo>
                      <a:pt x="15" y="12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13" y="13"/>
                      <a:pt x="16" y="15"/>
                    </a:cubicBezTo>
                    <a:cubicBezTo>
                      <a:pt x="21" y="20"/>
                      <a:pt x="26" y="14"/>
                      <a:pt x="19" y="9"/>
                    </a:cubicBezTo>
                    <a:cubicBezTo>
                      <a:pt x="13" y="4"/>
                      <a:pt x="7" y="3"/>
                      <a:pt x="7" y="3"/>
                    </a:cubicBezTo>
                    <a:cubicBezTo>
                      <a:pt x="6" y="2"/>
                      <a:pt x="7" y="4"/>
                      <a:pt x="7" y="3"/>
                    </a:cubicBezTo>
                    <a:cubicBezTo>
                      <a:pt x="6" y="3"/>
                      <a:pt x="15" y="8"/>
                      <a:pt x="18" y="10"/>
                    </a:cubicBezTo>
                    <a:cubicBezTo>
                      <a:pt x="21" y="12"/>
                      <a:pt x="19" y="15"/>
                      <a:pt x="17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6" name="Freeform 65">
                <a:extLst>
                  <a:ext uri="{FF2B5EF4-FFF2-40B4-BE49-F238E27FC236}">
                    <a16:creationId xmlns:a16="http://schemas.microsoft.com/office/drawing/2014/main" id="{771F9865-6013-4BBE-9B1C-A848E727671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722"/>
                <a:ext cx="12" cy="19"/>
              </a:xfrm>
              <a:custGeom>
                <a:avLst/>
                <a:gdLst>
                  <a:gd name="T0" fmla="*/ 9 w 16"/>
                  <a:gd name="T1" fmla="*/ 18 h 25"/>
                  <a:gd name="T2" fmla="*/ 1 w 16"/>
                  <a:gd name="T3" fmla="*/ 1 h 25"/>
                  <a:gd name="T4" fmla="*/ 1 w 16"/>
                  <a:gd name="T5" fmla="*/ 2 h 25"/>
                  <a:gd name="T6" fmla="*/ 8 w 16"/>
                  <a:gd name="T7" fmla="*/ 20 h 25"/>
                  <a:gd name="T8" fmla="*/ 12 w 16"/>
                  <a:gd name="T9" fmla="*/ 14 h 25"/>
                  <a:gd name="T10" fmla="*/ 4 w 16"/>
                  <a:gd name="T11" fmla="*/ 5 h 25"/>
                  <a:gd name="T12" fmla="*/ 4 w 16"/>
                  <a:gd name="T13" fmla="*/ 5 h 25"/>
                  <a:gd name="T14" fmla="*/ 11 w 16"/>
                  <a:gd name="T15" fmla="*/ 15 h 25"/>
                  <a:gd name="T16" fmla="*/ 9 w 16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9" y="18"/>
                    </a:moveTo>
                    <a:cubicBezTo>
                      <a:pt x="9" y="16"/>
                      <a:pt x="2" y="2"/>
                      <a:pt x="1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7" y="16"/>
                      <a:pt x="8" y="20"/>
                    </a:cubicBezTo>
                    <a:cubicBezTo>
                      <a:pt x="11" y="25"/>
                      <a:pt x="16" y="21"/>
                      <a:pt x="12" y="14"/>
                    </a:cubicBezTo>
                    <a:cubicBezTo>
                      <a:pt x="9" y="8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0" y="13"/>
                      <a:pt x="11" y="15"/>
                    </a:cubicBezTo>
                    <a:cubicBezTo>
                      <a:pt x="12" y="18"/>
                      <a:pt x="10" y="20"/>
                      <a:pt x="9" y="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7" name="Freeform 66">
                <a:extLst>
                  <a:ext uri="{FF2B5EF4-FFF2-40B4-BE49-F238E27FC236}">
                    <a16:creationId xmlns:a16="http://schemas.microsoft.com/office/drawing/2014/main" id="{EBA80D1A-3C68-46DB-A420-E2B9233279E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7" y="7647"/>
                <a:ext cx="101" cy="51"/>
              </a:xfrm>
              <a:custGeom>
                <a:avLst/>
                <a:gdLst>
                  <a:gd name="T0" fmla="*/ 121 w 135"/>
                  <a:gd name="T1" fmla="*/ 49 h 69"/>
                  <a:gd name="T2" fmla="*/ 12 w 135"/>
                  <a:gd name="T3" fmla="*/ 3 h 69"/>
                  <a:gd name="T4" fmla="*/ 12 w 135"/>
                  <a:gd name="T5" fmla="*/ 4 h 69"/>
                  <a:gd name="T6" fmla="*/ 120 w 135"/>
                  <a:gd name="T7" fmla="*/ 53 h 69"/>
                  <a:gd name="T8" fmla="*/ 118 w 135"/>
                  <a:gd name="T9" fmla="*/ 58 h 69"/>
                  <a:gd name="T10" fmla="*/ 2 w 135"/>
                  <a:gd name="T11" fmla="*/ 0 h 69"/>
                  <a:gd name="T12" fmla="*/ 2 w 135"/>
                  <a:gd name="T13" fmla="*/ 2 h 69"/>
                  <a:gd name="T14" fmla="*/ 117 w 135"/>
                  <a:gd name="T15" fmla="*/ 63 h 69"/>
                  <a:gd name="T16" fmla="*/ 121 w 135"/>
                  <a:gd name="T17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21" y="49"/>
                    </a:moveTo>
                    <a:cubicBezTo>
                      <a:pt x="108" y="44"/>
                      <a:pt x="13" y="3"/>
                      <a:pt x="12" y="3"/>
                    </a:cubicBezTo>
                    <a:cubicBezTo>
                      <a:pt x="11" y="3"/>
                      <a:pt x="13" y="4"/>
                      <a:pt x="12" y="4"/>
                    </a:cubicBezTo>
                    <a:cubicBezTo>
                      <a:pt x="11" y="3"/>
                      <a:pt x="114" y="50"/>
                      <a:pt x="120" y="53"/>
                    </a:cubicBezTo>
                    <a:cubicBezTo>
                      <a:pt x="125" y="55"/>
                      <a:pt x="122" y="60"/>
                      <a:pt x="118" y="58"/>
                    </a:cubicBezTo>
                    <a:cubicBezTo>
                      <a:pt x="115" y="57"/>
                      <a:pt x="5" y="2"/>
                      <a:pt x="2" y="0"/>
                    </a:cubicBezTo>
                    <a:cubicBezTo>
                      <a:pt x="1" y="0"/>
                      <a:pt x="0" y="1"/>
                      <a:pt x="2" y="2"/>
                    </a:cubicBezTo>
                    <a:cubicBezTo>
                      <a:pt x="5" y="4"/>
                      <a:pt x="111" y="59"/>
                      <a:pt x="117" y="63"/>
                    </a:cubicBezTo>
                    <a:cubicBezTo>
                      <a:pt x="128" y="69"/>
                      <a:pt x="135" y="55"/>
                      <a:pt x="121" y="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8" name="Freeform 67">
                <a:extLst>
                  <a:ext uri="{FF2B5EF4-FFF2-40B4-BE49-F238E27FC236}">
                    <a16:creationId xmlns:a16="http://schemas.microsoft.com/office/drawing/2014/main" id="{636FA063-46E6-4297-B777-AF5874A0CEF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82"/>
                <a:ext cx="100" cy="112"/>
              </a:xfrm>
              <a:custGeom>
                <a:avLst/>
                <a:gdLst>
                  <a:gd name="T0" fmla="*/ 10 w 135"/>
                  <a:gd name="T1" fmla="*/ 7 h 150"/>
                  <a:gd name="T2" fmla="*/ 10 w 135"/>
                  <a:gd name="T3" fmla="*/ 8 h 150"/>
                  <a:gd name="T4" fmla="*/ 122 w 135"/>
                  <a:gd name="T5" fmla="*/ 132 h 150"/>
                  <a:gd name="T6" fmla="*/ 118 w 135"/>
                  <a:gd name="T7" fmla="*/ 136 h 150"/>
                  <a:gd name="T8" fmla="*/ 2 w 135"/>
                  <a:gd name="T9" fmla="*/ 1 h 150"/>
                  <a:gd name="T10" fmla="*/ 1 w 135"/>
                  <a:gd name="T11" fmla="*/ 3 h 150"/>
                  <a:gd name="T12" fmla="*/ 19 w 135"/>
                  <a:gd name="T13" fmla="*/ 25 h 150"/>
                  <a:gd name="T14" fmla="*/ 78 w 135"/>
                  <a:gd name="T15" fmla="*/ 96 h 150"/>
                  <a:gd name="T16" fmla="*/ 74 w 135"/>
                  <a:gd name="T17" fmla="*/ 100 h 150"/>
                  <a:gd name="T18" fmla="*/ 4 w 135"/>
                  <a:gd name="T19" fmla="*/ 9 h 150"/>
                  <a:gd name="T20" fmla="*/ 3 w 135"/>
                  <a:gd name="T21" fmla="*/ 10 h 150"/>
                  <a:gd name="T22" fmla="*/ 72 w 135"/>
                  <a:gd name="T23" fmla="*/ 104 h 150"/>
                  <a:gd name="T24" fmla="*/ 85 w 135"/>
                  <a:gd name="T25" fmla="*/ 102 h 150"/>
                  <a:gd name="T26" fmla="*/ 116 w 135"/>
                  <a:gd name="T27" fmla="*/ 140 h 150"/>
                  <a:gd name="T28" fmla="*/ 125 w 135"/>
                  <a:gd name="T29" fmla="*/ 129 h 150"/>
                  <a:gd name="T30" fmla="*/ 10 w 135"/>
                  <a:gd name="T31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0" y="7"/>
                    </a:moveTo>
                    <a:cubicBezTo>
                      <a:pt x="10" y="7"/>
                      <a:pt x="11" y="9"/>
                      <a:pt x="10" y="8"/>
                    </a:cubicBezTo>
                    <a:cubicBezTo>
                      <a:pt x="9" y="7"/>
                      <a:pt x="118" y="127"/>
                      <a:pt x="122" y="132"/>
                    </a:cubicBezTo>
                    <a:cubicBezTo>
                      <a:pt x="126" y="136"/>
                      <a:pt x="121" y="140"/>
                      <a:pt x="118" y="136"/>
                    </a:cubicBezTo>
                    <a:cubicBezTo>
                      <a:pt x="117" y="135"/>
                      <a:pt x="4" y="4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3"/>
                      <a:pt x="9" y="12"/>
                      <a:pt x="19" y="25"/>
                    </a:cubicBezTo>
                    <a:cubicBezTo>
                      <a:pt x="36" y="45"/>
                      <a:pt x="75" y="92"/>
                      <a:pt x="78" y="96"/>
                    </a:cubicBezTo>
                    <a:cubicBezTo>
                      <a:pt x="82" y="100"/>
                      <a:pt x="77" y="104"/>
                      <a:pt x="74" y="100"/>
                    </a:cubicBezTo>
                    <a:cubicBezTo>
                      <a:pt x="73" y="98"/>
                      <a:pt x="6" y="11"/>
                      <a:pt x="4" y="9"/>
                    </a:cubicBezTo>
                    <a:cubicBezTo>
                      <a:pt x="3" y="7"/>
                      <a:pt x="2" y="9"/>
                      <a:pt x="3" y="10"/>
                    </a:cubicBezTo>
                    <a:cubicBezTo>
                      <a:pt x="5" y="13"/>
                      <a:pt x="68" y="98"/>
                      <a:pt x="72" y="104"/>
                    </a:cubicBezTo>
                    <a:cubicBezTo>
                      <a:pt x="77" y="111"/>
                      <a:pt x="84" y="108"/>
                      <a:pt x="85" y="102"/>
                    </a:cubicBezTo>
                    <a:cubicBezTo>
                      <a:pt x="102" y="123"/>
                      <a:pt x="115" y="138"/>
                      <a:pt x="116" y="140"/>
                    </a:cubicBezTo>
                    <a:cubicBezTo>
                      <a:pt x="123" y="150"/>
                      <a:pt x="135" y="140"/>
                      <a:pt x="125" y="129"/>
                    </a:cubicBezTo>
                    <a:cubicBezTo>
                      <a:pt x="116" y="119"/>
                      <a:pt x="11" y="8"/>
                      <a:pt x="1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9" name="Freeform 68">
                <a:extLst>
                  <a:ext uri="{FF2B5EF4-FFF2-40B4-BE49-F238E27FC236}">
                    <a16:creationId xmlns:a16="http://schemas.microsoft.com/office/drawing/2014/main" id="{F0286BB4-ECAD-4D6F-B9BC-BB346FD0636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47" y="7723"/>
                <a:ext cx="278" cy="298"/>
              </a:xfrm>
              <a:custGeom>
                <a:avLst/>
                <a:gdLst>
                  <a:gd name="T0" fmla="*/ 341 w 374"/>
                  <a:gd name="T1" fmla="*/ 190 h 399"/>
                  <a:gd name="T2" fmla="*/ 241 w 374"/>
                  <a:gd name="T3" fmla="*/ 112 h 399"/>
                  <a:gd name="T4" fmla="*/ 243 w 374"/>
                  <a:gd name="T5" fmla="*/ 84 h 399"/>
                  <a:gd name="T6" fmla="*/ 237 w 374"/>
                  <a:gd name="T7" fmla="*/ 34 h 399"/>
                  <a:gd name="T8" fmla="*/ 199 w 374"/>
                  <a:gd name="T9" fmla="*/ 31 h 399"/>
                  <a:gd name="T10" fmla="*/ 189 w 374"/>
                  <a:gd name="T11" fmla="*/ 0 h 399"/>
                  <a:gd name="T12" fmla="*/ 174 w 374"/>
                  <a:gd name="T13" fmla="*/ 31 h 399"/>
                  <a:gd name="T14" fmla="*/ 135 w 374"/>
                  <a:gd name="T15" fmla="*/ 40 h 399"/>
                  <a:gd name="T16" fmla="*/ 133 w 374"/>
                  <a:gd name="T17" fmla="*/ 87 h 399"/>
                  <a:gd name="T18" fmla="*/ 68 w 374"/>
                  <a:gd name="T19" fmla="*/ 181 h 399"/>
                  <a:gd name="T20" fmla="*/ 21 w 374"/>
                  <a:gd name="T21" fmla="*/ 193 h 399"/>
                  <a:gd name="T22" fmla="*/ 26 w 374"/>
                  <a:gd name="T23" fmla="*/ 280 h 399"/>
                  <a:gd name="T24" fmla="*/ 80 w 374"/>
                  <a:gd name="T25" fmla="*/ 360 h 399"/>
                  <a:gd name="T26" fmla="*/ 203 w 374"/>
                  <a:gd name="T27" fmla="*/ 356 h 399"/>
                  <a:gd name="T28" fmla="*/ 299 w 374"/>
                  <a:gd name="T29" fmla="*/ 337 h 399"/>
                  <a:gd name="T30" fmla="*/ 232 w 374"/>
                  <a:gd name="T31" fmla="*/ 97 h 399"/>
                  <a:gd name="T32" fmla="*/ 151 w 374"/>
                  <a:gd name="T33" fmla="*/ 91 h 399"/>
                  <a:gd name="T34" fmla="*/ 211 w 374"/>
                  <a:gd name="T35" fmla="*/ 83 h 399"/>
                  <a:gd name="T36" fmla="*/ 194 w 374"/>
                  <a:gd name="T37" fmla="*/ 84 h 399"/>
                  <a:gd name="T38" fmla="*/ 164 w 374"/>
                  <a:gd name="T39" fmla="*/ 83 h 399"/>
                  <a:gd name="T40" fmla="*/ 256 w 374"/>
                  <a:gd name="T41" fmla="*/ 65 h 399"/>
                  <a:gd name="T42" fmla="*/ 245 w 374"/>
                  <a:gd name="T43" fmla="*/ 41 h 399"/>
                  <a:gd name="T44" fmla="*/ 230 w 374"/>
                  <a:gd name="T45" fmla="*/ 60 h 399"/>
                  <a:gd name="T46" fmla="*/ 232 w 374"/>
                  <a:gd name="T47" fmla="*/ 39 h 399"/>
                  <a:gd name="T48" fmla="*/ 218 w 374"/>
                  <a:gd name="T49" fmla="*/ 33 h 399"/>
                  <a:gd name="T50" fmla="*/ 200 w 374"/>
                  <a:gd name="T51" fmla="*/ 70 h 399"/>
                  <a:gd name="T52" fmla="*/ 200 w 374"/>
                  <a:gd name="T53" fmla="*/ 50 h 399"/>
                  <a:gd name="T54" fmla="*/ 194 w 374"/>
                  <a:gd name="T55" fmla="*/ 10 h 399"/>
                  <a:gd name="T56" fmla="*/ 188 w 374"/>
                  <a:gd name="T57" fmla="*/ 51 h 399"/>
                  <a:gd name="T58" fmla="*/ 183 w 374"/>
                  <a:gd name="T59" fmla="*/ 57 h 399"/>
                  <a:gd name="T60" fmla="*/ 176 w 374"/>
                  <a:gd name="T61" fmla="*/ 50 h 399"/>
                  <a:gd name="T62" fmla="*/ 172 w 374"/>
                  <a:gd name="T63" fmla="*/ 36 h 399"/>
                  <a:gd name="T64" fmla="*/ 155 w 374"/>
                  <a:gd name="T65" fmla="*/ 41 h 399"/>
                  <a:gd name="T66" fmla="*/ 147 w 374"/>
                  <a:gd name="T67" fmla="*/ 70 h 399"/>
                  <a:gd name="T68" fmla="*/ 141 w 374"/>
                  <a:gd name="T69" fmla="*/ 46 h 399"/>
                  <a:gd name="T70" fmla="*/ 116 w 374"/>
                  <a:gd name="T71" fmla="*/ 62 h 399"/>
                  <a:gd name="T72" fmla="*/ 130 w 374"/>
                  <a:gd name="T73" fmla="*/ 52 h 399"/>
                  <a:gd name="T74" fmla="*/ 186 w 374"/>
                  <a:gd name="T75" fmla="*/ 74 h 399"/>
                  <a:gd name="T76" fmla="*/ 142 w 374"/>
                  <a:gd name="T77" fmla="*/ 90 h 399"/>
                  <a:gd name="T78" fmla="*/ 25 w 374"/>
                  <a:gd name="T79" fmla="*/ 270 h 399"/>
                  <a:gd name="T80" fmla="*/ 56 w 374"/>
                  <a:gd name="T81" fmla="*/ 291 h 399"/>
                  <a:gd name="T82" fmla="*/ 68 w 374"/>
                  <a:gd name="T83" fmla="*/ 301 h 399"/>
                  <a:gd name="T84" fmla="*/ 75 w 374"/>
                  <a:gd name="T85" fmla="*/ 345 h 399"/>
                  <a:gd name="T86" fmla="*/ 167 w 374"/>
                  <a:gd name="T87" fmla="*/ 372 h 399"/>
                  <a:gd name="T88" fmla="*/ 114 w 374"/>
                  <a:gd name="T89" fmla="*/ 360 h 399"/>
                  <a:gd name="T90" fmla="*/ 92 w 374"/>
                  <a:gd name="T91" fmla="*/ 311 h 399"/>
                  <a:gd name="T92" fmla="*/ 52 w 374"/>
                  <a:gd name="T93" fmla="*/ 228 h 399"/>
                  <a:gd name="T94" fmla="*/ 20 w 374"/>
                  <a:gd name="T95" fmla="*/ 124 h 399"/>
                  <a:gd name="T96" fmla="*/ 96 w 374"/>
                  <a:gd name="T97" fmla="*/ 300 h 399"/>
                  <a:gd name="T98" fmla="*/ 91 w 374"/>
                  <a:gd name="T99" fmla="*/ 228 h 399"/>
                  <a:gd name="T100" fmla="*/ 246 w 374"/>
                  <a:gd name="T101" fmla="*/ 333 h 399"/>
                  <a:gd name="T102" fmla="*/ 346 w 374"/>
                  <a:gd name="T103" fmla="*/ 107 h 399"/>
                  <a:gd name="T104" fmla="*/ 343 w 374"/>
                  <a:gd name="T105" fmla="*/ 168 h 399"/>
                  <a:gd name="T106" fmla="*/ 335 w 374"/>
                  <a:gd name="T107" fmla="*/ 231 h 399"/>
                  <a:gd name="T108" fmla="*/ 249 w 374"/>
                  <a:gd name="T109" fmla="*/ 345 h 399"/>
                  <a:gd name="T110" fmla="*/ 314 w 374"/>
                  <a:gd name="T111" fmla="*/ 287 h 399"/>
                  <a:gd name="T112" fmla="*/ 267 w 374"/>
                  <a:gd name="T113" fmla="*/ 365 h 399"/>
                  <a:gd name="T114" fmla="*/ 302 w 374"/>
                  <a:gd name="T115" fmla="*/ 360 h 399"/>
                  <a:gd name="T116" fmla="*/ 282 w 374"/>
                  <a:gd name="T117" fmla="*/ 337 h 399"/>
                  <a:gd name="T118" fmla="*/ 305 w 374"/>
                  <a:gd name="T119" fmla="*/ 306 h 399"/>
                  <a:gd name="T120" fmla="*/ 338 w 374"/>
                  <a:gd name="T121" fmla="*/ 268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4" h="399">
                    <a:moveTo>
                      <a:pt x="366" y="267"/>
                    </a:moveTo>
                    <a:cubicBezTo>
                      <a:pt x="360" y="264"/>
                      <a:pt x="355" y="265"/>
                      <a:pt x="353" y="265"/>
                    </a:cubicBezTo>
                    <a:cubicBezTo>
                      <a:pt x="352" y="265"/>
                      <a:pt x="350" y="265"/>
                      <a:pt x="352" y="264"/>
                    </a:cubicBezTo>
                    <a:cubicBezTo>
                      <a:pt x="353" y="263"/>
                      <a:pt x="355" y="263"/>
                      <a:pt x="358" y="262"/>
                    </a:cubicBezTo>
                    <a:cubicBezTo>
                      <a:pt x="361" y="261"/>
                      <a:pt x="360" y="260"/>
                      <a:pt x="356" y="258"/>
                    </a:cubicBezTo>
                    <a:cubicBezTo>
                      <a:pt x="352" y="256"/>
                      <a:pt x="343" y="256"/>
                      <a:pt x="339" y="256"/>
                    </a:cubicBezTo>
                    <a:cubicBezTo>
                      <a:pt x="336" y="256"/>
                      <a:pt x="327" y="260"/>
                      <a:pt x="324" y="262"/>
                    </a:cubicBezTo>
                    <a:cubicBezTo>
                      <a:pt x="321" y="265"/>
                      <a:pt x="320" y="264"/>
                      <a:pt x="322" y="260"/>
                    </a:cubicBezTo>
                    <a:cubicBezTo>
                      <a:pt x="324" y="256"/>
                      <a:pt x="326" y="250"/>
                      <a:pt x="334" y="239"/>
                    </a:cubicBezTo>
                    <a:cubicBezTo>
                      <a:pt x="341" y="230"/>
                      <a:pt x="349" y="223"/>
                      <a:pt x="351" y="221"/>
                    </a:cubicBezTo>
                    <a:cubicBezTo>
                      <a:pt x="353" y="219"/>
                      <a:pt x="352" y="217"/>
                      <a:pt x="350" y="216"/>
                    </a:cubicBezTo>
                    <a:cubicBezTo>
                      <a:pt x="348" y="215"/>
                      <a:pt x="343" y="215"/>
                      <a:pt x="341" y="215"/>
                    </a:cubicBezTo>
                    <a:cubicBezTo>
                      <a:pt x="340" y="216"/>
                      <a:pt x="341" y="214"/>
                      <a:pt x="343" y="212"/>
                    </a:cubicBezTo>
                    <a:cubicBezTo>
                      <a:pt x="345" y="210"/>
                      <a:pt x="362" y="199"/>
                      <a:pt x="362" y="199"/>
                    </a:cubicBezTo>
                    <a:cubicBezTo>
                      <a:pt x="364" y="198"/>
                      <a:pt x="365" y="196"/>
                      <a:pt x="364" y="194"/>
                    </a:cubicBezTo>
                    <a:cubicBezTo>
                      <a:pt x="361" y="192"/>
                      <a:pt x="359" y="192"/>
                      <a:pt x="353" y="193"/>
                    </a:cubicBezTo>
                    <a:cubicBezTo>
                      <a:pt x="346" y="194"/>
                      <a:pt x="341" y="197"/>
                      <a:pt x="340" y="197"/>
                    </a:cubicBezTo>
                    <a:cubicBezTo>
                      <a:pt x="338" y="198"/>
                      <a:pt x="335" y="200"/>
                      <a:pt x="341" y="190"/>
                    </a:cubicBezTo>
                    <a:cubicBezTo>
                      <a:pt x="347" y="180"/>
                      <a:pt x="363" y="166"/>
                      <a:pt x="367" y="164"/>
                    </a:cubicBezTo>
                    <a:cubicBezTo>
                      <a:pt x="370" y="161"/>
                      <a:pt x="370" y="160"/>
                      <a:pt x="368" y="159"/>
                    </a:cubicBezTo>
                    <a:cubicBezTo>
                      <a:pt x="367" y="157"/>
                      <a:pt x="366" y="157"/>
                      <a:pt x="361" y="157"/>
                    </a:cubicBezTo>
                    <a:cubicBezTo>
                      <a:pt x="356" y="157"/>
                      <a:pt x="349" y="159"/>
                      <a:pt x="349" y="159"/>
                    </a:cubicBezTo>
                    <a:cubicBezTo>
                      <a:pt x="346" y="161"/>
                      <a:pt x="346" y="161"/>
                      <a:pt x="346" y="161"/>
                    </a:cubicBezTo>
                    <a:cubicBezTo>
                      <a:pt x="346" y="161"/>
                      <a:pt x="346" y="160"/>
                      <a:pt x="347" y="159"/>
                    </a:cubicBezTo>
                    <a:cubicBezTo>
                      <a:pt x="347" y="158"/>
                      <a:pt x="352" y="151"/>
                      <a:pt x="356" y="137"/>
                    </a:cubicBezTo>
                    <a:cubicBezTo>
                      <a:pt x="361" y="124"/>
                      <a:pt x="357" y="112"/>
                      <a:pt x="357" y="112"/>
                    </a:cubicBezTo>
                    <a:cubicBezTo>
                      <a:pt x="355" y="109"/>
                      <a:pt x="353" y="109"/>
                      <a:pt x="353" y="109"/>
                    </a:cubicBezTo>
                    <a:cubicBezTo>
                      <a:pt x="353" y="109"/>
                      <a:pt x="352" y="107"/>
                      <a:pt x="352" y="106"/>
                    </a:cubicBezTo>
                    <a:cubicBezTo>
                      <a:pt x="351" y="105"/>
                      <a:pt x="350" y="101"/>
                      <a:pt x="349" y="100"/>
                    </a:cubicBezTo>
                    <a:cubicBezTo>
                      <a:pt x="349" y="99"/>
                      <a:pt x="344" y="93"/>
                      <a:pt x="343" y="101"/>
                    </a:cubicBezTo>
                    <a:cubicBezTo>
                      <a:pt x="343" y="109"/>
                      <a:pt x="341" y="118"/>
                      <a:pt x="336" y="132"/>
                    </a:cubicBezTo>
                    <a:cubicBezTo>
                      <a:pt x="331" y="147"/>
                      <a:pt x="321" y="161"/>
                      <a:pt x="321" y="161"/>
                    </a:cubicBezTo>
                    <a:cubicBezTo>
                      <a:pt x="314" y="168"/>
                      <a:pt x="312" y="172"/>
                      <a:pt x="310" y="174"/>
                    </a:cubicBezTo>
                    <a:cubicBezTo>
                      <a:pt x="308" y="176"/>
                      <a:pt x="307" y="178"/>
                      <a:pt x="306" y="180"/>
                    </a:cubicBezTo>
                    <a:cubicBezTo>
                      <a:pt x="302" y="171"/>
                      <a:pt x="295" y="156"/>
                      <a:pt x="281" y="141"/>
                    </a:cubicBezTo>
                    <a:cubicBezTo>
                      <a:pt x="265" y="124"/>
                      <a:pt x="241" y="112"/>
                      <a:pt x="241" y="112"/>
                    </a:cubicBezTo>
                    <a:cubicBezTo>
                      <a:pt x="239" y="111"/>
                      <a:pt x="235" y="109"/>
                      <a:pt x="231" y="107"/>
                    </a:cubicBezTo>
                    <a:cubicBezTo>
                      <a:pt x="231" y="107"/>
                      <a:pt x="231" y="107"/>
                      <a:pt x="231" y="107"/>
                    </a:cubicBezTo>
                    <a:cubicBezTo>
                      <a:pt x="232" y="107"/>
                      <a:pt x="234" y="106"/>
                      <a:pt x="234" y="105"/>
                    </a:cubicBezTo>
                    <a:cubicBezTo>
                      <a:pt x="235" y="103"/>
                      <a:pt x="234" y="100"/>
                      <a:pt x="234" y="100"/>
                    </a:cubicBezTo>
                    <a:cubicBezTo>
                      <a:pt x="234" y="100"/>
                      <a:pt x="234" y="99"/>
                      <a:pt x="235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7" y="97"/>
                      <a:pt x="237" y="97"/>
                    </a:cubicBezTo>
                    <a:cubicBezTo>
                      <a:pt x="237" y="96"/>
                      <a:pt x="237" y="96"/>
                      <a:pt x="237" y="95"/>
                    </a:cubicBezTo>
                    <a:cubicBezTo>
                      <a:pt x="237" y="95"/>
                      <a:pt x="237" y="94"/>
                      <a:pt x="237" y="93"/>
                    </a:cubicBezTo>
                    <a:cubicBezTo>
                      <a:pt x="237" y="93"/>
                      <a:pt x="238" y="93"/>
                      <a:pt x="238" y="93"/>
                    </a:cubicBezTo>
                    <a:cubicBezTo>
                      <a:pt x="238" y="92"/>
                      <a:pt x="238" y="92"/>
                      <a:pt x="238" y="92"/>
                    </a:cubicBezTo>
                    <a:cubicBezTo>
                      <a:pt x="238" y="92"/>
                      <a:pt x="238" y="91"/>
                      <a:pt x="239" y="90"/>
                    </a:cubicBezTo>
                    <a:cubicBezTo>
                      <a:pt x="239" y="91"/>
                      <a:pt x="239" y="91"/>
                      <a:pt x="239" y="91"/>
                    </a:cubicBezTo>
                    <a:cubicBezTo>
                      <a:pt x="240" y="90"/>
                      <a:pt x="241" y="90"/>
                      <a:pt x="242" y="89"/>
                    </a:cubicBezTo>
                    <a:cubicBezTo>
                      <a:pt x="242" y="88"/>
                      <a:pt x="242" y="88"/>
                      <a:pt x="242" y="87"/>
                    </a:cubicBezTo>
                    <a:cubicBezTo>
                      <a:pt x="242" y="87"/>
                      <a:pt x="242" y="86"/>
                      <a:pt x="242" y="86"/>
                    </a:cubicBezTo>
                    <a:cubicBezTo>
                      <a:pt x="243" y="85"/>
                      <a:pt x="243" y="85"/>
                      <a:pt x="243" y="84"/>
                    </a:cubicBezTo>
                    <a:cubicBezTo>
                      <a:pt x="243" y="84"/>
                      <a:pt x="243" y="84"/>
                      <a:pt x="243" y="84"/>
                    </a:cubicBezTo>
                    <a:cubicBezTo>
                      <a:pt x="247" y="84"/>
                      <a:pt x="249" y="81"/>
                      <a:pt x="250" y="77"/>
                    </a:cubicBezTo>
                    <a:cubicBezTo>
                      <a:pt x="253" y="77"/>
                      <a:pt x="256" y="74"/>
                      <a:pt x="256" y="70"/>
                    </a:cubicBezTo>
                    <a:cubicBezTo>
                      <a:pt x="256" y="70"/>
                      <a:pt x="256" y="69"/>
                      <a:pt x="256" y="69"/>
                    </a:cubicBezTo>
                    <a:cubicBezTo>
                      <a:pt x="259" y="69"/>
                      <a:pt x="262" y="66"/>
                      <a:pt x="262" y="62"/>
                    </a:cubicBezTo>
                    <a:cubicBezTo>
                      <a:pt x="262" y="59"/>
                      <a:pt x="261" y="57"/>
                      <a:pt x="259" y="56"/>
                    </a:cubicBezTo>
                    <a:cubicBezTo>
                      <a:pt x="259" y="55"/>
                      <a:pt x="260" y="54"/>
                      <a:pt x="260" y="53"/>
                    </a:cubicBezTo>
                    <a:cubicBezTo>
                      <a:pt x="260" y="49"/>
                      <a:pt x="257" y="46"/>
                      <a:pt x="253" y="46"/>
                    </a:cubicBezTo>
                    <a:cubicBezTo>
                      <a:pt x="252" y="46"/>
                      <a:pt x="251" y="46"/>
                      <a:pt x="251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1" y="46"/>
                    </a:cubicBezTo>
                    <a:cubicBezTo>
                      <a:pt x="251" y="45"/>
                      <a:pt x="251" y="44"/>
                      <a:pt x="251" y="44"/>
                    </a:cubicBezTo>
                    <a:cubicBezTo>
                      <a:pt x="251" y="41"/>
                      <a:pt x="248" y="38"/>
                      <a:pt x="245" y="38"/>
                    </a:cubicBezTo>
                    <a:cubicBezTo>
                      <a:pt x="243" y="38"/>
                      <a:pt x="242" y="39"/>
                      <a:pt x="241" y="40"/>
                    </a:cubicBezTo>
                    <a:cubicBezTo>
                      <a:pt x="241" y="40"/>
                      <a:pt x="241" y="40"/>
                      <a:pt x="241" y="40"/>
                    </a:cubicBezTo>
                    <a:cubicBezTo>
                      <a:pt x="240" y="40"/>
                      <a:pt x="240" y="40"/>
                      <a:pt x="240" y="39"/>
                    </a:cubicBezTo>
                    <a:cubicBezTo>
                      <a:pt x="240" y="38"/>
                      <a:pt x="240" y="35"/>
                      <a:pt x="237" y="34"/>
                    </a:cubicBezTo>
                    <a:cubicBezTo>
                      <a:pt x="236" y="34"/>
                      <a:pt x="235" y="34"/>
                      <a:pt x="235" y="34"/>
                    </a:cubicBezTo>
                    <a:cubicBezTo>
                      <a:pt x="233" y="34"/>
                      <a:pt x="231" y="35"/>
                      <a:pt x="231" y="36"/>
                    </a:cubicBezTo>
                    <a:cubicBezTo>
                      <a:pt x="230" y="36"/>
                      <a:pt x="228" y="36"/>
                      <a:pt x="227" y="35"/>
                    </a:cubicBezTo>
                    <a:cubicBezTo>
                      <a:pt x="227" y="33"/>
                      <a:pt x="227" y="32"/>
                      <a:pt x="224" y="31"/>
                    </a:cubicBezTo>
                    <a:cubicBezTo>
                      <a:pt x="224" y="31"/>
                      <a:pt x="223" y="31"/>
                      <a:pt x="223" y="31"/>
                    </a:cubicBezTo>
                    <a:cubicBezTo>
                      <a:pt x="222" y="31"/>
                      <a:pt x="221" y="31"/>
                      <a:pt x="221" y="31"/>
                    </a:cubicBezTo>
                    <a:cubicBezTo>
                      <a:pt x="220" y="31"/>
                      <a:pt x="220" y="30"/>
                      <a:pt x="218" y="29"/>
                    </a:cubicBezTo>
                    <a:cubicBezTo>
                      <a:pt x="218" y="29"/>
                      <a:pt x="217" y="29"/>
                      <a:pt x="217" y="29"/>
                    </a:cubicBezTo>
                    <a:cubicBezTo>
                      <a:pt x="216" y="29"/>
                      <a:pt x="215" y="30"/>
                      <a:pt x="215" y="30"/>
                    </a:cubicBezTo>
                    <a:cubicBezTo>
                      <a:pt x="214" y="29"/>
                      <a:pt x="213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9"/>
                      <a:pt x="209" y="29"/>
                      <a:pt x="209" y="30"/>
                    </a:cubicBezTo>
                    <a:cubicBezTo>
                      <a:pt x="208" y="29"/>
                      <a:pt x="207" y="29"/>
                      <a:pt x="206" y="29"/>
                    </a:cubicBezTo>
                    <a:cubicBezTo>
                      <a:pt x="206" y="29"/>
                      <a:pt x="206" y="29"/>
                      <a:pt x="206" y="29"/>
                    </a:cubicBezTo>
                    <a:cubicBezTo>
                      <a:pt x="204" y="29"/>
                      <a:pt x="203" y="30"/>
                      <a:pt x="203" y="30"/>
                    </a:cubicBezTo>
                    <a:cubicBezTo>
                      <a:pt x="203" y="31"/>
                      <a:pt x="202" y="31"/>
                      <a:pt x="202" y="31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1"/>
                      <a:pt x="200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7" y="31"/>
                      <a:pt x="195" y="31"/>
                      <a:pt x="194" y="31"/>
                    </a:cubicBezTo>
                    <a:cubicBezTo>
                      <a:pt x="193" y="31"/>
                      <a:pt x="193" y="31"/>
                      <a:pt x="193" y="30"/>
                    </a:cubicBezTo>
                    <a:cubicBezTo>
                      <a:pt x="193" y="30"/>
                      <a:pt x="193" y="30"/>
                      <a:pt x="193" y="29"/>
                    </a:cubicBezTo>
                    <a:cubicBezTo>
                      <a:pt x="195" y="28"/>
                      <a:pt x="197" y="25"/>
                      <a:pt x="197" y="22"/>
                    </a:cubicBezTo>
                    <a:cubicBezTo>
                      <a:pt x="197" y="19"/>
                      <a:pt x="195" y="16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7" y="12"/>
                      <a:pt x="197" y="11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6"/>
                      <a:pt x="196" y="5"/>
                      <a:pt x="195" y="5"/>
                    </a:cubicBezTo>
                    <a:cubicBezTo>
                      <a:pt x="194" y="5"/>
                      <a:pt x="194" y="5"/>
                      <a:pt x="194" y="5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92" y="2"/>
                      <a:pt x="192" y="2"/>
                      <a:pt x="192" y="2"/>
                    </a:cubicBezTo>
                    <a:cubicBezTo>
                      <a:pt x="192" y="1"/>
                      <a:pt x="191" y="0"/>
                      <a:pt x="190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4" y="0"/>
                      <a:pt x="183" y="1"/>
                      <a:pt x="183" y="2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1" y="5"/>
                      <a:pt x="181" y="5"/>
                      <a:pt x="181" y="5"/>
                    </a:cubicBezTo>
                    <a:cubicBezTo>
                      <a:pt x="180" y="5"/>
                      <a:pt x="180" y="5"/>
                      <a:pt x="180" y="5"/>
                    </a:cubicBezTo>
                    <a:cubicBezTo>
                      <a:pt x="179" y="5"/>
                      <a:pt x="178" y="6"/>
                      <a:pt x="178" y="7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2"/>
                      <a:pt x="179" y="13"/>
                      <a:pt x="180" y="13"/>
                    </a:cubicBezTo>
                    <a:cubicBezTo>
                      <a:pt x="181" y="13"/>
                      <a:pt x="181" y="13"/>
                      <a:pt x="181" y="13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83" y="15"/>
                      <a:pt x="183" y="15"/>
                      <a:pt x="183" y="15"/>
                    </a:cubicBezTo>
                    <a:cubicBezTo>
                      <a:pt x="180" y="16"/>
                      <a:pt x="178" y="19"/>
                      <a:pt x="178" y="22"/>
                    </a:cubicBezTo>
                    <a:cubicBezTo>
                      <a:pt x="178" y="25"/>
                      <a:pt x="180" y="28"/>
                      <a:pt x="182" y="29"/>
                    </a:cubicBezTo>
                    <a:cubicBezTo>
                      <a:pt x="182" y="29"/>
                      <a:pt x="182" y="30"/>
                      <a:pt x="182" y="30"/>
                    </a:cubicBezTo>
                    <a:cubicBezTo>
                      <a:pt x="182" y="30"/>
                      <a:pt x="182" y="30"/>
                      <a:pt x="181" y="31"/>
                    </a:cubicBezTo>
                    <a:cubicBezTo>
                      <a:pt x="180" y="31"/>
                      <a:pt x="178" y="31"/>
                      <a:pt x="177" y="31"/>
                    </a:cubicBezTo>
                    <a:cubicBezTo>
                      <a:pt x="176" y="31"/>
                      <a:pt x="175" y="31"/>
                      <a:pt x="174" y="31"/>
                    </a:cubicBezTo>
                    <a:cubicBezTo>
                      <a:pt x="173" y="30"/>
                      <a:pt x="171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29"/>
                      <a:pt x="168" y="29"/>
                      <a:pt x="168" y="30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66" y="29"/>
                      <a:pt x="165" y="29"/>
                      <a:pt x="164" y="29"/>
                    </a:cubicBezTo>
                    <a:cubicBezTo>
                      <a:pt x="163" y="29"/>
                      <a:pt x="162" y="29"/>
                      <a:pt x="161" y="30"/>
                    </a:cubicBezTo>
                    <a:cubicBezTo>
                      <a:pt x="161" y="30"/>
                      <a:pt x="160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6" y="30"/>
                      <a:pt x="155" y="30"/>
                      <a:pt x="155" y="31"/>
                    </a:cubicBezTo>
                    <a:cubicBezTo>
                      <a:pt x="154" y="31"/>
                      <a:pt x="154" y="31"/>
                      <a:pt x="153" y="31"/>
                    </a:cubicBezTo>
                    <a:cubicBezTo>
                      <a:pt x="153" y="31"/>
                      <a:pt x="152" y="31"/>
                      <a:pt x="152" y="31"/>
                    </a:cubicBezTo>
                    <a:cubicBezTo>
                      <a:pt x="150" y="32"/>
                      <a:pt x="149" y="33"/>
                      <a:pt x="149" y="35"/>
                    </a:cubicBezTo>
                    <a:cubicBezTo>
                      <a:pt x="148" y="36"/>
                      <a:pt x="145" y="36"/>
                      <a:pt x="144" y="37"/>
                    </a:cubicBezTo>
                    <a:cubicBezTo>
                      <a:pt x="143" y="35"/>
                      <a:pt x="142" y="34"/>
                      <a:pt x="140" y="34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7" y="35"/>
                      <a:pt x="135" y="36"/>
                      <a:pt x="135" y="39"/>
                    </a:cubicBezTo>
                    <a:cubicBezTo>
                      <a:pt x="135" y="39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4" y="39"/>
                      <a:pt x="133" y="38"/>
                      <a:pt x="131" y="38"/>
                    </a:cubicBezTo>
                    <a:cubicBezTo>
                      <a:pt x="128" y="38"/>
                      <a:pt x="125" y="40"/>
                      <a:pt x="125" y="43"/>
                    </a:cubicBezTo>
                    <a:cubicBezTo>
                      <a:pt x="125" y="44"/>
                      <a:pt x="125" y="45"/>
                      <a:pt x="125" y="45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5" y="46"/>
                      <a:pt x="124" y="46"/>
                      <a:pt x="123" y="46"/>
                    </a:cubicBezTo>
                    <a:cubicBezTo>
                      <a:pt x="120" y="46"/>
                      <a:pt x="116" y="48"/>
                      <a:pt x="116" y="52"/>
                    </a:cubicBezTo>
                    <a:cubicBezTo>
                      <a:pt x="116" y="53"/>
                      <a:pt x="116" y="54"/>
                      <a:pt x="116" y="55"/>
                    </a:cubicBezTo>
                    <a:cubicBezTo>
                      <a:pt x="115" y="57"/>
                      <a:pt x="114" y="59"/>
                      <a:pt x="114" y="62"/>
                    </a:cubicBezTo>
                    <a:cubicBezTo>
                      <a:pt x="114" y="65"/>
                      <a:pt x="116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70"/>
                      <a:pt x="120" y="71"/>
                      <a:pt x="120" y="72"/>
                    </a:cubicBezTo>
                    <a:cubicBezTo>
                      <a:pt x="120" y="75"/>
                      <a:pt x="123" y="77"/>
                      <a:pt x="126" y="78"/>
                    </a:cubicBezTo>
                    <a:cubicBezTo>
                      <a:pt x="126" y="81"/>
                      <a:pt x="129" y="84"/>
                      <a:pt x="133" y="84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33" y="85"/>
                      <a:pt x="133" y="85"/>
                      <a:pt x="134" y="86"/>
                    </a:cubicBezTo>
                    <a:cubicBezTo>
                      <a:pt x="134" y="86"/>
                      <a:pt x="133" y="86"/>
                      <a:pt x="133" y="87"/>
                    </a:cubicBezTo>
                    <a:cubicBezTo>
                      <a:pt x="133" y="88"/>
                      <a:pt x="134" y="88"/>
                      <a:pt x="134" y="89"/>
                    </a:cubicBezTo>
                    <a:cubicBezTo>
                      <a:pt x="135" y="90"/>
                      <a:pt x="136" y="90"/>
                      <a:pt x="137" y="91"/>
                    </a:cubicBezTo>
                    <a:cubicBezTo>
                      <a:pt x="137" y="91"/>
                      <a:pt x="137" y="90"/>
                      <a:pt x="137" y="90"/>
                    </a:cubicBezTo>
                    <a:cubicBezTo>
                      <a:pt x="137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2"/>
                      <a:pt x="138" y="92"/>
                    </a:cubicBezTo>
                    <a:cubicBezTo>
                      <a:pt x="139" y="94"/>
                      <a:pt x="139" y="95"/>
                      <a:pt x="139" y="95"/>
                    </a:cubicBezTo>
                    <a:cubicBezTo>
                      <a:pt x="139" y="96"/>
                      <a:pt x="139" y="97"/>
                      <a:pt x="139" y="97"/>
                    </a:cubicBezTo>
                    <a:cubicBezTo>
                      <a:pt x="139" y="97"/>
                      <a:pt x="140" y="98"/>
                      <a:pt x="140" y="98"/>
                    </a:cubicBezTo>
                    <a:cubicBezTo>
                      <a:pt x="140" y="98"/>
                      <a:pt x="141" y="98"/>
                      <a:pt x="141" y="99"/>
                    </a:cubicBezTo>
                    <a:cubicBezTo>
                      <a:pt x="142" y="99"/>
                      <a:pt x="142" y="100"/>
                      <a:pt x="142" y="100"/>
                    </a:cubicBezTo>
                    <a:cubicBezTo>
                      <a:pt x="142" y="100"/>
                      <a:pt x="141" y="103"/>
                      <a:pt x="142" y="105"/>
                    </a:cubicBezTo>
                    <a:cubicBezTo>
                      <a:pt x="142" y="106"/>
                      <a:pt x="145" y="107"/>
                      <a:pt x="145" y="107"/>
                    </a:cubicBezTo>
                    <a:cubicBezTo>
                      <a:pt x="144" y="107"/>
                      <a:pt x="145" y="107"/>
                      <a:pt x="145" y="107"/>
                    </a:cubicBezTo>
                    <a:cubicBezTo>
                      <a:pt x="139" y="109"/>
                      <a:pt x="135" y="111"/>
                      <a:pt x="134" y="112"/>
                    </a:cubicBezTo>
                    <a:cubicBezTo>
                      <a:pt x="134" y="112"/>
                      <a:pt x="110" y="124"/>
                      <a:pt x="94" y="141"/>
                    </a:cubicBezTo>
                    <a:cubicBezTo>
                      <a:pt x="79" y="157"/>
                      <a:pt x="72" y="171"/>
                      <a:pt x="68" y="181"/>
                    </a:cubicBezTo>
                    <a:cubicBezTo>
                      <a:pt x="67" y="180"/>
                      <a:pt x="67" y="178"/>
                      <a:pt x="66" y="177"/>
                    </a:cubicBezTo>
                    <a:cubicBezTo>
                      <a:pt x="61" y="170"/>
                      <a:pt x="57" y="165"/>
                      <a:pt x="53" y="161"/>
                    </a:cubicBezTo>
                    <a:cubicBezTo>
                      <a:pt x="53" y="161"/>
                      <a:pt x="43" y="145"/>
                      <a:pt x="38" y="131"/>
                    </a:cubicBezTo>
                    <a:cubicBezTo>
                      <a:pt x="33" y="117"/>
                      <a:pt x="31" y="109"/>
                      <a:pt x="30" y="101"/>
                    </a:cubicBezTo>
                    <a:cubicBezTo>
                      <a:pt x="30" y="93"/>
                      <a:pt x="25" y="100"/>
                      <a:pt x="25" y="101"/>
                    </a:cubicBezTo>
                    <a:cubicBezTo>
                      <a:pt x="24" y="102"/>
                      <a:pt x="22" y="106"/>
                      <a:pt x="22" y="107"/>
                    </a:cubicBezTo>
                    <a:cubicBezTo>
                      <a:pt x="21" y="108"/>
                      <a:pt x="21" y="109"/>
                      <a:pt x="21" y="109"/>
                    </a:cubicBezTo>
                    <a:cubicBezTo>
                      <a:pt x="21" y="109"/>
                      <a:pt x="19" y="109"/>
                      <a:pt x="17" y="112"/>
                    </a:cubicBezTo>
                    <a:cubicBezTo>
                      <a:pt x="17" y="112"/>
                      <a:pt x="13" y="123"/>
                      <a:pt x="18" y="137"/>
                    </a:cubicBezTo>
                    <a:cubicBezTo>
                      <a:pt x="22" y="151"/>
                      <a:pt x="26" y="158"/>
                      <a:pt x="27" y="159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5" y="159"/>
                      <a:pt x="17" y="157"/>
                      <a:pt x="13" y="157"/>
                    </a:cubicBezTo>
                    <a:cubicBezTo>
                      <a:pt x="8" y="157"/>
                      <a:pt x="7" y="157"/>
                      <a:pt x="6" y="159"/>
                    </a:cubicBezTo>
                    <a:cubicBezTo>
                      <a:pt x="4" y="160"/>
                      <a:pt x="4" y="161"/>
                      <a:pt x="7" y="164"/>
                    </a:cubicBezTo>
                    <a:cubicBezTo>
                      <a:pt x="11" y="166"/>
                      <a:pt x="27" y="180"/>
                      <a:pt x="33" y="190"/>
                    </a:cubicBezTo>
                    <a:cubicBezTo>
                      <a:pt x="39" y="200"/>
                      <a:pt x="36" y="198"/>
                      <a:pt x="34" y="197"/>
                    </a:cubicBezTo>
                    <a:cubicBezTo>
                      <a:pt x="33" y="197"/>
                      <a:pt x="28" y="194"/>
                      <a:pt x="21" y="193"/>
                    </a:cubicBezTo>
                    <a:cubicBezTo>
                      <a:pt x="15" y="192"/>
                      <a:pt x="13" y="192"/>
                      <a:pt x="10" y="195"/>
                    </a:cubicBezTo>
                    <a:cubicBezTo>
                      <a:pt x="9" y="196"/>
                      <a:pt x="10" y="198"/>
                      <a:pt x="11" y="199"/>
                    </a:cubicBezTo>
                    <a:cubicBezTo>
                      <a:pt x="11" y="199"/>
                      <a:pt x="29" y="211"/>
                      <a:pt x="31" y="212"/>
                    </a:cubicBezTo>
                    <a:cubicBezTo>
                      <a:pt x="33" y="214"/>
                      <a:pt x="34" y="216"/>
                      <a:pt x="33" y="215"/>
                    </a:cubicBezTo>
                    <a:cubicBezTo>
                      <a:pt x="31" y="215"/>
                      <a:pt x="26" y="215"/>
                      <a:pt x="24" y="216"/>
                    </a:cubicBezTo>
                    <a:cubicBezTo>
                      <a:pt x="22" y="217"/>
                      <a:pt x="21" y="219"/>
                      <a:pt x="23" y="221"/>
                    </a:cubicBezTo>
                    <a:cubicBezTo>
                      <a:pt x="24" y="223"/>
                      <a:pt x="33" y="230"/>
                      <a:pt x="40" y="239"/>
                    </a:cubicBezTo>
                    <a:cubicBezTo>
                      <a:pt x="48" y="251"/>
                      <a:pt x="50" y="257"/>
                      <a:pt x="52" y="260"/>
                    </a:cubicBezTo>
                    <a:cubicBezTo>
                      <a:pt x="54" y="264"/>
                      <a:pt x="53" y="265"/>
                      <a:pt x="50" y="263"/>
                    </a:cubicBezTo>
                    <a:cubicBezTo>
                      <a:pt x="47" y="260"/>
                      <a:pt x="38" y="256"/>
                      <a:pt x="35" y="256"/>
                    </a:cubicBezTo>
                    <a:cubicBezTo>
                      <a:pt x="31" y="256"/>
                      <a:pt x="22" y="257"/>
                      <a:pt x="18" y="258"/>
                    </a:cubicBezTo>
                    <a:cubicBezTo>
                      <a:pt x="13" y="260"/>
                      <a:pt x="13" y="261"/>
                      <a:pt x="16" y="262"/>
                    </a:cubicBezTo>
                    <a:cubicBezTo>
                      <a:pt x="19" y="263"/>
                      <a:pt x="21" y="263"/>
                      <a:pt x="22" y="264"/>
                    </a:cubicBezTo>
                    <a:cubicBezTo>
                      <a:pt x="24" y="265"/>
                      <a:pt x="22" y="265"/>
                      <a:pt x="21" y="265"/>
                    </a:cubicBezTo>
                    <a:cubicBezTo>
                      <a:pt x="19" y="265"/>
                      <a:pt x="14" y="264"/>
                      <a:pt x="8" y="267"/>
                    </a:cubicBezTo>
                    <a:cubicBezTo>
                      <a:pt x="2" y="270"/>
                      <a:pt x="2" y="273"/>
                      <a:pt x="0" y="276"/>
                    </a:cubicBezTo>
                    <a:cubicBezTo>
                      <a:pt x="0" y="278"/>
                      <a:pt x="1" y="279"/>
                      <a:pt x="4" y="279"/>
                    </a:cubicBezTo>
                    <a:cubicBezTo>
                      <a:pt x="7" y="278"/>
                      <a:pt x="21" y="278"/>
                      <a:pt x="26" y="280"/>
                    </a:cubicBezTo>
                    <a:cubicBezTo>
                      <a:pt x="30" y="281"/>
                      <a:pt x="31" y="282"/>
                      <a:pt x="29" y="283"/>
                    </a:cubicBezTo>
                    <a:cubicBezTo>
                      <a:pt x="27" y="283"/>
                      <a:pt x="23" y="286"/>
                      <a:pt x="20" y="288"/>
                    </a:cubicBezTo>
                    <a:cubicBezTo>
                      <a:pt x="18" y="291"/>
                      <a:pt x="16" y="293"/>
                      <a:pt x="18" y="292"/>
                    </a:cubicBezTo>
                    <a:cubicBezTo>
                      <a:pt x="21" y="292"/>
                      <a:pt x="27" y="292"/>
                      <a:pt x="39" y="297"/>
                    </a:cubicBezTo>
                    <a:cubicBezTo>
                      <a:pt x="52" y="303"/>
                      <a:pt x="64" y="311"/>
                      <a:pt x="68" y="315"/>
                    </a:cubicBezTo>
                    <a:cubicBezTo>
                      <a:pt x="72" y="319"/>
                      <a:pt x="71" y="319"/>
                      <a:pt x="69" y="319"/>
                    </a:cubicBezTo>
                    <a:cubicBezTo>
                      <a:pt x="66" y="318"/>
                      <a:pt x="60" y="315"/>
                      <a:pt x="54" y="316"/>
                    </a:cubicBezTo>
                    <a:cubicBezTo>
                      <a:pt x="48" y="316"/>
                      <a:pt x="39" y="317"/>
                      <a:pt x="34" y="320"/>
                    </a:cubicBezTo>
                    <a:cubicBezTo>
                      <a:pt x="30" y="323"/>
                      <a:pt x="31" y="324"/>
                      <a:pt x="33" y="324"/>
                    </a:cubicBezTo>
                    <a:cubicBezTo>
                      <a:pt x="36" y="324"/>
                      <a:pt x="52" y="329"/>
                      <a:pt x="59" y="331"/>
                    </a:cubicBezTo>
                    <a:cubicBezTo>
                      <a:pt x="65" y="333"/>
                      <a:pt x="72" y="336"/>
                      <a:pt x="76" y="338"/>
                    </a:cubicBezTo>
                    <a:cubicBezTo>
                      <a:pt x="79" y="340"/>
                      <a:pt x="72" y="343"/>
                      <a:pt x="69" y="345"/>
                    </a:cubicBezTo>
                    <a:cubicBezTo>
                      <a:pt x="67" y="347"/>
                      <a:pt x="69" y="347"/>
                      <a:pt x="70" y="348"/>
                    </a:cubicBezTo>
                    <a:cubicBezTo>
                      <a:pt x="72" y="349"/>
                      <a:pt x="79" y="347"/>
                      <a:pt x="79" y="348"/>
                    </a:cubicBezTo>
                    <a:cubicBezTo>
                      <a:pt x="80" y="350"/>
                      <a:pt x="75" y="350"/>
                      <a:pt x="72" y="355"/>
                    </a:cubicBezTo>
                    <a:cubicBezTo>
                      <a:pt x="69" y="359"/>
                      <a:pt x="67" y="362"/>
                      <a:pt x="67" y="366"/>
                    </a:cubicBezTo>
                    <a:cubicBezTo>
                      <a:pt x="67" y="370"/>
                      <a:pt x="68" y="367"/>
                      <a:pt x="69" y="366"/>
                    </a:cubicBezTo>
                    <a:cubicBezTo>
                      <a:pt x="71" y="365"/>
                      <a:pt x="77" y="362"/>
                      <a:pt x="80" y="360"/>
                    </a:cubicBezTo>
                    <a:cubicBezTo>
                      <a:pt x="82" y="359"/>
                      <a:pt x="86" y="357"/>
                      <a:pt x="88" y="357"/>
                    </a:cubicBezTo>
                    <a:cubicBezTo>
                      <a:pt x="91" y="356"/>
                      <a:pt x="86" y="362"/>
                      <a:pt x="88" y="364"/>
                    </a:cubicBezTo>
                    <a:cubicBezTo>
                      <a:pt x="90" y="366"/>
                      <a:pt x="94" y="365"/>
                      <a:pt x="98" y="363"/>
                    </a:cubicBezTo>
                    <a:cubicBezTo>
                      <a:pt x="101" y="362"/>
                      <a:pt x="105" y="359"/>
                      <a:pt x="106" y="360"/>
                    </a:cubicBezTo>
                    <a:cubicBezTo>
                      <a:pt x="108" y="361"/>
                      <a:pt x="102" y="366"/>
                      <a:pt x="105" y="368"/>
                    </a:cubicBezTo>
                    <a:cubicBezTo>
                      <a:pt x="109" y="371"/>
                      <a:pt x="120" y="368"/>
                      <a:pt x="120" y="368"/>
                    </a:cubicBezTo>
                    <a:cubicBezTo>
                      <a:pt x="146" y="366"/>
                      <a:pt x="155" y="384"/>
                      <a:pt x="156" y="388"/>
                    </a:cubicBezTo>
                    <a:cubicBezTo>
                      <a:pt x="156" y="392"/>
                      <a:pt x="152" y="394"/>
                      <a:pt x="150" y="395"/>
                    </a:cubicBezTo>
                    <a:cubicBezTo>
                      <a:pt x="148" y="395"/>
                      <a:pt x="151" y="398"/>
                      <a:pt x="161" y="399"/>
                    </a:cubicBezTo>
                    <a:cubicBezTo>
                      <a:pt x="166" y="399"/>
                      <a:pt x="175" y="398"/>
                      <a:pt x="180" y="386"/>
                    </a:cubicBezTo>
                    <a:cubicBezTo>
                      <a:pt x="184" y="376"/>
                      <a:pt x="172" y="358"/>
                      <a:pt x="171" y="356"/>
                    </a:cubicBezTo>
                    <a:cubicBezTo>
                      <a:pt x="170" y="355"/>
                      <a:pt x="169" y="353"/>
                      <a:pt x="168" y="352"/>
                    </a:cubicBezTo>
                    <a:cubicBezTo>
                      <a:pt x="171" y="354"/>
                      <a:pt x="173" y="355"/>
                      <a:pt x="175" y="356"/>
                    </a:cubicBezTo>
                    <a:cubicBezTo>
                      <a:pt x="177" y="358"/>
                      <a:pt x="182" y="362"/>
                      <a:pt x="187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94" y="362"/>
                      <a:pt x="197" y="358"/>
                      <a:pt x="200" y="357"/>
                    </a:cubicBezTo>
                    <a:cubicBezTo>
                      <a:pt x="201" y="356"/>
                      <a:pt x="202" y="355"/>
                      <a:pt x="203" y="355"/>
                    </a:cubicBezTo>
                    <a:cubicBezTo>
                      <a:pt x="203" y="355"/>
                      <a:pt x="203" y="356"/>
                      <a:pt x="203" y="356"/>
                    </a:cubicBezTo>
                    <a:cubicBezTo>
                      <a:pt x="202" y="358"/>
                      <a:pt x="190" y="376"/>
                      <a:pt x="194" y="386"/>
                    </a:cubicBezTo>
                    <a:cubicBezTo>
                      <a:pt x="199" y="397"/>
                      <a:pt x="208" y="398"/>
                      <a:pt x="214" y="398"/>
                    </a:cubicBezTo>
                    <a:cubicBezTo>
                      <a:pt x="223" y="398"/>
                      <a:pt x="227" y="395"/>
                      <a:pt x="224" y="394"/>
                    </a:cubicBezTo>
                    <a:cubicBezTo>
                      <a:pt x="222" y="393"/>
                      <a:pt x="218" y="392"/>
                      <a:pt x="219" y="387"/>
                    </a:cubicBezTo>
                    <a:cubicBezTo>
                      <a:pt x="219" y="383"/>
                      <a:pt x="228" y="366"/>
                      <a:pt x="255" y="368"/>
                    </a:cubicBezTo>
                    <a:cubicBezTo>
                      <a:pt x="255" y="368"/>
                      <a:pt x="265" y="371"/>
                      <a:pt x="269" y="368"/>
                    </a:cubicBezTo>
                    <a:cubicBezTo>
                      <a:pt x="272" y="365"/>
                      <a:pt x="267" y="361"/>
                      <a:pt x="268" y="360"/>
                    </a:cubicBezTo>
                    <a:cubicBezTo>
                      <a:pt x="269" y="358"/>
                      <a:pt x="273" y="361"/>
                      <a:pt x="277" y="363"/>
                    </a:cubicBezTo>
                    <a:cubicBezTo>
                      <a:pt x="280" y="365"/>
                      <a:pt x="284" y="365"/>
                      <a:pt x="286" y="363"/>
                    </a:cubicBezTo>
                    <a:cubicBezTo>
                      <a:pt x="288" y="362"/>
                      <a:pt x="283" y="356"/>
                      <a:pt x="286" y="356"/>
                    </a:cubicBezTo>
                    <a:cubicBezTo>
                      <a:pt x="288" y="357"/>
                      <a:pt x="292" y="359"/>
                      <a:pt x="294" y="360"/>
                    </a:cubicBezTo>
                    <a:cubicBezTo>
                      <a:pt x="297" y="361"/>
                      <a:pt x="304" y="364"/>
                      <a:pt x="305" y="365"/>
                    </a:cubicBezTo>
                    <a:cubicBezTo>
                      <a:pt x="306" y="366"/>
                      <a:pt x="307" y="369"/>
                      <a:pt x="307" y="365"/>
                    </a:cubicBezTo>
                    <a:cubicBezTo>
                      <a:pt x="307" y="362"/>
                      <a:pt x="305" y="359"/>
                      <a:pt x="302" y="354"/>
                    </a:cubicBezTo>
                    <a:cubicBezTo>
                      <a:pt x="299" y="350"/>
                      <a:pt x="294" y="349"/>
                      <a:pt x="295" y="348"/>
                    </a:cubicBezTo>
                    <a:cubicBezTo>
                      <a:pt x="295" y="346"/>
                      <a:pt x="301" y="347"/>
                      <a:pt x="302" y="347"/>
                    </a:cubicBezTo>
                    <a:cubicBezTo>
                      <a:pt x="304" y="346"/>
                      <a:pt x="308" y="347"/>
                      <a:pt x="306" y="345"/>
                    </a:cubicBezTo>
                    <a:cubicBezTo>
                      <a:pt x="304" y="343"/>
                      <a:pt x="297" y="338"/>
                      <a:pt x="299" y="337"/>
                    </a:cubicBezTo>
                    <a:cubicBezTo>
                      <a:pt x="303" y="336"/>
                      <a:pt x="309" y="332"/>
                      <a:pt x="315" y="330"/>
                    </a:cubicBezTo>
                    <a:cubicBezTo>
                      <a:pt x="322" y="328"/>
                      <a:pt x="338" y="323"/>
                      <a:pt x="341" y="323"/>
                    </a:cubicBezTo>
                    <a:cubicBezTo>
                      <a:pt x="343" y="323"/>
                      <a:pt x="344" y="322"/>
                      <a:pt x="340" y="319"/>
                    </a:cubicBezTo>
                    <a:cubicBezTo>
                      <a:pt x="335" y="317"/>
                      <a:pt x="326" y="316"/>
                      <a:pt x="320" y="315"/>
                    </a:cubicBezTo>
                    <a:cubicBezTo>
                      <a:pt x="314" y="315"/>
                      <a:pt x="308" y="318"/>
                      <a:pt x="305" y="318"/>
                    </a:cubicBezTo>
                    <a:cubicBezTo>
                      <a:pt x="303" y="319"/>
                      <a:pt x="302" y="318"/>
                      <a:pt x="306" y="314"/>
                    </a:cubicBezTo>
                    <a:cubicBezTo>
                      <a:pt x="310" y="311"/>
                      <a:pt x="322" y="302"/>
                      <a:pt x="335" y="297"/>
                    </a:cubicBezTo>
                    <a:cubicBezTo>
                      <a:pt x="347" y="291"/>
                      <a:pt x="353" y="292"/>
                      <a:pt x="356" y="292"/>
                    </a:cubicBezTo>
                    <a:cubicBezTo>
                      <a:pt x="358" y="292"/>
                      <a:pt x="356" y="290"/>
                      <a:pt x="354" y="288"/>
                    </a:cubicBezTo>
                    <a:cubicBezTo>
                      <a:pt x="351" y="285"/>
                      <a:pt x="347" y="283"/>
                      <a:pt x="345" y="282"/>
                    </a:cubicBezTo>
                    <a:cubicBezTo>
                      <a:pt x="343" y="282"/>
                      <a:pt x="344" y="281"/>
                      <a:pt x="348" y="280"/>
                    </a:cubicBezTo>
                    <a:cubicBezTo>
                      <a:pt x="352" y="278"/>
                      <a:pt x="367" y="278"/>
                      <a:pt x="370" y="279"/>
                    </a:cubicBezTo>
                    <a:cubicBezTo>
                      <a:pt x="373" y="279"/>
                      <a:pt x="374" y="278"/>
                      <a:pt x="373" y="276"/>
                    </a:cubicBezTo>
                    <a:cubicBezTo>
                      <a:pt x="372" y="272"/>
                      <a:pt x="371" y="269"/>
                      <a:pt x="366" y="267"/>
                    </a:cubicBezTo>
                    <a:moveTo>
                      <a:pt x="235" y="95"/>
                    </a:moveTo>
                    <a:cubicBezTo>
                      <a:pt x="235" y="96"/>
                      <a:pt x="234" y="96"/>
                      <a:pt x="234" y="97"/>
                    </a:cubicBezTo>
                    <a:cubicBezTo>
                      <a:pt x="234" y="97"/>
                      <a:pt x="234" y="97"/>
                      <a:pt x="234" y="97"/>
                    </a:cubicBezTo>
                    <a:cubicBezTo>
                      <a:pt x="232" y="97"/>
                      <a:pt x="232" y="97"/>
                      <a:pt x="232" y="97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34" y="91"/>
                      <a:pt x="234" y="91"/>
                      <a:pt x="234" y="91"/>
                    </a:cubicBezTo>
                    <a:cubicBezTo>
                      <a:pt x="235" y="91"/>
                      <a:pt x="235" y="91"/>
                      <a:pt x="235" y="91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6" y="93"/>
                      <a:pt x="235" y="94"/>
                      <a:pt x="235" y="95"/>
                    </a:cubicBezTo>
                    <a:moveTo>
                      <a:pt x="151" y="91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7" y="87"/>
                      <a:pt x="149" y="86"/>
                      <a:pt x="154" y="85"/>
                    </a:cubicBezTo>
                    <a:cubicBezTo>
                      <a:pt x="157" y="84"/>
                      <a:pt x="159" y="84"/>
                      <a:pt x="161" y="83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64" y="92"/>
                      <a:pt x="164" y="92"/>
                      <a:pt x="164" y="92"/>
                    </a:cubicBezTo>
                    <a:cubicBezTo>
                      <a:pt x="163" y="92"/>
                      <a:pt x="162" y="93"/>
                      <a:pt x="161" y="93"/>
                    </a:cubicBezTo>
                    <a:cubicBezTo>
                      <a:pt x="159" y="93"/>
                      <a:pt x="150" y="96"/>
                      <a:pt x="147" y="97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1" y="91"/>
                    </a:lnTo>
                    <a:close/>
                    <a:moveTo>
                      <a:pt x="228" y="96"/>
                    </a:moveTo>
                    <a:cubicBezTo>
                      <a:pt x="224" y="95"/>
                      <a:pt x="216" y="93"/>
                      <a:pt x="214" y="93"/>
                    </a:cubicBezTo>
                    <a:cubicBezTo>
                      <a:pt x="214" y="93"/>
                      <a:pt x="213" y="92"/>
                      <a:pt x="211" y="92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6" y="84"/>
                      <a:pt x="219" y="84"/>
                      <a:pt x="222" y="85"/>
                    </a:cubicBezTo>
                    <a:cubicBezTo>
                      <a:pt x="226" y="86"/>
                      <a:pt x="228" y="87"/>
                      <a:pt x="232" y="89"/>
                    </a:cubicBezTo>
                    <a:cubicBezTo>
                      <a:pt x="224" y="91"/>
                      <a:pt x="224" y="91"/>
                      <a:pt x="224" y="91"/>
                    </a:cubicBezTo>
                    <a:cubicBezTo>
                      <a:pt x="223" y="92"/>
                      <a:pt x="223" y="92"/>
                      <a:pt x="223" y="92"/>
                    </a:cubicBezTo>
                    <a:lnTo>
                      <a:pt x="228" y="96"/>
                    </a:lnTo>
                    <a:close/>
                    <a:moveTo>
                      <a:pt x="217" y="88"/>
                    </a:moveTo>
                    <a:cubicBezTo>
                      <a:pt x="210" y="90"/>
                      <a:pt x="210" y="90"/>
                      <a:pt x="210" y="90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11" y="83"/>
                      <a:pt x="211" y="83"/>
                      <a:pt x="211" y="83"/>
                    </a:cubicBezTo>
                    <a:cubicBezTo>
                      <a:pt x="211" y="83"/>
                      <a:pt x="211" y="83"/>
                      <a:pt x="211" y="83"/>
                    </a:cubicBezTo>
                    <a:lnTo>
                      <a:pt x="217" y="88"/>
                    </a:lnTo>
                    <a:close/>
                    <a:moveTo>
                      <a:pt x="201" y="85"/>
                    </a:moveTo>
                    <a:cubicBezTo>
                      <a:pt x="200" y="86"/>
                      <a:pt x="200" y="86"/>
                      <a:pt x="200" y="86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3" y="90"/>
                      <a:pt x="195" y="89"/>
                      <a:pt x="188" y="89"/>
                    </a:cubicBezTo>
                    <a:cubicBezTo>
                      <a:pt x="197" y="85"/>
                      <a:pt x="197" y="85"/>
                      <a:pt x="197" y="85"/>
                    </a:cubicBezTo>
                    <a:cubicBezTo>
                      <a:pt x="197" y="83"/>
                      <a:pt x="197" y="83"/>
                      <a:pt x="197" y="83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6" y="80"/>
                      <a:pt x="202" y="80"/>
                      <a:pt x="206" y="81"/>
                    </a:cubicBezTo>
                    <a:cubicBezTo>
                      <a:pt x="207" y="81"/>
                      <a:pt x="208" y="81"/>
                      <a:pt x="209" y="82"/>
                    </a:cubicBezTo>
                    <a:lnTo>
                      <a:pt x="201" y="85"/>
                    </a:lnTo>
                    <a:close/>
                    <a:moveTo>
                      <a:pt x="194" y="84"/>
                    </a:moveTo>
                    <a:cubicBezTo>
                      <a:pt x="194" y="84"/>
                      <a:pt x="194" y="84"/>
                      <a:pt x="194" y="84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1" y="84"/>
                      <a:pt x="181" y="84"/>
                      <a:pt x="181" y="84"/>
                    </a:cubicBezTo>
                    <a:cubicBezTo>
                      <a:pt x="187" y="80"/>
                      <a:pt x="187" y="80"/>
                      <a:pt x="187" y="80"/>
                    </a:cubicBezTo>
                    <a:cubicBezTo>
                      <a:pt x="187" y="80"/>
                      <a:pt x="187" y="80"/>
                      <a:pt x="187" y="80"/>
                    </a:cubicBezTo>
                    <a:lnTo>
                      <a:pt x="194" y="84"/>
                    </a:lnTo>
                    <a:close/>
                    <a:moveTo>
                      <a:pt x="177" y="83"/>
                    </a:move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5"/>
                      <a:pt x="178" y="85"/>
                      <a:pt x="178" y="85"/>
                    </a:cubicBezTo>
                    <a:cubicBezTo>
                      <a:pt x="187" y="89"/>
                      <a:pt x="187" y="89"/>
                      <a:pt x="187" y="89"/>
                    </a:cubicBezTo>
                    <a:cubicBezTo>
                      <a:pt x="187" y="89"/>
                      <a:pt x="186" y="89"/>
                      <a:pt x="186" y="89"/>
                    </a:cubicBezTo>
                    <a:cubicBezTo>
                      <a:pt x="179" y="89"/>
                      <a:pt x="172" y="91"/>
                      <a:pt x="167" y="92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2"/>
                      <a:pt x="169" y="81"/>
                      <a:pt x="170" y="81"/>
                    </a:cubicBezTo>
                    <a:cubicBezTo>
                      <a:pt x="174" y="80"/>
                      <a:pt x="181" y="80"/>
                      <a:pt x="184" y="79"/>
                    </a:cubicBezTo>
                    <a:lnTo>
                      <a:pt x="177" y="83"/>
                    </a:lnTo>
                    <a:close/>
                    <a:moveTo>
                      <a:pt x="171" y="86"/>
                    </a:moveTo>
                    <a:cubicBezTo>
                      <a:pt x="171" y="86"/>
                      <a:pt x="171" y="86"/>
                      <a:pt x="171" y="86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64" y="83"/>
                      <a:pt x="164" y="83"/>
                      <a:pt x="164" y="83"/>
                    </a:cubicBezTo>
                    <a:cubicBezTo>
                      <a:pt x="164" y="83"/>
                      <a:pt x="164" y="83"/>
                      <a:pt x="164" y="83"/>
                    </a:cubicBezTo>
                    <a:lnTo>
                      <a:pt x="171" y="86"/>
                    </a:lnTo>
                    <a:close/>
                    <a:moveTo>
                      <a:pt x="148" y="100"/>
                    </a:moveTo>
                    <a:cubicBezTo>
                      <a:pt x="151" y="98"/>
                      <a:pt x="172" y="93"/>
                      <a:pt x="187" y="93"/>
                    </a:cubicBezTo>
                    <a:cubicBezTo>
                      <a:pt x="207" y="93"/>
                      <a:pt x="219" y="97"/>
                      <a:pt x="229" y="101"/>
                    </a:cubicBezTo>
                    <a:cubicBezTo>
                      <a:pt x="230" y="101"/>
                      <a:pt x="230" y="103"/>
                      <a:pt x="230" y="104"/>
                    </a:cubicBezTo>
                    <a:cubicBezTo>
                      <a:pt x="229" y="105"/>
                      <a:pt x="228" y="105"/>
                      <a:pt x="226" y="105"/>
                    </a:cubicBezTo>
                    <a:cubicBezTo>
                      <a:pt x="223" y="103"/>
                      <a:pt x="205" y="98"/>
                      <a:pt x="188" y="98"/>
                    </a:cubicBezTo>
                    <a:cubicBezTo>
                      <a:pt x="171" y="98"/>
                      <a:pt x="153" y="103"/>
                      <a:pt x="150" y="104"/>
                    </a:cubicBezTo>
                    <a:cubicBezTo>
                      <a:pt x="149" y="105"/>
                      <a:pt x="147" y="105"/>
                      <a:pt x="146" y="103"/>
                    </a:cubicBezTo>
                    <a:cubicBezTo>
                      <a:pt x="146" y="102"/>
                      <a:pt x="147" y="101"/>
                      <a:pt x="148" y="100"/>
                    </a:cubicBezTo>
                    <a:moveTo>
                      <a:pt x="243" y="81"/>
                    </a:moveTo>
                    <a:cubicBezTo>
                      <a:pt x="241" y="81"/>
                      <a:pt x="240" y="80"/>
                      <a:pt x="240" y="78"/>
                    </a:cubicBezTo>
                    <a:cubicBezTo>
                      <a:pt x="240" y="76"/>
                      <a:pt x="241" y="75"/>
                      <a:pt x="243" y="75"/>
                    </a:cubicBezTo>
                    <a:cubicBezTo>
                      <a:pt x="245" y="75"/>
                      <a:pt x="246" y="76"/>
                      <a:pt x="246" y="78"/>
                    </a:cubicBezTo>
                    <a:cubicBezTo>
                      <a:pt x="246" y="80"/>
                      <a:pt x="245" y="81"/>
                      <a:pt x="243" y="81"/>
                    </a:cubicBezTo>
                    <a:moveTo>
                      <a:pt x="259" y="62"/>
                    </a:moveTo>
                    <a:cubicBezTo>
                      <a:pt x="259" y="64"/>
                      <a:pt x="258" y="65"/>
                      <a:pt x="256" y="65"/>
                    </a:cubicBezTo>
                    <a:cubicBezTo>
                      <a:pt x="254" y="65"/>
                      <a:pt x="253" y="64"/>
                      <a:pt x="253" y="62"/>
                    </a:cubicBezTo>
                    <a:cubicBezTo>
                      <a:pt x="253" y="60"/>
                      <a:pt x="254" y="59"/>
                      <a:pt x="256" y="59"/>
                    </a:cubicBezTo>
                    <a:cubicBezTo>
                      <a:pt x="258" y="59"/>
                      <a:pt x="259" y="60"/>
                      <a:pt x="259" y="62"/>
                    </a:cubicBezTo>
                    <a:moveTo>
                      <a:pt x="254" y="49"/>
                    </a:moveTo>
                    <a:cubicBezTo>
                      <a:pt x="255" y="49"/>
                      <a:pt x="257" y="50"/>
                      <a:pt x="257" y="52"/>
                    </a:cubicBezTo>
                    <a:cubicBezTo>
                      <a:pt x="257" y="54"/>
                      <a:pt x="255" y="55"/>
                      <a:pt x="254" y="55"/>
                    </a:cubicBezTo>
                    <a:cubicBezTo>
                      <a:pt x="252" y="55"/>
                      <a:pt x="251" y="54"/>
                      <a:pt x="251" y="52"/>
                    </a:cubicBezTo>
                    <a:cubicBezTo>
                      <a:pt x="251" y="50"/>
                      <a:pt x="252" y="49"/>
                      <a:pt x="254" y="49"/>
                    </a:cubicBezTo>
                    <a:moveTo>
                      <a:pt x="250" y="68"/>
                    </a:moveTo>
                    <a:cubicBezTo>
                      <a:pt x="251" y="68"/>
                      <a:pt x="253" y="69"/>
                      <a:pt x="253" y="71"/>
                    </a:cubicBezTo>
                    <a:cubicBezTo>
                      <a:pt x="253" y="73"/>
                      <a:pt x="251" y="74"/>
                      <a:pt x="250" y="74"/>
                    </a:cubicBezTo>
                    <a:cubicBezTo>
                      <a:pt x="248" y="74"/>
                      <a:pt x="247" y="73"/>
                      <a:pt x="247" y="71"/>
                    </a:cubicBezTo>
                    <a:cubicBezTo>
                      <a:pt x="247" y="69"/>
                      <a:pt x="248" y="68"/>
                      <a:pt x="250" y="68"/>
                    </a:cubicBezTo>
                    <a:moveTo>
                      <a:pt x="245" y="41"/>
                    </a:moveTo>
                    <a:cubicBezTo>
                      <a:pt x="247" y="41"/>
                      <a:pt x="249" y="42"/>
                      <a:pt x="249" y="44"/>
                    </a:cubicBezTo>
                    <a:cubicBezTo>
                      <a:pt x="249" y="46"/>
                      <a:pt x="247" y="47"/>
                      <a:pt x="245" y="47"/>
                    </a:cubicBezTo>
                    <a:cubicBezTo>
                      <a:pt x="244" y="47"/>
                      <a:pt x="242" y="46"/>
                      <a:pt x="242" y="44"/>
                    </a:cubicBezTo>
                    <a:cubicBezTo>
                      <a:pt x="242" y="42"/>
                      <a:pt x="244" y="41"/>
                      <a:pt x="245" y="41"/>
                    </a:cubicBezTo>
                    <a:moveTo>
                      <a:pt x="239" y="49"/>
                    </a:moveTo>
                    <a:cubicBezTo>
                      <a:pt x="239" y="48"/>
                      <a:pt x="239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41" y="48"/>
                      <a:pt x="244" y="51"/>
                      <a:pt x="246" y="52"/>
                    </a:cubicBezTo>
                    <a:cubicBezTo>
                      <a:pt x="247" y="53"/>
                      <a:pt x="248" y="55"/>
                      <a:pt x="249" y="57"/>
                    </a:cubicBezTo>
                    <a:cubicBezTo>
                      <a:pt x="249" y="58"/>
                      <a:pt x="249" y="58"/>
                      <a:pt x="249" y="59"/>
                    </a:cubicBezTo>
                    <a:cubicBezTo>
                      <a:pt x="249" y="60"/>
                      <a:pt x="249" y="60"/>
                      <a:pt x="248" y="62"/>
                    </a:cubicBezTo>
                    <a:cubicBezTo>
                      <a:pt x="247" y="64"/>
                      <a:pt x="245" y="68"/>
                      <a:pt x="242" y="70"/>
                    </a:cubicBezTo>
                    <a:cubicBezTo>
                      <a:pt x="240" y="73"/>
                      <a:pt x="237" y="75"/>
                      <a:pt x="237" y="76"/>
                    </a:cubicBezTo>
                    <a:cubicBezTo>
                      <a:pt x="236" y="76"/>
                      <a:pt x="236" y="77"/>
                      <a:pt x="235" y="78"/>
                    </a:cubicBezTo>
                    <a:cubicBezTo>
                      <a:pt x="235" y="78"/>
                      <a:pt x="235" y="79"/>
                      <a:pt x="235" y="79"/>
                    </a:cubicBezTo>
                    <a:cubicBezTo>
                      <a:pt x="234" y="79"/>
                      <a:pt x="233" y="78"/>
                      <a:pt x="231" y="78"/>
                    </a:cubicBezTo>
                    <a:cubicBezTo>
                      <a:pt x="230" y="77"/>
                      <a:pt x="229" y="77"/>
                      <a:pt x="228" y="77"/>
                    </a:cubicBezTo>
                    <a:cubicBezTo>
                      <a:pt x="229" y="76"/>
                      <a:pt x="229" y="76"/>
                      <a:pt x="229" y="76"/>
                    </a:cubicBezTo>
                    <a:cubicBezTo>
                      <a:pt x="233" y="73"/>
                      <a:pt x="236" y="66"/>
                      <a:pt x="237" y="63"/>
                    </a:cubicBezTo>
                    <a:cubicBezTo>
                      <a:pt x="239" y="58"/>
                      <a:pt x="239" y="53"/>
                      <a:pt x="239" y="50"/>
                    </a:cubicBezTo>
                    <a:cubicBezTo>
                      <a:pt x="239" y="49"/>
                      <a:pt x="239" y="49"/>
                      <a:pt x="239" y="49"/>
                    </a:cubicBezTo>
                    <a:moveTo>
                      <a:pt x="230" y="60"/>
                    </a:moveTo>
                    <a:cubicBezTo>
                      <a:pt x="231" y="60"/>
                      <a:pt x="233" y="61"/>
                      <a:pt x="233" y="63"/>
                    </a:cubicBezTo>
                    <a:cubicBezTo>
                      <a:pt x="233" y="65"/>
                      <a:pt x="231" y="66"/>
                      <a:pt x="230" y="66"/>
                    </a:cubicBezTo>
                    <a:cubicBezTo>
                      <a:pt x="228" y="66"/>
                      <a:pt x="226" y="65"/>
                      <a:pt x="226" y="63"/>
                    </a:cubicBezTo>
                    <a:cubicBezTo>
                      <a:pt x="226" y="61"/>
                      <a:pt x="228" y="60"/>
                      <a:pt x="230" y="60"/>
                    </a:cubicBezTo>
                    <a:moveTo>
                      <a:pt x="229" y="55"/>
                    </a:moveTo>
                    <a:cubicBezTo>
                      <a:pt x="229" y="53"/>
                      <a:pt x="230" y="52"/>
                      <a:pt x="232" y="52"/>
                    </a:cubicBezTo>
                    <a:cubicBezTo>
                      <a:pt x="233" y="52"/>
                      <a:pt x="235" y="53"/>
                      <a:pt x="235" y="55"/>
                    </a:cubicBezTo>
                    <a:cubicBezTo>
                      <a:pt x="235" y="57"/>
                      <a:pt x="233" y="58"/>
                      <a:pt x="232" y="58"/>
                    </a:cubicBezTo>
                    <a:cubicBezTo>
                      <a:pt x="230" y="58"/>
                      <a:pt x="229" y="57"/>
                      <a:pt x="229" y="55"/>
                    </a:cubicBezTo>
                    <a:moveTo>
                      <a:pt x="229" y="70"/>
                    </a:moveTo>
                    <a:cubicBezTo>
                      <a:pt x="229" y="72"/>
                      <a:pt x="227" y="74"/>
                      <a:pt x="226" y="74"/>
                    </a:cubicBezTo>
                    <a:cubicBezTo>
                      <a:pt x="224" y="74"/>
                      <a:pt x="222" y="72"/>
                      <a:pt x="222" y="70"/>
                    </a:cubicBezTo>
                    <a:cubicBezTo>
                      <a:pt x="222" y="69"/>
                      <a:pt x="224" y="67"/>
                      <a:pt x="226" y="67"/>
                    </a:cubicBezTo>
                    <a:cubicBezTo>
                      <a:pt x="227" y="67"/>
                      <a:pt x="229" y="69"/>
                      <a:pt x="229" y="70"/>
                    </a:cubicBezTo>
                    <a:moveTo>
                      <a:pt x="235" y="36"/>
                    </a:moveTo>
                    <a:cubicBezTo>
                      <a:pt x="236" y="36"/>
                      <a:pt x="238" y="37"/>
                      <a:pt x="238" y="39"/>
                    </a:cubicBezTo>
                    <a:cubicBezTo>
                      <a:pt x="238" y="41"/>
                      <a:pt x="236" y="42"/>
                      <a:pt x="235" y="42"/>
                    </a:cubicBezTo>
                    <a:cubicBezTo>
                      <a:pt x="233" y="42"/>
                      <a:pt x="232" y="41"/>
                      <a:pt x="232" y="39"/>
                    </a:cubicBezTo>
                    <a:cubicBezTo>
                      <a:pt x="232" y="37"/>
                      <a:pt x="233" y="36"/>
                      <a:pt x="235" y="36"/>
                    </a:cubicBezTo>
                    <a:moveTo>
                      <a:pt x="231" y="43"/>
                    </a:moveTo>
                    <a:cubicBezTo>
                      <a:pt x="233" y="43"/>
                      <a:pt x="234" y="44"/>
                      <a:pt x="234" y="46"/>
                    </a:cubicBezTo>
                    <a:cubicBezTo>
                      <a:pt x="234" y="48"/>
                      <a:pt x="233" y="49"/>
                      <a:pt x="231" y="49"/>
                    </a:cubicBezTo>
                    <a:cubicBezTo>
                      <a:pt x="229" y="49"/>
                      <a:pt x="228" y="48"/>
                      <a:pt x="228" y="46"/>
                    </a:cubicBezTo>
                    <a:cubicBezTo>
                      <a:pt x="228" y="44"/>
                      <a:pt x="229" y="43"/>
                      <a:pt x="231" y="43"/>
                    </a:cubicBezTo>
                    <a:moveTo>
                      <a:pt x="227" y="37"/>
                    </a:moveTo>
                    <a:cubicBezTo>
                      <a:pt x="228" y="37"/>
                      <a:pt x="230" y="38"/>
                      <a:pt x="230" y="40"/>
                    </a:cubicBezTo>
                    <a:cubicBezTo>
                      <a:pt x="230" y="41"/>
                      <a:pt x="228" y="43"/>
                      <a:pt x="227" y="43"/>
                    </a:cubicBezTo>
                    <a:cubicBezTo>
                      <a:pt x="225" y="43"/>
                      <a:pt x="224" y="41"/>
                      <a:pt x="224" y="40"/>
                    </a:cubicBezTo>
                    <a:cubicBezTo>
                      <a:pt x="224" y="38"/>
                      <a:pt x="225" y="37"/>
                      <a:pt x="227" y="37"/>
                    </a:cubicBezTo>
                    <a:moveTo>
                      <a:pt x="222" y="33"/>
                    </a:moveTo>
                    <a:cubicBezTo>
                      <a:pt x="223" y="33"/>
                      <a:pt x="225" y="34"/>
                      <a:pt x="225" y="35"/>
                    </a:cubicBezTo>
                    <a:cubicBezTo>
                      <a:pt x="225" y="37"/>
                      <a:pt x="223" y="38"/>
                      <a:pt x="222" y="38"/>
                    </a:cubicBezTo>
                    <a:cubicBezTo>
                      <a:pt x="221" y="38"/>
                      <a:pt x="219" y="37"/>
                      <a:pt x="219" y="35"/>
                    </a:cubicBezTo>
                    <a:cubicBezTo>
                      <a:pt x="219" y="34"/>
                      <a:pt x="221" y="33"/>
                      <a:pt x="222" y="33"/>
                    </a:cubicBezTo>
                    <a:moveTo>
                      <a:pt x="216" y="31"/>
                    </a:moveTo>
                    <a:cubicBezTo>
                      <a:pt x="218" y="31"/>
                      <a:pt x="218" y="32"/>
                      <a:pt x="218" y="33"/>
                    </a:cubicBezTo>
                    <a:cubicBezTo>
                      <a:pt x="218" y="34"/>
                      <a:pt x="218" y="35"/>
                      <a:pt x="216" y="35"/>
                    </a:cubicBezTo>
                    <a:cubicBezTo>
                      <a:pt x="215" y="35"/>
                      <a:pt x="214" y="34"/>
                      <a:pt x="214" y="33"/>
                    </a:cubicBezTo>
                    <a:cubicBezTo>
                      <a:pt x="214" y="32"/>
                      <a:pt x="215" y="31"/>
                      <a:pt x="216" y="31"/>
                    </a:cubicBezTo>
                    <a:moveTo>
                      <a:pt x="211" y="30"/>
                    </a:moveTo>
                    <a:cubicBezTo>
                      <a:pt x="212" y="30"/>
                      <a:pt x="213" y="31"/>
                      <a:pt x="213" y="32"/>
                    </a:cubicBezTo>
                    <a:cubicBezTo>
                      <a:pt x="213" y="33"/>
                      <a:pt x="212" y="34"/>
                      <a:pt x="211" y="34"/>
                    </a:cubicBezTo>
                    <a:cubicBezTo>
                      <a:pt x="210" y="34"/>
                      <a:pt x="210" y="33"/>
                      <a:pt x="210" y="32"/>
                    </a:cubicBezTo>
                    <a:cubicBezTo>
                      <a:pt x="210" y="31"/>
                      <a:pt x="210" y="30"/>
                      <a:pt x="211" y="30"/>
                    </a:cubicBezTo>
                    <a:moveTo>
                      <a:pt x="206" y="30"/>
                    </a:moveTo>
                    <a:cubicBezTo>
                      <a:pt x="206" y="30"/>
                      <a:pt x="207" y="31"/>
                      <a:pt x="207" y="32"/>
                    </a:cubicBezTo>
                    <a:cubicBezTo>
                      <a:pt x="207" y="33"/>
                      <a:pt x="207" y="33"/>
                      <a:pt x="207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5" y="34"/>
                      <a:pt x="205" y="34"/>
                      <a:pt x="204" y="33"/>
                    </a:cubicBezTo>
                    <a:cubicBezTo>
                      <a:pt x="204" y="33"/>
                      <a:pt x="204" y="33"/>
                      <a:pt x="204" y="33"/>
                    </a:cubicBezTo>
                    <a:cubicBezTo>
                      <a:pt x="204" y="33"/>
                      <a:pt x="204" y="32"/>
                      <a:pt x="204" y="32"/>
                    </a:cubicBezTo>
                    <a:cubicBezTo>
                      <a:pt x="204" y="31"/>
                      <a:pt x="205" y="30"/>
                      <a:pt x="206" y="30"/>
                    </a:cubicBezTo>
                    <a:moveTo>
                      <a:pt x="200" y="70"/>
                    </a:moveTo>
                    <a:cubicBezTo>
                      <a:pt x="202" y="66"/>
                      <a:pt x="203" y="60"/>
                      <a:pt x="203" y="54"/>
                    </a:cubicBezTo>
                    <a:cubicBezTo>
                      <a:pt x="203" y="48"/>
                      <a:pt x="202" y="42"/>
                      <a:pt x="201" y="37"/>
                    </a:cubicBezTo>
                    <a:cubicBezTo>
                      <a:pt x="201" y="36"/>
                      <a:pt x="201" y="36"/>
                      <a:pt x="201" y="36"/>
                    </a:cubicBezTo>
                    <a:cubicBezTo>
                      <a:pt x="201" y="36"/>
                      <a:pt x="202" y="36"/>
                      <a:pt x="202" y="36"/>
                    </a:cubicBezTo>
                    <a:cubicBezTo>
                      <a:pt x="203" y="36"/>
                      <a:pt x="209" y="37"/>
                      <a:pt x="214" y="38"/>
                    </a:cubicBezTo>
                    <a:cubicBezTo>
                      <a:pt x="220" y="39"/>
                      <a:pt x="220" y="41"/>
                      <a:pt x="222" y="43"/>
                    </a:cubicBezTo>
                    <a:cubicBezTo>
                      <a:pt x="223" y="44"/>
                      <a:pt x="225" y="49"/>
                      <a:pt x="225" y="51"/>
                    </a:cubicBezTo>
                    <a:cubicBezTo>
                      <a:pt x="225" y="52"/>
                      <a:pt x="225" y="52"/>
                      <a:pt x="224" y="52"/>
                    </a:cubicBezTo>
                    <a:cubicBezTo>
                      <a:pt x="224" y="57"/>
                      <a:pt x="224" y="62"/>
                      <a:pt x="217" y="73"/>
                    </a:cubicBezTo>
                    <a:cubicBezTo>
                      <a:pt x="217" y="73"/>
                      <a:pt x="217" y="73"/>
                      <a:pt x="216" y="73"/>
                    </a:cubicBezTo>
                    <a:cubicBezTo>
                      <a:pt x="216" y="73"/>
                      <a:pt x="216" y="73"/>
                      <a:pt x="216" y="73"/>
                    </a:cubicBezTo>
                    <a:cubicBezTo>
                      <a:pt x="213" y="72"/>
                      <a:pt x="203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moveTo>
                      <a:pt x="196" y="37"/>
                    </a:moveTo>
                    <a:cubicBezTo>
                      <a:pt x="195" y="36"/>
                      <a:pt x="196" y="34"/>
                      <a:pt x="197" y="34"/>
                    </a:cubicBezTo>
                    <a:cubicBezTo>
                      <a:pt x="197" y="34"/>
                      <a:pt x="198" y="35"/>
                      <a:pt x="198" y="36"/>
                    </a:cubicBezTo>
                    <a:cubicBezTo>
                      <a:pt x="198" y="37"/>
                      <a:pt x="200" y="44"/>
                      <a:pt x="200" y="50"/>
                    </a:cubicBezTo>
                    <a:cubicBezTo>
                      <a:pt x="200" y="59"/>
                      <a:pt x="198" y="66"/>
                      <a:pt x="196" y="69"/>
                    </a:cubicBezTo>
                    <a:cubicBezTo>
                      <a:pt x="196" y="70"/>
                      <a:pt x="196" y="70"/>
                      <a:pt x="195" y="70"/>
                    </a:cubicBezTo>
                    <a:cubicBezTo>
                      <a:pt x="194" y="70"/>
                      <a:pt x="193" y="69"/>
                      <a:pt x="194" y="68"/>
                    </a:cubicBezTo>
                    <a:cubicBezTo>
                      <a:pt x="195" y="67"/>
                      <a:pt x="196" y="59"/>
                      <a:pt x="196" y="50"/>
                    </a:cubicBezTo>
                    <a:cubicBezTo>
                      <a:pt x="196" y="44"/>
                      <a:pt x="196" y="37"/>
                      <a:pt x="196" y="37"/>
                    </a:cubicBezTo>
                    <a:moveTo>
                      <a:pt x="182" y="11"/>
                    </a:moveTo>
                    <a:cubicBezTo>
                      <a:pt x="181" y="11"/>
                      <a:pt x="181" y="11"/>
                      <a:pt x="181" y="10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7"/>
                      <a:pt x="181" y="7"/>
                      <a:pt x="182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3"/>
                      <a:pt x="186" y="2"/>
                      <a:pt x="187" y="2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2"/>
                      <a:pt x="190" y="3"/>
                      <a:pt x="190" y="4"/>
                    </a:cubicBezTo>
                    <a:cubicBezTo>
                      <a:pt x="190" y="7"/>
                      <a:pt x="190" y="7"/>
                      <a:pt x="190" y="7"/>
                    </a:cubicBezTo>
                    <a:cubicBezTo>
                      <a:pt x="193" y="7"/>
                      <a:pt x="193" y="7"/>
                      <a:pt x="193" y="7"/>
                    </a:cubicBezTo>
                    <a:cubicBezTo>
                      <a:pt x="194" y="7"/>
                      <a:pt x="194" y="7"/>
                      <a:pt x="194" y="8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4" y="11"/>
                      <a:pt x="194" y="11"/>
                      <a:pt x="193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90" y="14"/>
                      <a:pt x="189" y="15"/>
                      <a:pt x="189" y="15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6" y="15"/>
                      <a:pt x="185" y="14"/>
                      <a:pt x="185" y="13"/>
                    </a:cubicBezTo>
                    <a:cubicBezTo>
                      <a:pt x="185" y="11"/>
                      <a:pt x="185" y="11"/>
                      <a:pt x="185" y="11"/>
                    </a:cubicBezTo>
                    <a:lnTo>
                      <a:pt x="182" y="11"/>
                    </a:lnTo>
                    <a:close/>
                    <a:moveTo>
                      <a:pt x="182" y="22"/>
                    </a:moveTo>
                    <a:cubicBezTo>
                      <a:pt x="182" y="19"/>
                      <a:pt x="185" y="17"/>
                      <a:pt x="188" y="17"/>
                    </a:cubicBezTo>
                    <a:cubicBezTo>
                      <a:pt x="191" y="17"/>
                      <a:pt x="193" y="19"/>
                      <a:pt x="193" y="22"/>
                    </a:cubicBezTo>
                    <a:cubicBezTo>
                      <a:pt x="193" y="25"/>
                      <a:pt x="191" y="28"/>
                      <a:pt x="188" y="28"/>
                    </a:cubicBezTo>
                    <a:cubicBezTo>
                      <a:pt x="185" y="28"/>
                      <a:pt x="182" y="25"/>
                      <a:pt x="182" y="22"/>
                    </a:cubicBezTo>
                    <a:moveTo>
                      <a:pt x="187" y="43"/>
                    </a:moveTo>
                    <a:cubicBezTo>
                      <a:pt x="187" y="43"/>
                      <a:pt x="187" y="43"/>
                      <a:pt x="187" y="43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3"/>
                      <a:pt x="191" y="45"/>
                      <a:pt x="191" y="47"/>
                    </a:cubicBezTo>
                    <a:cubicBezTo>
                      <a:pt x="191" y="49"/>
                      <a:pt x="190" y="50"/>
                      <a:pt x="188" y="51"/>
                    </a:cubicBezTo>
                    <a:cubicBezTo>
                      <a:pt x="188" y="51"/>
                      <a:pt x="188" y="51"/>
                      <a:pt x="187" y="51"/>
                    </a:cubicBezTo>
                    <a:cubicBezTo>
                      <a:pt x="187" y="51"/>
                      <a:pt x="187" y="51"/>
                      <a:pt x="187" y="51"/>
                    </a:cubicBezTo>
                    <a:cubicBezTo>
                      <a:pt x="185" y="51"/>
                      <a:pt x="183" y="49"/>
                      <a:pt x="183" y="47"/>
                    </a:cubicBezTo>
                    <a:cubicBezTo>
                      <a:pt x="183" y="45"/>
                      <a:pt x="185" y="43"/>
                      <a:pt x="187" y="43"/>
                    </a:cubicBezTo>
                    <a:moveTo>
                      <a:pt x="183" y="37"/>
                    </a:moveTo>
                    <a:cubicBezTo>
                      <a:pt x="183" y="35"/>
                      <a:pt x="185" y="33"/>
                      <a:pt x="187" y="33"/>
                    </a:cubicBezTo>
                    <a:cubicBezTo>
                      <a:pt x="187" y="33"/>
                      <a:pt x="187" y="33"/>
                      <a:pt x="188" y="33"/>
                    </a:cubicBezTo>
                    <a:cubicBezTo>
                      <a:pt x="188" y="33"/>
                      <a:pt x="188" y="33"/>
                      <a:pt x="188" y="33"/>
                    </a:cubicBezTo>
                    <a:cubicBezTo>
                      <a:pt x="188" y="33"/>
                      <a:pt x="188" y="33"/>
                      <a:pt x="189" y="33"/>
                    </a:cubicBezTo>
                    <a:cubicBezTo>
                      <a:pt x="190" y="33"/>
                      <a:pt x="191" y="35"/>
                      <a:pt x="191" y="37"/>
                    </a:cubicBezTo>
                    <a:cubicBezTo>
                      <a:pt x="191" y="38"/>
                      <a:pt x="190" y="40"/>
                      <a:pt x="188" y="41"/>
                    </a:cubicBezTo>
                    <a:cubicBezTo>
                      <a:pt x="188" y="41"/>
                      <a:pt x="188" y="41"/>
                      <a:pt x="187" y="41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5" y="40"/>
                      <a:pt x="183" y="39"/>
                      <a:pt x="183" y="37"/>
                    </a:cubicBezTo>
                    <a:moveTo>
                      <a:pt x="188" y="61"/>
                    </a:moveTo>
                    <a:cubicBezTo>
                      <a:pt x="188" y="61"/>
                      <a:pt x="188" y="61"/>
                      <a:pt x="187" y="61"/>
                    </a:cubicBezTo>
                    <a:cubicBezTo>
                      <a:pt x="187" y="61"/>
                      <a:pt x="187" y="61"/>
                      <a:pt x="187" y="61"/>
                    </a:cubicBezTo>
                    <a:cubicBezTo>
                      <a:pt x="185" y="61"/>
                      <a:pt x="183" y="59"/>
                      <a:pt x="183" y="57"/>
                    </a:cubicBezTo>
                    <a:cubicBezTo>
                      <a:pt x="183" y="55"/>
                      <a:pt x="185" y="54"/>
                      <a:pt x="187" y="53"/>
                    </a:cubicBezTo>
                    <a:cubicBezTo>
                      <a:pt x="187" y="53"/>
                      <a:pt x="187" y="53"/>
                      <a:pt x="187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90" y="54"/>
                      <a:pt x="192" y="55"/>
                      <a:pt x="192" y="57"/>
                    </a:cubicBezTo>
                    <a:cubicBezTo>
                      <a:pt x="192" y="59"/>
                      <a:pt x="190" y="61"/>
                      <a:pt x="188" y="61"/>
                    </a:cubicBezTo>
                    <a:moveTo>
                      <a:pt x="192" y="68"/>
                    </a:moveTo>
                    <a:cubicBezTo>
                      <a:pt x="192" y="70"/>
                      <a:pt x="190" y="72"/>
                      <a:pt x="187" y="72"/>
                    </a:cubicBezTo>
                    <a:cubicBezTo>
                      <a:pt x="185" y="72"/>
                      <a:pt x="183" y="70"/>
                      <a:pt x="183" y="68"/>
                    </a:cubicBezTo>
                    <a:cubicBezTo>
                      <a:pt x="183" y="65"/>
                      <a:pt x="185" y="64"/>
                      <a:pt x="187" y="64"/>
                    </a:cubicBezTo>
                    <a:cubicBezTo>
                      <a:pt x="190" y="64"/>
                      <a:pt x="192" y="65"/>
                      <a:pt x="192" y="68"/>
                    </a:cubicBezTo>
                    <a:moveTo>
                      <a:pt x="177" y="37"/>
                    </a:moveTo>
                    <a:cubicBezTo>
                      <a:pt x="177" y="36"/>
                      <a:pt x="178" y="34"/>
                      <a:pt x="179" y="34"/>
                    </a:cubicBezTo>
                    <a:cubicBezTo>
                      <a:pt x="180" y="34"/>
                      <a:pt x="179" y="36"/>
                      <a:pt x="179" y="37"/>
                    </a:cubicBezTo>
                    <a:cubicBezTo>
                      <a:pt x="179" y="37"/>
                      <a:pt x="179" y="44"/>
                      <a:pt x="179" y="50"/>
                    </a:cubicBezTo>
                    <a:cubicBezTo>
                      <a:pt x="179" y="59"/>
                      <a:pt x="180" y="67"/>
                      <a:pt x="181" y="69"/>
                    </a:cubicBezTo>
                    <a:cubicBezTo>
                      <a:pt x="182" y="69"/>
                      <a:pt x="181" y="70"/>
                      <a:pt x="180" y="70"/>
                    </a:cubicBezTo>
                    <a:cubicBezTo>
                      <a:pt x="180" y="70"/>
                      <a:pt x="179" y="70"/>
                      <a:pt x="179" y="69"/>
                    </a:cubicBezTo>
                    <a:cubicBezTo>
                      <a:pt x="177" y="66"/>
                      <a:pt x="175" y="59"/>
                      <a:pt x="176" y="50"/>
                    </a:cubicBezTo>
                    <a:cubicBezTo>
                      <a:pt x="176" y="44"/>
                      <a:pt x="177" y="37"/>
                      <a:pt x="177" y="37"/>
                    </a:cubicBezTo>
                    <a:moveTo>
                      <a:pt x="170" y="30"/>
                    </a:moveTo>
                    <a:cubicBezTo>
                      <a:pt x="171" y="30"/>
                      <a:pt x="171" y="31"/>
                      <a:pt x="171" y="32"/>
                    </a:cubicBezTo>
                    <a:cubicBezTo>
                      <a:pt x="171" y="33"/>
                      <a:pt x="171" y="34"/>
                      <a:pt x="170" y="34"/>
                    </a:cubicBezTo>
                    <a:cubicBezTo>
                      <a:pt x="169" y="34"/>
                      <a:pt x="168" y="33"/>
                      <a:pt x="168" y="32"/>
                    </a:cubicBezTo>
                    <a:cubicBezTo>
                      <a:pt x="168" y="31"/>
                      <a:pt x="169" y="30"/>
                      <a:pt x="170" y="30"/>
                    </a:cubicBezTo>
                    <a:moveTo>
                      <a:pt x="165" y="30"/>
                    </a:moveTo>
                    <a:cubicBezTo>
                      <a:pt x="166" y="30"/>
                      <a:pt x="167" y="31"/>
                      <a:pt x="167" y="32"/>
                    </a:cubicBezTo>
                    <a:cubicBezTo>
                      <a:pt x="167" y="33"/>
                      <a:pt x="166" y="34"/>
                      <a:pt x="165" y="34"/>
                    </a:cubicBezTo>
                    <a:cubicBezTo>
                      <a:pt x="164" y="34"/>
                      <a:pt x="163" y="33"/>
                      <a:pt x="163" y="32"/>
                    </a:cubicBezTo>
                    <a:cubicBezTo>
                      <a:pt x="163" y="31"/>
                      <a:pt x="164" y="30"/>
                      <a:pt x="165" y="30"/>
                    </a:cubicBezTo>
                    <a:moveTo>
                      <a:pt x="159" y="31"/>
                    </a:moveTo>
                    <a:cubicBezTo>
                      <a:pt x="160" y="31"/>
                      <a:pt x="161" y="32"/>
                      <a:pt x="161" y="33"/>
                    </a:cubicBezTo>
                    <a:cubicBezTo>
                      <a:pt x="161" y="34"/>
                      <a:pt x="160" y="35"/>
                      <a:pt x="159" y="35"/>
                    </a:cubicBezTo>
                    <a:cubicBezTo>
                      <a:pt x="158" y="35"/>
                      <a:pt x="157" y="34"/>
                      <a:pt x="157" y="33"/>
                    </a:cubicBezTo>
                    <a:cubicBezTo>
                      <a:pt x="157" y="32"/>
                      <a:pt x="158" y="31"/>
                      <a:pt x="159" y="31"/>
                    </a:cubicBezTo>
                    <a:moveTo>
                      <a:pt x="163" y="38"/>
                    </a:moveTo>
                    <a:cubicBezTo>
                      <a:pt x="168" y="37"/>
                      <a:pt x="172" y="36"/>
                      <a:pt x="172" y="36"/>
                    </a:cubicBezTo>
                    <a:cubicBezTo>
                      <a:pt x="173" y="36"/>
                      <a:pt x="173" y="36"/>
                      <a:pt x="173" y="36"/>
                    </a:cubicBezTo>
                    <a:cubicBezTo>
                      <a:pt x="173" y="36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41"/>
                      <a:pt x="172" y="46"/>
                      <a:pt x="172" y="50"/>
                    </a:cubicBezTo>
                    <a:cubicBezTo>
                      <a:pt x="172" y="58"/>
                      <a:pt x="174" y="66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3" y="70"/>
                      <a:pt x="162" y="71"/>
                      <a:pt x="159" y="72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59" y="72"/>
                      <a:pt x="159" y="72"/>
                      <a:pt x="159" y="71"/>
                    </a:cubicBezTo>
                    <a:cubicBezTo>
                      <a:pt x="159" y="71"/>
                      <a:pt x="158" y="71"/>
                      <a:pt x="158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4" y="64"/>
                      <a:pt x="153" y="59"/>
                      <a:pt x="152" y="49"/>
                    </a:cubicBezTo>
                    <a:cubicBezTo>
                      <a:pt x="152" y="46"/>
                      <a:pt x="154" y="43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6" y="40"/>
                      <a:pt x="158" y="39"/>
                      <a:pt x="163" y="38"/>
                    </a:cubicBezTo>
                    <a:moveTo>
                      <a:pt x="146" y="59"/>
                    </a:moveTo>
                    <a:cubicBezTo>
                      <a:pt x="148" y="59"/>
                      <a:pt x="150" y="61"/>
                      <a:pt x="150" y="63"/>
                    </a:cubicBezTo>
                    <a:cubicBezTo>
                      <a:pt x="150" y="64"/>
                      <a:pt x="148" y="66"/>
                      <a:pt x="146" y="66"/>
                    </a:cubicBezTo>
                    <a:cubicBezTo>
                      <a:pt x="145" y="66"/>
                      <a:pt x="143" y="64"/>
                      <a:pt x="143" y="63"/>
                    </a:cubicBezTo>
                    <a:cubicBezTo>
                      <a:pt x="143" y="61"/>
                      <a:pt x="145" y="59"/>
                      <a:pt x="146" y="59"/>
                    </a:cubicBezTo>
                    <a:moveTo>
                      <a:pt x="141" y="54"/>
                    </a:moveTo>
                    <a:cubicBezTo>
                      <a:pt x="141" y="53"/>
                      <a:pt x="142" y="51"/>
                      <a:pt x="144" y="51"/>
                    </a:cubicBezTo>
                    <a:cubicBezTo>
                      <a:pt x="146" y="51"/>
                      <a:pt x="147" y="53"/>
                      <a:pt x="147" y="54"/>
                    </a:cubicBezTo>
                    <a:cubicBezTo>
                      <a:pt x="147" y="56"/>
                      <a:pt x="146" y="58"/>
                      <a:pt x="144" y="58"/>
                    </a:cubicBezTo>
                    <a:cubicBezTo>
                      <a:pt x="142" y="58"/>
                      <a:pt x="141" y="56"/>
                      <a:pt x="141" y="54"/>
                    </a:cubicBezTo>
                    <a:moveTo>
                      <a:pt x="150" y="67"/>
                    </a:moveTo>
                    <a:cubicBezTo>
                      <a:pt x="152" y="67"/>
                      <a:pt x="154" y="69"/>
                      <a:pt x="154" y="70"/>
                    </a:cubicBezTo>
                    <a:cubicBezTo>
                      <a:pt x="154" y="72"/>
                      <a:pt x="152" y="74"/>
                      <a:pt x="150" y="74"/>
                    </a:cubicBezTo>
                    <a:cubicBezTo>
                      <a:pt x="150" y="74"/>
                      <a:pt x="150" y="74"/>
                      <a:pt x="149" y="73"/>
                    </a:cubicBezTo>
                    <a:cubicBezTo>
                      <a:pt x="148" y="73"/>
                      <a:pt x="148" y="73"/>
                      <a:pt x="148" y="72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7" y="69"/>
                      <a:pt x="149" y="67"/>
                      <a:pt x="150" y="67"/>
                    </a:cubicBezTo>
                    <a:moveTo>
                      <a:pt x="153" y="33"/>
                    </a:moveTo>
                    <a:cubicBezTo>
                      <a:pt x="155" y="33"/>
                      <a:pt x="156" y="34"/>
                      <a:pt x="156" y="35"/>
                    </a:cubicBezTo>
                    <a:cubicBezTo>
                      <a:pt x="156" y="37"/>
                      <a:pt x="155" y="38"/>
                      <a:pt x="153" y="38"/>
                    </a:cubicBezTo>
                    <a:cubicBezTo>
                      <a:pt x="153" y="38"/>
                      <a:pt x="152" y="38"/>
                      <a:pt x="152" y="37"/>
                    </a:cubicBezTo>
                    <a:cubicBezTo>
                      <a:pt x="151" y="37"/>
                      <a:pt x="151" y="36"/>
                      <a:pt x="151" y="35"/>
                    </a:cubicBezTo>
                    <a:cubicBezTo>
                      <a:pt x="151" y="34"/>
                      <a:pt x="152" y="33"/>
                      <a:pt x="153" y="33"/>
                    </a:cubicBezTo>
                    <a:moveTo>
                      <a:pt x="149" y="37"/>
                    </a:moveTo>
                    <a:cubicBezTo>
                      <a:pt x="150" y="37"/>
                      <a:pt x="151" y="38"/>
                      <a:pt x="151" y="40"/>
                    </a:cubicBezTo>
                    <a:cubicBezTo>
                      <a:pt x="151" y="41"/>
                      <a:pt x="150" y="43"/>
                      <a:pt x="149" y="43"/>
                    </a:cubicBezTo>
                    <a:cubicBezTo>
                      <a:pt x="147" y="43"/>
                      <a:pt x="146" y="41"/>
                      <a:pt x="146" y="40"/>
                    </a:cubicBezTo>
                    <a:cubicBezTo>
                      <a:pt x="146" y="38"/>
                      <a:pt x="147" y="37"/>
                      <a:pt x="149" y="37"/>
                    </a:cubicBezTo>
                    <a:moveTo>
                      <a:pt x="144" y="43"/>
                    </a:moveTo>
                    <a:cubicBezTo>
                      <a:pt x="145" y="43"/>
                      <a:pt x="145" y="43"/>
                      <a:pt x="145" y="43"/>
                    </a:cubicBezTo>
                    <a:cubicBezTo>
                      <a:pt x="147" y="44"/>
                      <a:pt x="148" y="45"/>
                      <a:pt x="148" y="46"/>
                    </a:cubicBezTo>
                    <a:cubicBezTo>
                      <a:pt x="148" y="48"/>
                      <a:pt x="146" y="49"/>
                      <a:pt x="144" y="49"/>
                    </a:cubicBezTo>
                    <a:cubicBezTo>
                      <a:pt x="143" y="49"/>
                      <a:pt x="142" y="48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1" y="45"/>
                      <a:pt x="143" y="43"/>
                      <a:pt x="144" y="43"/>
                    </a:cubicBezTo>
                    <a:moveTo>
                      <a:pt x="140" y="36"/>
                    </a:moveTo>
                    <a:cubicBezTo>
                      <a:pt x="142" y="36"/>
                      <a:pt x="143" y="37"/>
                      <a:pt x="143" y="39"/>
                    </a:cubicBezTo>
                    <a:cubicBezTo>
                      <a:pt x="143" y="41"/>
                      <a:pt x="142" y="42"/>
                      <a:pt x="140" y="42"/>
                    </a:cubicBezTo>
                    <a:cubicBezTo>
                      <a:pt x="139" y="42"/>
                      <a:pt x="137" y="41"/>
                      <a:pt x="137" y="39"/>
                    </a:cubicBezTo>
                    <a:cubicBezTo>
                      <a:pt x="137" y="37"/>
                      <a:pt x="139" y="36"/>
                      <a:pt x="140" y="36"/>
                    </a:cubicBezTo>
                    <a:moveTo>
                      <a:pt x="130" y="41"/>
                    </a:moveTo>
                    <a:cubicBezTo>
                      <a:pt x="132" y="41"/>
                      <a:pt x="133" y="42"/>
                      <a:pt x="133" y="44"/>
                    </a:cubicBezTo>
                    <a:cubicBezTo>
                      <a:pt x="133" y="46"/>
                      <a:pt x="132" y="47"/>
                      <a:pt x="130" y="47"/>
                    </a:cubicBezTo>
                    <a:cubicBezTo>
                      <a:pt x="128" y="47"/>
                      <a:pt x="127" y="46"/>
                      <a:pt x="127" y="44"/>
                    </a:cubicBezTo>
                    <a:cubicBezTo>
                      <a:pt x="127" y="42"/>
                      <a:pt x="128" y="41"/>
                      <a:pt x="130" y="41"/>
                    </a:cubicBezTo>
                    <a:moveTo>
                      <a:pt x="122" y="49"/>
                    </a:moveTo>
                    <a:cubicBezTo>
                      <a:pt x="123" y="49"/>
                      <a:pt x="125" y="50"/>
                      <a:pt x="125" y="52"/>
                    </a:cubicBezTo>
                    <a:cubicBezTo>
                      <a:pt x="125" y="54"/>
                      <a:pt x="123" y="55"/>
                      <a:pt x="122" y="55"/>
                    </a:cubicBezTo>
                    <a:cubicBezTo>
                      <a:pt x="120" y="55"/>
                      <a:pt x="118" y="54"/>
                      <a:pt x="118" y="52"/>
                    </a:cubicBezTo>
                    <a:cubicBezTo>
                      <a:pt x="118" y="50"/>
                      <a:pt x="120" y="49"/>
                      <a:pt x="122" y="49"/>
                    </a:cubicBezTo>
                    <a:moveTo>
                      <a:pt x="119" y="65"/>
                    </a:moveTo>
                    <a:cubicBezTo>
                      <a:pt x="118" y="65"/>
                      <a:pt x="116" y="64"/>
                      <a:pt x="116" y="62"/>
                    </a:cubicBezTo>
                    <a:cubicBezTo>
                      <a:pt x="116" y="60"/>
                      <a:pt x="118" y="59"/>
                      <a:pt x="119" y="59"/>
                    </a:cubicBezTo>
                    <a:cubicBezTo>
                      <a:pt x="121" y="59"/>
                      <a:pt x="123" y="60"/>
                      <a:pt x="123" y="62"/>
                    </a:cubicBezTo>
                    <a:cubicBezTo>
                      <a:pt x="123" y="64"/>
                      <a:pt x="121" y="65"/>
                      <a:pt x="119" y="65"/>
                    </a:cubicBezTo>
                    <a:moveTo>
                      <a:pt x="125" y="74"/>
                    </a:moveTo>
                    <a:cubicBezTo>
                      <a:pt x="123" y="74"/>
                      <a:pt x="122" y="73"/>
                      <a:pt x="122" y="71"/>
                    </a:cubicBezTo>
                    <a:cubicBezTo>
                      <a:pt x="122" y="70"/>
                      <a:pt x="123" y="68"/>
                      <a:pt x="125" y="68"/>
                    </a:cubicBezTo>
                    <a:cubicBezTo>
                      <a:pt x="127" y="68"/>
                      <a:pt x="128" y="70"/>
                      <a:pt x="128" y="71"/>
                    </a:cubicBezTo>
                    <a:cubicBezTo>
                      <a:pt x="128" y="73"/>
                      <a:pt x="127" y="74"/>
                      <a:pt x="125" y="74"/>
                    </a:cubicBezTo>
                    <a:moveTo>
                      <a:pt x="132" y="81"/>
                    </a:moveTo>
                    <a:cubicBezTo>
                      <a:pt x="131" y="81"/>
                      <a:pt x="129" y="80"/>
                      <a:pt x="129" y="78"/>
                    </a:cubicBezTo>
                    <a:cubicBezTo>
                      <a:pt x="129" y="76"/>
                      <a:pt x="131" y="75"/>
                      <a:pt x="132" y="75"/>
                    </a:cubicBezTo>
                    <a:cubicBezTo>
                      <a:pt x="134" y="75"/>
                      <a:pt x="136" y="76"/>
                      <a:pt x="136" y="78"/>
                    </a:cubicBezTo>
                    <a:cubicBezTo>
                      <a:pt x="136" y="80"/>
                      <a:pt x="134" y="81"/>
                      <a:pt x="132" y="81"/>
                    </a:cubicBezTo>
                    <a:moveTo>
                      <a:pt x="132" y="68"/>
                    </a:moveTo>
                    <a:cubicBezTo>
                      <a:pt x="131" y="67"/>
                      <a:pt x="129" y="65"/>
                      <a:pt x="128" y="63"/>
                    </a:cubicBezTo>
                    <a:cubicBezTo>
                      <a:pt x="127" y="61"/>
                      <a:pt x="127" y="60"/>
                      <a:pt x="127" y="59"/>
                    </a:cubicBezTo>
                    <a:cubicBezTo>
                      <a:pt x="127" y="58"/>
                      <a:pt x="127" y="57"/>
                      <a:pt x="128" y="56"/>
                    </a:cubicBezTo>
                    <a:cubicBezTo>
                      <a:pt x="129" y="54"/>
                      <a:pt x="129" y="54"/>
                      <a:pt x="130" y="52"/>
                    </a:cubicBezTo>
                    <a:cubicBezTo>
                      <a:pt x="131" y="51"/>
                      <a:pt x="131" y="51"/>
                      <a:pt x="134" y="49"/>
                    </a:cubicBezTo>
                    <a:cubicBezTo>
                      <a:pt x="135" y="48"/>
                      <a:pt x="135" y="48"/>
                      <a:pt x="136" y="47"/>
                    </a:cubicBezTo>
                    <a:cubicBezTo>
                      <a:pt x="136" y="47"/>
                      <a:pt x="136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7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7" y="48"/>
                      <a:pt x="137" y="49"/>
                      <a:pt x="137" y="51"/>
                    </a:cubicBezTo>
                    <a:cubicBezTo>
                      <a:pt x="137" y="60"/>
                      <a:pt x="139" y="68"/>
                      <a:pt x="147" y="76"/>
                    </a:cubicBezTo>
                    <a:cubicBezTo>
                      <a:pt x="146" y="77"/>
                      <a:pt x="145" y="77"/>
                      <a:pt x="144" y="77"/>
                    </a:cubicBezTo>
                    <a:cubicBezTo>
                      <a:pt x="142" y="78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8"/>
                    </a:cubicBezTo>
                    <a:cubicBezTo>
                      <a:pt x="140" y="76"/>
                      <a:pt x="134" y="70"/>
                      <a:pt x="132" y="68"/>
                    </a:cubicBezTo>
                    <a:moveTo>
                      <a:pt x="138" y="87"/>
                    </a:moveTo>
                    <a:cubicBezTo>
                      <a:pt x="137" y="86"/>
                      <a:pt x="138" y="85"/>
                      <a:pt x="138" y="85"/>
                    </a:cubicBezTo>
                    <a:cubicBezTo>
                      <a:pt x="139" y="84"/>
                      <a:pt x="146" y="81"/>
                      <a:pt x="157" y="78"/>
                    </a:cubicBezTo>
                    <a:cubicBezTo>
                      <a:pt x="168" y="75"/>
                      <a:pt x="175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8" y="74"/>
                      <a:pt x="188" y="74"/>
                      <a:pt x="188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200" y="74"/>
                      <a:pt x="207" y="75"/>
                      <a:pt x="218" y="78"/>
                    </a:cubicBezTo>
                    <a:cubicBezTo>
                      <a:pt x="229" y="81"/>
                      <a:pt x="236" y="84"/>
                      <a:pt x="237" y="85"/>
                    </a:cubicBezTo>
                    <a:cubicBezTo>
                      <a:pt x="238" y="85"/>
                      <a:pt x="238" y="86"/>
                      <a:pt x="237" y="87"/>
                    </a:cubicBezTo>
                    <a:cubicBezTo>
                      <a:pt x="237" y="87"/>
                      <a:pt x="236" y="88"/>
                      <a:pt x="235" y="87"/>
                    </a:cubicBezTo>
                    <a:cubicBezTo>
                      <a:pt x="235" y="87"/>
                      <a:pt x="228" y="84"/>
                      <a:pt x="217" y="81"/>
                    </a:cubicBezTo>
                    <a:cubicBezTo>
                      <a:pt x="206" y="78"/>
                      <a:pt x="199" y="77"/>
                      <a:pt x="188" y="77"/>
                    </a:cubicBezTo>
                    <a:cubicBezTo>
                      <a:pt x="176" y="77"/>
                      <a:pt x="169" y="78"/>
                      <a:pt x="158" y="81"/>
                    </a:cubicBezTo>
                    <a:cubicBezTo>
                      <a:pt x="147" y="84"/>
                      <a:pt x="140" y="87"/>
                      <a:pt x="140" y="87"/>
                    </a:cubicBezTo>
                    <a:cubicBezTo>
                      <a:pt x="139" y="88"/>
                      <a:pt x="138" y="87"/>
                      <a:pt x="138" y="87"/>
                    </a:cubicBezTo>
                    <a:moveTo>
                      <a:pt x="143" y="97"/>
                    </a:moveTo>
                    <a:cubicBezTo>
                      <a:pt x="142" y="97"/>
                      <a:pt x="142" y="97"/>
                      <a:pt x="142" y="97"/>
                    </a:cubicBezTo>
                    <a:cubicBezTo>
                      <a:pt x="141" y="96"/>
                      <a:pt x="141" y="96"/>
                      <a:pt x="141" y="95"/>
                    </a:cubicBezTo>
                    <a:cubicBezTo>
                      <a:pt x="140" y="93"/>
                      <a:pt x="140" y="92"/>
                      <a:pt x="140" y="91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2"/>
                      <a:pt x="148" y="92"/>
                      <a:pt x="148" y="92"/>
                    </a:cubicBezTo>
                    <a:cubicBezTo>
                      <a:pt x="148" y="92"/>
                      <a:pt x="148" y="92"/>
                      <a:pt x="148" y="92"/>
                    </a:cubicBezTo>
                    <a:lnTo>
                      <a:pt x="143" y="97"/>
                    </a:lnTo>
                    <a:close/>
                    <a:moveTo>
                      <a:pt x="69" y="310"/>
                    </a:moveTo>
                    <a:cubicBezTo>
                      <a:pt x="63" y="305"/>
                      <a:pt x="63" y="305"/>
                      <a:pt x="63" y="305"/>
                    </a:cubicBezTo>
                    <a:cubicBezTo>
                      <a:pt x="58" y="301"/>
                      <a:pt x="42" y="292"/>
                      <a:pt x="38" y="291"/>
                    </a:cubicBezTo>
                    <a:cubicBezTo>
                      <a:pt x="36" y="290"/>
                      <a:pt x="29" y="289"/>
                      <a:pt x="24" y="289"/>
                    </a:cubicBezTo>
                    <a:cubicBezTo>
                      <a:pt x="25" y="288"/>
                      <a:pt x="27" y="287"/>
                      <a:pt x="30" y="286"/>
                    </a:cubicBezTo>
                    <a:cubicBezTo>
                      <a:pt x="31" y="286"/>
                      <a:pt x="31" y="286"/>
                      <a:pt x="31" y="286"/>
                    </a:cubicBezTo>
                    <a:cubicBezTo>
                      <a:pt x="37" y="284"/>
                      <a:pt x="43" y="285"/>
                      <a:pt x="49" y="288"/>
                    </a:cubicBezTo>
                    <a:cubicBezTo>
                      <a:pt x="50" y="288"/>
                      <a:pt x="50" y="288"/>
                      <a:pt x="50" y="288"/>
                    </a:cubicBezTo>
                    <a:cubicBezTo>
                      <a:pt x="51" y="287"/>
                      <a:pt x="51" y="287"/>
                      <a:pt x="51" y="287"/>
                    </a:cubicBezTo>
                    <a:cubicBezTo>
                      <a:pt x="51" y="285"/>
                      <a:pt x="47" y="282"/>
                      <a:pt x="40" y="278"/>
                    </a:cubicBezTo>
                    <a:cubicBezTo>
                      <a:pt x="37" y="277"/>
                      <a:pt x="37" y="277"/>
                      <a:pt x="37" y="277"/>
                    </a:cubicBezTo>
                    <a:cubicBezTo>
                      <a:pt x="37" y="277"/>
                      <a:pt x="36" y="277"/>
                      <a:pt x="36" y="277"/>
                    </a:cubicBezTo>
                    <a:cubicBezTo>
                      <a:pt x="29" y="274"/>
                      <a:pt x="8" y="276"/>
                      <a:pt x="5" y="276"/>
                    </a:cubicBezTo>
                    <a:cubicBezTo>
                      <a:pt x="2" y="276"/>
                      <a:pt x="6" y="273"/>
                      <a:pt x="5" y="273"/>
                    </a:cubicBezTo>
                    <a:cubicBezTo>
                      <a:pt x="6" y="271"/>
                      <a:pt x="11" y="267"/>
                      <a:pt x="25" y="270"/>
                    </a:cubicBezTo>
                    <a:cubicBezTo>
                      <a:pt x="25" y="270"/>
                      <a:pt x="37" y="271"/>
                      <a:pt x="37" y="270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33" y="267"/>
                      <a:pt x="33" y="267"/>
                      <a:pt x="33" y="267"/>
                    </a:cubicBezTo>
                    <a:cubicBezTo>
                      <a:pt x="30" y="265"/>
                      <a:pt x="26" y="263"/>
                      <a:pt x="23" y="261"/>
                    </a:cubicBezTo>
                    <a:cubicBezTo>
                      <a:pt x="23" y="258"/>
                      <a:pt x="37" y="260"/>
                      <a:pt x="37" y="260"/>
                    </a:cubicBezTo>
                    <a:cubicBezTo>
                      <a:pt x="41" y="262"/>
                      <a:pt x="47" y="264"/>
                      <a:pt x="51" y="268"/>
                    </a:cubicBezTo>
                    <a:cubicBezTo>
                      <a:pt x="52" y="269"/>
                      <a:pt x="53" y="271"/>
                      <a:pt x="54" y="272"/>
                    </a:cubicBezTo>
                    <a:cubicBezTo>
                      <a:pt x="54" y="274"/>
                      <a:pt x="55" y="276"/>
                      <a:pt x="55" y="277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1" y="277"/>
                      <a:pt x="49" y="278"/>
                      <a:pt x="49" y="278"/>
                    </a:cubicBezTo>
                    <a:cubicBezTo>
                      <a:pt x="49" y="279"/>
                      <a:pt x="49" y="281"/>
                      <a:pt x="50" y="281"/>
                    </a:cubicBezTo>
                    <a:cubicBezTo>
                      <a:pt x="52" y="283"/>
                      <a:pt x="55" y="286"/>
                      <a:pt x="59" y="288"/>
                    </a:cubicBezTo>
                    <a:cubicBezTo>
                      <a:pt x="58" y="288"/>
                      <a:pt x="57" y="288"/>
                      <a:pt x="56" y="288"/>
                    </a:cubicBezTo>
                    <a:cubicBezTo>
                      <a:pt x="56" y="288"/>
                      <a:pt x="55" y="288"/>
                      <a:pt x="55" y="289"/>
                    </a:cubicBezTo>
                    <a:cubicBezTo>
                      <a:pt x="55" y="289"/>
                      <a:pt x="55" y="289"/>
                      <a:pt x="55" y="289"/>
                    </a:cubicBezTo>
                    <a:cubicBezTo>
                      <a:pt x="55" y="290"/>
                      <a:pt x="55" y="290"/>
                      <a:pt x="55" y="290"/>
                    </a:cubicBezTo>
                    <a:cubicBezTo>
                      <a:pt x="56" y="291"/>
                      <a:pt x="56" y="291"/>
                      <a:pt x="56" y="291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8" y="292"/>
                      <a:pt x="62" y="295"/>
                      <a:pt x="62" y="296"/>
                    </a:cubicBezTo>
                    <a:cubicBezTo>
                      <a:pt x="62" y="297"/>
                      <a:pt x="63" y="301"/>
                      <a:pt x="69" y="306"/>
                    </a:cubicBezTo>
                    <a:cubicBezTo>
                      <a:pt x="77" y="312"/>
                      <a:pt x="77" y="312"/>
                      <a:pt x="77" y="312"/>
                    </a:cubicBezTo>
                    <a:cubicBezTo>
                      <a:pt x="79" y="314"/>
                      <a:pt x="92" y="327"/>
                      <a:pt x="86" y="328"/>
                    </a:cubicBezTo>
                    <a:cubicBezTo>
                      <a:pt x="85" y="327"/>
                      <a:pt x="76" y="320"/>
                      <a:pt x="69" y="310"/>
                    </a:cubicBezTo>
                    <a:moveTo>
                      <a:pt x="67" y="296"/>
                    </a:moveTo>
                    <a:cubicBezTo>
                      <a:pt x="63" y="293"/>
                      <a:pt x="61" y="287"/>
                      <a:pt x="60" y="286"/>
                    </a:cubicBezTo>
                    <a:cubicBezTo>
                      <a:pt x="76" y="291"/>
                      <a:pt x="85" y="311"/>
                      <a:pt x="91" y="314"/>
                    </a:cubicBezTo>
                    <a:cubicBezTo>
                      <a:pt x="103" y="331"/>
                      <a:pt x="103" y="331"/>
                      <a:pt x="103" y="331"/>
                    </a:cubicBezTo>
                    <a:cubicBezTo>
                      <a:pt x="103" y="331"/>
                      <a:pt x="102" y="333"/>
                      <a:pt x="102" y="334"/>
                    </a:cubicBezTo>
                    <a:cubicBezTo>
                      <a:pt x="102" y="334"/>
                      <a:pt x="102" y="334"/>
                      <a:pt x="102" y="334"/>
                    </a:cubicBezTo>
                    <a:cubicBezTo>
                      <a:pt x="99" y="335"/>
                      <a:pt x="99" y="335"/>
                      <a:pt x="99" y="335"/>
                    </a:cubicBezTo>
                    <a:cubicBezTo>
                      <a:pt x="97" y="335"/>
                      <a:pt x="90" y="323"/>
                      <a:pt x="87" y="319"/>
                    </a:cubicBezTo>
                    <a:cubicBezTo>
                      <a:pt x="84" y="314"/>
                      <a:pt x="84" y="314"/>
                      <a:pt x="84" y="314"/>
                    </a:cubicBezTo>
                    <a:cubicBezTo>
                      <a:pt x="82" y="313"/>
                      <a:pt x="78" y="309"/>
                      <a:pt x="75" y="306"/>
                    </a:cubicBezTo>
                    <a:cubicBezTo>
                      <a:pt x="73" y="304"/>
                      <a:pt x="70" y="301"/>
                      <a:pt x="69" y="301"/>
                    </a:cubicBezTo>
                    <a:cubicBezTo>
                      <a:pt x="69" y="301"/>
                      <a:pt x="68" y="301"/>
                      <a:pt x="68" y="301"/>
                    </a:cubicBezTo>
                    <a:cubicBezTo>
                      <a:pt x="68" y="300"/>
                      <a:pt x="68" y="299"/>
                      <a:pt x="68" y="299"/>
                    </a:cubicBezTo>
                    <a:lnTo>
                      <a:pt x="67" y="296"/>
                    </a:lnTo>
                    <a:close/>
                    <a:moveTo>
                      <a:pt x="65" y="327"/>
                    </a:moveTo>
                    <a:cubicBezTo>
                      <a:pt x="65" y="326"/>
                      <a:pt x="64" y="327"/>
                      <a:pt x="64" y="327"/>
                    </a:cubicBezTo>
                    <a:cubicBezTo>
                      <a:pt x="63" y="327"/>
                      <a:pt x="62" y="328"/>
                      <a:pt x="61" y="327"/>
                    </a:cubicBezTo>
                    <a:cubicBezTo>
                      <a:pt x="60" y="327"/>
                      <a:pt x="58" y="326"/>
                      <a:pt x="53" y="325"/>
                    </a:cubicBezTo>
                    <a:cubicBezTo>
                      <a:pt x="49" y="324"/>
                      <a:pt x="42" y="322"/>
                      <a:pt x="39" y="321"/>
                    </a:cubicBezTo>
                    <a:cubicBezTo>
                      <a:pt x="42" y="320"/>
                      <a:pt x="50" y="318"/>
                      <a:pt x="67" y="322"/>
                    </a:cubicBezTo>
                    <a:cubicBezTo>
                      <a:pt x="71" y="323"/>
                      <a:pt x="76" y="325"/>
                      <a:pt x="81" y="327"/>
                    </a:cubicBezTo>
                    <a:cubicBezTo>
                      <a:pt x="83" y="328"/>
                      <a:pt x="90" y="334"/>
                      <a:pt x="92" y="337"/>
                    </a:cubicBezTo>
                    <a:cubicBezTo>
                      <a:pt x="92" y="337"/>
                      <a:pt x="92" y="338"/>
                      <a:pt x="92" y="338"/>
                    </a:cubicBezTo>
                    <a:cubicBezTo>
                      <a:pt x="92" y="338"/>
                      <a:pt x="91" y="338"/>
                      <a:pt x="91" y="338"/>
                    </a:cubicBezTo>
                    <a:cubicBezTo>
                      <a:pt x="87" y="341"/>
                      <a:pt x="87" y="341"/>
                      <a:pt x="87" y="341"/>
                    </a:cubicBezTo>
                    <a:cubicBezTo>
                      <a:pt x="86" y="341"/>
                      <a:pt x="86" y="340"/>
                      <a:pt x="85" y="339"/>
                    </a:cubicBezTo>
                    <a:cubicBezTo>
                      <a:pt x="82" y="335"/>
                      <a:pt x="82" y="335"/>
                      <a:pt x="82" y="335"/>
                    </a:cubicBezTo>
                    <a:cubicBezTo>
                      <a:pt x="76" y="330"/>
                      <a:pt x="69" y="328"/>
                      <a:pt x="65" y="327"/>
                    </a:cubicBezTo>
                    <a:moveTo>
                      <a:pt x="77" y="345"/>
                    </a:moveTo>
                    <a:cubicBezTo>
                      <a:pt x="75" y="345"/>
                      <a:pt x="75" y="345"/>
                      <a:pt x="75" y="345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8" y="342"/>
                      <a:pt x="78" y="340"/>
                      <a:pt x="81" y="341"/>
                    </a:cubicBezTo>
                    <a:cubicBezTo>
                      <a:pt x="82" y="341"/>
                      <a:pt x="82" y="341"/>
                      <a:pt x="82" y="341"/>
                    </a:cubicBezTo>
                    <a:cubicBezTo>
                      <a:pt x="83" y="342"/>
                      <a:pt x="84" y="343"/>
                      <a:pt x="84" y="345"/>
                    </a:cubicBezTo>
                    <a:cubicBezTo>
                      <a:pt x="83" y="346"/>
                      <a:pt x="82" y="346"/>
                      <a:pt x="77" y="345"/>
                    </a:cubicBezTo>
                    <a:moveTo>
                      <a:pt x="82" y="355"/>
                    </a:moveTo>
                    <a:cubicBezTo>
                      <a:pt x="74" y="360"/>
                      <a:pt x="75" y="359"/>
                      <a:pt x="73" y="360"/>
                    </a:cubicBezTo>
                    <a:cubicBezTo>
                      <a:pt x="72" y="355"/>
                      <a:pt x="95" y="337"/>
                      <a:pt x="104" y="336"/>
                    </a:cubicBezTo>
                    <a:cubicBezTo>
                      <a:pt x="105" y="336"/>
                      <a:pt x="106" y="339"/>
                      <a:pt x="106" y="341"/>
                    </a:cubicBezTo>
                    <a:cubicBezTo>
                      <a:pt x="107" y="342"/>
                      <a:pt x="111" y="345"/>
                      <a:pt x="111" y="345"/>
                    </a:cubicBezTo>
                    <a:cubicBezTo>
                      <a:pt x="112" y="345"/>
                      <a:pt x="122" y="348"/>
                      <a:pt x="124" y="348"/>
                    </a:cubicBezTo>
                    <a:cubicBezTo>
                      <a:pt x="121" y="348"/>
                      <a:pt x="98" y="345"/>
                      <a:pt x="82" y="355"/>
                    </a:cubicBezTo>
                    <a:moveTo>
                      <a:pt x="101" y="357"/>
                    </a:moveTo>
                    <a:cubicBezTo>
                      <a:pt x="101" y="357"/>
                      <a:pt x="95" y="363"/>
                      <a:pt x="91" y="361"/>
                    </a:cubicBezTo>
                    <a:cubicBezTo>
                      <a:pt x="87" y="360"/>
                      <a:pt x="94" y="355"/>
                      <a:pt x="95" y="353"/>
                    </a:cubicBezTo>
                    <a:cubicBezTo>
                      <a:pt x="101" y="350"/>
                      <a:pt x="120" y="349"/>
                      <a:pt x="128" y="350"/>
                    </a:cubicBezTo>
                    <a:cubicBezTo>
                      <a:pt x="136" y="352"/>
                      <a:pt x="145" y="353"/>
                      <a:pt x="150" y="356"/>
                    </a:cubicBezTo>
                    <a:cubicBezTo>
                      <a:pt x="157" y="359"/>
                      <a:pt x="164" y="365"/>
                      <a:pt x="167" y="372"/>
                    </a:cubicBezTo>
                    <a:cubicBezTo>
                      <a:pt x="170" y="379"/>
                      <a:pt x="170" y="384"/>
                      <a:pt x="168" y="383"/>
                    </a:cubicBezTo>
                    <a:cubicBezTo>
                      <a:pt x="165" y="382"/>
                      <a:pt x="168" y="383"/>
                      <a:pt x="164" y="374"/>
                    </a:cubicBezTo>
                    <a:cubicBezTo>
                      <a:pt x="162" y="371"/>
                      <a:pt x="161" y="368"/>
                      <a:pt x="152" y="362"/>
                    </a:cubicBezTo>
                    <a:cubicBezTo>
                      <a:pt x="135" y="356"/>
                      <a:pt x="135" y="356"/>
                      <a:pt x="135" y="356"/>
                    </a:cubicBezTo>
                    <a:cubicBezTo>
                      <a:pt x="129" y="355"/>
                      <a:pt x="113" y="353"/>
                      <a:pt x="101" y="357"/>
                    </a:cubicBezTo>
                    <a:moveTo>
                      <a:pt x="161" y="394"/>
                    </a:moveTo>
                    <a:cubicBezTo>
                      <a:pt x="158" y="395"/>
                      <a:pt x="158" y="393"/>
                      <a:pt x="158" y="393"/>
                    </a:cubicBezTo>
                    <a:cubicBezTo>
                      <a:pt x="158" y="393"/>
                      <a:pt x="158" y="392"/>
                      <a:pt x="158" y="392"/>
                    </a:cubicBezTo>
                    <a:cubicBezTo>
                      <a:pt x="159" y="390"/>
                      <a:pt x="160" y="389"/>
                      <a:pt x="160" y="388"/>
                    </a:cubicBezTo>
                    <a:cubicBezTo>
                      <a:pt x="160" y="385"/>
                      <a:pt x="157" y="382"/>
                      <a:pt x="156" y="379"/>
                    </a:cubicBezTo>
                    <a:cubicBezTo>
                      <a:pt x="155" y="379"/>
                      <a:pt x="155" y="379"/>
                      <a:pt x="155" y="379"/>
                    </a:cubicBezTo>
                    <a:cubicBezTo>
                      <a:pt x="152" y="375"/>
                      <a:pt x="148" y="372"/>
                      <a:pt x="144" y="369"/>
                    </a:cubicBezTo>
                    <a:cubicBezTo>
                      <a:pt x="141" y="367"/>
                      <a:pt x="136" y="366"/>
                      <a:pt x="132" y="365"/>
                    </a:cubicBezTo>
                    <a:cubicBezTo>
                      <a:pt x="131" y="365"/>
                      <a:pt x="131" y="365"/>
                      <a:pt x="131" y="365"/>
                    </a:cubicBezTo>
                    <a:cubicBezTo>
                      <a:pt x="127" y="364"/>
                      <a:pt x="121" y="365"/>
                      <a:pt x="116" y="365"/>
                    </a:cubicBezTo>
                    <a:cubicBezTo>
                      <a:pt x="113" y="365"/>
                      <a:pt x="108" y="366"/>
                      <a:pt x="108" y="365"/>
                    </a:cubicBezTo>
                    <a:cubicBezTo>
                      <a:pt x="108" y="365"/>
                      <a:pt x="108" y="364"/>
                      <a:pt x="108" y="364"/>
                    </a:cubicBezTo>
                    <a:cubicBezTo>
                      <a:pt x="108" y="362"/>
                      <a:pt x="112" y="361"/>
                      <a:pt x="114" y="360"/>
                    </a:cubicBezTo>
                    <a:cubicBezTo>
                      <a:pt x="117" y="359"/>
                      <a:pt x="136" y="356"/>
                      <a:pt x="154" y="367"/>
                    </a:cubicBezTo>
                    <a:cubicBezTo>
                      <a:pt x="158" y="370"/>
                      <a:pt x="166" y="381"/>
                      <a:pt x="166" y="388"/>
                    </a:cubicBezTo>
                    <a:cubicBezTo>
                      <a:pt x="165" y="390"/>
                      <a:pt x="163" y="393"/>
                      <a:pt x="161" y="394"/>
                    </a:cubicBezTo>
                    <a:moveTo>
                      <a:pt x="173" y="367"/>
                    </a:moveTo>
                    <a:cubicBezTo>
                      <a:pt x="177" y="374"/>
                      <a:pt x="177" y="380"/>
                      <a:pt x="176" y="385"/>
                    </a:cubicBezTo>
                    <a:cubicBezTo>
                      <a:pt x="175" y="387"/>
                      <a:pt x="175" y="389"/>
                      <a:pt x="173" y="390"/>
                    </a:cubicBezTo>
                    <a:cubicBezTo>
                      <a:pt x="168" y="397"/>
                      <a:pt x="162" y="396"/>
                      <a:pt x="168" y="390"/>
                    </a:cubicBezTo>
                    <a:cubicBezTo>
                      <a:pt x="168" y="390"/>
                      <a:pt x="172" y="386"/>
                      <a:pt x="172" y="380"/>
                    </a:cubicBezTo>
                    <a:cubicBezTo>
                      <a:pt x="172" y="378"/>
                      <a:pt x="171" y="375"/>
                      <a:pt x="171" y="373"/>
                    </a:cubicBezTo>
                    <a:cubicBezTo>
                      <a:pt x="169" y="370"/>
                      <a:pt x="166" y="365"/>
                      <a:pt x="164" y="362"/>
                    </a:cubicBezTo>
                    <a:cubicBezTo>
                      <a:pt x="158" y="356"/>
                      <a:pt x="153" y="353"/>
                      <a:pt x="145" y="350"/>
                    </a:cubicBezTo>
                    <a:cubicBezTo>
                      <a:pt x="138" y="347"/>
                      <a:pt x="132" y="346"/>
                      <a:pt x="126" y="345"/>
                    </a:cubicBezTo>
                    <a:cubicBezTo>
                      <a:pt x="122" y="345"/>
                      <a:pt x="122" y="345"/>
                      <a:pt x="122" y="345"/>
                    </a:cubicBezTo>
                    <a:cubicBezTo>
                      <a:pt x="117" y="344"/>
                      <a:pt x="112" y="344"/>
                      <a:pt x="110" y="340"/>
                    </a:cubicBezTo>
                    <a:cubicBezTo>
                      <a:pt x="108" y="336"/>
                      <a:pt x="108" y="336"/>
                      <a:pt x="108" y="336"/>
                    </a:cubicBezTo>
                    <a:cubicBezTo>
                      <a:pt x="106" y="333"/>
                      <a:pt x="105" y="330"/>
                      <a:pt x="103" y="326"/>
                    </a:cubicBezTo>
                    <a:cubicBezTo>
                      <a:pt x="103" y="325"/>
                      <a:pt x="102" y="324"/>
                      <a:pt x="102" y="323"/>
                    </a:cubicBezTo>
                    <a:cubicBezTo>
                      <a:pt x="99" y="319"/>
                      <a:pt x="96" y="315"/>
                      <a:pt x="92" y="311"/>
                    </a:cubicBezTo>
                    <a:cubicBezTo>
                      <a:pt x="90" y="308"/>
                      <a:pt x="90" y="308"/>
                      <a:pt x="90" y="308"/>
                    </a:cubicBezTo>
                    <a:cubicBezTo>
                      <a:pt x="82" y="298"/>
                      <a:pt x="82" y="298"/>
                      <a:pt x="82" y="298"/>
                    </a:cubicBezTo>
                    <a:cubicBezTo>
                      <a:pt x="80" y="296"/>
                      <a:pt x="80" y="296"/>
                      <a:pt x="80" y="296"/>
                    </a:cubicBezTo>
                    <a:cubicBezTo>
                      <a:pt x="78" y="294"/>
                      <a:pt x="75" y="291"/>
                      <a:pt x="72" y="290"/>
                    </a:cubicBezTo>
                    <a:cubicBezTo>
                      <a:pt x="69" y="289"/>
                      <a:pt x="67" y="288"/>
                      <a:pt x="64" y="285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60" y="281"/>
                      <a:pt x="60" y="281"/>
                      <a:pt x="60" y="281"/>
                    </a:cubicBezTo>
                    <a:cubicBezTo>
                      <a:pt x="58" y="279"/>
                      <a:pt x="58" y="277"/>
                      <a:pt x="58" y="275"/>
                    </a:cubicBezTo>
                    <a:cubicBezTo>
                      <a:pt x="58" y="274"/>
                      <a:pt x="58" y="274"/>
                      <a:pt x="58" y="274"/>
                    </a:cubicBezTo>
                    <a:cubicBezTo>
                      <a:pt x="57" y="269"/>
                      <a:pt x="57" y="269"/>
                      <a:pt x="57" y="269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6" y="257"/>
                      <a:pt x="47" y="241"/>
                      <a:pt x="39" y="232"/>
                    </a:cubicBezTo>
                    <a:cubicBezTo>
                      <a:pt x="37" y="229"/>
                      <a:pt x="29" y="222"/>
                      <a:pt x="26" y="220"/>
                    </a:cubicBezTo>
                    <a:cubicBezTo>
                      <a:pt x="27" y="220"/>
                      <a:pt x="29" y="219"/>
                      <a:pt x="30" y="219"/>
                    </a:cubicBezTo>
                    <a:cubicBezTo>
                      <a:pt x="33" y="219"/>
                      <a:pt x="37" y="220"/>
                      <a:pt x="40" y="222"/>
                    </a:cubicBezTo>
                    <a:cubicBezTo>
                      <a:pt x="40" y="222"/>
                      <a:pt x="50" y="234"/>
                      <a:pt x="52" y="233"/>
                    </a:cubicBezTo>
                    <a:cubicBezTo>
                      <a:pt x="52" y="232"/>
                      <a:pt x="53" y="232"/>
                      <a:pt x="53" y="231"/>
                    </a:cubicBezTo>
                    <a:cubicBezTo>
                      <a:pt x="53" y="230"/>
                      <a:pt x="53" y="229"/>
                      <a:pt x="52" y="228"/>
                    </a:cubicBezTo>
                    <a:cubicBezTo>
                      <a:pt x="51" y="226"/>
                      <a:pt x="47" y="222"/>
                      <a:pt x="34" y="211"/>
                    </a:cubicBezTo>
                    <a:cubicBezTo>
                      <a:pt x="22" y="200"/>
                      <a:pt x="12" y="199"/>
                      <a:pt x="16" y="197"/>
                    </a:cubicBezTo>
                    <a:cubicBezTo>
                      <a:pt x="21" y="198"/>
                      <a:pt x="31" y="197"/>
                      <a:pt x="40" y="205"/>
                    </a:cubicBezTo>
                    <a:cubicBezTo>
                      <a:pt x="43" y="208"/>
                      <a:pt x="49" y="214"/>
                      <a:pt x="52" y="217"/>
                    </a:cubicBezTo>
                    <a:cubicBezTo>
                      <a:pt x="54" y="220"/>
                      <a:pt x="56" y="219"/>
                      <a:pt x="56" y="219"/>
                    </a:cubicBezTo>
                    <a:cubicBezTo>
                      <a:pt x="52" y="211"/>
                      <a:pt x="52" y="211"/>
                      <a:pt x="52" y="211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3" y="199"/>
                      <a:pt x="41" y="196"/>
                      <a:pt x="39" y="193"/>
                    </a:cubicBezTo>
                    <a:cubicBezTo>
                      <a:pt x="37" y="189"/>
                      <a:pt x="35" y="185"/>
                      <a:pt x="33" y="182"/>
                    </a:cubicBezTo>
                    <a:cubicBezTo>
                      <a:pt x="31" y="179"/>
                      <a:pt x="24" y="174"/>
                      <a:pt x="18" y="169"/>
                    </a:cubicBezTo>
                    <a:cubicBezTo>
                      <a:pt x="15" y="166"/>
                      <a:pt x="11" y="163"/>
                      <a:pt x="10" y="161"/>
                    </a:cubicBezTo>
                    <a:cubicBezTo>
                      <a:pt x="14" y="161"/>
                      <a:pt x="26" y="164"/>
                      <a:pt x="31" y="168"/>
                    </a:cubicBezTo>
                    <a:cubicBezTo>
                      <a:pt x="31" y="169"/>
                      <a:pt x="42" y="181"/>
                      <a:pt x="44" y="184"/>
                    </a:cubicBezTo>
                    <a:cubicBezTo>
                      <a:pt x="45" y="186"/>
                      <a:pt x="47" y="187"/>
                      <a:pt x="48" y="186"/>
                    </a:cubicBezTo>
                    <a:cubicBezTo>
                      <a:pt x="49" y="186"/>
                      <a:pt x="49" y="185"/>
                      <a:pt x="49" y="185"/>
                    </a:cubicBezTo>
                    <a:cubicBezTo>
                      <a:pt x="49" y="184"/>
                      <a:pt x="49" y="183"/>
                      <a:pt x="48" y="182"/>
                    </a:cubicBezTo>
                    <a:cubicBezTo>
                      <a:pt x="43" y="175"/>
                      <a:pt x="29" y="152"/>
                      <a:pt x="27" y="149"/>
                    </a:cubicBezTo>
                    <a:cubicBezTo>
                      <a:pt x="24" y="142"/>
                      <a:pt x="21" y="134"/>
                      <a:pt x="20" y="124"/>
                    </a:cubicBezTo>
                    <a:cubicBezTo>
                      <a:pt x="20" y="124"/>
                      <a:pt x="20" y="123"/>
                      <a:pt x="20" y="122"/>
                    </a:cubicBezTo>
                    <a:cubicBezTo>
                      <a:pt x="20" y="120"/>
                      <a:pt x="20" y="116"/>
                      <a:pt x="20" y="114"/>
                    </a:cubicBezTo>
                    <a:cubicBezTo>
                      <a:pt x="21" y="115"/>
                      <a:pt x="21" y="118"/>
                      <a:pt x="21" y="120"/>
                    </a:cubicBezTo>
                    <a:cubicBezTo>
                      <a:pt x="22" y="123"/>
                      <a:pt x="22" y="125"/>
                      <a:pt x="22" y="125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4" y="114"/>
                      <a:pt x="25" y="112"/>
                      <a:pt x="25" y="108"/>
                    </a:cubicBezTo>
                    <a:cubicBezTo>
                      <a:pt x="25" y="107"/>
                      <a:pt x="26" y="104"/>
                      <a:pt x="26" y="104"/>
                    </a:cubicBezTo>
                    <a:cubicBezTo>
                      <a:pt x="27" y="104"/>
                      <a:pt x="28" y="104"/>
                      <a:pt x="28" y="104"/>
                    </a:cubicBezTo>
                    <a:cubicBezTo>
                      <a:pt x="28" y="104"/>
                      <a:pt x="29" y="106"/>
                      <a:pt x="29" y="107"/>
                    </a:cubicBezTo>
                    <a:cubicBezTo>
                      <a:pt x="28" y="122"/>
                      <a:pt x="35" y="137"/>
                      <a:pt x="35" y="137"/>
                    </a:cubicBezTo>
                    <a:cubicBezTo>
                      <a:pt x="46" y="157"/>
                      <a:pt x="49" y="162"/>
                      <a:pt x="63" y="181"/>
                    </a:cubicBezTo>
                    <a:cubicBezTo>
                      <a:pt x="74" y="195"/>
                      <a:pt x="84" y="213"/>
                      <a:pt x="86" y="230"/>
                    </a:cubicBezTo>
                    <a:cubicBezTo>
                      <a:pt x="88" y="245"/>
                      <a:pt x="84" y="264"/>
                      <a:pt x="82" y="272"/>
                    </a:cubicBezTo>
                    <a:cubicBezTo>
                      <a:pt x="80" y="279"/>
                      <a:pt x="84" y="286"/>
                      <a:pt x="84" y="286"/>
                    </a:cubicBezTo>
                    <a:cubicBezTo>
                      <a:pt x="88" y="293"/>
                      <a:pt x="88" y="289"/>
                      <a:pt x="96" y="300"/>
                    </a:cubicBezTo>
                    <a:cubicBezTo>
                      <a:pt x="102" y="307"/>
                      <a:pt x="106" y="317"/>
                      <a:pt x="109" y="323"/>
                    </a:cubicBezTo>
                    <a:cubicBezTo>
                      <a:pt x="111" y="328"/>
                      <a:pt x="115" y="332"/>
                      <a:pt x="118" y="335"/>
                    </a:cubicBezTo>
                    <a:cubicBezTo>
                      <a:pt x="121" y="339"/>
                      <a:pt x="124" y="339"/>
                      <a:pt x="130" y="339"/>
                    </a:cubicBezTo>
                    <a:cubicBezTo>
                      <a:pt x="145" y="341"/>
                      <a:pt x="145" y="341"/>
                      <a:pt x="145" y="341"/>
                    </a:cubicBezTo>
                    <a:cubicBezTo>
                      <a:pt x="163" y="344"/>
                      <a:pt x="166" y="356"/>
                      <a:pt x="173" y="367"/>
                    </a:cubicBezTo>
                    <a:moveTo>
                      <a:pt x="188" y="356"/>
                    </a:moveTo>
                    <a:cubicBezTo>
                      <a:pt x="180" y="357"/>
                      <a:pt x="170" y="348"/>
                      <a:pt x="165" y="344"/>
                    </a:cubicBezTo>
                    <a:cubicBezTo>
                      <a:pt x="163" y="344"/>
                      <a:pt x="160" y="342"/>
                      <a:pt x="158" y="341"/>
                    </a:cubicBezTo>
                    <a:cubicBezTo>
                      <a:pt x="158" y="341"/>
                      <a:pt x="158" y="341"/>
                      <a:pt x="158" y="341"/>
                    </a:cubicBezTo>
                    <a:cubicBezTo>
                      <a:pt x="152" y="338"/>
                      <a:pt x="152" y="338"/>
                      <a:pt x="152" y="338"/>
                    </a:cubicBezTo>
                    <a:cubicBezTo>
                      <a:pt x="147" y="336"/>
                      <a:pt x="140" y="334"/>
                      <a:pt x="136" y="333"/>
                    </a:cubicBezTo>
                    <a:cubicBezTo>
                      <a:pt x="129" y="333"/>
                      <a:pt x="129" y="333"/>
                      <a:pt x="129" y="333"/>
                    </a:cubicBezTo>
                    <a:cubicBezTo>
                      <a:pt x="120" y="333"/>
                      <a:pt x="117" y="328"/>
                      <a:pt x="115" y="325"/>
                    </a:cubicBezTo>
                    <a:cubicBezTo>
                      <a:pt x="111" y="318"/>
                      <a:pt x="110" y="311"/>
                      <a:pt x="103" y="300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87" y="283"/>
                      <a:pt x="87" y="280"/>
                      <a:pt x="87" y="275"/>
                    </a:cubicBezTo>
                    <a:cubicBezTo>
                      <a:pt x="88" y="263"/>
                      <a:pt x="88" y="263"/>
                      <a:pt x="88" y="263"/>
                    </a:cubicBezTo>
                    <a:cubicBezTo>
                      <a:pt x="90" y="251"/>
                      <a:pt x="92" y="241"/>
                      <a:pt x="91" y="228"/>
                    </a:cubicBezTo>
                    <a:cubicBezTo>
                      <a:pt x="89" y="213"/>
                      <a:pt x="80" y="198"/>
                      <a:pt x="72" y="187"/>
                    </a:cubicBezTo>
                    <a:cubicBezTo>
                      <a:pt x="73" y="186"/>
                      <a:pt x="73" y="184"/>
                      <a:pt x="74" y="182"/>
                    </a:cubicBezTo>
                    <a:cubicBezTo>
                      <a:pt x="74" y="182"/>
                      <a:pt x="85" y="155"/>
                      <a:pt x="103" y="140"/>
                    </a:cubicBezTo>
                    <a:cubicBezTo>
                      <a:pt x="119" y="123"/>
                      <a:pt x="155" y="103"/>
                      <a:pt x="189" y="103"/>
                    </a:cubicBezTo>
                    <a:cubicBezTo>
                      <a:pt x="228" y="104"/>
                      <a:pt x="259" y="127"/>
                      <a:pt x="274" y="141"/>
                    </a:cubicBezTo>
                    <a:cubicBezTo>
                      <a:pt x="282" y="149"/>
                      <a:pt x="293" y="167"/>
                      <a:pt x="293" y="167"/>
                    </a:cubicBezTo>
                    <a:cubicBezTo>
                      <a:pt x="298" y="177"/>
                      <a:pt x="301" y="182"/>
                      <a:pt x="302" y="186"/>
                    </a:cubicBezTo>
                    <a:cubicBezTo>
                      <a:pt x="299" y="190"/>
                      <a:pt x="296" y="194"/>
                      <a:pt x="295" y="197"/>
                    </a:cubicBezTo>
                    <a:cubicBezTo>
                      <a:pt x="288" y="212"/>
                      <a:pt x="288" y="212"/>
                      <a:pt x="288" y="212"/>
                    </a:cubicBezTo>
                    <a:cubicBezTo>
                      <a:pt x="285" y="219"/>
                      <a:pt x="284" y="223"/>
                      <a:pt x="283" y="233"/>
                    </a:cubicBezTo>
                    <a:cubicBezTo>
                      <a:pt x="283" y="244"/>
                      <a:pt x="283" y="244"/>
                      <a:pt x="283" y="244"/>
                    </a:cubicBezTo>
                    <a:cubicBezTo>
                      <a:pt x="284" y="251"/>
                      <a:pt x="285" y="258"/>
                      <a:pt x="286" y="264"/>
                    </a:cubicBezTo>
                    <a:cubicBezTo>
                      <a:pt x="287" y="274"/>
                      <a:pt x="287" y="274"/>
                      <a:pt x="287" y="274"/>
                    </a:cubicBezTo>
                    <a:cubicBezTo>
                      <a:pt x="288" y="279"/>
                      <a:pt x="286" y="283"/>
                      <a:pt x="281" y="287"/>
                    </a:cubicBezTo>
                    <a:cubicBezTo>
                      <a:pt x="277" y="292"/>
                      <a:pt x="277" y="292"/>
                      <a:pt x="277" y="292"/>
                    </a:cubicBezTo>
                    <a:cubicBezTo>
                      <a:pt x="273" y="297"/>
                      <a:pt x="266" y="309"/>
                      <a:pt x="264" y="313"/>
                    </a:cubicBezTo>
                    <a:cubicBezTo>
                      <a:pt x="261" y="320"/>
                      <a:pt x="261" y="320"/>
                      <a:pt x="261" y="320"/>
                    </a:cubicBezTo>
                    <a:cubicBezTo>
                      <a:pt x="258" y="326"/>
                      <a:pt x="255" y="332"/>
                      <a:pt x="246" y="333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22" y="337"/>
                      <a:pt x="218" y="339"/>
                      <a:pt x="215" y="342"/>
                    </a:cubicBezTo>
                    <a:cubicBezTo>
                      <a:pt x="214" y="343"/>
                      <a:pt x="212" y="344"/>
                      <a:pt x="211" y="344"/>
                    </a:cubicBezTo>
                    <a:cubicBezTo>
                      <a:pt x="211" y="344"/>
                      <a:pt x="197" y="357"/>
                      <a:pt x="188" y="356"/>
                    </a:cubicBezTo>
                    <a:moveTo>
                      <a:pt x="201" y="390"/>
                    </a:moveTo>
                    <a:cubicBezTo>
                      <a:pt x="200" y="388"/>
                      <a:pt x="199" y="387"/>
                      <a:pt x="199" y="384"/>
                    </a:cubicBezTo>
                    <a:cubicBezTo>
                      <a:pt x="198" y="380"/>
                      <a:pt x="197" y="374"/>
                      <a:pt x="202" y="367"/>
                    </a:cubicBezTo>
                    <a:cubicBezTo>
                      <a:pt x="209" y="356"/>
                      <a:pt x="212" y="344"/>
                      <a:pt x="230" y="340"/>
                    </a:cubicBezTo>
                    <a:cubicBezTo>
                      <a:pt x="245" y="339"/>
                      <a:pt x="245" y="339"/>
                      <a:pt x="245" y="339"/>
                    </a:cubicBezTo>
                    <a:cubicBezTo>
                      <a:pt x="251" y="338"/>
                      <a:pt x="253" y="338"/>
                      <a:pt x="257" y="334"/>
                    </a:cubicBezTo>
                    <a:cubicBezTo>
                      <a:pt x="260" y="331"/>
                      <a:pt x="264" y="327"/>
                      <a:pt x="266" y="323"/>
                    </a:cubicBezTo>
                    <a:cubicBezTo>
                      <a:pt x="268" y="316"/>
                      <a:pt x="273" y="306"/>
                      <a:pt x="278" y="300"/>
                    </a:cubicBezTo>
                    <a:cubicBezTo>
                      <a:pt x="286" y="289"/>
                      <a:pt x="286" y="292"/>
                      <a:pt x="290" y="286"/>
                    </a:cubicBezTo>
                    <a:cubicBezTo>
                      <a:pt x="291" y="285"/>
                      <a:pt x="294" y="279"/>
                      <a:pt x="293" y="272"/>
                    </a:cubicBezTo>
                    <a:cubicBezTo>
                      <a:pt x="291" y="264"/>
                      <a:pt x="287" y="245"/>
                      <a:pt x="289" y="230"/>
                    </a:cubicBezTo>
                    <a:cubicBezTo>
                      <a:pt x="291" y="213"/>
                      <a:pt x="301" y="195"/>
                      <a:pt x="311" y="181"/>
                    </a:cubicBezTo>
                    <a:cubicBezTo>
                      <a:pt x="325" y="162"/>
                      <a:pt x="329" y="157"/>
                      <a:pt x="339" y="137"/>
                    </a:cubicBezTo>
                    <a:cubicBezTo>
                      <a:pt x="339" y="137"/>
                      <a:pt x="347" y="122"/>
                      <a:pt x="346" y="107"/>
                    </a:cubicBezTo>
                    <a:cubicBezTo>
                      <a:pt x="345" y="106"/>
                      <a:pt x="346" y="105"/>
                      <a:pt x="347" y="105"/>
                    </a:cubicBezTo>
                    <a:cubicBezTo>
                      <a:pt x="347" y="104"/>
                      <a:pt x="349" y="105"/>
                      <a:pt x="349" y="105"/>
                    </a:cubicBezTo>
                    <a:cubicBezTo>
                      <a:pt x="349" y="106"/>
                      <a:pt x="350" y="106"/>
                      <a:pt x="350" y="107"/>
                    </a:cubicBezTo>
                    <a:cubicBezTo>
                      <a:pt x="350" y="111"/>
                      <a:pt x="350" y="114"/>
                      <a:pt x="350" y="117"/>
                    </a:cubicBezTo>
                    <a:cubicBezTo>
                      <a:pt x="349" y="122"/>
                      <a:pt x="349" y="122"/>
                      <a:pt x="349" y="122"/>
                    </a:cubicBezTo>
                    <a:cubicBezTo>
                      <a:pt x="349" y="127"/>
                      <a:pt x="349" y="127"/>
                      <a:pt x="349" y="127"/>
                    </a:cubicBezTo>
                    <a:cubicBezTo>
                      <a:pt x="350" y="128"/>
                      <a:pt x="350" y="128"/>
                      <a:pt x="350" y="128"/>
                    </a:cubicBezTo>
                    <a:cubicBezTo>
                      <a:pt x="350" y="128"/>
                      <a:pt x="352" y="126"/>
                      <a:pt x="352" y="125"/>
                    </a:cubicBezTo>
                    <a:cubicBezTo>
                      <a:pt x="353" y="125"/>
                      <a:pt x="353" y="123"/>
                      <a:pt x="353" y="120"/>
                    </a:cubicBezTo>
                    <a:cubicBezTo>
                      <a:pt x="353" y="119"/>
                      <a:pt x="353" y="117"/>
                      <a:pt x="354" y="116"/>
                    </a:cubicBezTo>
                    <a:cubicBezTo>
                      <a:pt x="354" y="117"/>
                      <a:pt x="355" y="120"/>
                      <a:pt x="355" y="122"/>
                    </a:cubicBezTo>
                    <a:cubicBezTo>
                      <a:pt x="355" y="123"/>
                      <a:pt x="355" y="124"/>
                      <a:pt x="355" y="125"/>
                    </a:cubicBezTo>
                    <a:cubicBezTo>
                      <a:pt x="353" y="135"/>
                      <a:pt x="351" y="142"/>
                      <a:pt x="347" y="149"/>
                    </a:cubicBezTo>
                    <a:cubicBezTo>
                      <a:pt x="345" y="152"/>
                      <a:pt x="331" y="175"/>
                      <a:pt x="326" y="182"/>
                    </a:cubicBezTo>
                    <a:cubicBezTo>
                      <a:pt x="326" y="183"/>
                      <a:pt x="325" y="184"/>
                      <a:pt x="325" y="185"/>
                    </a:cubicBezTo>
                    <a:cubicBezTo>
                      <a:pt x="325" y="185"/>
                      <a:pt x="326" y="186"/>
                      <a:pt x="326" y="186"/>
                    </a:cubicBezTo>
                    <a:cubicBezTo>
                      <a:pt x="327" y="187"/>
                      <a:pt x="329" y="186"/>
                      <a:pt x="330" y="184"/>
                    </a:cubicBezTo>
                    <a:cubicBezTo>
                      <a:pt x="333" y="181"/>
                      <a:pt x="343" y="169"/>
                      <a:pt x="343" y="168"/>
                    </a:cubicBezTo>
                    <a:cubicBezTo>
                      <a:pt x="348" y="164"/>
                      <a:pt x="361" y="161"/>
                      <a:pt x="364" y="161"/>
                    </a:cubicBezTo>
                    <a:cubicBezTo>
                      <a:pt x="363" y="163"/>
                      <a:pt x="359" y="166"/>
                      <a:pt x="356" y="169"/>
                    </a:cubicBezTo>
                    <a:cubicBezTo>
                      <a:pt x="350" y="174"/>
                      <a:pt x="343" y="179"/>
                      <a:pt x="342" y="182"/>
                    </a:cubicBezTo>
                    <a:cubicBezTo>
                      <a:pt x="339" y="185"/>
                      <a:pt x="337" y="189"/>
                      <a:pt x="336" y="193"/>
                    </a:cubicBezTo>
                    <a:cubicBezTo>
                      <a:pt x="334" y="196"/>
                      <a:pt x="331" y="199"/>
                      <a:pt x="329" y="20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17" y="219"/>
                      <a:pt x="317" y="219"/>
                      <a:pt x="317" y="219"/>
                    </a:cubicBezTo>
                    <a:cubicBezTo>
                      <a:pt x="317" y="219"/>
                      <a:pt x="319" y="220"/>
                      <a:pt x="321" y="217"/>
                    </a:cubicBezTo>
                    <a:cubicBezTo>
                      <a:pt x="324" y="214"/>
                      <a:pt x="331" y="208"/>
                      <a:pt x="335" y="205"/>
                    </a:cubicBezTo>
                    <a:cubicBezTo>
                      <a:pt x="343" y="197"/>
                      <a:pt x="353" y="198"/>
                      <a:pt x="358" y="197"/>
                    </a:cubicBezTo>
                    <a:cubicBezTo>
                      <a:pt x="363" y="198"/>
                      <a:pt x="353" y="200"/>
                      <a:pt x="340" y="211"/>
                    </a:cubicBezTo>
                    <a:cubicBezTo>
                      <a:pt x="327" y="222"/>
                      <a:pt x="323" y="226"/>
                      <a:pt x="322" y="228"/>
                    </a:cubicBezTo>
                    <a:cubicBezTo>
                      <a:pt x="322" y="229"/>
                      <a:pt x="322" y="230"/>
                      <a:pt x="322" y="231"/>
                    </a:cubicBezTo>
                    <a:cubicBezTo>
                      <a:pt x="322" y="232"/>
                      <a:pt x="323" y="231"/>
                      <a:pt x="323" y="231"/>
                    </a:cubicBezTo>
                    <a:cubicBezTo>
                      <a:pt x="326" y="229"/>
                      <a:pt x="335" y="222"/>
                      <a:pt x="335" y="222"/>
                    </a:cubicBezTo>
                    <a:cubicBezTo>
                      <a:pt x="337" y="220"/>
                      <a:pt x="342" y="219"/>
                      <a:pt x="344" y="219"/>
                    </a:cubicBezTo>
                    <a:cubicBezTo>
                      <a:pt x="345" y="219"/>
                      <a:pt x="348" y="220"/>
                      <a:pt x="349" y="220"/>
                    </a:cubicBezTo>
                    <a:cubicBezTo>
                      <a:pt x="346" y="222"/>
                      <a:pt x="337" y="229"/>
                      <a:pt x="335" y="231"/>
                    </a:cubicBezTo>
                    <a:cubicBezTo>
                      <a:pt x="327" y="240"/>
                      <a:pt x="319" y="257"/>
                      <a:pt x="318" y="266"/>
                    </a:cubicBezTo>
                    <a:cubicBezTo>
                      <a:pt x="317" y="269"/>
                      <a:pt x="317" y="269"/>
                      <a:pt x="317" y="269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6" y="277"/>
                      <a:pt x="316" y="279"/>
                      <a:pt x="315" y="281"/>
                    </a:cubicBezTo>
                    <a:cubicBezTo>
                      <a:pt x="311" y="284"/>
                      <a:pt x="311" y="284"/>
                      <a:pt x="311" y="284"/>
                    </a:cubicBezTo>
                    <a:cubicBezTo>
                      <a:pt x="310" y="285"/>
                      <a:pt x="310" y="285"/>
                      <a:pt x="310" y="285"/>
                    </a:cubicBezTo>
                    <a:cubicBezTo>
                      <a:pt x="307" y="287"/>
                      <a:pt x="306" y="288"/>
                      <a:pt x="303" y="289"/>
                    </a:cubicBezTo>
                    <a:cubicBezTo>
                      <a:pt x="299" y="291"/>
                      <a:pt x="297" y="293"/>
                      <a:pt x="294" y="296"/>
                    </a:cubicBezTo>
                    <a:cubicBezTo>
                      <a:pt x="293" y="297"/>
                      <a:pt x="293" y="297"/>
                      <a:pt x="293" y="297"/>
                    </a:cubicBezTo>
                    <a:cubicBezTo>
                      <a:pt x="284" y="308"/>
                      <a:pt x="284" y="308"/>
                      <a:pt x="284" y="308"/>
                    </a:cubicBezTo>
                    <a:cubicBezTo>
                      <a:pt x="282" y="310"/>
                      <a:pt x="282" y="310"/>
                      <a:pt x="282" y="310"/>
                    </a:cubicBezTo>
                    <a:cubicBezTo>
                      <a:pt x="279" y="315"/>
                      <a:pt x="276" y="319"/>
                      <a:pt x="273" y="323"/>
                    </a:cubicBezTo>
                    <a:cubicBezTo>
                      <a:pt x="272" y="324"/>
                      <a:pt x="272" y="325"/>
                      <a:pt x="272" y="325"/>
                    </a:cubicBezTo>
                    <a:cubicBezTo>
                      <a:pt x="270" y="329"/>
                      <a:pt x="268" y="333"/>
                      <a:pt x="266" y="336"/>
                    </a:cubicBezTo>
                    <a:cubicBezTo>
                      <a:pt x="264" y="340"/>
                      <a:pt x="264" y="340"/>
                      <a:pt x="264" y="340"/>
                    </a:cubicBezTo>
                    <a:cubicBezTo>
                      <a:pt x="262" y="343"/>
                      <a:pt x="257" y="344"/>
                      <a:pt x="253" y="344"/>
                    </a:cubicBezTo>
                    <a:cubicBezTo>
                      <a:pt x="249" y="345"/>
                      <a:pt x="249" y="345"/>
                      <a:pt x="249" y="345"/>
                    </a:cubicBezTo>
                    <a:cubicBezTo>
                      <a:pt x="243" y="345"/>
                      <a:pt x="237" y="347"/>
                      <a:pt x="230" y="349"/>
                    </a:cubicBezTo>
                    <a:cubicBezTo>
                      <a:pt x="221" y="352"/>
                      <a:pt x="216" y="355"/>
                      <a:pt x="211" y="362"/>
                    </a:cubicBezTo>
                    <a:cubicBezTo>
                      <a:pt x="209" y="364"/>
                      <a:pt x="205" y="370"/>
                      <a:pt x="204" y="373"/>
                    </a:cubicBezTo>
                    <a:cubicBezTo>
                      <a:pt x="203" y="375"/>
                      <a:pt x="203" y="377"/>
                      <a:pt x="203" y="380"/>
                    </a:cubicBezTo>
                    <a:cubicBezTo>
                      <a:pt x="203" y="386"/>
                      <a:pt x="207" y="390"/>
                      <a:pt x="207" y="390"/>
                    </a:cubicBezTo>
                    <a:cubicBezTo>
                      <a:pt x="213" y="396"/>
                      <a:pt x="207" y="396"/>
                      <a:pt x="201" y="390"/>
                    </a:cubicBezTo>
                    <a:moveTo>
                      <a:pt x="305" y="299"/>
                    </a:moveTo>
                    <a:cubicBezTo>
                      <a:pt x="305" y="300"/>
                      <a:pt x="305" y="300"/>
                      <a:pt x="305" y="301"/>
                    </a:cubicBezTo>
                    <a:cubicBezTo>
                      <a:pt x="305" y="301"/>
                      <a:pt x="305" y="301"/>
                      <a:pt x="305" y="301"/>
                    </a:cubicBezTo>
                    <a:cubicBezTo>
                      <a:pt x="305" y="301"/>
                      <a:pt x="302" y="304"/>
                      <a:pt x="300" y="306"/>
                    </a:cubicBezTo>
                    <a:cubicBezTo>
                      <a:pt x="296" y="309"/>
                      <a:pt x="292" y="312"/>
                      <a:pt x="291" y="314"/>
                    </a:cubicBezTo>
                    <a:cubicBezTo>
                      <a:pt x="288" y="319"/>
                      <a:pt x="288" y="319"/>
                      <a:pt x="288" y="319"/>
                    </a:cubicBezTo>
                    <a:cubicBezTo>
                      <a:pt x="285" y="323"/>
                      <a:pt x="277" y="335"/>
                      <a:pt x="275" y="334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1" y="331"/>
                      <a:pt x="271" y="331"/>
                    </a:cubicBezTo>
                    <a:cubicBezTo>
                      <a:pt x="284" y="314"/>
                      <a:pt x="284" y="314"/>
                      <a:pt x="284" y="314"/>
                    </a:cubicBezTo>
                    <a:cubicBezTo>
                      <a:pt x="289" y="311"/>
                      <a:pt x="298" y="292"/>
                      <a:pt x="314" y="287"/>
                    </a:cubicBezTo>
                    <a:cubicBezTo>
                      <a:pt x="313" y="288"/>
                      <a:pt x="309" y="294"/>
                      <a:pt x="304" y="297"/>
                    </a:cubicBezTo>
                    <a:lnTo>
                      <a:pt x="305" y="299"/>
                    </a:lnTo>
                    <a:close/>
                    <a:moveTo>
                      <a:pt x="267" y="365"/>
                    </a:moveTo>
                    <a:cubicBezTo>
                      <a:pt x="266" y="365"/>
                      <a:pt x="262" y="365"/>
                      <a:pt x="258" y="365"/>
                    </a:cubicBezTo>
                    <a:cubicBezTo>
                      <a:pt x="254" y="364"/>
                      <a:pt x="248" y="364"/>
                      <a:pt x="244" y="365"/>
                    </a:cubicBezTo>
                    <a:cubicBezTo>
                      <a:pt x="243" y="365"/>
                      <a:pt x="243" y="365"/>
                      <a:pt x="243" y="365"/>
                    </a:cubicBezTo>
                    <a:cubicBezTo>
                      <a:pt x="239" y="366"/>
                      <a:pt x="234" y="367"/>
                      <a:pt x="230" y="369"/>
                    </a:cubicBezTo>
                    <a:cubicBezTo>
                      <a:pt x="226" y="371"/>
                      <a:pt x="223" y="374"/>
                      <a:pt x="220" y="378"/>
                    </a:cubicBezTo>
                    <a:cubicBezTo>
                      <a:pt x="219" y="379"/>
                      <a:pt x="219" y="379"/>
                      <a:pt x="219" y="379"/>
                    </a:cubicBezTo>
                    <a:cubicBezTo>
                      <a:pt x="217" y="381"/>
                      <a:pt x="215" y="384"/>
                      <a:pt x="215" y="387"/>
                    </a:cubicBezTo>
                    <a:cubicBezTo>
                      <a:pt x="215" y="389"/>
                      <a:pt x="216" y="390"/>
                      <a:pt x="217" y="391"/>
                    </a:cubicBezTo>
                    <a:cubicBezTo>
                      <a:pt x="217" y="392"/>
                      <a:pt x="217" y="392"/>
                      <a:pt x="217" y="392"/>
                    </a:cubicBezTo>
                    <a:cubicBezTo>
                      <a:pt x="217" y="392"/>
                      <a:pt x="216" y="394"/>
                      <a:pt x="214" y="393"/>
                    </a:cubicBezTo>
                    <a:cubicBezTo>
                      <a:pt x="212" y="393"/>
                      <a:pt x="209" y="390"/>
                      <a:pt x="209" y="388"/>
                    </a:cubicBezTo>
                    <a:cubicBezTo>
                      <a:pt x="209" y="380"/>
                      <a:pt x="217" y="370"/>
                      <a:pt x="221" y="367"/>
                    </a:cubicBezTo>
                    <a:cubicBezTo>
                      <a:pt x="238" y="355"/>
                      <a:pt x="258" y="358"/>
                      <a:pt x="260" y="359"/>
                    </a:cubicBezTo>
                    <a:cubicBezTo>
                      <a:pt x="263" y="360"/>
                      <a:pt x="266" y="362"/>
                      <a:pt x="267" y="364"/>
                    </a:cubicBezTo>
                    <a:cubicBezTo>
                      <a:pt x="267" y="364"/>
                      <a:pt x="267" y="364"/>
                      <a:pt x="267" y="365"/>
                    </a:cubicBezTo>
                    <a:moveTo>
                      <a:pt x="284" y="361"/>
                    </a:moveTo>
                    <a:cubicBezTo>
                      <a:pt x="280" y="362"/>
                      <a:pt x="274" y="357"/>
                      <a:pt x="274" y="357"/>
                    </a:cubicBezTo>
                    <a:cubicBezTo>
                      <a:pt x="262" y="352"/>
                      <a:pt x="246" y="355"/>
                      <a:pt x="240" y="356"/>
                    </a:cubicBezTo>
                    <a:cubicBezTo>
                      <a:pt x="223" y="362"/>
                      <a:pt x="223" y="362"/>
                      <a:pt x="223" y="362"/>
                    </a:cubicBezTo>
                    <a:cubicBezTo>
                      <a:pt x="213" y="367"/>
                      <a:pt x="213" y="370"/>
                      <a:pt x="211" y="374"/>
                    </a:cubicBezTo>
                    <a:cubicBezTo>
                      <a:pt x="207" y="382"/>
                      <a:pt x="209" y="382"/>
                      <a:pt x="207" y="382"/>
                    </a:cubicBezTo>
                    <a:cubicBezTo>
                      <a:pt x="205" y="383"/>
                      <a:pt x="205" y="378"/>
                      <a:pt x="208" y="371"/>
                    </a:cubicBezTo>
                    <a:cubicBezTo>
                      <a:pt x="211" y="365"/>
                      <a:pt x="218" y="359"/>
                      <a:pt x="224" y="356"/>
                    </a:cubicBezTo>
                    <a:cubicBezTo>
                      <a:pt x="229" y="353"/>
                      <a:pt x="238" y="351"/>
                      <a:pt x="247" y="350"/>
                    </a:cubicBezTo>
                    <a:cubicBezTo>
                      <a:pt x="255" y="349"/>
                      <a:pt x="274" y="350"/>
                      <a:pt x="279" y="352"/>
                    </a:cubicBezTo>
                    <a:cubicBezTo>
                      <a:pt x="281" y="354"/>
                      <a:pt x="288" y="360"/>
                      <a:pt x="284" y="361"/>
                    </a:cubicBezTo>
                    <a:moveTo>
                      <a:pt x="302" y="360"/>
                    </a:moveTo>
                    <a:cubicBezTo>
                      <a:pt x="300" y="359"/>
                      <a:pt x="301" y="360"/>
                      <a:pt x="292" y="355"/>
                    </a:cubicBezTo>
                    <a:cubicBezTo>
                      <a:pt x="277" y="345"/>
                      <a:pt x="254" y="348"/>
                      <a:pt x="251" y="348"/>
                    </a:cubicBezTo>
                    <a:cubicBezTo>
                      <a:pt x="252" y="347"/>
                      <a:pt x="263" y="345"/>
                      <a:pt x="263" y="345"/>
                    </a:cubicBezTo>
                    <a:cubicBezTo>
                      <a:pt x="263" y="345"/>
                      <a:pt x="267" y="342"/>
                      <a:pt x="268" y="340"/>
                    </a:cubicBezTo>
                    <a:cubicBezTo>
                      <a:pt x="269" y="339"/>
                      <a:pt x="270" y="336"/>
                      <a:pt x="271" y="336"/>
                    </a:cubicBezTo>
                    <a:cubicBezTo>
                      <a:pt x="279" y="337"/>
                      <a:pt x="302" y="354"/>
                      <a:pt x="302" y="360"/>
                    </a:cubicBezTo>
                    <a:moveTo>
                      <a:pt x="299" y="344"/>
                    </a:moveTo>
                    <a:cubicBezTo>
                      <a:pt x="297" y="345"/>
                      <a:pt x="297" y="345"/>
                      <a:pt x="297" y="345"/>
                    </a:cubicBezTo>
                    <a:cubicBezTo>
                      <a:pt x="292" y="344"/>
                      <a:pt x="292" y="344"/>
                      <a:pt x="291" y="343"/>
                    </a:cubicBezTo>
                    <a:cubicBezTo>
                      <a:pt x="290" y="342"/>
                      <a:pt x="292" y="341"/>
                      <a:pt x="292" y="340"/>
                    </a:cubicBezTo>
                    <a:cubicBezTo>
                      <a:pt x="294" y="339"/>
                      <a:pt x="294" y="339"/>
                      <a:pt x="294" y="339"/>
                    </a:cubicBezTo>
                    <a:cubicBezTo>
                      <a:pt x="296" y="338"/>
                      <a:pt x="296" y="341"/>
                      <a:pt x="298" y="343"/>
                    </a:cubicBezTo>
                    <a:lnTo>
                      <a:pt x="299" y="344"/>
                    </a:lnTo>
                    <a:close/>
                    <a:moveTo>
                      <a:pt x="308" y="322"/>
                    </a:moveTo>
                    <a:cubicBezTo>
                      <a:pt x="324" y="318"/>
                      <a:pt x="333" y="320"/>
                      <a:pt x="335" y="321"/>
                    </a:cubicBezTo>
                    <a:cubicBezTo>
                      <a:pt x="333" y="322"/>
                      <a:pt x="326" y="324"/>
                      <a:pt x="321" y="325"/>
                    </a:cubicBezTo>
                    <a:cubicBezTo>
                      <a:pt x="317" y="326"/>
                      <a:pt x="315" y="326"/>
                      <a:pt x="314" y="327"/>
                    </a:cubicBezTo>
                    <a:cubicBezTo>
                      <a:pt x="313" y="328"/>
                      <a:pt x="312" y="327"/>
                      <a:pt x="310" y="327"/>
                    </a:cubicBezTo>
                    <a:cubicBezTo>
                      <a:pt x="308" y="327"/>
                      <a:pt x="309" y="327"/>
                      <a:pt x="307" y="328"/>
                    </a:cubicBezTo>
                    <a:cubicBezTo>
                      <a:pt x="303" y="329"/>
                      <a:pt x="294" y="334"/>
                      <a:pt x="289" y="339"/>
                    </a:cubicBezTo>
                    <a:cubicBezTo>
                      <a:pt x="288" y="340"/>
                      <a:pt x="288" y="340"/>
                      <a:pt x="288" y="340"/>
                    </a:cubicBezTo>
                    <a:cubicBezTo>
                      <a:pt x="287" y="341"/>
                      <a:pt x="284" y="338"/>
                      <a:pt x="284" y="338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3" y="338"/>
                      <a:pt x="283" y="337"/>
                      <a:pt x="282" y="337"/>
                    </a:cubicBezTo>
                    <a:cubicBezTo>
                      <a:pt x="284" y="334"/>
                      <a:pt x="292" y="328"/>
                      <a:pt x="294" y="327"/>
                    </a:cubicBezTo>
                    <a:cubicBezTo>
                      <a:pt x="298" y="324"/>
                      <a:pt x="304" y="322"/>
                      <a:pt x="308" y="322"/>
                    </a:cubicBezTo>
                    <a:moveTo>
                      <a:pt x="369" y="275"/>
                    </a:moveTo>
                    <a:cubicBezTo>
                      <a:pt x="366" y="275"/>
                      <a:pt x="346" y="274"/>
                      <a:pt x="338" y="276"/>
                    </a:cubicBezTo>
                    <a:cubicBezTo>
                      <a:pt x="338" y="277"/>
                      <a:pt x="337" y="277"/>
                      <a:pt x="337" y="277"/>
                    </a:cubicBezTo>
                    <a:cubicBezTo>
                      <a:pt x="335" y="278"/>
                      <a:pt x="335" y="278"/>
                      <a:pt x="335" y="278"/>
                    </a:cubicBezTo>
                    <a:cubicBezTo>
                      <a:pt x="327" y="282"/>
                      <a:pt x="324" y="284"/>
                      <a:pt x="324" y="287"/>
                    </a:cubicBezTo>
                    <a:cubicBezTo>
                      <a:pt x="324" y="288"/>
                      <a:pt x="324" y="288"/>
                      <a:pt x="324" y="288"/>
                    </a:cubicBezTo>
                    <a:cubicBezTo>
                      <a:pt x="325" y="287"/>
                      <a:pt x="325" y="287"/>
                      <a:pt x="325" y="287"/>
                    </a:cubicBezTo>
                    <a:cubicBezTo>
                      <a:pt x="331" y="285"/>
                      <a:pt x="338" y="284"/>
                      <a:pt x="344" y="285"/>
                    </a:cubicBezTo>
                    <a:cubicBezTo>
                      <a:pt x="345" y="286"/>
                      <a:pt x="345" y="286"/>
                      <a:pt x="345" y="286"/>
                    </a:cubicBezTo>
                    <a:cubicBezTo>
                      <a:pt x="347" y="287"/>
                      <a:pt x="349" y="288"/>
                      <a:pt x="350" y="288"/>
                    </a:cubicBezTo>
                    <a:cubicBezTo>
                      <a:pt x="345" y="289"/>
                      <a:pt x="338" y="290"/>
                      <a:pt x="337" y="290"/>
                    </a:cubicBezTo>
                    <a:cubicBezTo>
                      <a:pt x="332" y="292"/>
                      <a:pt x="316" y="301"/>
                      <a:pt x="312" y="305"/>
                    </a:cubicBezTo>
                    <a:cubicBezTo>
                      <a:pt x="306" y="310"/>
                      <a:pt x="306" y="310"/>
                      <a:pt x="306" y="310"/>
                    </a:cubicBezTo>
                    <a:cubicBezTo>
                      <a:pt x="298" y="320"/>
                      <a:pt x="289" y="327"/>
                      <a:pt x="289" y="327"/>
                    </a:cubicBezTo>
                    <a:cubicBezTo>
                      <a:pt x="282" y="327"/>
                      <a:pt x="295" y="314"/>
                      <a:pt x="298" y="311"/>
                    </a:cubicBezTo>
                    <a:cubicBezTo>
                      <a:pt x="305" y="306"/>
                      <a:pt x="305" y="306"/>
                      <a:pt x="305" y="306"/>
                    </a:cubicBezTo>
                    <a:cubicBezTo>
                      <a:pt x="312" y="301"/>
                      <a:pt x="312" y="296"/>
                      <a:pt x="312" y="296"/>
                    </a:cubicBezTo>
                    <a:cubicBezTo>
                      <a:pt x="313" y="295"/>
                      <a:pt x="317" y="292"/>
                      <a:pt x="318" y="292"/>
                    </a:cubicBezTo>
                    <a:cubicBezTo>
                      <a:pt x="319" y="291"/>
                      <a:pt x="319" y="291"/>
                      <a:pt x="319" y="291"/>
                    </a:cubicBezTo>
                    <a:cubicBezTo>
                      <a:pt x="319" y="290"/>
                      <a:pt x="319" y="290"/>
                      <a:pt x="319" y="290"/>
                    </a:cubicBezTo>
                    <a:cubicBezTo>
                      <a:pt x="319" y="290"/>
                      <a:pt x="320" y="289"/>
                      <a:pt x="320" y="289"/>
                    </a:cubicBezTo>
                    <a:cubicBezTo>
                      <a:pt x="320" y="289"/>
                      <a:pt x="320" y="289"/>
                      <a:pt x="319" y="288"/>
                    </a:cubicBezTo>
                    <a:cubicBezTo>
                      <a:pt x="319" y="288"/>
                      <a:pt x="318" y="288"/>
                      <a:pt x="318" y="288"/>
                    </a:cubicBezTo>
                    <a:cubicBezTo>
                      <a:pt x="318" y="288"/>
                      <a:pt x="317" y="288"/>
                      <a:pt x="316" y="288"/>
                    </a:cubicBezTo>
                    <a:cubicBezTo>
                      <a:pt x="319" y="286"/>
                      <a:pt x="323" y="283"/>
                      <a:pt x="325" y="281"/>
                    </a:cubicBezTo>
                    <a:cubicBezTo>
                      <a:pt x="325" y="280"/>
                      <a:pt x="326" y="279"/>
                      <a:pt x="326" y="278"/>
                    </a:cubicBezTo>
                    <a:cubicBezTo>
                      <a:pt x="326" y="278"/>
                      <a:pt x="323" y="276"/>
                      <a:pt x="320" y="278"/>
                    </a:cubicBezTo>
                    <a:cubicBezTo>
                      <a:pt x="320" y="278"/>
                      <a:pt x="320" y="277"/>
                      <a:pt x="320" y="277"/>
                    </a:cubicBezTo>
                    <a:cubicBezTo>
                      <a:pt x="320" y="276"/>
                      <a:pt x="320" y="274"/>
                      <a:pt x="321" y="272"/>
                    </a:cubicBezTo>
                    <a:cubicBezTo>
                      <a:pt x="321" y="270"/>
                      <a:pt x="322" y="269"/>
                      <a:pt x="323" y="268"/>
                    </a:cubicBezTo>
                    <a:cubicBezTo>
                      <a:pt x="327" y="264"/>
                      <a:pt x="333" y="261"/>
                      <a:pt x="338" y="260"/>
                    </a:cubicBezTo>
                    <a:cubicBezTo>
                      <a:pt x="338" y="260"/>
                      <a:pt x="351" y="258"/>
                      <a:pt x="352" y="261"/>
                    </a:cubicBezTo>
                    <a:cubicBezTo>
                      <a:pt x="348" y="263"/>
                      <a:pt x="344" y="265"/>
                      <a:pt x="341" y="266"/>
                    </a:cubicBezTo>
                    <a:cubicBezTo>
                      <a:pt x="338" y="268"/>
                      <a:pt x="338" y="268"/>
                      <a:pt x="338" y="268"/>
                    </a:cubicBezTo>
                    <a:cubicBezTo>
                      <a:pt x="337" y="269"/>
                      <a:pt x="337" y="269"/>
                      <a:pt x="337" y="269"/>
                    </a:cubicBezTo>
                    <a:cubicBezTo>
                      <a:pt x="337" y="270"/>
                      <a:pt x="337" y="270"/>
                      <a:pt x="337" y="270"/>
                    </a:cubicBezTo>
                    <a:cubicBezTo>
                      <a:pt x="338" y="271"/>
                      <a:pt x="349" y="270"/>
                      <a:pt x="349" y="270"/>
                    </a:cubicBezTo>
                    <a:cubicBezTo>
                      <a:pt x="364" y="267"/>
                      <a:pt x="368" y="271"/>
                      <a:pt x="370" y="273"/>
                    </a:cubicBezTo>
                    <a:cubicBezTo>
                      <a:pt x="368" y="273"/>
                      <a:pt x="372" y="275"/>
                      <a:pt x="369" y="2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0" name="Freeform 69">
                <a:extLst>
                  <a:ext uri="{FF2B5EF4-FFF2-40B4-BE49-F238E27FC236}">
                    <a16:creationId xmlns:a16="http://schemas.microsoft.com/office/drawing/2014/main" id="{7AB10CE7-1A54-44B6-B27F-B533391C1A5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6" y="7864"/>
                <a:ext cx="23" cy="70"/>
              </a:xfrm>
              <a:custGeom>
                <a:avLst/>
                <a:gdLst>
                  <a:gd name="T0" fmla="*/ 2 w 31"/>
                  <a:gd name="T1" fmla="*/ 0 h 94"/>
                  <a:gd name="T2" fmla="*/ 0 w 31"/>
                  <a:gd name="T3" fmla="*/ 0 h 94"/>
                  <a:gd name="T4" fmla="*/ 5 w 31"/>
                  <a:gd name="T5" fmla="*/ 8 h 94"/>
                  <a:gd name="T6" fmla="*/ 24 w 31"/>
                  <a:gd name="T7" fmla="*/ 53 h 94"/>
                  <a:gd name="T8" fmla="*/ 19 w 31"/>
                  <a:gd name="T9" fmla="*/ 91 h 94"/>
                  <a:gd name="T10" fmla="*/ 22 w 31"/>
                  <a:gd name="T11" fmla="*/ 93 h 94"/>
                  <a:gd name="T12" fmla="*/ 27 w 31"/>
                  <a:gd name="T13" fmla="*/ 42 h 94"/>
                  <a:gd name="T14" fmla="*/ 2 w 31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5" y="8"/>
                    </a:cubicBezTo>
                    <a:cubicBezTo>
                      <a:pt x="22" y="30"/>
                      <a:pt x="23" y="41"/>
                      <a:pt x="24" y="53"/>
                    </a:cubicBezTo>
                    <a:cubicBezTo>
                      <a:pt x="26" y="65"/>
                      <a:pt x="21" y="88"/>
                      <a:pt x="19" y="91"/>
                    </a:cubicBezTo>
                    <a:cubicBezTo>
                      <a:pt x="18" y="93"/>
                      <a:pt x="21" y="94"/>
                      <a:pt x="22" y="93"/>
                    </a:cubicBezTo>
                    <a:cubicBezTo>
                      <a:pt x="23" y="91"/>
                      <a:pt x="31" y="69"/>
                      <a:pt x="27" y="42"/>
                    </a:cubicBezTo>
                    <a:cubicBezTo>
                      <a:pt x="24" y="23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1" name="Freeform 70">
                <a:extLst>
                  <a:ext uri="{FF2B5EF4-FFF2-40B4-BE49-F238E27FC236}">
                    <a16:creationId xmlns:a16="http://schemas.microsoft.com/office/drawing/2014/main" id="{708F1085-FDA3-4E29-A8D4-56AF9759E00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7" y="7896"/>
                <a:ext cx="8" cy="35"/>
              </a:xfrm>
              <a:custGeom>
                <a:avLst/>
                <a:gdLst>
                  <a:gd name="T0" fmla="*/ 4 w 12"/>
                  <a:gd name="T1" fmla="*/ 2 h 47"/>
                  <a:gd name="T2" fmla="*/ 1 w 12"/>
                  <a:gd name="T3" fmla="*/ 4 h 47"/>
                  <a:gd name="T4" fmla="*/ 8 w 12"/>
                  <a:gd name="T5" fmla="*/ 22 h 47"/>
                  <a:gd name="T6" fmla="*/ 8 w 12"/>
                  <a:gd name="T7" fmla="*/ 44 h 47"/>
                  <a:gd name="T8" fmla="*/ 10 w 12"/>
                  <a:gd name="T9" fmla="*/ 45 h 47"/>
                  <a:gd name="T10" fmla="*/ 11 w 12"/>
                  <a:gd name="T11" fmla="*/ 21 h 47"/>
                  <a:gd name="T12" fmla="*/ 4 w 12"/>
                  <a:gd name="T13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4" y="2"/>
                    </a:moveTo>
                    <a:cubicBezTo>
                      <a:pt x="2" y="0"/>
                      <a:pt x="0" y="3"/>
                      <a:pt x="1" y="4"/>
                    </a:cubicBezTo>
                    <a:cubicBezTo>
                      <a:pt x="4" y="8"/>
                      <a:pt x="7" y="19"/>
                      <a:pt x="8" y="22"/>
                    </a:cubicBezTo>
                    <a:cubicBezTo>
                      <a:pt x="8" y="34"/>
                      <a:pt x="8" y="40"/>
                      <a:pt x="8" y="44"/>
                    </a:cubicBezTo>
                    <a:cubicBezTo>
                      <a:pt x="8" y="47"/>
                      <a:pt x="10" y="47"/>
                      <a:pt x="10" y="45"/>
                    </a:cubicBezTo>
                    <a:cubicBezTo>
                      <a:pt x="10" y="39"/>
                      <a:pt x="12" y="37"/>
                      <a:pt x="11" y="21"/>
                    </a:cubicBezTo>
                    <a:cubicBezTo>
                      <a:pt x="10" y="16"/>
                      <a:pt x="7" y="7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2" name="Freeform 71">
                <a:extLst>
                  <a:ext uri="{FF2B5EF4-FFF2-40B4-BE49-F238E27FC236}">
                    <a16:creationId xmlns:a16="http://schemas.microsoft.com/office/drawing/2014/main" id="{FBE73980-A450-43A7-8A5B-8100E5F8E6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92" y="7888"/>
                <a:ext cx="10" cy="44"/>
              </a:xfrm>
              <a:custGeom>
                <a:avLst/>
                <a:gdLst>
                  <a:gd name="T0" fmla="*/ 12 w 14"/>
                  <a:gd name="T1" fmla="*/ 22 h 59"/>
                  <a:gd name="T2" fmla="*/ 4 w 14"/>
                  <a:gd name="T3" fmla="*/ 3 h 59"/>
                  <a:gd name="T4" fmla="*/ 1 w 14"/>
                  <a:gd name="T5" fmla="*/ 5 h 59"/>
                  <a:gd name="T6" fmla="*/ 8 w 14"/>
                  <a:gd name="T7" fmla="*/ 23 h 59"/>
                  <a:gd name="T8" fmla="*/ 7 w 14"/>
                  <a:gd name="T9" fmla="*/ 56 h 59"/>
                  <a:gd name="T10" fmla="*/ 9 w 14"/>
                  <a:gd name="T11" fmla="*/ 57 h 59"/>
                  <a:gd name="T12" fmla="*/ 12 w 14"/>
                  <a:gd name="T13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2" y="22"/>
                    </a:moveTo>
                    <a:cubicBezTo>
                      <a:pt x="11" y="17"/>
                      <a:pt x="7" y="7"/>
                      <a:pt x="4" y="3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8" y="20"/>
                      <a:pt x="8" y="23"/>
                    </a:cubicBezTo>
                    <a:cubicBezTo>
                      <a:pt x="10" y="43"/>
                      <a:pt x="7" y="53"/>
                      <a:pt x="7" y="56"/>
                    </a:cubicBezTo>
                    <a:cubicBezTo>
                      <a:pt x="6" y="59"/>
                      <a:pt x="9" y="59"/>
                      <a:pt x="9" y="57"/>
                    </a:cubicBezTo>
                    <a:cubicBezTo>
                      <a:pt x="9" y="52"/>
                      <a:pt x="14" y="41"/>
                      <a:pt x="1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3" name="Freeform 72">
                <a:extLst>
                  <a:ext uri="{FF2B5EF4-FFF2-40B4-BE49-F238E27FC236}">
                    <a16:creationId xmlns:a16="http://schemas.microsoft.com/office/drawing/2014/main" id="{1EDF6EC4-E8C9-4235-BE2B-D0B2FAEE3B1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4" y="7864"/>
                <a:ext cx="23" cy="70"/>
              </a:xfrm>
              <a:custGeom>
                <a:avLst/>
                <a:gdLst>
                  <a:gd name="T0" fmla="*/ 12 w 31"/>
                  <a:gd name="T1" fmla="*/ 91 h 94"/>
                  <a:gd name="T2" fmla="*/ 7 w 31"/>
                  <a:gd name="T3" fmla="*/ 53 h 94"/>
                  <a:gd name="T4" fmla="*/ 26 w 31"/>
                  <a:gd name="T5" fmla="*/ 8 h 94"/>
                  <a:gd name="T6" fmla="*/ 31 w 31"/>
                  <a:gd name="T7" fmla="*/ 0 h 94"/>
                  <a:gd name="T8" fmla="*/ 30 w 31"/>
                  <a:gd name="T9" fmla="*/ 0 h 94"/>
                  <a:gd name="T10" fmla="*/ 4 w 31"/>
                  <a:gd name="T11" fmla="*/ 42 h 94"/>
                  <a:gd name="T12" fmla="*/ 9 w 31"/>
                  <a:gd name="T13" fmla="*/ 93 h 94"/>
                  <a:gd name="T14" fmla="*/ 12 w 31"/>
                  <a:gd name="T1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12" y="91"/>
                    </a:moveTo>
                    <a:cubicBezTo>
                      <a:pt x="10" y="88"/>
                      <a:pt x="5" y="65"/>
                      <a:pt x="7" y="53"/>
                    </a:cubicBezTo>
                    <a:cubicBezTo>
                      <a:pt x="8" y="41"/>
                      <a:pt x="9" y="30"/>
                      <a:pt x="26" y="8"/>
                    </a:cubicBezTo>
                    <a:cubicBezTo>
                      <a:pt x="29" y="4"/>
                      <a:pt x="31" y="1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7" y="0"/>
                      <a:pt x="7" y="23"/>
                      <a:pt x="4" y="42"/>
                    </a:cubicBezTo>
                    <a:cubicBezTo>
                      <a:pt x="0" y="69"/>
                      <a:pt x="8" y="91"/>
                      <a:pt x="9" y="93"/>
                    </a:cubicBezTo>
                    <a:cubicBezTo>
                      <a:pt x="10" y="94"/>
                      <a:pt x="13" y="93"/>
                      <a:pt x="12" y="9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4" name="Freeform 73">
                <a:extLst>
                  <a:ext uri="{FF2B5EF4-FFF2-40B4-BE49-F238E27FC236}">
                    <a16:creationId xmlns:a16="http://schemas.microsoft.com/office/drawing/2014/main" id="{6D4E85B7-8861-4D5E-A156-75BD632148B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7" y="7896"/>
                <a:ext cx="9" cy="35"/>
              </a:xfrm>
              <a:custGeom>
                <a:avLst/>
                <a:gdLst>
                  <a:gd name="T0" fmla="*/ 1 w 12"/>
                  <a:gd name="T1" fmla="*/ 21 h 47"/>
                  <a:gd name="T2" fmla="*/ 2 w 12"/>
                  <a:gd name="T3" fmla="*/ 45 h 47"/>
                  <a:gd name="T4" fmla="*/ 4 w 12"/>
                  <a:gd name="T5" fmla="*/ 44 h 47"/>
                  <a:gd name="T6" fmla="*/ 4 w 12"/>
                  <a:gd name="T7" fmla="*/ 22 h 47"/>
                  <a:gd name="T8" fmla="*/ 11 w 12"/>
                  <a:gd name="T9" fmla="*/ 4 h 47"/>
                  <a:gd name="T10" fmla="*/ 8 w 12"/>
                  <a:gd name="T11" fmla="*/ 2 h 47"/>
                  <a:gd name="T12" fmla="*/ 1 w 12"/>
                  <a:gd name="T13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" y="21"/>
                    </a:moveTo>
                    <a:cubicBezTo>
                      <a:pt x="0" y="37"/>
                      <a:pt x="2" y="39"/>
                      <a:pt x="2" y="45"/>
                    </a:cubicBezTo>
                    <a:cubicBezTo>
                      <a:pt x="2" y="47"/>
                      <a:pt x="4" y="47"/>
                      <a:pt x="4" y="44"/>
                    </a:cubicBezTo>
                    <a:cubicBezTo>
                      <a:pt x="4" y="40"/>
                      <a:pt x="4" y="34"/>
                      <a:pt x="4" y="22"/>
                    </a:cubicBezTo>
                    <a:cubicBezTo>
                      <a:pt x="5" y="19"/>
                      <a:pt x="8" y="8"/>
                      <a:pt x="11" y="4"/>
                    </a:cubicBezTo>
                    <a:cubicBezTo>
                      <a:pt x="12" y="3"/>
                      <a:pt x="10" y="0"/>
                      <a:pt x="8" y="2"/>
                    </a:cubicBezTo>
                    <a:cubicBezTo>
                      <a:pt x="5" y="7"/>
                      <a:pt x="2" y="16"/>
                      <a:pt x="1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5" name="Freeform 74">
                <a:extLst>
                  <a:ext uri="{FF2B5EF4-FFF2-40B4-BE49-F238E27FC236}">
                    <a16:creationId xmlns:a16="http://schemas.microsoft.com/office/drawing/2014/main" id="{08F7A841-1695-4A09-B470-E0D0B95BAEA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0" y="7888"/>
                <a:ext cx="11" cy="44"/>
              </a:xfrm>
              <a:custGeom>
                <a:avLst/>
                <a:gdLst>
                  <a:gd name="T0" fmla="*/ 6 w 14"/>
                  <a:gd name="T1" fmla="*/ 23 h 59"/>
                  <a:gd name="T2" fmla="*/ 13 w 14"/>
                  <a:gd name="T3" fmla="*/ 5 h 59"/>
                  <a:gd name="T4" fmla="*/ 10 w 14"/>
                  <a:gd name="T5" fmla="*/ 3 h 59"/>
                  <a:gd name="T6" fmla="*/ 2 w 14"/>
                  <a:gd name="T7" fmla="*/ 22 h 59"/>
                  <a:gd name="T8" fmla="*/ 5 w 14"/>
                  <a:gd name="T9" fmla="*/ 57 h 59"/>
                  <a:gd name="T10" fmla="*/ 7 w 14"/>
                  <a:gd name="T11" fmla="*/ 56 h 59"/>
                  <a:gd name="T12" fmla="*/ 6 w 14"/>
                  <a:gd name="T13" fmla="*/ 2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23"/>
                    </a:moveTo>
                    <a:cubicBezTo>
                      <a:pt x="6" y="20"/>
                      <a:pt x="10" y="9"/>
                      <a:pt x="13" y="5"/>
                    </a:cubicBezTo>
                    <a:cubicBezTo>
                      <a:pt x="14" y="3"/>
                      <a:pt x="12" y="0"/>
                      <a:pt x="10" y="3"/>
                    </a:cubicBezTo>
                    <a:cubicBezTo>
                      <a:pt x="7" y="7"/>
                      <a:pt x="3" y="17"/>
                      <a:pt x="2" y="22"/>
                    </a:cubicBezTo>
                    <a:cubicBezTo>
                      <a:pt x="0" y="41"/>
                      <a:pt x="5" y="52"/>
                      <a:pt x="5" y="57"/>
                    </a:cubicBezTo>
                    <a:cubicBezTo>
                      <a:pt x="5" y="59"/>
                      <a:pt x="8" y="59"/>
                      <a:pt x="7" y="56"/>
                    </a:cubicBezTo>
                    <a:cubicBezTo>
                      <a:pt x="7" y="53"/>
                      <a:pt x="4" y="43"/>
                      <a:pt x="6" y="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6" name="Freeform 75">
                <a:extLst>
                  <a:ext uri="{FF2B5EF4-FFF2-40B4-BE49-F238E27FC236}">
                    <a16:creationId xmlns:a16="http://schemas.microsoft.com/office/drawing/2014/main" id="{85C101B6-F94A-458A-A9D9-02EB441123A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4" y="7861"/>
                <a:ext cx="41" cy="42"/>
              </a:xfrm>
              <a:custGeom>
                <a:avLst/>
                <a:gdLst>
                  <a:gd name="T0" fmla="*/ 46 w 55"/>
                  <a:gd name="T1" fmla="*/ 23 h 56"/>
                  <a:gd name="T2" fmla="*/ 46 w 55"/>
                  <a:gd name="T3" fmla="*/ 23 h 56"/>
                  <a:gd name="T4" fmla="*/ 47 w 55"/>
                  <a:gd name="T5" fmla="*/ 26 h 56"/>
                  <a:gd name="T6" fmla="*/ 43 w 55"/>
                  <a:gd name="T7" fmla="*/ 30 h 56"/>
                  <a:gd name="T8" fmla="*/ 31 w 55"/>
                  <a:gd name="T9" fmla="*/ 35 h 56"/>
                  <a:gd name="T10" fmla="*/ 39 w 55"/>
                  <a:gd name="T11" fmla="*/ 20 h 56"/>
                  <a:gd name="T12" fmla="*/ 41 w 55"/>
                  <a:gd name="T13" fmla="*/ 16 h 56"/>
                  <a:gd name="T14" fmla="*/ 42 w 55"/>
                  <a:gd name="T15" fmla="*/ 16 h 56"/>
                  <a:gd name="T16" fmla="*/ 44 w 55"/>
                  <a:gd name="T17" fmla="*/ 19 h 56"/>
                  <a:gd name="T18" fmla="*/ 44 w 55"/>
                  <a:gd name="T19" fmla="*/ 19 h 56"/>
                  <a:gd name="T20" fmla="*/ 46 w 55"/>
                  <a:gd name="T21" fmla="*/ 19 h 56"/>
                  <a:gd name="T22" fmla="*/ 38 w 55"/>
                  <a:gd name="T23" fmla="*/ 0 h 56"/>
                  <a:gd name="T24" fmla="*/ 36 w 55"/>
                  <a:gd name="T25" fmla="*/ 1 h 56"/>
                  <a:gd name="T26" fmla="*/ 36 w 55"/>
                  <a:gd name="T27" fmla="*/ 1 h 56"/>
                  <a:gd name="T28" fmla="*/ 37 w 55"/>
                  <a:gd name="T29" fmla="*/ 5 h 56"/>
                  <a:gd name="T30" fmla="*/ 35 w 55"/>
                  <a:gd name="T31" fmla="*/ 12 h 56"/>
                  <a:gd name="T32" fmla="*/ 25 w 55"/>
                  <a:gd name="T33" fmla="*/ 30 h 56"/>
                  <a:gd name="T34" fmla="*/ 12 w 55"/>
                  <a:gd name="T35" fmla="*/ 26 h 56"/>
                  <a:gd name="T36" fmla="*/ 2 w 55"/>
                  <a:gd name="T37" fmla="*/ 18 h 56"/>
                  <a:gd name="T38" fmla="*/ 2 w 55"/>
                  <a:gd name="T39" fmla="*/ 18 h 56"/>
                  <a:gd name="T40" fmla="*/ 0 w 55"/>
                  <a:gd name="T41" fmla="*/ 19 h 56"/>
                  <a:gd name="T42" fmla="*/ 7 w 55"/>
                  <a:gd name="T43" fmla="*/ 35 h 56"/>
                  <a:gd name="T44" fmla="*/ 9 w 55"/>
                  <a:gd name="T45" fmla="*/ 34 h 56"/>
                  <a:gd name="T46" fmla="*/ 9 w 55"/>
                  <a:gd name="T47" fmla="*/ 34 h 56"/>
                  <a:gd name="T48" fmla="*/ 8 w 55"/>
                  <a:gd name="T49" fmla="*/ 30 h 56"/>
                  <a:gd name="T50" fmla="*/ 8 w 55"/>
                  <a:gd name="T51" fmla="*/ 30 h 56"/>
                  <a:gd name="T52" fmla="*/ 9 w 55"/>
                  <a:gd name="T53" fmla="*/ 30 h 56"/>
                  <a:gd name="T54" fmla="*/ 12 w 55"/>
                  <a:gd name="T55" fmla="*/ 30 h 56"/>
                  <a:gd name="T56" fmla="*/ 29 w 55"/>
                  <a:gd name="T57" fmla="*/ 36 h 56"/>
                  <a:gd name="T58" fmla="*/ 18 w 55"/>
                  <a:gd name="T59" fmla="*/ 40 h 56"/>
                  <a:gd name="T60" fmla="*/ 14 w 55"/>
                  <a:gd name="T61" fmla="*/ 42 h 56"/>
                  <a:gd name="T62" fmla="*/ 11 w 55"/>
                  <a:gd name="T63" fmla="*/ 38 h 56"/>
                  <a:gd name="T64" fmla="*/ 11 w 55"/>
                  <a:gd name="T65" fmla="*/ 38 h 56"/>
                  <a:gd name="T66" fmla="*/ 9 w 55"/>
                  <a:gd name="T67" fmla="*/ 39 h 56"/>
                  <a:gd name="T68" fmla="*/ 16 w 55"/>
                  <a:gd name="T69" fmla="*/ 56 h 56"/>
                  <a:gd name="T70" fmla="*/ 18 w 55"/>
                  <a:gd name="T71" fmla="*/ 55 h 56"/>
                  <a:gd name="T72" fmla="*/ 18 w 55"/>
                  <a:gd name="T73" fmla="*/ 55 h 56"/>
                  <a:gd name="T74" fmla="*/ 17 w 55"/>
                  <a:gd name="T75" fmla="*/ 52 h 56"/>
                  <a:gd name="T76" fmla="*/ 21 w 55"/>
                  <a:gd name="T77" fmla="*/ 48 h 56"/>
                  <a:gd name="T78" fmla="*/ 46 w 55"/>
                  <a:gd name="T79" fmla="*/ 37 h 56"/>
                  <a:gd name="T80" fmla="*/ 49 w 55"/>
                  <a:gd name="T81" fmla="*/ 36 h 56"/>
                  <a:gd name="T82" fmla="*/ 53 w 55"/>
                  <a:gd name="T83" fmla="*/ 40 h 56"/>
                  <a:gd name="T84" fmla="*/ 53 w 55"/>
                  <a:gd name="T85" fmla="*/ 41 h 56"/>
                  <a:gd name="T86" fmla="*/ 53 w 55"/>
                  <a:gd name="T87" fmla="*/ 40 h 56"/>
                  <a:gd name="T88" fmla="*/ 55 w 55"/>
                  <a:gd name="T89" fmla="*/ 40 h 56"/>
                  <a:gd name="T90" fmla="*/ 48 w 55"/>
                  <a:gd name="T91" fmla="*/ 22 h 56"/>
                  <a:gd name="T92" fmla="*/ 46 w 55"/>
                  <a:gd name="T93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5" h="56">
                    <a:moveTo>
                      <a:pt x="46" y="23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5"/>
                      <a:pt x="47" y="26"/>
                      <a:pt x="47" y="26"/>
                    </a:cubicBezTo>
                    <a:cubicBezTo>
                      <a:pt x="47" y="28"/>
                      <a:pt x="46" y="29"/>
                      <a:pt x="43" y="30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7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3" y="16"/>
                      <a:pt x="43" y="18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2"/>
                      <a:pt x="37" y="4"/>
                      <a:pt x="37" y="5"/>
                    </a:cubicBezTo>
                    <a:cubicBezTo>
                      <a:pt x="37" y="8"/>
                      <a:pt x="36" y="10"/>
                      <a:pt x="35" y="12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7" y="24"/>
                      <a:pt x="4" y="23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11" y="30"/>
                      <a:pt x="12" y="30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6" y="41"/>
                      <a:pt x="15" y="42"/>
                      <a:pt x="14" y="42"/>
                    </a:cubicBezTo>
                    <a:cubicBezTo>
                      <a:pt x="13" y="42"/>
                      <a:pt x="12" y="41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7" y="54"/>
                      <a:pt x="17" y="52"/>
                      <a:pt x="17" y="52"/>
                    </a:cubicBezTo>
                    <a:cubicBezTo>
                      <a:pt x="17" y="50"/>
                      <a:pt x="18" y="49"/>
                      <a:pt x="21" y="48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7" y="37"/>
                      <a:pt x="48" y="36"/>
                      <a:pt x="49" y="36"/>
                    </a:cubicBezTo>
                    <a:cubicBezTo>
                      <a:pt x="51" y="36"/>
                      <a:pt x="52" y="37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48" y="22"/>
                      <a:pt x="48" y="22"/>
                      <a:pt x="48" y="22"/>
                    </a:cubicBezTo>
                    <a:lnTo>
                      <a:pt x="4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7" name="Freeform 76">
                <a:extLst>
                  <a:ext uri="{FF2B5EF4-FFF2-40B4-BE49-F238E27FC236}">
                    <a16:creationId xmlns:a16="http://schemas.microsoft.com/office/drawing/2014/main" id="{EE746815-165B-4097-87B7-1D4811B5D89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3" y="7835"/>
                <a:ext cx="36" cy="34"/>
              </a:xfrm>
              <a:custGeom>
                <a:avLst/>
                <a:gdLst>
                  <a:gd name="T0" fmla="*/ 37 w 48"/>
                  <a:gd name="T1" fmla="*/ 33 h 46"/>
                  <a:gd name="T2" fmla="*/ 48 w 48"/>
                  <a:gd name="T3" fmla="*/ 21 h 46"/>
                  <a:gd name="T4" fmla="*/ 47 w 48"/>
                  <a:gd name="T5" fmla="*/ 13 h 46"/>
                  <a:gd name="T6" fmla="*/ 34 w 48"/>
                  <a:gd name="T7" fmla="*/ 0 h 46"/>
                  <a:gd name="T8" fmla="*/ 28 w 48"/>
                  <a:gd name="T9" fmla="*/ 1 h 46"/>
                  <a:gd name="T10" fmla="*/ 8 w 48"/>
                  <a:gd name="T11" fmla="*/ 6 h 46"/>
                  <a:gd name="T12" fmla="*/ 5 w 48"/>
                  <a:gd name="T13" fmla="*/ 7 h 46"/>
                  <a:gd name="T14" fmla="*/ 1 w 48"/>
                  <a:gd name="T15" fmla="*/ 2 h 46"/>
                  <a:gd name="T16" fmla="*/ 1 w 48"/>
                  <a:gd name="T17" fmla="*/ 2 h 46"/>
                  <a:gd name="T18" fmla="*/ 0 w 48"/>
                  <a:gd name="T19" fmla="*/ 2 h 46"/>
                  <a:gd name="T20" fmla="*/ 4 w 48"/>
                  <a:gd name="T21" fmla="*/ 19 h 46"/>
                  <a:gd name="T22" fmla="*/ 6 w 48"/>
                  <a:gd name="T23" fmla="*/ 19 h 46"/>
                  <a:gd name="T24" fmla="*/ 6 w 48"/>
                  <a:gd name="T25" fmla="*/ 18 h 46"/>
                  <a:gd name="T26" fmla="*/ 5 w 48"/>
                  <a:gd name="T27" fmla="*/ 15 h 46"/>
                  <a:gd name="T28" fmla="*/ 10 w 48"/>
                  <a:gd name="T29" fmla="*/ 11 h 46"/>
                  <a:gd name="T30" fmla="*/ 30 w 48"/>
                  <a:gd name="T31" fmla="*/ 6 h 46"/>
                  <a:gd name="T32" fmla="*/ 35 w 48"/>
                  <a:gd name="T33" fmla="*/ 5 h 46"/>
                  <a:gd name="T34" fmla="*/ 40 w 48"/>
                  <a:gd name="T35" fmla="*/ 7 h 46"/>
                  <a:gd name="T36" fmla="*/ 40 w 48"/>
                  <a:gd name="T37" fmla="*/ 7 h 46"/>
                  <a:gd name="T38" fmla="*/ 43 w 48"/>
                  <a:gd name="T39" fmla="*/ 13 h 46"/>
                  <a:gd name="T40" fmla="*/ 44 w 48"/>
                  <a:gd name="T41" fmla="*/ 17 h 46"/>
                  <a:gd name="T42" fmla="*/ 43 w 48"/>
                  <a:gd name="T43" fmla="*/ 20 h 46"/>
                  <a:gd name="T44" fmla="*/ 43 w 48"/>
                  <a:gd name="T45" fmla="*/ 21 h 46"/>
                  <a:gd name="T46" fmla="*/ 35 w 48"/>
                  <a:gd name="T47" fmla="*/ 26 h 46"/>
                  <a:gd name="T48" fmla="*/ 15 w 48"/>
                  <a:gd name="T49" fmla="*/ 31 h 46"/>
                  <a:gd name="T50" fmla="*/ 12 w 48"/>
                  <a:gd name="T51" fmla="*/ 32 h 46"/>
                  <a:gd name="T52" fmla="*/ 8 w 48"/>
                  <a:gd name="T53" fmla="*/ 27 h 46"/>
                  <a:gd name="T54" fmla="*/ 8 w 48"/>
                  <a:gd name="T55" fmla="*/ 27 h 46"/>
                  <a:gd name="T56" fmla="*/ 6 w 48"/>
                  <a:gd name="T57" fmla="*/ 27 h 46"/>
                  <a:gd name="T58" fmla="*/ 11 w 48"/>
                  <a:gd name="T59" fmla="*/ 46 h 46"/>
                  <a:gd name="T60" fmla="*/ 13 w 48"/>
                  <a:gd name="T61" fmla="*/ 46 h 46"/>
                  <a:gd name="T62" fmla="*/ 13 w 48"/>
                  <a:gd name="T63" fmla="*/ 46 h 46"/>
                  <a:gd name="T64" fmla="*/ 13 w 48"/>
                  <a:gd name="T65" fmla="*/ 43 h 46"/>
                  <a:gd name="T66" fmla="*/ 17 w 48"/>
                  <a:gd name="T67" fmla="*/ 39 h 46"/>
                  <a:gd name="T68" fmla="*/ 37 w 48"/>
                  <a:gd name="T69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46">
                    <a:moveTo>
                      <a:pt x="37" y="33"/>
                    </a:moveTo>
                    <a:cubicBezTo>
                      <a:pt x="44" y="32"/>
                      <a:pt x="48" y="28"/>
                      <a:pt x="48" y="21"/>
                    </a:cubicBezTo>
                    <a:cubicBezTo>
                      <a:pt x="48" y="19"/>
                      <a:pt x="47" y="16"/>
                      <a:pt x="47" y="13"/>
                    </a:cubicBezTo>
                    <a:cubicBezTo>
                      <a:pt x="44" y="3"/>
                      <a:pt x="39" y="0"/>
                      <a:pt x="34" y="0"/>
                    </a:cubicBezTo>
                    <a:cubicBezTo>
                      <a:pt x="32" y="0"/>
                      <a:pt x="30" y="0"/>
                      <a:pt x="28" y="1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5" y="13"/>
                      <a:pt x="6" y="12"/>
                      <a:pt x="10" y="11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2" y="6"/>
                      <a:pt x="33" y="5"/>
                      <a:pt x="35" y="5"/>
                    </a:cubicBezTo>
                    <a:cubicBezTo>
                      <a:pt x="37" y="5"/>
                      <a:pt x="39" y="6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9"/>
                      <a:pt x="42" y="11"/>
                      <a:pt x="43" y="13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9"/>
                      <a:pt x="43" y="19"/>
                      <a:pt x="43" y="20"/>
                    </a:cubicBezTo>
                    <a:cubicBezTo>
                      <a:pt x="43" y="20"/>
                      <a:pt x="43" y="21"/>
                      <a:pt x="43" y="21"/>
                    </a:cubicBezTo>
                    <a:cubicBezTo>
                      <a:pt x="42" y="23"/>
                      <a:pt x="39" y="25"/>
                      <a:pt x="35" y="26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1"/>
                      <a:pt x="13" y="32"/>
                      <a:pt x="12" y="32"/>
                    </a:cubicBezTo>
                    <a:cubicBezTo>
                      <a:pt x="10" y="32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3" y="40"/>
                      <a:pt x="14" y="40"/>
                      <a:pt x="17" y="39"/>
                    </a:cubicBezTo>
                    <a:lnTo>
                      <a:pt x="37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8" name="Freeform 77">
                <a:extLst>
                  <a:ext uri="{FF2B5EF4-FFF2-40B4-BE49-F238E27FC236}">
                    <a16:creationId xmlns:a16="http://schemas.microsoft.com/office/drawing/2014/main" id="{273EB980-CDD5-4F2E-B029-463F3853BA8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94"/>
                <a:ext cx="35" cy="35"/>
              </a:xfrm>
              <a:custGeom>
                <a:avLst/>
                <a:gdLst>
                  <a:gd name="T0" fmla="*/ 8 w 47"/>
                  <a:gd name="T1" fmla="*/ 46 h 46"/>
                  <a:gd name="T2" fmla="*/ 7 w 47"/>
                  <a:gd name="T3" fmla="*/ 44 h 46"/>
                  <a:gd name="T4" fmla="*/ 12 w 47"/>
                  <a:gd name="T5" fmla="*/ 40 h 46"/>
                  <a:gd name="T6" fmla="*/ 39 w 47"/>
                  <a:gd name="T7" fmla="*/ 36 h 46"/>
                  <a:gd name="T8" fmla="*/ 41 w 47"/>
                  <a:gd name="T9" fmla="*/ 36 h 46"/>
                  <a:gd name="T10" fmla="*/ 45 w 47"/>
                  <a:gd name="T11" fmla="*/ 41 h 46"/>
                  <a:gd name="T12" fmla="*/ 45 w 47"/>
                  <a:gd name="T13" fmla="*/ 42 h 46"/>
                  <a:gd name="T14" fmla="*/ 46 w 47"/>
                  <a:gd name="T15" fmla="*/ 42 h 46"/>
                  <a:gd name="T16" fmla="*/ 47 w 47"/>
                  <a:gd name="T17" fmla="*/ 41 h 46"/>
                  <a:gd name="T18" fmla="*/ 45 w 47"/>
                  <a:gd name="T19" fmla="*/ 25 h 46"/>
                  <a:gd name="T20" fmla="*/ 43 w 47"/>
                  <a:gd name="T21" fmla="*/ 25 h 46"/>
                  <a:gd name="T22" fmla="*/ 43 w 47"/>
                  <a:gd name="T23" fmla="*/ 25 h 46"/>
                  <a:gd name="T24" fmla="*/ 44 w 47"/>
                  <a:gd name="T25" fmla="*/ 28 h 46"/>
                  <a:gd name="T26" fmla="*/ 39 w 47"/>
                  <a:gd name="T27" fmla="*/ 32 h 46"/>
                  <a:gd name="T28" fmla="*/ 11 w 47"/>
                  <a:gd name="T29" fmla="*/ 35 h 46"/>
                  <a:gd name="T30" fmla="*/ 44 w 47"/>
                  <a:gd name="T31" fmla="*/ 8 h 46"/>
                  <a:gd name="T32" fmla="*/ 43 w 47"/>
                  <a:gd name="T33" fmla="*/ 1 h 46"/>
                  <a:gd name="T34" fmla="*/ 9 w 47"/>
                  <a:gd name="T35" fmla="*/ 5 h 46"/>
                  <a:gd name="T36" fmla="*/ 6 w 47"/>
                  <a:gd name="T37" fmla="*/ 6 h 46"/>
                  <a:gd name="T38" fmla="*/ 2 w 47"/>
                  <a:gd name="T39" fmla="*/ 0 h 46"/>
                  <a:gd name="T40" fmla="*/ 2 w 47"/>
                  <a:gd name="T41" fmla="*/ 0 h 46"/>
                  <a:gd name="T42" fmla="*/ 0 w 47"/>
                  <a:gd name="T43" fmla="*/ 0 h 46"/>
                  <a:gd name="T44" fmla="*/ 2 w 47"/>
                  <a:gd name="T45" fmla="*/ 17 h 46"/>
                  <a:gd name="T46" fmla="*/ 4 w 47"/>
                  <a:gd name="T47" fmla="*/ 17 h 46"/>
                  <a:gd name="T48" fmla="*/ 4 w 47"/>
                  <a:gd name="T49" fmla="*/ 16 h 46"/>
                  <a:gd name="T50" fmla="*/ 4 w 47"/>
                  <a:gd name="T51" fmla="*/ 14 h 46"/>
                  <a:gd name="T52" fmla="*/ 9 w 47"/>
                  <a:gd name="T53" fmla="*/ 10 h 46"/>
                  <a:gd name="T54" fmla="*/ 35 w 47"/>
                  <a:gd name="T55" fmla="*/ 7 h 46"/>
                  <a:gd name="T56" fmla="*/ 4 w 47"/>
                  <a:gd name="T57" fmla="*/ 32 h 46"/>
                  <a:gd name="T58" fmla="*/ 6 w 47"/>
                  <a:gd name="T59" fmla="*/ 46 h 46"/>
                  <a:gd name="T60" fmla="*/ 8 w 47"/>
                  <a:gd name="T6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6">
                    <a:moveTo>
                      <a:pt x="8" y="46"/>
                    </a:moveTo>
                    <a:cubicBezTo>
                      <a:pt x="7" y="45"/>
                      <a:pt x="7" y="44"/>
                      <a:pt x="7" y="44"/>
                    </a:cubicBezTo>
                    <a:cubicBezTo>
                      <a:pt x="7" y="41"/>
                      <a:pt x="8" y="40"/>
                      <a:pt x="12" y="40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4" y="36"/>
                      <a:pt x="45" y="37"/>
                      <a:pt x="45" y="41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4" y="26"/>
                      <a:pt x="44" y="27"/>
                      <a:pt x="44" y="28"/>
                    </a:cubicBezTo>
                    <a:cubicBezTo>
                      <a:pt x="44" y="31"/>
                      <a:pt x="43" y="31"/>
                      <a:pt x="39" y="32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3" y="6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1"/>
                      <a:pt x="5" y="11"/>
                      <a:pt x="9" y="1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8" y="46"/>
                      <a:pt x="8" y="46"/>
                      <a:pt x="8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9" name="Freeform 78">
                <a:extLst>
                  <a:ext uri="{FF2B5EF4-FFF2-40B4-BE49-F238E27FC236}">
                    <a16:creationId xmlns:a16="http://schemas.microsoft.com/office/drawing/2014/main" id="{57857CB3-3DF3-4C58-BC64-2D8E58A4C82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54"/>
                <a:ext cx="32" cy="31"/>
              </a:xfrm>
              <a:custGeom>
                <a:avLst/>
                <a:gdLst>
                  <a:gd name="T0" fmla="*/ 21 w 43"/>
                  <a:gd name="T1" fmla="*/ 42 h 42"/>
                  <a:gd name="T2" fmla="*/ 22 w 43"/>
                  <a:gd name="T3" fmla="*/ 42 h 42"/>
                  <a:gd name="T4" fmla="*/ 22 w 43"/>
                  <a:gd name="T5" fmla="*/ 42 h 42"/>
                  <a:gd name="T6" fmla="*/ 43 w 43"/>
                  <a:gd name="T7" fmla="*/ 23 h 42"/>
                  <a:gd name="T8" fmla="*/ 43 w 43"/>
                  <a:gd name="T9" fmla="*/ 21 h 42"/>
                  <a:gd name="T10" fmla="*/ 41 w 43"/>
                  <a:gd name="T11" fmla="*/ 6 h 42"/>
                  <a:gd name="T12" fmla="*/ 41 w 43"/>
                  <a:gd name="T13" fmla="*/ 6 h 42"/>
                  <a:gd name="T14" fmla="*/ 41 w 43"/>
                  <a:gd name="T15" fmla="*/ 6 h 42"/>
                  <a:gd name="T16" fmla="*/ 27 w 43"/>
                  <a:gd name="T17" fmla="*/ 5 h 42"/>
                  <a:gd name="T18" fmla="*/ 21 w 43"/>
                  <a:gd name="T19" fmla="*/ 1 h 42"/>
                  <a:gd name="T20" fmla="*/ 21 w 43"/>
                  <a:gd name="T21" fmla="*/ 0 h 42"/>
                  <a:gd name="T22" fmla="*/ 21 w 43"/>
                  <a:gd name="T23" fmla="*/ 0 h 42"/>
                  <a:gd name="T24" fmla="*/ 19 w 43"/>
                  <a:gd name="T25" fmla="*/ 0 h 42"/>
                  <a:gd name="T26" fmla="*/ 19 w 43"/>
                  <a:gd name="T27" fmla="*/ 19 h 42"/>
                  <a:gd name="T28" fmla="*/ 21 w 43"/>
                  <a:gd name="T29" fmla="*/ 19 h 42"/>
                  <a:gd name="T30" fmla="*/ 21 w 43"/>
                  <a:gd name="T31" fmla="*/ 18 h 42"/>
                  <a:gd name="T32" fmla="*/ 26 w 43"/>
                  <a:gd name="T33" fmla="*/ 13 h 42"/>
                  <a:gd name="T34" fmla="*/ 27 w 43"/>
                  <a:gd name="T35" fmla="*/ 13 h 42"/>
                  <a:gd name="T36" fmla="*/ 39 w 43"/>
                  <a:gd name="T37" fmla="*/ 14 h 42"/>
                  <a:gd name="T38" fmla="*/ 40 w 43"/>
                  <a:gd name="T39" fmla="*/ 19 h 42"/>
                  <a:gd name="T40" fmla="*/ 40 w 43"/>
                  <a:gd name="T41" fmla="*/ 20 h 42"/>
                  <a:gd name="T42" fmla="*/ 23 w 43"/>
                  <a:gd name="T43" fmla="*/ 34 h 42"/>
                  <a:gd name="T44" fmla="*/ 21 w 43"/>
                  <a:gd name="T45" fmla="*/ 34 h 42"/>
                  <a:gd name="T46" fmla="*/ 3 w 43"/>
                  <a:gd name="T47" fmla="*/ 22 h 42"/>
                  <a:gd name="T48" fmla="*/ 3 w 43"/>
                  <a:gd name="T49" fmla="*/ 22 h 42"/>
                  <a:gd name="T50" fmla="*/ 12 w 43"/>
                  <a:gd name="T51" fmla="*/ 9 h 42"/>
                  <a:gd name="T52" fmla="*/ 12 w 43"/>
                  <a:gd name="T53" fmla="*/ 9 h 42"/>
                  <a:gd name="T54" fmla="*/ 12 w 43"/>
                  <a:gd name="T55" fmla="*/ 7 h 42"/>
                  <a:gd name="T56" fmla="*/ 2 w 43"/>
                  <a:gd name="T57" fmla="*/ 7 h 42"/>
                  <a:gd name="T58" fmla="*/ 2 w 43"/>
                  <a:gd name="T59" fmla="*/ 7 h 42"/>
                  <a:gd name="T60" fmla="*/ 0 w 43"/>
                  <a:gd name="T61" fmla="*/ 22 h 42"/>
                  <a:gd name="T62" fmla="*/ 0 w 43"/>
                  <a:gd name="T63" fmla="*/ 23 h 42"/>
                  <a:gd name="T64" fmla="*/ 21 w 43"/>
                  <a:gd name="T6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21" y="42"/>
                    </a:move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32" y="42"/>
                      <a:pt x="43" y="38"/>
                      <a:pt x="43" y="23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13"/>
                      <a:pt x="42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2" y="5"/>
                      <a:pt x="21" y="4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4"/>
                      <a:pt x="22" y="13"/>
                      <a:pt x="26" y="13"/>
                    </a:cubicBezTo>
                    <a:cubicBezTo>
                      <a:pt x="26" y="13"/>
                      <a:pt x="26" y="13"/>
                      <a:pt x="27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31"/>
                      <a:pt x="33" y="34"/>
                      <a:pt x="23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3" y="33"/>
                      <a:pt x="3" y="3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2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5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0" y="38"/>
                      <a:pt x="9" y="42"/>
                      <a:pt x="21" y="4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0" name="Freeform 79">
                <a:extLst>
                  <a:ext uri="{FF2B5EF4-FFF2-40B4-BE49-F238E27FC236}">
                    <a16:creationId xmlns:a16="http://schemas.microsoft.com/office/drawing/2014/main" id="{F6407118-E986-4DE5-90B2-8643B4FBCE5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0" y="7723"/>
                <a:ext cx="35" cy="26"/>
              </a:xfrm>
              <a:custGeom>
                <a:avLst/>
                <a:gdLst>
                  <a:gd name="T0" fmla="*/ 2 w 47"/>
                  <a:gd name="T1" fmla="*/ 29 h 35"/>
                  <a:gd name="T2" fmla="*/ 6 w 47"/>
                  <a:gd name="T3" fmla="*/ 24 h 35"/>
                  <a:gd name="T4" fmla="*/ 8 w 47"/>
                  <a:gd name="T5" fmla="*/ 24 h 35"/>
                  <a:gd name="T6" fmla="*/ 35 w 47"/>
                  <a:gd name="T7" fmla="*/ 28 h 35"/>
                  <a:gd name="T8" fmla="*/ 39 w 47"/>
                  <a:gd name="T9" fmla="*/ 32 h 35"/>
                  <a:gd name="T10" fmla="*/ 39 w 47"/>
                  <a:gd name="T11" fmla="*/ 35 h 35"/>
                  <a:gd name="T12" fmla="*/ 39 w 47"/>
                  <a:gd name="T13" fmla="*/ 35 h 35"/>
                  <a:gd name="T14" fmla="*/ 39 w 47"/>
                  <a:gd name="T15" fmla="*/ 35 h 35"/>
                  <a:gd name="T16" fmla="*/ 41 w 47"/>
                  <a:gd name="T17" fmla="*/ 35 h 35"/>
                  <a:gd name="T18" fmla="*/ 47 w 47"/>
                  <a:gd name="T19" fmla="*/ 2 h 35"/>
                  <a:gd name="T20" fmla="*/ 37 w 47"/>
                  <a:gd name="T21" fmla="*/ 0 h 35"/>
                  <a:gd name="T22" fmla="*/ 36 w 47"/>
                  <a:gd name="T23" fmla="*/ 2 h 35"/>
                  <a:gd name="T24" fmla="*/ 36 w 47"/>
                  <a:gd name="T25" fmla="*/ 2 h 35"/>
                  <a:gd name="T26" fmla="*/ 42 w 47"/>
                  <a:gd name="T27" fmla="*/ 9 h 35"/>
                  <a:gd name="T28" fmla="*/ 42 w 47"/>
                  <a:gd name="T29" fmla="*/ 12 h 35"/>
                  <a:gd name="T30" fmla="*/ 41 w 47"/>
                  <a:gd name="T31" fmla="*/ 17 h 35"/>
                  <a:gd name="T32" fmla="*/ 38 w 47"/>
                  <a:gd name="T33" fmla="*/ 20 h 35"/>
                  <a:gd name="T34" fmla="*/ 36 w 47"/>
                  <a:gd name="T35" fmla="*/ 20 h 35"/>
                  <a:gd name="T36" fmla="*/ 10 w 47"/>
                  <a:gd name="T37" fmla="*/ 16 h 35"/>
                  <a:gd name="T38" fmla="*/ 5 w 47"/>
                  <a:gd name="T39" fmla="*/ 12 h 35"/>
                  <a:gd name="T40" fmla="*/ 5 w 47"/>
                  <a:gd name="T41" fmla="*/ 9 h 35"/>
                  <a:gd name="T42" fmla="*/ 5 w 47"/>
                  <a:gd name="T43" fmla="*/ 9 h 35"/>
                  <a:gd name="T44" fmla="*/ 3 w 47"/>
                  <a:gd name="T45" fmla="*/ 9 h 35"/>
                  <a:gd name="T46" fmla="*/ 0 w 47"/>
                  <a:gd name="T47" fmla="*/ 28 h 35"/>
                  <a:gd name="T48" fmla="*/ 2 w 47"/>
                  <a:gd name="T4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5">
                    <a:moveTo>
                      <a:pt x="2" y="29"/>
                    </a:moveTo>
                    <a:cubicBezTo>
                      <a:pt x="2" y="25"/>
                      <a:pt x="3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8" y="29"/>
                      <a:pt x="39" y="30"/>
                      <a:pt x="39" y="32"/>
                    </a:cubicBezTo>
                    <a:cubicBezTo>
                      <a:pt x="39" y="33"/>
                      <a:pt x="39" y="34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0" y="4"/>
                      <a:pt x="42" y="5"/>
                      <a:pt x="42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20"/>
                      <a:pt x="40" y="20"/>
                      <a:pt x="38" y="20"/>
                    </a:cubicBezTo>
                    <a:cubicBezTo>
                      <a:pt x="37" y="20"/>
                      <a:pt x="37" y="20"/>
                      <a:pt x="36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5"/>
                      <a:pt x="5" y="15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1" name="Freeform 80">
                <a:extLst>
                  <a:ext uri="{FF2B5EF4-FFF2-40B4-BE49-F238E27FC236}">
                    <a16:creationId xmlns:a16="http://schemas.microsoft.com/office/drawing/2014/main" id="{CB453F7E-CD6B-4C8C-8076-DDC57D7E3F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21" y="7709"/>
                <a:ext cx="7" cy="7"/>
              </a:xfrm>
              <a:custGeom>
                <a:avLst/>
                <a:gdLst>
                  <a:gd name="T0" fmla="*/ 6 w 9"/>
                  <a:gd name="T1" fmla="*/ 0 h 10"/>
                  <a:gd name="T2" fmla="*/ 5 w 9"/>
                  <a:gd name="T3" fmla="*/ 0 h 10"/>
                  <a:gd name="T4" fmla="*/ 1 w 9"/>
                  <a:gd name="T5" fmla="*/ 2 h 10"/>
                  <a:gd name="T6" fmla="*/ 1 w 9"/>
                  <a:gd name="T7" fmla="*/ 2 h 10"/>
                  <a:gd name="T8" fmla="*/ 0 w 9"/>
                  <a:gd name="T9" fmla="*/ 4 h 10"/>
                  <a:gd name="T10" fmla="*/ 0 w 9"/>
                  <a:gd name="T11" fmla="*/ 5 h 10"/>
                  <a:gd name="T12" fmla="*/ 2 w 9"/>
                  <a:gd name="T13" fmla="*/ 9 h 10"/>
                  <a:gd name="T14" fmla="*/ 2 w 9"/>
                  <a:gd name="T15" fmla="*/ 9 h 10"/>
                  <a:gd name="T16" fmla="*/ 3 w 9"/>
                  <a:gd name="T17" fmla="*/ 10 h 10"/>
                  <a:gd name="T18" fmla="*/ 5 w 9"/>
                  <a:gd name="T19" fmla="*/ 10 h 10"/>
                  <a:gd name="T20" fmla="*/ 8 w 9"/>
                  <a:gd name="T21" fmla="*/ 8 h 10"/>
                  <a:gd name="T22" fmla="*/ 8 w 9"/>
                  <a:gd name="T23" fmla="*/ 7 h 10"/>
                  <a:gd name="T24" fmla="*/ 9 w 9"/>
                  <a:gd name="T25" fmla="*/ 6 h 10"/>
                  <a:gd name="T26" fmla="*/ 9 w 9"/>
                  <a:gd name="T27" fmla="*/ 5 h 10"/>
                  <a:gd name="T28" fmla="*/ 8 w 9"/>
                  <a:gd name="T29" fmla="*/ 1 h 10"/>
                  <a:gd name="T30" fmla="*/ 7 w 9"/>
                  <a:gd name="T31" fmla="*/ 1 h 10"/>
                  <a:gd name="T32" fmla="*/ 6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2" name="Freeform 81">
                <a:extLst>
                  <a:ext uri="{FF2B5EF4-FFF2-40B4-BE49-F238E27FC236}">
                    <a16:creationId xmlns:a16="http://schemas.microsoft.com/office/drawing/2014/main" id="{B61E23FE-34D6-4715-8A2E-B808BEF9E12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0" y="7658"/>
                <a:ext cx="37" cy="36"/>
              </a:xfrm>
              <a:custGeom>
                <a:avLst/>
                <a:gdLst>
                  <a:gd name="T0" fmla="*/ 2 w 49"/>
                  <a:gd name="T1" fmla="*/ 48 h 48"/>
                  <a:gd name="T2" fmla="*/ 10 w 49"/>
                  <a:gd name="T3" fmla="*/ 43 h 48"/>
                  <a:gd name="T4" fmla="*/ 47 w 49"/>
                  <a:gd name="T5" fmla="*/ 42 h 48"/>
                  <a:gd name="T6" fmla="*/ 49 w 49"/>
                  <a:gd name="T7" fmla="*/ 36 h 48"/>
                  <a:gd name="T8" fmla="*/ 22 w 49"/>
                  <a:gd name="T9" fmla="*/ 10 h 48"/>
                  <a:gd name="T10" fmla="*/ 19 w 49"/>
                  <a:gd name="T11" fmla="*/ 5 h 48"/>
                  <a:gd name="T12" fmla="*/ 20 w 49"/>
                  <a:gd name="T13" fmla="*/ 1 h 48"/>
                  <a:gd name="T14" fmla="*/ 20 w 49"/>
                  <a:gd name="T15" fmla="*/ 1 h 48"/>
                  <a:gd name="T16" fmla="*/ 18 w 49"/>
                  <a:gd name="T17" fmla="*/ 0 h 48"/>
                  <a:gd name="T18" fmla="*/ 12 w 49"/>
                  <a:gd name="T19" fmla="*/ 17 h 48"/>
                  <a:gd name="T20" fmla="*/ 13 w 49"/>
                  <a:gd name="T21" fmla="*/ 18 h 48"/>
                  <a:gd name="T22" fmla="*/ 14 w 49"/>
                  <a:gd name="T23" fmla="*/ 17 h 48"/>
                  <a:gd name="T24" fmla="*/ 17 w 49"/>
                  <a:gd name="T25" fmla="*/ 13 h 48"/>
                  <a:gd name="T26" fmla="*/ 17 w 49"/>
                  <a:gd name="T27" fmla="*/ 13 h 48"/>
                  <a:gd name="T28" fmla="*/ 20 w 49"/>
                  <a:gd name="T29" fmla="*/ 15 h 48"/>
                  <a:gd name="T30" fmla="*/ 41 w 49"/>
                  <a:gd name="T31" fmla="*/ 35 h 48"/>
                  <a:gd name="T32" fmla="*/ 12 w 49"/>
                  <a:gd name="T33" fmla="*/ 35 h 48"/>
                  <a:gd name="T34" fmla="*/ 9 w 49"/>
                  <a:gd name="T35" fmla="*/ 35 h 48"/>
                  <a:gd name="T36" fmla="*/ 8 w 49"/>
                  <a:gd name="T37" fmla="*/ 33 h 48"/>
                  <a:gd name="T38" fmla="*/ 9 w 49"/>
                  <a:gd name="T39" fmla="*/ 29 h 48"/>
                  <a:gd name="T40" fmla="*/ 9 w 49"/>
                  <a:gd name="T41" fmla="*/ 29 h 48"/>
                  <a:gd name="T42" fmla="*/ 7 w 49"/>
                  <a:gd name="T43" fmla="*/ 28 h 48"/>
                  <a:gd name="T44" fmla="*/ 0 w 49"/>
                  <a:gd name="T45" fmla="*/ 47 h 48"/>
                  <a:gd name="T46" fmla="*/ 2 w 49"/>
                  <a:gd name="T4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48">
                    <a:moveTo>
                      <a:pt x="2" y="48"/>
                    </a:moveTo>
                    <a:cubicBezTo>
                      <a:pt x="4" y="43"/>
                      <a:pt x="5" y="43"/>
                      <a:pt x="10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9" y="7"/>
                      <a:pt x="19" y="5"/>
                    </a:cubicBezTo>
                    <a:cubicBezTo>
                      <a:pt x="19" y="4"/>
                      <a:pt x="19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35"/>
                      <a:pt x="10" y="35"/>
                      <a:pt x="9" y="35"/>
                    </a:cubicBezTo>
                    <a:cubicBezTo>
                      <a:pt x="8" y="34"/>
                      <a:pt x="8" y="34"/>
                      <a:pt x="8" y="33"/>
                    </a:cubicBezTo>
                    <a:cubicBezTo>
                      <a:pt x="8" y="32"/>
                      <a:pt x="8" y="31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2" y="48"/>
                      <a:pt x="2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3" name="Freeform 82">
                <a:extLst>
                  <a:ext uri="{FF2B5EF4-FFF2-40B4-BE49-F238E27FC236}">
                    <a16:creationId xmlns:a16="http://schemas.microsoft.com/office/drawing/2014/main" id="{063A0E92-5A4F-410D-91B1-488915AA9F4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17" y="7631"/>
                <a:ext cx="40" cy="37"/>
              </a:xfrm>
              <a:custGeom>
                <a:avLst/>
                <a:gdLst>
                  <a:gd name="T0" fmla="*/ 2 w 54"/>
                  <a:gd name="T1" fmla="*/ 29 h 49"/>
                  <a:gd name="T2" fmla="*/ 6 w 54"/>
                  <a:gd name="T3" fmla="*/ 26 h 49"/>
                  <a:gd name="T4" fmla="*/ 10 w 54"/>
                  <a:gd name="T5" fmla="*/ 27 h 49"/>
                  <a:gd name="T6" fmla="*/ 33 w 54"/>
                  <a:gd name="T7" fmla="*/ 41 h 49"/>
                  <a:gd name="T8" fmla="*/ 37 w 54"/>
                  <a:gd name="T9" fmla="*/ 44 h 49"/>
                  <a:gd name="T10" fmla="*/ 35 w 54"/>
                  <a:gd name="T11" fmla="*/ 48 h 49"/>
                  <a:gd name="T12" fmla="*/ 35 w 54"/>
                  <a:gd name="T13" fmla="*/ 48 h 49"/>
                  <a:gd name="T14" fmla="*/ 35 w 54"/>
                  <a:gd name="T15" fmla="*/ 49 h 49"/>
                  <a:gd name="T16" fmla="*/ 37 w 54"/>
                  <a:gd name="T17" fmla="*/ 49 h 49"/>
                  <a:gd name="T18" fmla="*/ 54 w 54"/>
                  <a:gd name="T19" fmla="*/ 20 h 49"/>
                  <a:gd name="T20" fmla="*/ 46 w 54"/>
                  <a:gd name="T21" fmla="*/ 15 h 49"/>
                  <a:gd name="T22" fmla="*/ 45 w 54"/>
                  <a:gd name="T23" fmla="*/ 17 h 49"/>
                  <a:gd name="T24" fmla="*/ 45 w 54"/>
                  <a:gd name="T25" fmla="*/ 17 h 49"/>
                  <a:gd name="T26" fmla="*/ 48 w 54"/>
                  <a:gd name="T27" fmla="*/ 22 h 49"/>
                  <a:gd name="T28" fmla="*/ 46 w 54"/>
                  <a:gd name="T29" fmla="*/ 27 h 49"/>
                  <a:gd name="T30" fmla="*/ 43 w 54"/>
                  <a:gd name="T31" fmla="*/ 32 h 49"/>
                  <a:gd name="T32" fmla="*/ 40 w 54"/>
                  <a:gd name="T33" fmla="*/ 35 h 49"/>
                  <a:gd name="T34" fmla="*/ 37 w 54"/>
                  <a:gd name="T35" fmla="*/ 34 h 49"/>
                  <a:gd name="T36" fmla="*/ 26 w 54"/>
                  <a:gd name="T37" fmla="*/ 27 h 49"/>
                  <a:gd name="T38" fmla="*/ 31 w 54"/>
                  <a:gd name="T39" fmla="*/ 20 h 49"/>
                  <a:gd name="T40" fmla="*/ 34 w 54"/>
                  <a:gd name="T41" fmla="*/ 16 h 49"/>
                  <a:gd name="T42" fmla="*/ 37 w 54"/>
                  <a:gd name="T43" fmla="*/ 18 h 49"/>
                  <a:gd name="T44" fmla="*/ 38 w 54"/>
                  <a:gd name="T45" fmla="*/ 18 h 49"/>
                  <a:gd name="T46" fmla="*/ 39 w 54"/>
                  <a:gd name="T47" fmla="*/ 16 h 49"/>
                  <a:gd name="T48" fmla="*/ 27 w 54"/>
                  <a:gd name="T49" fmla="*/ 9 h 49"/>
                  <a:gd name="T50" fmla="*/ 26 w 54"/>
                  <a:gd name="T51" fmla="*/ 11 h 49"/>
                  <a:gd name="T52" fmla="*/ 26 w 54"/>
                  <a:gd name="T53" fmla="*/ 11 h 49"/>
                  <a:gd name="T54" fmla="*/ 29 w 54"/>
                  <a:gd name="T55" fmla="*/ 14 h 49"/>
                  <a:gd name="T56" fmla="*/ 28 w 54"/>
                  <a:gd name="T57" fmla="*/ 18 h 49"/>
                  <a:gd name="T58" fmla="*/ 23 w 54"/>
                  <a:gd name="T59" fmla="*/ 26 h 49"/>
                  <a:gd name="T60" fmla="*/ 14 w 54"/>
                  <a:gd name="T61" fmla="*/ 20 h 49"/>
                  <a:gd name="T62" fmla="*/ 11 w 54"/>
                  <a:gd name="T63" fmla="*/ 17 h 49"/>
                  <a:gd name="T64" fmla="*/ 12 w 54"/>
                  <a:gd name="T65" fmla="*/ 15 h 49"/>
                  <a:gd name="T66" fmla="*/ 15 w 54"/>
                  <a:gd name="T67" fmla="*/ 11 h 49"/>
                  <a:gd name="T68" fmla="*/ 21 w 54"/>
                  <a:gd name="T69" fmla="*/ 5 h 49"/>
                  <a:gd name="T70" fmla="*/ 24 w 54"/>
                  <a:gd name="T71" fmla="*/ 6 h 49"/>
                  <a:gd name="T72" fmla="*/ 24 w 54"/>
                  <a:gd name="T73" fmla="*/ 6 h 49"/>
                  <a:gd name="T74" fmla="*/ 26 w 54"/>
                  <a:gd name="T75" fmla="*/ 4 h 49"/>
                  <a:gd name="T76" fmla="*/ 17 w 54"/>
                  <a:gd name="T77" fmla="*/ 0 h 49"/>
                  <a:gd name="T78" fmla="*/ 0 w 54"/>
                  <a:gd name="T79" fmla="*/ 28 h 49"/>
                  <a:gd name="T80" fmla="*/ 2 w 54"/>
                  <a:gd name="T81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49">
                    <a:moveTo>
                      <a:pt x="2" y="29"/>
                    </a:moveTo>
                    <a:cubicBezTo>
                      <a:pt x="4" y="27"/>
                      <a:pt x="5" y="26"/>
                      <a:pt x="6" y="26"/>
                    </a:cubicBezTo>
                    <a:cubicBezTo>
                      <a:pt x="7" y="26"/>
                      <a:pt x="8" y="26"/>
                      <a:pt x="10" y="27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6" y="42"/>
                      <a:pt x="37" y="43"/>
                      <a:pt x="37" y="44"/>
                    </a:cubicBezTo>
                    <a:cubicBezTo>
                      <a:pt x="37" y="45"/>
                      <a:pt x="36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7" y="18"/>
                      <a:pt x="48" y="20"/>
                      <a:pt x="48" y="22"/>
                    </a:cubicBezTo>
                    <a:cubicBezTo>
                      <a:pt x="48" y="23"/>
                      <a:pt x="47" y="25"/>
                      <a:pt x="46" y="27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2" y="34"/>
                      <a:pt x="41" y="35"/>
                      <a:pt x="40" y="35"/>
                    </a:cubicBezTo>
                    <a:cubicBezTo>
                      <a:pt x="40" y="35"/>
                      <a:pt x="39" y="34"/>
                      <a:pt x="37" y="34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7"/>
                      <a:pt x="33" y="16"/>
                      <a:pt x="34" y="16"/>
                    </a:cubicBezTo>
                    <a:cubicBezTo>
                      <a:pt x="35" y="16"/>
                      <a:pt x="36" y="17"/>
                      <a:pt x="37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8" y="12"/>
                      <a:pt x="29" y="13"/>
                      <a:pt x="29" y="14"/>
                    </a:cubicBezTo>
                    <a:cubicBezTo>
                      <a:pt x="29" y="15"/>
                      <a:pt x="29" y="16"/>
                      <a:pt x="28" y="1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1" y="18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5"/>
                      <a:pt x="23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4" name="Freeform 83">
                <a:extLst>
                  <a:ext uri="{FF2B5EF4-FFF2-40B4-BE49-F238E27FC236}">
                    <a16:creationId xmlns:a16="http://schemas.microsoft.com/office/drawing/2014/main" id="{EC612391-113F-4CAB-BE4C-4301586A2A1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6" y="7600"/>
                <a:ext cx="37" cy="36"/>
              </a:xfrm>
              <a:custGeom>
                <a:avLst/>
                <a:gdLst>
                  <a:gd name="T0" fmla="*/ 9 w 50"/>
                  <a:gd name="T1" fmla="*/ 33 h 48"/>
                  <a:gd name="T2" fmla="*/ 9 w 50"/>
                  <a:gd name="T3" fmla="*/ 33 h 48"/>
                  <a:gd name="T4" fmla="*/ 6 w 50"/>
                  <a:gd name="T5" fmla="*/ 28 h 48"/>
                  <a:gd name="T6" fmla="*/ 9 w 50"/>
                  <a:gd name="T7" fmla="*/ 21 h 48"/>
                  <a:gd name="T8" fmla="*/ 11 w 50"/>
                  <a:gd name="T9" fmla="*/ 19 h 48"/>
                  <a:gd name="T10" fmla="*/ 35 w 50"/>
                  <a:gd name="T11" fmla="*/ 39 h 48"/>
                  <a:gd name="T12" fmla="*/ 38 w 50"/>
                  <a:gd name="T13" fmla="*/ 43 h 48"/>
                  <a:gd name="T14" fmla="*/ 36 w 50"/>
                  <a:gd name="T15" fmla="*/ 47 h 48"/>
                  <a:gd name="T16" fmla="*/ 36 w 50"/>
                  <a:gd name="T17" fmla="*/ 47 h 48"/>
                  <a:gd name="T18" fmla="*/ 36 w 50"/>
                  <a:gd name="T19" fmla="*/ 47 h 48"/>
                  <a:gd name="T20" fmla="*/ 37 w 50"/>
                  <a:gd name="T21" fmla="*/ 48 h 48"/>
                  <a:gd name="T22" fmla="*/ 50 w 50"/>
                  <a:gd name="T23" fmla="*/ 33 h 48"/>
                  <a:gd name="T24" fmla="*/ 48 w 50"/>
                  <a:gd name="T25" fmla="*/ 31 h 48"/>
                  <a:gd name="T26" fmla="*/ 48 w 50"/>
                  <a:gd name="T27" fmla="*/ 31 h 48"/>
                  <a:gd name="T28" fmla="*/ 44 w 50"/>
                  <a:gd name="T29" fmla="*/ 34 h 48"/>
                  <a:gd name="T30" fmla="*/ 40 w 50"/>
                  <a:gd name="T31" fmla="*/ 32 h 48"/>
                  <a:gd name="T32" fmla="*/ 16 w 50"/>
                  <a:gd name="T33" fmla="*/ 13 h 48"/>
                  <a:gd name="T34" fmla="*/ 17 w 50"/>
                  <a:gd name="T35" fmla="*/ 11 h 48"/>
                  <a:gd name="T36" fmla="*/ 24 w 50"/>
                  <a:gd name="T37" fmla="*/ 6 h 48"/>
                  <a:gd name="T38" fmla="*/ 28 w 50"/>
                  <a:gd name="T39" fmla="*/ 8 h 48"/>
                  <a:gd name="T40" fmla="*/ 29 w 50"/>
                  <a:gd name="T41" fmla="*/ 8 h 48"/>
                  <a:gd name="T42" fmla="*/ 30 w 50"/>
                  <a:gd name="T43" fmla="*/ 6 h 48"/>
                  <a:gd name="T44" fmla="*/ 22 w 50"/>
                  <a:gd name="T45" fmla="*/ 0 h 48"/>
                  <a:gd name="T46" fmla="*/ 0 w 50"/>
                  <a:gd name="T47" fmla="*/ 28 h 48"/>
                  <a:gd name="T48" fmla="*/ 7 w 50"/>
                  <a:gd name="T49" fmla="*/ 35 h 48"/>
                  <a:gd name="T50" fmla="*/ 9 w 50"/>
                  <a:gd name="T51" fmla="*/ 3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9" y="33"/>
                    </a:moveTo>
                    <a:cubicBezTo>
                      <a:pt x="9" y="33"/>
                      <a:pt x="9" y="33"/>
                      <a:pt x="9" y="33"/>
                    </a:cubicBezTo>
                    <a:cubicBezTo>
                      <a:pt x="7" y="31"/>
                      <a:pt x="6" y="29"/>
                      <a:pt x="6" y="28"/>
                    </a:cubicBezTo>
                    <a:cubicBezTo>
                      <a:pt x="6" y="26"/>
                      <a:pt x="7" y="24"/>
                      <a:pt x="9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40"/>
                      <a:pt x="38" y="41"/>
                      <a:pt x="38" y="43"/>
                    </a:cubicBezTo>
                    <a:cubicBezTo>
                      <a:pt x="38" y="44"/>
                      <a:pt x="37" y="45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6" y="34"/>
                      <a:pt x="45" y="34"/>
                      <a:pt x="44" y="34"/>
                    </a:cubicBezTo>
                    <a:cubicBezTo>
                      <a:pt x="43" y="34"/>
                      <a:pt x="42" y="34"/>
                      <a:pt x="40" y="3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8"/>
                      <a:pt x="22" y="6"/>
                      <a:pt x="24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7" y="35"/>
                      <a:pt x="7" y="35"/>
                      <a:pt x="7" y="35"/>
                    </a:cubicBezTo>
                    <a:lnTo>
                      <a:pt x="9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5" name="Freeform 84">
                <a:extLst>
                  <a:ext uri="{FF2B5EF4-FFF2-40B4-BE49-F238E27FC236}">
                    <a16:creationId xmlns:a16="http://schemas.microsoft.com/office/drawing/2014/main" id="{33F628F8-6644-47D7-866D-D79F0D50550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58" y="7577"/>
                <a:ext cx="40" cy="40"/>
              </a:xfrm>
              <a:custGeom>
                <a:avLst/>
                <a:gdLst>
                  <a:gd name="T0" fmla="*/ 2 w 54"/>
                  <a:gd name="T1" fmla="*/ 23 h 53"/>
                  <a:gd name="T2" fmla="*/ 6 w 54"/>
                  <a:gd name="T3" fmla="*/ 21 h 53"/>
                  <a:gd name="T4" fmla="*/ 10 w 54"/>
                  <a:gd name="T5" fmla="*/ 24 h 53"/>
                  <a:gd name="T6" fmla="*/ 28 w 54"/>
                  <a:gd name="T7" fmla="*/ 44 h 53"/>
                  <a:gd name="T8" fmla="*/ 30 w 54"/>
                  <a:gd name="T9" fmla="*/ 48 h 53"/>
                  <a:gd name="T10" fmla="*/ 27 w 54"/>
                  <a:gd name="T11" fmla="*/ 52 h 53"/>
                  <a:gd name="T12" fmla="*/ 27 w 54"/>
                  <a:gd name="T13" fmla="*/ 52 h 53"/>
                  <a:gd name="T14" fmla="*/ 27 w 54"/>
                  <a:gd name="T15" fmla="*/ 52 h 53"/>
                  <a:gd name="T16" fmla="*/ 28 w 54"/>
                  <a:gd name="T17" fmla="*/ 53 h 53"/>
                  <a:gd name="T18" fmla="*/ 54 w 54"/>
                  <a:gd name="T19" fmla="*/ 31 h 53"/>
                  <a:gd name="T20" fmla="*/ 48 w 54"/>
                  <a:gd name="T21" fmla="*/ 23 h 53"/>
                  <a:gd name="T22" fmla="*/ 46 w 54"/>
                  <a:gd name="T23" fmla="*/ 25 h 53"/>
                  <a:gd name="T24" fmla="*/ 46 w 54"/>
                  <a:gd name="T25" fmla="*/ 25 h 53"/>
                  <a:gd name="T26" fmla="*/ 48 w 54"/>
                  <a:gd name="T27" fmla="*/ 29 h 53"/>
                  <a:gd name="T28" fmla="*/ 44 w 54"/>
                  <a:gd name="T29" fmla="*/ 35 h 53"/>
                  <a:gd name="T30" fmla="*/ 39 w 54"/>
                  <a:gd name="T31" fmla="*/ 39 h 53"/>
                  <a:gd name="T32" fmla="*/ 37 w 54"/>
                  <a:gd name="T33" fmla="*/ 41 h 53"/>
                  <a:gd name="T34" fmla="*/ 34 w 54"/>
                  <a:gd name="T35" fmla="*/ 38 h 53"/>
                  <a:gd name="T36" fmla="*/ 25 w 54"/>
                  <a:gd name="T37" fmla="*/ 29 h 53"/>
                  <a:gd name="T38" fmla="*/ 32 w 54"/>
                  <a:gd name="T39" fmla="*/ 23 h 53"/>
                  <a:gd name="T40" fmla="*/ 35 w 54"/>
                  <a:gd name="T41" fmla="*/ 21 h 53"/>
                  <a:gd name="T42" fmla="*/ 39 w 54"/>
                  <a:gd name="T43" fmla="*/ 23 h 53"/>
                  <a:gd name="T44" fmla="*/ 39 w 54"/>
                  <a:gd name="T45" fmla="*/ 24 h 53"/>
                  <a:gd name="T46" fmla="*/ 41 w 54"/>
                  <a:gd name="T47" fmla="*/ 22 h 53"/>
                  <a:gd name="T48" fmla="*/ 32 w 54"/>
                  <a:gd name="T49" fmla="*/ 12 h 53"/>
                  <a:gd name="T50" fmla="*/ 30 w 54"/>
                  <a:gd name="T51" fmla="*/ 14 h 53"/>
                  <a:gd name="T52" fmla="*/ 30 w 54"/>
                  <a:gd name="T53" fmla="*/ 14 h 53"/>
                  <a:gd name="T54" fmla="*/ 32 w 54"/>
                  <a:gd name="T55" fmla="*/ 17 h 53"/>
                  <a:gd name="T56" fmla="*/ 30 w 54"/>
                  <a:gd name="T57" fmla="*/ 21 h 53"/>
                  <a:gd name="T58" fmla="*/ 23 w 54"/>
                  <a:gd name="T59" fmla="*/ 27 h 53"/>
                  <a:gd name="T60" fmla="*/ 16 w 54"/>
                  <a:gd name="T61" fmla="*/ 18 h 53"/>
                  <a:gd name="T62" fmla="*/ 14 w 54"/>
                  <a:gd name="T63" fmla="*/ 15 h 53"/>
                  <a:gd name="T64" fmla="*/ 16 w 54"/>
                  <a:gd name="T65" fmla="*/ 13 h 53"/>
                  <a:gd name="T66" fmla="*/ 19 w 54"/>
                  <a:gd name="T67" fmla="*/ 10 h 53"/>
                  <a:gd name="T68" fmla="*/ 26 w 54"/>
                  <a:gd name="T69" fmla="*/ 6 h 53"/>
                  <a:gd name="T70" fmla="*/ 30 w 54"/>
                  <a:gd name="T71" fmla="*/ 8 h 53"/>
                  <a:gd name="T72" fmla="*/ 30 w 54"/>
                  <a:gd name="T73" fmla="*/ 8 h 53"/>
                  <a:gd name="T74" fmla="*/ 32 w 54"/>
                  <a:gd name="T75" fmla="*/ 7 h 53"/>
                  <a:gd name="T76" fmla="*/ 25 w 54"/>
                  <a:gd name="T77" fmla="*/ 0 h 53"/>
                  <a:gd name="T78" fmla="*/ 0 w 54"/>
                  <a:gd name="T79" fmla="*/ 22 h 53"/>
                  <a:gd name="T80" fmla="*/ 2 w 54"/>
                  <a:gd name="T8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3">
                    <a:moveTo>
                      <a:pt x="2" y="23"/>
                    </a:moveTo>
                    <a:cubicBezTo>
                      <a:pt x="4" y="22"/>
                      <a:pt x="5" y="21"/>
                      <a:pt x="6" y="21"/>
                    </a:cubicBezTo>
                    <a:cubicBezTo>
                      <a:pt x="7" y="21"/>
                      <a:pt x="8" y="22"/>
                      <a:pt x="10" y="2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6"/>
                      <a:pt x="30" y="47"/>
                      <a:pt x="30" y="48"/>
                    </a:cubicBezTo>
                    <a:cubicBezTo>
                      <a:pt x="30" y="49"/>
                      <a:pt x="29" y="50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7" y="26"/>
                      <a:pt x="48" y="28"/>
                      <a:pt x="48" y="29"/>
                    </a:cubicBezTo>
                    <a:cubicBezTo>
                      <a:pt x="48" y="31"/>
                      <a:pt x="47" y="33"/>
                      <a:pt x="44" y="35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40"/>
                      <a:pt x="37" y="41"/>
                      <a:pt x="37" y="41"/>
                    </a:cubicBezTo>
                    <a:cubicBezTo>
                      <a:pt x="36" y="41"/>
                      <a:pt x="35" y="40"/>
                      <a:pt x="34" y="3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4" y="21"/>
                      <a:pt x="35" y="21"/>
                    </a:cubicBezTo>
                    <a:cubicBezTo>
                      <a:pt x="36" y="21"/>
                      <a:pt x="37" y="22"/>
                      <a:pt x="39" y="2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1" y="15"/>
                      <a:pt x="32" y="16"/>
                      <a:pt x="32" y="17"/>
                    </a:cubicBezTo>
                    <a:cubicBezTo>
                      <a:pt x="32" y="18"/>
                      <a:pt x="31" y="19"/>
                      <a:pt x="30" y="21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4" y="16"/>
                      <a:pt x="14" y="15"/>
                    </a:cubicBezTo>
                    <a:cubicBezTo>
                      <a:pt x="14" y="15"/>
                      <a:pt x="15" y="14"/>
                      <a:pt x="16" y="13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2" y="7"/>
                      <a:pt x="24" y="6"/>
                      <a:pt x="26" y="6"/>
                    </a:cubicBezTo>
                    <a:cubicBezTo>
                      <a:pt x="27" y="6"/>
                      <a:pt x="28" y="7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6" name="Freeform 85">
                <a:extLst>
                  <a:ext uri="{FF2B5EF4-FFF2-40B4-BE49-F238E27FC236}">
                    <a16:creationId xmlns:a16="http://schemas.microsoft.com/office/drawing/2014/main" id="{ECCF3738-CF8F-47A6-856E-0679E095838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8" y="7552"/>
                <a:ext cx="41" cy="44"/>
              </a:xfrm>
              <a:custGeom>
                <a:avLst/>
                <a:gdLst>
                  <a:gd name="T0" fmla="*/ 1 w 55"/>
                  <a:gd name="T1" fmla="*/ 24 h 59"/>
                  <a:gd name="T2" fmla="*/ 5 w 55"/>
                  <a:gd name="T3" fmla="*/ 23 h 59"/>
                  <a:gd name="T4" fmla="*/ 8 w 55"/>
                  <a:gd name="T5" fmla="*/ 26 h 59"/>
                  <a:gd name="T6" fmla="*/ 22 w 55"/>
                  <a:gd name="T7" fmla="*/ 50 h 59"/>
                  <a:gd name="T8" fmla="*/ 23 w 55"/>
                  <a:gd name="T9" fmla="*/ 53 h 59"/>
                  <a:gd name="T10" fmla="*/ 19 w 55"/>
                  <a:gd name="T11" fmla="*/ 57 h 59"/>
                  <a:gd name="T12" fmla="*/ 19 w 55"/>
                  <a:gd name="T13" fmla="*/ 57 h 59"/>
                  <a:gd name="T14" fmla="*/ 19 w 55"/>
                  <a:gd name="T15" fmla="*/ 58 h 59"/>
                  <a:gd name="T16" fmla="*/ 20 w 55"/>
                  <a:gd name="T17" fmla="*/ 59 h 59"/>
                  <a:gd name="T18" fmla="*/ 35 w 55"/>
                  <a:gd name="T19" fmla="*/ 51 h 59"/>
                  <a:gd name="T20" fmla="*/ 34 w 55"/>
                  <a:gd name="T21" fmla="*/ 49 h 59"/>
                  <a:gd name="T22" fmla="*/ 33 w 55"/>
                  <a:gd name="T23" fmla="*/ 49 h 59"/>
                  <a:gd name="T24" fmla="*/ 30 w 55"/>
                  <a:gd name="T25" fmla="*/ 51 h 59"/>
                  <a:gd name="T26" fmla="*/ 26 w 55"/>
                  <a:gd name="T27" fmla="*/ 47 h 59"/>
                  <a:gd name="T28" fmla="*/ 12 w 55"/>
                  <a:gd name="T29" fmla="*/ 23 h 59"/>
                  <a:gd name="T30" fmla="*/ 49 w 55"/>
                  <a:gd name="T31" fmla="*/ 43 h 59"/>
                  <a:gd name="T32" fmla="*/ 55 w 55"/>
                  <a:gd name="T33" fmla="*/ 39 h 59"/>
                  <a:gd name="T34" fmla="*/ 38 w 55"/>
                  <a:gd name="T35" fmla="*/ 9 h 59"/>
                  <a:gd name="T36" fmla="*/ 37 w 55"/>
                  <a:gd name="T37" fmla="*/ 6 h 59"/>
                  <a:gd name="T38" fmla="*/ 40 w 55"/>
                  <a:gd name="T39" fmla="*/ 2 h 59"/>
                  <a:gd name="T40" fmla="*/ 41 w 55"/>
                  <a:gd name="T41" fmla="*/ 2 h 59"/>
                  <a:gd name="T42" fmla="*/ 40 w 55"/>
                  <a:gd name="T43" fmla="*/ 0 h 59"/>
                  <a:gd name="T44" fmla="*/ 25 w 55"/>
                  <a:gd name="T45" fmla="*/ 8 h 59"/>
                  <a:gd name="T46" fmla="*/ 26 w 55"/>
                  <a:gd name="T47" fmla="*/ 10 h 59"/>
                  <a:gd name="T48" fmla="*/ 26 w 55"/>
                  <a:gd name="T49" fmla="*/ 10 h 59"/>
                  <a:gd name="T50" fmla="*/ 30 w 55"/>
                  <a:gd name="T51" fmla="*/ 8 h 59"/>
                  <a:gd name="T52" fmla="*/ 34 w 55"/>
                  <a:gd name="T53" fmla="*/ 12 h 59"/>
                  <a:gd name="T54" fmla="*/ 47 w 55"/>
                  <a:gd name="T55" fmla="*/ 34 h 59"/>
                  <a:gd name="T56" fmla="*/ 12 w 55"/>
                  <a:gd name="T57" fmla="*/ 16 h 59"/>
                  <a:gd name="T58" fmla="*/ 0 w 55"/>
                  <a:gd name="T59" fmla="*/ 23 h 59"/>
                  <a:gd name="T60" fmla="*/ 0 w 55"/>
                  <a:gd name="T61" fmla="*/ 24 h 59"/>
                  <a:gd name="T62" fmla="*/ 1 w 55"/>
                  <a:gd name="T63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9">
                    <a:moveTo>
                      <a:pt x="1" y="24"/>
                    </a:moveTo>
                    <a:cubicBezTo>
                      <a:pt x="2" y="23"/>
                      <a:pt x="4" y="23"/>
                      <a:pt x="5" y="23"/>
                    </a:cubicBezTo>
                    <a:cubicBezTo>
                      <a:pt x="6" y="23"/>
                      <a:pt x="7" y="24"/>
                      <a:pt x="8" y="26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51"/>
                      <a:pt x="23" y="53"/>
                      <a:pt x="23" y="53"/>
                    </a:cubicBezTo>
                    <a:cubicBezTo>
                      <a:pt x="23" y="55"/>
                      <a:pt x="22" y="56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50"/>
                      <a:pt x="31" y="51"/>
                      <a:pt x="30" y="51"/>
                    </a:cubicBezTo>
                    <a:cubicBezTo>
                      <a:pt x="28" y="51"/>
                      <a:pt x="27" y="50"/>
                      <a:pt x="26" y="4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7" y="8"/>
                      <a:pt x="37" y="6"/>
                      <a:pt x="37" y="6"/>
                    </a:cubicBezTo>
                    <a:cubicBezTo>
                      <a:pt x="37" y="4"/>
                      <a:pt x="38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9" y="8"/>
                      <a:pt x="30" y="8"/>
                    </a:cubicBezTo>
                    <a:cubicBezTo>
                      <a:pt x="32" y="8"/>
                      <a:pt x="33" y="9"/>
                      <a:pt x="34" y="12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7" name="Freeform 86">
                <a:extLst>
                  <a:ext uri="{FF2B5EF4-FFF2-40B4-BE49-F238E27FC236}">
                    <a16:creationId xmlns:a16="http://schemas.microsoft.com/office/drawing/2014/main" id="{66748B1F-52E2-48BC-BC3F-232F42ECFC9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32" y="7542"/>
                <a:ext cx="27" cy="34"/>
              </a:xfrm>
              <a:custGeom>
                <a:avLst/>
                <a:gdLst>
                  <a:gd name="T0" fmla="*/ 11 w 36"/>
                  <a:gd name="T1" fmla="*/ 25 h 46"/>
                  <a:gd name="T2" fmla="*/ 28 w 36"/>
                  <a:gd name="T3" fmla="*/ 32 h 46"/>
                  <a:gd name="T4" fmla="*/ 28 w 36"/>
                  <a:gd name="T5" fmla="*/ 34 h 46"/>
                  <a:gd name="T6" fmla="*/ 21 w 36"/>
                  <a:gd name="T7" fmla="*/ 41 h 46"/>
                  <a:gd name="T8" fmla="*/ 17 w 36"/>
                  <a:gd name="T9" fmla="*/ 42 h 46"/>
                  <a:gd name="T10" fmla="*/ 8 w 36"/>
                  <a:gd name="T11" fmla="*/ 36 h 46"/>
                  <a:gd name="T12" fmla="*/ 8 w 36"/>
                  <a:gd name="T13" fmla="*/ 35 h 46"/>
                  <a:gd name="T14" fmla="*/ 5 w 36"/>
                  <a:gd name="T15" fmla="*/ 36 h 46"/>
                  <a:gd name="T16" fmla="*/ 9 w 36"/>
                  <a:gd name="T17" fmla="*/ 46 h 46"/>
                  <a:gd name="T18" fmla="*/ 9 w 36"/>
                  <a:gd name="T19" fmla="*/ 46 h 46"/>
                  <a:gd name="T20" fmla="*/ 21 w 36"/>
                  <a:gd name="T21" fmla="*/ 44 h 46"/>
                  <a:gd name="T22" fmla="*/ 35 w 36"/>
                  <a:gd name="T23" fmla="*/ 34 h 46"/>
                  <a:gd name="T24" fmla="*/ 35 w 36"/>
                  <a:gd name="T25" fmla="*/ 33 h 46"/>
                  <a:gd name="T26" fmla="*/ 36 w 36"/>
                  <a:gd name="T27" fmla="*/ 31 h 46"/>
                  <a:gd name="T28" fmla="*/ 35 w 36"/>
                  <a:gd name="T29" fmla="*/ 28 h 46"/>
                  <a:gd name="T30" fmla="*/ 27 w 36"/>
                  <a:gd name="T31" fmla="*/ 20 h 46"/>
                  <a:gd name="T32" fmla="*/ 7 w 36"/>
                  <a:gd name="T33" fmla="*/ 13 h 46"/>
                  <a:gd name="T34" fmla="*/ 7 w 36"/>
                  <a:gd name="T35" fmla="*/ 11 h 46"/>
                  <a:gd name="T36" fmla="*/ 14 w 36"/>
                  <a:gd name="T37" fmla="*/ 5 h 46"/>
                  <a:gd name="T38" fmla="*/ 18 w 36"/>
                  <a:gd name="T39" fmla="*/ 4 h 46"/>
                  <a:gd name="T40" fmla="*/ 25 w 36"/>
                  <a:gd name="T41" fmla="*/ 10 h 46"/>
                  <a:gd name="T42" fmla="*/ 25 w 36"/>
                  <a:gd name="T43" fmla="*/ 10 h 46"/>
                  <a:gd name="T44" fmla="*/ 26 w 36"/>
                  <a:gd name="T45" fmla="*/ 10 h 46"/>
                  <a:gd name="T46" fmla="*/ 28 w 36"/>
                  <a:gd name="T47" fmla="*/ 9 h 46"/>
                  <a:gd name="T48" fmla="*/ 25 w 36"/>
                  <a:gd name="T49" fmla="*/ 0 h 46"/>
                  <a:gd name="T50" fmla="*/ 24 w 36"/>
                  <a:gd name="T51" fmla="*/ 0 h 46"/>
                  <a:gd name="T52" fmla="*/ 13 w 36"/>
                  <a:gd name="T53" fmla="*/ 2 h 46"/>
                  <a:gd name="T54" fmla="*/ 1 w 36"/>
                  <a:gd name="T55" fmla="*/ 12 h 46"/>
                  <a:gd name="T56" fmla="*/ 0 w 36"/>
                  <a:gd name="T57" fmla="*/ 14 h 46"/>
                  <a:gd name="T58" fmla="*/ 1 w 36"/>
                  <a:gd name="T59" fmla="*/ 17 h 46"/>
                  <a:gd name="T60" fmla="*/ 11 w 36"/>
                  <a:gd name="T61" fmla="*/ 25 h 46"/>
                  <a:gd name="T62" fmla="*/ 1 w 36"/>
                  <a:gd name="T63" fmla="*/ 13 h 46"/>
                  <a:gd name="T64" fmla="*/ 1 w 36"/>
                  <a:gd name="T65" fmla="*/ 14 h 46"/>
                  <a:gd name="T66" fmla="*/ 1 w 36"/>
                  <a:gd name="T67" fmla="*/ 14 h 46"/>
                  <a:gd name="T68" fmla="*/ 1 w 36"/>
                  <a:gd name="T69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11" y="25"/>
                    </a:moveTo>
                    <a:cubicBezTo>
                      <a:pt x="18" y="26"/>
                      <a:pt x="26" y="26"/>
                      <a:pt x="28" y="32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8" y="37"/>
                      <a:pt x="26" y="40"/>
                      <a:pt x="21" y="41"/>
                    </a:cubicBezTo>
                    <a:cubicBezTo>
                      <a:pt x="19" y="41"/>
                      <a:pt x="18" y="42"/>
                      <a:pt x="17" y="42"/>
                    </a:cubicBezTo>
                    <a:cubicBezTo>
                      <a:pt x="11" y="42"/>
                      <a:pt x="9" y="38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6"/>
                      <a:pt x="16" y="46"/>
                      <a:pt x="21" y="44"/>
                    </a:cubicBezTo>
                    <a:cubicBezTo>
                      <a:pt x="29" y="42"/>
                      <a:pt x="34" y="39"/>
                      <a:pt x="35" y="34"/>
                    </a:cubicBezTo>
                    <a:cubicBezTo>
                      <a:pt x="35" y="34"/>
                      <a:pt x="35" y="33"/>
                      <a:pt x="35" y="33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4" y="23"/>
                      <a:pt x="31" y="21"/>
                      <a:pt x="27" y="20"/>
                    </a:cubicBezTo>
                    <a:cubicBezTo>
                      <a:pt x="21" y="18"/>
                      <a:pt x="9" y="18"/>
                      <a:pt x="7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7" y="9"/>
                      <a:pt x="9" y="6"/>
                      <a:pt x="14" y="5"/>
                    </a:cubicBezTo>
                    <a:cubicBezTo>
                      <a:pt x="15" y="5"/>
                      <a:pt x="17" y="4"/>
                      <a:pt x="18" y="4"/>
                    </a:cubicBezTo>
                    <a:cubicBezTo>
                      <a:pt x="22" y="4"/>
                      <a:pt x="24" y="7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6" y="4"/>
                      <a:pt x="2" y="7"/>
                      <a:pt x="1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21"/>
                      <a:pt x="6" y="23"/>
                      <a:pt x="11" y="25"/>
                    </a:cubicBezTo>
                    <a:moveTo>
                      <a:pt x="1" y="13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8" name="Freeform 87">
                <a:extLst>
                  <a:ext uri="{FF2B5EF4-FFF2-40B4-BE49-F238E27FC236}">
                    <a16:creationId xmlns:a16="http://schemas.microsoft.com/office/drawing/2014/main" id="{508EA7E2-9790-4703-AA11-00292C76280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65" y="7537"/>
                <a:ext cx="104" cy="46"/>
              </a:xfrm>
              <a:custGeom>
                <a:avLst/>
                <a:gdLst>
                  <a:gd name="T0" fmla="*/ 1 w 140"/>
                  <a:gd name="T1" fmla="*/ 4 h 62"/>
                  <a:gd name="T2" fmla="*/ 7 w 140"/>
                  <a:gd name="T3" fmla="*/ 36 h 62"/>
                  <a:gd name="T4" fmla="*/ 2 w 140"/>
                  <a:gd name="T5" fmla="*/ 42 h 62"/>
                  <a:gd name="T6" fmla="*/ 1 w 140"/>
                  <a:gd name="T7" fmla="*/ 42 h 62"/>
                  <a:gd name="T8" fmla="*/ 1 w 140"/>
                  <a:gd name="T9" fmla="*/ 44 h 62"/>
                  <a:gd name="T10" fmla="*/ 20 w 140"/>
                  <a:gd name="T11" fmla="*/ 41 h 62"/>
                  <a:gd name="T12" fmla="*/ 19 w 140"/>
                  <a:gd name="T13" fmla="*/ 41 h 62"/>
                  <a:gd name="T14" fmla="*/ 15 w 140"/>
                  <a:gd name="T15" fmla="*/ 23 h 62"/>
                  <a:gd name="T16" fmla="*/ 28 w 140"/>
                  <a:gd name="T17" fmla="*/ 40 h 62"/>
                  <a:gd name="T18" fmla="*/ 24 w 140"/>
                  <a:gd name="T19" fmla="*/ 41 h 62"/>
                  <a:gd name="T20" fmla="*/ 24 w 140"/>
                  <a:gd name="T21" fmla="*/ 43 h 62"/>
                  <a:gd name="T22" fmla="*/ 45 w 140"/>
                  <a:gd name="T23" fmla="*/ 42 h 62"/>
                  <a:gd name="T24" fmla="*/ 61 w 140"/>
                  <a:gd name="T25" fmla="*/ 43 h 62"/>
                  <a:gd name="T26" fmla="*/ 56 w 140"/>
                  <a:gd name="T27" fmla="*/ 41 h 62"/>
                  <a:gd name="T28" fmla="*/ 57 w 140"/>
                  <a:gd name="T29" fmla="*/ 38 h 62"/>
                  <a:gd name="T30" fmla="*/ 78 w 140"/>
                  <a:gd name="T31" fmla="*/ 36 h 62"/>
                  <a:gd name="T32" fmla="*/ 80 w 140"/>
                  <a:gd name="T33" fmla="*/ 44 h 62"/>
                  <a:gd name="T34" fmla="*/ 77 w 140"/>
                  <a:gd name="T35" fmla="*/ 47 h 62"/>
                  <a:gd name="T36" fmla="*/ 74 w 140"/>
                  <a:gd name="T37" fmla="*/ 46 h 62"/>
                  <a:gd name="T38" fmla="*/ 93 w 140"/>
                  <a:gd name="T39" fmla="*/ 52 h 62"/>
                  <a:gd name="T40" fmla="*/ 111 w 140"/>
                  <a:gd name="T41" fmla="*/ 62 h 62"/>
                  <a:gd name="T42" fmla="*/ 112 w 140"/>
                  <a:gd name="T43" fmla="*/ 60 h 62"/>
                  <a:gd name="T44" fmla="*/ 109 w 140"/>
                  <a:gd name="T45" fmla="*/ 52 h 62"/>
                  <a:gd name="T46" fmla="*/ 116 w 140"/>
                  <a:gd name="T47" fmla="*/ 43 h 62"/>
                  <a:gd name="T48" fmla="*/ 139 w 140"/>
                  <a:gd name="T49" fmla="*/ 41 h 62"/>
                  <a:gd name="T50" fmla="*/ 139 w 140"/>
                  <a:gd name="T51" fmla="*/ 38 h 62"/>
                  <a:gd name="T52" fmla="*/ 129 w 140"/>
                  <a:gd name="T53" fmla="*/ 24 h 62"/>
                  <a:gd name="T54" fmla="*/ 110 w 140"/>
                  <a:gd name="T55" fmla="*/ 17 h 62"/>
                  <a:gd name="T56" fmla="*/ 114 w 140"/>
                  <a:gd name="T57" fmla="*/ 21 h 62"/>
                  <a:gd name="T58" fmla="*/ 102 w 140"/>
                  <a:gd name="T59" fmla="*/ 49 h 62"/>
                  <a:gd name="T60" fmla="*/ 94 w 140"/>
                  <a:gd name="T61" fmla="*/ 51 h 62"/>
                  <a:gd name="T62" fmla="*/ 94 w 140"/>
                  <a:gd name="T63" fmla="*/ 52 h 62"/>
                  <a:gd name="T64" fmla="*/ 94 w 140"/>
                  <a:gd name="T65" fmla="*/ 50 h 62"/>
                  <a:gd name="T66" fmla="*/ 87 w 140"/>
                  <a:gd name="T67" fmla="*/ 43 h 62"/>
                  <a:gd name="T68" fmla="*/ 74 w 140"/>
                  <a:gd name="T69" fmla="*/ 5 h 62"/>
                  <a:gd name="T70" fmla="*/ 47 w 140"/>
                  <a:gd name="T71" fmla="*/ 40 h 62"/>
                  <a:gd name="T72" fmla="*/ 44 w 140"/>
                  <a:gd name="T73" fmla="*/ 40 h 62"/>
                  <a:gd name="T74" fmla="*/ 44 w 140"/>
                  <a:gd name="T75" fmla="*/ 40 h 62"/>
                  <a:gd name="T76" fmla="*/ 21 w 140"/>
                  <a:gd name="T77" fmla="*/ 20 h 62"/>
                  <a:gd name="T78" fmla="*/ 40 w 140"/>
                  <a:gd name="T79" fmla="*/ 2 h 62"/>
                  <a:gd name="T80" fmla="*/ 41 w 140"/>
                  <a:gd name="T81" fmla="*/ 0 h 62"/>
                  <a:gd name="T82" fmla="*/ 23 w 140"/>
                  <a:gd name="T83" fmla="*/ 3 h 62"/>
                  <a:gd name="T84" fmla="*/ 25 w 140"/>
                  <a:gd name="T85" fmla="*/ 3 h 62"/>
                  <a:gd name="T86" fmla="*/ 28 w 140"/>
                  <a:gd name="T87" fmla="*/ 4 h 62"/>
                  <a:gd name="T88" fmla="*/ 25 w 140"/>
                  <a:gd name="T89" fmla="*/ 7 h 62"/>
                  <a:gd name="T90" fmla="*/ 14 w 140"/>
                  <a:gd name="T91" fmla="*/ 9 h 62"/>
                  <a:gd name="T92" fmla="*/ 18 w 140"/>
                  <a:gd name="T93" fmla="*/ 3 h 62"/>
                  <a:gd name="T94" fmla="*/ 19 w 140"/>
                  <a:gd name="T95" fmla="*/ 1 h 62"/>
                  <a:gd name="T96" fmla="*/ 0 w 140"/>
                  <a:gd name="T97" fmla="*/ 4 h 62"/>
                  <a:gd name="T98" fmla="*/ 123 w 140"/>
                  <a:gd name="T99" fmla="*/ 25 h 62"/>
                  <a:gd name="T100" fmla="*/ 132 w 140"/>
                  <a:gd name="T101" fmla="*/ 33 h 62"/>
                  <a:gd name="T102" fmla="*/ 124 w 140"/>
                  <a:gd name="T103" fmla="*/ 43 h 62"/>
                  <a:gd name="T104" fmla="*/ 115 w 140"/>
                  <a:gd name="T105" fmla="*/ 39 h 62"/>
                  <a:gd name="T106" fmla="*/ 74 w 140"/>
                  <a:gd name="T107" fmla="*/ 13 h 62"/>
                  <a:gd name="T108" fmla="*/ 63 w 140"/>
                  <a:gd name="T10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" h="62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5" y="4"/>
                      <a:pt x="6" y="5"/>
                      <a:pt x="6" y="9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41"/>
                      <a:pt x="6" y="42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19" y="41"/>
                      <a:pt x="19" y="41"/>
                    </a:cubicBezTo>
                    <a:cubicBezTo>
                      <a:pt x="16" y="41"/>
                      <a:pt x="15" y="40"/>
                      <a:pt x="15" y="36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8"/>
                      <a:pt x="28" y="39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1"/>
                      <a:pt x="27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7" y="43"/>
                      <a:pt x="56" y="42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39"/>
                      <a:pt x="57" y="39"/>
                      <a:pt x="57" y="38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79" y="46"/>
                      <a:pt x="79" y="47"/>
                      <a:pt x="77" y="47"/>
                    </a:cubicBezTo>
                    <a:cubicBezTo>
                      <a:pt x="76" y="47"/>
                      <a:pt x="75" y="47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09" y="58"/>
                      <a:pt x="108" y="57"/>
                      <a:pt x="108" y="56"/>
                    </a:cubicBezTo>
                    <a:cubicBezTo>
                      <a:pt x="108" y="55"/>
                      <a:pt x="108" y="54"/>
                      <a:pt x="109" y="52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20" y="45"/>
                      <a:pt x="125" y="47"/>
                      <a:pt x="129" y="47"/>
                    </a:cubicBezTo>
                    <a:cubicBezTo>
                      <a:pt x="133" y="47"/>
                      <a:pt x="136" y="46"/>
                      <a:pt x="139" y="41"/>
                    </a:cubicBezTo>
                    <a:cubicBezTo>
                      <a:pt x="139" y="40"/>
                      <a:pt x="139" y="40"/>
                      <a:pt x="139" y="39"/>
                    </a:cubicBezTo>
                    <a:cubicBezTo>
                      <a:pt x="139" y="38"/>
                      <a:pt x="139" y="38"/>
                      <a:pt x="139" y="38"/>
                    </a:cubicBez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1"/>
                      <a:pt x="135" y="27"/>
                      <a:pt x="129" y="24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3" y="18"/>
                      <a:pt x="114" y="19"/>
                      <a:pt x="114" y="21"/>
                    </a:cubicBezTo>
                    <a:cubicBezTo>
                      <a:pt x="114" y="22"/>
                      <a:pt x="114" y="23"/>
                      <a:pt x="113" y="25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0" y="52"/>
                      <a:pt x="99" y="53"/>
                      <a:pt x="98" y="53"/>
                    </a:cubicBezTo>
                    <a:cubicBezTo>
                      <a:pt x="97" y="53"/>
                      <a:pt x="96" y="52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9" y="49"/>
                      <a:pt x="88" y="48"/>
                      <a:pt x="87" y="43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9"/>
                      <a:pt x="49" y="40"/>
                      <a:pt x="47" y="40"/>
                    </a:cubicBezTo>
                    <a:cubicBezTo>
                      <a:pt x="46" y="40"/>
                      <a:pt x="45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39" y="40"/>
                      <a:pt x="36" y="38"/>
                      <a:pt x="34" y="35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4"/>
                      <a:pt x="35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3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6"/>
                      <a:pt x="25" y="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4"/>
                      <a:pt x="15" y="4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  <a:moveTo>
                      <a:pt x="120" y="28"/>
                    </a:moveTo>
                    <a:cubicBezTo>
                      <a:pt x="121" y="26"/>
                      <a:pt x="122" y="25"/>
                      <a:pt x="123" y="25"/>
                    </a:cubicBezTo>
                    <a:cubicBezTo>
                      <a:pt x="124" y="25"/>
                      <a:pt x="125" y="25"/>
                      <a:pt x="126" y="26"/>
                    </a:cubicBezTo>
                    <a:cubicBezTo>
                      <a:pt x="130" y="28"/>
                      <a:pt x="132" y="30"/>
                      <a:pt x="132" y="33"/>
                    </a:cubicBezTo>
                    <a:cubicBezTo>
                      <a:pt x="132" y="34"/>
                      <a:pt x="132" y="36"/>
                      <a:pt x="131" y="37"/>
                    </a:cubicBezTo>
                    <a:cubicBezTo>
                      <a:pt x="129" y="41"/>
                      <a:pt x="127" y="43"/>
                      <a:pt x="124" y="43"/>
                    </a:cubicBezTo>
                    <a:cubicBezTo>
                      <a:pt x="122" y="43"/>
                      <a:pt x="119" y="42"/>
                      <a:pt x="117" y="40"/>
                    </a:cubicBezTo>
                    <a:cubicBezTo>
                      <a:pt x="115" y="39"/>
                      <a:pt x="115" y="39"/>
                      <a:pt x="115" y="39"/>
                    </a:cubicBezTo>
                    <a:lnTo>
                      <a:pt x="120" y="28"/>
                    </a:lnTo>
                    <a:close/>
                    <a:moveTo>
                      <a:pt x="74" y="1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63" y="29"/>
                      <a:pt x="63" y="29"/>
                      <a:pt x="63" y="29"/>
                    </a:cubicBezTo>
                    <a:lnTo>
                      <a:pt x="74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9" name="Freeform 88">
                <a:extLst>
                  <a:ext uri="{FF2B5EF4-FFF2-40B4-BE49-F238E27FC236}">
                    <a16:creationId xmlns:a16="http://schemas.microsoft.com/office/drawing/2014/main" id="{3CFD581E-4C0F-4BA5-BB74-7A416CD8CBC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2" y="7568"/>
                <a:ext cx="35" cy="32"/>
              </a:xfrm>
              <a:custGeom>
                <a:avLst/>
                <a:gdLst>
                  <a:gd name="T0" fmla="*/ 8 w 47"/>
                  <a:gd name="T1" fmla="*/ 22 h 43"/>
                  <a:gd name="T2" fmla="*/ 8 w 47"/>
                  <a:gd name="T3" fmla="*/ 21 h 43"/>
                  <a:gd name="T4" fmla="*/ 6 w 47"/>
                  <a:gd name="T5" fmla="*/ 20 h 43"/>
                  <a:gd name="T6" fmla="*/ 0 w 47"/>
                  <a:gd name="T7" fmla="*/ 29 h 43"/>
                  <a:gd name="T8" fmla="*/ 1 w 47"/>
                  <a:gd name="T9" fmla="*/ 29 h 43"/>
                  <a:gd name="T10" fmla="*/ 10 w 47"/>
                  <a:gd name="T11" fmla="*/ 38 h 43"/>
                  <a:gd name="T12" fmla="*/ 23 w 47"/>
                  <a:gd name="T13" fmla="*/ 43 h 43"/>
                  <a:gd name="T14" fmla="*/ 23 w 47"/>
                  <a:gd name="T15" fmla="*/ 43 h 43"/>
                  <a:gd name="T16" fmla="*/ 32 w 47"/>
                  <a:gd name="T17" fmla="*/ 39 h 43"/>
                  <a:gd name="T18" fmla="*/ 34 w 47"/>
                  <a:gd name="T19" fmla="*/ 33 h 43"/>
                  <a:gd name="T20" fmla="*/ 33 w 47"/>
                  <a:gd name="T21" fmla="*/ 30 h 43"/>
                  <a:gd name="T22" fmla="*/ 33 w 47"/>
                  <a:gd name="T23" fmla="*/ 30 h 43"/>
                  <a:gd name="T24" fmla="*/ 32 w 47"/>
                  <a:gd name="T25" fmla="*/ 27 h 43"/>
                  <a:gd name="T26" fmla="*/ 25 w 47"/>
                  <a:gd name="T27" fmla="*/ 10 h 43"/>
                  <a:gd name="T28" fmla="*/ 26 w 47"/>
                  <a:gd name="T29" fmla="*/ 7 h 43"/>
                  <a:gd name="T30" fmla="*/ 30 w 47"/>
                  <a:gd name="T31" fmla="*/ 5 h 43"/>
                  <a:gd name="T32" fmla="*/ 36 w 47"/>
                  <a:gd name="T33" fmla="*/ 8 h 43"/>
                  <a:gd name="T34" fmla="*/ 41 w 47"/>
                  <a:gd name="T35" fmla="*/ 15 h 43"/>
                  <a:gd name="T36" fmla="*/ 39 w 47"/>
                  <a:gd name="T37" fmla="*/ 20 h 43"/>
                  <a:gd name="T38" fmla="*/ 39 w 47"/>
                  <a:gd name="T39" fmla="*/ 20 h 43"/>
                  <a:gd name="T40" fmla="*/ 39 w 47"/>
                  <a:gd name="T41" fmla="*/ 20 h 43"/>
                  <a:gd name="T42" fmla="*/ 41 w 47"/>
                  <a:gd name="T43" fmla="*/ 21 h 43"/>
                  <a:gd name="T44" fmla="*/ 47 w 47"/>
                  <a:gd name="T45" fmla="*/ 13 h 43"/>
                  <a:gd name="T46" fmla="*/ 47 w 47"/>
                  <a:gd name="T47" fmla="*/ 13 h 43"/>
                  <a:gd name="T48" fmla="*/ 38 w 47"/>
                  <a:gd name="T49" fmla="*/ 5 h 43"/>
                  <a:gd name="T50" fmla="*/ 27 w 47"/>
                  <a:gd name="T51" fmla="*/ 0 h 43"/>
                  <a:gd name="T52" fmla="*/ 19 w 47"/>
                  <a:gd name="T53" fmla="*/ 4 h 43"/>
                  <a:gd name="T54" fmla="*/ 17 w 47"/>
                  <a:gd name="T55" fmla="*/ 10 h 43"/>
                  <a:gd name="T56" fmla="*/ 19 w 47"/>
                  <a:gd name="T57" fmla="*/ 17 h 43"/>
                  <a:gd name="T58" fmla="*/ 25 w 47"/>
                  <a:gd name="T59" fmla="*/ 32 h 43"/>
                  <a:gd name="T60" fmla="*/ 24 w 47"/>
                  <a:gd name="T61" fmla="*/ 36 h 43"/>
                  <a:gd name="T62" fmla="*/ 19 w 47"/>
                  <a:gd name="T63" fmla="*/ 38 h 43"/>
                  <a:gd name="T64" fmla="*/ 12 w 47"/>
                  <a:gd name="T65" fmla="*/ 35 h 43"/>
                  <a:gd name="T66" fmla="*/ 7 w 47"/>
                  <a:gd name="T67" fmla="*/ 27 h 43"/>
                  <a:gd name="T68" fmla="*/ 8 w 47"/>
                  <a:gd name="T6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43">
                    <a:moveTo>
                      <a:pt x="8" y="22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5" y="35"/>
                      <a:pt x="10" y="38"/>
                    </a:cubicBezTo>
                    <a:cubicBezTo>
                      <a:pt x="14" y="41"/>
                      <a:pt x="19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6" y="43"/>
                      <a:pt x="29" y="42"/>
                      <a:pt x="32" y="39"/>
                    </a:cubicBezTo>
                    <a:cubicBezTo>
                      <a:pt x="33" y="37"/>
                      <a:pt x="34" y="35"/>
                      <a:pt x="34" y="33"/>
                    </a:cubicBezTo>
                    <a:cubicBezTo>
                      <a:pt x="34" y="32"/>
                      <a:pt x="33" y="31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1" y="22"/>
                      <a:pt x="25" y="15"/>
                      <a:pt x="25" y="10"/>
                    </a:cubicBezTo>
                    <a:cubicBezTo>
                      <a:pt x="25" y="9"/>
                      <a:pt x="25" y="8"/>
                      <a:pt x="26" y="7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5"/>
                      <a:pt x="34" y="6"/>
                      <a:pt x="36" y="8"/>
                    </a:cubicBezTo>
                    <a:cubicBezTo>
                      <a:pt x="40" y="10"/>
                      <a:pt x="41" y="13"/>
                      <a:pt x="41" y="15"/>
                    </a:cubicBezTo>
                    <a:cubicBezTo>
                      <a:pt x="41" y="17"/>
                      <a:pt x="40" y="18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11"/>
                      <a:pt x="42" y="8"/>
                      <a:pt x="38" y="5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3" y="0"/>
                      <a:pt x="21" y="2"/>
                      <a:pt x="19" y="4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17" y="13"/>
                      <a:pt x="18" y="15"/>
                      <a:pt x="19" y="17"/>
                    </a:cubicBezTo>
                    <a:cubicBezTo>
                      <a:pt x="21" y="23"/>
                      <a:pt x="25" y="28"/>
                      <a:pt x="25" y="32"/>
                    </a:cubicBezTo>
                    <a:cubicBezTo>
                      <a:pt x="25" y="33"/>
                      <a:pt x="24" y="34"/>
                      <a:pt x="24" y="36"/>
                    </a:cubicBezTo>
                    <a:cubicBezTo>
                      <a:pt x="22" y="37"/>
                      <a:pt x="21" y="38"/>
                      <a:pt x="19" y="38"/>
                    </a:cubicBezTo>
                    <a:cubicBezTo>
                      <a:pt x="17" y="38"/>
                      <a:pt x="15" y="37"/>
                      <a:pt x="12" y="35"/>
                    </a:cubicBezTo>
                    <a:cubicBezTo>
                      <a:pt x="8" y="32"/>
                      <a:pt x="7" y="29"/>
                      <a:pt x="7" y="27"/>
                    </a:cubicBezTo>
                    <a:cubicBezTo>
                      <a:pt x="7" y="25"/>
                      <a:pt x="8" y="23"/>
                      <a:pt x="8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0" name="Freeform 89">
                <a:extLst>
                  <a:ext uri="{FF2B5EF4-FFF2-40B4-BE49-F238E27FC236}">
                    <a16:creationId xmlns:a16="http://schemas.microsoft.com/office/drawing/2014/main" id="{63D06F13-5082-4AFC-B7D3-5DE39D7B0D6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82" y="7594"/>
                <a:ext cx="94" cy="124"/>
              </a:xfrm>
              <a:custGeom>
                <a:avLst/>
                <a:gdLst>
                  <a:gd name="T0" fmla="*/ 66 w 127"/>
                  <a:gd name="T1" fmla="*/ 95 h 166"/>
                  <a:gd name="T2" fmla="*/ 70 w 127"/>
                  <a:gd name="T3" fmla="*/ 93 h 166"/>
                  <a:gd name="T4" fmla="*/ 79 w 127"/>
                  <a:gd name="T5" fmla="*/ 114 h 166"/>
                  <a:gd name="T6" fmla="*/ 73 w 127"/>
                  <a:gd name="T7" fmla="*/ 112 h 166"/>
                  <a:gd name="T8" fmla="*/ 80 w 127"/>
                  <a:gd name="T9" fmla="*/ 131 h 166"/>
                  <a:gd name="T10" fmla="*/ 102 w 127"/>
                  <a:gd name="T11" fmla="*/ 166 h 166"/>
                  <a:gd name="T12" fmla="*/ 125 w 127"/>
                  <a:gd name="T13" fmla="*/ 137 h 166"/>
                  <a:gd name="T14" fmla="*/ 118 w 127"/>
                  <a:gd name="T15" fmla="*/ 120 h 166"/>
                  <a:gd name="T16" fmla="*/ 88 w 127"/>
                  <a:gd name="T17" fmla="*/ 134 h 166"/>
                  <a:gd name="T18" fmla="*/ 81 w 127"/>
                  <a:gd name="T19" fmla="*/ 130 h 166"/>
                  <a:gd name="T20" fmla="*/ 80 w 127"/>
                  <a:gd name="T21" fmla="*/ 126 h 166"/>
                  <a:gd name="T22" fmla="*/ 106 w 127"/>
                  <a:gd name="T23" fmla="*/ 88 h 166"/>
                  <a:gd name="T24" fmla="*/ 60 w 127"/>
                  <a:gd name="T25" fmla="*/ 84 h 166"/>
                  <a:gd name="T26" fmla="*/ 59 w 127"/>
                  <a:gd name="T27" fmla="*/ 78 h 166"/>
                  <a:gd name="T28" fmla="*/ 80 w 127"/>
                  <a:gd name="T29" fmla="*/ 56 h 166"/>
                  <a:gd name="T30" fmla="*/ 93 w 127"/>
                  <a:gd name="T31" fmla="*/ 61 h 166"/>
                  <a:gd name="T32" fmla="*/ 81 w 127"/>
                  <a:gd name="T33" fmla="*/ 47 h 166"/>
                  <a:gd name="T34" fmla="*/ 82 w 127"/>
                  <a:gd name="T35" fmla="*/ 51 h 166"/>
                  <a:gd name="T36" fmla="*/ 71 w 127"/>
                  <a:gd name="T37" fmla="*/ 42 h 166"/>
                  <a:gd name="T38" fmla="*/ 79 w 127"/>
                  <a:gd name="T39" fmla="*/ 43 h 166"/>
                  <a:gd name="T40" fmla="*/ 68 w 127"/>
                  <a:gd name="T41" fmla="*/ 28 h 166"/>
                  <a:gd name="T42" fmla="*/ 67 w 127"/>
                  <a:gd name="T43" fmla="*/ 36 h 166"/>
                  <a:gd name="T44" fmla="*/ 37 w 127"/>
                  <a:gd name="T45" fmla="*/ 49 h 166"/>
                  <a:gd name="T46" fmla="*/ 37 w 127"/>
                  <a:gd name="T47" fmla="*/ 48 h 166"/>
                  <a:gd name="T48" fmla="*/ 50 w 127"/>
                  <a:gd name="T49" fmla="*/ 4 h 166"/>
                  <a:gd name="T50" fmla="*/ 7 w 127"/>
                  <a:gd name="T51" fmla="*/ 15 h 166"/>
                  <a:gd name="T52" fmla="*/ 1 w 127"/>
                  <a:gd name="T53" fmla="*/ 12 h 166"/>
                  <a:gd name="T54" fmla="*/ 13 w 127"/>
                  <a:gd name="T55" fmla="*/ 24 h 166"/>
                  <a:gd name="T56" fmla="*/ 11 w 127"/>
                  <a:gd name="T57" fmla="*/ 19 h 166"/>
                  <a:gd name="T58" fmla="*/ 32 w 127"/>
                  <a:gd name="T59" fmla="*/ 28 h 166"/>
                  <a:gd name="T60" fmla="*/ 27 w 127"/>
                  <a:gd name="T61" fmla="*/ 37 h 166"/>
                  <a:gd name="T62" fmla="*/ 21 w 127"/>
                  <a:gd name="T63" fmla="*/ 35 h 166"/>
                  <a:gd name="T64" fmla="*/ 45 w 127"/>
                  <a:gd name="T65" fmla="*/ 66 h 166"/>
                  <a:gd name="T66" fmla="*/ 46 w 127"/>
                  <a:gd name="T67" fmla="*/ 61 h 166"/>
                  <a:gd name="T68" fmla="*/ 54 w 127"/>
                  <a:gd name="T69" fmla="*/ 67 h 166"/>
                  <a:gd name="T70" fmla="*/ 49 w 127"/>
                  <a:gd name="T71" fmla="*/ 68 h 166"/>
                  <a:gd name="T72" fmla="*/ 59 w 127"/>
                  <a:gd name="T73" fmla="*/ 86 h 166"/>
                  <a:gd name="T74" fmla="*/ 67 w 127"/>
                  <a:gd name="T75" fmla="*/ 99 h 166"/>
                  <a:gd name="T76" fmla="*/ 119 w 127"/>
                  <a:gd name="T77" fmla="*/ 134 h 166"/>
                  <a:gd name="T78" fmla="*/ 109 w 127"/>
                  <a:gd name="T79" fmla="*/ 156 h 166"/>
                  <a:gd name="T80" fmla="*/ 87 w 127"/>
                  <a:gd name="T81" fmla="*/ 145 h 166"/>
                  <a:gd name="T82" fmla="*/ 86 w 127"/>
                  <a:gd name="T83" fmla="*/ 107 h 166"/>
                  <a:gd name="T84" fmla="*/ 23 w 127"/>
                  <a:gd name="T85" fmla="*/ 14 h 166"/>
                  <a:gd name="T86" fmla="*/ 23 w 127"/>
                  <a:gd name="T87" fmla="*/ 1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7" h="166">
                    <a:moveTo>
                      <a:pt x="67" y="99"/>
                    </a:move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8"/>
                      <a:pt x="66" y="96"/>
                      <a:pt x="66" y="95"/>
                    </a:cubicBezTo>
                    <a:cubicBezTo>
                      <a:pt x="66" y="95"/>
                      <a:pt x="67" y="94"/>
                      <a:pt x="67" y="94"/>
                    </a:cubicBezTo>
                    <a:cubicBezTo>
                      <a:pt x="68" y="93"/>
                      <a:pt x="69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8" y="115"/>
                      <a:pt x="78" y="116"/>
                      <a:pt x="77" y="116"/>
                    </a:cubicBezTo>
                    <a:cubicBezTo>
                      <a:pt x="77" y="116"/>
                      <a:pt x="77" y="116"/>
                      <a:pt x="77" y="116"/>
                    </a:cubicBezTo>
                    <a:cubicBezTo>
                      <a:pt x="75" y="116"/>
                      <a:pt x="74" y="114"/>
                      <a:pt x="73" y="112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1" y="113"/>
                      <a:pt x="71" y="113"/>
                      <a:pt x="71" y="113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7" y="159"/>
                      <a:pt x="91" y="166"/>
                      <a:pt x="102" y="166"/>
                    </a:cubicBezTo>
                    <a:cubicBezTo>
                      <a:pt x="104" y="166"/>
                      <a:pt x="107" y="165"/>
                      <a:pt x="111" y="164"/>
                    </a:cubicBezTo>
                    <a:cubicBezTo>
                      <a:pt x="123" y="161"/>
                      <a:pt x="127" y="155"/>
                      <a:pt x="127" y="147"/>
                    </a:cubicBezTo>
                    <a:cubicBezTo>
                      <a:pt x="127" y="144"/>
                      <a:pt x="126" y="141"/>
                      <a:pt x="125" y="137"/>
                    </a:cubicBezTo>
                    <a:cubicBezTo>
                      <a:pt x="120" y="119"/>
                      <a:pt x="120" y="119"/>
                      <a:pt x="120" y="119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1"/>
                      <a:pt x="118" y="122"/>
                      <a:pt x="118" y="123"/>
                    </a:cubicBezTo>
                    <a:cubicBezTo>
                      <a:pt x="118" y="125"/>
                      <a:pt x="117" y="126"/>
                      <a:pt x="114" y="127"/>
                    </a:cubicBezTo>
                    <a:cubicBezTo>
                      <a:pt x="88" y="134"/>
                      <a:pt x="88" y="134"/>
                      <a:pt x="88" y="134"/>
                    </a:cubicBezTo>
                    <a:cubicBezTo>
                      <a:pt x="87" y="135"/>
                      <a:pt x="86" y="135"/>
                      <a:pt x="85" y="135"/>
                    </a:cubicBezTo>
                    <a:cubicBezTo>
                      <a:pt x="83" y="135"/>
                      <a:pt x="82" y="134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8"/>
                      <a:pt x="80" y="127"/>
                      <a:pt x="80" y="126"/>
                    </a:cubicBezTo>
                    <a:cubicBezTo>
                      <a:pt x="80" y="124"/>
                      <a:pt x="81" y="122"/>
                      <a:pt x="83" y="120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69" y="89"/>
                      <a:pt x="69" y="89"/>
                      <a:pt x="68" y="89"/>
                    </a:cubicBezTo>
                    <a:cubicBezTo>
                      <a:pt x="64" y="89"/>
                      <a:pt x="62" y="88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2"/>
                      <a:pt x="59" y="80"/>
                      <a:pt x="59" y="78"/>
                    </a:cubicBezTo>
                    <a:cubicBezTo>
                      <a:pt x="59" y="77"/>
                      <a:pt x="59" y="75"/>
                      <a:pt x="60" y="7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5" y="56"/>
                      <a:pt x="88" y="57"/>
                      <a:pt x="91" y="61"/>
                    </a:cubicBezTo>
                    <a:cubicBezTo>
                      <a:pt x="91" y="62"/>
                      <a:pt x="91" y="62"/>
                      <a:pt x="91" y="62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9"/>
                      <a:pt x="83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2" y="51"/>
                      <a:pt x="82" y="51"/>
                    </a:cubicBezTo>
                    <a:cubicBezTo>
                      <a:pt x="81" y="51"/>
                      <a:pt x="80" y="51"/>
                      <a:pt x="79" y="51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3" y="41"/>
                      <a:pt x="74" y="41"/>
                      <a:pt x="75" y="41"/>
                    </a:cubicBezTo>
                    <a:cubicBezTo>
                      <a:pt x="76" y="41"/>
                      <a:pt x="77" y="41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9" y="30"/>
                      <a:pt x="70" y="31"/>
                      <a:pt x="70" y="32"/>
                    </a:cubicBezTo>
                    <a:cubicBezTo>
                      <a:pt x="70" y="33"/>
                      <a:pt x="69" y="34"/>
                      <a:pt x="67" y="36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52"/>
                      <a:pt x="42" y="52"/>
                      <a:pt x="41" y="52"/>
                    </a:cubicBezTo>
                    <a:cubicBezTo>
                      <a:pt x="39" y="52"/>
                      <a:pt x="38" y="51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46"/>
                      <a:pt x="34" y="45"/>
                      <a:pt x="34" y="43"/>
                    </a:cubicBezTo>
                    <a:cubicBezTo>
                      <a:pt x="34" y="42"/>
                      <a:pt x="34" y="40"/>
                      <a:pt x="35" y="3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8" y="15"/>
                      <a:pt x="7" y="15"/>
                    </a:cubicBezTo>
                    <a:cubicBezTo>
                      <a:pt x="5" y="15"/>
                      <a:pt x="4" y="14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2"/>
                      <a:pt x="11" y="21"/>
                      <a:pt x="11" y="20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8" y="37"/>
                      <a:pt x="27" y="37"/>
                      <a:pt x="27" y="37"/>
                    </a:cubicBezTo>
                    <a:cubicBezTo>
                      <a:pt x="26" y="37"/>
                      <a:pt x="24" y="35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3"/>
                      <a:pt x="46" y="62"/>
                      <a:pt x="46" y="61"/>
                    </a:cubicBezTo>
                    <a:cubicBezTo>
                      <a:pt x="46" y="60"/>
                      <a:pt x="47" y="59"/>
                      <a:pt x="49" y="57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9"/>
                      <a:pt x="53" y="70"/>
                      <a:pt x="53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1" y="70"/>
                      <a:pt x="50" y="69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6" y="100"/>
                      <a:pt x="66" y="100"/>
                      <a:pt x="66" y="100"/>
                    </a:cubicBezTo>
                    <a:lnTo>
                      <a:pt x="67" y="99"/>
                    </a:lnTo>
                    <a:close/>
                    <a:moveTo>
                      <a:pt x="90" y="142"/>
                    </a:move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7" y="134"/>
                      <a:pt x="118" y="134"/>
                      <a:pt x="119" y="134"/>
                    </a:cubicBezTo>
                    <a:cubicBezTo>
                      <a:pt x="120" y="134"/>
                      <a:pt x="121" y="135"/>
                      <a:pt x="122" y="138"/>
                    </a:cubicBezTo>
                    <a:cubicBezTo>
                      <a:pt x="122" y="140"/>
                      <a:pt x="123" y="142"/>
                      <a:pt x="123" y="144"/>
                    </a:cubicBezTo>
                    <a:cubicBezTo>
                      <a:pt x="123" y="151"/>
                      <a:pt x="117" y="154"/>
                      <a:pt x="109" y="156"/>
                    </a:cubicBezTo>
                    <a:cubicBezTo>
                      <a:pt x="105" y="157"/>
                      <a:pt x="102" y="158"/>
                      <a:pt x="99" y="158"/>
                    </a:cubicBezTo>
                    <a:cubicBezTo>
                      <a:pt x="93" y="158"/>
                      <a:pt x="90" y="155"/>
                      <a:pt x="88" y="147"/>
                    </a:cubicBezTo>
                    <a:cubicBezTo>
                      <a:pt x="87" y="146"/>
                      <a:pt x="87" y="146"/>
                      <a:pt x="87" y="145"/>
                    </a:cubicBezTo>
                    <a:cubicBezTo>
                      <a:pt x="87" y="143"/>
                      <a:pt x="88" y="143"/>
                      <a:pt x="90" y="142"/>
                    </a:cubicBezTo>
                    <a:moveTo>
                      <a:pt x="100" y="92"/>
                    </a:moveTo>
                    <a:cubicBezTo>
                      <a:pt x="86" y="107"/>
                      <a:pt x="86" y="107"/>
                      <a:pt x="86" y="107"/>
                    </a:cubicBezTo>
                    <a:cubicBezTo>
                      <a:pt x="80" y="93"/>
                      <a:pt x="80" y="93"/>
                      <a:pt x="80" y="93"/>
                    </a:cubicBezTo>
                    <a:lnTo>
                      <a:pt x="100" y="92"/>
                    </a:lnTo>
                    <a:close/>
                    <a:moveTo>
                      <a:pt x="23" y="14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34" y="25"/>
                      <a:pt x="34" y="25"/>
                      <a:pt x="34" y="25"/>
                    </a:cubicBezTo>
                    <a:lnTo>
                      <a:pt x="2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1" name="Freeform 90">
                <a:extLst>
                  <a:ext uri="{FF2B5EF4-FFF2-40B4-BE49-F238E27FC236}">
                    <a16:creationId xmlns:a16="http://schemas.microsoft.com/office/drawing/2014/main" id="{280D6237-A367-44E8-B50D-A2DDA255D9E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0" y="7722"/>
                <a:ext cx="35" cy="30"/>
              </a:xfrm>
              <a:custGeom>
                <a:avLst/>
                <a:gdLst>
                  <a:gd name="T0" fmla="*/ 6 w 47"/>
                  <a:gd name="T1" fmla="*/ 11 h 40"/>
                  <a:gd name="T2" fmla="*/ 2 w 47"/>
                  <a:gd name="T3" fmla="*/ 6 h 40"/>
                  <a:gd name="T4" fmla="*/ 2 w 47"/>
                  <a:gd name="T5" fmla="*/ 5 h 40"/>
                  <a:gd name="T6" fmla="*/ 2 w 47"/>
                  <a:gd name="T7" fmla="*/ 5 h 40"/>
                  <a:gd name="T8" fmla="*/ 0 w 47"/>
                  <a:gd name="T9" fmla="*/ 6 h 40"/>
                  <a:gd name="T10" fmla="*/ 5 w 47"/>
                  <a:gd name="T11" fmla="*/ 40 h 40"/>
                  <a:gd name="T12" fmla="*/ 15 w 47"/>
                  <a:gd name="T13" fmla="*/ 39 h 40"/>
                  <a:gd name="T14" fmla="*/ 14 w 47"/>
                  <a:gd name="T15" fmla="*/ 36 h 40"/>
                  <a:gd name="T16" fmla="*/ 14 w 47"/>
                  <a:gd name="T17" fmla="*/ 36 h 40"/>
                  <a:gd name="T18" fmla="*/ 13 w 47"/>
                  <a:gd name="T19" fmla="*/ 36 h 40"/>
                  <a:gd name="T20" fmla="*/ 7 w 47"/>
                  <a:gd name="T21" fmla="*/ 29 h 40"/>
                  <a:gd name="T22" fmla="*/ 6 w 47"/>
                  <a:gd name="T23" fmla="*/ 23 h 40"/>
                  <a:gd name="T24" fmla="*/ 6 w 47"/>
                  <a:gd name="T25" fmla="*/ 21 h 40"/>
                  <a:gd name="T26" fmla="*/ 10 w 47"/>
                  <a:gd name="T27" fmla="*/ 18 h 40"/>
                  <a:gd name="T28" fmla="*/ 22 w 47"/>
                  <a:gd name="T29" fmla="*/ 17 h 40"/>
                  <a:gd name="T30" fmla="*/ 24 w 47"/>
                  <a:gd name="T31" fmla="*/ 25 h 40"/>
                  <a:gd name="T32" fmla="*/ 24 w 47"/>
                  <a:gd name="T33" fmla="*/ 27 h 40"/>
                  <a:gd name="T34" fmla="*/ 19 w 47"/>
                  <a:gd name="T35" fmla="*/ 31 h 40"/>
                  <a:gd name="T36" fmla="*/ 19 w 47"/>
                  <a:gd name="T37" fmla="*/ 31 h 40"/>
                  <a:gd name="T38" fmla="*/ 20 w 47"/>
                  <a:gd name="T39" fmla="*/ 33 h 40"/>
                  <a:gd name="T40" fmla="*/ 33 w 47"/>
                  <a:gd name="T41" fmla="*/ 31 h 40"/>
                  <a:gd name="T42" fmla="*/ 32 w 47"/>
                  <a:gd name="T43" fmla="*/ 29 h 40"/>
                  <a:gd name="T44" fmla="*/ 32 w 47"/>
                  <a:gd name="T45" fmla="*/ 29 h 40"/>
                  <a:gd name="T46" fmla="*/ 30 w 47"/>
                  <a:gd name="T47" fmla="*/ 29 h 40"/>
                  <a:gd name="T48" fmla="*/ 27 w 47"/>
                  <a:gd name="T49" fmla="*/ 25 h 40"/>
                  <a:gd name="T50" fmla="*/ 25 w 47"/>
                  <a:gd name="T51" fmla="*/ 16 h 40"/>
                  <a:gd name="T52" fmla="*/ 36 w 47"/>
                  <a:gd name="T53" fmla="*/ 14 h 40"/>
                  <a:gd name="T54" fmla="*/ 38 w 47"/>
                  <a:gd name="T55" fmla="*/ 14 h 40"/>
                  <a:gd name="T56" fmla="*/ 41 w 47"/>
                  <a:gd name="T57" fmla="*/ 18 h 40"/>
                  <a:gd name="T58" fmla="*/ 42 w 47"/>
                  <a:gd name="T59" fmla="*/ 22 h 40"/>
                  <a:gd name="T60" fmla="*/ 42 w 47"/>
                  <a:gd name="T61" fmla="*/ 25 h 40"/>
                  <a:gd name="T62" fmla="*/ 37 w 47"/>
                  <a:gd name="T63" fmla="*/ 32 h 40"/>
                  <a:gd name="T64" fmla="*/ 37 w 47"/>
                  <a:gd name="T65" fmla="*/ 32 h 40"/>
                  <a:gd name="T66" fmla="*/ 37 w 47"/>
                  <a:gd name="T67" fmla="*/ 34 h 40"/>
                  <a:gd name="T68" fmla="*/ 47 w 47"/>
                  <a:gd name="T69" fmla="*/ 32 h 40"/>
                  <a:gd name="T70" fmla="*/ 42 w 47"/>
                  <a:gd name="T71" fmla="*/ 0 h 40"/>
                  <a:gd name="T72" fmla="*/ 40 w 47"/>
                  <a:gd name="T73" fmla="*/ 0 h 40"/>
                  <a:gd name="T74" fmla="*/ 40 w 47"/>
                  <a:gd name="T75" fmla="*/ 0 h 40"/>
                  <a:gd name="T76" fmla="*/ 40 w 47"/>
                  <a:gd name="T77" fmla="*/ 3 h 40"/>
                  <a:gd name="T78" fmla="*/ 35 w 47"/>
                  <a:gd name="T79" fmla="*/ 6 h 40"/>
                  <a:gd name="T80" fmla="*/ 8 w 47"/>
                  <a:gd name="T81" fmla="*/ 10 h 40"/>
                  <a:gd name="T82" fmla="*/ 6 w 47"/>
                  <a:gd name="T83" fmla="*/ 1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6" y="11"/>
                    </a:moveTo>
                    <a:cubicBezTo>
                      <a:pt x="3" y="11"/>
                      <a:pt x="3" y="10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3" y="36"/>
                    </a:cubicBezTo>
                    <a:cubicBezTo>
                      <a:pt x="10" y="36"/>
                      <a:pt x="8" y="35"/>
                      <a:pt x="7" y="29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9"/>
                      <a:pt x="6" y="19"/>
                      <a:pt x="10" y="1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7"/>
                      <a:pt x="24" y="27"/>
                    </a:cubicBezTo>
                    <a:cubicBezTo>
                      <a:pt x="24" y="30"/>
                      <a:pt x="23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0" y="29"/>
                    </a:cubicBezTo>
                    <a:cubicBezTo>
                      <a:pt x="28" y="29"/>
                      <a:pt x="27" y="28"/>
                      <a:pt x="27" y="2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8" y="14"/>
                    </a:cubicBezTo>
                    <a:cubicBezTo>
                      <a:pt x="40" y="14"/>
                      <a:pt x="41" y="15"/>
                      <a:pt x="41" y="18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4"/>
                      <a:pt x="42" y="25"/>
                    </a:cubicBezTo>
                    <a:cubicBezTo>
                      <a:pt x="42" y="30"/>
                      <a:pt x="40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40" y="2"/>
                      <a:pt x="40" y="3"/>
                    </a:cubicBezTo>
                    <a:cubicBezTo>
                      <a:pt x="40" y="5"/>
                      <a:pt x="39" y="6"/>
                      <a:pt x="35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2" name="Freeform 91">
                <a:extLst>
                  <a:ext uri="{FF2B5EF4-FFF2-40B4-BE49-F238E27FC236}">
                    <a16:creationId xmlns:a16="http://schemas.microsoft.com/office/drawing/2014/main" id="{1ECBED95-A370-4A4D-BB8C-C8BADB2C7B3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4" y="7759"/>
                <a:ext cx="32" cy="44"/>
              </a:xfrm>
              <a:custGeom>
                <a:avLst/>
                <a:gdLst>
                  <a:gd name="T0" fmla="*/ 36 w 43"/>
                  <a:gd name="T1" fmla="*/ 7 h 59"/>
                  <a:gd name="T2" fmla="*/ 35 w 43"/>
                  <a:gd name="T3" fmla="*/ 7 h 59"/>
                  <a:gd name="T4" fmla="*/ 8 w 43"/>
                  <a:gd name="T5" fmla="*/ 6 h 59"/>
                  <a:gd name="T6" fmla="*/ 3 w 43"/>
                  <a:gd name="T7" fmla="*/ 1 h 59"/>
                  <a:gd name="T8" fmla="*/ 3 w 43"/>
                  <a:gd name="T9" fmla="*/ 1 h 59"/>
                  <a:gd name="T10" fmla="*/ 3 w 43"/>
                  <a:gd name="T11" fmla="*/ 0 h 59"/>
                  <a:gd name="T12" fmla="*/ 3 w 43"/>
                  <a:gd name="T13" fmla="*/ 0 h 59"/>
                  <a:gd name="T14" fmla="*/ 1 w 43"/>
                  <a:gd name="T15" fmla="*/ 0 h 59"/>
                  <a:gd name="T16" fmla="*/ 1 w 43"/>
                  <a:gd name="T17" fmla="*/ 0 h 59"/>
                  <a:gd name="T18" fmla="*/ 1 w 43"/>
                  <a:gd name="T19" fmla="*/ 17 h 59"/>
                  <a:gd name="T20" fmla="*/ 3 w 43"/>
                  <a:gd name="T21" fmla="*/ 17 h 59"/>
                  <a:gd name="T22" fmla="*/ 3 w 43"/>
                  <a:gd name="T23" fmla="*/ 17 h 59"/>
                  <a:gd name="T24" fmla="*/ 8 w 43"/>
                  <a:gd name="T25" fmla="*/ 11 h 59"/>
                  <a:gd name="T26" fmla="*/ 8 w 43"/>
                  <a:gd name="T27" fmla="*/ 11 h 59"/>
                  <a:gd name="T28" fmla="*/ 37 w 43"/>
                  <a:gd name="T29" fmla="*/ 11 h 59"/>
                  <a:gd name="T30" fmla="*/ 1 w 43"/>
                  <a:gd name="T31" fmla="*/ 25 h 59"/>
                  <a:gd name="T32" fmla="*/ 1 w 43"/>
                  <a:gd name="T33" fmla="*/ 30 h 59"/>
                  <a:gd name="T34" fmla="*/ 37 w 43"/>
                  <a:gd name="T35" fmla="*/ 45 h 59"/>
                  <a:gd name="T36" fmla="*/ 8 w 43"/>
                  <a:gd name="T37" fmla="*/ 45 h 59"/>
                  <a:gd name="T38" fmla="*/ 2 w 43"/>
                  <a:gd name="T39" fmla="*/ 40 h 59"/>
                  <a:gd name="T40" fmla="*/ 2 w 43"/>
                  <a:gd name="T41" fmla="*/ 39 h 59"/>
                  <a:gd name="T42" fmla="*/ 2 w 43"/>
                  <a:gd name="T43" fmla="*/ 39 h 59"/>
                  <a:gd name="T44" fmla="*/ 1 w 43"/>
                  <a:gd name="T45" fmla="*/ 39 h 59"/>
                  <a:gd name="T46" fmla="*/ 0 w 43"/>
                  <a:gd name="T47" fmla="*/ 58 h 59"/>
                  <a:gd name="T48" fmla="*/ 2 w 43"/>
                  <a:gd name="T49" fmla="*/ 58 h 59"/>
                  <a:gd name="T50" fmla="*/ 2 w 43"/>
                  <a:gd name="T51" fmla="*/ 58 h 59"/>
                  <a:gd name="T52" fmla="*/ 7 w 43"/>
                  <a:gd name="T53" fmla="*/ 52 h 59"/>
                  <a:gd name="T54" fmla="*/ 8 w 43"/>
                  <a:gd name="T55" fmla="*/ 52 h 59"/>
                  <a:gd name="T56" fmla="*/ 35 w 43"/>
                  <a:gd name="T57" fmla="*/ 53 h 59"/>
                  <a:gd name="T58" fmla="*/ 40 w 43"/>
                  <a:gd name="T59" fmla="*/ 58 h 59"/>
                  <a:gd name="T60" fmla="*/ 40 w 43"/>
                  <a:gd name="T61" fmla="*/ 58 h 59"/>
                  <a:gd name="T62" fmla="*/ 40 w 43"/>
                  <a:gd name="T63" fmla="*/ 59 h 59"/>
                  <a:gd name="T64" fmla="*/ 42 w 43"/>
                  <a:gd name="T65" fmla="*/ 59 h 59"/>
                  <a:gd name="T66" fmla="*/ 42 w 43"/>
                  <a:gd name="T67" fmla="*/ 43 h 59"/>
                  <a:gd name="T68" fmla="*/ 9 w 43"/>
                  <a:gd name="T69" fmla="*/ 29 h 59"/>
                  <a:gd name="T70" fmla="*/ 43 w 43"/>
                  <a:gd name="T71" fmla="*/ 16 h 59"/>
                  <a:gd name="T72" fmla="*/ 43 w 43"/>
                  <a:gd name="T73" fmla="*/ 1 h 59"/>
                  <a:gd name="T74" fmla="*/ 41 w 43"/>
                  <a:gd name="T75" fmla="*/ 1 h 59"/>
                  <a:gd name="T76" fmla="*/ 41 w 43"/>
                  <a:gd name="T77" fmla="*/ 1 h 59"/>
                  <a:gd name="T78" fmla="*/ 36 w 43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9">
                    <a:moveTo>
                      <a:pt x="36" y="7"/>
                    </a:moveTo>
                    <a:cubicBezTo>
                      <a:pt x="35" y="7"/>
                      <a:pt x="35" y="7"/>
                      <a:pt x="35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3" y="5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2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3" y="45"/>
                      <a:pt x="3" y="44"/>
                      <a:pt x="2" y="40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3"/>
                      <a:pt x="3" y="52"/>
                      <a:pt x="7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9" y="53"/>
                      <a:pt x="40" y="54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6"/>
                      <a:pt x="40" y="7"/>
                      <a:pt x="36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3" name="Freeform 92">
                <a:extLst>
                  <a:ext uri="{FF2B5EF4-FFF2-40B4-BE49-F238E27FC236}">
                    <a16:creationId xmlns:a16="http://schemas.microsoft.com/office/drawing/2014/main" id="{9654766D-42DA-4701-B10E-5AF8D6EEA89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2" y="7809"/>
                <a:ext cx="32" cy="20"/>
              </a:xfrm>
              <a:custGeom>
                <a:avLst/>
                <a:gdLst>
                  <a:gd name="T0" fmla="*/ 42 w 44"/>
                  <a:gd name="T1" fmla="*/ 6 h 26"/>
                  <a:gd name="T2" fmla="*/ 38 w 44"/>
                  <a:gd name="T3" fmla="*/ 11 h 26"/>
                  <a:gd name="T4" fmla="*/ 36 w 44"/>
                  <a:gd name="T5" fmla="*/ 11 h 26"/>
                  <a:gd name="T6" fmla="*/ 9 w 44"/>
                  <a:gd name="T7" fmla="*/ 7 h 26"/>
                  <a:gd name="T8" fmla="*/ 4 w 44"/>
                  <a:gd name="T9" fmla="*/ 3 h 26"/>
                  <a:gd name="T10" fmla="*/ 4 w 44"/>
                  <a:gd name="T11" fmla="*/ 0 h 26"/>
                  <a:gd name="T12" fmla="*/ 4 w 44"/>
                  <a:gd name="T13" fmla="*/ 0 h 26"/>
                  <a:gd name="T14" fmla="*/ 4 w 44"/>
                  <a:gd name="T15" fmla="*/ 0 h 26"/>
                  <a:gd name="T16" fmla="*/ 2 w 44"/>
                  <a:gd name="T17" fmla="*/ 0 h 26"/>
                  <a:gd name="T18" fmla="*/ 0 w 44"/>
                  <a:gd name="T19" fmla="*/ 19 h 26"/>
                  <a:gd name="T20" fmla="*/ 1 w 44"/>
                  <a:gd name="T21" fmla="*/ 20 h 26"/>
                  <a:gd name="T22" fmla="*/ 2 w 44"/>
                  <a:gd name="T23" fmla="*/ 20 h 26"/>
                  <a:gd name="T24" fmla="*/ 5 w 44"/>
                  <a:gd name="T25" fmla="*/ 14 h 26"/>
                  <a:gd name="T26" fmla="*/ 8 w 44"/>
                  <a:gd name="T27" fmla="*/ 15 h 26"/>
                  <a:gd name="T28" fmla="*/ 34 w 44"/>
                  <a:gd name="T29" fmla="*/ 19 h 26"/>
                  <a:gd name="T30" fmla="*/ 39 w 44"/>
                  <a:gd name="T31" fmla="*/ 23 h 26"/>
                  <a:gd name="T32" fmla="*/ 39 w 44"/>
                  <a:gd name="T33" fmla="*/ 25 h 26"/>
                  <a:gd name="T34" fmla="*/ 39 w 44"/>
                  <a:gd name="T35" fmla="*/ 25 h 26"/>
                  <a:gd name="T36" fmla="*/ 41 w 44"/>
                  <a:gd name="T37" fmla="*/ 26 h 26"/>
                  <a:gd name="T38" fmla="*/ 44 w 44"/>
                  <a:gd name="T39" fmla="*/ 6 h 26"/>
                  <a:gd name="T40" fmla="*/ 42 w 44"/>
                  <a:gd name="T4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6">
                    <a:moveTo>
                      <a:pt x="42" y="6"/>
                    </a:moveTo>
                    <a:cubicBezTo>
                      <a:pt x="41" y="10"/>
                      <a:pt x="41" y="11"/>
                      <a:pt x="38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4" y="5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8" y="19"/>
                      <a:pt x="39" y="20"/>
                      <a:pt x="39" y="23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6"/>
                      <a:pt x="42" y="6"/>
                      <a:pt x="4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4" name="Freeform 93">
                <a:extLst>
                  <a:ext uri="{FF2B5EF4-FFF2-40B4-BE49-F238E27FC236}">
                    <a16:creationId xmlns:a16="http://schemas.microsoft.com/office/drawing/2014/main" id="{A74E6AB6-7DA4-4A71-A0CC-FCAD9C0D4E8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44" y="7830"/>
                <a:ext cx="37" cy="32"/>
              </a:xfrm>
              <a:custGeom>
                <a:avLst/>
                <a:gdLst>
                  <a:gd name="T0" fmla="*/ 47 w 49"/>
                  <a:gd name="T1" fmla="*/ 11 h 43"/>
                  <a:gd name="T2" fmla="*/ 43 w 49"/>
                  <a:gd name="T3" fmla="*/ 15 h 43"/>
                  <a:gd name="T4" fmla="*/ 40 w 49"/>
                  <a:gd name="T5" fmla="*/ 15 h 43"/>
                  <a:gd name="T6" fmla="*/ 14 w 49"/>
                  <a:gd name="T7" fmla="*/ 8 h 43"/>
                  <a:gd name="T8" fmla="*/ 10 w 49"/>
                  <a:gd name="T9" fmla="*/ 4 h 43"/>
                  <a:gd name="T10" fmla="*/ 10 w 49"/>
                  <a:gd name="T11" fmla="*/ 1 h 43"/>
                  <a:gd name="T12" fmla="*/ 10 w 49"/>
                  <a:gd name="T13" fmla="*/ 1 h 43"/>
                  <a:gd name="T14" fmla="*/ 10 w 49"/>
                  <a:gd name="T15" fmla="*/ 1 h 43"/>
                  <a:gd name="T16" fmla="*/ 8 w 49"/>
                  <a:gd name="T17" fmla="*/ 0 h 43"/>
                  <a:gd name="T18" fmla="*/ 0 w 49"/>
                  <a:gd name="T19" fmla="*/ 33 h 43"/>
                  <a:gd name="T20" fmla="*/ 9 w 49"/>
                  <a:gd name="T21" fmla="*/ 36 h 43"/>
                  <a:gd name="T22" fmla="*/ 9 w 49"/>
                  <a:gd name="T23" fmla="*/ 34 h 43"/>
                  <a:gd name="T24" fmla="*/ 9 w 49"/>
                  <a:gd name="T25" fmla="*/ 34 h 43"/>
                  <a:gd name="T26" fmla="*/ 5 w 49"/>
                  <a:gd name="T27" fmla="*/ 28 h 43"/>
                  <a:gd name="T28" fmla="*/ 5 w 49"/>
                  <a:gd name="T29" fmla="*/ 25 h 43"/>
                  <a:gd name="T30" fmla="*/ 7 w 49"/>
                  <a:gd name="T31" fmla="*/ 18 h 43"/>
                  <a:gd name="T32" fmla="*/ 9 w 49"/>
                  <a:gd name="T33" fmla="*/ 15 h 43"/>
                  <a:gd name="T34" fmla="*/ 12 w 49"/>
                  <a:gd name="T35" fmla="*/ 16 h 43"/>
                  <a:gd name="T36" fmla="*/ 24 w 49"/>
                  <a:gd name="T37" fmla="*/ 19 h 43"/>
                  <a:gd name="T38" fmla="*/ 22 w 49"/>
                  <a:gd name="T39" fmla="*/ 27 h 43"/>
                  <a:gd name="T40" fmla="*/ 19 w 49"/>
                  <a:gd name="T41" fmla="*/ 31 h 43"/>
                  <a:gd name="T42" fmla="*/ 16 w 49"/>
                  <a:gd name="T43" fmla="*/ 31 h 43"/>
                  <a:gd name="T44" fmla="*/ 16 w 49"/>
                  <a:gd name="T45" fmla="*/ 31 h 43"/>
                  <a:gd name="T46" fmla="*/ 15 w 49"/>
                  <a:gd name="T47" fmla="*/ 33 h 43"/>
                  <a:gd name="T48" fmla="*/ 28 w 49"/>
                  <a:gd name="T49" fmla="*/ 37 h 43"/>
                  <a:gd name="T50" fmla="*/ 29 w 49"/>
                  <a:gd name="T51" fmla="*/ 34 h 43"/>
                  <a:gd name="T52" fmla="*/ 29 w 49"/>
                  <a:gd name="T53" fmla="*/ 34 h 43"/>
                  <a:gd name="T54" fmla="*/ 25 w 49"/>
                  <a:gd name="T55" fmla="*/ 31 h 43"/>
                  <a:gd name="T56" fmla="*/ 25 w 49"/>
                  <a:gd name="T57" fmla="*/ 28 h 43"/>
                  <a:gd name="T58" fmla="*/ 27 w 49"/>
                  <a:gd name="T59" fmla="*/ 20 h 43"/>
                  <a:gd name="T60" fmla="*/ 38 w 49"/>
                  <a:gd name="T61" fmla="*/ 22 h 43"/>
                  <a:gd name="T62" fmla="*/ 41 w 49"/>
                  <a:gd name="T63" fmla="*/ 25 h 43"/>
                  <a:gd name="T64" fmla="*/ 41 w 49"/>
                  <a:gd name="T65" fmla="*/ 27 h 43"/>
                  <a:gd name="T66" fmla="*/ 40 w 49"/>
                  <a:gd name="T67" fmla="*/ 32 h 43"/>
                  <a:gd name="T68" fmla="*/ 34 w 49"/>
                  <a:gd name="T69" fmla="*/ 39 h 43"/>
                  <a:gd name="T70" fmla="*/ 32 w 49"/>
                  <a:gd name="T71" fmla="*/ 39 h 43"/>
                  <a:gd name="T72" fmla="*/ 32 w 49"/>
                  <a:gd name="T73" fmla="*/ 38 h 43"/>
                  <a:gd name="T74" fmla="*/ 31 w 49"/>
                  <a:gd name="T75" fmla="*/ 41 h 43"/>
                  <a:gd name="T76" fmla="*/ 40 w 49"/>
                  <a:gd name="T77" fmla="*/ 43 h 43"/>
                  <a:gd name="T78" fmla="*/ 49 w 49"/>
                  <a:gd name="T79" fmla="*/ 11 h 43"/>
                  <a:gd name="T80" fmla="*/ 47 w 49"/>
                  <a:gd name="T81" fmla="*/ 10 h 43"/>
                  <a:gd name="T82" fmla="*/ 47 w 49"/>
                  <a:gd name="T83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9" h="43">
                    <a:moveTo>
                      <a:pt x="47" y="11"/>
                    </a:moveTo>
                    <a:cubicBezTo>
                      <a:pt x="46" y="14"/>
                      <a:pt x="45" y="15"/>
                      <a:pt x="43" y="15"/>
                    </a:cubicBezTo>
                    <a:cubicBezTo>
                      <a:pt x="42" y="15"/>
                      <a:pt x="41" y="15"/>
                      <a:pt x="40" y="1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7"/>
                      <a:pt x="10" y="6"/>
                      <a:pt x="10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3"/>
                      <a:pt x="5" y="31"/>
                      <a:pt x="5" y="28"/>
                    </a:cubicBezTo>
                    <a:cubicBezTo>
                      <a:pt x="5" y="27"/>
                      <a:pt x="5" y="26"/>
                      <a:pt x="5" y="2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6"/>
                      <a:pt x="8" y="15"/>
                      <a:pt x="9" y="15"/>
                    </a:cubicBezTo>
                    <a:cubicBezTo>
                      <a:pt x="10" y="15"/>
                      <a:pt x="11" y="15"/>
                      <a:pt x="12" y="16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31"/>
                      <a:pt x="20" y="31"/>
                      <a:pt x="19" y="31"/>
                    </a:cubicBezTo>
                    <a:cubicBezTo>
                      <a:pt x="18" y="31"/>
                      <a:pt x="17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6" y="33"/>
                      <a:pt x="25" y="33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8"/>
                      <a:pt x="36" y="39"/>
                      <a:pt x="34" y="39"/>
                    </a:cubicBezTo>
                    <a:cubicBezTo>
                      <a:pt x="33" y="39"/>
                      <a:pt x="33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10"/>
                      <a:pt x="47" y="10"/>
                      <a:pt x="47" y="10"/>
                    </a:cubicBezTo>
                    <a:lnTo>
                      <a:pt x="4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5" name="Freeform 94">
                <a:extLst>
                  <a:ext uri="{FF2B5EF4-FFF2-40B4-BE49-F238E27FC236}">
                    <a16:creationId xmlns:a16="http://schemas.microsoft.com/office/drawing/2014/main" id="{11710655-5E5C-4771-BCB3-CE70243412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30" y="7861"/>
                <a:ext cx="40" cy="45"/>
              </a:xfrm>
              <a:custGeom>
                <a:avLst/>
                <a:gdLst>
                  <a:gd name="T0" fmla="*/ 54 w 54"/>
                  <a:gd name="T1" fmla="*/ 17 h 59"/>
                  <a:gd name="T2" fmla="*/ 53 w 54"/>
                  <a:gd name="T3" fmla="*/ 16 h 59"/>
                  <a:gd name="T4" fmla="*/ 53 w 54"/>
                  <a:gd name="T5" fmla="*/ 17 h 59"/>
                  <a:gd name="T6" fmla="*/ 49 w 54"/>
                  <a:gd name="T7" fmla="*/ 21 h 59"/>
                  <a:gd name="T8" fmla="*/ 45 w 54"/>
                  <a:gd name="T9" fmla="*/ 20 h 59"/>
                  <a:gd name="T10" fmla="*/ 21 w 54"/>
                  <a:gd name="T11" fmla="*/ 9 h 59"/>
                  <a:gd name="T12" fmla="*/ 17 w 54"/>
                  <a:gd name="T13" fmla="*/ 5 h 59"/>
                  <a:gd name="T14" fmla="*/ 18 w 54"/>
                  <a:gd name="T15" fmla="*/ 1 h 59"/>
                  <a:gd name="T16" fmla="*/ 18 w 54"/>
                  <a:gd name="T17" fmla="*/ 1 h 59"/>
                  <a:gd name="T18" fmla="*/ 18 w 54"/>
                  <a:gd name="T19" fmla="*/ 1 h 59"/>
                  <a:gd name="T20" fmla="*/ 16 w 54"/>
                  <a:gd name="T21" fmla="*/ 0 h 59"/>
                  <a:gd name="T22" fmla="*/ 9 w 54"/>
                  <a:gd name="T23" fmla="*/ 16 h 59"/>
                  <a:gd name="T24" fmla="*/ 11 w 54"/>
                  <a:gd name="T25" fmla="*/ 17 h 59"/>
                  <a:gd name="T26" fmla="*/ 11 w 54"/>
                  <a:gd name="T27" fmla="*/ 16 h 59"/>
                  <a:gd name="T28" fmla="*/ 15 w 54"/>
                  <a:gd name="T29" fmla="*/ 12 h 59"/>
                  <a:gd name="T30" fmla="*/ 19 w 54"/>
                  <a:gd name="T31" fmla="*/ 13 h 59"/>
                  <a:gd name="T32" fmla="*/ 44 w 54"/>
                  <a:gd name="T33" fmla="*/ 24 h 59"/>
                  <a:gd name="T34" fmla="*/ 3 w 54"/>
                  <a:gd name="T35" fmla="*/ 31 h 59"/>
                  <a:gd name="T36" fmla="*/ 0 w 54"/>
                  <a:gd name="T37" fmla="*/ 37 h 59"/>
                  <a:gd name="T38" fmla="*/ 32 w 54"/>
                  <a:gd name="T39" fmla="*/ 51 h 59"/>
                  <a:gd name="T40" fmla="*/ 36 w 54"/>
                  <a:gd name="T41" fmla="*/ 55 h 59"/>
                  <a:gd name="T42" fmla="*/ 34 w 54"/>
                  <a:gd name="T43" fmla="*/ 58 h 59"/>
                  <a:gd name="T44" fmla="*/ 34 w 54"/>
                  <a:gd name="T45" fmla="*/ 59 h 59"/>
                  <a:gd name="T46" fmla="*/ 36 w 54"/>
                  <a:gd name="T47" fmla="*/ 59 h 59"/>
                  <a:gd name="T48" fmla="*/ 43 w 54"/>
                  <a:gd name="T49" fmla="*/ 44 h 59"/>
                  <a:gd name="T50" fmla="*/ 41 w 54"/>
                  <a:gd name="T51" fmla="*/ 43 h 59"/>
                  <a:gd name="T52" fmla="*/ 41 w 54"/>
                  <a:gd name="T53" fmla="*/ 44 h 59"/>
                  <a:gd name="T54" fmla="*/ 37 w 54"/>
                  <a:gd name="T55" fmla="*/ 48 h 59"/>
                  <a:gd name="T56" fmla="*/ 33 w 54"/>
                  <a:gd name="T57" fmla="*/ 47 h 59"/>
                  <a:gd name="T58" fmla="*/ 10 w 54"/>
                  <a:gd name="T59" fmla="*/ 37 h 59"/>
                  <a:gd name="T60" fmla="*/ 49 w 54"/>
                  <a:gd name="T61" fmla="*/ 30 h 59"/>
                  <a:gd name="T62" fmla="*/ 54 w 54"/>
                  <a:gd name="T6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59">
                    <a:moveTo>
                      <a:pt x="54" y="17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9"/>
                      <a:pt x="50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8"/>
                      <a:pt x="17" y="7"/>
                      <a:pt x="17" y="5"/>
                    </a:cubicBezTo>
                    <a:cubicBezTo>
                      <a:pt x="17" y="4"/>
                      <a:pt x="17" y="3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3"/>
                      <a:pt x="13" y="12"/>
                      <a:pt x="15" y="12"/>
                    </a:cubicBezTo>
                    <a:cubicBezTo>
                      <a:pt x="16" y="12"/>
                      <a:pt x="17" y="13"/>
                      <a:pt x="19" y="1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4" y="52"/>
                      <a:pt x="36" y="53"/>
                      <a:pt x="36" y="55"/>
                    </a:cubicBezTo>
                    <a:cubicBezTo>
                      <a:pt x="36" y="56"/>
                      <a:pt x="35" y="57"/>
                      <a:pt x="34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7"/>
                      <a:pt x="39" y="48"/>
                      <a:pt x="37" y="48"/>
                    </a:cubicBezTo>
                    <a:cubicBezTo>
                      <a:pt x="36" y="48"/>
                      <a:pt x="35" y="47"/>
                      <a:pt x="33" y="4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5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6" name="Freeform 95">
                <a:extLst>
                  <a:ext uri="{FF2B5EF4-FFF2-40B4-BE49-F238E27FC236}">
                    <a16:creationId xmlns:a16="http://schemas.microsoft.com/office/drawing/2014/main" id="{DF005622-0489-4D09-B930-63D8C9D2145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45" y="7603"/>
                <a:ext cx="83" cy="79"/>
              </a:xfrm>
              <a:custGeom>
                <a:avLst/>
                <a:gdLst>
                  <a:gd name="T0" fmla="*/ 64 w 112"/>
                  <a:gd name="T1" fmla="*/ 89 h 105"/>
                  <a:gd name="T2" fmla="*/ 93 w 112"/>
                  <a:gd name="T3" fmla="*/ 102 h 105"/>
                  <a:gd name="T4" fmla="*/ 97 w 112"/>
                  <a:gd name="T5" fmla="*/ 97 h 105"/>
                  <a:gd name="T6" fmla="*/ 87 w 112"/>
                  <a:gd name="T7" fmla="*/ 71 h 105"/>
                  <a:gd name="T8" fmla="*/ 88 w 112"/>
                  <a:gd name="T9" fmla="*/ 62 h 105"/>
                  <a:gd name="T10" fmla="*/ 108 w 112"/>
                  <a:gd name="T11" fmla="*/ 46 h 105"/>
                  <a:gd name="T12" fmla="*/ 105 w 112"/>
                  <a:gd name="T13" fmla="*/ 38 h 105"/>
                  <a:gd name="T14" fmla="*/ 81 w 112"/>
                  <a:gd name="T15" fmla="*/ 39 h 105"/>
                  <a:gd name="T16" fmla="*/ 74 w 112"/>
                  <a:gd name="T17" fmla="*/ 33 h 105"/>
                  <a:gd name="T18" fmla="*/ 61 w 112"/>
                  <a:gd name="T19" fmla="*/ 5 h 105"/>
                  <a:gd name="T20" fmla="*/ 53 w 112"/>
                  <a:gd name="T21" fmla="*/ 5 h 105"/>
                  <a:gd name="T22" fmla="*/ 45 w 112"/>
                  <a:gd name="T23" fmla="*/ 31 h 105"/>
                  <a:gd name="T24" fmla="*/ 34 w 112"/>
                  <a:gd name="T25" fmla="*/ 38 h 105"/>
                  <a:gd name="T26" fmla="*/ 6 w 112"/>
                  <a:gd name="T27" fmla="*/ 38 h 105"/>
                  <a:gd name="T28" fmla="*/ 5 w 112"/>
                  <a:gd name="T29" fmla="*/ 47 h 105"/>
                  <a:gd name="T30" fmla="*/ 26 w 112"/>
                  <a:gd name="T31" fmla="*/ 61 h 105"/>
                  <a:gd name="T32" fmla="*/ 30 w 112"/>
                  <a:gd name="T33" fmla="*/ 74 h 105"/>
                  <a:gd name="T34" fmla="*/ 22 w 112"/>
                  <a:gd name="T35" fmla="*/ 98 h 105"/>
                  <a:gd name="T36" fmla="*/ 28 w 112"/>
                  <a:gd name="T37" fmla="*/ 103 h 105"/>
                  <a:gd name="T38" fmla="*/ 52 w 112"/>
                  <a:gd name="T39" fmla="*/ 89 h 105"/>
                  <a:gd name="T40" fmla="*/ 64 w 112"/>
                  <a:gd name="T41" fmla="*/ 89 h 105"/>
                  <a:gd name="T42" fmla="*/ 33 w 112"/>
                  <a:gd name="T43" fmla="*/ 86 h 105"/>
                  <a:gd name="T44" fmla="*/ 40 w 112"/>
                  <a:gd name="T45" fmla="*/ 67 h 105"/>
                  <a:gd name="T46" fmla="*/ 37 w 112"/>
                  <a:gd name="T47" fmla="*/ 59 h 105"/>
                  <a:gd name="T48" fmla="*/ 19 w 112"/>
                  <a:gd name="T49" fmla="*/ 49 h 105"/>
                  <a:gd name="T50" fmla="*/ 20 w 112"/>
                  <a:gd name="T51" fmla="*/ 45 h 105"/>
                  <a:gd name="T52" fmla="*/ 41 w 112"/>
                  <a:gd name="T53" fmla="*/ 46 h 105"/>
                  <a:gd name="T54" fmla="*/ 49 w 112"/>
                  <a:gd name="T55" fmla="*/ 41 h 105"/>
                  <a:gd name="T56" fmla="*/ 55 w 112"/>
                  <a:gd name="T57" fmla="*/ 21 h 105"/>
                  <a:gd name="T58" fmla="*/ 60 w 112"/>
                  <a:gd name="T59" fmla="*/ 20 h 105"/>
                  <a:gd name="T60" fmla="*/ 67 w 112"/>
                  <a:gd name="T61" fmla="*/ 42 h 105"/>
                  <a:gd name="T62" fmla="*/ 73 w 112"/>
                  <a:gd name="T63" fmla="*/ 47 h 105"/>
                  <a:gd name="T64" fmla="*/ 92 w 112"/>
                  <a:gd name="T65" fmla="*/ 45 h 105"/>
                  <a:gd name="T66" fmla="*/ 94 w 112"/>
                  <a:gd name="T67" fmla="*/ 49 h 105"/>
                  <a:gd name="T68" fmla="*/ 78 w 112"/>
                  <a:gd name="T69" fmla="*/ 59 h 105"/>
                  <a:gd name="T70" fmla="*/ 76 w 112"/>
                  <a:gd name="T71" fmla="*/ 67 h 105"/>
                  <a:gd name="T72" fmla="*/ 86 w 112"/>
                  <a:gd name="T73" fmla="*/ 87 h 105"/>
                  <a:gd name="T74" fmla="*/ 83 w 112"/>
                  <a:gd name="T75" fmla="*/ 90 h 105"/>
                  <a:gd name="T76" fmla="*/ 63 w 112"/>
                  <a:gd name="T77" fmla="*/ 77 h 105"/>
                  <a:gd name="T78" fmla="*/ 54 w 112"/>
                  <a:gd name="T79" fmla="*/ 77 h 105"/>
                  <a:gd name="T80" fmla="*/ 37 w 112"/>
                  <a:gd name="T81" fmla="*/ 90 h 105"/>
                  <a:gd name="T82" fmla="*/ 33 w 112"/>
                  <a:gd name="T83" fmla="*/ 8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2" h="105">
                    <a:moveTo>
                      <a:pt x="64" y="89"/>
                    </a:moveTo>
                    <a:cubicBezTo>
                      <a:pt x="93" y="102"/>
                      <a:pt x="93" y="102"/>
                      <a:pt x="93" y="102"/>
                    </a:cubicBezTo>
                    <a:cubicBezTo>
                      <a:pt x="97" y="104"/>
                      <a:pt x="99" y="101"/>
                      <a:pt x="97" y="97"/>
                    </a:cubicBezTo>
                    <a:cubicBezTo>
                      <a:pt x="87" y="71"/>
                      <a:pt x="87" y="71"/>
                      <a:pt x="87" y="71"/>
                    </a:cubicBezTo>
                    <a:cubicBezTo>
                      <a:pt x="85" y="68"/>
                      <a:pt x="85" y="65"/>
                      <a:pt x="88" y="6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12" y="43"/>
                      <a:pt x="111" y="38"/>
                      <a:pt x="105" y="38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7" y="39"/>
                      <a:pt x="75" y="38"/>
                      <a:pt x="74" y="33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0"/>
                      <a:pt x="55" y="0"/>
                      <a:pt x="53" y="5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3" y="35"/>
                      <a:pt x="41" y="37"/>
                      <a:pt x="34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2" y="39"/>
                      <a:pt x="0" y="44"/>
                      <a:pt x="5" y="47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31" y="64"/>
                      <a:pt x="32" y="67"/>
                      <a:pt x="30" y="74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1" y="102"/>
                      <a:pt x="24" y="105"/>
                      <a:pt x="28" y="103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8" y="86"/>
                      <a:pt x="61" y="88"/>
                      <a:pt x="64" y="89"/>
                    </a:cubicBezTo>
                    <a:moveTo>
                      <a:pt x="33" y="86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4"/>
                      <a:pt x="40" y="61"/>
                      <a:pt x="37" y="5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6" y="47"/>
                      <a:pt x="17" y="44"/>
                      <a:pt x="20" y="4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4" y="45"/>
                      <a:pt x="48" y="44"/>
                      <a:pt x="49" y="4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18"/>
                      <a:pt x="59" y="18"/>
                      <a:pt x="60" y="20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4"/>
                      <a:pt x="69" y="47"/>
                      <a:pt x="73" y="47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5" y="45"/>
                      <a:pt x="96" y="48"/>
                      <a:pt x="94" y="4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5" y="61"/>
                      <a:pt x="74" y="64"/>
                      <a:pt x="76" y="67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87" y="89"/>
                      <a:pt x="86" y="91"/>
                      <a:pt x="83" y="90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1" y="76"/>
                      <a:pt x="57" y="76"/>
                      <a:pt x="54" y="77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4" y="92"/>
                      <a:pt x="32" y="90"/>
                      <a:pt x="33" y="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7" name="Freeform 96">
                <a:extLst>
                  <a:ext uri="{FF2B5EF4-FFF2-40B4-BE49-F238E27FC236}">
                    <a16:creationId xmlns:a16="http://schemas.microsoft.com/office/drawing/2014/main" id="{6306B9B5-D542-429E-95CA-FA3E19CA77B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00" y="8102"/>
                <a:ext cx="38" cy="53"/>
              </a:xfrm>
              <a:custGeom>
                <a:avLst/>
                <a:gdLst>
                  <a:gd name="T0" fmla="*/ 48 w 50"/>
                  <a:gd name="T1" fmla="*/ 0 h 70"/>
                  <a:gd name="T2" fmla="*/ 2 w 50"/>
                  <a:gd name="T3" fmla="*/ 0 h 70"/>
                  <a:gd name="T4" fmla="*/ 0 w 50"/>
                  <a:gd name="T5" fmla="*/ 3 h 70"/>
                  <a:gd name="T6" fmla="*/ 0 w 50"/>
                  <a:gd name="T7" fmla="*/ 5 h 70"/>
                  <a:gd name="T8" fmla="*/ 2 w 50"/>
                  <a:gd name="T9" fmla="*/ 8 h 70"/>
                  <a:gd name="T10" fmla="*/ 21 w 50"/>
                  <a:gd name="T11" fmla="*/ 8 h 70"/>
                  <a:gd name="T12" fmla="*/ 21 w 50"/>
                  <a:gd name="T13" fmla="*/ 68 h 70"/>
                  <a:gd name="T14" fmla="*/ 25 w 50"/>
                  <a:gd name="T15" fmla="*/ 70 h 70"/>
                  <a:gd name="T16" fmla="*/ 26 w 50"/>
                  <a:gd name="T17" fmla="*/ 70 h 70"/>
                  <a:gd name="T18" fmla="*/ 30 w 50"/>
                  <a:gd name="T19" fmla="*/ 68 h 70"/>
                  <a:gd name="T20" fmla="*/ 30 w 50"/>
                  <a:gd name="T21" fmla="*/ 8 h 70"/>
                  <a:gd name="T22" fmla="*/ 48 w 50"/>
                  <a:gd name="T23" fmla="*/ 8 h 70"/>
                  <a:gd name="T24" fmla="*/ 50 w 50"/>
                  <a:gd name="T25" fmla="*/ 5 h 70"/>
                  <a:gd name="T26" fmla="*/ 50 w 50"/>
                  <a:gd name="T27" fmla="*/ 3 h 70"/>
                  <a:gd name="T28" fmla="*/ 48 w 50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70">
                    <a:moveTo>
                      <a:pt x="4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2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0"/>
                      <a:pt x="30" y="69"/>
                      <a:pt x="30" y="6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8"/>
                      <a:pt x="50" y="7"/>
                      <a:pt x="50" y="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8" name="Freeform 97">
                <a:extLst>
                  <a:ext uri="{FF2B5EF4-FFF2-40B4-BE49-F238E27FC236}">
                    <a16:creationId xmlns:a16="http://schemas.microsoft.com/office/drawing/2014/main" id="{1BFC8DFB-9726-4522-8FA2-5D8B76A126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49" y="8102"/>
                <a:ext cx="40" cy="53"/>
              </a:xfrm>
              <a:custGeom>
                <a:avLst/>
                <a:gdLst>
                  <a:gd name="T0" fmla="*/ 50 w 54"/>
                  <a:gd name="T1" fmla="*/ 0 h 70"/>
                  <a:gd name="T2" fmla="*/ 49 w 54"/>
                  <a:gd name="T3" fmla="*/ 0 h 70"/>
                  <a:gd name="T4" fmla="*/ 45 w 54"/>
                  <a:gd name="T5" fmla="*/ 2 h 70"/>
                  <a:gd name="T6" fmla="*/ 45 w 54"/>
                  <a:gd name="T7" fmla="*/ 31 h 70"/>
                  <a:gd name="T8" fmla="*/ 9 w 54"/>
                  <a:gd name="T9" fmla="*/ 31 h 70"/>
                  <a:gd name="T10" fmla="*/ 9 w 54"/>
                  <a:gd name="T11" fmla="*/ 2 h 70"/>
                  <a:gd name="T12" fmla="*/ 5 w 54"/>
                  <a:gd name="T13" fmla="*/ 0 h 70"/>
                  <a:gd name="T14" fmla="*/ 4 w 54"/>
                  <a:gd name="T15" fmla="*/ 0 h 70"/>
                  <a:gd name="T16" fmla="*/ 0 w 54"/>
                  <a:gd name="T17" fmla="*/ 2 h 70"/>
                  <a:gd name="T18" fmla="*/ 0 w 54"/>
                  <a:gd name="T19" fmla="*/ 68 h 70"/>
                  <a:gd name="T20" fmla="*/ 4 w 54"/>
                  <a:gd name="T21" fmla="*/ 70 h 70"/>
                  <a:gd name="T22" fmla="*/ 5 w 54"/>
                  <a:gd name="T23" fmla="*/ 70 h 70"/>
                  <a:gd name="T24" fmla="*/ 9 w 54"/>
                  <a:gd name="T25" fmla="*/ 68 h 70"/>
                  <a:gd name="T26" fmla="*/ 9 w 54"/>
                  <a:gd name="T27" fmla="*/ 38 h 70"/>
                  <a:gd name="T28" fmla="*/ 45 w 54"/>
                  <a:gd name="T29" fmla="*/ 38 h 70"/>
                  <a:gd name="T30" fmla="*/ 45 w 54"/>
                  <a:gd name="T31" fmla="*/ 68 h 70"/>
                  <a:gd name="T32" fmla="*/ 49 w 54"/>
                  <a:gd name="T33" fmla="*/ 70 h 70"/>
                  <a:gd name="T34" fmla="*/ 50 w 54"/>
                  <a:gd name="T35" fmla="*/ 70 h 70"/>
                  <a:gd name="T36" fmla="*/ 54 w 54"/>
                  <a:gd name="T37" fmla="*/ 68 h 70"/>
                  <a:gd name="T38" fmla="*/ 54 w 54"/>
                  <a:gd name="T39" fmla="*/ 2 h 70"/>
                  <a:gd name="T40" fmla="*/ 50 w 54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70">
                    <a:moveTo>
                      <a:pt x="5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9"/>
                      <a:pt x="46" y="70"/>
                      <a:pt x="49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3" y="70"/>
                      <a:pt x="54" y="69"/>
                      <a:pt x="54" y="6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9" name="Freeform 98">
                <a:extLst>
                  <a:ext uri="{FF2B5EF4-FFF2-40B4-BE49-F238E27FC236}">
                    <a16:creationId xmlns:a16="http://schemas.microsoft.com/office/drawing/2014/main" id="{2E7E0040-337F-4D3A-80D1-A389E49852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0" name="Freeform 99">
                <a:extLst>
                  <a:ext uri="{FF2B5EF4-FFF2-40B4-BE49-F238E27FC236}">
                    <a16:creationId xmlns:a16="http://schemas.microsoft.com/office/drawing/2014/main" id="{CBBD427E-B6FC-4E29-9401-EECD8A141FF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69" y="8102"/>
                <a:ext cx="37" cy="53"/>
              </a:xfrm>
              <a:custGeom>
                <a:avLst/>
                <a:gdLst>
                  <a:gd name="T0" fmla="*/ 41 w 49"/>
                  <a:gd name="T1" fmla="*/ 48 h 70"/>
                  <a:gd name="T2" fmla="*/ 32 w 49"/>
                  <a:gd name="T3" fmla="*/ 35 h 70"/>
                  <a:gd name="T4" fmla="*/ 32 w 49"/>
                  <a:gd name="T5" fmla="*/ 35 h 70"/>
                  <a:gd name="T6" fmla="*/ 43 w 49"/>
                  <a:gd name="T7" fmla="*/ 18 h 70"/>
                  <a:gd name="T8" fmla="*/ 19 w 49"/>
                  <a:gd name="T9" fmla="*/ 0 h 70"/>
                  <a:gd name="T10" fmla="*/ 3 w 49"/>
                  <a:gd name="T11" fmla="*/ 0 h 70"/>
                  <a:gd name="T12" fmla="*/ 0 w 49"/>
                  <a:gd name="T13" fmla="*/ 3 h 70"/>
                  <a:gd name="T14" fmla="*/ 0 w 49"/>
                  <a:gd name="T15" fmla="*/ 68 h 70"/>
                  <a:gd name="T16" fmla="*/ 4 w 49"/>
                  <a:gd name="T17" fmla="*/ 70 h 70"/>
                  <a:gd name="T18" fmla="*/ 4 w 49"/>
                  <a:gd name="T19" fmla="*/ 70 h 70"/>
                  <a:gd name="T20" fmla="*/ 8 w 49"/>
                  <a:gd name="T21" fmla="*/ 68 h 70"/>
                  <a:gd name="T22" fmla="*/ 8 w 49"/>
                  <a:gd name="T23" fmla="*/ 39 h 70"/>
                  <a:gd name="T24" fmla="*/ 17 w 49"/>
                  <a:gd name="T25" fmla="*/ 39 h 70"/>
                  <a:gd name="T26" fmla="*/ 32 w 49"/>
                  <a:gd name="T27" fmla="*/ 49 h 70"/>
                  <a:gd name="T28" fmla="*/ 40 w 49"/>
                  <a:gd name="T29" fmla="*/ 69 h 70"/>
                  <a:gd name="T30" fmla="*/ 44 w 49"/>
                  <a:gd name="T31" fmla="*/ 70 h 70"/>
                  <a:gd name="T32" fmla="*/ 45 w 49"/>
                  <a:gd name="T33" fmla="*/ 70 h 70"/>
                  <a:gd name="T34" fmla="*/ 49 w 49"/>
                  <a:gd name="T35" fmla="*/ 69 h 70"/>
                  <a:gd name="T36" fmla="*/ 48 w 49"/>
                  <a:gd name="T37" fmla="*/ 67 h 70"/>
                  <a:gd name="T38" fmla="*/ 41 w 49"/>
                  <a:gd name="T39" fmla="*/ 48 h 70"/>
                  <a:gd name="T40" fmla="*/ 21 w 49"/>
                  <a:gd name="T41" fmla="*/ 32 h 70"/>
                  <a:gd name="T42" fmla="*/ 8 w 49"/>
                  <a:gd name="T43" fmla="*/ 32 h 70"/>
                  <a:gd name="T44" fmla="*/ 8 w 49"/>
                  <a:gd name="T45" fmla="*/ 8 h 70"/>
                  <a:gd name="T46" fmla="*/ 21 w 49"/>
                  <a:gd name="T47" fmla="*/ 8 h 70"/>
                  <a:gd name="T48" fmla="*/ 34 w 49"/>
                  <a:gd name="T49" fmla="*/ 20 h 70"/>
                  <a:gd name="T50" fmla="*/ 21 w 49"/>
                  <a:gd name="T51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0">
                    <a:moveTo>
                      <a:pt x="41" y="48"/>
                    </a:moveTo>
                    <a:cubicBezTo>
                      <a:pt x="38" y="41"/>
                      <a:pt x="36" y="37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9" y="32"/>
                      <a:pt x="43" y="27"/>
                      <a:pt x="43" y="18"/>
                    </a:cubicBezTo>
                    <a:cubicBezTo>
                      <a:pt x="43" y="6"/>
                      <a:pt x="35" y="0"/>
                      <a:pt x="1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25" y="39"/>
                      <a:pt x="29" y="41"/>
                      <a:pt x="32" y="4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70"/>
                      <a:pt x="42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70"/>
                      <a:pt x="49" y="69"/>
                    </a:cubicBezTo>
                    <a:cubicBezTo>
                      <a:pt x="49" y="68"/>
                      <a:pt x="49" y="68"/>
                      <a:pt x="48" y="67"/>
                    </a:cubicBezTo>
                    <a:lnTo>
                      <a:pt x="41" y="48"/>
                    </a:lnTo>
                    <a:close/>
                    <a:moveTo>
                      <a:pt x="21" y="32"/>
                    </a:moveTo>
                    <a:cubicBezTo>
                      <a:pt x="8" y="32"/>
                      <a:pt x="8" y="32"/>
                      <a:pt x="8" y="3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9" y="8"/>
                      <a:pt x="34" y="12"/>
                      <a:pt x="34" y="20"/>
                    </a:cubicBezTo>
                    <a:cubicBezTo>
                      <a:pt x="34" y="26"/>
                      <a:pt x="29" y="32"/>
                      <a:pt x="21" y="3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1" name="Freeform 100">
                <a:extLst>
                  <a:ext uri="{FF2B5EF4-FFF2-40B4-BE49-F238E27FC236}">
                    <a16:creationId xmlns:a16="http://schemas.microsoft.com/office/drawing/2014/main" id="{8202D38C-DC10-4FCD-90C1-A4E33EBE426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4" y="8102"/>
                <a:ext cx="45" cy="53"/>
              </a:xfrm>
              <a:custGeom>
                <a:avLst/>
                <a:gdLst>
                  <a:gd name="T0" fmla="*/ 30 w 61"/>
                  <a:gd name="T1" fmla="*/ 0 h 71"/>
                  <a:gd name="T2" fmla="*/ 0 w 61"/>
                  <a:gd name="T3" fmla="*/ 35 h 71"/>
                  <a:gd name="T4" fmla="*/ 30 w 61"/>
                  <a:gd name="T5" fmla="*/ 71 h 71"/>
                  <a:gd name="T6" fmla="*/ 61 w 61"/>
                  <a:gd name="T7" fmla="*/ 35 h 71"/>
                  <a:gd name="T8" fmla="*/ 30 w 61"/>
                  <a:gd name="T9" fmla="*/ 0 h 71"/>
                  <a:gd name="T10" fmla="*/ 30 w 61"/>
                  <a:gd name="T11" fmla="*/ 63 h 71"/>
                  <a:gd name="T12" fmla="*/ 9 w 61"/>
                  <a:gd name="T13" fmla="*/ 35 h 71"/>
                  <a:gd name="T14" fmla="*/ 30 w 61"/>
                  <a:gd name="T15" fmla="*/ 7 h 71"/>
                  <a:gd name="T16" fmla="*/ 52 w 61"/>
                  <a:gd name="T17" fmla="*/ 35 h 71"/>
                  <a:gd name="T18" fmla="*/ 30 w 61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1">
                    <a:moveTo>
                      <a:pt x="30" y="0"/>
                    </a:moveTo>
                    <a:cubicBezTo>
                      <a:pt x="10" y="0"/>
                      <a:pt x="0" y="12"/>
                      <a:pt x="0" y="35"/>
                    </a:cubicBezTo>
                    <a:cubicBezTo>
                      <a:pt x="0" y="58"/>
                      <a:pt x="10" y="71"/>
                      <a:pt x="30" y="71"/>
                    </a:cubicBezTo>
                    <a:cubicBezTo>
                      <a:pt x="50" y="71"/>
                      <a:pt x="61" y="58"/>
                      <a:pt x="61" y="35"/>
                    </a:cubicBezTo>
                    <a:cubicBezTo>
                      <a:pt x="61" y="12"/>
                      <a:pt x="50" y="0"/>
                      <a:pt x="30" y="0"/>
                    </a:cubicBezTo>
                    <a:moveTo>
                      <a:pt x="30" y="63"/>
                    </a:moveTo>
                    <a:cubicBezTo>
                      <a:pt x="16" y="63"/>
                      <a:pt x="9" y="53"/>
                      <a:pt x="9" y="35"/>
                    </a:cubicBezTo>
                    <a:cubicBezTo>
                      <a:pt x="9" y="17"/>
                      <a:pt x="16" y="7"/>
                      <a:pt x="30" y="7"/>
                    </a:cubicBezTo>
                    <a:cubicBezTo>
                      <a:pt x="44" y="7"/>
                      <a:pt x="52" y="17"/>
                      <a:pt x="52" y="35"/>
                    </a:cubicBezTo>
                    <a:cubicBezTo>
                      <a:pt x="52" y="53"/>
                      <a:pt x="44" y="63"/>
                      <a:pt x="30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2" name="Freeform 101">
                <a:extLst>
                  <a:ext uri="{FF2B5EF4-FFF2-40B4-BE49-F238E27FC236}">
                    <a16:creationId xmlns:a16="http://schemas.microsoft.com/office/drawing/2014/main" id="{C73A4A63-1244-4F5A-837F-5F8CE5AD73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8" y="8102"/>
                <a:ext cx="38" cy="53"/>
              </a:xfrm>
              <a:custGeom>
                <a:avLst/>
                <a:gdLst>
                  <a:gd name="T0" fmla="*/ 47 w 52"/>
                  <a:gd name="T1" fmla="*/ 0 h 70"/>
                  <a:gd name="T2" fmla="*/ 43 w 52"/>
                  <a:gd name="T3" fmla="*/ 2 h 70"/>
                  <a:gd name="T4" fmla="*/ 26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4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1 w 52"/>
                  <a:gd name="T17" fmla="*/ 34 h 70"/>
                  <a:gd name="T18" fmla="*/ 21 w 52"/>
                  <a:gd name="T19" fmla="*/ 68 h 70"/>
                  <a:gd name="T20" fmla="*/ 25 w 52"/>
                  <a:gd name="T21" fmla="*/ 70 h 70"/>
                  <a:gd name="T22" fmla="*/ 26 w 52"/>
                  <a:gd name="T23" fmla="*/ 70 h 70"/>
                  <a:gd name="T24" fmla="*/ 30 w 52"/>
                  <a:gd name="T25" fmla="*/ 68 h 70"/>
                  <a:gd name="T26" fmla="*/ 30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7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7" y="0"/>
                    </a:moveTo>
                    <a:cubicBezTo>
                      <a:pt x="45" y="0"/>
                      <a:pt x="43" y="1"/>
                      <a:pt x="43" y="2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3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9" y="70"/>
                      <a:pt x="30" y="69"/>
                      <a:pt x="30" y="6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3" name="Freeform 102">
                <a:extLst>
                  <a:ext uri="{FF2B5EF4-FFF2-40B4-BE49-F238E27FC236}">
                    <a16:creationId xmlns:a16="http://schemas.microsoft.com/office/drawing/2014/main" id="{65480DA6-594F-4D4A-8EC5-C9EFAD65AC2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11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1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5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9" y="70"/>
                      <a:pt x="9" y="69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9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4" name="Freeform 103">
                <a:extLst>
                  <a:ext uri="{FF2B5EF4-FFF2-40B4-BE49-F238E27FC236}">
                    <a16:creationId xmlns:a16="http://schemas.microsoft.com/office/drawing/2014/main" id="{9B03E00F-441A-429C-99B4-FF8CAEA0137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5" y="8102"/>
                <a:ext cx="28" cy="53"/>
              </a:xfrm>
              <a:custGeom>
                <a:avLst/>
                <a:gdLst>
                  <a:gd name="T0" fmla="*/ 36 w 38"/>
                  <a:gd name="T1" fmla="*/ 62 h 70"/>
                  <a:gd name="T2" fmla="*/ 9 w 38"/>
                  <a:gd name="T3" fmla="*/ 62 h 70"/>
                  <a:gd name="T4" fmla="*/ 9 w 38"/>
                  <a:gd name="T5" fmla="*/ 2 h 70"/>
                  <a:gd name="T6" fmla="*/ 5 w 38"/>
                  <a:gd name="T7" fmla="*/ 0 h 70"/>
                  <a:gd name="T8" fmla="*/ 4 w 38"/>
                  <a:gd name="T9" fmla="*/ 0 h 70"/>
                  <a:gd name="T10" fmla="*/ 0 w 38"/>
                  <a:gd name="T11" fmla="*/ 2 h 70"/>
                  <a:gd name="T12" fmla="*/ 0 w 38"/>
                  <a:gd name="T13" fmla="*/ 67 h 70"/>
                  <a:gd name="T14" fmla="*/ 3 w 38"/>
                  <a:gd name="T15" fmla="*/ 70 h 70"/>
                  <a:gd name="T16" fmla="*/ 36 w 38"/>
                  <a:gd name="T17" fmla="*/ 70 h 70"/>
                  <a:gd name="T18" fmla="*/ 38 w 38"/>
                  <a:gd name="T19" fmla="*/ 67 h 70"/>
                  <a:gd name="T20" fmla="*/ 38 w 38"/>
                  <a:gd name="T21" fmla="*/ 65 h 70"/>
                  <a:gd name="T22" fmla="*/ 36 w 38"/>
                  <a:gd name="T23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6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0"/>
                      <a:pt x="38" y="69"/>
                      <a:pt x="38" y="67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3"/>
                      <a:pt x="37" y="62"/>
                      <a:pt x="36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5" name="Freeform 104">
                <a:extLst>
                  <a:ext uri="{FF2B5EF4-FFF2-40B4-BE49-F238E27FC236}">
                    <a16:creationId xmlns:a16="http://schemas.microsoft.com/office/drawing/2014/main" id="{44FA60D8-6F7E-45F1-92ED-D9A0BC0E3C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19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6" name="Freeform 105">
                <a:extLst>
                  <a:ext uri="{FF2B5EF4-FFF2-40B4-BE49-F238E27FC236}">
                    <a16:creationId xmlns:a16="http://schemas.microsoft.com/office/drawing/2014/main" id="{7322E8C7-D95D-45CC-82E8-E62ADBC0401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7" y="8102"/>
                <a:ext cx="63" cy="53"/>
              </a:xfrm>
              <a:custGeom>
                <a:avLst/>
                <a:gdLst>
                  <a:gd name="T0" fmla="*/ 80 w 84"/>
                  <a:gd name="T1" fmla="*/ 0 h 70"/>
                  <a:gd name="T2" fmla="*/ 80 w 84"/>
                  <a:gd name="T3" fmla="*/ 0 h 70"/>
                  <a:gd name="T4" fmla="*/ 76 w 84"/>
                  <a:gd name="T5" fmla="*/ 2 h 70"/>
                  <a:gd name="T6" fmla="*/ 61 w 84"/>
                  <a:gd name="T7" fmla="*/ 60 h 70"/>
                  <a:gd name="T8" fmla="*/ 60 w 84"/>
                  <a:gd name="T9" fmla="*/ 51 h 70"/>
                  <a:gd name="T10" fmla="*/ 47 w 84"/>
                  <a:gd name="T11" fmla="*/ 2 h 70"/>
                  <a:gd name="T12" fmla="*/ 43 w 84"/>
                  <a:gd name="T13" fmla="*/ 0 h 70"/>
                  <a:gd name="T14" fmla="*/ 42 w 84"/>
                  <a:gd name="T15" fmla="*/ 0 h 70"/>
                  <a:gd name="T16" fmla="*/ 38 w 84"/>
                  <a:gd name="T17" fmla="*/ 2 h 70"/>
                  <a:gd name="T18" fmla="*/ 23 w 84"/>
                  <a:gd name="T19" fmla="*/ 60 h 70"/>
                  <a:gd name="T20" fmla="*/ 22 w 84"/>
                  <a:gd name="T21" fmla="*/ 51 h 70"/>
                  <a:gd name="T22" fmla="*/ 9 w 84"/>
                  <a:gd name="T23" fmla="*/ 2 h 70"/>
                  <a:gd name="T24" fmla="*/ 5 w 84"/>
                  <a:gd name="T25" fmla="*/ 0 h 70"/>
                  <a:gd name="T26" fmla="*/ 4 w 84"/>
                  <a:gd name="T27" fmla="*/ 0 h 70"/>
                  <a:gd name="T28" fmla="*/ 0 w 84"/>
                  <a:gd name="T29" fmla="*/ 2 h 70"/>
                  <a:gd name="T30" fmla="*/ 0 w 84"/>
                  <a:gd name="T31" fmla="*/ 3 h 70"/>
                  <a:gd name="T32" fmla="*/ 17 w 84"/>
                  <a:gd name="T33" fmla="*/ 69 h 70"/>
                  <a:gd name="T34" fmla="*/ 21 w 84"/>
                  <a:gd name="T35" fmla="*/ 70 h 70"/>
                  <a:gd name="T36" fmla="*/ 25 w 84"/>
                  <a:gd name="T37" fmla="*/ 70 h 70"/>
                  <a:gd name="T38" fmla="*/ 29 w 84"/>
                  <a:gd name="T39" fmla="*/ 69 h 70"/>
                  <a:gd name="T40" fmla="*/ 40 w 84"/>
                  <a:gd name="T41" fmla="*/ 28 h 70"/>
                  <a:gd name="T42" fmla="*/ 42 w 84"/>
                  <a:gd name="T43" fmla="*/ 15 h 70"/>
                  <a:gd name="T44" fmla="*/ 44 w 84"/>
                  <a:gd name="T45" fmla="*/ 28 h 70"/>
                  <a:gd name="T46" fmla="*/ 55 w 84"/>
                  <a:gd name="T47" fmla="*/ 69 h 70"/>
                  <a:gd name="T48" fmla="*/ 59 w 84"/>
                  <a:gd name="T49" fmla="*/ 70 h 70"/>
                  <a:gd name="T50" fmla="*/ 63 w 84"/>
                  <a:gd name="T51" fmla="*/ 70 h 70"/>
                  <a:gd name="T52" fmla="*/ 67 w 84"/>
                  <a:gd name="T53" fmla="*/ 69 h 70"/>
                  <a:gd name="T54" fmla="*/ 84 w 84"/>
                  <a:gd name="T55" fmla="*/ 3 h 70"/>
                  <a:gd name="T56" fmla="*/ 84 w 84"/>
                  <a:gd name="T57" fmla="*/ 2 h 70"/>
                  <a:gd name="T58" fmla="*/ 80 w 84"/>
                  <a:gd name="T5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70"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78" y="0"/>
                      <a:pt x="76" y="1"/>
                      <a:pt x="76" y="2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1" y="60"/>
                      <a:pt x="60" y="54"/>
                      <a:pt x="60" y="5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5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38" y="1"/>
                      <a:pt x="38" y="2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2" y="53"/>
                      <a:pt x="22" y="5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9" y="70"/>
                      <a:pt x="21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9" y="70"/>
                      <a:pt x="29" y="6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70"/>
                      <a:pt x="57" y="70"/>
                      <a:pt x="59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5" y="70"/>
                      <a:pt x="67" y="70"/>
                      <a:pt x="67" y="69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4" y="1"/>
                      <a:pt x="83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7" name="Freeform 106">
                <a:extLst>
                  <a:ext uri="{FF2B5EF4-FFF2-40B4-BE49-F238E27FC236}">
                    <a16:creationId xmlns:a16="http://schemas.microsoft.com/office/drawing/2014/main" id="{8B6A56AD-B520-4DF2-B597-C3C14160331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31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8" name="Freeform 107">
                <a:extLst>
                  <a:ext uri="{FF2B5EF4-FFF2-40B4-BE49-F238E27FC236}">
                    <a16:creationId xmlns:a16="http://schemas.microsoft.com/office/drawing/2014/main" id="{E24F8C30-307F-4A91-8903-CCCF39EED60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74" y="8102"/>
                <a:ext cx="40" cy="53"/>
              </a:xfrm>
              <a:custGeom>
                <a:avLst/>
                <a:gdLst>
                  <a:gd name="T0" fmla="*/ 23 w 53"/>
                  <a:gd name="T1" fmla="*/ 0 h 70"/>
                  <a:gd name="T2" fmla="*/ 3 w 53"/>
                  <a:gd name="T3" fmla="*/ 0 h 70"/>
                  <a:gd name="T4" fmla="*/ 0 w 53"/>
                  <a:gd name="T5" fmla="*/ 3 h 70"/>
                  <a:gd name="T6" fmla="*/ 0 w 53"/>
                  <a:gd name="T7" fmla="*/ 67 h 70"/>
                  <a:gd name="T8" fmla="*/ 3 w 53"/>
                  <a:gd name="T9" fmla="*/ 70 h 70"/>
                  <a:gd name="T10" fmla="*/ 23 w 53"/>
                  <a:gd name="T11" fmla="*/ 70 h 70"/>
                  <a:gd name="T12" fmla="*/ 53 w 53"/>
                  <a:gd name="T13" fmla="*/ 35 h 70"/>
                  <a:gd name="T14" fmla="*/ 23 w 53"/>
                  <a:gd name="T15" fmla="*/ 0 h 70"/>
                  <a:gd name="T16" fmla="*/ 22 w 53"/>
                  <a:gd name="T17" fmla="*/ 62 h 70"/>
                  <a:gd name="T18" fmla="*/ 8 w 53"/>
                  <a:gd name="T19" fmla="*/ 62 h 70"/>
                  <a:gd name="T20" fmla="*/ 8 w 53"/>
                  <a:gd name="T21" fmla="*/ 8 h 70"/>
                  <a:gd name="T22" fmla="*/ 22 w 53"/>
                  <a:gd name="T23" fmla="*/ 8 h 70"/>
                  <a:gd name="T24" fmla="*/ 44 w 53"/>
                  <a:gd name="T25" fmla="*/ 35 h 70"/>
                  <a:gd name="T26" fmla="*/ 22 w 53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3" y="61"/>
                      <a:pt x="53" y="35"/>
                    </a:cubicBezTo>
                    <a:cubicBezTo>
                      <a:pt x="53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4" y="8"/>
                      <a:pt x="44" y="15"/>
                      <a:pt x="44" y="35"/>
                    </a:cubicBezTo>
                    <a:cubicBezTo>
                      <a:pt x="44" y="55"/>
                      <a:pt x="34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9" name="Freeform 108">
                <a:extLst>
                  <a:ext uri="{FF2B5EF4-FFF2-40B4-BE49-F238E27FC236}">
                    <a16:creationId xmlns:a16="http://schemas.microsoft.com/office/drawing/2014/main" id="{CB4AECD6-8242-4423-9E46-F307D59B54F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28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0" name="Freeform 109">
                <a:extLst>
                  <a:ext uri="{FF2B5EF4-FFF2-40B4-BE49-F238E27FC236}">
                    <a16:creationId xmlns:a16="http://schemas.microsoft.com/office/drawing/2014/main" id="{564B2260-208A-4B3A-9FA1-4EC2A857AE1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47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5" y="7"/>
                      <a:pt x="23" y="7"/>
                    </a:cubicBezTo>
                    <a:cubicBezTo>
                      <a:pt x="31" y="7"/>
                      <a:pt x="34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4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1" name="Freeform 110">
                <a:extLst>
                  <a:ext uri="{FF2B5EF4-FFF2-40B4-BE49-F238E27FC236}">
                    <a16:creationId xmlns:a16="http://schemas.microsoft.com/office/drawing/2014/main" id="{FBA7014C-50C9-49D1-B84C-BF56977E3D3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1" y="8102"/>
                <a:ext cx="40" cy="53"/>
              </a:xfrm>
              <a:custGeom>
                <a:avLst/>
                <a:gdLst>
                  <a:gd name="T0" fmla="*/ 49 w 53"/>
                  <a:gd name="T1" fmla="*/ 0 h 70"/>
                  <a:gd name="T2" fmla="*/ 48 w 53"/>
                  <a:gd name="T3" fmla="*/ 0 h 70"/>
                  <a:gd name="T4" fmla="*/ 44 w 53"/>
                  <a:gd name="T5" fmla="*/ 2 h 70"/>
                  <a:gd name="T6" fmla="*/ 44 w 53"/>
                  <a:gd name="T7" fmla="*/ 31 h 70"/>
                  <a:gd name="T8" fmla="*/ 8 w 53"/>
                  <a:gd name="T9" fmla="*/ 31 h 70"/>
                  <a:gd name="T10" fmla="*/ 8 w 53"/>
                  <a:gd name="T11" fmla="*/ 2 h 70"/>
                  <a:gd name="T12" fmla="*/ 4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38 h 70"/>
                  <a:gd name="T28" fmla="*/ 44 w 53"/>
                  <a:gd name="T29" fmla="*/ 38 h 70"/>
                  <a:gd name="T30" fmla="*/ 44 w 53"/>
                  <a:gd name="T31" fmla="*/ 68 h 70"/>
                  <a:gd name="T32" fmla="*/ 48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4" y="1"/>
                      <a:pt x="44" y="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9"/>
                      <a:pt x="46" y="70"/>
                      <a:pt x="48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2" name="Freeform 111">
                <a:extLst>
                  <a:ext uri="{FF2B5EF4-FFF2-40B4-BE49-F238E27FC236}">
                    <a16:creationId xmlns:a16="http://schemas.microsoft.com/office/drawing/2014/main" id="{72C9D179-441B-4C6C-83F2-AB07087680A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562" y="8102"/>
                <a:ext cx="43" cy="53"/>
              </a:xfrm>
              <a:custGeom>
                <a:avLst/>
                <a:gdLst>
                  <a:gd name="T0" fmla="*/ 34 w 58"/>
                  <a:gd name="T1" fmla="*/ 2 h 70"/>
                  <a:gd name="T2" fmla="*/ 31 w 58"/>
                  <a:gd name="T3" fmla="*/ 0 h 70"/>
                  <a:gd name="T4" fmla="*/ 28 w 58"/>
                  <a:gd name="T5" fmla="*/ 0 h 70"/>
                  <a:gd name="T6" fmla="*/ 24 w 58"/>
                  <a:gd name="T7" fmla="*/ 2 h 70"/>
                  <a:gd name="T8" fmla="*/ 0 w 58"/>
                  <a:gd name="T9" fmla="*/ 67 h 70"/>
                  <a:gd name="T10" fmla="*/ 0 w 58"/>
                  <a:gd name="T11" fmla="*/ 68 h 70"/>
                  <a:gd name="T12" fmla="*/ 4 w 58"/>
                  <a:gd name="T13" fmla="*/ 70 h 70"/>
                  <a:gd name="T14" fmla="*/ 5 w 58"/>
                  <a:gd name="T15" fmla="*/ 70 h 70"/>
                  <a:gd name="T16" fmla="*/ 9 w 58"/>
                  <a:gd name="T17" fmla="*/ 69 h 70"/>
                  <a:gd name="T18" fmla="*/ 14 w 58"/>
                  <a:gd name="T19" fmla="*/ 52 h 70"/>
                  <a:gd name="T20" fmla="*/ 43 w 58"/>
                  <a:gd name="T21" fmla="*/ 52 h 70"/>
                  <a:gd name="T22" fmla="*/ 49 w 58"/>
                  <a:gd name="T23" fmla="*/ 69 h 70"/>
                  <a:gd name="T24" fmla="*/ 53 w 58"/>
                  <a:gd name="T25" fmla="*/ 70 h 70"/>
                  <a:gd name="T26" fmla="*/ 54 w 58"/>
                  <a:gd name="T27" fmla="*/ 70 h 70"/>
                  <a:gd name="T28" fmla="*/ 58 w 58"/>
                  <a:gd name="T29" fmla="*/ 68 h 70"/>
                  <a:gd name="T30" fmla="*/ 58 w 58"/>
                  <a:gd name="T31" fmla="*/ 67 h 70"/>
                  <a:gd name="T32" fmla="*/ 34 w 58"/>
                  <a:gd name="T33" fmla="*/ 2 h 70"/>
                  <a:gd name="T34" fmla="*/ 17 w 58"/>
                  <a:gd name="T35" fmla="*/ 45 h 70"/>
                  <a:gd name="T36" fmla="*/ 27 w 58"/>
                  <a:gd name="T37" fmla="*/ 15 h 70"/>
                  <a:gd name="T38" fmla="*/ 29 w 58"/>
                  <a:gd name="T39" fmla="*/ 9 h 70"/>
                  <a:gd name="T40" fmla="*/ 30 w 58"/>
                  <a:gd name="T41" fmla="*/ 15 h 70"/>
                  <a:gd name="T42" fmla="*/ 41 w 58"/>
                  <a:gd name="T43" fmla="*/ 45 h 70"/>
                  <a:gd name="T44" fmla="*/ 17 w 58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70">
                    <a:moveTo>
                      <a:pt x="34" y="2"/>
                    </a:moveTo>
                    <a:cubicBezTo>
                      <a:pt x="34" y="1"/>
                      <a:pt x="32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0" y="70"/>
                      <a:pt x="51" y="70"/>
                      <a:pt x="53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8" y="69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lnTo>
                      <a:pt x="34" y="2"/>
                    </a:lnTo>
                    <a:close/>
                    <a:moveTo>
                      <a:pt x="17" y="4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3" name="Freeform 112">
                <a:extLst>
                  <a:ext uri="{FF2B5EF4-FFF2-40B4-BE49-F238E27FC236}">
                    <a16:creationId xmlns:a16="http://schemas.microsoft.com/office/drawing/2014/main" id="{1104CAD2-105D-43E0-9E83-DA098C69243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3" y="8102"/>
                <a:ext cx="39" cy="53"/>
              </a:xfrm>
              <a:custGeom>
                <a:avLst/>
                <a:gdLst>
                  <a:gd name="T0" fmla="*/ 49 w 52"/>
                  <a:gd name="T1" fmla="*/ 58 h 71"/>
                  <a:gd name="T2" fmla="*/ 32 w 52"/>
                  <a:gd name="T3" fmla="*/ 63 h 71"/>
                  <a:gd name="T4" fmla="*/ 9 w 52"/>
                  <a:gd name="T5" fmla="*/ 35 h 71"/>
                  <a:gd name="T6" fmla="*/ 32 w 52"/>
                  <a:gd name="T7" fmla="*/ 7 h 71"/>
                  <a:gd name="T8" fmla="*/ 47 w 52"/>
                  <a:gd name="T9" fmla="*/ 12 h 71"/>
                  <a:gd name="T10" fmla="*/ 51 w 52"/>
                  <a:gd name="T11" fmla="*/ 6 h 71"/>
                  <a:gd name="T12" fmla="*/ 32 w 52"/>
                  <a:gd name="T13" fmla="*/ 0 h 71"/>
                  <a:gd name="T14" fmla="*/ 0 w 52"/>
                  <a:gd name="T15" fmla="*/ 35 h 71"/>
                  <a:gd name="T16" fmla="*/ 32 w 52"/>
                  <a:gd name="T17" fmla="*/ 71 h 71"/>
                  <a:gd name="T18" fmla="*/ 52 w 52"/>
                  <a:gd name="T19" fmla="*/ 63 h 71"/>
                  <a:gd name="T20" fmla="*/ 49 w 52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1">
                    <a:moveTo>
                      <a:pt x="49" y="58"/>
                    </a:moveTo>
                    <a:cubicBezTo>
                      <a:pt x="47" y="58"/>
                      <a:pt x="42" y="63"/>
                      <a:pt x="32" y="63"/>
                    </a:cubicBezTo>
                    <a:cubicBezTo>
                      <a:pt x="16" y="63"/>
                      <a:pt x="9" y="54"/>
                      <a:pt x="9" y="35"/>
                    </a:cubicBezTo>
                    <a:cubicBezTo>
                      <a:pt x="9" y="16"/>
                      <a:pt x="16" y="7"/>
                      <a:pt x="32" y="7"/>
                    </a:cubicBezTo>
                    <a:cubicBezTo>
                      <a:pt x="42" y="7"/>
                      <a:pt x="46" y="12"/>
                      <a:pt x="47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0" y="71"/>
                      <a:pt x="32" y="71"/>
                    </a:cubicBezTo>
                    <a:cubicBezTo>
                      <a:pt x="43" y="71"/>
                      <a:pt x="52" y="66"/>
                      <a:pt x="52" y="63"/>
                    </a:cubicBezTo>
                    <a:cubicBezTo>
                      <a:pt x="52" y="62"/>
                      <a:pt x="50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4" name="Freeform 113">
                <a:extLst>
                  <a:ext uri="{FF2B5EF4-FFF2-40B4-BE49-F238E27FC236}">
                    <a16:creationId xmlns:a16="http://schemas.microsoft.com/office/drawing/2014/main" id="{0FF49818-97B0-440E-BBB0-94D6B326387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58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0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4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8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5" name="Freeform 114">
                <a:extLst>
                  <a:ext uri="{FF2B5EF4-FFF2-40B4-BE49-F238E27FC236}">
                    <a16:creationId xmlns:a16="http://schemas.microsoft.com/office/drawing/2014/main" id="{800815F3-DF88-47BA-853E-64A26D48EFB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12" y="8102"/>
                <a:ext cx="40" cy="53"/>
              </a:xfrm>
              <a:custGeom>
                <a:avLst/>
                <a:gdLst>
                  <a:gd name="T0" fmla="*/ 23 w 54"/>
                  <a:gd name="T1" fmla="*/ 0 h 70"/>
                  <a:gd name="T2" fmla="*/ 3 w 54"/>
                  <a:gd name="T3" fmla="*/ 0 h 70"/>
                  <a:gd name="T4" fmla="*/ 0 w 54"/>
                  <a:gd name="T5" fmla="*/ 3 h 70"/>
                  <a:gd name="T6" fmla="*/ 0 w 54"/>
                  <a:gd name="T7" fmla="*/ 67 h 70"/>
                  <a:gd name="T8" fmla="*/ 3 w 54"/>
                  <a:gd name="T9" fmla="*/ 70 h 70"/>
                  <a:gd name="T10" fmla="*/ 23 w 54"/>
                  <a:gd name="T11" fmla="*/ 70 h 70"/>
                  <a:gd name="T12" fmla="*/ 54 w 54"/>
                  <a:gd name="T13" fmla="*/ 35 h 70"/>
                  <a:gd name="T14" fmla="*/ 23 w 54"/>
                  <a:gd name="T15" fmla="*/ 0 h 70"/>
                  <a:gd name="T16" fmla="*/ 22 w 54"/>
                  <a:gd name="T17" fmla="*/ 62 h 70"/>
                  <a:gd name="T18" fmla="*/ 9 w 54"/>
                  <a:gd name="T19" fmla="*/ 62 h 70"/>
                  <a:gd name="T20" fmla="*/ 9 w 54"/>
                  <a:gd name="T21" fmla="*/ 8 h 70"/>
                  <a:gd name="T22" fmla="*/ 22 w 54"/>
                  <a:gd name="T23" fmla="*/ 8 h 70"/>
                  <a:gd name="T24" fmla="*/ 45 w 54"/>
                  <a:gd name="T25" fmla="*/ 35 h 70"/>
                  <a:gd name="T26" fmla="*/ 22 w 54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4" y="61"/>
                      <a:pt x="54" y="35"/>
                    </a:cubicBezTo>
                    <a:cubicBezTo>
                      <a:pt x="54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5" y="8"/>
                      <a:pt x="45" y="15"/>
                      <a:pt x="45" y="35"/>
                    </a:cubicBezTo>
                    <a:cubicBezTo>
                      <a:pt x="45" y="55"/>
                      <a:pt x="35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6" name="Freeform 115">
                <a:extLst>
                  <a:ext uri="{FF2B5EF4-FFF2-40B4-BE49-F238E27FC236}">
                    <a16:creationId xmlns:a16="http://schemas.microsoft.com/office/drawing/2014/main" id="{5086C2D5-27B3-4C18-878A-73E2A2EDAE2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66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7" name="Freeform 116">
                <a:extLst>
                  <a:ext uri="{FF2B5EF4-FFF2-40B4-BE49-F238E27FC236}">
                    <a16:creationId xmlns:a16="http://schemas.microsoft.com/office/drawing/2014/main" id="{33BF5EA3-97E3-47A9-915E-6D581193D01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08" y="8102"/>
                <a:ext cx="49" cy="53"/>
              </a:xfrm>
              <a:custGeom>
                <a:avLst/>
                <a:gdLst>
                  <a:gd name="T0" fmla="*/ 62 w 66"/>
                  <a:gd name="T1" fmla="*/ 0 h 70"/>
                  <a:gd name="T2" fmla="*/ 59 w 66"/>
                  <a:gd name="T3" fmla="*/ 0 h 70"/>
                  <a:gd name="T4" fmla="*/ 55 w 66"/>
                  <a:gd name="T5" fmla="*/ 2 h 70"/>
                  <a:gd name="T6" fmla="*/ 36 w 66"/>
                  <a:gd name="T7" fmla="*/ 35 h 70"/>
                  <a:gd name="T8" fmla="*/ 33 w 66"/>
                  <a:gd name="T9" fmla="*/ 41 h 70"/>
                  <a:gd name="T10" fmla="*/ 31 w 66"/>
                  <a:gd name="T11" fmla="*/ 35 h 70"/>
                  <a:gd name="T12" fmla="*/ 12 w 66"/>
                  <a:gd name="T13" fmla="*/ 2 h 70"/>
                  <a:gd name="T14" fmla="*/ 8 w 66"/>
                  <a:gd name="T15" fmla="*/ 0 h 70"/>
                  <a:gd name="T16" fmla="*/ 4 w 66"/>
                  <a:gd name="T17" fmla="*/ 0 h 70"/>
                  <a:gd name="T18" fmla="*/ 0 w 66"/>
                  <a:gd name="T19" fmla="*/ 2 h 70"/>
                  <a:gd name="T20" fmla="*/ 0 w 66"/>
                  <a:gd name="T21" fmla="*/ 68 h 70"/>
                  <a:gd name="T22" fmla="*/ 4 w 66"/>
                  <a:gd name="T23" fmla="*/ 70 h 70"/>
                  <a:gd name="T24" fmla="*/ 5 w 66"/>
                  <a:gd name="T25" fmla="*/ 70 h 70"/>
                  <a:gd name="T26" fmla="*/ 9 w 66"/>
                  <a:gd name="T27" fmla="*/ 68 h 70"/>
                  <a:gd name="T28" fmla="*/ 9 w 66"/>
                  <a:gd name="T29" fmla="*/ 14 h 70"/>
                  <a:gd name="T30" fmla="*/ 29 w 66"/>
                  <a:gd name="T31" fmla="*/ 49 h 70"/>
                  <a:gd name="T32" fmla="*/ 31 w 66"/>
                  <a:gd name="T33" fmla="*/ 51 h 70"/>
                  <a:gd name="T34" fmla="*/ 35 w 66"/>
                  <a:gd name="T35" fmla="*/ 51 h 70"/>
                  <a:gd name="T36" fmla="*/ 38 w 66"/>
                  <a:gd name="T37" fmla="*/ 49 h 70"/>
                  <a:gd name="T38" fmla="*/ 58 w 66"/>
                  <a:gd name="T39" fmla="*/ 15 h 70"/>
                  <a:gd name="T40" fmla="*/ 58 w 66"/>
                  <a:gd name="T41" fmla="*/ 68 h 70"/>
                  <a:gd name="T42" fmla="*/ 61 w 66"/>
                  <a:gd name="T43" fmla="*/ 70 h 70"/>
                  <a:gd name="T44" fmla="*/ 62 w 66"/>
                  <a:gd name="T45" fmla="*/ 70 h 70"/>
                  <a:gd name="T46" fmla="*/ 66 w 66"/>
                  <a:gd name="T47" fmla="*/ 68 h 70"/>
                  <a:gd name="T48" fmla="*/ 66 w 66"/>
                  <a:gd name="T49" fmla="*/ 2 h 70"/>
                  <a:gd name="T50" fmla="*/ 62 w 66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70">
                    <a:moveTo>
                      <a:pt x="62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0"/>
                      <a:pt x="55" y="1"/>
                      <a:pt x="55" y="2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50"/>
                      <a:pt x="30" y="51"/>
                      <a:pt x="31" y="51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51"/>
                      <a:pt x="37" y="50"/>
                      <a:pt x="38" y="49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9"/>
                      <a:pt x="59" y="70"/>
                      <a:pt x="6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5" y="70"/>
                      <a:pt x="66" y="69"/>
                      <a:pt x="66" y="6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5" y="0"/>
                      <a:pt x="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8" name="Freeform 117">
                <a:extLst>
                  <a:ext uri="{FF2B5EF4-FFF2-40B4-BE49-F238E27FC236}">
                    <a16:creationId xmlns:a16="http://schemas.microsoft.com/office/drawing/2014/main" id="{B9BA5F04-7770-40FB-AEFB-EA4DF00C1FC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68" y="8102"/>
                <a:ext cx="38" cy="53"/>
              </a:xfrm>
              <a:custGeom>
                <a:avLst/>
                <a:gdLst>
                  <a:gd name="T0" fmla="*/ 48 w 52"/>
                  <a:gd name="T1" fmla="*/ 0 h 70"/>
                  <a:gd name="T2" fmla="*/ 43 w 52"/>
                  <a:gd name="T3" fmla="*/ 2 h 70"/>
                  <a:gd name="T4" fmla="*/ 27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5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2 w 52"/>
                  <a:gd name="T17" fmla="*/ 34 h 70"/>
                  <a:gd name="T18" fmla="*/ 22 w 52"/>
                  <a:gd name="T19" fmla="*/ 68 h 70"/>
                  <a:gd name="T20" fmla="*/ 26 w 52"/>
                  <a:gd name="T21" fmla="*/ 70 h 70"/>
                  <a:gd name="T22" fmla="*/ 27 w 52"/>
                  <a:gd name="T23" fmla="*/ 70 h 70"/>
                  <a:gd name="T24" fmla="*/ 31 w 52"/>
                  <a:gd name="T25" fmla="*/ 68 h 70"/>
                  <a:gd name="T26" fmla="*/ 31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8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8" y="0"/>
                    </a:moveTo>
                    <a:cubicBezTo>
                      <a:pt x="46" y="0"/>
                      <a:pt x="44" y="1"/>
                      <a:pt x="43" y="2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2" y="69"/>
                      <a:pt x="23" y="70"/>
                      <a:pt x="26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9" y="70"/>
                      <a:pt x="31" y="69"/>
                      <a:pt x="31" y="68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9" name="Freeform 118">
                <a:extLst>
                  <a:ext uri="{FF2B5EF4-FFF2-40B4-BE49-F238E27FC236}">
                    <a16:creationId xmlns:a16="http://schemas.microsoft.com/office/drawing/2014/main" id="{B3AE1B7F-FE3A-44E9-8BF7-F6A62A2CE05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35" y="8102"/>
                <a:ext cx="46" cy="53"/>
              </a:xfrm>
              <a:custGeom>
                <a:avLst/>
                <a:gdLst>
                  <a:gd name="T0" fmla="*/ 31 w 62"/>
                  <a:gd name="T1" fmla="*/ 0 h 71"/>
                  <a:gd name="T2" fmla="*/ 0 w 62"/>
                  <a:gd name="T3" fmla="*/ 35 h 71"/>
                  <a:gd name="T4" fmla="*/ 31 w 62"/>
                  <a:gd name="T5" fmla="*/ 71 h 71"/>
                  <a:gd name="T6" fmla="*/ 62 w 62"/>
                  <a:gd name="T7" fmla="*/ 35 h 71"/>
                  <a:gd name="T8" fmla="*/ 31 w 62"/>
                  <a:gd name="T9" fmla="*/ 0 h 71"/>
                  <a:gd name="T10" fmla="*/ 31 w 62"/>
                  <a:gd name="T11" fmla="*/ 63 h 71"/>
                  <a:gd name="T12" fmla="*/ 10 w 62"/>
                  <a:gd name="T13" fmla="*/ 35 h 71"/>
                  <a:gd name="T14" fmla="*/ 31 w 62"/>
                  <a:gd name="T15" fmla="*/ 7 h 71"/>
                  <a:gd name="T16" fmla="*/ 53 w 62"/>
                  <a:gd name="T17" fmla="*/ 35 h 71"/>
                  <a:gd name="T18" fmla="*/ 31 w 62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1">
                    <a:moveTo>
                      <a:pt x="31" y="0"/>
                    </a:moveTo>
                    <a:cubicBezTo>
                      <a:pt x="11" y="0"/>
                      <a:pt x="0" y="12"/>
                      <a:pt x="0" y="35"/>
                    </a:cubicBezTo>
                    <a:cubicBezTo>
                      <a:pt x="0" y="58"/>
                      <a:pt x="11" y="71"/>
                      <a:pt x="31" y="71"/>
                    </a:cubicBezTo>
                    <a:cubicBezTo>
                      <a:pt x="51" y="71"/>
                      <a:pt x="62" y="58"/>
                      <a:pt x="62" y="35"/>
                    </a:cubicBezTo>
                    <a:cubicBezTo>
                      <a:pt x="62" y="12"/>
                      <a:pt x="51" y="0"/>
                      <a:pt x="31" y="0"/>
                    </a:cubicBezTo>
                    <a:moveTo>
                      <a:pt x="31" y="63"/>
                    </a:moveTo>
                    <a:cubicBezTo>
                      <a:pt x="17" y="63"/>
                      <a:pt x="10" y="53"/>
                      <a:pt x="10" y="35"/>
                    </a:cubicBezTo>
                    <a:cubicBezTo>
                      <a:pt x="10" y="17"/>
                      <a:pt x="17" y="7"/>
                      <a:pt x="31" y="7"/>
                    </a:cubicBezTo>
                    <a:cubicBezTo>
                      <a:pt x="45" y="7"/>
                      <a:pt x="53" y="17"/>
                      <a:pt x="53" y="35"/>
                    </a:cubicBezTo>
                    <a:cubicBezTo>
                      <a:pt x="53" y="53"/>
                      <a:pt x="45" y="63"/>
                      <a:pt x="31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0" name="Freeform 119">
                <a:extLst>
                  <a:ext uri="{FF2B5EF4-FFF2-40B4-BE49-F238E27FC236}">
                    <a16:creationId xmlns:a16="http://schemas.microsoft.com/office/drawing/2014/main" id="{27F12044-7828-46CE-8760-8B3AE6C9CBF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94" y="8102"/>
                <a:ext cx="28" cy="53"/>
              </a:xfrm>
              <a:custGeom>
                <a:avLst/>
                <a:gdLst>
                  <a:gd name="T0" fmla="*/ 35 w 37"/>
                  <a:gd name="T1" fmla="*/ 0 h 70"/>
                  <a:gd name="T2" fmla="*/ 3 w 37"/>
                  <a:gd name="T3" fmla="*/ 0 h 70"/>
                  <a:gd name="T4" fmla="*/ 0 w 37"/>
                  <a:gd name="T5" fmla="*/ 3 h 70"/>
                  <a:gd name="T6" fmla="*/ 0 w 37"/>
                  <a:gd name="T7" fmla="*/ 68 h 70"/>
                  <a:gd name="T8" fmla="*/ 4 w 37"/>
                  <a:gd name="T9" fmla="*/ 70 h 70"/>
                  <a:gd name="T10" fmla="*/ 5 w 37"/>
                  <a:gd name="T11" fmla="*/ 70 h 70"/>
                  <a:gd name="T12" fmla="*/ 9 w 37"/>
                  <a:gd name="T13" fmla="*/ 68 h 70"/>
                  <a:gd name="T14" fmla="*/ 9 w 37"/>
                  <a:gd name="T15" fmla="*/ 38 h 70"/>
                  <a:gd name="T16" fmla="*/ 33 w 37"/>
                  <a:gd name="T17" fmla="*/ 38 h 70"/>
                  <a:gd name="T18" fmla="*/ 35 w 37"/>
                  <a:gd name="T19" fmla="*/ 35 h 70"/>
                  <a:gd name="T20" fmla="*/ 35 w 37"/>
                  <a:gd name="T21" fmla="*/ 34 h 70"/>
                  <a:gd name="T22" fmla="*/ 33 w 37"/>
                  <a:gd name="T23" fmla="*/ 31 h 70"/>
                  <a:gd name="T24" fmla="*/ 9 w 37"/>
                  <a:gd name="T25" fmla="*/ 31 h 70"/>
                  <a:gd name="T26" fmla="*/ 9 w 37"/>
                  <a:gd name="T27" fmla="*/ 8 h 70"/>
                  <a:gd name="T28" fmla="*/ 35 w 37"/>
                  <a:gd name="T29" fmla="*/ 8 h 70"/>
                  <a:gd name="T30" fmla="*/ 37 w 37"/>
                  <a:gd name="T31" fmla="*/ 5 h 70"/>
                  <a:gd name="T32" fmla="*/ 37 w 37"/>
                  <a:gd name="T33" fmla="*/ 3 h 70"/>
                  <a:gd name="T34" fmla="*/ 35 w 37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70">
                    <a:moveTo>
                      <a:pt x="3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8"/>
                      <a:pt x="35" y="37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2"/>
                      <a:pt x="34" y="31"/>
                      <a:pt x="33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8"/>
                      <a:pt x="37" y="7"/>
                      <a:pt x="37" y="5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1" name="Freeform 120">
                <a:extLst>
                  <a:ext uri="{FF2B5EF4-FFF2-40B4-BE49-F238E27FC236}">
                    <a16:creationId xmlns:a16="http://schemas.microsoft.com/office/drawing/2014/main" id="{E13F288F-906A-40F0-807E-763E13322D9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50" y="8102"/>
                <a:ext cx="32" cy="53"/>
              </a:xfrm>
              <a:custGeom>
                <a:avLst/>
                <a:gdLst>
                  <a:gd name="T0" fmla="*/ 11 w 43"/>
                  <a:gd name="T1" fmla="*/ 19 h 71"/>
                  <a:gd name="T2" fmla="*/ 23 w 43"/>
                  <a:gd name="T3" fmla="*/ 7 h 71"/>
                  <a:gd name="T4" fmla="*/ 36 w 43"/>
                  <a:gd name="T5" fmla="*/ 11 h 71"/>
                  <a:gd name="T6" fmla="*/ 40 w 43"/>
                  <a:gd name="T7" fmla="*/ 6 h 71"/>
                  <a:gd name="T8" fmla="*/ 24 w 43"/>
                  <a:gd name="T9" fmla="*/ 0 h 71"/>
                  <a:gd name="T10" fmla="*/ 2 w 43"/>
                  <a:gd name="T11" fmla="*/ 18 h 71"/>
                  <a:gd name="T12" fmla="*/ 34 w 43"/>
                  <a:gd name="T13" fmla="*/ 51 h 71"/>
                  <a:gd name="T14" fmla="*/ 21 w 43"/>
                  <a:gd name="T15" fmla="*/ 63 h 71"/>
                  <a:gd name="T16" fmla="*/ 4 w 43"/>
                  <a:gd name="T17" fmla="*/ 58 h 71"/>
                  <a:gd name="T18" fmla="*/ 0 w 43"/>
                  <a:gd name="T19" fmla="*/ 63 h 71"/>
                  <a:gd name="T20" fmla="*/ 21 w 43"/>
                  <a:gd name="T21" fmla="*/ 71 h 71"/>
                  <a:gd name="T22" fmla="*/ 43 w 43"/>
                  <a:gd name="T23" fmla="*/ 51 h 71"/>
                  <a:gd name="T24" fmla="*/ 11 w 43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71">
                    <a:moveTo>
                      <a:pt x="11" y="19"/>
                    </a:moveTo>
                    <a:cubicBezTo>
                      <a:pt x="11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40" y="7"/>
                      <a:pt x="40" y="6"/>
                    </a:cubicBezTo>
                    <a:cubicBezTo>
                      <a:pt x="40" y="2"/>
                      <a:pt x="29" y="0"/>
                      <a:pt x="24" y="0"/>
                    </a:cubicBezTo>
                    <a:cubicBezTo>
                      <a:pt x="10" y="0"/>
                      <a:pt x="2" y="7"/>
                      <a:pt x="2" y="18"/>
                    </a:cubicBezTo>
                    <a:cubicBezTo>
                      <a:pt x="2" y="41"/>
                      <a:pt x="34" y="34"/>
                      <a:pt x="34" y="51"/>
                    </a:cubicBezTo>
                    <a:cubicBezTo>
                      <a:pt x="34" y="58"/>
                      <a:pt x="28" y="63"/>
                      <a:pt x="21" y="63"/>
                    </a:cubicBezTo>
                    <a:cubicBezTo>
                      <a:pt x="11" y="63"/>
                      <a:pt x="5" y="58"/>
                      <a:pt x="4" y="58"/>
                    </a:cubicBezTo>
                    <a:cubicBezTo>
                      <a:pt x="3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1" y="71"/>
                    </a:cubicBezTo>
                    <a:cubicBezTo>
                      <a:pt x="34" y="71"/>
                      <a:pt x="43" y="63"/>
                      <a:pt x="43" y="51"/>
                    </a:cubicBezTo>
                    <a:cubicBezTo>
                      <a:pt x="43" y="26"/>
                      <a:pt x="11" y="33"/>
                      <a:pt x="11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2" name="Freeform 121">
                <a:extLst>
                  <a:ext uri="{FF2B5EF4-FFF2-40B4-BE49-F238E27FC236}">
                    <a16:creationId xmlns:a16="http://schemas.microsoft.com/office/drawing/2014/main" id="{760EDFA1-B6F5-4252-A886-B628098BA6E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9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3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3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3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3" name="Freeform 122">
                <a:extLst>
                  <a:ext uri="{FF2B5EF4-FFF2-40B4-BE49-F238E27FC236}">
                    <a16:creationId xmlns:a16="http://schemas.microsoft.com/office/drawing/2014/main" id="{52667696-C0D4-40A8-A0BF-2D180C86131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42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4" name="Freeform 123">
                <a:extLst>
                  <a:ext uri="{FF2B5EF4-FFF2-40B4-BE49-F238E27FC236}">
                    <a16:creationId xmlns:a16="http://schemas.microsoft.com/office/drawing/2014/main" id="{A283BA08-D06D-40F2-A183-7289AD354E1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6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5" name="Freeform 124">
                <a:extLst>
                  <a:ext uri="{FF2B5EF4-FFF2-40B4-BE49-F238E27FC236}">
                    <a16:creationId xmlns:a16="http://schemas.microsoft.com/office/drawing/2014/main" id="{F20AAF64-C350-46AA-BB0E-BCB10478F12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09" y="8102"/>
                <a:ext cx="39" cy="53"/>
              </a:xfrm>
              <a:custGeom>
                <a:avLst/>
                <a:gdLst>
                  <a:gd name="T0" fmla="*/ 49 w 53"/>
                  <a:gd name="T1" fmla="*/ 0 h 70"/>
                  <a:gd name="T2" fmla="*/ 49 w 53"/>
                  <a:gd name="T3" fmla="*/ 0 h 70"/>
                  <a:gd name="T4" fmla="*/ 45 w 53"/>
                  <a:gd name="T5" fmla="*/ 2 h 70"/>
                  <a:gd name="T6" fmla="*/ 45 w 53"/>
                  <a:gd name="T7" fmla="*/ 56 h 70"/>
                  <a:gd name="T8" fmla="*/ 42 w 53"/>
                  <a:gd name="T9" fmla="*/ 50 h 70"/>
                  <a:gd name="T10" fmla="*/ 10 w 53"/>
                  <a:gd name="T11" fmla="*/ 2 h 70"/>
                  <a:gd name="T12" fmla="*/ 6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14 h 70"/>
                  <a:gd name="T28" fmla="*/ 11 w 53"/>
                  <a:gd name="T29" fmla="*/ 19 h 70"/>
                  <a:gd name="T30" fmla="*/ 44 w 53"/>
                  <a:gd name="T31" fmla="*/ 69 h 70"/>
                  <a:gd name="T32" fmla="*/ 47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5" y="70"/>
                      <a:pt x="47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6" name="Freeform 125">
                <a:extLst>
                  <a:ext uri="{FF2B5EF4-FFF2-40B4-BE49-F238E27FC236}">
                    <a16:creationId xmlns:a16="http://schemas.microsoft.com/office/drawing/2014/main" id="{F76B04DB-0D94-4A96-B2EE-7B7C4CD6B4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6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2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2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7" name="Freeform 126">
                <a:extLst>
                  <a:ext uri="{FF2B5EF4-FFF2-40B4-BE49-F238E27FC236}">
                    <a16:creationId xmlns:a16="http://schemas.microsoft.com/office/drawing/2014/main" id="{0A1ED613-2F7F-4F3D-99AE-8A32812154C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3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8" name="Freeform 127">
                <a:extLst>
                  <a:ext uri="{FF2B5EF4-FFF2-40B4-BE49-F238E27FC236}">
                    <a16:creationId xmlns:a16="http://schemas.microsoft.com/office/drawing/2014/main" id="{1F4F601E-B944-47A1-9786-B4A0AE74903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52" y="8102"/>
                <a:ext cx="31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9" name="Freeform 128">
                <a:extLst>
                  <a:ext uri="{FF2B5EF4-FFF2-40B4-BE49-F238E27FC236}">
                    <a16:creationId xmlns:a16="http://schemas.microsoft.com/office/drawing/2014/main" id="{B193B53A-2386-474A-B386-5AF0A055664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403" y="7563"/>
                <a:ext cx="146" cy="196"/>
              </a:xfrm>
              <a:custGeom>
                <a:avLst/>
                <a:gdLst>
                  <a:gd name="T0" fmla="*/ 197 w 197"/>
                  <a:gd name="T1" fmla="*/ 188 h 262"/>
                  <a:gd name="T2" fmla="*/ 154 w 197"/>
                  <a:gd name="T3" fmla="*/ 127 h 262"/>
                  <a:gd name="T4" fmla="*/ 189 w 197"/>
                  <a:gd name="T5" fmla="*/ 72 h 262"/>
                  <a:gd name="T6" fmla="*/ 100 w 197"/>
                  <a:gd name="T7" fmla="*/ 0 h 262"/>
                  <a:gd name="T8" fmla="*/ 0 w 197"/>
                  <a:gd name="T9" fmla="*/ 0 h 262"/>
                  <a:gd name="T10" fmla="*/ 0 w 197"/>
                  <a:gd name="T11" fmla="*/ 262 h 262"/>
                  <a:gd name="T12" fmla="*/ 109 w 197"/>
                  <a:gd name="T13" fmla="*/ 262 h 262"/>
                  <a:gd name="T14" fmla="*/ 197 w 197"/>
                  <a:gd name="T15" fmla="*/ 188 h 262"/>
                  <a:gd name="T16" fmla="*/ 53 w 197"/>
                  <a:gd name="T17" fmla="*/ 46 h 262"/>
                  <a:gd name="T18" fmla="*/ 97 w 197"/>
                  <a:gd name="T19" fmla="*/ 46 h 262"/>
                  <a:gd name="T20" fmla="*/ 137 w 197"/>
                  <a:gd name="T21" fmla="*/ 77 h 262"/>
                  <a:gd name="T22" fmla="*/ 97 w 197"/>
                  <a:gd name="T23" fmla="*/ 108 h 262"/>
                  <a:gd name="T24" fmla="*/ 53 w 197"/>
                  <a:gd name="T25" fmla="*/ 108 h 262"/>
                  <a:gd name="T26" fmla="*/ 53 w 197"/>
                  <a:gd name="T27" fmla="*/ 46 h 262"/>
                  <a:gd name="T28" fmla="*/ 53 w 197"/>
                  <a:gd name="T29" fmla="*/ 216 h 262"/>
                  <a:gd name="T30" fmla="*/ 53 w 197"/>
                  <a:gd name="T31" fmla="*/ 150 h 262"/>
                  <a:gd name="T32" fmla="*/ 104 w 197"/>
                  <a:gd name="T33" fmla="*/ 150 h 262"/>
                  <a:gd name="T34" fmla="*/ 143 w 197"/>
                  <a:gd name="T35" fmla="*/ 183 h 262"/>
                  <a:gd name="T36" fmla="*/ 104 w 197"/>
                  <a:gd name="T37" fmla="*/ 216 h 262"/>
                  <a:gd name="T38" fmla="*/ 53 w 197"/>
                  <a:gd name="T39" fmla="*/ 21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262">
                    <a:moveTo>
                      <a:pt x="197" y="188"/>
                    </a:moveTo>
                    <a:cubicBezTo>
                      <a:pt x="197" y="159"/>
                      <a:pt x="179" y="135"/>
                      <a:pt x="154" y="127"/>
                    </a:cubicBezTo>
                    <a:cubicBezTo>
                      <a:pt x="173" y="120"/>
                      <a:pt x="189" y="100"/>
                      <a:pt x="189" y="72"/>
                    </a:cubicBezTo>
                    <a:cubicBezTo>
                      <a:pt x="189" y="25"/>
                      <a:pt x="155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2"/>
                      <a:pt x="0" y="262"/>
                      <a:pt x="0" y="262"/>
                    </a:cubicBezTo>
                    <a:cubicBezTo>
                      <a:pt x="109" y="262"/>
                      <a:pt x="109" y="262"/>
                      <a:pt x="109" y="262"/>
                    </a:cubicBezTo>
                    <a:cubicBezTo>
                      <a:pt x="164" y="262"/>
                      <a:pt x="197" y="236"/>
                      <a:pt x="197" y="188"/>
                    </a:cubicBezTo>
                    <a:moveTo>
                      <a:pt x="53" y="46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123" y="46"/>
                      <a:pt x="137" y="56"/>
                      <a:pt x="137" y="77"/>
                    </a:cubicBezTo>
                    <a:cubicBezTo>
                      <a:pt x="137" y="98"/>
                      <a:pt x="123" y="108"/>
                      <a:pt x="97" y="108"/>
                    </a:cubicBezTo>
                    <a:cubicBezTo>
                      <a:pt x="53" y="108"/>
                      <a:pt x="53" y="108"/>
                      <a:pt x="53" y="108"/>
                    </a:cubicBezTo>
                    <a:lnTo>
                      <a:pt x="53" y="46"/>
                    </a:lnTo>
                    <a:close/>
                    <a:moveTo>
                      <a:pt x="53" y="216"/>
                    </a:moveTo>
                    <a:cubicBezTo>
                      <a:pt x="53" y="150"/>
                      <a:pt x="53" y="150"/>
                      <a:pt x="53" y="150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30" y="150"/>
                      <a:pt x="143" y="163"/>
                      <a:pt x="143" y="183"/>
                    </a:cubicBezTo>
                    <a:cubicBezTo>
                      <a:pt x="143" y="203"/>
                      <a:pt x="130" y="216"/>
                      <a:pt x="104" y="216"/>
                    </a:cubicBezTo>
                    <a:lnTo>
                      <a:pt x="53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0" name="Freeform 129">
                <a:extLst>
                  <a:ext uri="{FF2B5EF4-FFF2-40B4-BE49-F238E27FC236}">
                    <a16:creationId xmlns:a16="http://schemas.microsoft.com/office/drawing/2014/main" id="{C5B88EA8-0407-4CB0-ACF2-ADE6CF02110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574" y="7613"/>
                <a:ext cx="133" cy="149"/>
              </a:xfrm>
              <a:custGeom>
                <a:avLst/>
                <a:gdLst>
                  <a:gd name="T0" fmla="*/ 93 w 179"/>
                  <a:gd name="T1" fmla="*/ 199 h 199"/>
                  <a:gd name="T2" fmla="*/ 177 w 179"/>
                  <a:gd name="T3" fmla="*/ 133 h 199"/>
                  <a:gd name="T4" fmla="*/ 128 w 179"/>
                  <a:gd name="T5" fmla="*/ 133 h 199"/>
                  <a:gd name="T6" fmla="*/ 93 w 179"/>
                  <a:gd name="T7" fmla="*/ 157 h 199"/>
                  <a:gd name="T8" fmla="*/ 52 w 179"/>
                  <a:gd name="T9" fmla="*/ 111 h 199"/>
                  <a:gd name="T10" fmla="*/ 179 w 179"/>
                  <a:gd name="T11" fmla="*/ 111 h 199"/>
                  <a:gd name="T12" fmla="*/ 179 w 179"/>
                  <a:gd name="T13" fmla="*/ 95 h 199"/>
                  <a:gd name="T14" fmla="*/ 92 w 179"/>
                  <a:gd name="T15" fmla="*/ 0 h 199"/>
                  <a:gd name="T16" fmla="*/ 0 w 179"/>
                  <a:gd name="T17" fmla="*/ 100 h 199"/>
                  <a:gd name="T18" fmla="*/ 93 w 179"/>
                  <a:gd name="T19" fmla="*/ 199 h 199"/>
                  <a:gd name="T20" fmla="*/ 93 w 179"/>
                  <a:gd name="T21" fmla="*/ 43 h 199"/>
                  <a:gd name="T22" fmla="*/ 127 w 179"/>
                  <a:gd name="T23" fmla="*/ 79 h 199"/>
                  <a:gd name="T24" fmla="*/ 53 w 179"/>
                  <a:gd name="T25" fmla="*/ 79 h 199"/>
                  <a:gd name="T26" fmla="*/ 93 w 179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9">
                    <a:moveTo>
                      <a:pt x="93" y="199"/>
                    </a:moveTo>
                    <a:cubicBezTo>
                      <a:pt x="141" y="199"/>
                      <a:pt x="171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1" y="157"/>
                      <a:pt x="93" y="157"/>
                    </a:cubicBezTo>
                    <a:cubicBezTo>
                      <a:pt x="70" y="157"/>
                      <a:pt x="53" y="140"/>
                      <a:pt x="52" y="111"/>
                    </a:cubicBezTo>
                    <a:cubicBezTo>
                      <a:pt x="179" y="111"/>
                      <a:pt x="179" y="111"/>
                      <a:pt x="179" y="111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39"/>
                      <a:pt x="148" y="0"/>
                      <a:pt x="92" y="0"/>
                    </a:cubicBezTo>
                    <a:cubicBezTo>
                      <a:pt x="39" y="0"/>
                      <a:pt x="0" y="42"/>
                      <a:pt x="0" y="100"/>
                    </a:cubicBezTo>
                    <a:cubicBezTo>
                      <a:pt x="0" y="159"/>
                      <a:pt x="38" y="199"/>
                      <a:pt x="93" y="199"/>
                    </a:cubicBezTo>
                    <a:moveTo>
                      <a:pt x="93" y="43"/>
                    </a:moveTo>
                    <a:cubicBezTo>
                      <a:pt x="114" y="43"/>
                      <a:pt x="126" y="59"/>
                      <a:pt x="127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8" y="56"/>
                      <a:pt x="72" y="43"/>
                      <a:pt x="93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1" name="Oval 130">
                <a:extLst>
                  <a:ext uri="{FF2B5EF4-FFF2-40B4-BE49-F238E27FC236}">
                    <a16:creationId xmlns:a16="http://schemas.microsoft.com/office/drawing/2014/main" id="{6B2DA064-3AE3-4902-8A38-4470422A4E3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28" y="7553"/>
                <a:ext cx="47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2" name="Rectangle 131">
                <a:extLst>
                  <a:ext uri="{FF2B5EF4-FFF2-40B4-BE49-F238E27FC236}">
                    <a16:creationId xmlns:a16="http://schemas.microsoft.com/office/drawing/2014/main" id="{5BD249EA-B676-4B85-B51E-853A1867C4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32" y="7617"/>
                <a:ext cx="39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3" name="Freeform 132">
                <a:extLst>
                  <a:ext uri="{FF2B5EF4-FFF2-40B4-BE49-F238E27FC236}">
                    <a16:creationId xmlns:a16="http://schemas.microsoft.com/office/drawing/2014/main" id="{0963B1CF-84D8-4663-B308-6A18AACA8A1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87" y="7617"/>
                <a:ext cx="64" cy="197"/>
              </a:xfrm>
              <a:custGeom>
                <a:avLst/>
                <a:gdLst>
                  <a:gd name="T0" fmla="*/ 87 w 87"/>
                  <a:gd name="T1" fmla="*/ 198 h 265"/>
                  <a:gd name="T2" fmla="*/ 87 w 87"/>
                  <a:gd name="T3" fmla="*/ 0 h 265"/>
                  <a:gd name="T4" fmla="*/ 34 w 87"/>
                  <a:gd name="T5" fmla="*/ 0 h 265"/>
                  <a:gd name="T6" fmla="*/ 34 w 87"/>
                  <a:gd name="T7" fmla="*/ 197 h 265"/>
                  <a:gd name="T8" fmla="*/ 11 w 87"/>
                  <a:gd name="T9" fmla="*/ 222 h 265"/>
                  <a:gd name="T10" fmla="*/ 0 w 87"/>
                  <a:gd name="T11" fmla="*/ 220 h 265"/>
                  <a:gd name="T12" fmla="*/ 0 w 87"/>
                  <a:gd name="T13" fmla="*/ 263 h 265"/>
                  <a:gd name="T14" fmla="*/ 20 w 87"/>
                  <a:gd name="T15" fmla="*/ 265 h 265"/>
                  <a:gd name="T16" fmla="*/ 87 w 87"/>
                  <a:gd name="T17" fmla="*/ 19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65">
                    <a:moveTo>
                      <a:pt x="87" y="198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4" y="214"/>
                      <a:pt x="27" y="222"/>
                      <a:pt x="11" y="222"/>
                    </a:cubicBezTo>
                    <a:cubicBezTo>
                      <a:pt x="7" y="222"/>
                      <a:pt x="3" y="221"/>
                      <a:pt x="0" y="220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5" y="264"/>
                      <a:pt x="13" y="265"/>
                      <a:pt x="20" y="265"/>
                    </a:cubicBezTo>
                    <a:cubicBezTo>
                      <a:pt x="64" y="265"/>
                      <a:pt x="87" y="240"/>
                      <a:pt x="87" y="1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4" name="Oval 133">
                <a:extLst>
                  <a:ext uri="{FF2B5EF4-FFF2-40B4-BE49-F238E27FC236}">
                    <a16:creationId xmlns:a16="http://schemas.microsoft.com/office/drawing/2014/main" id="{577254F7-8989-43A1-B4AC-3150B9E941A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08" y="7553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5" name="Freeform 134">
                <a:extLst>
                  <a:ext uri="{FF2B5EF4-FFF2-40B4-BE49-F238E27FC236}">
                    <a16:creationId xmlns:a16="http://schemas.microsoft.com/office/drawing/2014/main" id="{A8C20933-7004-4931-9D46-687AB13F219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76" y="7613"/>
                <a:ext cx="133" cy="149"/>
              </a:xfrm>
              <a:custGeom>
                <a:avLst/>
                <a:gdLst>
                  <a:gd name="T0" fmla="*/ 177 w 178"/>
                  <a:gd name="T1" fmla="*/ 133 h 199"/>
                  <a:gd name="T2" fmla="*/ 128 w 178"/>
                  <a:gd name="T3" fmla="*/ 133 h 199"/>
                  <a:gd name="T4" fmla="*/ 92 w 178"/>
                  <a:gd name="T5" fmla="*/ 157 h 199"/>
                  <a:gd name="T6" fmla="*/ 51 w 178"/>
                  <a:gd name="T7" fmla="*/ 111 h 199"/>
                  <a:gd name="T8" fmla="*/ 178 w 178"/>
                  <a:gd name="T9" fmla="*/ 111 h 199"/>
                  <a:gd name="T10" fmla="*/ 178 w 178"/>
                  <a:gd name="T11" fmla="*/ 95 h 199"/>
                  <a:gd name="T12" fmla="*/ 92 w 178"/>
                  <a:gd name="T13" fmla="*/ 0 h 199"/>
                  <a:gd name="T14" fmla="*/ 0 w 178"/>
                  <a:gd name="T15" fmla="*/ 100 h 199"/>
                  <a:gd name="T16" fmla="*/ 92 w 178"/>
                  <a:gd name="T17" fmla="*/ 199 h 199"/>
                  <a:gd name="T18" fmla="*/ 177 w 178"/>
                  <a:gd name="T19" fmla="*/ 133 h 199"/>
                  <a:gd name="T20" fmla="*/ 92 w 178"/>
                  <a:gd name="T21" fmla="*/ 43 h 199"/>
                  <a:gd name="T22" fmla="*/ 126 w 178"/>
                  <a:gd name="T23" fmla="*/ 79 h 199"/>
                  <a:gd name="T24" fmla="*/ 52 w 178"/>
                  <a:gd name="T25" fmla="*/ 79 h 199"/>
                  <a:gd name="T26" fmla="*/ 92 w 178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177" y="133"/>
                    </a:move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2" y="0"/>
                    </a:cubicBezTo>
                    <a:cubicBezTo>
                      <a:pt x="38" y="0"/>
                      <a:pt x="0" y="42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moveTo>
                      <a:pt x="92" y="43"/>
                    </a:moveTo>
                    <a:cubicBezTo>
                      <a:pt x="114" y="43"/>
                      <a:pt x="126" y="59"/>
                      <a:pt x="126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7" y="56"/>
                      <a:pt x="72" y="43"/>
                      <a:pt x="92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6" name="Freeform 135">
                <a:extLst>
                  <a:ext uri="{FF2B5EF4-FFF2-40B4-BE49-F238E27FC236}">
                    <a16:creationId xmlns:a16="http://schemas.microsoft.com/office/drawing/2014/main" id="{0321D98E-31F6-4304-B554-D39AD8C9DCC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34" y="7613"/>
                <a:ext cx="85" cy="146"/>
              </a:xfrm>
              <a:custGeom>
                <a:avLst/>
                <a:gdLst>
                  <a:gd name="T0" fmla="*/ 53 w 115"/>
                  <a:gd name="T1" fmla="*/ 77 h 195"/>
                  <a:gd name="T2" fmla="*/ 89 w 115"/>
                  <a:gd name="T3" fmla="*/ 50 h 195"/>
                  <a:gd name="T4" fmla="*/ 115 w 115"/>
                  <a:gd name="T5" fmla="*/ 57 h 195"/>
                  <a:gd name="T6" fmla="*/ 115 w 115"/>
                  <a:gd name="T7" fmla="*/ 4 h 195"/>
                  <a:gd name="T8" fmla="*/ 95 w 115"/>
                  <a:gd name="T9" fmla="*/ 0 h 195"/>
                  <a:gd name="T10" fmla="*/ 53 w 115"/>
                  <a:gd name="T11" fmla="*/ 23 h 195"/>
                  <a:gd name="T12" fmla="*/ 53 w 115"/>
                  <a:gd name="T13" fmla="*/ 5 h 195"/>
                  <a:gd name="T14" fmla="*/ 0 w 115"/>
                  <a:gd name="T15" fmla="*/ 5 h 195"/>
                  <a:gd name="T16" fmla="*/ 0 w 115"/>
                  <a:gd name="T17" fmla="*/ 195 h 195"/>
                  <a:gd name="T18" fmla="*/ 53 w 115"/>
                  <a:gd name="T19" fmla="*/ 195 h 195"/>
                  <a:gd name="T20" fmla="*/ 53 w 115"/>
                  <a:gd name="T21" fmla="*/ 7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195">
                    <a:moveTo>
                      <a:pt x="53" y="77"/>
                    </a:moveTo>
                    <a:cubicBezTo>
                      <a:pt x="57" y="60"/>
                      <a:pt x="71" y="50"/>
                      <a:pt x="89" y="50"/>
                    </a:cubicBezTo>
                    <a:cubicBezTo>
                      <a:pt x="99" y="50"/>
                      <a:pt x="108" y="52"/>
                      <a:pt x="115" y="57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2" y="2"/>
                      <a:pt x="104" y="0"/>
                      <a:pt x="95" y="0"/>
                    </a:cubicBezTo>
                    <a:cubicBezTo>
                      <a:pt x="77" y="0"/>
                      <a:pt x="61" y="10"/>
                      <a:pt x="53" y="23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3" y="195"/>
                      <a:pt x="53" y="195"/>
                      <a:pt x="53" y="195"/>
                    </a:cubicBezTo>
                    <a:lnTo>
                      <a:pt x="53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7" name="Rectangle 136">
                <a:extLst>
                  <a:ext uri="{FF2B5EF4-FFF2-40B4-BE49-F238E27FC236}">
                    <a16:creationId xmlns:a16="http://schemas.microsoft.com/office/drawing/2014/main" id="{932B02CD-8D9D-4B06-B9AF-00EB892260E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403" y="7841"/>
                <a:ext cx="41" cy="1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8" name="Freeform 137">
                <a:extLst>
                  <a:ext uri="{FF2B5EF4-FFF2-40B4-BE49-F238E27FC236}">
                    <a16:creationId xmlns:a16="http://schemas.microsoft.com/office/drawing/2014/main" id="{2A919ECA-A243-42C4-8F8C-E9FEF896BD4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79" y="7891"/>
                <a:ext cx="128" cy="146"/>
              </a:xfrm>
              <a:custGeom>
                <a:avLst/>
                <a:gdLst>
                  <a:gd name="T0" fmla="*/ 104 w 171"/>
                  <a:gd name="T1" fmla="*/ 0 h 195"/>
                  <a:gd name="T2" fmla="*/ 52 w 171"/>
                  <a:gd name="T3" fmla="*/ 22 h 195"/>
                  <a:gd name="T4" fmla="*/ 52 w 171"/>
                  <a:gd name="T5" fmla="*/ 5 h 195"/>
                  <a:gd name="T6" fmla="*/ 0 w 171"/>
                  <a:gd name="T7" fmla="*/ 5 h 195"/>
                  <a:gd name="T8" fmla="*/ 0 w 171"/>
                  <a:gd name="T9" fmla="*/ 195 h 195"/>
                  <a:gd name="T10" fmla="*/ 52 w 171"/>
                  <a:gd name="T11" fmla="*/ 195 h 195"/>
                  <a:gd name="T12" fmla="*/ 52 w 171"/>
                  <a:gd name="T13" fmla="*/ 74 h 195"/>
                  <a:gd name="T14" fmla="*/ 87 w 171"/>
                  <a:gd name="T15" fmla="*/ 48 h 195"/>
                  <a:gd name="T16" fmla="*/ 118 w 171"/>
                  <a:gd name="T17" fmla="*/ 82 h 195"/>
                  <a:gd name="T18" fmla="*/ 118 w 171"/>
                  <a:gd name="T19" fmla="*/ 195 h 195"/>
                  <a:gd name="T20" fmla="*/ 171 w 171"/>
                  <a:gd name="T21" fmla="*/ 195 h 195"/>
                  <a:gd name="T22" fmla="*/ 171 w 171"/>
                  <a:gd name="T23" fmla="*/ 71 h 195"/>
                  <a:gd name="T24" fmla="*/ 104 w 171"/>
                  <a:gd name="T2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1" h="195">
                    <a:moveTo>
                      <a:pt x="104" y="0"/>
                    </a:moveTo>
                    <a:cubicBezTo>
                      <a:pt x="81" y="0"/>
                      <a:pt x="63" y="10"/>
                      <a:pt x="52" y="2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7" y="58"/>
                      <a:pt x="71" y="48"/>
                      <a:pt x="87" y="48"/>
                    </a:cubicBezTo>
                    <a:cubicBezTo>
                      <a:pt x="108" y="48"/>
                      <a:pt x="118" y="62"/>
                      <a:pt x="118" y="82"/>
                    </a:cubicBez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71" y="195"/>
                      <a:pt x="171" y="195"/>
                      <a:pt x="171" y="195"/>
                    </a:cubicBezTo>
                    <a:cubicBezTo>
                      <a:pt x="171" y="71"/>
                      <a:pt x="171" y="71"/>
                      <a:pt x="171" y="71"/>
                    </a:cubicBezTo>
                    <a:cubicBezTo>
                      <a:pt x="171" y="28"/>
                      <a:pt x="14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9" name="Freeform 138">
                <a:extLst>
                  <a:ext uri="{FF2B5EF4-FFF2-40B4-BE49-F238E27FC236}">
                    <a16:creationId xmlns:a16="http://schemas.microsoft.com/office/drawing/2014/main" id="{81AF38AB-75CB-47E4-81B6-ACB785A3FAC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30" y="7891"/>
                <a:ext cx="121" cy="149"/>
              </a:xfrm>
              <a:custGeom>
                <a:avLst/>
                <a:gdLst>
                  <a:gd name="T0" fmla="*/ 84 w 162"/>
                  <a:gd name="T1" fmla="*/ 159 h 199"/>
                  <a:gd name="T2" fmla="*/ 52 w 162"/>
                  <a:gd name="T3" fmla="*/ 138 h 199"/>
                  <a:gd name="T4" fmla="*/ 0 w 162"/>
                  <a:gd name="T5" fmla="*/ 138 h 199"/>
                  <a:gd name="T6" fmla="*/ 84 w 162"/>
                  <a:gd name="T7" fmla="*/ 199 h 199"/>
                  <a:gd name="T8" fmla="*/ 162 w 162"/>
                  <a:gd name="T9" fmla="*/ 138 h 199"/>
                  <a:gd name="T10" fmla="*/ 112 w 162"/>
                  <a:gd name="T11" fmla="*/ 82 h 199"/>
                  <a:gd name="T12" fmla="*/ 72 w 162"/>
                  <a:gd name="T13" fmla="*/ 73 h 199"/>
                  <a:gd name="T14" fmla="*/ 55 w 162"/>
                  <a:gd name="T15" fmla="*/ 58 h 199"/>
                  <a:gd name="T16" fmla="*/ 81 w 162"/>
                  <a:gd name="T17" fmla="*/ 40 h 199"/>
                  <a:gd name="T18" fmla="*/ 110 w 162"/>
                  <a:gd name="T19" fmla="*/ 59 h 199"/>
                  <a:gd name="T20" fmla="*/ 161 w 162"/>
                  <a:gd name="T21" fmla="*/ 59 h 199"/>
                  <a:gd name="T22" fmla="*/ 80 w 162"/>
                  <a:gd name="T23" fmla="*/ 0 h 199"/>
                  <a:gd name="T24" fmla="*/ 4 w 162"/>
                  <a:gd name="T25" fmla="*/ 62 h 199"/>
                  <a:gd name="T26" fmla="*/ 53 w 162"/>
                  <a:gd name="T27" fmla="*/ 116 h 199"/>
                  <a:gd name="T28" fmla="*/ 92 w 162"/>
                  <a:gd name="T29" fmla="*/ 124 h 199"/>
                  <a:gd name="T30" fmla="*/ 111 w 162"/>
                  <a:gd name="T31" fmla="*/ 141 h 199"/>
                  <a:gd name="T32" fmla="*/ 84 w 162"/>
                  <a:gd name="T33" fmla="*/ 15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99">
                    <a:moveTo>
                      <a:pt x="84" y="159"/>
                    </a:moveTo>
                    <a:cubicBezTo>
                      <a:pt x="68" y="159"/>
                      <a:pt x="56" y="152"/>
                      <a:pt x="52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5" y="177"/>
                      <a:pt x="38" y="199"/>
                      <a:pt x="84" y="199"/>
                    </a:cubicBezTo>
                    <a:cubicBezTo>
                      <a:pt x="129" y="199"/>
                      <a:pt x="162" y="176"/>
                      <a:pt x="162" y="138"/>
                    </a:cubicBezTo>
                    <a:cubicBezTo>
                      <a:pt x="162" y="109"/>
                      <a:pt x="145" y="90"/>
                      <a:pt x="112" y="8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60" y="70"/>
                      <a:pt x="55" y="66"/>
                      <a:pt x="55" y="58"/>
                    </a:cubicBezTo>
                    <a:cubicBezTo>
                      <a:pt x="55" y="46"/>
                      <a:pt x="68" y="40"/>
                      <a:pt x="81" y="40"/>
                    </a:cubicBezTo>
                    <a:cubicBezTo>
                      <a:pt x="98" y="40"/>
                      <a:pt x="107" y="48"/>
                      <a:pt x="110" y="59"/>
                    </a:cubicBezTo>
                    <a:cubicBezTo>
                      <a:pt x="161" y="59"/>
                      <a:pt x="161" y="59"/>
                      <a:pt x="161" y="59"/>
                    </a:cubicBezTo>
                    <a:cubicBezTo>
                      <a:pt x="154" y="23"/>
                      <a:pt x="128" y="0"/>
                      <a:pt x="80" y="0"/>
                    </a:cubicBezTo>
                    <a:cubicBezTo>
                      <a:pt x="37" y="0"/>
                      <a:pt x="4" y="25"/>
                      <a:pt x="4" y="62"/>
                    </a:cubicBezTo>
                    <a:cubicBezTo>
                      <a:pt x="4" y="94"/>
                      <a:pt x="24" y="109"/>
                      <a:pt x="53" y="116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105" y="128"/>
                      <a:pt x="111" y="132"/>
                      <a:pt x="111" y="141"/>
                    </a:cubicBezTo>
                    <a:cubicBezTo>
                      <a:pt x="111" y="153"/>
                      <a:pt x="100" y="159"/>
                      <a:pt x="84" y="15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0" name="Freeform 139">
                <a:extLst>
                  <a:ext uri="{FF2B5EF4-FFF2-40B4-BE49-F238E27FC236}">
                    <a16:creationId xmlns:a16="http://schemas.microsoft.com/office/drawing/2014/main" id="{D8A138E0-6277-417D-B421-E0512E248E5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65" y="7856"/>
                <a:ext cx="94" cy="184"/>
              </a:xfrm>
              <a:custGeom>
                <a:avLst/>
                <a:gdLst>
                  <a:gd name="T0" fmla="*/ 29 w 126"/>
                  <a:gd name="T1" fmla="*/ 185 h 246"/>
                  <a:gd name="T2" fmla="*/ 92 w 126"/>
                  <a:gd name="T3" fmla="*/ 246 h 246"/>
                  <a:gd name="T4" fmla="*/ 126 w 126"/>
                  <a:gd name="T5" fmla="*/ 240 h 246"/>
                  <a:gd name="T6" fmla="*/ 126 w 126"/>
                  <a:gd name="T7" fmla="*/ 193 h 246"/>
                  <a:gd name="T8" fmla="*/ 103 w 126"/>
                  <a:gd name="T9" fmla="*/ 199 h 246"/>
                  <a:gd name="T10" fmla="*/ 81 w 126"/>
                  <a:gd name="T11" fmla="*/ 178 h 246"/>
                  <a:gd name="T12" fmla="*/ 81 w 126"/>
                  <a:gd name="T13" fmla="*/ 94 h 246"/>
                  <a:gd name="T14" fmla="*/ 123 w 126"/>
                  <a:gd name="T15" fmla="*/ 94 h 246"/>
                  <a:gd name="T16" fmla="*/ 123 w 126"/>
                  <a:gd name="T17" fmla="*/ 52 h 246"/>
                  <a:gd name="T18" fmla="*/ 81 w 126"/>
                  <a:gd name="T19" fmla="*/ 52 h 246"/>
                  <a:gd name="T20" fmla="*/ 81 w 126"/>
                  <a:gd name="T21" fmla="*/ 0 h 246"/>
                  <a:gd name="T22" fmla="*/ 29 w 126"/>
                  <a:gd name="T23" fmla="*/ 0 h 246"/>
                  <a:gd name="T24" fmla="*/ 29 w 126"/>
                  <a:gd name="T25" fmla="*/ 52 h 246"/>
                  <a:gd name="T26" fmla="*/ 0 w 126"/>
                  <a:gd name="T27" fmla="*/ 52 h 246"/>
                  <a:gd name="T28" fmla="*/ 0 w 126"/>
                  <a:gd name="T29" fmla="*/ 94 h 246"/>
                  <a:gd name="T30" fmla="*/ 29 w 126"/>
                  <a:gd name="T31" fmla="*/ 94 h 246"/>
                  <a:gd name="T32" fmla="*/ 29 w 126"/>
                  <a:gd name="T33" fmla="*/ 185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29" y="185"/>
                    </a:move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lnTo>
                      <a:pt x="29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1" name="Rectangle 140">
                <a:extLst>
                  <a:ext uri="{FF2B5EF4-FFF2-40B4-BE49-F238E27FC236}">
                    <a16:creationId xmlns:a16="http://schemas.microsoft.com/office/drawing/2014/main" id="{EBE4103E-36C8-4FAC-948F-4F9DD7FC828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7" y="7895"/>
                <a:ext cx="40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2" name="Oval 141">
                <a:extLst>
                  <a:ext uri="{FF2B5EF4-FFF2-40B4-BE49-F238E27FC236}">
                    <a16:creationId xmlns:a16="http://schemas.microsoft.com/office/drawing/2014/main" id="{A041B3F4-AA29-4657-9496-26F254D148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4" y="7831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3" name="Freeform 142">
                <a:extLst>
                  <a:ext uri="{FF2B5EF4-FFF2-40B4-BE49-F238E27FC236}">
                    <a16:creationId xmlns:a16="http://schemas.microsoft.com/office/drawing/2014/main" id="{BAF8A417-AAE0-4C7D-BA5C-88921A4FEC4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48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4" name="Freeform 143">
                <a:extLst>
                  <a:ext uri="{FF2B5EF4-FFF2-40B4-BE49-F238E27FC236}">
                    <a16:creationId xmlns:a16="http://schemas.microsoft.com/office/drawing/2014/main" id="{BD011249-E112-4C2C-BF38-B5633B647A0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7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5" name="Freeform 144">
                <a:extLst>
                  <a:ext uri="{FF2B5EF4-FFF2-40B4-BE49-F238E27FC236}">
                    <a16:creationId xmlns:a16="http://schemas.microsoft.com/office/drawing/2014/main" id="{9F6C7DA5-9A2D-47DE-A280-22B9E595E8C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329" y="7891"/>
                <a:ext cx="133" cy="149"/>
              </a:xfrm>
              <a:custGeom>
                <a:avLst/>
                <a:gdLst>
                  <a:gd name="T0" fmla="*/ 91 w 178"/>
                  <a:gd name="T1" fmla="*/ 0 h 199"/>
                  <a:gd name="T2" fmla="*/ 0 w 178"/>
                  <a:gd name="T3" fmla="*/ 100 h 199"/>
                  <a:gd name="T4" fmla="*/ 92 w 178"/>
                  <a:gd name="T5" fmla="*/ 199 h 199"/>
                  <a:gd name="T6" fmla="*/ 177 w 178"/>
                  <a:gd name="T7" fmla="*/ 133 h 199"/>
                  <a:gd name="T8" fmla="*/ 128 w 178"/>
                  <a:gd name="T9" fmla="*/ 133 h 199"/>
                  <a:gd name="T10" fmla="*/ 92 w 178"/>
                  <a:gd name="T11" fmla="*/ 157 h 199"/>
                  <a:gd name="T12" fmla="*/ 51 w 178"/>
                  <a:gd name="T13" fmla="*/ 111 h 199"/>
                  <a:gd name="T14" fmla="*/ 178 w 178"/>
                  <a:gd name="T15" fmla="*/ 111 h 199"/>
                  <a:gd name="T16" fmla="*/ 178 w 178"/>
                  <a:gd name="T17" fmla="*/ 95 h 199"/>
                  <a:gd name="T18" fmla="*/ 91 w 178"/>
                  <a:gd name="T19" fmla="*/ 0 h 199"/>
                  <a:gd name="T20" fmla="*/ 52 w 178"/>
                  <a:gd name="T21" fmla="*/ 79 h 199"/>
                  <a:gd name="T22" fmla="*/ 92 w 178"/>
                  <a:gd name="T23" fmla="*/ 43 h 199"/>
                  <a:gd name="T24" fmla="*/ 126 w 178"/>
                  <a:gd name="T25" fmla="*/ 79 h 199"/>
                  <a:gd name="T26" fmla="*/ 52 w 178"/>
                  <a:gd name="T27" fmla="*/ 7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91" y="0"/>
                    </a:moveTo>
                    <a:cubicBezTo>
                      <a:pt x="38" y="0"/>
                      <a:pt x="0" y="43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3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1" y="0"/>
                    </a:cubicBezTo>
                    <a:moveTo>
                      <a:pt x="52" y="79"/>
                    </a:moveTo>
                    <a:cubicBezTo>
                      <a:pt x="57" y="56"/>
                      <a:pt x="71" y="43"/>
                      <a:pt x="92" y="43"/>
                    </a:cubicBezTo>
                    <a:cubicBezTo>
                      <a:pt x="114" y="43"/>
                      <a:pt x="126" y="59"/>
                      <a:pt x="126" y="79"/>
                    </a:cubicBezTo>
                    <a:lnTo>
                      <a:pt x="52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6" name="Freeform 145">
                <a:extLst>
                  <a:ext uri="{FF2B5EF4-FFF2-40B4-BE49-F238E27FC236}">
                    <a16:creationId xmlns:a16="http://schemas.microsoft.com/office/drawing/2014/main" id="{B79AA3AE-8556-4DAE-9109-DB95ABEA230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396" y="8105"/>
                <a:ext cx="45" cy="50"/>
              </a:xfrm>
              <a:custGeom>
                <a:avLst/>
                <a:gdLst>
                  <a:gd name="T0" fmla="*/ 30 w 60"/>
                  <a:gd name="T1" fmla="*/ 0 h 67"/>
                  <a:gd name="T2" fmla="*/ 0 w 60"/>
                  <a:gd name="T3" fmla="*/ 33 h 67"/>
                  <a:gd name="T4" fmla="*/ 30 w 60"/>
                  <a:gd name="T5" fmla="*/ 67 h 67"/>
                  <a:gd name="T6" fmla="*/ 60 w 60"/>
                  <a:gd name="T7" fmla="*/ 33 h 67"/>
                  <a:gd name="T8" fmla="*/ 30 w 60"/>
                  <a:gd name="T9" fmla="*/ 0 h 67"/>
                  <a:gd name="T10" fmla="*/ 30 w 60"/>
                  <a:gd name="T11" fmla="*/ 57 h 67"/>
                  <a:gd name="T12" fmla="*/ 11 w 60"/>
                  <a:gd name="T13" fmla="*/ 33 h 67"/>
                  <a:gd name="T14" fmla="*/ 30 w 60"/>
                  <a:gd name="T15" fmla="*/ 10 h 67"/>
                  <a:gd name="T16" fmla="*/ 49 w 60"/>
                  <a:gd name="T17" fmla="*/ 33 h 67"/>
                  <a:gd name="T18" fmla="*/ 30 w 60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67">
                    <a:moveTo>
                      <a:pt x="30" y="0"/>
                    </a:move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7" y="67"/>
                      <a:pt x="60" y="53"/>
                      <a:pt x="60" y="33"/>
                    </a:cubicBezTo>
                    <a:cubicBezTo>
                      <a:pt x="60" y="14"/>
                      <a:pt x="47" y="0"/>
                      <a:pt x="30" y="0"/>
                    </a:cubicBezTo>
                    <a:moveTo>
                      <a:pt x="30" y="57"/>
                    </a:moveTo>
                    <a:cubicBezTo>
                      <a:pt x="19" y="57"/>
                      <a:pt x="11" y="47"/>
                      <a:pt x="11" y="33"/>
                    </a:cubicBezTo>
                    <a:cubicBezTo>
                      <a:pt x="11" y="20"/>
                      <a:pt x="19" y="10"/>
                      <a:pt x="30" y="10"/>
                    </a:cubicBezTo>
                    <a:cubicBezTo>
                      <a:pt x="41" y="10"/>
                      <a:pt x="49" y="20"/>
                      <a:pt x="49" y="33"/>
                    </a:cubicBezTo>
                    <a:cubicBezTo>
                      <a:pt x="49" y="47"/>
                      <a:pt x="41" y="57"/>
                      <a:pt x="30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7" name="Freeform 146">
                <a:extLst>
                  <a:ext uri="{FF2B5EF4-FFF2-40B4-BE49-F238E27FC236}">
                    <a16:creationId xmlns:a16="http://schemas.microsoft.com/office/drawing/2014/main" id="{6189A0F8-F812-4E12-895E-538C6423871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5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8 w 31"/>
                  <a:gd name="T3" fmla="*/ 49 h 49"/>
                  <a:gd name="T4" fmla="*/ 8 w 31"/>
                  <a:gd name="T5" fmla="*/ 30 h 49"/>
                  <a:gd name="T6" fmla="*/ 29 w 31"/>
                  <a:gd name="T7" fmla="*/ 30 h 49"/>
                  <a:gd name="T8" fmla="*/ 29 w 31"/>
                  <a:gd name="T9" fmla="*/ 22 h 49"/>
                  <a:gd name="T10" fmla="*/ 8 w 31"/>
                  <a:gd name="T11" fmla="*/ 22 h 49"/>
                  <a:gd name="T12" fmla="*/ 8 w 31"/>
                  <a:gd name="T13" fmla="*/ 8 h 49"/>
                  <a:gd name="T14" fmla="*/ 31 w 31"/>
                  <a:gd name="T15" fmla="*/ 8 h 49"/>
                  <a:gd name="T16" fmla="*/ 31 w 31"/>
                  <a:gd name="T17" fmla="*/ 0 h 49"/>
                  <a:gd name="T18" fmla="*/ 0 w 31"/>
                  <a:gd name="T19" fmla="*/ 0 h 49"/>
                  <a:gd name="T20" fmla="*/ 0 w 31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8" y="49"/>
                    </a:lnTo>
                    <a:lnTo>
                      <a:pt x="8" y="30"/>
                    </a:lnTo>
                    <a:lnTo>
                      <a:pt x="29" y="30"/>
                    </a:lnTo>
                    <a:lnTo>
                      <a:pt x="29" y="22"/>
                    </a:lnTo>
                    <a:lnTo>
                      <a:pt x="8" y="22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8" name="Freeform 147">
                <a:extLst>
                  <a:ext uri="{FF2B5EF4-FFF2-40B4-BE49-F238E27FC236}">
                    <a16:creationId xmlns:a16="http://schemas.microsoft.com/office/drawing/2014/main" id="{962626BE-88EB-4943-B0D3-8BE3533D9EF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22" y="8105"/>
                <a:ext cx="30" cy="49"/>
              </a:xfrm>
              <a:custGeom>
                <a:avLst/>
                <a:gdLst>
                  <a:gd name="T0" fmla="*/ 0 w 30"/>
                  <a:gd name="T1" fmla="*/ 49 h 49"/>
                  <a:gd name="T2" fmla="*/ 30 w 30"/>
                  <a:gd name="T3" fmla="*/ 49 h 49"/>
                  <a:gd name="T4" fmla="*/ 30 w 30"/>
                  <a:gd name="T5" fmla="*/ 41 h 49"/>
                  <a:gd name="T6" fmla="*/ 7 w 30"/>
                  <a:gd name="T7" fmla="*/ 41 h 49"/>
                  <a:gd name="T8" fmla="*/ 7 w 30"/>
                  <a:gd name="T9" fmla="*/ 27 h 49"/>
                  <a:gd name="T10" fmla="*/ 29 w 30"/>
                  <a:gd name="T11" fmla="*/ 27 h 49"/>
                  <a:gd name="T12" fmla="*/ 29 w 30"/>
                  <a:gd name="T13" fmla="*/ 21 h 49"/>
                  <a:gd name="T14" fmla="*/ 7 w 30"/>
                  <a:gd name="T15" fmla="*/ 21 h 49"/>
                  <a:gd name="T16" fmla="*/ 7 w 30"/>
                  <a:gd name="T17" fmla="*/ 8 h 49"/>
                  <a:gd name="T18" fmla="*/ 30 w 30"/>
                  <a:gd name="T19" fmla="*/ 8 h 49"/>
                  <a:gd name="T20" fmla="*/ 30 w 30"/>
                  <a:gd name="T21" fmla="*/ 0 h 49"/>
                  <a:gd name="T22" fmla="*/ 0 w 30"/>
                  <a:gd name="T23" fmla="*/ 0 h 49"/>
                  <a:gd name="T24" fmla="*/ 0 w 30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9">
                    <a:moveTo>
                      <a:pt x="0" y="49"/>
                    </a:moveTo>
                    <a:lnTo>
                      <a:pt x="30" y="49"/>
                    </a:lnTo>
                    <a:lnTo>
                      <a:pt x="30" y="41"/>
                    </a:lnTo>
                    <a:lnTo>
                      <a:pt x="7" y="41"/>
                    </a:lnTo>
                    <a:lnTo>
                      <a:pt x="7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7" y="21"/>
                    </a:lnTo>
                    <a:lnTo>
                      <a:pt x="7" y="8"/>
                    </a:lnTo>
                    <a:lnTo>
                      <a:pt x="30" y="8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9" name="Freeform 148">
                <a:extLst>
                  <a:ext uri="{FF2B5EF4-FFF2-40B4-BE49-F238E27FC236}">
                    <a16:creationId xmlns:a16="http://schemas.microsoft.com/office/drawing/2014/main" id="{D7F62040-592F-4B08-809F-FDEF0BB96B6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65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4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4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7" y="10"/>
                      <a:pt x="42" y="15"/>
                      <a:pt x="44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3" y="0"/>
                      <a:pt x="29" y="0"/>
                    </a:cubicBez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3" y="67"/>
                      <a:pt x="53" y="58"/>
                      <a:pt x="5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52"/>
                      <a:pt x="37" y="57"/>
                      <a:pt x="29" y="57"/>
                    </a:cubicBezTo>
                    <a:cubicBezTo>
                      <a:pt x="17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0" name="Freeform 149">
                <a:extLst>
                  <a:ext uri="{FF2B5EF4-FFF2-40B4-BE49-F238E27FC236}">
                    <a16:creationId xmlns:a16="http://schemas.microsoft.com/office/drawing/2014/main" id="{E6EE16FC-48C8-4EE9-8723-6258E5B483D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617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1" name="Freeform 150">
                <a:extLst>
                  <a:ext uri="{FF2B5EF4-FFF2-40B4-BE49-F238E27FC236}">
                    <a16:creationId xmlns:a16="http://schemas.microsoft.com/office/drawing/2014/main" id="{B2951869-77F9-46C6-889C-59FB34DED81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75" y="8105"/>
                <a:ext cx="31" cy="49"/>
              </a:xfrm>
              <a:custGeom>
                <a:avLst/>
                <a:gdLst>
                  <a:gd name="T0" fmla="*/ 8 w 31"/>
                  <a:gd name="T1" fmla="*/ 0 h 49"/>
                  <a:gd name="T2" fmla="*/ 0 w 31"/>
                  <a:gd name="T3" fmla="*/ 0 h 49"/>
                  <a:gd name="T4" fmla="*/ 0 w 31"/>
                  <a:gd name="T5" fmla="*/ 49 h 49"/>
                  <a:gd name="T6" fmla="*/ 31 w 31"/>
                  <a:gd name="T7" fmla="*/ 49 h 49"/>
                  <a:gd name="T8" fmla="*/ 31 w 31"/>
                  <a:gd name="T9" fmla="*/ 41 h 49"/>
                  <a:gd name="T10" fmla="*/ 8 w 31"/>
                  <a:gd name="T11" fmla="*/ 41 h 49"/>
                  <a:gd name="T12" fmla="*/ 8 w 31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9">
                    <a:moveTo>
                      <a:pt x="8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2" name="Freeform 151">
                <a:extLst>
                  <a:ext uri="{FF2B5EF4-FFF2-40B4-BE49-F238E27FC236}">
                    <a16:creationId xmlns:a16="http://schemas.microsoft.com/office/drawing/2014/main" id="{ED3D022C-D463-4D6D-A801-2BE45BB9D0C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715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3" name="Freeform 152">
                <a:extLst>
                  <a:ext uri="{FF2B5EF4-FFF2-40B4-BE49-F238E27FC236}">
                    <a16:creationId xmlns:a16="http://schemas.microsoft.com/office/drawing/2014/main" id="{40B8165C-1B64-4EE5-A3BB-1F46017A8A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1" y="8105"/>
                <a:ext cx="43" cy="50"/>
              </a:xfrm>
              <a:custGeom>
                <a:avLst/>
                <a:gdLst>
                  <a:gd name="T0" fmla="*/ 33 w 57"/>
                  <a:gd name="T1" fmla="*/ 42 h 67"/>
                  <a:gd name="T2" fmla="*/ 47 w 57"/>
                  <a:gd name="T3" fmla="*/ 42 h 67"/>
                  <a:gd name="T4" fmla="*/ 30 w 57"/>
                  <a:gd name="T5" fmla="*/ 57 h 67"/>
                  <a:gd name="T6" fmla="*/ 11 w 57"/>
                  <a:gd name="T7" fmla="*/ 33 h 67"/>
                  <a:gd name="T8" fmla="*/ 29 w 57"/>
                  <a:gd name="T9" fmla="*/ 10 h 67"/>
                  <a:gd name="T10" fmla="*/ 45 w 57"/>
                  <a:gd name="T11" fmla="*/ 21 h 67"/>
                  <a:gd name="T12" fmla="*/ 56 w 57"/>
                  <a:gd name="T13" fmla="*/ 21 h 67"/>
                  <a:gd name="T14" fmla="*/ 29 w 57"/>
                  <a:gd name="T15" fmla="*/ 0 h 67"/>
                  <a:gd name="T16" fmla="*/ 0 w 57"/>
                  <a:gd name="T17" fmla="*/ 33 h 67"/>
                  <a:gd name="T18" fmla="*/ 30 w 57"/>
                  <a:gd name="T19" fmla="*/ 67 h 67"/>
                  <a:gd name="T20" fmla="*/ 57 w 57"/>
                  <a:gd name="T21" fmla="*/ 37 h 67"/>
                  <a:gd name="T22" fmla="*/ 57 w 57"/>
                  <a:gd name="T23" fmla="*/ 32 h 67"/>
                  <a:gd name="T24" fmla="*/ 33 w 57"/>
                  <a:gd name="T25" fmla="*/ 32 h 67"/>
                  <a:gd name="T26" fmla="*/ 33 w 57"/>
                  <a:gd name="T27" fmla="*/ 4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7">
                    <a:moveTo>
                      <a:pt x="33" y="42"/>
                    </a:moveTo>
                    <a:cubicBezTo>
                      <a:pt x="47" y="42"/>
                      <a:pt x="47" y="42"/>
                      <a:pt x="47" y="42"/>
                    </a:cubicBezTo>
                    <a:cubicBezTo>
                      <a:pt x="45" y="51"/>
                      <a:pt x="39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38" y="10"/>
                      <a:pt x="42" y="15"/>
                      <a:pt x="45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5" y="67"/>
                      <a:pt x="57" y="55"/>
                      <a:pt x="57" y="37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33" y="32"/>
                      <a:pt x="33" y="32"/>
                      <a:pt x="33" y="32"/>
                    </a:cubicBezTo>
                    <a:lnTo>
                      <a:pt x="33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4" name="Rectangle 153">
                <a:extLst>
                  <a:ext uri="{FF2B5EF4-FFF2-40B4-BE49-F238E27FC236}">
                    <a16:creationId xmlns:a16="http://schemas.microsoft.com/office/drawing/2014/main" id="{6B9D00B8-6B1A-4147-9432-79A39A2CAB5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28" y="8105"/>
                <a:ext cx="7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5" name="Freeform 154">
                <a:extLst>
                  <a:ext uri="{FF2B5EF4-FFF2-40B4-BE49-F238E27FC236}">
                    <a16:creationId xmlns:a16="http://schemas.microsoft.com/office/drawing/2014/main" id="{0E67511D-063E-439A-87E4-EC5D2E643C2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49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5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5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8" y="10"/>
                      <a:pt x="42" y="15"/>
                      <a:pt x="4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29" y="67"/>
                    </a:cubicBezTo>
                    <a:cubicBezTo>
                      <a:pt x="44" y="67"/>
                      <a:pt x="53" y="58"/>
                      <a:pt x="5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2" y="52"/>
                      <a:pt x="38" y="57"/>
                      <a:pt x="29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6" name="Freeform 155">
                <a:extLst>
                  <a:ext uri="{FF2B5EF4-FFF2-40B4-BE49-F238E27FC236}">
                    <a16:creationId xmlns:a16="http://schemas.microsoft.com/office/drawing/2014/main" id="{2D1C59F2-60B3-4B96-B213-0945E81B70D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99" y="8105"/>
                <a:ext cx="45" cy="49"/>
              </a:xfrm>
              <a:custGeom>
                <a:avLst/>
                <a:gdLst>
                  <a:gd name="T0" fmla="*/ 19 w 45"/>
                  <a:gd name="T1" fmla="*/ 0 h 49"/>
                  <a:gd name="T2" fmla="*/ 0 w 45"/>
                  <a:gd name="T3" fmla="*/ 49 h 49"/>
                  <a:gd name="T4" fmla="*/ 8 w 45"/>
                  <a:gd name="T5" fmla="*/ 49 h 49"/>
                  <a:gd name="T6" fmla="*/ 14 w 45"/>
                  <a:gd name="T7" fmla="*/ 36 h 49"/>
                  <a:gd name="T8" fmla="*/ 31 w 45"/>
                  <a:gd name="T9" fmla="*/ 36 h 49"/>
                  <a:gd name="T10" fmla="*/ 37 w 45"/>
                  <a:gd name="T11" fmla="*/ 49 h 49"/>
                  <a:gd name="T12" fmla="*/ 45 w 45"/>
                  <a:gd name="T13" fmla="*/ 49 h 49"/>
                  <a:gd name="T14" fmla="*/ 26 w 45"/>
                  <a:gd name="T15" fmla="*/ 0 h 49"/>
                  <a:gd name="T16" fmla="*/ 19 w 45"/>
                  <a:gd name="T17" fmla="*/ 0 h 49"/>
                  <a:gd name="T18" fmla="*/ 16 w 45"/>
                  <a:gd name="T19" fmla="*/ 28 h 49"/>
                  <a:gd name="T20" fmla="*/ 22 w 45"/>
                  <a:gd name="T21" fmla="*/ 11 h 49"/>
                  <a:gd name="T22" fmla="*/ 29 w 45"/>
                  <a:gd name="T23" fmla="*/ 28 h 49"/>
                  <a:gd name="T24" fmla="*/ 16 w 45"/>
                  <a:gd name="T25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9">
                    <a:moveTo>
                      <a:pt x="19" y="0"/>
                    </a:moveTo>
                    <a:lnTo>
                      <a:pt x="0" y="49"/>
                    </a:lnTo>
                    <a:lnTo>
                      <a:pt x="8" y="49"/>
                    </a:lnTo>
                    <a:lnTo>
                      <a:pt x="14" y="36"/>
                    </a:lnTo>
                    <a:lnTo>
                      <a:pt x="31" y="36"/>
                    </a:lnTo>
                    <a:lnTo>
                      <a:pt x="37" y="49"/>
                    </a:lnTo>
                    <a:lnTo>
                      <a:pt x="45" y="49"/>
                    </a:lnTo>
                    <a:lnTo>
                      <a:pt x="26" y="0"/>
                    </a:lnTo>
                    <a:lnTo>
                      <a:pt x="19" y="0"/>
                    </a:lnTo>
                    <a:close/>
                    <a:moveTo>
                      <a:pt x="16" y="28"/>
                    </a:moveTo>
                    <a:lnTo>
                      <a:pt x="22" y="11"/>
                    </a:lnTo>
                    <a:lnTo>
                      <a:pt x="29" y="28"/>
                    </a:lnTo>
                    <a:lnTo>
                      <a:pt x="16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7" name="Freeform 156">
                <a:extLst>
                  <a:ext uri="{FF2B5EF4-FFF2-40B4-BE49-F238E27FC236}">
                    <a16:creationId xmlns:a16="http://schemas.microsoft.com/office/drawing/2014/main" id="{E3ED213A-1600-4B28-9383-C98103F9519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6" y="8105"/>
                <a:ext cx="32" cy="49"/>
              </a:xfrm>
              <a:custGeom>
                <a:avLst/>
                <a:gdLst>
                  <a:gd name="T0" fmla="*/ 9 w 32"/>
                  <a:gd name="T1" fmla="*/ 0 h 49"/>
                  <a:gd name="T2" fmla="*/ 0 w 32"/>
                  <a:gd name="T3" fmla="*/ 0 h 49"/>
                  <a:gd name="T4" fmla="*/ 0 w 32"/>
                  <a:gd name="T5" fmla="*/ 49 h 49"/>
                  <a:gd name="T6" fmla="*/ 32 w 32"/>
                  <a:gd name="T7" fmla="*/ 49 h 49"/>
                  <a:gd name="T8" fmla="*/ 32 w 32"/>
                  <a:gd name="T9" fmla="*/ 41 h 49"/>
                  <a:gd name="T10" fmla="*/ 9 w 32"/>
                  <a:gd name="T11" fmla="*/ 41 h 49"/>
                  <a:gd name="T12" fmla="*/ 9 w 3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9">
                    <a:moveTo>
                      <a:pt x="9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2" y="49"/>
                    </a:lnTo>
                    <a:lnTo>
                      <a:pt x="32" y="41"/>
                    </a:lnTo>
                    <a:lnTo>
                      <a:pt x="9" y="41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8" name="Freeform 157">
                <a:extLst>
                  <a:ext uri="{FF2B5EF4-FFF2-40B4-BE49-F238E27FC236}">
                    <a16:creationId xmlns:a16="http://schemas.microsoft.com/office/drawing/2014/main" id="{97BDC4D9-E64E-4D5B-BAC6-2B3875F5758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2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31 w 31"/>
                  <a:gd name="T3" fmla="*/ 49 h 49"/>
                  <a:gd name="T4" fmla="*/ 31 w 31"/>
                  <a:gd name="T5" fmla="*/ 41 h 49"/>
                  <a:gd name="T6" fmla="*/ 8 w 31"/>
                  <a:gd name="T7" fmla="*/ 41 h 49"/>
                  <a:gd name="T8" fmla="*/ 8 w 31"/>
                  <a:gd name="T9" fmla="*/ 27 h 49"/>
                  <a:gd name="T10" fmla="*/ 29 w 31"/>
                  <a:gd name="T11" fmla="*/ 27 h 49"/>
                  <a:gd name="T12" fmla="*/ 29 w 31"/>
                  <a:gd name="T13" fmla="*/ 21 h 49"/>
                  <a:gd name="T14" fmla="*/ 8 w 31"/>
                  <a:gd name="T15" fmla="*/ 21 h 49"/>
                  <a:gd name="T16" fmla="*/ 8 w 31"/>
                  <a:gd name="T17" fmla="*/ 8 h 49"/>
                  <a:gd name="T18" fmla="*/ 31 w 31"/>
                  <a:gd name="T19" fmla="*/ 8 h 49"/>
                  <a:gd name="T20" fmla="*/ 31 w 31"/>
                  <a:gd name="T21" fmla="*/ 0 h 49"/>
                  <a:gd name="T22" fmla="*/ 0 w 31"/>
                  <a:gd name="T23" fmla="*/ 0 h 49"/>
                  <a:gd name="T24" fmla="*/ 0 w 31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8" y="21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9" name="Freeform 158">
                <a:extLst>
                  <a:ext uri="{FF2B5EF4-FFF2-40B4-BE49-F238E27FC236}">
                    <a16:creationId xmlns:a16="http://schemas.microsoft.com/office/drawing/2014/main" id="{D0035703-F9AE-45A1-84CE-9F9B8A2C3F7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0" name="Freeform 159">
                <a:extLst>
                  <a:ext uri="{FF2B5EF4-FFF2-40B4-BE49-F238E27FC236}">
                    <a16:creationId xmlns:a16="http://schemas.microsoft.com/office/drawing/2014/main" id="{C0E3A6D9-84BD-417A-A453-DBE033D84C1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12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1" name="Freeform 160">
                <a:extLst>
                  <a:ext uri="{FF2B5EF4-FFF2-40B4-BE49-F238E27FC236}">
                    <a16:creationId xmlns:a16="http://schemas.microsoft.com/office/drawing/2014/main" id="{C76D54C2-CD0E-41D7-BE8B-E88C8123E72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77" y="8105"/>
                <a:ext cx="39" cy="49"/>
              </a:xfrm>
              <a:custGeom>
                <a:avLst/>
                <a:gdLst>
                  <a:gd name="T0" fmla="*/ 32 w 39"/>
                  <a:gd name="T1" fmla="*/ 34 h 49"/>
                  <a:gd name="T2" fmla="*/ 9 w 39"/>
                  <a:gd name="T3" fmla="*/ 0 h 49"/>
                  <a:gd name="T4" fmla="*/ 0 w 39"/>
                  <a:gd name="T5" fmla="*/ 0 h 49"/>
                  <a:gd name="T6" fmla="*/ 0 w 39"/>
                  <a:gd name="T7" fmla="*/ 49 h 49"/>
                  <a:gd name="T8" fmla="*/ 9 w 39"/>
                  <a:gd name="T9" fmla="*/ 49 h 49"/>
                  <a:gd name="T10" fmla="*/ 9 w 39"/>
                  <a:gd name="T11" fmla="*/ 14 h 49"/>
                  <a:gd name="T12" fmla="*/ 33 w 39"/>
                  <a:gd name="T13" fmla="*/ 49 h 49"/>
                  <a:gd name="T14" fmla="*/ 39 w 39"/>
                  <a:gd name="T15" fmla="*/ 49 h 49"/>
                  <a:gd name="T16" fmla="*/ 39 w 39"/>
                  <a:gd name="T17" fmla="*/ 0 h 49"/>
                  <a:gd name="T18" fmla="*/ 32 w 39"/>
                  <a:gd name="T19" fmla="*/ 0 h 49"/>
                  <a:gd name="T20" fmla="*/ 32 w 39"/>
                  <a:gd name="T21" fmla="*/ 3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9">
                    <a:moveTo>
                      <a:pt x="32" y="34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9" y="49"/>
                    </a:lnTo>
                    <a:lnTo>
                      <a:pt x="9" y="14"/>
                    </a:lnTo>
                    <a:lnTo>
                      <a:pt x="33" y="49"/>
                    </a:lnTo>
                    <a:lnTo>
                      <a:pt x="39" y="49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32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2" name="Freeform 161">
                <a:extLst>
                  <a:ext uri="{FF2B5EF4-FFF2-40B4-BE49-F238E27FC236}">
                    <a16:creationId xmlns:a16="http://schemas.microsoft.com/office/drawing/2014/main" id="{F6C7C384-41E0-498E-A0A6-34EE3CA64F4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23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3" name="Freeform 162">
                <a:extLst>
                  <a:ext uri="{FF2B5EF4-FFF2-40B4-BE49-F238E27FC236}">
                    <a16:creationId xmlns:a16="http://schemas.microsoft.com/office/drawing/2014/main" id="{89DE69DF-2390-41FA-A729-D9EEAFCA1F4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88" y="8105"/>
                <a:ext cx="47" cy="49"/>
              </a:xfrm>
              <a:custGeom>
                <a:avLst/>
                <a:gdLst>
                  <a:gd name="T0" fmla="*/ 23 w 47"/>
                  <a:gd name="T1" fmla="*/ 38 h 49"/>
                  <a:gd name="T2" fmla="*/ 9 w 47"/>
                  <a:gd name="T3" fmla="*/ 0 h 49"/>
                  <a:gd name="T4" fmla="*/ 0 w 47"/>
                  <a:gd name="T5" fmla="*/ 0 h 49"/>
                  <a:gd name="T6" fmla="*/ 0 w 47"/>
                  <a:gd name="T7" fmla="*/ 49 h 49"/>
                  <a:gd name="T8" fmla="*/ 8 w 47"/>
                  <a:gd name="T9" fmla="*/ 49 h 49"/>
                  <a:gd name="T10" fmla="*/ 8 w 47"/>
                  <a:gd name="T11" fmla="*/ 15 h 49"/>
                  <a:gd name="T12" fmla="*/ 20 w 47"/>
                  <a:gd name="T13" fmla="*/ 49 h 49"/>
                  <a:gd name="T14" fmla="*/ 26 w 47"/>
                  <a:gd name="T15" fmla="*/ 49 h 49"/>
                  <a:gd name="T16" fmla="*/ 39 w 47"/>
                  <a:gd name="T17" fmla="*/ 15 h 49"/>
                  <a:gd name="T18" fmla="*/ 39 w 47"/>
                  <a:gd name="T19" fmla="*/ 49 h 49"/>
                  <a:gd name="T20" fmla="*/ 47 w 47"/>
                  <a:gd name="T21" fmla="*/ 49 h 49"/>
                  <a:gd name="T22" fmla="*/ 47 w 47"/>
                  <a:gd name="T23" fmla="*/ 0 h 49"/>
                  <a:gd name="T24" fmla="*/ 38 w 47"/>
                  <a:gd name="T25" fmla="*/ 0 h 49"/>
                  <a:gd name="T26" fmla="*/ 23 w 47"/>
                  <a:gd name="T2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9">
                    <a:moveTo>
                      <a:pt x="23" y="38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8" y="49"/>
                    </a:lnTo>
                    <a:lnTo>
                      <a:pt x="8" y="15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39" y="15"/>
                    </a:lnTo>
                    <a:lnTo>
                      <a:pt x="39" y="49"/>
                    </a:lnTo>
                    <a:lnTo>
                      <a:pt x="47" y="49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3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4" name="Rectangle 163">
                <a:extLst>
                  <a:ext uri="{FF2B5EF4-FFF2-40B4-BE49-F238E27FC236}">
                    <a16:creationId xmlns:a16="http://schemas.microsoft.com/office/drawing/2014/main" id="{349FCA35-0050-4B03-A590-277B78425C8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8105"/>
                <a:ext cx="8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5" name="Freeform 164">
                <a:extLst>
                  <a:ext uri="{FF2B5EF4-FFF2-40B4-BE49-F238E27FC236}">
                    <a16:creationId xmlns:a16="http://schemas.microsoft.com/office/drawing/2014/main" id="{55F04C6E-0C45-4C50-8FA0-1FAED87EEC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73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6" name="Freeform 165">
                <a:extLst>
                  <a:ext uri="{FF2B5EF4-FFF2-40B4-BE49-F238E27FC236}">
                    <a16:creationId xmlns:a16="http://schemas.microsoft.com/office/drawing/2014/main" id="{47C293AE-7D89-48EB-A6EB-9BEF9CC5741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5" y="8105"/>
                <a:ext cx="36" cy="50"/>
              </a:xfrm>
              <a:custGeom>
                <a:avLst/>
                <a:gdLst>
                  <a:gd name="T0" fmla="*/ 31 w 48"/>
                  <a:gd name="T1" fmla="*/ 29 h 67"/>
                  <a:gd name="T2" fmla="*/ 20 w 48"/>
                  <a:gd name="T3" fmla="*/ 27 h 67"/>
                  <a:gd name="T4" fmla="*/ 12 w 48"/>
                  <a:gd name="T5" fmla="*/ 18 h 67"/>
                  <a:gd name="T6" fmla="*/ 23 w 48"/>
                  <a:gd name="T7" fmla="*/ 10 h 67"/>
                  <a:gd name="T8" fmla="*/ 37 w 48"/>
                  <a:gd name="T9" fmla="*/ 18 h 67"/>
                  <a:gd name="T10" fmla="*/ 48 w 48"/>
                  <a:gd name="T11" fmla="*/ 18 h 67"/>
                  <a:gd name="T12" fmla="*/ 23 w 48"/>
                  <a:gd name="T13" fmla="*/ 0 h 67"/>
                  <a:gd name="T14" fmla="*/ 1 w 48"/>
                  <a:gd name="T15" fmla="*/ 19 h 67"/>
                  <a:gd name="T16" fmla="*/ 17 w 48"/>
                  <a:gd name="T17" fmla="*/ 37 h 67"/>
                  <a:gd name="T18" fmla="*/ 28 w 48"/>
                  <a:gd name="T19" fmla="*/ 39 h 67"/>
                  <a:gd name="T20" fmla="*/ 38 w 48"/>
                  <a:gd name="T21" fmla="*/ 48 h 67"/>
                  <a:gd name="T22" fmla="*/ 25 w 48"/>
                  <a:gd name="T23" fmla="*/ 57 h 67"/>
                  <a:gd name="T24" fmla="*/ 11 w 48"/>
                  <a:gd name="T25" fmla="*/ 48 h 67"/>
                  <a:gd name="T26" fmla="*/ 0 w 48"/>
                  <a:gd name="T27" fmla="*/ 48 h 67"/>
                  <a:gd name="T28" fmla="*/ 25 w 48"/>
                  <a:gd name="T29" fmla="*/ 67 h 67"/>
                  <a:gd name="T30" fmla="*/ 48 w 48"/>
                  <a:gd name="T31" fmla="*/ 47 h 67"/>
                  <a:gd name="T32" fmla="*/ 31 w 48"/>
                  <a:gd name="T33" fmla="*/ 2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7">
                    <a:moveTo>
                      <a:pt x="31" y="29"/>
                    </a:moveTo>
                    <a:cubicBezTo>
                      <a:pt x="20" y="27"/>
                      <a:pt x="20" y="27"/>
                      <a:pt x="20" y="27"/>
                    </a:cubicBezTo>
                    <a:cubicBezTo>
                      <a:pt x="14" y="25"/>
                      <a:pt x="12" y="23"/>
                      <a:pt x="12" y="18"/>
                    </a:cubicBezTo>
                    <a:cubicBezTo>
                      <a:pt x="12" y="13"/>
                      <a:pt x="16" y="10"/>
                      <a:pt x="23" y="10"/>
                    </a:cubicBezTo>
                    <a:cubicBezTo>
                      <a:pt x="31" y="10"/>
                      <a:pt x="35" y="13"/>
                      <a:pt x="3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7"/>
                      <a:pt x="37" y="0"/>
                      <a:pt x="23" y="0"/>
                    </a:cubicBezTo>
                    <a:cubicBezTo>
                      <a:pt x="10" y="0"/>
                      <a:pt x="1" y="9"/>
                      <a:pt x="1" y="19"/>
                    </a:cubicBezTo>
                    <a:cubicBezTo>
                      <a:pt x="1" y="30"/>
                      <a:pt x="9" y="35"/>
                      <a:pt x="17" y="37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5" y="41"/>
                      <a:pt x="38" y="43"/>
                      <a:pt x="38" y="48"/>
                    </a:cubicBezTo>
                    <a:cubicBezTo>
                      <a:pt x="38" y="54"/>
                      <a:pt x="33" y="57"/>
                      <a:pt x="25" y="57"/>
                    </a:cubicBezTo>
                    <a:cubicBezTo>
                      <a:pt x="18" y="57"/>
                      <a:pt x="13" y="54"/>
                      <a:pt x="1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12" y="67"/>
                      <a:pt x="25" y="67"/>
                    </a:cubicBezTo>
                    <a:cubicBezTo>
                      <a:pt x="38" y="67"/>
                      <a:pt x="48" y="59"/>
                      <a:pt x="48" y="47"/>
                    </a:cubicBezTo>
                    <a:cubicBezTo>
                      <a:pt x="48" y="38"/>
                      <a:pt x="41" y="32"/>
                      <a:pt x="31" y="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7" name="Freeform 166">
                <a:extLst>
                  <a:ext uri="{FF2B5EF4-FFF2-40B4-BE49-F238E27FC236}">
                    <a16:creationId xmlns:a16="http://schemas.microsoft.com/office/drawing/2014/main" id="{E30E7381-3736-480C-B54E-3BAEE265020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7895"/>
                <a:ext cx="144" cy="144"/>
              </a:xfrm>
              <a:custGeom>
                <a:avLst/>
                <a:gdLst>
                  <a:gd name="T0" fmla="*/ 191 w 193"/>
                  <a:gd name="T1" fmla="*/ 189 h 193"/>
                  <a:gd name="T2" fmla="*/ 193 w 193"/>
                  <a:gd name="T3" fmla="*/ 188 h 193"/>
                  <a:gd name="T4" fmla="*/ 193 w 193"/>
                  <a:gd name="T5" fmla="*/ 146 h 193"/>
                  <a:gd name="T6" fmla="*/ 189 w 193"/>
                  <a:gd name="T7" fmla="*/ 147 h 193"/>
                  <a:gd name="T8" fmla="*/ 180 w 193"/>
                  <a:gd name="T9" fmla="*/ 147 h 193"/>
                  <a:gd name="T10" fmla="*/ 171 w 193"/>
                  <a:gd name="T11" fmla="*/ 130 h 193"/>
                  <a:gd name="T12" fmla="*/ 171 w 193"/>
                  <a:gd name="T13" fmla="*/ 0 h 193"/>
                  <a:gd name="T14" fmla="*/ 120 w 193"/>
                  <a:gd name="T15" fmla="*/ 0 h 193"/>
                  <a:gd name="T16" fmla="*/ 120 w 193"/>
                  <a:gd name="T17" fmla="*/ 108 h 193"/>
                  <a:gd name="T18" fmla="*/ 84 w 193"/>
                  <a:gd name="T19" fmla="*/ 147 h 193"/>
                  <a:gd name="T20" fmla="*/ 51 w 193"/>
                  <a:gd name="T21" fmla="*/ 110 h 193"/>
                  <a:gd name="T22" fmla="*/ 51 w 193"/>
                  <a:gd name="T23" fmla="*/ 0 h 193"/>
                  <a:gd name="T24" fmla="*/ 0 w 193"/>
                  <a:gd name="T25" fmla="*/ 0 h 193"/>
                  <a:gd name="T26" fmla="*/ 0 w 193"/>
                  <a:gd name="T27" fmla="*/ 116 h 193"/>
                  <a:gd name="T28" fmla="*/ 73 w 193"/>
                  <a:gd name="T29" fmla="*/ 193 h 193"/>
                  <a:gd name="T30" fmla="*/ 127 w 193"/>
                  <a:gd name="T31" fmla="*/ 170 h 193"/>
                  <a:gd name="T32" fmla="*/ 139 w 193"/>
                  <a:gd name="T33" fmla="*/ 184 h 193"/>
                  <a:gd name="T34" fmla="*/ 168 w 193"/>
                  <a:gd name="T35" fmla="*/ 192 h 193"/>
                  <a:gd name="T36" fmla="*/ 191 w 193"/>
                  <a:gd name="T37" fmla="*/ 18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3" h="193">
                    <a:moveTo>
                      <a:pt x="191" y="189"/>
                    </a:move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6"/>
                      <a:pt x="193" y="146"/>
                      <a:pt x="193" y="146"/>
                    </a:cubicBezTo>
                    <a:cubicBezTo>
                      <a:pt x="189" y="147"/>
                      <a:pt x="189" y="147"/>
                      <a:pt x="189" y="147"/>
                    </a:cubicBezTo>
                    <a:cubicBezTo>
                      <a:pt x="186" y="147"/>
                      <a:pt x="183" y="147"/>
                      <a:pt x="180" y="147"/>
                    </a:cubicBezTo>
                    <a:cubicBezTo>
                      <a:pt x="175" y="147"/>
                      <a:pt x="171" y="146"/>
                      <a:pt x="171" y="13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31"/>
                      <a:pt x="105" y="147"/>
                      <a:pt x="84" y="147"/>
                    </a:cubicBezTo>
                    <a:cubicBezTo>
                      <a:pt x="63" y="147"/>
                      <a:pt x="51" y="133"/>
                      <a:pt x="51" y="11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63"/>
                      <a:pt x="28" y="193"/>
                      <a:pt x="73" y="193"/>
                    </a:cubicBezTo>
                    <a:cubicBezTo>
                      <a:pt x="103" y="193"/>
                      <a:pt x="119" y="181"/>
                      <a:pt x="127" y="170"/>
                    </a:cubicBezTo>
                    <a:cubicBezTo>
                      <a:pt x="130" y="176"/>
                      <a:pt x="134" y="180"/>
                      <a:pt x="139" y="184"/>
                    </a:cubicBezTo>
                    <a:cubicBezTo>
                      <a:pt x="146" y="190"/>
                      <a:pt x="156" y="192"/>
                      <a:pt x="168" y="192"/>
                    </a:cubicBezTo>
                    <a:cubicBezTo>
                      <a:pt x="175" y="192"/>
                      <a:pt x="184" y="192"/>
                      <a:pt x="191" y="18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8" name="Oval 167">
                <a:extLst>
                  <a:ext uri="{FF2B5EF4-FFF2-40B4-BE49-F238E27FC236}">
                    <a16:creationId xmlns:a16="http://schemas.microsoft.com/office/drawing/2014/main" id="{F0D56897-744A-4281-89A6-57D9F847F1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9" name="Freeform 168">
                <a:extLst>
                  <a:ext uri="{FF2B5EF4-FFF2-40B4-BE49-F238E27FC236}">
                    <a16:creationId xmlns:a16="http://schemas.microsoft.com/office/drawing/2014/main" id="{695AB67D-555C-40E6-B25D-9B99E061901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4" y="7657"/>
                <a:ext cx="6" cy="8"/>
              </a:xfrm>
              <a:custGeom>
                <a:avLst/>
                <a:gdLst>
                  <a:gd name="T0" fmla="*/ 3 w 8"/>
                  <a:gd name="T1" fmla="*/ 11 h 11"/>
                  <a:gd name="T2" fmla="*/ 8 w 8"/>
                  <a:gd name="T3" fmla="*/ 6 h 11"/>
                  <a:gd name="T4" fmla="*/ 3 w 8"/>
                  <a:gd name="T5" fmla="*/ 0 h 11"/>
                  <a:gd name="T6" fmla="*/ 0 w 8"/>
                  <a:gd name="T7" fmla="*/ 1 h 11"/>
                  <a:gd name="T8" fmla="*/ 0 w 8"/>
                  <a:gd name="T9" fmla="*/ 11 h 11"/>
                  <a:gd name="T10" fmla="*/ 3 w 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6" y="11"/>
                      <a:pt x="8" y="9"/>
                      <a:pt x="8" y="6"/>
                    </a:cubicBezTo>
                    <a:cubicBezTo>
                      <a:pt x="8" y="2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4"/>
                      <a:pt x="0" y="8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0" name="Oval 169">
                <a:extLst>
                  <a:ext uri="{FF2B5EF4-FFF2-40B4-BE49-F238E27FC236}">
                    <a16:creationId xmlns:a16="http://schemas.microsoft.com/office/drawing/2014/main" id="{9E03F99B-32EC-4DD9-8723-03BE579427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80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1" name="Oval 170">
                <a:extLst>
                  <a:ext uri="{FF2B5EF4-FFF2-40B4-BE49-F238E27FC236}">
                    <a16:creationId xmlns:a16="http://schemas.microsoft.com/office/drawing/2014/main" id="{D4AE3929-A7D3-42AC-A548-88725D5430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3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2" name="Oval 171">
                <a:extLst>
                  <a:ext uri="{FF2B5EF4-FFF2-40B4-BE49-F238E27FC236}">
                    <a16:creationId xmlns:a16="http://schemas.microsoft.com/office/drawing/2014/main" id="{2E4BD846-ECF3-47A4-8E35-289D77E0517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6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3" name="Oval 172">
                <a:extLst>
                  <a:ext uri="{FF2B5EF4-FFF2-40B4-BE49-F238E27FC236}">
                    <a16:creationId xmlns:a16="http://schemas.microsoft.com/office/drawing/2014/main" id="{C2C9A746-778A-4580-9A86-D8735D7671C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8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4" name="Oval 173">
                <a:extLst>
                  <a:ext uri="{FF2B5EF4-FFF2-40B4-BE49-F238E27FC236}">
                    <a16:creationId xmlns:a16="http://schemas.microsoft.com/office/drawing/2014/main" id="{164ACE0C-2FB9-4C6F-B295-35293138F2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9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5" name="Oval 174">
                <a:extLst>
                  <a:ext uri="{FF2B5EF4-FFF2-40B4-BE49-F238E27FC236}">
                    <a16:creationId xmlns:a16="http://schemas.microsoft.com/office/drawing/2014/main" id="{B5AD3848-305D-4A8C-B4BD-973CE1FEC0C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7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6" name="Oval 175">
                <a:extLst>
                  <a:ext uri="{FF2B5EF4-FFF2-40B4-BE49-F238E27FC236}">
                    <a16:creationId xmlns:a16="http://schemas.microsoft.com/office/drawing/2014/main" id="{473550D5-AB0D-4248-9EF4-A0D20714F2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3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7" name="Oval 176">
                <a:extLst>
                  <a:ext uri="{FF2B5EF4-FFF2-40B4-BE49-F238E27FC236}">
                    <a16:creationId xmlns:a16="http://schemas.microsoft.com/office/drawing/2014/main" id="{686AE68F-49AF-4067-B963-1120BB6242B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69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8" name="Oval 177">
                <a:extLst>
                  <a:ext uri="{FF2B5EF4-FFF2-40B4-BE49-F238E27FC236}">
                    <a16:creationId xmlns:a16="http://schemas.microsoft.com/office/drawing/2014/main" id="{7AA37E3B-3FB9-4CFD-8A9C-D5CF85E1B64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9" name="Oval 178">
                <a:extLst>
                  <a:ext uri="{FF2B5EF4-FFF2-40B4-BE49-F238E27FC236}">
                    <a16:creationId xmlns:a16="http://schemas.microsoft.com/office/drawing/2014/main" id="{E29F9CC9-DF33-40E7-AFCC-708630064A5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50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0" name="Oval 179">
                <a:extLst>
                  <a:ext uri="{FF2B5EF4-FFF2-40B4-BE49-F238E27FC236}">
                    <a16:creationId xmlns:a16="http://schemas.microsoft.com/office/drawing/2014/main" id="{07C005DC-6105-4993-8605-626C0B42D7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0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1" name="Oval 180">
                <a:extLst>
                  <a:ext uri="{FF2B5EF4-FFF2-40B4-BE49-F238E27FC236}">
                    <a16:creationId xmlns:a16="http://schemas.microsoft.com/office/drawing/2014/main" id="{13EFEB16-08C1-48FF-9039-F329B43682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5" y="77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2" name="Oval 181">
                <a:extLst>
                  <a:ext uri="{FF2B5EF4-FFF2-40B4-BE49-F238E27FC236}">
                    <a16:creationId xmlns:a16="http://schemas.microsoft.com/office/drawing/2014/main" id="{29427B0D-F31B-4CEA-B403-B09FAF28CCD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9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3" name="Oval 182">
                <a:extLst>
                  <a:ext uri="{FF2B5EF4-FFF2-40B4-BE49-F238E27FC236}">
                    <a16:creationId xmlns:a16="http://schemas.microsoft.com/office/drawing/2014/main" id="{B1D1750D-BAD6-441D-B46E-DC07F3BAE57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2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4" name="Oval 183">
                <a:extLst>
                  <a:ext uri="{FF2B5EF4-FFF2-40B4-BE49-F238E27FC236}">
                    <a16:creationId xmlns:a16="http://schemas.microsoft.com/office/drawing/2014/main" id="{2C66EA98-4C2D-4DDB-BAA4-E929BBF1A0D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1" y="75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5" name="Oval 184">
                <a:extLst>
                  <a:ext uri="{FF2B5EF4-FFF2-40B4-BE49-F238E27FC236}">
                    <a16:creationId xmlns:a16="http://schemas.microsoft.com/office/drawing/2014/main" id="{E82490D8-E887-4A97-8AB0-47268ACDDE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6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6" name="Oval 185">
                <a:extLst>
                  <a:ext uri="{FF2B5EF4-FFF2-40B4-BE49-F238E27FC236}">
                    <a16:creationId xmlns:a16="http://schemas.microsoft.com/office/drawing/2014/main" id="{A9EFB864-C0EF-48A5-B79D-8FF54450B7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3" y="76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7" name="Oval 186">
                <a:extLst>
                  <a:ext uri="{FF2B5EF4-FFF2-40B4-BE49-F238E27FC236}">
                    <a16:creationId xmlns:a16="http://schemas.microsoft.com/office/drawing/2014/main" id="{D7854750-C787-4A32-A9D7-C907A7B6B1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0" y="777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8" name="Oval 187">
                <a:extLst>
                  <a:ext uri="{FF2B5EF4-FFF2-40B4-BE49-F238E27FC236}">
                    <a16:creationId xmlns:a16="http://schemas.microsoft.com/office/drawing/2014/main" id="{CA94725F-F664-4DBE-84E3-60AB572BF1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0" y="77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9" name="Oval 188">
                <a:extLst>
                  <a:ext uri="{FF2B5EF4-FFF2-40B4-BE49-F238E27FC236}">
                    <a16:creationId xmlns:a16="http://schemas.microsoft.com/office/drawing/2014/main" id="{82C11EE4-8BB2-4315-AAF2-6514C4DB64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0" name="Freeform 189">
                <a:extLst>
                  <a:ext uri="{FF2B5EF4-FFF2-40B4-BE49-F238E27FC236}">
                    <a16:creationId xmlns:a16="http://schemas.microsoft.com/office/drawing/2014/main" id="{51D554D0-D4E7-4D10-A75C-89818374B0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8" y="7761"/>
                <a:ext cx="9" cy="8"/>
              </a:xfrm>
              <a:custGeom>
                <a:avLst/>
                <a:gdLst>
                  <a:gd name="T0" fmla="*/ 6 w 12"/>
                  <a:gd name="T1" fmla="*/ 0 h 11"/>
                  <a:gd name="T2" fmla="*/ 0 w 12"/>
                  <a:gd name="T3" fmla="*/ 6 h 11"/>
                  <a:gd name="T4" fmla="*/ 5 w 12"/>
                  <a:gd name="T5" fmla="*/ 11 h 11"/>
                  <a:gd name="T6" fmla="*/ 12 w 12"/>
                  <a:gd name="T7" fmla="*/ 4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8"/>
                      <a:pt x="3" y="11"/>
                      <a:pt x="5" y="11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1" name="Oval 190">
                <a:extLst>
                  <a:ext uri="{FF2B5EF4-FFF2-40B4-BE49-F238E27FC236}">
                    <a16:creationId xmlns:a16="http://schemas.microsoft.com/office/drawing/2014/main" id="{60DA2498-C2BE-4959-AD9C-17C22DDEBA7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8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2" name="Oval 191">
                <a:extLst>
                  <a:ext uri="{FF2B5EF4-FFF2-40B4-BE49-F238E27FC236}">
                    <a16:creationId xmlns:a16="http://schemas.microsoft.com/office/drawing/2014/main" id="{1E613F1D-0AE1-4482-B669-68A958F3D75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3" name="Oval 192">
                <a:extLst>
                  <a:ext uri="{FF2B5EF4-FFF2-40B4-BE49-F238E27FC236}">
                    <a16:creationId xmlns:a16="http://schemas.microsoft.com/office/drawing/2014/main" id="{C8DC1CEE-0C1A-482E-9142-92BDAFD086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2" y="756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4" name="Oval 193">
                <a:extLst>
                  <a:ext uri="{FF2B5EF4-FFF2-40B4-BE49-F238E27FC236}">
                    <a16:creationId xmlns:a16="http://schemas.microsoft.com/office/drawing/2014/main" id="{A5CD3951-E322-48A0-90FD-B5402BB00B9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77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5" name="Oval 194">
                <a:extLst>
                  <a:ext uri="{FF2B5EF4-FFF2-40B4-BE49-F238E27FC236}">
                    <a16:creationId xmlns:a16="http://schemas.microsoft.com/office/drawing/2014/main" id="{43718E2C-043E-40B8-9C43-23F95D5BA49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76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6" name="Oval 195">
                <a:extLst>
                  <a:ext uri="{FF2B5EF4-FFF2-40B4-BE49-F238E27FC236}">
                    <a16:creationId xmlns:a16="http://schemas.microsoft.com/office/drawing/2014/main" id="{5A28A87A-3BFC-4926-BC86-89C474FABBE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67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7" name="Oval 196">
                <a:extLst>
                  <a:ext uri="{FF2B5EF4-FFF2-40B4-BE49-F238E27FC236}">
                    <a16:creationId xmlns:a16="http://schemas.microsoft.com/office/drawing/2014/main" id="{C95F5E53-5F15-4818-9436-514C8A535B1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8" name="Oval 197">
                <a:extLst>
                  <a:ext uri="{FF2B5EF4-FFF2-40B4-BE49-F238E27FC236}">
                    <a16:creationId xmlns:a16="http://schemas.microsoft.com/office/drawing/2014/main" id="{03895685-F92F-4E2A-8576-449DC3944B6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1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9" name="Oval 198">
                <a:extLst>
                  <a:ext uri="{FF2B5EF4-FFF2-40B4-BE49-F238E27FC236}">
                    <a16:creationId xmlns:a16="http://schemas.microsoft.com/office/drawing/2014/main" id="{77655982-61AA-46A2-87E8-8EA243769D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6" y="772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0" name="Oval 199">
                <a:extLst>
                  <a:ext uri="{FF2B5EF4-FFF2-40B4-BE49-F238E27FC236}">
                    <a16:creationId xmlns:a16="http://schemas.microsoft.com/office/drawing/2014/main" id="{ACE185E5-BE1B-4904-925C-50A7675F6DE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1" name="Oval 200">
                <a:extLst>
                  <a:ext uri="{FF2B5EF4-FFF2-40B4-BE49-F238E27FC236}">
                    <a16:creationId xmlns:a16="http://schemas.microsoft.com/office/drawing/2014/main" id="{58304BC9-78A5-45D5-8825-7846B9120F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9" y="781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2" name="Oval 201">
                <a:extLst>
                  <a:ext uri="{FF2B5EF4-FFF2-40B4-BE49-F238E27FC236}">
                    <a16:creationId xmlns:a16="http://schemas.microsoft.com/office/drawing/2014/main" id="{A92E568A-37D0-4266-9A7D-7218B258D03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1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3" name="Oval 202">
                <a:extLst>
                  <a:ext uri="{FF2B5EF4-FFF2-40B4-BE49-F238E27FC236}">
                    <a16:creationId xmlns:a16="http://schemas.microsoft.com/office/drawing/2014/main" id="{DA588167-17F8-4780-A865-8AE0CA8FAEB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56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4" name="Freeform 203">
                <a:extLst>
                  <a:ext uri="{FF2B5EF4-FFF2-40B4-BE49-F238E27FC236}">
                    <a16:creationId xmlns:a16="http://schemas.microsoft.com/office/drawing/2014/main" id="{B469A88B-8F3A-4493-8E1F-BCED33AB995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0" y="7771"/>
                <a:ext cx="8" cy="8"/>
              </a:xfrm>
              <a:custGeom>
                <a:avLst/>
                <a:gdLst>
                  <a:gd name="T0" fmla="*/ 0 w 10"/>
                  <a:gd name="T1" fmla="*/ 6 h 10"/>
                  <a:gd name="T2" fmla="*/ 2 w 10"/>
                  <a:gd name="T3" fmla="*/ 10 h 10"/>
                  <a:gd name="T4" fmla="*/ 10 w 10"/>
                  <a:gd name="T5" fmla="*/ 2 h 10"/>
                  <a:gd name="T6" fmla="*/ 6 w 10"/>
                  <a:gd name="T7" fmla="*/ 0 h 10"/>
                  <a:gd name="T8" fmla="*/ 0 w 10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0" y="8"/>
                      <a:pt x="1" y="9"/>
                      <a:pt x="2" y="10"/>
                    </a:cubicBezTo>
                    <a:cubicBezTo>
                      <a:pt x="5" y="8"/>
                      <a:pt x="7" y="5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5" name="Oval 204">
                <a:extLst>
                  <a:ext uri="{FF2B5EF4-FFF2-40B4-BE49-F238E27FC236}">
                    <a16:creationId xmlns:a16="http://schemas.microsoft.com/office/drawing/2014/main" id="{9A2019A7-1C05-40FC-BF31-4ED95DDC574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5" y="767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grpSp>
          <p:nvGrpSpPr>
            <p:cNvPr id="15" name="Group 406">
              <a:extLst>
                <a:ext uri="{FF2B5EF4-FFF2-40B4-BE49-F238E27FC236}">
                  <a16:creationId xmlns:a16="http://schemas.microsoft.com/office/drawing/2014/main" id="{E2D57814-464C-46A4-88B0-5814BC446DBB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3471863" y="11942763"/>
              <a:ext cx="525463" cy="471488"/>
              <a:chOff x="2187" y="7523"/>
              <a:chExt cx="331" cy="297"/>
            </a:xfrm>
            <a:grpFill/>
          </p:grpSpPr>
          <p:sp>
            <p:nvSpPr>
              <p:cNvPr id="116" name="Oval 206">
                <a:extLst>
                  <a:ext uri="{FF2B5EF4-FFF2-40B4-BE49-F238E27FC236}">
                    <a16:creationId xmlns:a16="http://schemas.microsoft.com/office/drawing/2014/main" id="{26EB9AFF-A119-47AF-A504-C758D1ADA7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4" y="77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7" name="Oval 207">
                <a:extLst>
                  <a:ext uri="{FF2B5EF4-FFF2-40B4-BE49-F238E27FC236}">
                    <a16:creationId xmlns:a16="http://schemas.microsoft.com/office/drawing/2014/main" id="{480888DD-FF07-4E13-9D72-98497D670D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0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" name="Oval 208">
                <a:extLst>
                  <a:ext uri="{FF2B5EF4-FFF2-40B4-BE49-F238E27FC236}">
                    <a16:creationId xmlns:a16="http://schemas.microsoft.com/office/drawing/2014/main" id="{48507D0B-2C36-4867-A8AF-1B88786219F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0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" name="Oval 209">
                <a:extLst>
                  <a:ext uri="{FF2B5EF4-FFF2-40B4-BE49-F238E27FC236}">
                    <a16:creationId xmlns:a16="http://schemas.microsoft.com/office/drawing/2014/main" id="{F739E7EA-7846-479C-BF42-48D1B0D226A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" name="Oval 210">
                <a:extLst>
                  <a:ext uri="{FF2B5EF4-FFF2-40B4-BE49-F238E27FC236}">
                    <a16:creationId xmlns:a16="http://schemas.microsoft.com/office/drawing/2014/main" id="{E203D4E7-5139-486B-AFB8-8C48DF057CB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" name="Oval 211">
                <a:extLst>
                  <a:ext uri="{FF2B5EF4-FFF2-40B4-BE49-F238E27FC236}">
                    <a16:creationId xmlns:a16="http://schemas.microsoft.com/office/drawing/2014/main" id="{7AFEF343-5376-40EA-BEC2-6B7955E276B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8" y="77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" name="Oval 212">
                <a:extLst>
                  <a:ext uri="{FF2B5EF4-FFF2-40B4-BE49-F238E27FC236}">
                    <a16:creationId xmlns:a16="http://schemas.microsoft.com/office/drawing/2014/main" id="{A1DED0A2-E37C-4A59-AFD9-77C8143FE8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6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" name="Oval 213">
                <a:extLst>
                  <a:ext uri="{FF2B5EF4-FFF2-40B4-BE49-F238E27FC236}">
                    <a16:creationId xmlns:a16="http://schemas.microsoft.com/office/drawing/2014/main" id="{9162373D-9FC1-4238-AFE9-5AA387BD285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2" y="76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" name="Oval 214">
                <a:extLst>
                  <a:ext uri="{FF2B5EF4-FFF2-40B4-BE49-F238E27FC236}">
                    <a16:creationId xmlns:a16="http://schemas.microsoft.com/office/drawing/2014/main" id="{757AD1E4-7FA9-4DD8-81DD-698ACF4037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7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" name="Freeform 215">
                <a:extLst>
                  <a:ext uri="{FF2B5EF4-FFF2-40B4-BE49-F238E27FC236}">
                    <a16:creationId xmlns:a16="http://schemas.microsoft.com/office/drawing/2014/main" id="{FEA0C74C-F6B1-4D62-BD3E-39CD6D51992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78" y="7752"/>
                <a:ext cx="8" cy="8"/>
              </a:xfrm>
              <a:custGeom>
                <a:avLst/>
                <a:gdLst>
                  <a:gd name="T0" fmla="*/ 0 w 10"/>
                  <a:gd name="T1" fmla="*/ 6 h 11"/>
                  <a:gd name="T2" fmla="*/ 3 w 10"/>
                  <a:gd name="T3" fmla="*/ 11 h 11"/>
                  <a:gd name="T4" fmla="*/ 10 w 10"/>
                  <a:gd name="T5" fmla="*/ 1 h 11"/>
                  <a:gd name="T6" fmla="*/ 6 w 10"/>
                  <a:gd name="T7" fmla="*/ 0 h 11"/>
                  <a:gd name="T8" fmla="*/ 0 w 10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cubicBezTo>
                      <a:pt x="0" y="8"/>
                      <a:pt x="1" y="9"/>
                      <a:pt x="3" y="11"/>
                    </a:cubicBezTo>
                    <a:cubicBezTo>
                      <a:pt x="5" y="8"/>
                      <a:pt x="8" y="4"/>
                      <a:pt x="10" y="1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" name="Oval 216">
                <a:extLst>
                  <a:ext uri="{FF2B5EF4-FFF2-40B4-BE49-F238E27FC236}">
                    <a16:creationId xmlns:a16="http://schemas.microsoft.com/office/drawing/2014/main" id="{0E5616BA-D8FD-447F-A8D5-F7949F6E683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0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" name="Oval 217">
                <a:extLst>
                  <a:ext uri="{FF2B5EF4-FFF2-40B4-BE49-F238E27FC236}">
                    <a16:creationId xmlns:a16="http://schemas.microsoft.com/office/drawing/2014/main" id="{1BBED7B5-057F-4A36-87BA-7C7431E789E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1" y="766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8" name="Oval 218">
                <a:extLst>
                  <a:ext uri="{FF2B5EF4-FFF2-40B4-BE49-F238E27FC236}">
                    <a16:creationId xmlns:a16="http://schemas.microsoft.com/office/drawing/2014/main" id="{37EFB114-5894-4F8D-8A9A-29BB6585E7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9" name="Oval 219">
                <a:extLst>
                  <a:ext uri="{FF2B5EF4-FFF2-40B4-BE49-F238E27FC236}">
                    <a16:creationId xmlns:a16="http://schemas.microsoft.com/office/drawing/2014/main" id="{199A9A2F-15BB-4421-8865-0A8C46D6961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4" y="769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0" name="Oval 220">
                <a:extLst>
                  <a:ext uri="{FF2B5EF4-FFF2-40B4-BE49-F238E27FC236}">
                    <a16:creationId xmlns:a16="http://schemas.microsoft.com/office/drawing/2014/main" id="{8DE4910A-D69A-4031-804C-FE70D49693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71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1" name="Oval 221">
                <a:extLst>
                  <a:ext uri="{FF2B5EF4-FFF2-40B4-BE49-F238E27FC236}">
                    <a16:creationId xmlns:a16="http://schemas.microsoft.com/office/drawing/2014/main" id="{DFF6ACE3-C1C6-462A-9004-B3FF0662F00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7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2" name="Oval 222">
                <a:extLst>
                  <a:ext uri="{FF2B5EF4-FFF2-40B4-BE49-F238E27FC236}">
                    <a16:creationId xmlns:a16="http://schemas.microsoft.com/office/drawing/2014/main" id="{9B73DC25-E0D4-4D54-A5D0-50433ECB504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4" y="770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3" name="Oval 223">
                <a:extLst>
                  <a:ext uri="{FF2B5EF4-FFF2-40B4-BE49-F238E27FC236}">
                    <a16:creationId xmlns:a16="http://schemas.microsoft.com/office/drawing/2014/main" id="{0A727408-5922-4EE8-B7BC-E47EF35DCC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4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4" name="Oval 224">
                <a:extLst>
                  <a:ext uri="{FF2B5EF4-FFF2-40B4-BE49-F238E27FC236}">
                    <a16:creationId xmlns:a16="http://schemas.microsoft.com/office/drawing/2014/main" id="{6DFAD109-DC40-47E4-8DC6-9B94BB321A1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3" y="769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5" name="Oval 225">
                <a:extLst>
                  <a:ext uri="{FF2B5EF4-FFF2-40B4-BE49-F238E27FC236}">
                    <a16:creationId xmlns:a16="http://schemas.microsoft.com/office/drawing/2014/main" id="{4EE48094-6909-401E-B121-2C896C9BC3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6" name="Oval 226">
                <a:extLst>
                  <a:ext uri="{FF2B5EF4-FFF2-40B4-BE49-F238E27FC236}">
                    <a16:creationId xmlns:a16="http://schemas.microsoft.com/office/drawing/2014/main" id="{2A667596-45C2-4091-80E4-D7D4A1B671D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74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7" name="Oval 227">
                <a:extLst>
                  <a:ext uri="{FF2B5EF4-FFF2-40B4-BE49-F238E27FC236}">
                    <a16:creationId xmlns:a16="http://schemas.microsoft.com/office/drawing/2014/main" id="{DA09E83A-58B5-4053-A486-A4C5E65A87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75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8" name="Oval 228">
                <a:extLst>
                  <a:ext uri="{FF2B5EF4-FFF2-40B4-BE49-F238E27FC236}">
                    <a16:creationId xmlns:a16="http://schemas.microsoft.com/office/drawing/2014/main" id="{1CB64EDA-0C7E-4034-B288-4DD0EE95D1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57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9" name="Oval 229">
                <a:extLst>
                  <a:ext uri="{FF2B5EF4-FFF2-40B4-BE49-F238E27FC236}">
                    <a16:creationId xmlns:a16="http://schemas.microsoft.com/office/drawing/2014/main" id="{298A7E88-181D-4A40-9254-62631A31E7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9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0" name="Oval 230">
                <a:extLst>
                  <a:ext uri="{FF2B5EF4-FFF2-40B4-BE49-F238E27FC236}">
                    <a16:creationId xmlns:a16="http://schemas.microsoft.com/office/drawing/2014/main" id="{188DE19D-5B1D-484F-869C-84563D0DD66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1" name="Oval 231">
                <a:extLst>
                  <a:ext uri="{FF2B5EF4-FFF2-40B4-BE49-F238E27FC236}">
                    <a16:creationId xmlns:a16="http://schemas.microsoft.com/office/drawing/2014/main" id="{75A59AC2-596C-4AEA-A411-2EA379FCF6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0" y="77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2" name="Oval 232">
                <a:extLst>
                  <a:ext uri="{FF2B5EF4-FFF2-40B4-BE49-F238E27FC236}">
                    <a16:creationId xmlns:a16="http://schemas.microsoft.com/office/drawing/2014/main" id="{9C46F1CF-74ED-479B-8887-751CD4015F8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4" y="76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3" name="Oval 233">
                <a:extLst>
                  <a:ext uri="{FF2B5EF4-FFF2-40B4-BE49-F238E27FC236}">
                    <a16:creationId xmlns:a16="http://schemas.microsoft.com/office/drawing/2014/main" id="{298CE5C1-5F9F-4FCC-A3C6-4BC86BA2BBE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8" y="778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4" name="Oval 234">
                <a:extLst>
                  <a:ext uri="{FF2B5EF4-FFF2-40B4-BE49-F238E27FC236}">
                    <a16:creationId xmlns:a16="http://schemas.microsoft.com/office/drawing/2014/main" id="{3524C4D4-3EF6-4394-82B8-8CFDC373DF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1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5" name="Oval 235">
                <a:extLst>
                  <a:ext uri="{FF2B5EF4-FFF2-40B4-BE49-F238E27FC236}">
                    <a16:creationId xmlns:a16="http://schemas.microsoft.com/office/drawing/2014/main" id="{83B1ECE7-E8A9-4C82-A58F-BE01459E43C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6" name="Oval 236">
                <a:extLst>
                  <a:ext uri="{FF2B5EF4-FFF2-40B4-BE49-F238E27FC236}">
                    <a16:creationId xmlns:a16="http://schemas.microsoft.com/office/drawing/2014/main" id="{0663FB3F-98AD-47EC-98BD-41E242043D6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81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7" name="Oval 237">
                <a:extLst>
                  <a:ext uri="{FF2B5EF4-FFF2-40B4-BE49-F238E27FC236}">
                    <a16:creationId xmlns:a16="http://schemas.microsoft.com/office/drawing/2014/main" id="{5DF0D28C-1BD3-41FF-85A5-EC2C78B4630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1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8" name="Oval 238">
                <a:extLst>
                  <a:ext uri="{FF2B5EF4-FFF2-40B4-BE49-F238E27FC236}">
                    <a16:creationId xmlns:a16="http://schemas.microsoft.com/office/drawing/2014/main" id="{4E689C44-C67F-4B16-B94B-53EF8AE1A6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2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9" name="Oval 239">
                <a:extLst>
                  <a:ext uri="{FF2B5EF4-FFF2-40B4-BE49-F238E27FC236}">
                    <a16:creationId xmlns:a16="http://schemas.microsoft.com/office/drawing/2014/main" id="{BC7FA17B-189B-4300-9F7E-2C556BD9543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1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0" name="Oval 240">
                <a:extLst>
                  <a:ext uri="{FF2B5EF4-FFF2-40B4-BE49-F238E27FC236}">
                    <a16:creationId xmlns:a16="http://schemas.microsoft.com/office/drawing/2014/main" id="{633FA997-CB13-48A7-846C-45480D06E1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7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1" name="Oval 241">
                <a:extLst>
                  <a:ext uri="{FF2B5EF4-FFF2-40B4-BE49-F238E27FC236}">
                    <a16:creationId xmlns:a16="http://schemas.microsoft.com/office/drawing/2014/main" id="{7216136E-388E-42C7-A8D2-3B73999681D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7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2" name="Oval 242">
                <a:extLst>
                  <a:ext uri="{FF2B5EF4-FFF2-40B4-BE49-F238E27FC236}">
                    <a16:creationId xmlns:a16="http://schemas.microsoft.com/office/drawing/2014/main" id="{C18CA700-5401-49D1-A7C1-3CE88621F9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7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3" name="Oval 243">
                <a:extLst>
                  <a:ext uri="{FF2B5EF4-FFF2-40B4-BE49-F238E27FC236}">
                    <a16:creationId xmlns:a16="http://schemas.microsoft.com/office/drawing/2014/main" id="{5557242B-D2DE-46AB-B09B-C3BA4F63FC0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5" y="770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4" name="Oval 244">
                <a:extLst>
                  <a:ext uri="{FF2B5EF4-FFF2-40B4-BE49-F238E27FC236}">
                    <a16:creationId xmlns:a16="http://schemas.microsoft.com/office/drawing/2014/main" id="{9DE97B33-18AE-41F9-90AA-E7D9202B237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9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5" name="Oval 245">
                <a:extLst>
                  <a:ext uri="{FF2B5EF4-FFF2-40B4-BE49-F238E27FC236}">
                    <a16:creationId xmlns:a16="http://schemas.microsoft.com/office/drawing/2014/main" id="{01768118-74E2-4365-9E8C-FD86A7BDD78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9" y="774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6" name="Oval 246">
                <a:extLst>
                  <a:ext uri="{FF2B5EF4-FFF2-40B4-BE49-F238E27FC236}">
                    <a16:creationId xmlns:a16="http://schemas.microsoft.com/office/drawing/2014/main" id="{1D25B775-AAFB-4EC4-AC9F-DCFB1DEC401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7" name="Oval 247">
                <a:extLst>
                  <a:ext uri="{FF2B5EF4-FFF2-40B4-BE49-F238E27FC236}">
                    <a16:creationId xmlns:a16="http://schemas.microsoft.com/office/drawing/2014/main" id="{F825AE1F-0A87-4323-8B20-CD9434811A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198" y="762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8" name="Oval 248">
                <a:extLst>
                  <a:ext uri="{FF2B5EF4-FFF2-40B4-BE49-F238E27FC236}">
                    <a16:creationId xmlns:a16="http://schemas.microsoft.com/office/drawing/2014/main" id="{708865B0-CBEB-4BCC-BCAA-C133EEE77E2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7" y="76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9" name="Freeform 249">
                <a:extLst>
                  <a:ext uri="{FF2B5EF4-FFF2-40B4-BE49-F238E27FC236}">
                    <a16:creationId xmlns:a16="http://schemas.microsoft.com/office/drawing/2014/main" id="{EE0AACF7-0C71-4819-BF90-DC8ADF79BAD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04" y="7810"/>
                <a:ext cx="8" cy="6"/>
              </a:xfrm>
              <a:custGeom>
                <a:avLst/>
                <a:gdLst>
                  <a:gd name="T0" fmla="*/ 11 w 11"/>
                  <a:gd name="T1" fmla="*/ 5 h 8"/>
                  <a:gd name="T2" fmla="*/ 5 w 11"/>
                  <a:gd name="T3" fmla="*/ 0 h 8"/>
                  <a:gd name="T4" fmla="*/ 0 w 11"/>
                  <a:gd name="T5" fmla="*/ 5 h 8"/>
                  <a:gd name="T6" fmla="*/ 10 w 11"/>
                  <a:gd name="T7" fmla="*/ 8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3" y="6"/>
                      <a:pt x="7" y="7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0" name="Oval 250">
                <a:extLst>
                  <a:ext uri="{FF2B5EF4-FFF2-40B4-BE49-F238E27FC236}">
                    <a16:creationId xmlns:a16="http://schemas.microsoft.com/office/drawing/2014/main" id="{EF10CD33-B6F8-45EF-B9DE-5EAC47FFFEC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9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1" name="Oval 251">
                <a:extLst>
                  <a:ext uri="{FF2B5EF4-FFF2-40B4-BE49-F238E27FC236}">
                    <a16:creationId xmlns:a16="http://schemas.microsoft.com/office/drawing/2014/main" id="{DD003222-DC23-4A29-A545-BB04488EA8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3" y="770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2" name="Oval 252">
                <a:extLst>
                  <a:ext uri="{FF2B5EF4-FFF2-40B4-BE49-F238E27FC236}">
                    <a16:creationId xmlns:a16="http://schemas.microsoft.com/office/drawing/2014/main" id="{FFCDCA6B-91C1-4381-94B2-EC03073685C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1" y="767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3" name="Oval 253">
                <a:extLst>
                  <a:ext uri="{FF2B5EF4-FFF2-40B4-BE49-F238E27FC236}">
                    <a16:creationId xmlns:a16="http://schemas.microsoft.com/office/drawing/2014/main" id="{528F51E6-A92F-4CDC-8607-BD23369236E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74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4" name="Oval 254">
                <a:extLst>
                  <a:ext uri="{FF2B5EF4-FFF2-40B4-BE49-F238E27FC236}">
                    <a16:creationId xmlns:a16="http://schemas.microsoft.com/office/drawing/2014/main" id="{679C8950-C7E8-45DD-8F3C-CD9B4E8B91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5" name="Oval 255">
                <a:extLst>
                  <a:ext uri="{FF2B5EF4-FFF2-40B4-BE49-F238E27FC236}">
                    <a16:creationId xmlns:a16="http://schemas.microsoft.com/office/drawing/2014/main" id="{A6ACA4F9-8458-49F5-A616-EEBFC3F362F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3" y="776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6" name="Oval 256">
                <a:extLst>
                  <a:ext uri="{FF2B5EF4-FFF2-40B4-BE49-F238E27FC236}">
                    <a16:creationId xmlns:a16="http://schemas.microsoft.com/office/drawing/2014/main" id="{01D13746-46E3-4C45-98C3-E587509BA8F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65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7" name="Oval 257">
                <a:extLst>
                  <a:ext uri="{FF2B5EF4-FFF2-40B4-BE49-F238E27FC236}">
                    <a16:creationId xmlns:a16="http://schemas.microsoft.com/office/drawing/2014/main" id="{6A265F53-CCBF-459A-822B-B642C33F00A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9" y="765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8" name="Oval 258">
                <a:extLst>
                  <a:ext uri="{FF2B5EF4-FFF2-40B4-BE49-F238E27FC236}">
                    <a16:creationId xmlns:a16="http://schemas.microsoft.com/office/drawing/2014/main" id="{AD59170D-9049-445A-8771-82DCD93E803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0" y="76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9" name="Freeform 259">
                <a:extLst>
                  <a:ext uri="{FF2B5EF4-FFF2-40B4-BE49-F238E27FC236}">
                    <a16:creationId xmlns:a16="http://schemas.microsoft.com/office/drawing/2014/main" id="{FB7DED96-4FAD-46CD-83CE-41D07784498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46" y="7779"/>
                <a:ext cx="9" cy="9"/>
              </a:xfrm>
              <a:custGeom>
                <a:avLst/>
                <a:gdLst>
                  <a:gd name="T0" fmla="*/ 8 w 12"/>
                  <a:gd name="T1" fmla="*/ 12 h 12"/>
                  <a:gd name="T2" fmla="*/ 12 w 12"/>
                  <a:gd name="T3" fmla="*/ 6 h 12"/>
                  <a:gd name="T4" fmla="*/ 6 w 12"/>
                  <a:gd name="T5" fmla="*/ 0 h 12"/>
                  <a:gd name="T6" fmla="*/ 0 w 12"/>
                  <a:gd name="T7" fmla="*/ 6 h 12"/>
                  <a:gd name="T8" fmla="*/ 0 w 12"/>
                  <a:gd name="T9" fmla="*/ 6 h 12"/>
                  <a:gd name="T10" fmla="*/ 8 w 1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0" name="Oval 260">
                <a:extLst>
                  <a:ext uri="{FF2B5EF4-FFF2-40B4-BE49-F238E27FC236}">
                    <a16:creationId xmlns:a16="http://schemas.microsoft.com/office/drawing/2014/main" id="{02FB2683-7CE3-400D-9D65-4ECD2C0551A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1" y="769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1" name="Oval 261">
                <a:extLst>
                  <a:ext uri="{FF2B5EF4-FFF2-40B4-BE49-F238E27FC236}">
                    <a16:creationId xmlns:a16="http://schemas.microsoft.com/office/drawing/2014/main" id="{73632F93-5A5F-437D-80A7-A003C0B8B4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1" y="779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2" name="Oval 262">
                <a:extLst>
                  <a:ext uri="{FF2B5EF4-FFF2-40B4-BE49-F238E27FC236}">
                    <a16:creationId xmlns:a16="http://schemas.microsoft.com/office/drawing/2014/main" id="{29F43B8D-47E6-4470-A266-2E7B9C99077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9" y="778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3" name="Oval 263">
                <a:extLst>
                  <a:ext uri="{FF2B5EF4-FFF2-40B4-BE49-F238E27FC236}">
                    <a16:creationId xmlns:a16="http://schemas.microsoft.com/office/drawing/2014/main" id="{62A555A2-D790-4216-BA24-AFC3E356E55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8" y="762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4" name="Oval 264">
                <a:extLst>
                  <a:ext uri="{FF2B5EF4-FFF2-40B4-BE49-F238E27FC236}">
                    <a16:creationId xmlns:a16="http://schemas.microsoft.com/office/drawing/2014/main" id="{31A7BC9C-2254-49B8-8E60-DE198D78DC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6" y="75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5" name="Freeform 265">
                <a:extLst>
                  <a:ext uri="{FF2B5EF4-FFF2-40B4-BE49-F238E27FC236}">
                    <a16:creationId xmlns:a16="http://schemas.microsoft.com/office/drawing/2014/main" id="{92806D7B-D185-4FAC-9D8C-A0DCCE312F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69" y="7794"/>
                <a:ext cx="8" cy="9"/>
              </a:xfrm>
              <a:custGeom>
                <a:avLst/>
                <a:gdLst>
                  <a:gd name="T0" fmla="*/ 11 w 11"/>
                  <a:gd name="T1" fmla="*/ 6 h 11"/>
                  <a:gd name="T2" fmla="*/ 5 w 11"/>
                  <a:gd name="T3" fmla="*/ 0 h 11"/>
                  <a:gd name="T4" fmla="*/ 0 w 11"/>
                  <a:gd name="T5" fmla="*/ 6 h 11"/>
                  <a:gd name="T6" fmla="*/ 9 w 11"/>
                  <a:gd name="T7" fmla="*/ 11 h 11"/>
                  <a:gd name="T8" fmla="*/ 11 w 11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0" y="9"/>
                      <a:pt x="11" y="8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6" name="Oval 266">
                <a:extLst>
                  <a:ext uri="{FF2B5EF4-FFF2-40B4-BE49-F238E27FC236}">
                    <a16:creationId xmlns:a16="http://schemas.microsoft.com/office/drawing/2014/main" id="{EA19B3AA-CC06-4309-AE29-B0A4D91034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7" name="Oval 267">
                <a:extLst>
                  <a:ext uri="{FF2B5EF4-FFF2-40B4-BE49-F238E27FC236}">
                    <a16:creationId xmlns:a16="http://schemas.microsoft.com/office/drawing/2014/main" id="{DD940A84-956E-44AD-AE74-B8E56134C1E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75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8" name="Oval 268">
                <a:extLst>
                  <a:ext uri="{FF2B5EF4-FFF2-40B4-BE49-F238E27FC236}">
                    <a16:creationId xmlns:a16="http://schemas.microsoft.com/office/drawing/2014/main" id="{B5764754-B2E6-4CB5-B189-4629810B35F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55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9" name="Oval 269">
                <a:extLst>
                  <a:ext uri="{FF2B5EF4-FFF2-40B4-BE49-F238E27FC236}">
                    <a16:creationId xmlns:a16="http://schemas.microsoft.com/office/drawing/2014/main" id="{3006356C-E16E-4215-90E8-B900CAAB37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7" y="77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0" name="Oval 270">
                <a:extLst>
                  <a:ext uri="{FF2B5EF4-FFF2-40B4-BE49-F238E27FC236}">
                    <a16:creationId xmlns:a16="http://schemas.microsoft.com/office/drawing/2014/main" id="{B4B1810B-6443-4D51-BF8A-0B34720061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3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1" name="Oval 271">
                <a:extLst>
                  <a:ext uri="{FF2B5EF4-FFF2-40B4-BE49-F238E27FC236}">
                    <a16:creationId xmlns:a16="http://schemas.microsoft.com/office/drawing/2014/main" id="{F331A9A4-4E79-4BA9-B9C8-159221B9F18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5" y="77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2" name="Oval 272">
                <a:extLst>
                  <a:ext uri="{FF2B5EF4-FFF2-40B4-BE49-F238E27FC236}">
                    <a16:creationId xmlns:a16="http://schemas.microsoft.com/office/drawing/2014/main" id="{9CD5D6EA-3C6F-4999-8623-26509BD5198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8" y="765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3" name="Oval 273">
                <a:extLst>
                  <a:ext uri="{FF2B5EF4-FFF2-40B4-BE49-F238E27FC236}">
                    <a16:creationId xmlns:a16="http://schemas.microsoft.com/office/drawing/2014/main" id="{7A73774D-AF0F-4137-89BD-5EFE582604A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7" y="77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4" name="Oval 274">
                <a:extLst>
                  <a:ext uri="{FF2B5EF4-FFF2-40B4-BE49-F238E27FC236}">
                    <a16:creationId xmlns:a16="http://schemas.microsoft.com/office/drawing/2014/main" id="{C0CAAE99-DD84-4A47-B3B7-E636C8D239F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0" y="780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5" name="Oval 275">
                <a:extLst>
                  <a:ext uri="{FF2B5EF4-FFF2-40B4-BE49-F238E27FC236}">
                    <a16:creationId xmlns:a16="http://schemas.microsoft.com/office/drawing/2014/main" id="{7AE41AB3-4829-4F5F-9824-FF08A4EC5C9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2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6" name="Oval 276">
                <a:extLst>
                  <a:ext uri="{FF2B5EF4-FFF2-40B4-BE49-F238E27FC236}">
                    <a16:creationId xmlns:a16="http://schemas.microsoft.com/office/drawing/2014/main" id="{EEA6919E-02FE-4EC1-A7E3-0D8B8549F8A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8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7" name="Oval 277">
                <a:extLst>
                  <a:ext uri="{FF2B5EF4-FFF2-40B4-BE49-F238E27FC236}">
                    <a16:creationId xmlns:a16="http://schemas.microsoft.com/office/drawing/2014/main" id="{C397D648-5EB1-4553-9302-A0D48D2B379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8" name="Oval 278">
                <a:extLst>
                  <a:ext uri="{FF2B5EF4-FFF2-40B4-BE49-F238E27FC236}">
                    <a16:creationId xmlns:a16="http://schemas.microsoft.com/office/drawing/2014/main" id="{E18D058F-F8CB-4296-B244-979DAF3F80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9" name="Oval 279">
                <a:extLst>
                  <a:ext uri="{FF2B5EF4-FFF2-40B4-BE49-F238E27FC236}">
                    <a16:creationId xmlns:a16="http://schemas.microsoft.com/office/drawing/2014/main" id="{2A5BA032-203A-411F-95A0-1F1A2090D8E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5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0" name="Oval 280">
                <a:extLst>
                  <a:ext uri="{FF2B5EF4-FFF2-40B4-BE49-F238E27FC236}">
                    <a16:creationId xmlns:a16="http://schemas.microsoft.com/office/drawing/2014/main" id="{941A89B3-86BC-440D-9F12-08B2D430E5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3" y="760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1" name="Freeform 281">
                <a:extLst>
                  <a:ext uri="{FF2B5EF4-FFF2-40B4-BE49-F238E27FC236}">
                    <a16:creationId xmlns:a16="http://schemas.microsoft.com/office/drawing/2014/main" id="{3652420E-45FA-4D67-B1A6-383E81C0B0D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91" y="7700"/>
                <a:ext cx="5" cy="8"/>
              </a:xfrm>
              <a:custGeom>
                <a:avLst/>
                <a:gdLst>
                  <a:gd name="T0" fmla="*/ 7 w 7"/>
                  <a:gd name="T1" fmla="*/ 6 h 11"/>
                  <a:gd name="T2" fmla="*/ 2 w 7"/>
                  <a:gd name="T3" fmla="*/ 0 h 11"/>
                  <a:gd name="T4" fmla="*/ 0 w 7"/>
                  <a:gd name="T5" fmla="*/ 1 h 11"/>
                  <a:gd name="T6" fmla="*/ 3 w 7"/>
                  <a:gd name="T7" fmla="*/ 11 h 11"/>
                  <a:gd name="T8" fmla="*/ 7 w 7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6"/>
                    </a:moveTo>
                    <a:cubicBezTo>
                      <a:pt x="7" y="3"/>
                      <a:pt x="5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6" y="11"/>
                      <a:pt x="7" y="9"/>
                      <a:pt x="7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2" name="Oval 282">
                <a:extLst>
                  <a:ext uri="{FF2B5EF4-FFF2-40B4-BE49-F238E27FC236}">
                    <a16:creationId xmlns:a16="http://schemas.microsoft.com/office/drawing/2014/main" id="{A82DED08-F00B-44DE-9E1F-A7BD1992D5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3" name="Oval 283">
                <a:extLst>
                  <a:ext uri="{FF2B5EF4-FFF2-40B4-BE49-F238E27FC236}">
                    <a16:creationId xmlns:a16="http://schemas.microsoft.com/office/drawing/2014/main" id="{28A93AF9-B2B8-42AF-81B1-DF158E17F09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8" y="775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4" name="Oval 284">
                <a:extLst>
                  <a:ext uri="{FF2B5EF4-FFF2-40B4-BE49-F238E27FC236}">
                    <a16:creationId xmlns:a16="http://schemas.microsoft.com/office/drawing/2014/main" id="{68FB3296-E88B-4102-A3A4-1340221AD75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2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5" name="Oval 285">
                <a:extLst>
                  <a:ext uri="{FF2B5EF4-FFF2-40B4-BE49-F238E27FC236}">
                    <a16:creationId xmlns:a16="http://schemas.microsoft.com/office/drawing/2014/main" id="{5B95B13F-1E4A-433D-86D7-86AE7282EE5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70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6" name="Oval 286">
                <a:extLst>
                  <a:ext uri="{FF2B5EF4-FFF2-40B4-BE49-F238E27FC236}">
                    <a16:creationId xmlns:a16="http://schemas.microsoft.com/office/drawing/2014/main" id="{142F4FB1-60ED-4CCE-AF61-EF1F93F02D7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4" y="75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7" name="Freeform 287">
                <a:extLst>
                  <a:ext uri="{FF2B5EF4-FFF2-40B4-BE49-F238E27FC236}">
                    <a16:creationId xmlns:a16="http://schemas.microsoft.com/office/drawing/2014/main" id="{A20AA488-6D3E-4EEF-BDC9-BDB8F66F710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0" y="7802"/>
                <a:ext cx="9" cy="7"/>
              </a:xfrm>
              <a:custGeom>
                <a:avLst/>
                <a:gdLst>
                  <a:gd name="T0" fmla="*/ 12 w 12"/>
                  <a:gd name="T1" fmla="*/ 6 h 10"/>
                  <a:gd name="T2" fmla="*/ 12 w 12"/>
                  <a:gd name="T3" fmla="*/ 6 h 10"/>
                  <a:gd name="T4" fmla="*/ 6 w 12"/>
                  <a:gd name="T5" fmla="*/ 0 h 10"/>
                  <a:gd name="T6" fmla="*/ 0 w 12"/>
                  <a:gd name="T7" fmla="*/ 6 h 10"/>
                  <a:gd name="T8" fmla="*/ 2 w 12"/>
                  <a:gd name="T9" fmla="*/ 10 h 10"/>
                  <a:gd name="T10" fmla="*/ 12 w 12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5" y="9"/>
                      <a:pt x="9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8" name="Oval 288">
                <a:extLst>
                  <a:ext uri="{FF2B5EF4-FFF2-40B4-BE49-F238E27FC236}">
                    <a16:creationId xmlns:a16="http://schemas.microsoft.com/office/drawing/2014/main" id="{D45ADAF1-1570-4B86-9171-F166A5860EB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8" y="761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9" name="Oval 289">
                <a:extLst>
                  <a:ext uri="{FF2B5EF4-FFF2-40B4-BE49-F238E27FC236}">
                    <a16:creationId xmlns:a16="http://schemas.microsoft.com/office/drawing/2014/main" id="{EAF403C3-1B4A-411B-AF9C-A66261D11DD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3" y="773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0" name="Oval 290">
                <a:extLst>
                  <a:ext uri="{FF2B5EF4-FFF2-40B4-BE49-F238E27FC236}">
                    <a16:creationId xmlns:a16="http://schemas.microsoft.com/office/drawing/2014/main" id="{D45BB5EE-4EA5-4969-9878-207DDBA8C7E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2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1" name="Oval 291">
                <a:extLst>
                  <a:ext uri="{FF2B5EF4-FFF2-40B4-BE49-F238E27FC236}">
                    <a16:creationId xmlns:a16="http://schemas.microsoft.com/office/drawing/2014/main" id="{1C47085B-AD86-434D-88E8-1C8A878F00E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4" y="766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2" name="Oval 292">
                <a:extLst>
                  <a:ext uri="{FF2B5EF4-FFF2-40B4-BE49-F238E27FC236}">
                    <a16:creationId xmlns:a16="http://schemas.microsoft.com/office/drawing/2014/main" id="{BE2A1C10-5A5D-4747-8BDD-286D0C34EAB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5" y="774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3" name="Oval 293">
                <a:extLst>
                  <a:ext uri="{FF2B5EF4-FFF2-40B4-BE49-F238E27FC236}">
                    <a16:creationId xmlns:a16="http://schemas.microsoft.com/office/drawing/2014/main" id="{C44F3569-2C27-478E-A40E-A42860A1E9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52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4" name="Oval 294">
                <a:extLst>
                  <a:ext uri="{FF2B5EF4-FFF2-40B4-BE49-F238E27FC236}">
                    <a16:creationId xmlns:a16="http://schemas.microsoft.com/office/drawing/2014/main" id="{83292573-427F-4AA4-B1CF-1B615862F4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2" y="757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5" name="Oval 295">
                <a:extLst>
                  <a:ext uri="{FF2B5EF4-FFF2-40B4-BE49-F238E27FC236}">
                    <a16:creationId xmlns:a16="http://schemas.microsoft.com/office/drawing/2014/main" id="{C2D3BD68-A175-4BDE-A0F4-009CB0E961F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2" y="771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6" name="Oval 296">
                <a:extLst>
                  <a:ext uri="{FF2B5EF4-FFF2-40B4-BE49-F238E27FC236}">
                    <a16:creationId xmlns:a16="http://schemas.microsoft.com/office/drawing/2014/main" id="{971EFC47-C334-483C-AD86-EDA49A02DCE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2" y="76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7" name="Oval 297">
                <a:extLst>
                  <a:ext uri="{FF2B5EF4-FFF2-40B4-BE49-F238E27FC236}">
                    <a16:creationId xmlns:a16="http://schemas.microsoft.com/office/drawing/2014/main" id="{884B3509-4AC1-4D08-A304-D00CE19D0BC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0" y="76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8" name="Oval 298">
                <a:extLst>
                  <a:ext uri="{FF2B5EF4-FFF2-40B4-BE49-F238E27FC236}">
                    <a16:creationId xmlns:a16="http://schemas.microsoft.com/office/drawing/2014/main" id="{CF00E560-2C3B-4CD5-AD19-9A2D0188502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5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9" name="Oval 299">
                <a:extLst>
                  <a:ext uri="{FF2B5EF4-FFF2-40B4-BE49-F238E27FC236}">
                    <a16:creationId xmlns:a16="http://schemas.microsoft.com/office/drawing/2014/main" id="{8C35DF16-EE67-4ED4-9C5D-0474954D0F1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2" y="767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0" name="Oval 300">
                <a:extLst>
                  <a:ext uri="{FF2B5EF4-FFF2-40B4-BE49-F238E27FC236}">
                    <a16:creationId xmlns:a16="http://schemas.microsoft.com/office/drawing/2014/main" id="{6C9EB414-0322-461F-B19E-3EAD9919FBF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8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1" name="Oval 301">
                <a:extLst>
                  <a:ext uri="{FF2B5EF4-FFF2-40B4-BE49-F238E27FC236}">
                    <a16:creationId xmlns:a16="http://schemas.microsoft.com/office/drawing/2014/main" id="{80B5D977-428C-40F8-9077-1E099245AD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2" name="Oval 302">
                <a:extLst>
                  <a:ext uri="{FF2B5EF4-FFF2-40B4-BE49-F238E27FC236}">
                    <a16:creationId xmlns:a16="http://schemas.microsoft.com/office/drawing/2014/main" id="{4D0BFA8C-2FD1-4CB2-91EF-7B6C0A90C1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0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3" name="Oval 303">
                <a:extLst>
                  <a:ext uri="{FF2B5EF4-FFF2-40B4-BE49-F238E27FC236}">
                    <a16:creationId xmlns:a16="http://schemas.microsoft.com/office/drawing/2014/main" id="{C7A1C50B-48A0-4797-874F-8729901286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9" y="757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4" name="Oval 304">
                <a:extLst>
                  <a:ext uri="{FF2B5EF4-FFF2-40B4-BE49-F238E27FC236}">
                    <a16:creationId xmlns:a16="http://schemas.microsoft.com/office/drawing/2014/main" id="{E209AB3F-DD44-4DCB-B073-EABE62032A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75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5" name="Oval 305">
                <a:extLst>
                  <a:ext uri="{FF2B5EF4-FFF2-40B4-BE49-F238E27FC236}">
                    <a16:creationId xmlns:a16="http://schemas.microsoft.com/office/drawing/2014/main" id="{D5C1268B-DAF2-4EF7-93BA-522894CDB49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4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6" name="Oval 306">
                <a:extLst>
                  <a:ext uri="{FF2B5EF4-FFF2-40B4-BE49-F238E27FC236}">
                    <a16:creationId xmlns:a16="http://schemas.microsoft.com/office/drawing/2014/main" id="{89EB7D2D-9A95-4304-A578-4AF046752DE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6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7" name="Oval 307">
                <a:extLst>
                  <a:ext uri="{FF2B5EF4-FFF2-40B4-BE49-F238E27FC236}">
                    <a16:creationId xmlns:a16="http://schemas.microsoft.com/office/drawing/2014/main" id="{ED319AB2-43A2-41B2-BCBE-E957B7E2652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8" y="778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8" name="Oval 308">
                <a:extLst>
                  <a:ext uri="{FF2B5EF4-FFF2-40B4-BE49-F238E27FC236}">
                    <a16:creationId xmlns:a16="http://schemas.microsoft.com/office/drawing/2014/main" id="{AFC2EC27-6677-43A4-87DB-BFF59BD9879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7" y="76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9" name="Oval 309">
                <a:extLst>
                  <a:ext uri="{FF2B5EF4-FFF2-40B4-BE49-F238E27FC236}">
                    <a16:creationId xmlns:a16="http://schemas.microsoft.com/office/drawing/2014/main" id="{EA058DE8-9E8E-468E-AD0D-14DBC57248F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7" y="756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0" name="Oval 310">
                <a:extLst>
                  <a:ext uri="{FF2B5EF4-FFF2-40B4-BE49-F238E27FC236}">
                    <a16:creationId xmlns:a16="http://schemas.microsoft.com/office/drawing/2014/main" id="{C9AF1CA5-8DDD-4797-B169-44DBB91B57B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7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1" name="Oval 311">
                <a:extLst>
                  <a:ext uri="{FF2B5EF4-FFF2-40B4-BE49-F238E27FC236}">
                    <a16:creationId xmlns:a16="http://schemas.microsoft.com/office/drawing/2014/main" id="{B8E54B89-9D8C-49DC-92D6-BAEC65B5B1C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2" name="Oval 312">
                <a:extLst>
                  <a:ext uri="{FF2B5EF4-FFF2-40B4-BE49-F238E27FC236}">
                    <a16:creationId xmlns:a16="http://schemas.microsoft.com/office/drawing/2014/main" id="{620EF1E0-FBEA-42C6-B763-E0134E7831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9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3" name="Oval 313">
                <a:extLst>
                  <a:ext uri="{FF2B5EF4-FFF2-40B4-BE49-F238E27FC236}">
                    <a16:creationId xmlns:a16="http://schemas.microsoft.com/office/drawing/2014/main" id="{40B222DF-1AF0-4D48-B4F5-EC813222E6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0" y="76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4" name="Oval 314">
                <a:extLst>
                  <a:ext uri="{FF2B5EF4-FFF2-40B4-BE49-F238E27FC236}">
                    <a16:creationId xmlns:a16="http://schemas.microsoft.com/office/drawing/2014/main" id="{406F9FB2-94E1-4740-826B-14A720A19F9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5" y="768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5" name="Oval 315">
                <a:extLst>
                  <a:ext uri="{FF2B5EF4-FFF2-40B4-BE49-F238E27FC236}">
                    <a16:creationId xmlns:a16="http://schemas.microsoft.com/office/drawing/2014/main" id="{1E1EAEB6-0935-4410-8C8A-880DCEC35BD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6" name="Oval 316">
                <a:extLst>
                  <a:ext uri="{FF2B5EF4-FFF2-40B4-BE49-F238E27FC236}">
                    <a16:creationId xmlns:a16="http://schemas.microsoft.com/office/drawing/2014/main" id="{657EBB84-F51E-41E9-9C5F-A3AC7627AF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7" name="Oval 317">
                <a:extLst>
                  <a:ext uri="{FF2B5EF4-FFF2-40B4-BE49-F238E27FC236}">
                    <a16:creationId xmlns:a16="http://schemas.microsoft.com/office/drawing/2014/main" id="{69B1C2D8-6EA9-4BD2-AE4F-5664B8BD13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8" name="Freeform 318">
                <a:extLst>
                  <a:ext uri="{FF2B5EF4-FFF2-40B4-BE49-F238E27FC236}">
                    <a16:creationId xmlns:a16="http://schemas.microsoft.com/office/drawing/2014/main" id="{966379A5-F47D-47E6-954F-AD16CA7EBE3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3" y="7797"/>
                <a:ext cx="8" cy="7"/>
              </a:xfrm>
              <a:custGeom>
                <a:avLst/>
                <a:gdLst>
                  <a:gd name="T0" fmla="*/ 11 w 11"/>
                  <a:gd name="T1" fmla="*/ 4 h 9"/>
                  <a:gd name="T2" fmla="*/ 6 w 11"/>
                  <a:gd name="T3" fmla="*/ 0 h 9"/>
                  <a:gd name="T4" fmla="*/ 0 w 11"/>
                  <a:gd name="T5" fmla="*/ 6 h 9"/>
                  <a:gd name="T6" fmla="*/ 1 w 11"/>
                  <a:gd name="T7" fmla="*/ 9 h 9"/>
                  <a:gd name="T8" fmla="*/ 11 w 11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2"/>
                      <a:pt x="8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7"/>
                      <a:pt x="8" y="6"/>
                      <a:pt x="1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9" name="Oval 319">
                <a:extLst>
                  <a:ext uri="{FF2B5EF4-FFF2-40B4-BE49-F238E27FC236}">
                    <a16:creationId xmlns:a16="http://schemas.microsoft.com/office/drawing/2014/main" id="{42D19A18-17D0-4036-822F-6A97C2298F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63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0" name="Oval 320">
                <a:extLst>
                  <a:ext uri="{FF2B5EF4-FFF2-40B4-BE49-F238E27FC236}">
                    <a16:creationId xmlns:a16="http://schemas.microsoft.com/office/drawing/2014/main" id="{9429AF1B-5C93-4AE3-A9BE-7C732C543B3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4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1" name="Oval 321">
                <a:extLst>
                  <a:ext uri="{FF2B5EF4-FFF2-40B4-BE49-F238E27FC236}">
                    <a16:creationId xmlns:a16="http://schemas.microsoft.com/office/drawing/2014/main" id="{C21C9E82-2B21-4561-AB6B-7DCA545CB5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3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2" name="Freeform 322">
                <a:extLst>
                  <a:ext uri="{FF2B5EF4-FFF2-40B4-BE49-F238E27FC236}">
                    <a16:creationId xmlns:a16="http://schemas.microsoft.com/office/drawing/2014/main" id="{0C350108-1923-49AA-A0CC-23AB771AE0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6" y="7810"/>
                <a:ext cx="8" cy="7"/>
              </a:xfrm>
              <a:custGeom>
                <a:avLst/>
                <a:gdLst>
                  <a:gd name="T0" fmla="*/ 11 w 11"/>
                  <a:gd name="T1" fmla="*/ 6 h 9"/>
                  <a:gd name="T2" fmla="*/ 11 w 11"/>
                  <a:gd name="T3" fmla="*/ 6 h 9"/>
                  <a:gd name="T4" fmla="*/ 5 w 11"/>
                  <a:gd name="T5" fmla="*/ 0 h 9"/>
                  <a:gd name="T6" fmla="*/ 0 w 11"/>
                  <a:gd name="T7" fmla="*/ 6 h 9"/>
                  <a:gd name="T8" fmla="*/ 1 w 11"/>
                  <a:gd name="T9" fmla="*/ 9 h 9"/>
                  <a:gd name="T10" fmla="*/ 11 w 11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8"/>
                      <a:pt x="8" y="7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3" name="Oval 323">
                <a:extLst>
                  <a:ext uri="{FF2B5EF4-FFF2-40B4-BE49-F238E27FC236}">
                    <a16:creationId xmlns:a16="http://schemas.microsoft.com/office/drawing/2014/main" id="{4A75DEA2-CECD-426E-869F-C2CDF00404F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2" y="769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4" name="Oval 324">
                <a:extLst>
                  <a:ext uri="{FF2B5EF4-FFF2-40B4-BE49-F238E27FC236}">
                    <a16:creationId xmlns:a16="http://schemas.microsoft.com/office/drawing/2014/main" id="{80CD31F9-46B8-43A9-BBB8-7D395A62437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5" name="Freeform 325">
                <a:extLst>
                  <a:ext uri="{FF2B5EF4-FFF2-40B4-BE49-F238E27FC236}">
                    <a16:creationId xmlns:a16="http://schemas.microsoft.com/office/drawing/2014/main" id="{499D3EBD-9CEE-4E98-A8C6-EE2ACBE9A0C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27" y="7764"/>
                <a:ext cx="7" cy="7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2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3"/>
                      <a:pt x="7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6" name="Oval 326">
                <a:extLst>
                  <a:ext uri="{FF2B5EF4-FFF2-40B4-BE49-F238E27FC236}">
                    <a16:creationId xmlns:a16="http://schemas.microsoft.com/office/drawing/2014/main" id="{3EFC0AAC-BE6B-48A1-8AE4-93FF39713E5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7" name="Oval 327">
                <a:extLst>
                  <a:ext uri="{FF2B5EF4-FFF2-40B4-BE49-F238E27FC236}">
                    <a16:creationId xmlns:a16="http://schemas.microsoft.com/office/drawing/2014/main" id="{1E8A1DD9-38DF-4525-89F9-BCAC83349B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9" y="769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8" name="Freeform 328">
                <a:extLst>
                  <a:ext uri="{FF2B5EF4-FFF2-40B4-BE49-F238E27FC236}">
                    <a16:creationId xmlns:a16="http://schemas.microsoft.com/office/drawing/2014/main" id="{008A5015-5ECB-445F-90FA-7041DF409A1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36" y="7770"/>
                <a:ext cx="8" cy="9"/>
              </a:xfrm>
              <a:custGeom>
                <a:avLst/>
                <a:gdLst>
                  <a:gd name="T0" fmla="*/ 12 w 12"/>
                  <a:gd name="T1" fmla="*/ 6 h 11"/>
                  <a:gd name="T2" fmla="*/ 6 w 12"/>
                  <a:gd name="T3" fmla="*/ 0 h 11"/>
                  <a:gd name="T4" fmla="*/ 0 w 12"/>
                  <a:gd name="T5" fmla="*/ 5 h 11"/>
                  <a:gd name="T6" fmla="*/ 7 w 12"/>
                  <a:gd name="T7" fmla="*/ 11 h 11"/>
                  <a:gd name="T8" fmla="*/ 12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3" y="7"/>
                      <a:pt x="5" y="9"/>
                      <a:pt x="7" y="11"/>
                    </a:cubicBezTo>
                    <a:cubicBezTo>
                      <a:pt x="10" y="10"/>
                      <a:pt x="12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9" name="Oval 329">
                <a:extLst>
                  <a:ext uri="{FF2B5EF4-FFF2-40B4-BE49-F238E27FC236}">
                    <a16:creationId xmlns:a16="http://schemas.microsoft.com/office/drawing/2014/main" id="{3D76F126-FADF-4071-8B4A-CED1825FC01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2" y="768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0" name="Oval 330">
                <a:extLst>
                  <a:ext uri="{FF2B5EF4-FFF2-40B4-BE49-F238E27FC236}">
                    <a16:creationId xmlns:a16="http://schemas.microsoft.com/office/drawing/2014/main" id="{95BDA253-9F29-42F3-99FC-79478E5918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3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1" name="Oval 331">
                <a:extLst>
                  <a:ext uri="{FF2B5EF4-FFF2-40B4-BE49-F238E27FC236}">
                    <a16:creationId xmlns:a16="http://schemas.microsoft.com/office/drawing/2014/main" id="{28174C5E-4AAB-4A34-8C02-3FF7E2C10F4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5" y="776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2" name="Oval 332">
                <a:extLst>
                  <a:ext uri="{FF2B5EF4-FFF2-40B4-BE49-F238E27FC236}">
                    <a16:creationId xmlns:a16="http://schemas.microsoft.com/office/drawing/2014/main" id="{4D3FD27D-366D-45C8-AAAA-391CC65B14C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3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3" name="Oval 333">
                <a:extLst>
                  <a:ext uri="{FF2B5EF4-FFF2-40B4-BE49-F238E27FC236}">
                    <a16:creationId xmlns:a16="http://schemas.microsoft.com/office/drawing/2014/main" id="{0D05ED7A-2222-488C-A26E-57DA026ECF5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6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4" name="Oval 334">
                <a:extLst>
                  <a:ext uri="{FF2B5EF4-FFF2-40B4-BE49-F238E27FC236}">
                    <a16:creationId xmlns:a16="http://schemas.microsoft.com/office/drawing/2014/main" id="{177BB5AE-9EB8-407D-8DFE-FC32529AAE9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5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5" name="Oval 335">
                <a:extLst>
                  <a:ext uri="{FF2B5EF4-FFF2-40B4-BE49-F238E27FC236}">
                    <a16:creationId xmlns:a16="http://schemas.microsoft.com/office/drawing/2014/main" id="{F640EA24-311C-4627-8E2B-40765A2FC2E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6" name="Oval 336">
                <a:extLst>
                  <a:ext uri="{FF2B5EF4-FFF2-40B4-BE49-F238E27FC236}">
                    <a16:creationId xmlns:a16="http://schemas.microsoft.com/office/drawing/2014/main" id="{C3FCD12B-5465-4EDB-AC5D-3719CC65B61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2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7" name="Oval 337">
                <a:extLst>
                  <a:ext uri="{FF2B5EF4-FFF2-40B4-BE49-F238E27FC236}">
                    <a16:creationId xmlns:a16="http://schemas.microsoft.com/office/drawing/2014/main" id="{AAC9F60E-B74D-4DA3-9042-4FB95A6632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2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8" name="Oval 338">
                <a:extLst>
                  <a:ext uri="{FF2B5EF4-FFF2-40B4-BE49-F238E27FC236}">
                    <a16:creationId xmlns:a16="http://schemas.microsoft.com/office/drawing/2014/main" id="{F56FEACF-519A-489E-A861-143AA8664C4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5" y="75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9" name="Freeform 339">
                <a:extLst>
                  <a:ext uri="{FF2B5EF4-FFF2-40B4-BE49-F238E27FC236}">
                    <a16:creationId xmlns:a16="http://schemas.microsoft.com/office/drawing/2014/main" id="{E77C0C93-B486-46E0-B0F2-5156F5B0E32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7" y="7685"/>
                <a:ext cx="8" cy="9"/>
              </a:xfrm>
              <a:custGeom>
                <a:avLst/>
                <a:gdLst>
                  <a:gd name="T0" fmla="*/ 10 w 10"/>
                  <a:gd name="T1" fmla="*/ 5 h 11"/>
                  <a:gd name="T2" fmla="*/ 4 w 10"/>
                  <a:gd name="T3" fmla="*/ 0 h 11"/>
                  <a:gd name="T4" fmla="*/ 0 w 10"/>
                  <a:gd name="T5" fmla="*/ 1 h 11"/>
                  <a:gd name="T6" fmla="*/ 3 w 10"/>
                  <a:gd name="T7" fmla="*/ 11 h 11"/>
                  <a:gd name="T8" fmla="*/ 4 w 10"/>
                  <a:gd name="T9" fmla="*/ 11 h 11"/>
                  <a:gd name="T10" fmla="*/ 10 w 10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5"/>
                    </a:moveTo>
                    <a:cubicBezTo>
                      <a:pt x="10" y="2"/>
                      <a:pt x="7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7" y="11"/>
                      <a:pt x="10" y="9"/>
                      <a:pt x="1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0" name="Oval 340">
                <a:extLst>
                  <a:ext uri="{FF2B5EF4-FFF2-40B4-BE49-F238E27FC236}">
                    <a16:creationId xmlns:a16="http://schemas.microsoft.com/office/drawing/2014/main" id="{41A826CE-2335-404D-895C-73646D7496D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803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1" name="Oval 341">
                <a:extLst>
                  <a:ext uri="{FF2B5EF4-FFF2-40B4-BE49-F238E27FC236}">
                    <a16:creationId xmlns:a16="http://schemas.microsoft.com/office/drawing/2014/main" id="{9D4E2E6C-00C6-41AA-A1BA-59079FBA6C3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5" y="765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2" name="Freeform 342">
                <a:extLst>
                  <a:ext uri="{FF2B5EF4-FFF2-40B4-BE49-F238E27FC236}">
                    <a16:creationId xmlns:a16="http://schemas.microsoft.com/office/drawing/2014/main" id="{1F157399-AABB-4185-9648-4056D526548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1" y="7815"/>
                <a:ext cx="9" cy="5"/>
              </a:xfrm>
              <a:custGeom>
                <a:avLst/>
                <a:gdLst>
                  <a:gd name="T0" fmla="*/ 12 w 12"/>
                  <a:gd name="T1" fmla="*/ 6 h 7"/>
                  <a:gd name="T2" fmla="*/ 6 w 12"/>
                  <a:gd name="T3" fmla="*/ 0 h 7"/>
                  <a:gd name="T4" fmla="*/ 0 w 12"/>
                  <a:gd name="T5" fmla="*/ 6 h 7"/>
                  <a:gd name="T6" fmla="*/ 0 w 12"/>
                  <a:gd name="T7" fmla="*/ 7 h 7"/>
                  <a:gd name="T8" fmla="*/ 12 w 12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4" y="6"/>
                      <a:pt x="8" y="6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3" name="Freeform 343">
                <a:extLst>
                  <a:ext uri="{FF2B5EF4-FFF2-40B4-BE49-F238E27FC236}">
                    <a16:creationId xmlns:a16="http://schemas.microsoft.com/office/drawing/2014/main" id="{F8944B9B-DEDE-4020-9848-F355EA21935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95" y="7718"/>
                <a:ext cx="8" cy="9"/>
              </a:xfrm>
              <a:custGeom>
                <a:avLst/>
                <a:gdLst>
                  <a:gd name="T0" fmla="*/ 6 w 11"/>
                  <a:gd name="T1" fmla="*/ 0 h 12"/>
                  <a:gd name="T2" fmla="*/ 0 w 11"/>
                  <a:gd name="T3" fmla="*/ 6 h 12"/>
                  <a:gd name="T4" fmla="*/ 6 w 11"/>
                  <a:gd name="T5" fmla="*/ 12 h 12"/>
                  <a:gd name="T6" fmla="*/ 8 w 11"/>
                  <a:gd name="T7" fmla="*/ 11 h 12"/>
                  <a:gd name="T8" fmla="*/ 11 w 11"/>
                  <a:gd name="T9" fmla="*/ 5 h 12"/>
                  <a:gd name="T10" fmla="*/ 6 w 1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7" y="12"/>
                      <a:pt x="7" y="12"/>
                      <a:pt x="8" y="11"/>
                    </a:cubicBezTo>
                    <a:cubicBezTo>
                      <a:pt x="9" y="9"/>
                      <a:pt x="10" y="7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4" name="Oval 344">
                <a:extLst>
                  <a:ext uri="{FF2B5EF4-FFF2-40B4-BE49-F238E27FC236}">
                    <a16:creationId xmlns:a16="http://schemas.microsoft.com/office/drawing/2014/main" id="{8FB9622C-7891-446B-946E-BFB42D66FB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67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5" name="Oval 345">
                <a:extLst>
                  <a:ext uri="{FF2B5EF4-FFF2-40B4-BE49-F238E27FC236}">
                    <a16:creationId xmlns:a16="http://schemas.microsoft.com/office/drawing/2014/main" id="{BEFB7C7C-71EA-42F8-A39E-29458B03C4F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6" name="Oval 346">
                <a:extLst>
                  <a:ext uri="{FF2B5EF4-FFF2-40B4-BE49-F238E27FC236}">
                    <a16:creationId xmlns:a16="http://schemas.microsoft.com/office/drawing/2014/main" id="{2D386108-3C27-45E4-8A35-65E4B705FA6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9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7" name="Oval 347">
                <a:extLst>
                  <a:ext uri="{FF2B5EF4-FFF2-40B4-BE49-F238E27FC236}">
                    <a16:creationId xmlns:a16="http://schemas.microsoft.com/office/drawing/2014/main" id="{D25B2CA7-BC1E-4E11-8FF7-200D42C320D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3" y="77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8" name="Oval 348">
                <a:extLst>
                  <a:ext uri="{FF2B5EF4-FFF2-40B4-BE49-F238E27FC236}">
                    <a16:creationId xmlns:a16="http://schemas.microsoft.com/office/drawing/2014/main" id="{289385EF-5634-472A-B196-ED1309B1B49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0" y="771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9" name="Oval 349">
                <a:extLst>
                  <a:ext uri="{FF2B5EF4-FFF2-40B4-BE49-F238E27FC236}">
                    <a16:creationId xmlns:a16="http://schemas.microsoft.com/office/drawing/2014/main" id="{AE1CE1BC-4957-420E-BA9C-B2FD511C54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5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0" name="Oval 350">
                <a:extLst>
                  <a:ext uri="{FF2B5EF4-FFF2-40B4-BE49-F238E27FC236}">
                    <a16:creationId xmlns:a16="http://schemas.microsoft.com/office/drawing/2014/main" id="{D72310EE-41D7-4BE1-8E88-0464B9A03C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6" y="77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1" name="Oval 351">
                <a:extLst>
                  <a:ext uri="{FF2B5EF4-FFF2-40B4-BE49-F238E27FC236}">
                    <a16:creationId xmlns:a16="http://schemas.microsoft.com/office/drawing/2014/main" id="{AA83AD42-E401-4493-A761-D78D453D27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8" y="77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2" name="Oval 352">
                <a:extLst>
                  <a:ext uri="{FF2B5EF4-FFF2-40B4-BE49-F238E27FC236}">
                    <a16:creationId xmlns:a16="http://schemas.microsoft.com/office/drawing/2014/main" id="{5E765BA8-F136-4E42-89E1-A3B5ED6C2F4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77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3" name="Freeform 353">
                <a:extLst>
                  <a:ext uri="{FF2B5EF4-FFF2-40B4-BE49-F238E27FC236}">
                    <a16:creationId xmlns:a16="http://schemas.microsoft.com/office/drawing/2014/main" id="{4C093DF9-E48E-42C6-A59D-3830E3AE8D3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36" y="7790"/>
                <a:ext cx="8" cy="7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5 h 9"/>
                  <a:gd name="T4" fmla="*/ 2 w 11"/>
                  <a:gd name="T5" fmla="*/ 9 h 9"/>
                  <a:gd name="T6" fmla="*/ 11 w 11"/>
                  <a:gd name="T7" fmla="*/ 3 h 9"/>
                  <a:gd name="T8" fmla="*/ 6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5" y="7"/>
                      <a:pt x="8" y="6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4" name="Oval 354">
                <a:extLst>
                  <a:ext uri="{FF2B5EF4-FFF2-40B4-BE49-F238E27FC236}">
                    <a16:creationId xmlns:a16="http://schemas.microsoft.com/office/drawing/2014/main" id="{64B6121D-32CD-4A6D-ACF6-629DEC61BE7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7" y="76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5" name="Oval 355">
                <a:extLst>
                  <a:ext uri="{FF2B5EF4-FFF2-40B4-BE49-F238E27FC236}">
                    <a16:creationId xmlns:a16="http://schemas.microsoft.com/office/drawing/2014/main" id="{F42934BE-0F48-47F4-BA42-4C33E40327D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7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6" name="Oval 356">
                <a:extLst>
                  <a:ext uri="{FF2B5EF4-FFF2-40B4-BE49-F238E27FC236}">
                    <a16:creationId xmlns:a16="http://schemas.microsoft.com/office/drawing/2014/main" id="{0CCD287E-B5E5-4B2A-BE22-6BA28005C7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4" y="776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7" name="Oval 357">
                <a:extLst>
                  <a:ext uri="{FF2B5EF4-FFF2-40B4-BE49-F238E27FC236}">
                    <a16:creationId xmlns:a16="http://schemas.microsoft.com/office/drawing/2014/main" id="{36562D3D-D08F-45E8-83F0-E4E577E2C7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3" y="76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8" name="Oval 358">
                <a:extLst>
                  <a:ext uri="{FF2B5EF4-FFF2-40B4-BE49-F238E27FC236}">
                    <a16:creationId xmlns:a16="http://schemas.microsoft.com/office/drawing/2014/main" id="{2C1EDA11-CC46-47DE-8877-432BAF03657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6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9" name="Oval 359">
                <a:extLst>
                  <a:ext uri="{FF2B5EF4-FFF2-40B4-BE49-F238E27FC236}">
                    <a16:creationId xmlns:a16="http://schemas.microsoft.com/office/drawing/2014/main" id="{A1BA386F-05E4-46A9-9CFE-FD0E24C4E38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8" y="773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0" name="Oval 360">
                <a:extLst>
                  <a:ext uri="{FF2B5EF4-FFF2-40B4-BE49-F238E27FC236}">
                    <a16:creationId xmlns:a16="http://schemas.microsoft.com/office/drawing/2014/main" id="{E8F25953-9E79-49FA-B1ED-FE33D1551A4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64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1" name="Freeform 361">
                <a:extLst>
                  <a:ext uri="{FF2B5EF4-FFF2-40B4-BE49-F238E27FC236}">
                    <a16:creationId xmlns:a16="http://schemas.microsoft.com/office/drawing/2014/main" id="{E48A34EA-C5B7-4157-8009-13EFA65ACDF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3" y="7743"/>
                <a:ext cx="8" cy="9"/>
              </a:xfrm>
              <a:custGeom>
                <a:avLst/>
                <a:gdLst>
                  <a:gd name="T0" fmla="*/ 5 w 11"/>
                  <a:gd name="T1" fmla="*/ 12 h 12"/>
                  <a:gd name="T2" fmla="*/ 11 w 11"/>
                  <a:gd name="T3" fmla="*/ 6 h 12"/>
                  <a:gd name="T4" fmla="*/ 5 w 11"/>
                  <a:gd name="T5" fmla="*/ 0 h 12"/>
                  <a:gd name="T6" fmla="*/ 0 w 11"/>
                  <a:gd name="T7" fmla="*/ 6 h 12"/>
                  <a:gd name="T8" fmla="*/ 4 w 11"/>
                  <a:gd name="T9" fmla="*/ 11 h 12"/>
                  <a:gd name="T10" fmla="*/ 5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8"/>
                      <a:pt x="3" y="10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2" name="Freeform 362">
                <a:extLst>
                  <a:ext uri="{FF2B5EF4-FFF2-40B4-BE49-F238E27FC236}">
                    <a16:creationId xmlns:a16="http://schemas.microsoft.com/office/drawing/2014/main" id="{FE413BE2-6AD5-4FFE-8EFE-1373631D354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9" y="7754"/>
                <a:ext cx="7" cy="8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1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2"/>
                      <a:pt x="7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3" name="Oval 363">
                <a:extLst>
                  <a:ext uri="{FF2B5EF4-FFF2-40B4-BE49-F238E27FC236}">
                    <a16:creationId xmlns:a16="http://schemas.microsoft.com/office/drawing/2014/main" id="{876607F2-0AEF-4CDA-8EFF-7E1DA964B4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6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4" name="Oval 364">
                <a:extLst>
                  <a:ext uri="{FF2B5EF4-FFF2-40B4-BE49-F238E27FC236}">
                    <a16:creationId xmlns:a16="http://schemas.microsoft.com/office/drawing/2014/main" id="{4FE425D1-9150-4986-BF10-CB33B5B0E81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5" name="Oval 365">
                <a:extLst>
                  <a:ext uri="{FF2B5EF4-FFF2-40B4-BE49-F238E27FC236}">
                    <a16:creationId xmlns:a16="http://schemas.microsoft.com/office/drawing/2014/main" id="{56749018-735F-4F66-B396-2DEF47FB81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7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6" name="Oval 366">
                <a:extLst>
                  <a:ext uri="{FF2B5EF4-FFF2-40B4-BE49-F238E27FC236}">
                    <a16:creationId xmlns:a16="http://schemas.microsoft.com/office/drawing/2014/main" id="{5700D84D-A71A-4883-9A75-BEC1F45F0DC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2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7" name="Oval 367">
                <a:extLst>
                  <a:ext uri="{FF2B5EF4-FFF2-40B4-BE49-F238E27FC236}">
                    <a16:creationId xmlns:a16="http://schemas.microsoft.com/office/drawing/2014/main" id="{173A6129-882A-46E3-9A52-D7A05CEA220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8" name="Oval 368">
                <a:extLst>
                  <a:ext uri="{FF2B5EF4-FFF2-40B4-BE49-F238E27FC236}">
                    <a16:creationId xmlns:a16="http://schemas.microsoft.com/office/drawing/2014/main" id="{6C04AA24-3766-415B-A999-BA9725C667F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1" y="76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9" name="Freeform 369">
                <a:extLst>
                  <a:ext uri="{FF2B5EF4-FFF2-40B4-BE49-F238E27FC236}">
                    <a16:creationId xmlns:a16="http://schemas.microsoft.com/office/drawing/2014/main" id="{CEAE3F09-2846-4546-912F-44533299E7F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06" y="7697"/>
                <a:ext cx="6" cy="9"/>
              </a:xfrm>
              <a:custGeom>
                <a:avLst/>
                <a:gdLst>
                  <a:gd name="T0" fmla="*/ 0 w 8"/>
                  <a:gd name="T1" fmla="*/ 6 h 12"/>
                  <a:gd name="T2" fmla="*/ 5 w 8"/>
                  <a:gd name="T3" fmla="*/ 12 h 12"/>
                  <a:gd name="T4" fmla="*/ 8 w 8"/>
                  <a:gd name="T5" fmla="*/ 1 h 12"/>
                  <a:gd name="T6" fmla="*/ 6 w 8"/>
                  <a:gd name="T7" fmla="*/ 0 h 12"/>
                  <a:gd name="T8" fmla="*/ 0 w 8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6"/>
                    </a:moveTo>
                    <a:cubicBezTo>
                      <a:pt x="0" y="9"/>
                      <a:pt x="2" y="11"/>
                      <a:pt x="5" y="12"/>
                    </a:cubicBezTo>
                    <a:cubicBezTo>
                      <a:pt x="6" y="8"/>
                      <a:pt x="7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0" name="Oval 370">
                <a:extLst>
                  <a:ext uri="{FF2B5EF4-FFF2-40B4-BE49-F238E27FC236}">
                    <a16:creationId xmlns:a16="http://schemas.microsoft.com/office/drawing/2014/main" id="{81D4E067-B93A-49F4-96E1-6C2BAAA6670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9" y="773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1" name="Oval 371">
                <a:extLst>
                  <a:ext uri="{FF2B5EF4-FFF2-40B4-BE49-F238E27FC236}">
                    <a16:creationId xmlns:a16="http://schemas.microsoft.com/office/drawing/2014/main" id="{D77CF4A3-4304-419E-A34E-CADC3CB3E0B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6" y="77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2" name="Oval 372">
                <a:extLst>
                  <a:ext uri="{FF2B5EF4-FFF2-40B4-BE49-F238E27FC236}">
                    <a16:creationId xmlns:a16="http://schemas.microsoft.com/office/drawing/2014/main" id="{49111328-4031-411A-9120-8A3A660118B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58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3" name="Oval 373">
                <a:extLst>
                  <a:ext uri="{FF2B5EF4-FFF2-40B4-BE49-F238E27FC236}">
                    <a16:creationId xmlns:a16="http://schemas.microsoft.com/office/drawing/2014/main" id="{AE814D2A-77A4-4651-9E21-AC45EE9BBF8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4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4" name="Oval 374">
                <a:extLst>
                  <a:ext uri="{FF2B5EF4-FFF2-40B4-BE49-F238E27FC236}">
                    <a16:creationId xmlns:a16="http://schemas.microsoft.com/office/drawing/2014/main" id="{4120BF12-EE24-4F8C-AFC8-B2653386AEB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3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5" name="Oval 375">
                <a:extLst>
                  <a:ext uri="{FF2B5EF4-FFF2-40B4-BE49-F238E27FC236}">
                    <a16:creationId xmlns:a16="http://schemas.microsoft.com/office/drawing/2014/main" id="{2639A77D-1786-4C94-959C-50AA6E264EF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61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6" name="Oval 376">
                <a:extLst>
                  <a:ext uri="{FF2B5EF4-FFF2-40B4-BE49-F238E27FC236}">
                    <a16:creationId xmlns:a16="http://schemas.microsoft.com/office/drawing/2014/main" id="{08C2D49E-EFE9-4756-8CAB-06E0C75304A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56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7" name="Freeform 377">
                <a:extLst>
                  <a:ext uri="{FF2B5EF4-FFF2-40B4-BE49-F238E27FC236}">
                    <a16:creationId xmlns:a16="http://schemas.microsoft.com/office/drawing/2014/main" id="{F54827C3-784F-490B-9421-8EE921EE9AA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64"/>
                <a:ext cx="6" cy="8"/>
              </a:xfrm>
              <a:custGeom>
                <a:avLst/>
                <a:gdLst>
                  <a:gd name="T0" fmla="*/ 0 w 8"/>
                  <a:gd name="T1" fmla="*/ 5 h 11"/>
                  <a:gd name="T2" fmla="*/ 6 w 8"/>
                  <a:gd name="T3" fmla="*/ 11 h 11"/>
                  <a:gd name="T4" fmla="*/ 7 w 8"/>
                  <a:gd name="T5" fmla="*/ 11 h 11"/>
                  <a:gd name="T6" fmla="*/ 8 w 8"/>
                  <a:gd name="T7" fmla="*/ 0 h 11"/>
                  <a:gd name="T8" fmla="*/ 6 w 8"/>
                  <a:gd name="T9" fmla="*/ 0 h 11"/>
                  <a:gd name="T10" fmla="*/ 0 w 8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5"/>
                    </a:moveTo>
                    <a:cubicBezTo>
                      <a:pt x="0" y="9"/>
                      <a:pt x="2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7"/>
                      <a:pt x="8" y="4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8" name="Oval 378">
                <a:extLst>
                  <a:ext uri="{FF2B5EF4-FFF2-40B4-BE49-F238E27FC236}">
                    <a16:creationId xmlns:a16="http://schemas.microsoft.com/office/drawing/2014/main" id="{F05C8E1F-BBD6-47E7-89AF-5C18E67443B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9" name="Freeform 379">
                <a:extLst>
                  <a:ext uri="{FF2B5EF4-FFF2-40B4-BE49-F238E27FC236}">
                    <a16:creationId xmlns:a16="http://schemas.microsoft.com/office/drawing/2014/main" id="{85EC82C0-C936-4B96-B845-CF85BA84A2A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37"/>
                <a:ext cx="6" cy="8"/>
              </a:xfrm>
              <a:custGeom>
                <a:avLst/>
                <a:gdLst>
                  <a:gd name="T0" fmla="*/ 6 w 9"/>
                  <a:gd name="T1" fmla="*/ 0 h 11"/>
                  <a:gd name="T2" fmla="*/ 0 w 9"/>
                  <a:gd name="T3" fmla="*/ 6 h 11"/>
                  <a:gd name="T4" fmla="*/ 6 w 9"/>
                  <a:gd name="T5" fmla="*/ 11 h 11"/>
                  <a:gd name="T6" fmla="*/ 9 w 9"/>
                  <a:gd name="T7" fmla="*/ 10 h 11"/>
                  <a:gd name="T8" fmla="*/ 8 w 9"/>
                  <a:gd name="T9" fmla="*/ 1 h 11"/>
                  <a:gd name="T10" fmla="*/ 6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9" y="7"/>
                      <a:pt x="9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0" name="Oval 380">
                <a:extLst>
                  <a:ext uri="{FF2B5EF4-FFF2-40B4-BE49-F238E27FC236}">
                    <a16:creationId xmlns:a16="http://schemas.microsoft.com/office/drawing/2014/main" id="{2AB97DC2-B0A8-4828-80C8-E9EA15B9235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6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1" name="Oval 381">
                <a:extLst>
                  <a:ext uri="{FF2B5EF4-FFF2-40B4-BE49-F238E27FC236}">
                    <a16:creationId xmlns:a16="http://schemas.microsoft.com/office/drawing/2014/main" id="{89E3EB5F-C86A-492C-A790-6BE1997BFEC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2" name="Oval 382">
                <a:extLst>
                  <a:ext uri="{FF2B5EF4-FFF2-40B4-BE49-F238E27FC236}">
                    <a16:creationId xmlns:a16="http://schemas.microsoft.com/office/drawing/2014/main" id="{0AF1421B-5E54-40B2-862E-5BB90235DA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3" name="Oval 383">
                <a:extLst>
                  <a:ext uri="{FF2B5EF4-FFF2-40B4-BE49-F238E27FC236}">
                    <a16:creationId xmlns:a16="http://schemas.microsoft.com/office/drawing/2014/main" id="{F11875D4-04D5-43E1-BC7B-5802AAFFC6F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8" y="765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4" name="Oval 384">
                <a:extLst>
                  <a:ext uri="{FF2B5EF4-FFF2-40B4-BE49-F238E27FC236}">
                    <a16:creationId xmlns:a16="http://schemas.microsoft.com/office/drawing/2014/main" id="{F3B2CE3A-BEA9-4AB5-B9A4-208DA55EFD1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5" y="774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5" name="Oval 385">
                <a:extLst>
                  <a:ext uri="{FF2B5EF4-FFF2-40B4-BE49-F238E27FC236}">
                    <a16:creationId xmlns:a16="http://schemas.microsoft.com/office/drawing/2014/main" id="{7A55F012-C00D-4C2A-9CB3-2E0364A6134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64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6" name="Oval 386">
                <a:extLst>
                  <a:ext uri="{FF2B5EF4-FFF2-40B4-BE49-F238E27FC236}">
                    <a16:creationId xmlns:a16="http://schemas.microsoft.com/office/drawing/2014/main" id="{7A3DF8D9-2FB2-4637-81FF-A41F36681C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7" name="Oval 387">
                <a:extLst>
                  <a:ext uri="{FF2B5EF4-FFF2-40B4-BE49-F238E27FC236}">
                    <a16:creationId xmlns:a16="http://schemas.microsoft.com/office/drawing/2014/main" id="{C879BCD8-3F13-4250-9477-BB6E03C49FE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74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8" name="Oval 388">
                <a:extLst>
                  <a:ext uri="{FF2B5EF4-FFF2-40B4-BE49-F238E27FC236}">
                    <a16:creationId xmlns:a16="http://schemas.microsoft.com/office/drawing/2014/main" id="{E41F96B0-944E-4B4F-8269-F0AF059930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9" name="Oval 389">
                <a:extLst>
                  <a:ext uri="{FF2B5EF4-FFF2-40B4-BE49-F238E27FC236}">
                    <a16:creationId xmlns:a16="http://schemas.microsoft.com/office/drawing/2014/main" id="{8E0E4119-CF68-461A-8A44-6FD1E5670E9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68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0" name="Oval 390">
                <a:extLst>
                  <a:ext uri="{FF2B5EF4-FFF2-40B4-BE49-F238E27FC236}">
                    <a16:creationId xmlns:a16="http://schemas.microsoft.com/office/drawing/2014/main" id="{193530FF-2D93-4104-99BC-29A27A1DC4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8" y="77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1" name="Oval 391">
                <a:extLst>
                  <a:ext uri="{FF2B5EF4-FFF2-40B4-BE49-F238E27FC236}">
                    <a16:creationId xmlns:a16="http://schemas.microsoft.com/office/drawing/2014/main" id="{77006FE3-7FB1-4AE4-9DBA-5EE7813E729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4" y="753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2" name="Oval 392">
                <a:extLst>
                  <a:ext uri="{FF2B5EF4-FFF2-40B4-BE49-F238E27FC236}">
                    <a16:creationId xmlns:a16="http://schemas.microsoft.com/office/drawing/2014/main" id="{02AC2FB0-FB40-45F6-85EE-23015A71F7D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3" name="Oval 393">
                <a:extLst>
                  <a:ext uri="{FF2B5EF4-FFF2-40B4-BE49-F238E27FC236}">
                    <a16:creationId xmlns:a16="http://schemas.microsoft.com/office/drawing/2014/main" id="{1A4FD7B4-5875-4489-B775-3B192EBC599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6" y="76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4" name="Oval 394">
                <a:extLst>
                  <a:ext uri="{FF2B5EF4-FFF2-40B4-BE49-F238E27FC236}">
                    <a16:creationId xmlns:a16="http://schemas.microsoft.com/office/drawing/2014/main" id="{16D7D661-140A-401E-965D-AB71AF68BD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4" y="767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5" name="Oval 395">
                <a:extLst>
                  <a:ext uri="{FF2B5EF4-FFF2-40B4-BE49-F238E27FC236}">
                    <a16:creationId xmlns:a16="http://schemas.microsoft.com/office/drawing/2014/main" id="{CC7F5130-2248-44E0-BBDD-25F6E339F2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74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6" name="Oval 396">
                <a:extLst>
                  <a:ext uri="{FF2B5EF4-FFF2-40B4-BE49-F238E27FC236}">
                    <a16:creationId xmlns:a16="http://schemas.microsoft.com/office/drawing/2014/main" id="{53D64A17-C770-4FC2-82A0-218B0EB983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4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7" name="Oval 397">
                <a:extLst>
                  <a:ext uri="{FF2B5EF4-FFF2-40B4-BE49-F238E27FC236}">
                    <a16:creationId xmlns:a16="http://schemas.microsoft.com/office/drawing/2014/main" id="{2A837F58-55B1-4CE0-A34B-EA62787612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77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8" name="Oval 398">
                <a:extLst>
                  <a:ext uri="{FF2B5EF4-FFF2-40B4-BE49-F238E27FC236}">
                    <a16:creationId xmlns:a16="http://schemas.microsoft.com/office/drawing/2014/main" id="{AE64F951-3B7F-4900-8AB7-BDA4A8D4927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9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9" name="Oval 399">
                <a:extLst>
                  <a:ext uri="{FF2B5EF4-FFF2-40B4-BE49-F238E27FC236}">
                    <a16:creationId xmlns:a16="http://schemas.microsoft.com/office/drawing/2014/main" id="{69F74AEC-E364-4E5B-9A46-D2E9F2FF770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73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0" name="Oval 400">
                <a:extLst>
                  <a:ext uri="{FF2B5EF4-FFF2-40B4-BE49-F238E27FC236}">
                    <a16:creationId xmlns:a16="http://schemas.microsoft.com/office/drawing/2014/main" id="{1038586B-BF4D-4592-9CC0-65CFFCED15E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9" y="774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1" name="Oval 401">
                <a:extLst>
                  <a:ext uri="{FF2B5EF4-FFF2-40B4-BE49-F238E27FC236}">
                    <a16:creationId xmlns:a16="http://schemas.microsoft.com/office/drawing/2014/main" id="{B6BC6F47-3D98-4404-8CDA-06E3EDF7370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9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2" name="Oval 402">
                <a:extLst>
                  <a:ext uri="{FF2B5EF4-FFF2-40B4-BE49-F238E27FC236}">
                    <a16:creationId xmlns:a16="http://schemas.microsoft.com/office/drawing/2014/main" id="{EB4F3653-3701-4D3F-BBFB-FFA5E68012C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74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3" name="Oval 403">
                <a:extLst>
                  <a:ext uri="{FF2B5EF4-FFF2-40B4-BE49-F238E27FC236}">
                    <a16:creationId xmlns:a16="http://schemas.microsoft.com/office/drawing/2014/main" id="{485D0485-58B6-402B-AE10-3D765F9E18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1" y="772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4" name="Freeform 404">
                <a:extLst>
                  <a:ext uri="{FF2B5EF4-FFF2-40B4-BE49-F238E27FC236}">
                    <a16:creationId xmlns:a16="http://schemas.microsoft.com/office/drawing/2014/main" id="{C01AF2E4-4E82-42E0-9FEF-5DD7E7314B8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04" y="7730"/>
                <a:ext cx="6" cy="8"/>
              </a:xfrm>
              <a:custGeom>
                <a:avLst/>
                <a:gdLst>
                  <a:gd name="T0" fmla="*/ 8 w 8"/>
                  <a:gd name="T1" fmla="*/ 6 h 11"/>
                  <a:gd name="T2" fmla="*/ 3 w 8"/>
                  <a:gd name="T3" fmla="*/ 0 h 11"/>
                  <a:gd name="T4" fmla="*/ 0 w 8"/>
                  <a:gd name="T5" fmla="*/ 1 h 11"/>
                  <a:gd name="T6" fmla="*/ 5 w 8"/>
                  <a:gd name="T7" fmla="*/ 11 h 11"/>
                  <a:gd name="T8" fmla="*/ 8 w 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6"/>
                    </a:moveTo>
                    <a:cubicBezTo>
                      <a:pt x="8" y="2"/>
                      <a:pt x="6" y="0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7" y="10"/>
                      <a:pt x="8" y="8"/>
                      <a:pt x="8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5" name="Oval 405">
                <a:extLst>
                  <a:ext uri="{FF2B5EF4-FFF2-40B4-BE49-F238E27FC236}">
                    <a16:creationId xmlns:a16="http://schemas.microsoft.com/office/drawing/2014/main" id="{3BF273B1-3E4B-4A4F-A154-6AE00EF1465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sp>
          <p:nvSpPr>
            <p:cNvPr id="16" name="Oval 407">
              <a:extLst>
                <a:ext uri="{FF2B5EF4-FFF2-40B4-BE49-F238E27FC236}">
                  <a16:creationId xmlns:a16="http://schemas.microsoft.com/office/drawing/2014/main" id="{103FD387-50A0-4BE5-BACB-CCC64D96384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" name="Oval 408">
              <a:extLst>
                <a:ext uri="{FF2B5EF4-FFF2-40B4-BE49-F238E27FC236}">
                  <a16:creationId xmlns:a16="http://schemas.microsoft.com/office/drawing/2014/main" id="{A61DFD0A-5DC8-4E10-997F-6CF8C420A77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7301" y="123634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" name="Oval 409">
              <a:extLst>
                <a:ext uri="{FF2B5EF4-FFF2-40B4-BE49-F238E27FC236}">
                  <a16:creationId xmlns:a16="http://schemas.microsoft.com/office/drawing/2014/main" id="{D688AF26-2D84-49D9-9DF2-2FFD9509B0E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17913" y="1206341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" name="Oval 410">
              <a:extLst>
                <a:ext uri="{FF2B5EF4-FFF2-40B4-BE49-F238E27FC236}">
                  <a16:creationId xmlns:a16="http://schemas.microsoft.com/office/drawing/2014/main" id="{33EE936E-4DED-4BDD-825E-7F5BA8F50BD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8088" y="1231265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" name="Oval 411">
              <a:extLst>
                <a:ext uri="{FF2B5EF4-FFF2-40B4-BE49-F238E27FC236}">
                  <a16:creationId xmlns:a16="http://schemas.microsoft.com/office/drawing/2014/main" id="{9F80C44F-872F-4B37-A39D-97D6EBA0027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2363" y="121808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" name="Oval 412">
              <a:extLst>
                <a:ext uri="{FF2B5EF4-FFF2-40B4-BE49-F238E27FC236}">
                  <a16:creationId xmlns:a16="http://schemas.microsoft.com/office/drawing/2014/main" id="{C7668458-0110-4239-8CCF-263351A1416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25876" y="122697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" name="Oval 413">
              <a:extLst>
                <a:ext uri="{FF2B5EF4-FFF2-40B4-BE49-F238E27FC236}">
                  <a16:creationId xmlns:a16="http://schemas.microsoft.com/office/drawing/2014/main" id="{91A408EF-28C4-401D-A3AD-D2E58AF420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14776" y="121697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" name="Oval 414">
              <a:extLst>
                <a:ext uri="{FF2B5EF4-FFF2-40B4-BE49-F238E27FC236}">
                  <a16:creationId xmlns:a16="http://schemas.microsoft.com/office/drawing/2014/main" id="{21A8DBEA-34C1-4248-8F0F-D4DCFC49AAE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6038" y="119491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" name="Freeform 415">
              <a:extLst>
                <a:ext uri="{FF2B5EF4-FFF2-40B4-BE49-F238E27FC236}">
                  <a16:creationId xmlns:a16="http://schemas.microsoft.com/office/drawing/2014/main" id="{10960DDE-81B4-453E-9911-462EED26CA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1401" y="12365038"/>
              <a:ext cx="12700" cy="9525"/>
            </a:xfrm>
            <a:custGeom>
              <a:avLst/>
              <a:gdLst>
                <a:gd name="T0" fmla="*/ 10 w 10"/>
                <a:gd name="T1" fmla="*/ 6 h 8"/>
                <a:gd name="T2" fmla="*/ 4 w 10"/>
                <a:gd name="T3" fmla="*/ 0 h 8"/>
                <a:gd name="T4" fmla="*/ 0 w 10"/>
                <a:gd name="T5" fmla="*/ 2 h 8"/>
                <a:gd name="T6" fmla="*/ 9 w 10"/>
                <a:gd name="T7" fmla="*/ 8 h 8"/>
                <a:gd name="T8" fmla="*/ 10 w 10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0" y="7"/>
                    <a:pt x="10" y="7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5" name="Oval 416">
              <a:extLst>
                <a:ext uri="{FF2B5EF4-FFF2-40B4-BE49-F238E27FC236}">
                  <a16:creationId xmlns:a16="http://schemas.microsoft.com/office/drawing/2014/main" id="{4FA62296-7B43-415C-867F-1B569D102DA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6176" y="123571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6" name="Oval 417">
              <a:extLst>
                <a:ext uri="{FF2B5EF4-FFF2-40B4-BE49-F238E27FC236}">
                  <a16:creationId xmlns:a16="http://schemas.microsoft.com/office/drawing/2014/main" id="{9D9D7FB1-D681-4C2F-A3DA-C21A7D06380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89376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7" name="Oval 418">
              <a:extLst>
                <a:ext uri="{FF2B5EF4-FFF2-40B4-BE49-F238E27FC236}">
                  <a16:creationId xmlns:a16="http://schemas.microsoft.com/office/drawing/2014/main" id="{E6FD077E-2241-4843-82D0-1C578638787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5563" y="12096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8" name="Oval 419">
              <a:extLst>
                <a:ext uri="{FF2B5EF4-FFF2-40B4-BE49-F238E27FC236}">
                  <a16:creationId xmlns:a16="http://schemas.microsoft.com/office/drawing/2014/main" id="{890DA9B5-D36D-46FE-B300-E94D083827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23063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9" name="Oval 420">
              <a:extLst>
                <a:ext uri="{FF2B5EF4-FFF2-40B4-BE49-F238E27FC236}">
                  <a16:creationId xmlns:a16="http://schemas.microsoft.com/office/drawing/2014/main" id="{F4F2DF2B-408C-45A9-B648-6EAF80A0CC7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21076" y="121840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0" name="Oval 421">
              <a:extLst>
                <a:ext uri="{FF2B5EF4-FFF2-40B4-BE49-F238E27FC236}">
                  <a16:creationId xmlns:a16="http://schemas.microsoft.com/office/drawing/2014/main" id="{929BE4DD-FEA2-4104-B366-B67463F3DF3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8063" y="121539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1" name="Oval 422">
              <a:extLst>
                <a:ext uri="{FF2B5EF4-FFF2-40B4-BE49-F238E27FC236}">
                  <a16:creationId xmlns:a16="http://schemas.microsoft.com/office/drawing/2014/main" id="{78504243-9913-4A16-8124-27073410705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8076" y="12082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2" name="Oval 423">
              <a:extLst>
                <a:ext uri="{FF2B5EF4-FFF2-40B4-BE49-F238E27FC236}">
                  <a16:creationId xmlns:a16="http://schemas.microsoft.com/office/drawing/2014/main" id="{AC91DA0B-04A9-444E-96BA-C30A9D74F4D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9688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3" name="Oval 424">
              <a:extLst>
                <a:ext uri="{FF2B5EF4-FFF2-40B4-BE49-F238E27FC236}">
                  <a16:creationId xmlns:a16="http://schemas.microsoft.com/office/drawing/2014/main" id="{E7F93FE6-9CB9-4DB3-9598-7DB6307B27C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4" name="Oval 425">
              <a:extLst>
                <a:ext uri="{FF2B5EF4-FFF2-40B4-BE49-F238E27FC236}">
                  <a16:creationId xmlns:a16="http://schemas.microsoft.com/office/drawing/2014/main" id="{188D1287-F068-4E5F-AA81-8A52BA5C592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03613" y="12015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5" name="Oval 426">
              <a:extLst>
                <a:ext uri="{FF2B5EF4-FFF2-40B4-BE49-F238E27FC236}">
                  <a16:creationId xmlns:a16="http://schemas.microsoft.com/office/drawing/2014/main" id="{32512B0C-1636-4EA0-8589-005C9FB91AF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7763" y="11952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6" name="Oval 427">
              <a:extLst>
                <a:ext uri="{FF2B5EF4-FFF2-40B4-BE49-F238E27FC236}">
                  <a16:creationId xmlns:a16="http://schemas.microsoft.com/office/drawing/2014/main" id="{D561E7AC-9836-4F6E-8329-3AFB7E5A470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4601" y="123825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7" name="Oval 428">
              <a:extLst>
                <a:ext uri="{FF2B5EF4-FFF2-40B4-BE49-F238E27FC236}">
                  <a16:creationId xmlns:a16="http://schemas.microsoft.com/office/drawing/2014/main" id="{6B866A33-01F6-4B09-85F1-DEB9A0AC35E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8726" y="12396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8" name="Oval 429">
              <a:extLst>
                <a:ext uri="{FF2B5EF4-FFF2-40B4-BE49-F238E27FC236}">
                  <a16:creationId xmlns:a16="http://schemas.microsoft.com/office/drawing/2014/main" id="{332293B4-F20C-4F2C-81BA-163BD60F636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43351" y="122348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9" name="Oval 430">
              <a:extLst>
                <a:ext uri="{FF2B5EF4-FFF2-40B4-BE49-F238E27FC236}">
                  <a16:creationId xmlns:a16="http://schemas.microsoft.com/office/drawing/2014/main" id="{1AFA127F-6EA6-475A-B17E-8A9DABEAC98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1263" y="123904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0" name="Oval 431">
              <a:extLst>
                <a:ext uri="{FF2B5EF4-FFF2-40B4-BE49-F238E27FC236}">
                  <a16:creationId xmlns:a16="http://schemas.microsoft.com/office/drawing/2014/main" id="{08F9F46C-0E1E-4C78-85FD-34F461BAAA6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197451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1" name="Oval 432">
              <a:extLst>
                <a:ext uri="{FF2B5EF4-FFF2-40B4-BE49-F238E27FC236}">
                  <a16:creationId xmlns:a16="http://schemas.microsoft.com/office/drawing/2014/main" id="{F662A6F7-9A82-47C0-BE14-58CF6606F3C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63938" y="120792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2" name="Oval 433">
              <a:extLst>
                <a:ext uri="{FF2B5EF4-FFF2-40B4-BE49-F238E27FC236}">
                  <a16:creationId xmlns:a16="http://schemas.microsoft.com/office/drawing/2014/main" id="{82A0C16A-3A71-47C6-9ECC-C6FABD8DBC8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9651" y="122586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3" name="Freeform 434">
              <a:extLst>
                <a:ext uri="{FF2B5EF4-FFF2-40B4-BE49-F238E27FC236}">
                  <a16:creationId xmlns:a16="http://schemas.microsoft.com/office/drawing/2014/main" id="{C0F25ECF-1F20-40F8-8A87-DFE058D56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57638" y="12271375"/>
              <a:ext cx="9525" cy="12700"/>
            </a:xfrm>
            <a:custGeom>
              <a:avLst/>
              <a:gdLst>
                <a:gd name="T0" fmla="*/ 0 w 8"/>
                <a:gd name="T1" fmla="*/ 6 h 11"/>
                <a:gd name="T2" fmla="*/ 3 w 8"/>
                <a:gd name="T3" fmla="*/ 11 h 11"/>
                <a:gd name="T4" fmla="*/ 8 w 8"/>
                <a:gd name="T5" fmla="*/ 1 h 11"/>
                <a:gd name="T6" fmla="*/ 5 w 8"/>
                <a:gd name="T7" fmla="*/ 0 h 11"/>
                <a:gd name="T8" fmla="*/ 0 w 8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0" y="8"/>
                    <a:pt x="1" y="10"/>
                    <a:pt x="3" y="11"/>
                  </a:cubicBezTo>
                  <a:cubicBezTo>
                    <a:pt x="5" y="8"/>
                    <a:pt x="7" y="5"/>
                    <a:pt x="8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4" name="Freeform 435">
              <a:extLst>
                <a:ext uri="{FF2B5EF4-FFF2-40B4-BE49-F238E27FC236}">
                  <a16:creationId xmlns:a16="http://schemas.microsoft.com/office/drawing/2014/main" id="{629A915A-1184-4A22-859C-B28AA4E2D1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89326" y="12250738"/>
              <a:ext cx="11113" cy="14288"/>
            </a:xfrm>
            <a:custGeom>
              <a:avLst/>
              <a:gdLst>
                <a:gd name="T0" fmla="*/ 10 w 10"/>
                <a:gd name="T1" fmla="*/ 6 h 12"/>
                <a:gd name="T2" fmla="*/ 4 w 10"/>
                <a:gd name="T3" fmla="*/ 0 h 12"/>
                <a:gd name="T4" fmla="*/ 0 w 10"/>
                <a:gd name="T5" fmla="*/ 2 h 12"/>
                <a:gd name="T6" fmla="*/ 5 w 10"/>
                <a:gd name="T7" fmla="*/ 12 h 12"/>
                <a:gd name="T8" fmla="*/ 10 w 10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3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5"/>
                    <a:pt x="3" y="8"/>
                    <a:pt x="5" y="12"/>
                  </a:cubicBezTo>
                  <a:cubicBezTo>
                    <a:pt x="8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5" name="Oval 436">
              <a:extLst>
                <a:ext uri="{FF2B5EF4-FFF2-40B4-BE49-F238E27FC236}">
                  <a16:creationId xmlns:a16="http://schemas.microsoft.com/office/drawing/2014/main" id="{1A0747FF-B5C1-4F61-A47A-EF15CCF90DA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0288" y="12266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6" name="Oval 437">
              <a:extLst>
                <a:ext uri="{FF2B5EF4-FFF2-40B4-BE49-F238E27FC236}">
                  <a16:creationId xmlns:a16="http://schemas.microsoft.com/office/drawing/2014/main" id="{4BFC8813-854E-4418-8997-7F45B1A19B4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21666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7" name="Oval 438">
              <a:extLst>
                <a:ext uri="{FF2B5EF4-FFF2-40B4-BE49-F238E27FC236}">
                  <a16:creationId xmlns:a16="http://schemas.microsoft.com/office/drawing/2014/main" id="{5D57BE3C-3A8E-4A98-BEC1-CEAF83831F8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6801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8" name="Freeform 439">
              <a:extLst>
                <a:ext uri="{FF2B5EF4-FFF2-40B4-BE49-F238E27FC236}">
                  <a16:creationId xmlns:a16="http://schemas.microsoft.com/office/drawing/2014/main" id="{5E41C8F9-8A79-4FB4-BC8F-0642008E37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9863" y="12088813"/>
              <a:ext cx="12700" cy="1270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11 h 11"/>
                <a:gd name="T4" fmla="*/ 11 w 11"/>
                <a:gd name="T5" fmla="*/ 8 h 11"/>
                <a:gd name="T6" fmla="*/ 10 w 11"/>
                <a:gd name="T7" fmla="*/ 1 h 11"/>
                <a:gd name="T8" fmla="*/ 6 w 11"/>
                <a:gd name="T9" fmla="*/ 0 h 11"/>
                <a:gd name="T10" fmla="*/ 0 w 1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9"/>
                    <a:pt x="3" y="11"/>
                    <a:pt x="6" y="11"/>
                  </a:cubicBezTo>
                  <a:cubicBezTo>
                    <a:pt x="8" y="11"/>
                    <a:pt x="10" y="10"/>
                    <a:pt x="11" y="8"/>
                  </a:cubicBezTo>
                  <a:cubicBezTo>
                    <a:pt x="11" y="6"/>
                    <a:pt x="10" y="3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9" name="Oval 440">
              <a:extLst>
                <a:ext uri="{FF2B5EF4-FFF2-40B4-BE49-F238E27FC236}">
                  <a16:creationId xmlns:a16="http://schemas.microsoft.com/office/drawing/2014/main" id="{3C00365C-0C30-462F-8907-3452ADA5E36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7932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0" name="Oval 441">
              <a:extLst>
                <a:ext uri="{FF2B5EF4-FFF2-40B4-BE49-F238E27FC236}">
                  <a16:creationId xmlns:a16="http://schemas.microsoft.com/office/drawing/2014/main" id="{A96516CF-16C7-4EE5-B1F9-4A4D7EE22D7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300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1" name="Oval 442">
              <a:extLst>
                <a:ext uri="{FF2B5EF4-FFF2-40B4-BE49-F238E27FC236}">
                  <a16:creationId xmlns:a16="http://schemas.microsoft.com/office/drawing/2014/main" id="{60A3DA34-FDE1-4BA2-995B-FF7BDAA26B6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3380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" name="Oval 443">
              <a:extLst>
                <a:ext uri="{FF2B5EF4-FFF2-40B4-BE49-F238E27FC236}">
                  <a16:creationId xmlns:a16="http://schemas.microsoft.com/office/drawing/2014/main" id="{6F509B3D-AEEE-4658-AB5F-CEC93093EC3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2201" y="12303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" name="Oval 444">
              <a:extLst>
                <a:ext uri="{FF2B5EF4-FFF2-40B4-BE49-F238E27FC236}">
                  <a16:creationId xmlns:a16="http://schemas.microsoft.com/office/drawing/2014/main" id="{05FBEEC9-B704-4F87-8389-60869E7310C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52826" y="121269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" name="Oval 445">
              <a:extLst>
                <a:ext uri="{FF2B5EF4-FFF2-40B4-BE49-F238E27FC236}">
                  <a16:creationId xmlns:a16="http://schemas.microsoft.com/office/drawing/2014/main" id="{6F7166E5-839A-468F-AC85-B8074E1E0D8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56051" y="120856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" name="Oval 446">
              <a:extLst>
                <a:ext uri="{FF2B5EF4-FFF2-40B4-BE49-F238E27FC236}">
                  <a16:creationId xmlns:a16="http://schemas.microsoft.com/office/drawing/2014/main" id="{37B5D831-8ACC-4A01-8385-9F5FA6012D7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223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" name="Oval 447">
              <a:extLst>
                <a:ext uri="{FF2B5EF4-FFF2-40B4-BE49-F238E27FC236}">
                  <a16:creationId xmlns:a16="http://schemas.microsoft.com/office/drawing/2014/main" id="{EC54D44A-7B71-48DC-B4DE-A99CD301A95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67163" y="122332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" name="Oval 448">
              <a:extLst>
                <a:ext uri="{FF2B5EF4-FFF2-40B4-BE49-F238E27FC236}">
                  <a16:creationId xmlns:a16="http://schemas.microsoft.com/office/drawing/2014/main" id="{A3B791A4-35B1-4E5C-B702-D86C9E093B7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6676" y="12333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" name="Oval 449">
              <a:extLst>
                <a:ext uri="{FF2B5EF4-FFF2-40B4-BE49-F238E27FC236}">
                  <a16:creationId xmlns:a16="http://schemas.microsoft.com/office/drawing/2014/main" id="{697514DF-35B3-4E96-84A9-8B60858C15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1876" y="1224756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" name="Oval 450">
              <a:extLst>
                <a:ext uri="{FF2B5EF4-FFF2-40B4-BE49-F238E27FC236}">
                  <a16:creationId xmlns:a16="http://schemas.microsoft.com/office/drawing/2014/main" id="{EAB9D03C-A3F7-4030-935A-950E4B19AF0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0476" y="120554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" name="Oval 451">
              <a:extLst>
                <a:ext uri="{FF2B5EF4-FFF2-40B4-BE49-F238E27FC236}">
                  <a16:creationId xmlns:a16="http://schemas.microsoft.com/office/drawing/2014/main" id="{72E16FC0-ED9B-4379-8E97-0327FF89EE9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19840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" name="Oval 452">
              <a:extLst>
                <a:ext uri="{FF2B5EF4-FFF2-40B4-BE49-F238E27FC236}">
                  <a16:creationId xmlns:a16="http://schemas.microsoft.com/office/drawing/2014/main" id="{012925BA-E680-41C8-B5C6-EC728060986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86163" y="11968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" name="Oval 453">
              <a:extLst>
                <a:ext uri="{FF2B5EF4-FFF2-40B4-BE49-F238E27FC236}">
                  <a16:creationId xmlns:a16="http://schemas.microsoft.com/office/drawing/2014/main" id="{654B3155-A070-4610-BDD2-1DECD790160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8563" y="12349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" name="Oval 454">
              <a:extLst>
                <a:ext uri="{FF2B5EF4-FFF2-40B4-BE49-F238E27FC236}">
                  <a16:creationId xmlns:a16="http://schemas.microsoft.com/office/drawing/2014/main" id="{09A64397-AB80-4D95-968D-C9E6A7BEA56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1713" y="122396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" name="Oval 455">
              <a:extLst>
                <a:ext uri="{FF2B5EF4-FFF2-40B4-BE49-F238E27FC236}">
                  <a16:creationId xmlns:a16="http://schemas.microsoft.com/office/drawing/2014/main" id="{50E9A156-4DE7-4448-97DA-9A7E85BF0BD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932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" name="Oval 456">
              <a:extLst>
                <a:ext uri="{FF2B5EF4-FFF2-40B4-BE49-F238E27FC236}">
                  <a16:creationId xmlns:a16="http://schemas.microsoft.com/office/drawing/2014/main" id="{025FB118-B0B8-4669-B049-9B856AB21BB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2838" y="1229836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" name="Oval 457">
              <a:extLst>
                <a:ext uri="{FF2B5EF4-FFF2-40B4-BE49-F238E27FC236}">
                  <a16:creationId xmlns:a16="http://schemas.microsoft.com/office/drawing/2014/main" id="{025C232D-56EF-4E38-9792-12A376D80BD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5676" y="121999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" name="Oval 458">
              <a:extLst>
                <a:ext uri="{FF2B5EF4-FFF2-40B4-BE49-F238E27FC236}">
                  <a16:creationId xmlns:a16="http://schemas.microsoft.com/office/drawing/2014/main" id="{B1CC2FB0-9DC1-420A-8487-528D8FAE32D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6313" y="12209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" name="Oval 459">
              <a:extLst>
                <a:ext uri="{FF2B5EF4-FFF2-40B4-BE49-F238E27FC236}">
                  <a16:creationId xmlns:a16="http://schemas.microsoft.com/office/drawing/2014/main" id="{1C862EF5-2AE4-4425-BC34-C5F0B244084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0926" y="122618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" name="Oval 460">
              <a:extLst>
                <a:ext uri="{FF2B5EF4-FFF2-40B4-BE49-F238E27FC236}">
                  <a16:creationId xmlns:a16="http://schemas.microsoft.com/office/drawing/2014/main" id="{84F9952C-1EEE-43C5-AD01-A8C646B7444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0313" y="123348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" name="Oval 461">
              <a:extLst>
                <a:ext uri="{FF2B5EF4-FFF2-40B4-BE49-F238E27FC236}">
                  <a16:creationId xmlns:a16="http://schemas.microsoft.com/office/drawing/2014/main" id="{4AA72E10-4C50-43C2-98BC-F1F9863A654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4263" y="123586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" name="Oval 462">
              <a:extLst>
                <a:ext uri="{FF2B5EF4-FFF2-40B4-BE49-F238E27FC236}">
                  <a16:creationId xmlns:a16="http://schemas.microsoft.com/office/drawing/2014/main" id="{8A746D17-749A-411C-9002-819BFFE510B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2713" y="122761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" name="Oval 463">
              <a:extLst>
                <a:ext uri="{FF2B5EF4-FFF2-40B4-BE49-F238E27FC236}">
                  <a16:creationId xmlns:a16="http://schemas.microsoft.com/office/drawing/2014/main" id="{901419F6-800D-4AA6-9A11-80B201A10F3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4438" y="121666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" name="Freeform 464">
              <a:extLst>
                <a:ext uri="{FF2B5EF4-FFF2-40B4-BE49-F238E27FC236}">
                  <a16:creationId xmlns:a16="http://schemas.microsoft.com/office/drawing/2014/main" id="{1DBC8270-6741-45CE-B80A-CD90FAB04E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0338" y="12055475"/>
              <a:ext cx="12700" cy="14288"/>
            </a:xfrm>
            <a:custGeom>
              <a:avLst/>
              <a:gdLst>
                <a:gd name="T0" fmla="*/ 6 w 12"/>
                <a:gd name="T1" fmla="*/ 12 h 12"/>
                <a:gd name="T2" fmla="*/ 12 w 12"/>
                <a:gd name="T3" fmla="*/ 6 h 12"/>
                <a:gd name="T4" fmla="*/ 11 w 12"/>
                <a:gd name="T5" fmla="*/ 4 h 12"/>
                <a:gd name="T6" fmla="*/ 11 w 12"/>
                <a:gd name="T7" fmla="*/ 4 h 12"/>
                <a:gd name="T8" fmla="*/ 6 w 12"/>
                <a:gd name="T9" fmla="*/ 0 h 12"/>
                <a:gd name="T10" fmla="*/ 0 w 12"/>
                <a:gd name="T11" fmla="*/ 6 h 12"/>
                <a:gd name="T12" fmla="*/ 6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9" y="12"/>
                    <a:pt x="12" y="9"/>
                    <a:pt x="12" y="6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" name="Freeform 465">
              <a:extLst>
                <a:ext uri="{FF2B5EF4-FFF2-40B4-BE49-F238E27FC236}">
                  <a16:creationId xmlns:a16="http://schemas.microsoft.com/office/drawing/2014/main" id="{158769FF-94BB-42F3-A1AF-CAEBEFD708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6963" y="12392025"/>
              <a:ext cx="14288" cy="9525"/>
            </a:xfrm>
            <a:custGeom>
              <a:avLst/>
              <a:gdLst>
                <a:gd name="T0" fmla="*/ 11 w 11"/>
                <a:gd name="T1" fmla="*/ 6 h 8"/>
                <a:gd name="T2" fmla="*/ 5 w 11"/>
                <a:gd name="T3" fmla="*/ 0 h 8"/>
                <a:gd name="T4" fmla="*/ 0 w 11"/>
                <a:gd name="T5" fmla="*/ 4 h 8"/>
                <a:gd name="T6" fmla="*/ 11 w 11"/>
                <a:gd name="T7" fmla="*/ 8 h 8"/>
                <a:gd name="T8" fmla="*/ 11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7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" name="Oval 466">
              <a:extLst>
                <a:ext uri="{FF2B5EF4-FFF2-40B4-BE49-F238E27FC236}">
                  <a16:creationId xmlns:a16="http://schemas.microsoft.com/office/drawing/2014/main" id="{9DFA13ED-8577-48A0-A301-C6A2E41CEAF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3976" y="122904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" name="Oval 467">
              <a:extLst>
                <a:ext uri="{FF2B5EF4-FFF2-40B4-BE49-F238E27FC236}">
                  <a16:creationId xmlns:a16="http://schemas.microsoft.com/office/drawing/2014/main" id="{C500387C-3759-4FA5-A3B4-3B10F711A9A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0463" y="123412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" name="Oval 468">
              <a:extLst>
                <a:ext uri="{FF2B5EF4-FFF2-40B4-BE49-F238E27FC236}">
                  <a16:creationId xmlns:a16="http://schemas.microsoft.com/office/drawing/2014/main" id="{32D6F6E4-BAFB-4E5A-865B-E3E9986758D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8551" y="12339638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" name="Oval 469">
              <a:extLst>
                <a:ext uri="{FF2B5EF4-FFF2-40B4-BE49-F238E27FC236}">
                  <a16:creationId xmlns:a16="http://schemas.microsoft.com/office/drawing/2014/main" id="{1FBB50C0-2185-4C56-A277-7CE4DFA1498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00488" y="122570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" name="Oval 470">
              <a:extLst>
                <a:ext uri="{FF2B5EF4-FFF2-40B4-BE49-F238E27FC236}">
                  <a16:creationId xmlns:a16="http://schemas.microsoft.com/office/drawing/2014/main" id="{B3433CF7-DF7D-49D7-9E86-B302FB17D03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9813" y="121332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" name="Oval 471">
              <a:extLst>
                <a:ext uri="{FF2B5EF4-FFF2-40B4-BE49-F238E27FC236}">
                  <a16:creationId xmlns:a16="http://schemas.microsoft.com/office/drawing/2014/main" id="{31F1A99D-8295-4C2E-8B49-26924071A61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5538" y="1215072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" name="Oval 472">
              <a:extLst>
                <a:ext uri="{FF2B5EF4-FFF2-40B4-BE49-F238E27FC236}">
                  <a16:creationId xmlns:a16="http://schemas.microsoft.com/office/drawing/2014/main" id="{7C8F2DC1-ED2C-47D8-93DF-0F609B20048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9363" y="123444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" name="Oval 473">
              <a:extLst>
                <a:ext uri="{FF2B5EF4-FFF2-40B4-BE49-F238E27FC236}">
                  <a16:creationId xmlns:a16="http://schemas.microsoft.com/office/drawing/2014/main" id="{01702D95-3C9C-4677-B9DA-9F79BCA1A5D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1088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" name="Oval 474">
              <a:extLst>
                <a:ext uri="{FF2B5EF4-FFF2-40B4-BE49-F238E27FC236}">
                  <a16:creationId xmlns:a16="http://schemas.microsoft.com/office/drawing/2014/main" id="{823EE25F-FDC6-409F-8217-29266AF3651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19513" y="123396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" name="Oval 475">
              <a:extLst>
                <a:ext uri="{FF2B5EF4-FFF2-40B4-BE49-F238E27FC236}">
                  <a16:creationId xmlns:a16="http://schemas.microsoft.com/office/drawing/2014/main" id="{F918A42D-8388-4802-931B-1375A77BC6F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8263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" name="Oval 476">
              <a:extLst>
                <a:ext uri="{FF2B5EF4-FFF2-40B4-BE49-F238E27FC236}">
                  <a16:creationId xmlns:a16="http://schemas.microsoft.com/office/drawing/2014/main" id="{1151CD6F-8AF4-410E-87A5-6D0B325CEBB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9213" y="12180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" name="Oval 477">
              <a:extLst>
                <a:ext uri="{FF2B5EF4-FFF2-40B4-BE49-F238E27FC236}">
                  <a16:creationId xmlns:a16="http://schemas.microsoft.com/office/drawing/2014/main" id="{2623FAAC-4682-4FE5-A0AD-5EA3E398B94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3001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" name="Oval 478">
              <a:extLst>
                <a:ext uri="{FF2B5EF4-FFF2-40B4-BE49-F238E27FC236}">
                  <a16:creationId xmlns:a16="http://schemas.microsoft.com/office/drawing/2014/main" id="{9E70C940-84E0-44E3-AF3B-B5C66EF6EA0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0163" y="12247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" name="Oval 479">
              <a:extLst>
                <a:ext uri="{FF2B5EF4-FFF2-40B4-BE49-F238E27FC236}">
                  <a16:creationId xmlns:a16="http://schemas.microsoft.com/office/drawing/2014/main" id="{5D9FFCA3-4F4F-4687-8F95-7B1A9509BCB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4763" y="123507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9" name="Oval 480">
              <a:extLst>
                <a:ext uri="{FF2B5EF4-FFF2-40B4-BE49-F238E27FC236}">
                  <a16:creationId xmlns:a16="http://schemas.microsoft.com/office/drawing/2014/main" id="{8D9B2410-53D0-42A9-AAE4-11B39182DA6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3176" y="12372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0" name="Oval 481">
              <a:extLst>
                <a:ext uri="{FF2B5EF4-FFF2-40B4-BE49-F238E27FC236}">
                  <a16:creationId xmlns:a16="http://schemas.microsoft.com/office/drawing/2014/main" id="{91EFAE77-68E7-4EE6-AEB6-F7D85B0C773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5701" y="12390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1" name="Oval 482">
              <a:extLst>
                <a:ext uri="{FF2B5EF4-FFF2-40B4-BE49-F238E27FC236}">
                  <a16:creationId xmlns:a16="http://schemas.microsoft.com/office/drawing/2014/main" id="{55FE126A-5DC3-44F8-8710-36FC3E1C21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2976" y="120729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2" name="Freeform 483">
              <a:extLst>
                <a:ext uri="{FF2B5EF4-FFF2-40B4-BE49-F238E27FC236}">
                  <a16:creationId xmlns:a16="http://schemas.microsoft.com/office/drawing/2014/main" id="{E3BEDE7C-B16E-488F-98BC-B13E798C85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70276" y="12096750"/>
              <a:ext cx="11113" cy="14288"/>
            </a:xfrm>
            <a:custGeom>
              <a:avLst/>
              <a:gdLst>
                <a:gd name="T0" fmla="*/ 10 w 10"/>
                <a:gd name="T1" fmla="*/ 6 h 11"/>
                <a:gd name="T2" fmla="*/ 4 w 10"/>
                <a:gd name="T3" fmla="*/ 0 h 11"/>
                <a:gd name="T4" fmla="*/ 2 w 10"/>
                <a:gd name="T5" fmla="*/ 0 h 11"/>
                <a:gd name="T6" fmla="*/ 0 w 10"/>
                <a:gd name="T7" fmla="*/ 10 h 11"/>
                <a:gd name="T8" fmla="*/ 4 w 10"/>
                <a:gd name="T9" fmla="*/ 11 h 11"/>
                <a:gd name="T10" fmla="*/ 10 w 10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3"/>
                    <a:pt x="1" y="7"/>
                    <a:pt x="0" y="10"/>
                  </a:cubicBezTo>
                  <a:cubicBezTo>
                    <a:pt x="1" y="11"/>
                    <a:pt x="3" y="11"/>
                    <a:pt x="4" y="11"/>
                  </a:cubicBezTo>
                  <a:cubicBezTo>
                    <a:pt x="7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3" name="Freeform 484">
              <a:extLst>
                <a:ext uri="{FF2B5EF4-FFF2-40B4-BE49-F238E27FC236}">
                  <a16:creationId xmlns:a16="http://schemas.microsoft.com/office/drawing/2014/main" id="{8C42634B-8C9D-4EC6-9204-359E20E1BC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86201" y="12349163"/>
              <a:ext cx="14288" cy="14288"/>
            </a:xfrm>
            <a:custGeom>
              <a:avLst/>
              <a:gdLst>
                <a:gd name="T0" fmla="*/ 3 w 11"/>
                <a:gd name="T1" fmla="*/ 11 h 11"/>
                <a:gd name="T2" fmla="*/ 11 w 11"/>
                <a:gd name="T3" fmla="*/ 5 h 11"/>
                <a:gd name="T4" fmla="*/ 5 w 11"/>
                <a:gd name="T5" fmla="*/ 0 h 11"/>
                <a:gd name="T6" fmla="*/ 0 w 11"/>
                <a:gd name="T7" fmla="*/ 6 h 11"/>
                <a:gd name="T8" fmla="*/ 3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6" y="9"/>
                    <a:pt x="8" y="7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3" y="11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4" name="Oval 485">
              <a:extLst>
                <a:ext uri="{FF2B5EF4-FFF2-40B4-BE49-F238E27FC236}">
                  <a16:creationId xmlns:a16="http://schemas.microsoft.com/office/drawing/2014/main" id="{140D3F9D-EFE7-4B13-966F-1AF139032FE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25863" y="120142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5" name="Freeform 486">
              <a:extLst>
                <a:ext uri="{FF2B5EF4-FFF2-40B4-BE49-F238E27FC236}">
                  <a16:creationId xmlns:a16="http://schemas.microsoft.com/office/drawing/2014/main" id="{BD506523-4691-47FB-8C86-CE67EB6E6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86213" y="12193588"/>
              <a:ext cx="7938" cy="12700"/>
            </a:xfrm>
            <a:custGeom>
              <a:avLst/>
              <a:gdLst>
                <a:gd name="T0" fmla="*/ 0 w 7"/>
                <a:gd name="T1" fmla="*/ 5 h 11"/>
                <a:gd name="T2" fmla="*/ 5 w 7"/>
                <a:gd name="T3" fmla="*/ 11 h 11"/>
                <a:gd name="T4" fmla="*/ 7 w 7"/>
                <a:gd name="T5" fmla="*/ 0 h 11"/>
                <a:gd name="T6" fmla="*/ 5 w 7"/>
                <a:gd name="T7" fmla="*/ 0 h 11"/>
                <a:gd name="T8" fmla="*/ 0 w 7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6" y="7"/>
                    <a:pt x="6" y="4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6" name="Oval 487">
              <a:extLst>
                <a:ext uri="{FF2B5EF4-FFF2-40B4-BE49-F238E27FC236}">
                  <a16:creationId xmlns:a16="http://schemas.microsoft.com/office/drawing/2014/main" id="{FF438C7A-08BE-456D-8288-2F69188F6A8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6963" y="12139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7" name="Freeform 488">
              <a:extLst>
                <a:ext uri="{FF2B5EF4-FFF2-40B4-BE49-F238E27FC236}">
                  <a16:creationId xmlns:a16="http://schemas.microsoft.com/office/drawing/2014/main" id="{34BFB795-5D9A-4E46-A977-E6B9FDA7E9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9351" y="12404725"/>
              <a:ext cx="14288" cy="9525"/>
            </a:xfrm>
            <a:custGeom>
              <a:avLst/>
              <a:gdLst>
                <a:gd name="T0" fmla="*/ 12 w 12"/>
                <a:gd name="T1" fmla="*/ 6 h 7"/>
                <a:gd name="T2" fmla="*/ 6 w 12"/>
                <a:gd name="T3" fmla="*/ 0 h 7"/>
                <a:gd name="T4" fmla="*/ 0 w 12"/>
                <a:gd name="T5" fmla="*/ 5 h 7"/>
                <a:gd name="T6" fmla="*/ 11 w 12"/>
                <a:gd name="T7" fmla="*/ 7 h 7"/>
                <a:gd name="T8" fmla="*/ 12 w 1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4" y="6"/>
                    <a:pt x="8" y="6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8" name="Oval 489">
              <a:extLst>
                <a:ext uri="{FF2B5EF4-FFF2-40B4-BE49-F238E27FC236}">
                  <a16:creationId xmlns:a16="http://schemas.microsoft.com/office/drawing/2014/main" id="{AD5D66FD-B79D-4610-84EC-DA7EE67914E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8851" y="12176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9" name="Oval 490">
              <a:extLst>
                <a:ext uri="{FF2B5EF4-FFF2-40B4-BE49-F238E27FC236}">
                  <a16:creationId xmlns:a16="http://schemas.microsoft.com/office/drawing/2014/main" id="{58F7AF19-91FC-4012-BEDB-7E46C9C2E17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4426" y="12118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0" name="Oval 491">
              <a:extLst>
                <a:ext uri="{FF2B5EF4-FFF2-40B4-BE49-F238E27FC236}">
                  <a16:creationId xmlns:a16="http://schemas.microsoft.com/office/drawing/2014/main" id="{D75CCDAD-F8C2-4E73-A816-D64A2F23394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747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1" name="Oval 492">
              <a:extLst>
                <a:ext uri="{FF2B5EF4-FFF2-40B4-BE49-F238E27FC236}">
                  <a16:creationId xmlns:a16="http://schemas.microsoft.com/office/drawing/2014/main" id="{B01CAC10-11DD-4453-98FF-F5358F0D43B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0788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2" name="Oval 493">
              <a:extLst>
                <a:ext uri="{FF2B5EF4-FFF2-40B4-BE49-F238E27FC236}">
                  <a16:creationId xmlns:a16="http://schemas.microsoft.com/office/drawing/2014/main" id="{7AFF2B99-1D93-46E5-9C5A-D407D598EB1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1205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3" name="Oval 494">
              <a:extLst>
                <a:ext uri="{FF2B5EF4-FFF2-40B4-BE49-F238E27FC236}">
                  <a16:creationId xmlns:a16="http://schemas.microsoft.com/office/drawing/2014/main" id="{BC834CF9-9F55-42B3-B32C-4B70047FD00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5688" y="120935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4" name="Oval 495">
              <a:extLst>
                <a:ext uri="{FF2B5EF4-FFF2-40B4-BE49-F238E27FC236}">
                  <a16:creationId xmlns:a16="http://schemas.microsoft.com/office/drawing/2014/main" id="{F0ED52AA-6F95-4E10-B5AA-02F820FCE8B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5713" y="121380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5" name="Oval 496">
              <a:extLst>
                <a:ext uri="{FF2B5EF4-FFF2-40B4-BE49-F238E27FC236}">
                  <a16:creationId xmlns:a16="http://schemas.microsoft.com/office/drawing/2014/main" id="{67DF9BB7-8D93-45D4-86A4-1DF840775BD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777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6" name="Oval 497">
              <a:extLst>
                <a:ext uri="{FF2B5EF4-FFF2-40B4-BE49-F238E27FC236}">
                  <a16:creationId xmlns:a16="http://schemas.microsoft.com/office/drawing/2014/main" id="{8548C362-A60F-4715-88C1-DC858F6FE7C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4726" y="121554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7" name="Oval 498">
              <a:extLst>
                <a:ext uri="{FF2B5EF4-FFF2-40B4-BE49-F238E27FC236}">
                  <a16:creationId xmlns:a16="http://schemas.microsoft.com/office/drawing/2014/main" id="{80575518-23E1-4F42-9063-BC5E4EE5DAE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5238" y="121142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8" name="Oval 499">
              <a:extLst>
                <a:ext uri="{FF2B5EF4-FFF2-40B4-BE49-F238E27FC236}">
                  <a16:creationId xmlns:a16="http://schemas.microsoft.com/office/drawing/2014/main" id="{4114D28B-7E01-4700-B0EC-A0FBA9F4CE7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3801" y="121173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9" name="Oval 500">
              <a:extLst>
                <a:ext uri="{FF2B5EF4-FFF2-40B4-BE49-F238E27FC236}">
                  <a16:creationId xmlns:a16="http://schemas.microsoft.com/office/drawing/2014/main" id="{B3AD30FC-3BA8-4D3A-8C50-34A9E20495A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2376" y="12009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0" name="Oval 501">
              <a:extLst>
                <a:ext uri="{FF2B5EF4-FFF2-40B4-BE49-F238E27FC236}">
                  <a16:creationId xmlns:a16="http://schemas.microsoft.com/office/drawing/2014/main" id="{E2027221-40EB-4892-9E59-D88F8BCF579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5076" y="12120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1" name="Oval 502">
              <a:extLst>
                <a:ext uri="{FF2B5EF4-FFF2-40B4-BE49-F238E27FC236}">
                  <a16:creationId xmlns:a16="http://schemas.microsoft.com/office/drawing/2014/main" id="{7A6B06A0-8CA4-442B-81AD-6CEC996778C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6488" y="120523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2" name="Oval 503">
              <a:extLst>
                <a:ext uri="{FF2B5EF4-FFF2-40B4-BE49-F238E27FC236}">
                  <a16:creationId xmlns:a16="http://schemas.microsoft.com/office/drawing/2014/main" id="{A3E01937-D8E3-448F-A020-E0947229827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6813" y="120650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3" name="Oval 504">
              <a:extLst>
                <a:ext uri="{FF2B5EF4-FFF2-40B4-BE49-F238E27FC236}">
                  <a16:creationId xmlns:a16="http://schemas.microsoft.com/office/drawing/2014/main" id="{342D99CF-8427-44FB-9417-43B9F4C4064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2526" y="120173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4" name="Oval 505">
              <a:extLst>
                <a:ext uri="{FF2B5EF4-FFF2-40B4-BE49-F238E27FC236}">
                  <a16:creationId xmlns:a16="http://schemas.microsoft.com/office/drawing/2014/main" id="{28F4FA6B-6751-49AA-A940-5107B9E2E78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1738" y="119697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5" name="Oval 506">
              <a:extLst>
                <a:ext uri="{FF2B5EF4-FFF2-40B4-BE49-F238E27FC236}">
                  <a16:creationId xmlns:a16="http://schemas.microsoft.com/office/drawing/2014/main" id="{F1E3B10F-D16F-4B10-9E9D-89594D39D16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2213" y="119157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87349" y="440803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sz="2700" spc="100" baseline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en-US"/>
              <a:t>Speaker Name</a:t>
            </a:r>
            <a:endParaRPr lang="sv-SE"/>
          </a:p>
        </p:txBody>
      </p:sp>
      <p:sp>
        <p:nvSpPr>
          <p:cNvPr id="667" name="Platshållare för text 4">
            <a:extLst>
              <a:ext uri="{FF2B5EF4-FFF2-40B4-BE49-F238E27FC236}">
                <a16:creationId xmlns:a16="http://schemas.microsoft.com/office/drawing/2014/main" id="{FCF10188-0B8E-47EF-BA53-60DE21E7D4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87349" y="5034779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(Title)</a:t>
            </a:r>
            <a:endParaRPr lang="sv-SE"/>
          </a:p>
        </p:txBody>
      </p:sp>
      <p:sp>
        <p:nvSpPr>
          <p:cNvPr id="668" name="Platshållare för text 4">
            <a:extLst>
              <a:ext uri="{FF2B5EF4-FFF2-40B4-BE49-F238E27FC236}">
                <a16:creationId xmlns:a16="http://schemas.microsoft.com/office/drawing/2014/main" id="{5E19DDAA-A415-4EF7-8334-5C79C70F7C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87349" y="563386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speaker.name@beijer.kva.se</a:t>
            </a:r>
            <a:endParaRPr lang="sv-SE"/>
          </a:p>
        </p:txBody>
      </p:sp>
      <p:sp>
        <p:nvSpPr>
          <p:cNvPr id="669" name="Platshållare för text 4">
            <a:extLst>
              <a:ext uri="{FF2B5EF4-FFF2-40B4-BE49-F238E27FC236}">
                <a16:creationId xmlns:a16="http://schemas.microsoft.com/office/drawing/2014/main" id="{05EC9D4E-E8AA-430F-9011-4FAFFF603A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187349" y="6245932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@speaker.name</a:t>
            </a:r>
            <a:endParaRPr lang="sv-SE"/>
          </a:p>
        </p:txBody>
      </p:sp>
      <p:sp>
        <p:nvSpPr>
          <p:cNvPr id="670" name="Platshållare för text 4">
            <a:extLst>
              <a:ext uri="{FF2B5EF4-FFF2-40B4-BE49-F238E27FC236}">
                <a16:creationId xmlns:a16="http://schemas.microsoft.com/office/drawing/2014/main" id="{ABB43667-0D94-4FB9-8A61-98A38D23C4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87349" y="6858000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Google Scholar ID</a:t>
            </a:r>
            <a:endParaRPr lang="sv-SE"/>
          </a:p>
        </p:txBody>
      </p:sp>
      <p:sp>
        <p:nvSpPr>
          <p:cNvPr id="665" name="Platshållare för bild 2">
            <a:extLst>
              <a:ext uri="{FF2B5EF4-FFF2-40B4-BE49-F238E27FC236}">
                <a16:creationId xmlns:a16="http://schemas.microsoft.com/office/drawing/2014/main" id="{3C2B9DB6-C047-4113-B62F-B97FC6A2504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171700" y="8039100"/>
            <a:ext cx="1905000" cy="1905000"/>
          </a:xfrm>
        </p:spPr>
        <p:txBody>
          <a:bodyPr/>
          <a:lstStyle>
            <a:lvl1pPr marL="0" indent="0" algn="ctr">
              <a:buFontTx/>
              <a:buNone/>
              <a:defRPr sz="2400"/>
            </a:lvl1pPr>
          </a:lstStyle>
          <a:p>
            <a:r>
              <a:rPr lang="sv-SE"/>
              <a:t>QR kod</a:t>
            </a:r>
          </a:p>
        </p:txBody>
      </p:sp>
      <p:sp>
        <p:nvSpPr>
          <p:cNvPr id="13" name="Platshållare för text 2">
            <a:extLst>
              <a:ext uri="{FF2B5EF4-FFF2-40B4-BE49-F238E27FC236}">
                <a16:creationId xmlns:a16="http://schemas.microsoft.com/office/drawing/2014/main" id="{CFB595EE-155D-43EF-B385-DE3C2B181F0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152650" y="1771650"/>
            <a:ext cx="16954500" cy="1924050"/>
          </a:xfrm>
        </p:spPr>
        <p:txBody>
          <a:bodyPr anchor="b"/>
          <a:lstStyle>
            <a:lvl1pPr marL="0" indent="0">
              <a:buFontTx/>
              <a:buNone/>
              <a:defRPr sz="9800">
                <a:solidFill>
                  <a:schemeClr val="accent5"/>
                </a:solidFill>
                <a:latin typeface="+mj-lt"/>
              </a:defRPr>
            </a:lvl1pPr>
          </a:lstStyle>
          <a:p>
            <a:pPr lvl="0"/>
            <a:r>
              <a:rPr lang="sv-SE"/>
              <a:t>Tack text</a:t>
            </a:r>
          </a:p>
        </p:txBody>
      </p:sp>
    </p:spTree>
    <p:extLst>
      <p:ext uri="{BB962C8B-B14F-4D97-AF65-F5344CB8AC3E}">
        <p14:creationId xmlns:p14="http://schemas.microsoft.com/office/powerpoint/2010/main" val="2348973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cksida, Beijer, GEDB, SRC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Bildobjekt 14" descr="En bild som visar elektronik, stereo, dator&#10;&#10;Automatiskt genererad beskrivning">
            <a:extLst>
              <a:ext uri="{FF2B5EF4-FFF2-40B4-BE49-F238E27FC236}">
                <a16:creationId xmlns:a16="http://schemas.microsoft.com/office/drawing/2014/main" id="{C95BB2ED-4BF5-4E9D-9F46-C80B400C41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9"/>
          <a:stretch/>
        </p:blipFill>
        <p:spPr>
          <a:xfrm>
            <a:off x="0" y="0"/>
            <a:ext cx="24382413" cy="13716000"/>
          </a:xfrm>
          <a:prstGeom prst="rect">
            <a:avLst/>
          </a:prstGeom>
        </p:spPr>
      </p:pic>
      <p:grpSp>
        <p:nvGrpSpPr>
          <p:cNvPr id="16" name="Grupp 15">
            <a:extLst>
              <a:ext uri="{FF2B5EF4-FFF2-40B4-BE49-F238E27FC236}">
                <a16:creationId xmlns:a16="http://schemas.microsoft.com/office/drawing/2014/main" id="{D8B279C3-A472-415C-9760-362FC08E0B31}"/>
              </a:ext>
            </a:extLst>
          </p:cNvPr>
          <p:cNvGrpSpPr/>
          <p:nvPr userDrawn="1"/>
        </p:nvGrpSpPr>
        <p:grpSpPr>
          <a:xfrm>
            <a:off x="2216151" y="11869738"/>
            <a:ext cx="4795838" cy="1100138"/>
            <a:chOff x="2216151" y="11869738"/>
            <a:chExt cx="4795838" cy="1100138"/>
          </a:xfrm>
          <a:solidFill>
            <a:srgbClr val="F9F2E8"/>
          </a:solidFill>
        </p:grpSpPr>
        <p:grpSp>
          <p:nvGrpSpPr>
            <p:cNvPr id="17" name="Group 205">
              <a:extLst>
                <a:ext uri="{FF2B5EF4-FFF2-40B4-BE49-F238E27FC236}">
                  <a16:creationId xmlns:a16="http://schemas.microsoft.com/office/drawing/2014/main" id="{D62BAF97-F1B8-49B8-A79C-5F501B685E50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2216151" y="11869738"/>
              <a:ext cx="4795838" cy="1100138"/>
              <a:chOff x="1396" y="7477"/>
              <a:chExt cx="3021" cy="693"/>
            </a:xfrm>
            <a:grpFill/>
          </p:grpSpPr>
          <p:sp>
            <p:nvSpPr>
              <p:cNvPr id="319" name="Rectangle 5">
                <a:extLst>
                  <a:ext uri="{FF2B5EF4-FFF2-40B4-BE49-F238E27FC236}">
                    <a16:creationId xmlns:a16="http://schemas.microsoft.com/office/drawing/2014/main" id="{D92062B7-A0C4-456C-A26B-705AA03C9C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664" y="7477"/>
                <a:ext cx="5" cy="69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0" name="Rectangle 6">
                <a:extLst>
                  <a:ext uri="{FF2B5EF4-FFF2-40B4-BE49-F238E27FC236}">
                    <a16:creationId xmlns:a16="http://schemas.microsoft.com/office/drawing/2014/main" id="{B7EB7195-74AA-4D54-8C85-0FBBC817B7C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4394" y="7791"/>
                <a:ext cx="23" cy="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1" name="Freeform 7">
                <a:extLst>
                  <a:ext uri="{FF2B5EF4-FFF2-40B4-BE49-F238E27FC236}">
                    <a16:creationId xmlns:a16="http://schemas.microsoft.com/office/drawing/2014/main" id="{D617AD68-B4B2-4BAF-B726-567FA8B7C73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91" y="7547"/>
                <a:ext cx="101" cy="117"/>
              </a:xfrm>
              <a:custGeom>
                <a:avLst/>
                <a:gdLst>
                  <a:gd name="T0" fmla="*/ 58 w 136"/>
                  <a:gd name="T1" fmla="*/ 153 h 157"/>
                  <a:gd name="T2" fmla="*/ 39 w 136"/>
                  <a:gd name="T3" fmla="*/ 133 h 157"/>
                  <a:gd name="T4" fmla="*/ 39 w 136"/>
                  <a:gd name="T5" fmla="*/ 78 h 157"/>
                  <a:gd name="T6" fmla="*/ 39 w 136"/>
                  <a:gd name="T7" fmla="*/ 78 h 157"/>
                  <a:gd name="T8" fmla="*/ 81 w 136"/>
                  <a:gd name="T9" fmla="*/ 134 h 157"/>
                  <a:gd name="T10" fmla="*/ 89 w 136"/>
                  <a:gd name="T11" fmla="*/ 147 h 157"/>
                  <a:gd name="T12" fmla="*/ 76 w 136"/>
                  <a:gd name="T13" fmla="*/ 153 h 157"/>
                  <a:gd name="T14" fmla="*/ 76 w 136"/>
                  <a:gd name="T15" fmla="*/ 157 h 157"/>
                  <a:gd name="T16" fmla="*/ 136 w 136"/>
                  <a:gd name="T17" fmla="*/ 157 h 157"/>
                  <a:gd name="T18" fmla="*/ 136 w 136"/>
                  <a:gd name="T19" fmla="*/ 153 h 157"/>
                  <a:gd name="T20" fmla="*/ 100 w 136"/>
                  <a:gd name="T21" fmla="*/ 128 h 157"/>
                  <a:gd name="T22" fmla="*/ 54 w 136"/>
                  <a:gd name="T23" fmla="*/ 69 h 157"/>
                  <a:gd name="T24" fmla="*/ 95 w 136"/>
                  <a:gd name="T25" fmla="*/ 21 h 157"/>
                  <a:gd name="T26" fmla="*/ 127 w 136"/>
                  <a:gd name="T27" fmla="*/ 4 h 157"/>
                  <a:gd name="T28" fmla="*/ 127 w 136"/>
                  <a:gd name="T29" fmla="*/ 0 h 157"/>
                  <a:gd name="T30" fmla="*/ 75 w 136"/>
                  <a:gd name="T31" fmla="*/ 0 h 157"/>
                  <a:gd name="T32" fmla="*/ 75 w 136"/>
                  <a:gd name="T33" fmla="*/ 4 h 157"/>
                  <a:gd name="T34" fmla="*/ 88 w 136"/>
                  <a:gd name="T35" fmla="*/ 10 h 157"/>
                  <a:gd name="T36" fmla="*/ 83 w 136"/>
                  <a:gd name="T37" fmla="*/ 19 h 157"/>
                  <a:gd name="T38" fmla="*/ 39 w 136"/>
                  <a:gd name="T39" fmla="*/ 71 h 157"/>
                  <a:gd name="T40" fmla="*/ 39 w 136"/>
                  <a:gd name="T41" fmla="*/ 24 h 157"/>
                  <a:gd name="T42" fmla="*/ 58 w 136"/>
                  <a:gd name="T43" fmla="*/ 4 h 157"/>
                  <a:gd name="T44" fmla="*/ 58 w 136"/>
                  <a:gd name="T45" fmla="*/ 0 h 157"/>
                  <a:gd name="T46" fmla="*/ 0 w 136"/>
                  <a:gd name="T47" fmla="*/ 0 h 157"/>
                  <a:gd name="T48" fmla="*/ 0 w 136"/>
                  <a:gd name="T49" fmla="*/ 4 h 157"/>
                  <a:gd name="T50" fmla="*/ 19 w 136"/>
                  <a:gd name="T51" fmla="*/ 24 h 157"/>
                  <a:gd name="T52" fmla="*/ 19 w 136"/>
                  <a:gd name="T53" fmla="*/ 133 h 157"/>
                  <a:gd name="T54" fmla="*/ 0 w 136"/>
                  <a:gd name="T55" fmla="*/ 153 h 157"/>
                  <a:gd name="T56" fmla="*/ 0 w 136"/>
                  <a:gd name="T57" fmla="*/ 157 h 157"/>
                  <a:gd name="T58" fmla="*/ 58 w 136"/>
                  <a:gd name="T59" fmla="*/ 157 h 157"/>
                  <a:gd name="T60" fmla="*/ 58 w 136"/>
                  <a:gd name="T61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7">
                    <a:moveTo>
                      <a:pt x="58" y="153"/>
                    </a:moveTo>
                    <a:cubicBezTo>
                      <a:pt x="46" y="153"/>
                      <a:pt x="39" y="151"/>
                      <a:pt x="39" y="13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0"/>
                      <a:pt x="89" y="144"/>
                      <a:pt x="89" y="147"/>
                    </a:cubicBezTo>
                    <a:cubicBezTo>
                      <a:pt x="89" y="151"/>
                      <a:pt x="85" y="153"/>
                      <a:pt x="76" y="153"/>
                    </a:cubicBezTo>
                    <a:cubicBezTo>
                      <a:pt x="76" y="157"/>
                      <a:pt x="76" y="157"/>
                      <a:pt x="76" y="157"/>
                    </a:cubicBezTo>
                    <a:cubicBezTo>
                      <a:pt x="136" y="157"/>
                      <a:pt x="136" y="157"/>
                      <a:pt x="136" y="157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1"/>
                      <a:pt x="100" y="12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7"/>
                      <a:pt x="115" y="4"/>
                      <a:pt x="127" y="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84" y="4"/>
                      <a:pt x="88" y="6"/>
                      <a:pt x="88" y="10"/>
                    </a:cubicBezTo>
                    <a:cubicBezTo>
                      <a:pt x="88" y="12"/>
                      <a:pt x="85" y="16"/>
                      <a:pt x="83" y="19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8" y="157"/>
                      <a:pt x="58" y="157"/>
                      <a:pt x="58" y="157"/>
                    </a:cubicBezTo>
                    <a:lnTo>
                      <a:pt x="58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2" name="Freeform 8">
                <a:extLst>
                  <a:ext uri="{FF2B5EF4-FFF2-40B4-BE49-F238E27FC236}">
                    <a16:creationId xmlns:a16="http://schemas.microsoft.com/office/drawing/2014/main" id="{BD3EB101-7E0D-4BD6-A591-82F25DD9049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9" y="7547"/>
                <a:ext cx="105" cy="119"/>
              </a:xfrm>
              <a:custGeom>
                <a:avLst/>
                <a:gdLst>
                  <a:gd name="T0" fmla="*/ 19 w 142"/>
                  <a:gd name="T1" fmla="*/ 24 h 160"/>
                  <a:gd name="T2" fmla="*/ 19 w 142"/>
                  <a:gd name="T3" fmla="*/ 103 h 160"/>
                  <a:gd name="T4" fmla="*/ 72 w 142"/>
                  <a:gd name="T5" fmla="*/ 160 h 160"/>
                  <a:gd name="T6" fmla="*/ 122 w 142"/>
                  <a:gd name="T7" fmla="*/ 103 h 160"/>
                  <a:gd name="T8" fmla="*/ 122 w 142"/>
                  <a:gd name="T9" fmla="*/ 24 h 160"/>
                  <a:gd name="T10" fmla="*/ 142 w 142"/>
                  <a:gd name="T11" fmla="*/ 4 h 160"/>
                  <a:gd name="T12" fmla="*/ 142 w 142"/>
                  <a:gd name="T13" fmla="*/ 0 h 160"/>
                  <a:gd name="T14" fmla="*/ 90 w 142"/>
                  <a:gd name="T15" fmla="*/ 0 h 160"/>
                  <a:gd name="T16" fmla="*/ 90 w 142"/>
                  <a:gd name="T17" fmla="*/ 4 h 160"/>
                  <a:gd name="T18" fmla="*/ 110 w 142"/>
                  <a:gd name="T19" fmla="*/ 24 h 160"/>
                  <a:gd name="T20" fmla="*/ 110 w 142"/>
                  <a:gd name="T21" fmla="*/ 103 h 160"/>
                  <a:gd name="T22" fmla="*/ 73 w 142"/>
                  <a:gd name="T23" fmla="*/ 150 h 160"/>
                  <a:gd name="T24" fmla="*/ 39 w 142"/>
                  <a:gd name="T25" fmla="*/ 103 h 160"/>
                  <a:gd name="T26" fmla="*/ 39 w 142"/>
                  <a:gd name="T27" fmla="*/ 24 h 160"/>
                  <a:gd name="T28" fmla="*/ 58 w 142"/>
                  <a:gd name="T29" fmla="*/ 4 h 160"/>
                  <a:gd name="T30" fmla="*/ 58 w 142"/>
                  <a:gd name="T31" fmla="*/ 0 h 160"/>
                  <a:gd name="T32" fmla="*/ 0 w 142"/>
                  <a:gd name="T33" fmla="*/ 0 h 160"/>
                  <a:gd name="T34" fmla="*/ 0 w 142"/>
                  <a:gd name="T35" fmla="*/ 4 h 160"/>
                  <a:gd name="T36" fmla="*/ 19 w 142"/>
                  <a:gd name="T37" fmla="*/ 2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60">
                    <a:moveTo>
                      <a:pt x="19" y="24"/>
                    </a:moveTo>
                    <a:cubicBezTo>
                      <a:pt x="19" y="103"/>
                      <a:pt x="19" y="103"/>
                      <a:pt x="19" y="103"/>
                    </a:cubicBezTo>
                    <a:cubicBezTo>
                      <a:pt x="19" y="136"/>
                      <a:pt x="26" y="160"/>
                      <a:pt x="72" y="160"/>
                    </a:cubicBezTo>
                    <a:cubicBezTo>
                      <a:pt x="118" y="160"/>
                      <a:pt x="122" y="135"/>
                      <a:pt x="122" y="10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4"/>
                      <a:pt x="142" y="4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10" y="6"/>
                      <a:pt x="110" y="24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0" y="131"/>
                      <a:pt x="105" y="150"/>
                      <a:pt x="73" y="150"/>
                    </a:cubicBezTo>
                    <a:cubicBezTo>
                      <a:pt x="44" y="150"/>
                      <a:pt x="39" y="127"/>
                      <a:pt x="39" y="10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3" name="Freeform 9">
                <a:extLst>
                  <a:ext uri="{FF2B5EF4-FFF2-40B4-BE49-F238E27FC236}">
                    <a16:creationId xmlns:a16="http://schemas.microsoft.com/office/drawing/2014/main" id="{DD724DC0-ECD9-4990-A8E6-BA0F89A45BA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6" y="7547"/>
                <a:ext cx="105" cy="117"/>
              </a:xfrm>
              <a:custGeom>
                <a:avLst/>
                <a:gdLst>
                  <a:gd name="T0" fmla="*/ 51 w 141"/>
                  <a:gd name="T1" fmla="*/ 153 h 157"/>
                  <a:gd name="T2" fmla="*/ 32 w 141"/>
                  <a:gd name="T3" fmla="*/ 133 h 157"/>
                  <a:gd name="T4" fmla="*/ 32 w 141"/>
                  <a:gd name="T5" fmla="*/ 21 h 157"/>
                  <a:gd name="T6" fmla="*/ 32 w 141"/>
                  <a:gd name="T7" fmla="*/ 21 h 157"/>
                  <a:gd name="T8" fmla="*/ 105 w 141"/>
                  <a:gd name="T9" fmla="*/ 157 h 157"/>
                  <a:gd name="T10" fmla="*/ 121 w 141"/>
                  <a:gd name="T11" fmla="*/ 157 h 157"/>
                  <a:gd name="T12" fmla="*/ 121 w 141"/>
                  <a:gd name="T13" fmla="*/ 24 h 157"/>
                  <a:gd name="T14" fmla="*/ 141 w 141"/>
                  <a:gd name="T15" fmla="*/ 4 h 157"/>
                  <a:gd name="T16" fmla="*/ 141 w 141"/>
                  <a:gd name="T17" fmla="*/ 0 h 157"/>
                  <a:gd name="T18" fmla="*/ 90 w 141"/>
                  <a:gd name="T19" fmla="*/ 0 h 157"/>
                  <a:gd name="T20" fmla="*/ 90 w 141"/>
                  <a:gd name="T21" fmla="*/ 4 h 157"/>
                  <a:gd name="T22" fmla="*/ 109 w 141"/>
                  <a:gd name="T23" fmla="*/ 24 h 157"/>
                  <a:gd name="T24" fmla="*/ 109 w 141"/>
                  <a:gd name="T25" fmla="*/ 127 h 157"/>
                  <a:gd name="T26" fmla="*/ 108 w 141"/>
                  <a:gd name="T27" fmla="*/ 127 h 157"/>
                  <a:gd name="T28" fmla="*/ 40 w 141"/>
                  <a:gd name="T29" fmla="*/ 0 h 157"/>
                  <a:gd name="T30" fmla="*/ 0 w 141"/>
                  <a:gd name="T31" fmla="*/ 0 h 157"/>
                  <a:gd name="T32" fmla="*/ 0 w 141"/>
                  <a:gd name="T33" fmla="*/ 4 h 157"/>
                  <a:gd name="T34" fmla="*/ 19 w 141"/>
                  <a:gd name="T35" fmla="*/ 24 h 157"/>
                  <a:gd name="T36" fmla="*/ 19 w 141"/>
                  <a:gd name="T37" fmla="*/ 133 h 157"/>
                  <a:gd name="T38" fmla="*/ 0 w 141"/>
                  <a:gd name="T39" fmla="*/ 153 h 157"/>
                  <a:gd name="T40" fmla="*/ 0 w 141"/>
                  <a:gd name="T41" fmla="*/ 157 h 157"/>
                  <a:gd name="T42" fmla="*/ 51 w 141"/>
                  <a:gd name="T43" fmla="*/ 157 h 157"/>
                  <a:gd name="T44" fmla="*/ 51 w 141"/>
                  <a:gd name="T45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7">
                    <a:moveTo>
                      <a:pt x="51" y="153"/>
                    </a:moveTo>
                    <a:cubicBezTo>
                      <a:pt x="39" y="153"/>
                      <a:pt x="32" y="151"/>
                      <a:pt x="32" y="133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105" y="157"/>
                      <a:pt x="105" y="157"/>
                      <a:pt x="105" y="157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1" y="6"/>
                      <a:pt x="128" y="4"/>
                      <a:pt x="141" y="4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8" y="127"/>
                      <a:pt x="108" y="127"/>
                      <a:pt x="108" y="1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1" y="157"/>
                      <a:pt x="51" y="157"/>
                      <a:pt x="51" y="157"/>
                    </a:cubicBezTo>
                    <a:lnTo>
                      <a:pt x="51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4" name="Freeform 10">
                <a:extLst>
                  <a:ext uri="{FF2B5EF4-FFF2-40B4-BE49-F238E27FC236}">
                    <a16:creationId xmlns:a16="http://schemas.microsoft.com/office/drawing/2014/main" id="{821C4ADE-4F6B-484A-A36C-0BFFA785DF5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40" y="7544"/>
                <a:ext cx="97" cy="122"/>
              </a:xfrm>
              <a:custGeom>
                <a:avLst/>
                <a:gdLst>
                  <a:gd name="T0" fmla="*/ 69 w 129"/>
                  <a:gd name="T1" fmla="*/ 163 h 163"/>
                  <a:gd name="T2" fmla="*/ 111 w 129"/>
                  <a:gd name="T3" fmla="*/ 156 h 163"/>
                  <a:gd name="T4" fmla="*/ 111 w 129"/>
                  <a:gd name="T5" fmla="*/ 97 h 163"/>
                  <a:gd name="T6" fmla="*/ 129 w 129"/>
                  <a:gd name="T7" fmla="*/ 78 h 163"/>
                  <a:gd name="T8" fmla="*/ 129 w 129"/>
                  <a:gd name="T9" fmla="*/ 73 h 163"/>
                  <a:gd name="T10" fmla="*/ 72 w 129"/>
                  <a:gd name="T11" fmla="*/ 73 h 163"/>
                  <a:gd name="T12" fmla="*/ 72 w 129"/>
                  <a:gd name="T13" fmla="*/ 78 h 163"/>
                  <a:gd name="T14" fmla="*/ 91 w 129"/>
                  <a:gd name="T15" fmla="*/ 97 h 163"/>
                  <a:gd name="T16" fmla="*/ 91 w 129"/>
                  <a:gd name="T17" fmla="*/ 150 h 163"/>
                  <a:gd name="T18" fmla="*/ 73 w 129"/>
                  <a:gd name="T19" fmla="*/ 152 h 163"/>
                  <a:gd name="T20" fmla="*/ 22 w 129"/>
                  <a:gd name="T21" fmla="*/ 74 h 163"/>
                  <a:gd name="T22" fmla="*/ 62 w 129"/>
                  <a:gd name="T23" fmla="*/ 10 h 163"/>
                  <a:gd name="T24" fmla="*/ 104 w 129"/>
                  <a:gd name="T25" fmla="*/ 44 h 163"/>
                  <a:gd name="T26" fmla="*/ 110 w 129"/>
                  <a:gd name="T27" fmla="*/ 44 h 163"/>
                  <a:gd name="T28" fmla="*/ 108 w 129"/>
                  <a:gd name="T29" fmla="*/ 7 h 163"/>
                  <a:gd name="T30" fmla="*/ 65 w 129"/>
                  <a:gd name="T31" fmla="*/ 0 h 163"/>
                  <a:gd name="T32" fmla="*/ 0 w 129"/>
                  <a:gd name="T33" fmla="*/ 77 h 163"/>
                  <a:gd name="T34" fmla="*/ 69 w 129"/>
                  <a:gd name="T3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163">
                    <a:moveTo>
                      <a:pt x="69" y="163"/>
                    </a:moveTo>
                    <a:cubicBezTo>
                      <a:pt x="88" y="163"/>
                      <a:pt x="101" y="159"/>
                      <a:pt x="111" y="156"/>
                    </a:cubicBezTo>
                    <a:cubicBezTo>
                      <a:pt x="111" y="97"/>
                      <a:pt x="111" y="97"/>
                      <a:pt x="111" y="97"/>
                    </a:cubicBezTo>
                    <a:cubicBezTo>
                      <a:pt x="111" y="79"/>
                      <a:pt x="118" y="78"/>
                      <a:pt x="129" y="78"/>
                    </a:cubicBezTo>
                    <a:cubicBezTo>
                      <a:pt x="129" y="73"/>
                      <a:pt x="129" y="73"/>
                      <a:pt x="129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83" y="78"/>
                      <a:pt x="91" y="79"/>
                      <a:pt x="91" y="97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87" y="151"/>
                      <a:pt x="83" y="152"/>
                      <a:pt x="73" y="152"/>
                    </a:cubicBezTo>
                    <a:cubicBezTo>
                      <a:pt x="27" y="152"/>
                      <a:pt x="22" y="104"/>
                      <a:pt x="22" y="74"/>
                    </a:cubicBezTo>
                    <a:cubicBezTo>
                      <a:pt x="22" y="46"/>
                      <a:pt x="24" y="10"/>
                      <a:pt x="62" y="10"/>
                    </a:cubicBezTo>
                    <a:cubicBezTo>
                      <a:pt x="93" y="10"/>
                      <a:pt x="102" y="30"/>
                      <a:pt x="104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97" y="4"/>
                      <a:pt x="83" y="0"/>
                      <a:pt x="65" y="0"/>
                    </a:cubicBezTo>
                    <a:cubicBezTo>
                      <a:pt x="14" y="0"/>
                      <a:pt x="0" y="27"/>
                      <a:pt x="0" y="77"/>
                    </a:cubicBezTo>
                    <a:cubicBezTo>
                      <a:pt x="0" y="132"/>
                      <a:pt x="23" y="163"/>
                      <a:pt x="69" y="1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5" name="Freeform 11">
                <a:extLst>
                  <a:ext uri="{FF2B5EF4-FFF2-40B4-BE49-F238E27FC236}">
                    <a16:creationId xmlns:a16="http://schemas.microsoft.com/office/drawing/2014/main" id="{64EF0DA2-335D-4A84-97D3-794AD892D00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2" y="7547"/>
                <a:ext cx="75" cy="117"/>
              </a:xfrm>
              <a:custGeom>
                <a:avLst/>
                <a:gdLst>
                  <a:gd name="T0" fmla="*/ 100 w 100"/>
                  <a:gd name="T1" fmla="*/ 123 h 157"/>
                  <a:gd name="T2" fmla="*/ 95 w 100"/>
                  <a:gd name="T3" fmla="*/ 123 h 157"/>
                  <a:gd name="T4" fmla="*/ 68 w 100"/>
                  <a:gd name="T5" fmla="*/ 148 h 157"/>
                  <a:gd name="T6" fmla="*/ 54 w 100"/>
                  <a:gd name="T7" fmla="*/ 148 h 157"/>
                  <a:gd name="T8" fmla="*/ 39 w 100"/>
                  <a:gd name="T9" fmla="*/ 133 h 157"/>
                  <a:gd name="T10" fmla="*/ 39 w 100"/>
                  <a:gd name="T11" fmla="*/ 24 h 157"/>
                  <a:gd name="T12" fmla="*/ 58 w 100"/>
                  <a:gd name="T13" fmla="*/ 4 h 157"/>
                  <a:gd name="T14" fmla="*/ 58 w 100"/>
                  <a:gd name="T15" fmla="*/ 0 h 157"/>
                  <a:gd name="T16" fmla="*/ 0 w 100"/>
                  <a:gd name="T17" fmla="*/ 0 h 157"/>
                  <a:gd name="T18" fmla="*/ 0 w 100"/>
                  <a:gd name="T19" fmla="*/ 4 h 157"/>
                  <a:gd name="T20" fmla="*/ 19 w 100"/>
                  <a:gd name="T21" fmla="*/ 24 h 157"/>
                  <a:gd name="T22" fmla="*/ 19 w 100"/>
                  <a:gd name="T23" fmla="*/ 133 h 157"/>
                  <a:gd name="T24" fmla="*/ 0 w 100"/>
                  <a:gd name="T25" fmla="*/ 153 h 157"/>
                  <a:gd name="T26" fmla="*/ 0 w 100"/>
                  <a:gd name="T27" fmla="*/ 157 h 157"/>
                  <a:gd name="T28" fmla="*/ 99 w 100"/>
                  <a:gd name="T29" fmla="*/ 157 h 157"/>
                  <a:gd name="T30" fmla="*/ 100 w 100"/>
                  <a:gd name="T31" fmla="*/ 1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157">
                    <a:moveTo>
                      <a:pt x="100" y="123"/>
                    </a:moveTo>
                    <a:cubicBezTo>
                      <a:pt x="95" y="123"/>
                      <a:pt x="95" y="123"/>
                      <a:pt x="95" y="123"/>
                    </a:cubicBezTo>
                    <a:cubicBezTo>
                      <a:pt x="91" y="141"/>
                      <a:pt x="87" y="148"/>
                      <a:pt x="68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40" y="148"/>
                      <a:pt x="39" y="147"/>
                      <a:pt x="39" y="13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99" y="157"/>
                      <a:pt x="99" y="157"/>
                      <a:pt x="99" y="157"/>
                    </a:cubicBezTo>
                    <a:lnTo>
                      <a:pt x="100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6" name="Oval 12">
                <a:extLst>
                  <a:ext uri="{FF2B5EF4-FFF2-40B4-BE49-F238E27FC236}">
                    <a16:creationId xmlns:a16="http://schemas.microsoft.com/office/drawing/2014/main" id="{D6BD5460-6340-4D51-8416-678966BD81C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3943" y="7647"/>
                <a:ext cx="18" cy="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7" name="Freeform 13">
                <a:extLst>
                  <a:ext uri="{FF2B5EF4-FFF2-40B4-BE49-F238E27FC236}">
                    <a16:creationId xmlns:a16="http://schemas.microsoft.com/office/drawing/2014/main" id="{FB07ED74-AEB2-4FCE-80A5-2F42F54092C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86" y="7728"/>
                <a:ext cx="115" cy="119"/>
              </a:xfrm>
              <a:custGeom>
                <a:avLst/>
                <a:gdLst>
                  <a:gd name="T0" fmla="*/ 25 w 154"/>
                  <a:gd name="T1" fmla="*/ 26 h 160"/>
                  <a:gd name="T2" fmla="*/ 71 w 154"/>
                  <a:gd name="T3" fmla="*/ 160 h 160"/>
                  <a:gd name="T4" fmla="*/ 84 w 154"/>
                  <a:gd name="T5" fmla="*/ 160 h 160"/>
                  <a:gd name="T6" fmla="*/ 129 w 154"/>
                  <a:gd name="T7" fmla="*/ 30 h 160"/>
                  <a:gd name="T8" fmla="*/ 154 w 154"/>
                  <a:gd name="T9" fmla="*/ 5 h 160"/>
                  <a:gd name="T10" fmla="*/ 154 w 154"/>
                  <a:gd name="T11" fmla="*/ 0 h 160"/>
                  <a:gd name="T12" fmla="*/ 105 w 154"/>
                  <a:gd name="T13" fmla="*/ 0 h 160"/>
                  <a:gd name="T14" fmla="*/ 105 w 154"/>
                  <a:gd name="T15" fmla="*/ 5 h 160"/>
                  <a:gd name="T16" fmla="*/ 121 w 154"/>
                  <a:gd name="T17" fmla="*/ 13 h 160"/>
                  <a:gd name="T18" fmla="*/ 118 w 154"/>
                  <a:gd name="T19" fmla="*/ 22 h 160"/>
                  <a:gd name="T20" fmla="*/ 81 w 154"/>
                  <a:gd name="T21" fmla="*/ 131 h 160"/>
                  <a:gd name="T22" fmla="*/ 46 w 154"/>
                  <a:gd name="T23" fmla="*/ 27 h 160"/>
                  <a:gd name="T24" fmla="*/ 43 w 154"/>
                  <a:gd name="T25" fmla="*/ 14 h 160"/>
                  <a:gd name="T26" fmla="*/ 58 w 154"/>
                  <a:gd name="T27" fmla="*/ 5 h 160"/>
                  <a:gd name="T28" fmla="*/ 58 w 154"/>
                  <a:gd name="T29" fmla="*/ 0 h 160"/>
                  <a:gd name="T30" fmla="*/ 0 w 154"/>
                  <a:gd name="T31" fmla="*/ 0 h 160"/>
                  <a:gd name="T32" fmla="*/ 0 w 154"/>
                  <a:gd name="T33" fmla="*/ 5 h 160"/>
                  <a:gd name="T34" fmla="*/ 25 w 154"/>
                  <a:gd name="T3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0">
                    <a:moveTo>
                      <a:pt x="25" y="26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84" y="160"/>
                      <a:pt x="84" y="160"/>
                      <a:pt x="84" y="16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4" y="15"/>
                      <a:pt x="140" y="5"/>
                      <a:pt x="154" y="5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14" y="5"/>
                      <a:pt x="121" y="6"/>
                      <a:pt x="121" y="13"/>
                    </a:cubicBezTo>
                    <a:cubicBezTo>
                      <a:pt x="121" y="15"/>
                      <a:pt x="120" y="19"/>
                      <a:pt x="118" y="22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1"/>
                      <a:pt x="43" y="18"/>
                      <a:pt x="43" y="14"/>
                    </a:cubicBezTo>
                    <a:cubicBezTo>
                      <a:pt x="43" y="8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10"/>
                      <a:pt x="25" y="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8" name="Freeform 14">
                <a:extLst>
                  <a:ext uri="{FF2B5EF4-FFF2-40B4-BE49-F238E27FC236}">
                    <a16:creationId xmlns:a16="http://schemas.microsoft.com/office/drawing/2014/main" id="{5898D825-AABB-43B3-B3CD-CA86FB1A447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08" y="7728"/>
                <a:ext cx="78" cy="118"/>
              </a:xfrm>
              <a:custGeom>
                <a:avLst/>
                <a:gdLst>
                  <a:gd name="T0" fmla="*/ 0 w 105"/>
                  <a:gd name="T1" fmla="*/ 153 h 158"/>
                  <a:gd name="T2" fmla="*/ 0 w 105"/>
                  <a:gd name="T3" fmla="*/ 158 h 158"/>
                  <a:gd name="T4" fmla="*/ 104 w 105"/>
                  <a:gd name="T5" fmla="*/ 158 h 158"/>
                  <a:gd name="T6" fmla="*/ 105 w 105"/>
                  <a:gd name="T7" fmla="*/ 126 h 158"/>
                  <a:gd name="T8" fmla="*/ 100 w 105"/>
                  <a:gd name="T9" fmla="*/ 126 h 158"/>
                  <a:gd name="T10" fmla="*/ 73 w 105"/>
                  <a:gd name="T11" fmla="*/ 148 h 158"/>
                  <a:gd name="T12" fmla="*/ 51 w 105"/>
                  <a:gd name="T13" fmla="*/ 148 h 158"/>
                  <a:gd name="T14" fmla="*/ 39 w 105"/>
                  <a:gd name="T15" fmla="*/ 129 h 158"/>
                  <a:gd name="T16" fmla="*/ 39 w 105"/>
                  <a:gd name="T17" fmla="*/ 80 h 158"/>
                  <a:gd name="T18" fmla="*/ 68 w 105"/>
                  <a:gd name="T19" fmla="*/ 80 h 158"/>
                  <a:gd name="T20" fmla="*/ 88 w 105"/>
                  <a:gd name="T21" fmla="*/ 100 h 158"/>
                  <a:gd name="T22" fmla="*/ 93 w 105"/>
                  <a:gd name="T23" fmla="*/ 100 h 158"/>
                  <a:gd name="T24" fmla="*/ 93 w 105"/>
                  <a:gd name="T25" fmla="*/ 51 h 158"/>
                  <a:gd name="T26" fmla="*/ 88 w 105"/>
                  <a:gd name="T27" fmla="*/ 51 h 158"/>
                  <a:gd name="T28" fmla="*/ 68 w 105"/>
                  <a:gd name="T29" fmla="*/ 71 h 158"/>
                  <a:gd name="T30" fmla="*/ 39 w 105"/>
                  <a:gd name="T31" fmla="*/ 71 h 158"/>
                  <a:gd name="T32" fmla="*/ 39 w 105"/>
                  <a:gd name="T33" fmla="*/ 29 h 158"/>
                  <a:gd name="T34" fmla="*/ 51 w 105"/>
                  <a:gd name="T35" fmla="*/ 9 h 158"/>
                  <a:gd name="T36" fmla="*/ 71 w 105"/>
                  <a:gd name="T37" fmla="*/ 9 h 158"/>
                  <a:gd name="T38" fmla="*/ 97 w 105"/>
                  <a:gd name="T39" fmla="*/ 29 h 158"/>
                  <a:gd name="T40" fmla="*/ 102 w 105"/>
                  <a:gd name="T41" fmla="*/ 29 h 158"/>
                  <a:gd name="T42" fmla="*/ 101 w 105"/>
                  <a:gd name="T43" fmla="*/ 0 h 158"/>
                  <a:gd name="T44" fmla="*/ 0 w 105"/>
                  <a:gd name="T45" fmla="*/ 0 h 158"/>
                  <a:gd name="T46" fmla="*/ 0 w 105"/>
                  <a:gd name="T47" fmla="*/ 5 h 158"/>
                  <a:gd name="T48" fmla="*/ 20 w 105"/>
                  <a:gd name="T49" fmla="*/ 24 h 158"/>
                  <a:gd name="T50" fmla="*/ 20 w 105"/>
                  <a:gd name="T51" fmla="*/ 134 h 158"/>
                  <a:gd name="T52" fmla="*/ 0 w 105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6"/>
                      <a:pt x="105" y="126"/>
                      <a:pt x="105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9" name="Freeform 15">
                <a:extLst>
                  <a:ext uri="{FF2B5EF4-FFF2-40B4-BE49-F238E27FC236}">
                    <a16:creationId xmlns:a16="http://schemas.microsoft.com/office/drawing/2014/main" id="{8F1441F1-B892-42FD-AB75-B07507906F9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98" y="7728"/>
                <a:ext cx="84" cy="118"/>
              </a:xfrm>
              <a:custGeom>
                <a:avLst/>
                <a:gdLst>
                  <a:gd name="T0" fmla="*/ 79 w 114"/>
                  <a:gd name="T1" fmla="*/ 9 h 158"/>
                  <a:gd name="T2" fmla="*/ 108 w 114"/>
                  <a:gd name="T3" fmla="*/ 32 h 158"/>
                  <a:gd name="T4" fmla="*/ 114 w 114"/>
                  <a:gd name="T5" fmla="*/ 32 h 158"/>
                  <a:gd name="T6" fmla="*/ 112 w 114"/>
                  <a:gd name="T7" fmla="*/ 0 h 158"/>
                  <a:gd name="T8" fmla="*/ 2 w 114"/>
                  <a:gd name="T9" fmla="*/ 0 h 158"/>
                  <a:gd name="T10" fmla="*/ 0 w 114"/>
                  <a:gd name="T11" fmla="*/ 32 h 158"/>
                  <a:gd name="T12" fmla="*/ 5 w 114"/>
                  <a:gd name="T13" fmla="*/ 32 h 158"/>
                  <a:gd name="T14" fmla="*/ 34 w 114"/>
                  <a:gd name="T15" fmla="*/ 9 h 158"/>
                  <a:gd name="T16" fmla="*/ 47 w 114"/>
                  <a:gd name="T17" fmla="*/ 9 h 158"/>
                  <a:gd name="T18" fmla="*/ 47 w 114"/>
                  <a:gd name="T19" fmla="*/ 134 h 158"/>
                  <a:gd name="T20" fmla="*/ 26 w 114"/>
                  <a:gd name="T21" fmla="*/ 153 h 158"/>
                  <a:gd name="T22" fmla="*/ 26 w 114"/>
                  <a:gd name="T23" fmla="*/ 158 h 158"/>
                  <a:gd name="T24" fmla="*/ 88 w 114"/>
                  <a:gd name="T25" fmla="*/ 158 h 158"/>
                  <a:gd name="T26" fmla="*/ 88 w 114"/>
                  <a:gd name="T27" fmla="*/ 153 h 158"/>
                  <a:gd name="T28" fmla="*/ 67 w 114"/>
                  <a:gd name="T29" fmla="*/ 134 h 158"/>
                  <a:gd name="T30" fmla="*/ 67 w 114"/>
                  <a:gd name="T31" fmla="*/ 9 h 158"/>
                  <a:gd name="T32" fmla="*/ 79 w 114"/>
                  <a:gd name="T33" fmla="*/ 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58">
                    <a:moveTo>
                      <a:pt x="79" y="9"/>
                    </a:moveTo>
                    <a:cubicBezTo>
                      <a:pt x="100" y="9"/>
                      <a:pt x="107" y="17"/>
                      <a:pt x="108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9"/>
                      <a:pt x="11" y="9"/>
                      <a:pt x="34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134"/>
                      <a:pt x="47" y="134"/>
                      <a:pt x="47" y="134"/>
                    </a:cubicBezTo>
                    <a:cubicBezTo>
                      <a:pt x="47" y="151"/>
                      <a:pt x="39" y="153"/>
                      <a:pt x="26" y="153"/>
                    </a:cubicBezTo>
                    <a:cubicBezTo>
                      <a:pt x="26" y="158"/>
                      <a:pt x="26" y="158"/>
                      <a:pt x="26" y="158"/>
                    </a:cubicBezTo>
                    <a:cubicBezTo>
                      <a:pt x="88" y="158"/>
                      <a:pt x="88" y="158"/>
                      <a:pt x="88" y="158"/>
                    </a:cubicBezTo>
                    <a:cubicBezTo>
                      <a:pt x="88" y="153"/>
                      <a:pt x="88" y="153"/>
                      <a:pt x="88" y="153"/>
                    </a:cubicBezTo>
                    <a:cubicBezTo>
                      <a:pt x="75" y="153"/>
                      <a:pt x="67" y="151"/>
                      <a:pt x="67" y="134"/>
                    </a:cubicBezTo>
                    <a:cubicBezTo>
                      <a:pt x="67" y="9"/>
                      <a:pt x="67" y="9"/>
                      <a:pt x="67" y="9"/>
                    </a:cubicBezTo>
                    <a:lnTo>
                      <a:pt x="79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0" name="Freeform 16">
                <a:extLst>
                  <a:ext uri="{FF2B5EF4-FFF2-40B4-BE49-F238E27FC236}">
                    <a16:creationId xmlns:a16="http://schemas.microsoft.com/office/drawing/2014/main" id="{293F4BBA-FFCF-4A56-95C9-2F8F78775B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92" y="7728"/>
                <a:ext cx="79" cy="118"/>
              </a:xfrm>
              <a:custGeom>
                <a:avLst/>
                <a:gdLst>
                  <a:gd name="T0" fmla="*/ 0 w 106"/>
                  <a:gd name="T1" fmla="*/ 153 h 158"/>
                  <a:gd name="T2" fmla="*/ 0 w 106"/>
                  <a:gd name="T3" fmla="*/ 158 h 158"/>
                  <a:gd name="T4" fmla="*/ 104 w 106"/>
                  <a:gd name="T5" fmla="*/ 158 h 158"/>
                  <a:gd name="T6" fmla="*/ 106 w 106"/>
                  <a:gd name="T7" fmla="*/ 126 h 158"/>
                  <a:gd name="T8" fmla="*/ 100 w 106"/>
                  <a:gd name="T9" fmla="*/ 126 h 158"/>
                  <a:gd name="T10" fmla="*/ 73 w 106"/>
                  <a:gd name="T11" fmla="*/ 148 h 158"/>
                  <a:gd name="T12" fmla="*/ 51 w 106"/>
                  <a:gd name="T13" fmla="*/ 148 h 158"/>
                  <a:gd name="T14" fmla="*/ 39 w 106"/>
                  <a:gd name="T15" fmla="*/ 129 h 158"/>
                  <a:gd name="T16" fmla="*/ 39 w 106"/>
                  <a:gd name="T17" fmla="*/ 80 h 158"/>
                  <a:gd name="T18" fmla="*/ 68 w 106"/>
                  <a:gd name="T19" fmla="*/ 80 h 158"/>
                  <a:gd name="T20" fmla="*/ 88 w 106"/>
                  <a:gd name="T21" fmla="*/ 100 h 158"/>
                  <a:gd name="T22" fmla="*/ 93 w 106"/>
                  <a:gd name="T23" fmla="*/ 100 h 158"/>
                  <a:gd name="T24" fmla="*/ 93 w 106"/>
                  <a:gd name="T25" fmla="*/ 51 h 158"/>
                  <a:gd name="T26" fmla="*/ 88 w 106"/>
                  <a:gd name="T27" fmla="*/ 51 h 158"/>
                  <a:gd name="T28" fmla="*/ 68 w 106"/>
                  <a:gd name="T29" fmla="*/ 71 h 158"/>
                  <a:gd name="T30" fmla="*/ 39 w 106"/>
                  <a:gd name="T31" fmla="*/ 71 h 158"/>
                  <a:gd name="T32" fmla="*/ 39 w 106"/>
                  <a:gd name="T33" fmla="*/ 29 h 158"/>
                  <a:gd name="T34" fmla="*/ 51 w 106"/>
                  <a:gd name="T35" fmla="*/ 9 h 158"/>
                  <a:gd name="T36" fmla="*/ 71 w 106"/>
                  <a:gd name="T37" fmla="*/ 9 h 158"/>
                  <a:gd name="T38" fmla="*/ 97 w 106"/>
                  <a:gd name="T39" fmla="*/ 29 h 158"/>
                  <a:gd name="T40" fmla="*/ 102 w 106"/>
                  <a:gd name="T41" fmla="*/ 29 h 158"/>
                  <a:gd name="T42" fmla="*/ 101 w 106"/>
                  <a:gd name="T43" fmla="*/ 0 h 158"/>
                  <a:gd name="T44" fmla="*/ 0 w 106"/>
                  <a:gd name="T45" fmla="*/ 0 h 158"/>
                  <a:gd name="T46" fmla="*/ 0 w 106"/>
                  <a:gd name="T47" fmla="*/ 5 h 158"/>
                  <a:gd name="T48" fmla="*/ 20 w 106"/>
                  <a:gd name="T49" fmla="*/ 24 h 158"/>
                  <a:gd name="T50" fmla="*/ 20 w 106"/>
                  <a:gd name="T51" fmla="*/ 134 h 158"/>
                  <a:gd name="T52" fmla="*/ 0 w 106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6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1" name="Freeform 17">
                <a:extLst>
                  <a:ext uri="{FF2B5EF4-FFF2-40B4-BE49-F238E27FC236}">
                    <a16:creationId xmlns:a16="http://schemas.microsoft.com/office/drawing/2014/main" id="{C041AD07-FAFE-4735-BC0F-1E0FD64D02C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88" y="7728"/>
                <a:ext cx="105" cy="118"/>
              </a:xfrm>
              <a:custGeom>
                <a:avLst/>
                <a:gdLst>
                  <a:gd name="T0" fmla="*/ 33 w 141"/>
                  <a:gd name="T1" fmla="*/ 22 h 158"/>
                  <a:gd name="T2" fmla="*/ 105 w 141"/>
                  <a:gd name="T3" fmla="*/ 158 h 158"/>
                  <a:gd name="T4" fmla="*/ 122 w 141"/>
                  <a:gd name="T5" fmla="*/ 158 h 158"/>
                  <a:gd name="T6" fmla="*/ 122 w 141"/>
                  <a:gd name="T7" fmla="*/ 24 h 158"/>
                  <a:gd name="T8" fmla="*/ 141 w 141"/>
                  <a:gd name="T9" fmla="*/ 5 h 158"/>
                  <a:gd name="T10" fmla="*/ 141 w 141"/>
                  <a:gd name="T11" fmla="*/ 0 h 158"/>
                  <a:gd name="T12" fmla="*/ 90 w 141"/>
                  <a:gd name="T13" fmla="*/ 0 h 158"/>
                  <a:gd name="T14" fmla="*/ 90 w 141"/>
                  <a:gd name="T15" fmla="*/ 5 h 158"/>
                  <a:gd name="T16" fmla="*/ 109 w 141"/>
                  <a:gd name="T17" fmla="*/ 24 h 158"/>
                  <a:gd name="T18" fmla="*/ 109 w 141"/>
                  <a:gd name="T19" fmla="*/ 127 h 158"/>
                  <a:gd name="T20" fmla="*/ 109 w 141"/>
                  <a:gd name="T21" fmla="*/ 127 h 158"/>
                  <a:gd name="T22" fmla="*/ 41 w 141"/>
                  <a:gd name="T23" fmla="*/ 0 h 158"/>
                  <a:gd name="T24" fmla="*/ 0 w 141"/>
                  <a:gd name="T25" fmla="*/ 0 h 158"/>
                  <a:gd name="T26" fmla="*/ 0 w 141"/>
                  <a:gd name="T27" fmla="*/ 5 h 158"/>
                  <a:gd name="T28" fmla="*/ 20 w 141"/>
                  <a:gd name="T29" fmla="*/ 24 h 158"/>
                  <a:gd name="T30" fmla="*/ 20 w 141"/>
                  <a:gd name="T31" fmla="*/ 134 h 158"/>
                  <a:gd name="T32" fmla="*/ 0 w 141"/>
                  <a:gd name="T33" fmla="*/ 153 h 158"/>
                  <a:gd name="T34" fmla="*/ 0 w 141"/>
                  <a:gd name="T35" fmla="*/ 158 h 158"/>
                  <a:gd name="T36" fmla="*/ 52 w 141"/>
                  <a:gd name="T37" fmla="*/ 158 h 158"/>
                  <a:gd name="T38" fmla="*/ 52 w 141"/>
                  <a:gd name="T39" fmla="*/ 153 h 158"/>
                  <a:gd name="T40" fmla="*/ 32 w 141"/>
                  <a:gd name="T41" fmla="*/ 134 h 158"/>
                  <a:gd name="T42" fmla="*/ 32 w 141"/>
                  <a:gd name="T43" fmla="*/ 22 h 158"/>
                  <a:gd name="T44" fmla="*/ 33 w 141"/>
                  <a:gd name="T45" fmla="*/ 2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33" y="22"/>
                    </a:move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102" y="5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39" y="153"/>
                      <a:pt x="32" y="151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lnTo>
                      <a:pt x="3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2" name="Freeform 18">
                <a:extLst>
                  <a:ext uri="{FF2B5EF4-FFF2-40B4-BE49-F238E27FC236}">
                    <a16:creationId xmlns:a16="http://schemas.microsoft.com/office/drawing/2014/main" id="{72E66E4C-8A9F-475D-8A65-8FCD7DD9125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09" y="7726"/>
                <a:ext cx="70" cy="121"/>
              </a:xfrm>
              <a:custGeom>
                <a:avLst/>
                <a:gdLst>
                  <a:gd name="T0" fmla="*/ 2 w 94"/>
                  <a:gd name="T1" fmla="*/ 40 h 162"/>
                  <a:gd name="T2" fmla="*/ 16 w 94"/>
                  <a:gd name="T3" fmla="*/ 71 h 162"/>
                  <a:gd name="T4" fmla="*/ 73 w 94"/>
                  <a:gd name="T5" fmla="*/ 122 h 162"/>
                  <a:gd name="T6" fmla="*/ 41 w 94"/>
                  <a:gd name="T7" fmla="*/ 151 h 162"/>
                  <a:gd name="T8" fmla="*/ 5 w 94"/>
                  <a:gd name="T9" fmla="*/ 124 h 162"/>
                  <a:gd name="T10" fmla="*/ 0 w 94"/>
                  <a:gd name="T11" fmla="*/ 124 h 162"/>
                  <a:gd name="T12" fmla="*/ 1 w 94"/>
                  <a:gd name="T13" fmla="*/ 158 h 162"/>
                  <a:gd name="T14" fmla="*/ 39 w 94"/>
                  <a:gd name="T15" fmla="*/ 162 h 162"/>
                  <a:gd name="T16" fmla="*/ 94 w 94"/>
                  <a:gd name="T17" fmla="*/ 118 h 162"/>
                  <a:gd name="T18" fmla="*/ 65 w 94"/>
                  <a:gd name="T19" fmla="*/ 75 h 162"/>
                  <a:gd name="T20" fmla="*/ 19 w 94"/>
                  <a:gd name="T21" fmla="*/ 35 h 162"/>
                  <a:gd name="T22" fmla="*/ 47 w 94"/>
                  <a:gd name="T23" fmla="*/ 9 h 162"/>
                  <a:gd name="T24" fmla="*/ 82 w 94"/>
                  <a:gd name="T25" fmla="*/ 36 h 162"/>
                  <a:gd name="T26" fmla="*/ 87 w 94"/>
                  <a:gd name="T27" fmla="*/ 36 h 162"/>
                  <a:gd name="T28" fmla="*/ 86 w 94"/>
                  <a:gd name="T29" fmla="*/ 4 h 162"/>
                  <a:gd name="T30" fmla="*/ 51 w 94"/>
                  <a:gd name="T31" fmla="*/ 0 h 162"/>
                  <a:gd name="T32" fmla="*/ 2 w 94"/>
                  <a:gd name="T33" fmla="*/ 4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2" y="40"/>
                    </a:move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3" y="96"/>
                      <a:pt x="73" y="122"/>
                    </a:cubicBezTo>
                    <a:cubicBezTo>
                      <a:pt x="73" y="138"/>
                      <a:pt x="61" y="151"/>
                      <a:pt x="41" y="151"/>
                    </a:cubicBezTo>
                    <a:cubicBezTo>
                      <a:pt x="18" y="151"/>
                      <a:pt x="7" y="137"/>
                      <a:pt x="5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7" y="159"/>
                      <a:pt x="24" y="162"/>
                      <a:pt x="39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2" y="86"/>
                      <a:pt x="65" y="75"/>
                    </a:cubicBezTo>
                    <a:cubicBezTo>
                      <a:pt x="46" y="63"/>
                      <a:pt x="19" y="56"/>
                      <a:pt x="19" y="35"/>
                    </a:cubicBezTo>
                    <a:cubicBezTo>
                      <a:pt x="19" y="19"/>
                      <a:pt x="32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1" y="0"/>
                    </a:cubicBezTo>
                    <a:cubicBezTo>
                      <a:pt x="24" y="0"/>
                      <a:pt x="2" y="11"/>
                      <a:pt x="2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3" name="Freeform 19">
                <a:extLst>
                  <a:ext uri="{FF2B5EF4-FFF2-40B4-BE49-F238E27FC236}">
                    <a16:creationId xmlns:a16="http://schemas.microsoft.com/office/drawing/2014/main" id="{CAF05466-F2A9-415B-956C-936DDAB51E8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97" y="7726"/>
                <a:ext cx="209" cy="120"/>
              </a:xfrm>
              <a:custGeom>
                <a:avLst/>
                <a:gdLst>
                  <a:gd name="T0" fmla="*/ 224 w 282"/>
                  <a:gd name="T1" fmla="*/ 155 h 160"/>
                  <a:gd name="T2" fmla="*/ 224 w 282"/>
                  <a:gd name="T3" fmla="*/ 160 h 160"/>
                  <a:gd name="T4" fmla="*/ 282 w 282"/>
                  <a:gd name="T5" fmla="*/ 160 h 160"/>
                  <a:gd name="T6" fmla="*/ 282 w 282"/>
                  <a:gd name="T7" fmla="*/ 155 h 160"/>
                  <a:gd name="T8" fmla="*/ 256 w 282"/>
                  <a:gd name="T9" fmla="*/ 131 h 160"/>
                  <a:gd name="T10" fmla="*/ 210 w 282"/>
                  <a:gd name="T11" fmla="*/ 0 h 160"/>
                  <a:gd name="T12" fmla="*/ 198 w 282"/>
                  <a:gd name="T13" fmla="*/ 0 h 160"/>
                  <a:gd name="T14" fmla="*/ 152 w 282"/>
                  <a:gd name="T15" fmla="*/ 129 h 160"/>
                  <a:gd name="T16" fmla="*/ 131 w 282"/>
                  <a:gd name="T17" fmla="*/ 155 h 160"/>
                  <a:gd name="T18" fmla="*/ 100 w 282"/>
                  <a:gd name="T19" fmla="*/ 131 h 160"/>
                  <a:gd name="T20" fmla="*/ 54 w 282"/>
                  <a:gd name="T21" fmla="*/ 71 h 160"/>
                  <a:gd name="T22" fmla="*/ 95 w 282"/>
                  <a:gd name="T23" fmla="*/ 23 h 160"/>
                  <a:gd name="T24" fmla="*/ 127 w 282"/>
                  <a:gd name="T25" fmla="*/ 7 h 160"/>
                  <a:gd name="T26" fmla="*/ 127 w 282"/>
                  <a:gd name="T27" fmla="*/ 2 h 160"/>
                  <a:gd name="T28" fmla="*/ 75 w 282"/>
                  <a:gd name="T29" fmla="*/ 2 h 160"/>
                  <a:gd name="T30" fmla="*/ 75 w 282"/>
                  <a:gd name="T31" fmla="*/ 7 h 160"/>
                  <a:gd name="T32" fmla="*/ 88 w 282"/>
                  <a:gd name="T33" fmla="*/ 12 h 160"/>
                  <a:gd name="T34" fmla="*/ 83 w 282"/>
                  <a:gd name="T35" fmla="*/ 21 h 160"/>
                  <a:gd name="T36" fmla="*/ 39 w 282"/>
                  <a:gd name="T37" fmla="*/ 73 h 160"/>
                  <a:gd name="T38" fmla="*/ 39 w 282"/>
                  <a:gd name="T39" fmla="*/ 26 h 160"/>
                  <a:gd name="T40" fmla="*/ 58 w 282"/>
                  <a:gd name="T41" fmla="*/ 7 h 160"/>
                  <a:gd name="T42" fmla="*/ 58 w 282"/>
                  <a:gd name="T43" fmla="*/ 2 h 160"/>
                  <a:gd name="T44" fmla="*/ 0 w 282"/>
                  <a:gd name="T45" fmla="*/ 2 h 160"/>
                  <a:gd name="T46" fmla="*/ 0 w 282"/>
                  <a:gd name="T47" fmla="*/ 7 h 160"/>
                  <a:gd name="T48" fmla="*/ 19 w 282"/>
                  <a:gd name="T49" fmla="*/ 26 h 160"/>
                  <a:gd name="T50" fmla="*/ 19 w 282"/>
                  <a:gd name="T51" fmla="*/ 136 h 160"/>
                  <a:gd name="T52" fmla="*/ 0 w 282"/>
                  <a:gd name="T53" fmla="*/ 155 h 160"/>
                  <a:gd name="T54" fmla="*/ 0 w 282"/>
                  <a:gd name="T55" fmla="*/ 160 h 160"/>
                  <a:gd name="T56" fmla="*/ 58 w 282"/>
                  <a:gd name="T57" fmla="*/ 160 h 160"/>
                  <a:gd name="T58" fmla="*/ 58 w 282"/>
                  <a:gd name="T59" fmla="*/ 155 h 160"/>
                  <a:gd name="T60" fmla="*/ 39 w 282"/>
                  <a:gd name="T61" fmla="*/ 136 h 160"/>
                  <a:gd name="T62" fmla="*/ 39 w 282"/>
                  <a:gd name="T63" fmla="*/ 80 h 160"/>
                  <a:gd name="T64" fmla="*/ 39 w 282"/>
                  <a:gd name="T65" fmla="*/ 80 h 160"/>
                  <a:gd name="T66" fmla="*/ 81 w 282"/>
                  <a:gd name="T67" fmla="*/ 136 h 160"/>
                  <a:gd name="T68" fmla="*/ 89 w 282"/>
                  <a:gd name="T69" fmla="*/ 149 h 160"/>
                  <a:gd name="T70" fmla="*/ 76 w 282"/>
                  <a:gd name="T71" fmla="*/ 155 h 160"/>
                  <a:gd name="T72" fmla="*/ 76 w 282"/>
                  <a:gd name="T73" fmla="*/ 160 h 160"/>
                  <a:gd name="T74" fmla="*/ 125 w 282"/>
                  <a:gd name="T75" fmla="*/ 160 h 160"/>
                  <a:gd name="T76" fmla="*/ 136 w 282"/>
                  <a:gd name="T77" fmla="*/ 160 h 160"/>
                  <a:gd name="T78" fmla="*/ 175 w 282"/>
                  <a:gd name="T79" fmla="*/ 160 h 160"/>
                  <a:gd name="T80" fmla="*/ 175 w 282"/>
                  <a:gd name="T81" fmla="*/ 155 h 160"/>
                  <a:gd name="T82" fmla="*/ 160 w 282"/>
                  <a:gd name="T83" fmla="*/ 147 h 160"/>
                  <a:gd name="T84" fmla="*/ 162 w 282"/>
                  <a:gd name="T85" fmla="*/ 136 h 160"/>
                  <a:gd name="T86" fmla="*/ 172 w 282"/>
                  <a:gd name="T87" fmla="*/ 107 h 160"/>
                  <a:gd name="T88" fmla="*/ 227 w 282"/>
                  <a:gd name="T89" fmla="*/ 107 h 160"/>
                  <a:gd name="T90" fmla="*/ 238 w 282"/>
                  <a:gd name="T91" fmla="*/ 137 h 160"/>
                  <a:gd name="T92" fmla="*/ 240 w 282"/>
                  <a:gd name="T93" fmla="*/ 147 h 160"/>
                  <a:gd name="T94" fmla="*/ 224 w 282"/>
                  <a:gd name="T95" fmla="*/ 155 h 160"/>
                  <a:gd name="T96" fmla="*/ 175 w 282"/>
                  <a:gd name="T97" fmla="*/ 98 h 160"/>
                  <a:gd name="T98" fmla="*/ 200 w 282"/>
                  <a:gd name="T99" fmla="*/ 26 h 160"/>
                  <a:gd name="T100" fmla="*/ 224 w 282"/>
                  <a:gd name="T101" fmla="*/ 98 h 160"/>
                  <a:gd name="T102" fmla="*/ 175 w 282"/>
                  <a:gd name="T103" fmla="*/ 9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160">
                    <a:moveTo>
                      <a:pt x="224" y="155"/>
                    </a:move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82" y="160"/>
                      <a:pt x="282" y="160"/>
                      <a:pt x="282" y="160"/>
                    </a:cubicBezTo>
                    <a:cubicBezTo>
                      <a:pt x="282" y="155"/>
                      <a:pt x="282" y="155"/>
                      <a:pt x="282" y="155"/>
                    </a:cubicBezTo>
                    <a:cubicBezTo>
                      <a:pt x="267" y="155"/>
                      <a:pt x="262" y="145"/>
                      <a:pt x="256" y="13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52" y="129"/>
                      <a:pt x="152" y="129"/>
                      <a:pt x="152" y="129"/>
                    </a:cubicBezTo>
                    <a:cubicBezTo>
                      <a:pt x="146" y="145"/>
                      <a:pt x="144" y="153"/>
                      <a:pt x="131" y="155"/>
                    </a:cubicBezTo>
                    <a:cubicBezTo>
                      <a:pt x="119" y="152"/>
                      <a:pt x="109" y="142"/>
                      <a:pt x="100" y="13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106" y="10"/>
                      <a:pt x="115" y="7"/>
                      <a:pt x="127" y="7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84" y="7"/>
                      <a:pt x="88" y="9"/>
                      <a:pt x="88" y="12"/>
                    </a:cubicBezTo>
                    <a:cubicBezTo>
                      <a:pt x="88" y="14"/>
                      <a:pt x="85" y="18"/>
                      <a:pt x="83" y="21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8"/>
                      <a:pt x="46" y="7"/>
                      <a:pt x="58" y="7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7"/>
                      <a:pt x="19" y="8"/>
                      <a:pt x="19" y="2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53"/>
                      <a:pt x="12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8" y="160"/>
                      <a:pt x="58" y="160"/>
                      <a:pt x="58" y="160"/>
                    </a:cubicBezTo>
                    <a:cubicBezTo>
                      <a:pt x="58" y="155"/>
                      <a:pt x="58" y="155"/>
                      <a:pt x="58" y="155"/>
                    </a:cubicBezTo>
                    <a:cubicBezTo>
                      <a:pt x="46" y="155"/>
                      <a:pt x="39" y="153"/>
                      <a:pt x="39" y="136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81" y="136"/>
                      <a:pt x="81" y="136"/>
                      <a:pt x="81" y="136"/>
                    </a:cubicBezTo>
                    <a:cubicBezTo>
                      <a:pt x="86" y="142"/>
                      <a:pt x="89" y="147"/>
                      <a:pt x="89" y="149"/>
                    </a:cubicBezTo>
                    <a:cubicBezTo>
                      <a:pt x="89" y="153"/>
                      <a:pt x="85" y="155"/>
                      <a:pt x="76" y="155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75" y="160"/>
                      <a:pt x="175" y="160"/>
                      <a:pt x="175" y="160"/>
                    </a:cubicBezTo>
                    <a:cubicBezTo>
                      <a:pt x="175" y="155"/>
                      <a:pt x="175" y="155"/>
                      <a:pt x="175" y="155"/>
                    </a:cubicBezTo>
                    <a:cubicBezTo>
                      <a:pt x="167" y="155"/>
                      <a:pt x="160" y="154"/>
                      <a:pt x="160" y="147"/>
                    </a:cubicBezTo>
                    <a:cubicBezTo>
                      <a:pt x="160" y="144"/>
                      <a:pt x="161" y="140"/>
                      <a:pt x="162" y="136"/>
                    </a:cubicBezTo>
                    <a:cubicBezTo>
                      <a:pt x="172" y="107"/>
                      <a:pt x="172" y="107"/>
                      <a:pt x="172" y="107"/>
                    </a:cubicBezTo>
                    <a:cubicBezTo>
                      <a:pt x="227" y="107"/>
                      <a:pt x="227" y="107"/>
                      <a:pt x="227" y="107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39" y="140"/>
                      <a:pt x="240" y="144"/>
                      <a:pt x="240" y="147"/>
                    </a:cubicBezTo>
                    <a:cubicBezTo>
                      <a:pt x="240" y="153"/>
                      <a:pt x="231" y="155"/>
                      <a:pt x="224" y="155"/>
                    </a:cubicBezTo>
                    <a:moveTo>
                      <a:pt x="175" y="98"/>
                    </a:moveTo>
                    <a:cubicBezTo>
                      <a:pt x="200" y="26"/>
                      <a:pt x="200" y="26"/>
                      <a:pt x="200" y="26"/>
                    </a:cubicBezTo>
                    <a:cubicBezTo>
                      <a:pt x="224" y="98"/>
                      <a:pt x="224" y="98"/>
                      <a:pt x="224" y="98"/>
                    </a:cubicBezTo>
                    <a:lnTo>
                      <a:pt x="175" y="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4" name="Freeform 20">
                <a:extLst>
                  <a:ext uri="{FF2B5EF4-FFF2-40B4-BE49-F238E27FC236}">
                    <a16:creationId xmlns:a16="http://schemas.microsoft.com/office/drawing/2014/main" id="{EA115136-5C0C-463B-8585-33B452B9D36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209" y="7728"/>
                <a:ext cx="82" cy="118"/>
              </a:xfrm>
              <a:custGeom>
                <a:avLst/>
                <a:gdLst>
                  <a:gd name="T0" fmla="*/ 58 w 110"/>
                  <a:gd name="T1" fmla="*/ 153 h 158"/>
                  <a:gd name="T2" fmla="*/ 39 w 110"/>
                  <a:gd name="T3" fmla="*/ 134 h 158"/>
                  <a:gd name="T4" fmla="*/ 39 w 110"/>
                  <a:gd name="T5" fmla="*/ 82 h 158"/>
                  <a:gd name="T6" fmla="*/ 51 w 110"/>
                  <a:gd name="T7" fmla="*/ 82 h 158"/>
                  <a:gd name="T8" fmla="*/ 110 w 110"/>
                  <a:gd name="T9" fmla="*/ 41 h 158"/>
                  <a:gd name="T10" fmla="*/ 58 w 110"/>
                  <a:gd name="T11" fmla="*/ 0 h 158"/>
                  <a:gd name="T12" fmla="*/ 0 w 110"/>
                  <a:gd name="T13" fmla="*/ 0 h 158"/>
                  <a:gd name="T14" fmla="*/ 0 w 110"/>
                  <a:gd name="T15" fmla="*/ 5 h 158"/>
                  <a:gd name="T16" fmla="*/ 19 w 110"/>
                  <a:gd name="T17" fmla="*/ 24 h 158"/>
                  <a:gd name="T18" fmla="*/ 19 w 110"/>
                  <a:gd name="T19" fmla="*/ 134 h 158"/>
                  <a:gd name="T20" fmla="*/ 0 w 110"/>
                  <a:gd name="T21" fmla="*/ 153 h 158"/>
                  <a:gd name="T22" fmla="*/ 0 w 110"/>
                  <a:gd name="T23" fmla="*/ 158 h 158"/>
                  <a:gd name="T24" fmla="*/ 58 w 110"/>
                  <a:gd name="T25" fmla="*/ 158 h 158"/>
                  <a:gd name="T26" fmla="*/ 58 w 110"/>
                  <a:gd name="T27" fmla="*/ 153 h 158"/>
                  <a:gd name="T28" fmla="*/ 39 w 110"/>
                  <a:gd name="T29" fmla="*/ 29 h 158"/>
                  <a:gd name="T30" fmla="*/ 58 w 110"/>
                  <a:gd name="T31" fmla="*/ 9 h 158"/>
                  <a:gd name="T32" fmla="*/ 90 w 110"/>
                  <a:gd name="T33" fmla="*/ 41 h 158"/>
                  <a:gd name="T34" fmla="*/ 51 w 110"/>
                  <a:gd name="T35" fmla="*/ 72 h 158"/>
                  <a:gd name="T36" fmla="*/ 39 w 110"/>
                  <a:gd name="T37" fmla="*/ 72 h 158"/>
                  <a:gd name="T38" fmla="*/ 39 w 110"/>
                  <a:gd name="T39" fmla="*/ 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158">
                    <a:moveTo>
                      <a:pt x="58" y="153"/>
                    </a:moveTo>
                    <a:cubicBezTo>
                      <a:pt x="46" y="153"/>
                      <a:pt x="39" y="151"/>
                      <a:pt x="39" y="134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75" y="82"/>
                      <a:pt x="110" y="82"/>
                      <a:pt x="110" y="41"/>
                    </a:cubicBezTo>
                    <a:cubicBezTo>
                      <a:pt x="110" y="5"/>
                      <a:pt x="87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6"/>
                      <a:pt x="19" y="24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lnTo>
                      <a:pt x="58" y="153"/>
                    </a:lnTo>
                    <a:close/>
                    <a:moveTo>
                      <a:pt x="39" y="29"/>
                    </a:moveTo>
                    <a:cubicBezTo>
                      <a:pt x="39" y="10"/>
                      <a:pt x="40" y="9"/>
                      <a:pt x="58" y="9"/>
                    </a:cubicBezTo>
                    <a:cubicBezTo>
                      <a:pt x="78" y="9"/>
                      <a:pt x="90" y="18"/>
                      <a:pt x="90" y="41"/>
                    </a:cubicBezTo>
                    <a:cubicBezTo>
                      <a:pt x="90" y="68"/>
                      <a:pt x="74" y="72"/>
                      <a:pt x="51" y="72"/>
                    </a:cubicBezTo>
                    <a:cubicBezTo>
                      <a:pt x="39" y="72"/>
                      <a:pt x="39" y="72"/>
                      <a:pt x="39" y="72"/>
                    </a:cubicBezTo>
                    <a:lnTo>
                      <a:pt x="39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5" name="Freeform 21">
                <a:extLst>
                  <a:ext uri="{FF2B5EF4-FFF2-40B4-BE49-F238E27FC236}">
                    <a16:creationId xmlns:a16="http://schemas.microsoft.com/office/drawing/2014/main" id="{4D63A1EA-43B6-4337-B890-0B72F0689EA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0" y="7726"/>
                <a:ext cx="70" cy="121"/>
              </a:xfrm>
              <a:custGeom>
                <a:avLst/>
                <a:gdLst>
                  <a:gd name="T0" fmla="*/ 41 w 94"/>
                  <a:gd name="T1" fmla="*/ 151 h 162"/>
                  <a:gd name="T2" fmla="*/ 6 w 94"/>
                  <a:gd name="T3" fmla="*/ 124 h 162"/>
                  <a:gd name="T4" fmla="*/ 0 w 94"/>
                  <a:gd name="T5" fmla="*/ 124 h 162"/>
                  <a:gd name="T6" fmla="*/ 2 w 94"/>
                  <a:gd name="T7" fmla="*/ 158 h 162"/>
                  <a:gd name="T8" fmla="*/ 40 w 94"/>
                  <a:gd name="T9" fmla="*/ 162 h 162"/>
                  <a:gd name="T10" fmla="*/ 94 w 94"/>
                  <a:gd name="T11" fmla="*/ 118 h 162"/>
                  <a:gd name="T12" fmla="*/ 65 w 94"/>
                  <a:gd name="T13" fmla="*/ 75 h 162"/>
                  <a:gd name="T14" fmla="*/ 20 w 94"/>
                  <a:gd name="T15" fmla="*/ 35 h 162"/>
                  <a:gd name="T16" fmla="*/ 47 w 94"/>
                  <a:gd name="T17" fmla="*/ 9 h 162"/>
                  <a:gd name="T18" fmla="*/ 82 w 94"/>
                  <a:gd name="T19" fmla="*/ 36 h 162"/>
                  <a:gd name="T20" fmla="*/ 87 w 94"/>
                  <a:gd name="T21" fmla="*/ 36 h 162"/>
                  <a:gd name="T22" fmla="*/ 86 w 94"/>
                  <a:gd name="T23" fmla="*/ 4 h 162"/>
                  <a:gd name="T24" fmla="*/ 52 w 94"/>
                  <a:gd name="T25" fmla="*/ 0 h 162"/>
                  <a:gd name="T26" fmla="*/ 2 w 94"/>
                  <a:gd name="T27" fmla="*/ 40 h 162"/>
                  <a:gd name="T28" fmla="*/ 16 w 94"/>
                  <a:gd name="T29" fmla="*/ 71 h 162"/>
                  <a:gd name="T30" fmla="*/ 74 w 94"/>
                  <a:gd name="T31" fmla="*/ 122 h 162"/>
                  <a:gd name="T32" fmla="*/ 41 w 94"/>
                  <a:gd name="T33" fmla="*/ 15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41" y="151"/>
                    </a:moveTo>
                    <a:cubicBezTo>
                      <a:pt x="18" y="151"/>
                      <a:pt x="7" y="137"/>
                      <a:pt x="6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7" y="159"/>
                      <a:pt x="25" y="162"/>
                      <a:pt x="40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3" y="86"/>
                      <a:pt x="65" y="75"/>
                    </a:cubicBezTo>
                    <a:cubicBezTo>
                      <a:pt x="46" y="63"/>
                      <a:pt x="20" y="56"/>
                      <a:pt x="20" y="35"/>
                    </a:cubicBezTo>
                    <a:cubicBezTo>
                      <a:pt x="20" y="19"/>
                      <a:pt x="33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2" y="0"/>
                    </a:cubicBezTo>
                    <a:cubicBezTo>
                      <a:pt x="24" y="0"/>
                      <a:pt x="2" y="11"/>
                      <a:pt x="2" y="40"/>
                    </a:cubicBez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4" y="96"/>
                      <a:pt x="74" y="122"/>
                    </a:cubicBezTo>
                    <a:cubicBezTo>
                      <a:pt x="74" y="138"/>
                      <a:pt x="61" y="151"/>
                      <a:pt x="41" y="1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6" name="Freeform 22">
                <a:extLst>
                  <a:ext uri="{FF2B5EF4-FFF2-40B4-BE49-F238E27FC236}">
                    <a16:creationId xmlns:a16="http://schemas.microsoft.com/office/drawing/2014/main" id="{DD8E2ED2-D924-4796-8412-3A22A9C863D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87" y="7907"/>
                <a:ext cx="116" cy="119"/>
              </a:xfrm>
              <a:custGeom>
                <a:avLst/>
                <a:gdLst>
                  <a:gd name="T0" fmla="*/ 35 w 156"/>
                  <a:gd name="T1" fmla="*/ 147 h 160"/>
                  <a:gd name="T2" fmla="*/ 37 w 156"/>
                  <a:gd name="T3" fmla="*/ 136 h 160"/>
                  <a:gd name="T4" fmla="*/ 47 w 156"/>
                  <a:gd name="T5" fmla="*/ 108 h 160"/>
                  <a:gd name="T6" fmla="*/ 102 w 156"/>
                  <a:gd name="T7" fmla="*/ 108 h 160"/>
                  <a:gd name="T8" fmla="*/ 113 w 156"/>
                  <a:gd name="T9" fmla="*/ 138 h 160"/>
                  <a:gd name="T10" fmla="*/ 115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3 w 156"/>
                  <a:gd name="T25" fmla="*/ 0 h 160"/>
                  <a:gd name="T26" fmla="*/ 27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5 w 156"/>
                  <a:gd name="T37" fmla="*/ 147 h 160"/>
                  <a:gd name="T38" fmla="*/ 75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5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5" y="147"/>
                    </a:moveTo>
                    <a:cubicBezTo>
                      <a:pt x="35" y="144"/>
                      <a:pt x="36" y="140"/>
                      <a:pt x="37" y="136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3" y="140"/>
                      <a:pt x="115" y="144"/>
                      <a:pt x="115" y="148"/>
                    </a:cubicBezTo>
                    <a:cubicBezTo>
                      <a:pt x="115" y="154"/>
                      <a:pt x="106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2" y="155"/>
                      <a:pt x="35" y="154"/>
                      <a:pt x="35" y="147"/>
                    </a:cubicBezTo>
                    <a:moveTo>
                      <a:pt x="75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5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7" name="Freeform 23">
                <a:extLst>
                  <a:ext uri="{FF2B5EF4-FFF2-40B4-BE49-F238E27FC236}">
                    <a16:creationId xmlns:a16="http://schemas.microsoft.com/office/drawing/2014/main" id="{4D9C3AC8-F613-4730-AED5-538FD91739A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12" y="7908"/>
                <a:ext cx="101" cy="118"/>
              </a:xfrm>
              <a:custGeom>
                <a:avLst/>
                <a:gdLst>
                  <a:gd name="T0" fmla="*/ 39 w 136"/>
                  <a:gd name="T1" fmla="*/ 134 h 158"/>
                  <a:gd name="T2" fmla="*/ 39 w 136"/>
                  <a:gd name="T3" fmla="*/ 79 h 158"/>
                  <a:gd name="T4" fmla="*/ 39 w 136"/>
                  <a:gd name="T5" fmla="*/ 79 h 158"/>
                  <a:gd name="T6" fmla="*/ 81 w 136"/>
                  <a:gd name="T7" fmla="*/ 134 h 158"/>
                  <a:gd name="T8" fmla="*/ 89 w 136"/>
                  <a:gd name="T9" fmla="*/ 148 h 158"/>
                  <a:gd name="T10" fmla="*/ 76 w 136"/>
                  <a:gd name="T11" fmla="*/ 153 h 158"/>
                  <a:gd name="T12" fmla="*/ 76 w 136"/>
                  <a:gd name="T13" fmla="*/ 158 h 158"/>
                  <a:gd name="T14" fmla="*/ 136 w 136"/>
                  <a:gd name="T15" fmla="*/ 158 h 158"/>
                  <a:gd name="T16" fmla="*/ 136 w 136"/>
                  <a:gd name="T17" fmla="*/ 153 h 158"/>
                  <a:gd name="T18" fmla="*/ 100 w 136"/>
                  <a:gd name="T19" fmla="*/ 129 h 158"/>
                  <a:gd name="T20" fmla="*/ 54 w 136"/>
                  <a:gd name="T21" fmla="*/ 69 h 158"/>
                  <a:gd name="T22" fmla="*/ 95 w 136"/>
                  <a:gd name="T23" fmla="*/ 21 h 158"/>
                  <a:gd name="T24" fmla="*/ 127 w 136"/>
                  <a:gd name="T25" fmla="*/ 5 h 158"/>
                  <a:gd name="T26" fmla="*/ 127 w 136"/>
                  <a:gd name="T27" fmla="*/ 0 h 158"/>
                  <a:gd name="T28" fmla="*/ 76 w 136"/>
                  <a:gd name="T29" fmla="*/ 0 h 158"/>
                  <a:gd name="T30" fmla="*/ 76 w 136"/>
                  <a:gd name="T31" fmla="*/ 5 h 158"/>
                  <a:gd name="T32" fmla="*/ 88 w 136"/>
                  <a:gd name="T33" fmla="*/ 10 h 158"/>
                  <a:gd name="T34" fmla="*/ 83 w 136"/>
                  <a:gd name="T35" fmla="*/ 19 h 158"/>
                  <a:gd name="T36" fmla="*/ 39 w 136"/>
                  <a:gd name="T37" fmla="*/ 72 h 158"/>
                  <a:gd name="T38" fmla="*/ 39 w 136"/>
                  <a:gd name="T39" fmla="*/ 25 h 158"/>
                  <a:gd name="T40" fmla="*/ 58 w 136"/>
                  <a:gd name="T41" fmla="*/ 5 h 158"/>
                  <a:gd name="T42" fmla="*/ 58 w 136"/>
                  <a:gd name="T43" fmla="*/ 0 h 158"/>
                  <a:gd name="T44" fmla="*/ 0 w 136"/>
                  <a:gd name="T45" fmla="*/ 0 h 158"/>
                  <a:gd name="T46" fmla="*/ 0 w 136"/>
                  <a:gd name="T47" fmla="*/ 5 h 158"/>
                  <a:gd name="T48" fmla="*/ 19 w 136"/>
                  <a:gd name="T49" fmla="*/ 25 h 158"/>
                  <a:gd name="T50" fmla="*/ 19 w 136"/>
                  <a:gd name="T51" fmla="*/ 134 h 158"/>
                  <a:gd name="T52" fmla="*/ 0 w 136"/>
                  <a:gd name="T53" fmla="*/ 153 h 158"/>
                  <a:gd name="T54" fmla="*/ 0 w 136"/>
                  <a:gd name="T55" fmla="*/ 158 h 158"/>
                  <a:gd name="T56" fmla="*/ 58 w 136"/>
                  <a:gd name="T57" fmla="*/ 158 h 158"/>
                  <a:gd name="T58" fmla="*/ 58 w 136"/>
                  <a:gd name="T59" fmla="*/ 153 h 158"/>
                  <a:gd name="T60" fmla="*/ 39 w 136"/>
                  <a:gd name="T61" fmla="*/ 13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8">
                    <a:moveTo>
                      <a:pt x="39" y="134"/>
                    </a:moveTo>
                    <a:cubicBezTo>
                      <a:pt x="39" y="79"/>
                      <a:pt x="39" y="79"/>
                      <a:pt x="39" y="79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1"/>
                      <a:pt x="89" y="145"/>
                      <a:pt x="89" y="148"/>
                    </a:cubicBezTo>
                    <a:cubicBezTo>
                      <a:pt x="89" y="152"/>
                      <a:pt x="85" y="153"/>
                      <a:pt x="76" y="153"/>
                    </a:cubicBezTo>
                    <a:cubicBezTo>
                      <a:pt x="76" y="158"/>
                      <a:pt x="76" y="158"/>
                      <a:pt x="76" y="158"/>
                    </a:cubicBezTo>
                    <a:cubicBezTo>
                      <a:pt x="136" y="158"/>
                      <a:pt x="136" y="158"/>
                      <a:pt x="136" y="158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2"/>
                      <a:pt x="100" y="12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8"/>
                      <a:pt x="115" y="5"/>
                      <a:pt x="127" y="5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84" y="5"/>
                      <a:pt x="88" y="7"/>
                      <a:pt x="88" y="10"/>
                    </a:cubicBezTo>
                    <a:cubicBezTo>
                      <a:pt x="88" y="13"/>
                      <a:pt x="86" y="16"/>
                      <a:pt x="83" y="19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8" name="Freeform 24">
                <a:extLst>
                  <a:ext uri="{FF2B5EF4-FFF2-40B4-BE49-F238E27FC236}">
                    <a16:creationId xmlns:a16="http://schemas.microsoft.com/office/drawing/2014/main" id="{94C836B1-7410-49EC-9D8F-B9BA97CEEDD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16" y="7907"/>
                <a:ext cx="116" cy="119"/>
              </a:xfrm>
              <a:custGeom>
                <a:avLst/>
                <a:gdLst>
                  <a:gd name="T0" fmla="*/ 34 w 156"/>
                  <a:gd name="T1" fmla="*/ 147 h 160"/>
                  <a:gd name="T2" fmla="*/ 37 w 156"/>
                  <a:gd name="T3" fmla="*/ 136 h 160"/>
                  <a:gd name="T4" fmla="*/ 46 w 156"/>
                  <a:gd name="T5" fmla="*/ 108 h 160"/>
                  <a:gd name="T6" fmla="*/ 102 w 156"/>
                  <a:gd name="T7" fmla="*/ 108 h 160"/>
                  <a:gd name="T8" fmla="*/ 112 w 156"/>
                  <a:gd name="T9" fmla="*/ 138 h 160"/>
                  <a:gd name="T10" fmla="*/ 114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2 w 156"/>
                  <a:gd name="T25" fmla="*/ 0 h 160"/>
                  <a:gd name="T26" fmla="*/ 26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4 w 156"/>
                  <a:gd name="T37" fmla="*/ 147 h 160"/>
                  <a:gd name="T38" fmla="*/ 74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4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4" y="147"/>
                    </a:moveTo>
                    <a:cubicBezTo>
                      <a:pt x="34" y="144"/>
                      <a:pt x="36" y="140"/>
                      <a:pt x="37" y="136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40"/>
                      <a:pt x="114" y="144"/>
                      <a:pt x="114" y="148"/>
                    </a:cubicBezTo>
                    <a:cubicBezTo>
                      <a:pt x="114" y="154"/>
                      <a:pt x="105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1" y="155"/>
                      <a:pt x="34" y="154"/>
                      <a:pt x="34" y="147"/>
                    </a:cubicBezTo>
                    <a:moveTo>
                      <a:pt x="74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4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9" name="Freeform 25">
                <a:extLst>
                  <a:ext uri="{FF2B5EF4-FFF2-40B4-BE49-F238E27FC236}">
                    <a16:creationId xmlns:a16="http://schemas.microsoft.com/office/drawing/2014/main" id="{096160C0-ECF1-4A20-85A4-38A60599C65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41" y="7908"/>
                <a:ext cx="96" cy="118"/>
              </a:xfrm>
              <a:custGeom>
                <a:avLst/>
                <a:gdLst>
                  <a:gd name="T0" fmla="*/ 128 w 128"/>
                  <a:gd name="T1" fmla="*/ 80 h 158"/>
                  <a:gd name="T2" fmla="*/ 52 w 128"/>
                  <a:gd name="T3" fmla="*/ 0 h 158"/>
                  <a:gd name="T4" fmla="*/ 0 w 128"/>
                  <a:gd name="T5" fmla="*/ 0 h 158"/>
                  <a:gd name="T6" fmla="*/ 0 w 128"/>
                  <a:gd name="T7" fmla="*/ 5 h 158"/>
                  <a:gd name="T8" fmla="*/ 20 w 128"/>
                  <a:gd name="T9" fmla="*/ 25 h 158"/>
                  <a:gd name="T10" fmla="*/ 20 w 128"/>
                  <a:gd name="T11" fmla="*/ 134 h 158"/>
                  <a:gd name="T12" fmla="*/ 0 w 128"/>
                  <a:gd name="T13" fmla="*/ 153 h 158"/>
                  <a:gd name="T14" fmla="*/ 0 w 128"/>
                  <a:gd name="T15" fmla="*/ 158 h 158"/>
                  <a:gd name="T16" fmla="*/ 52 w 128"/>
                  <a:gd name="T17" fmla="*/ 158 h 158"/>
                  <a:gd name="T18" fmla="*/ 128 w 128"/>
                  <a:gd name="T19" fmla="*/ 80 h 158"/>
                  <a:gd name="T20" fmla="*/ 39 w 128"/>
                  <a:gd name="T21" fmla="*/ 129 h 158"/>
                  <a:gd name="T22" fmla="*/ 39 w 128"/>
                  <a:gd name="T23" fmla="*/ 30 h 158"/>
                  <a:gd name="T24" fmla="*/ 52 w 128"/>
                  <a:gd name="T25" fmla="*/ 10 h 158"/>
                  <a:gd name="T26" fmla="*/ 106 w 128"/>
                  <a:gd name="T27" fmla="*/ 80 h 158"/>
                  <a:gd name="T28" fmla="*/ 52 w 128"/>
                  <a:gd name="T29" fmla="*/ 149 h 158"/>
                  <a:gd name="T30" fmla="*/ 39 w 128"/>
                  <a:gd name="T31" fmla="*/ 1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158">
                    <a:moveTo>
                      <a:pt x="128" y="80"/>
                    </a:moveTo>
                    <a:cubicBezTo>
                      <a:pt x="128" y="9"/>
                      <a:pt x="89" y="0"/>
                      <a:pt x="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87" y="158"/>
                      <a:pt x="128" y="150"/>
                      <a:pt x="128" y="80"/>
                    </a:cubicBezTo>
                    <a:moveTo>
                      <a:pt x="39" y="1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1"/>
                      <a:pt x="41" y="10"/>
                      <a:pt x="52" y="10"/>
                    </a:cubicBezTo>
                    <a:cubicBezTo>
                      <a:pt x="94" y="10"/>
                      <a:pt x="106" y="36"/>
                      <a:pt x="106" y="80"/>
                    </a:cubicBezTo>
                    <a:cubicBezTo>
                      <a:pt x="106" y="127"/>
                      <a:pt x="90" y="149"/>
                      <a:pt x="52" y="149"/>
                    </a:cubicBezTo>
                    <a:cubicBezTo>
                      <a:pt x="41" y="149"/>
                      <a:pt x="39" y="146"/>
                      <a:pt x="39" y="1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0" name="Freeform 26">
                <a:extLst>
                  <a:ext uri="{FF2B5EF4-FFF2-40B4-BE49-F238E27FC236}">
                    <a16:creationId xmlns:a16="http://schemas.microsoft.com/office/drawing/2014/main" id="{FAF96E6B-382A-476A-B00A-3207697F653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7" y="7908"/>
                <a:ext cx="78" cy="118"/>
              </a:xfrm>
              <a:custGeom>
                <a:avLst/>
                <a:gdLst>
                  <a:gd name="T0" fmla="*/ 72 w 105"/>
                  <a:gd name="T1" fmla="*/ 149 h 158"/>
                  <a:gd name="T2" fmla="*/ 51 w 105"/>
                  <a:gd name="T3" fmla="*/ 149 h 158"/>
                  <a:gd name="T4" fmla="*/ 38 w 105"/>
                  <a:gd name="T5" fmla="*/ 129 h 158"/>
                  <a:gd name="T6" fmla="*/ 38 w 105"/>
                  <a:gd name="T7" fmla="*/ 80 h 158"/>
                  <a:gd name="T8" fmla="*/ 67 w 105"/>
                  <a:gd name="T9" fmla="*/ 80 h 158"/>
                  <a:gd name="T10" fmla="*/ 87 w 105"/>
                  <a:gd name="T11" fmla="*/ 100 h 158"/>
                  <a:gd name="T12" fmla="*/ 92 w 105"/>
                  <a:gd name="T13" fmla="*/ 100 h 158"/>
                  <a:gd name="T14" fmla="*/ 92 w 105"/>
                  <a:gd name="T15" fmla="*/ 51 h 158"/>
                  <a:gd name="T16" fmla="*/ 87 w 105"/>
                  <a:gd name="T17" fmla="*/ 51 h 158"/>
                  <a:gd name="T18" fmla="*/ 67 w 105"/>
                  <a:gd name="T19" fmla="*/ 71 h 158"/>
                  <a:gd name="T20" fmla="*/ 38 w 105"/>
                  <a:gd name="T21" fmla="*/ 71 h 158"/>
                  <a:gd name="T22" fmla="*/ 38 w 105"/>
                  <a:gd name="T23" fmla="*/ 30 h 158"/>
                  <a:gd name="T24" fmla="*/ 51 w 105"/>
                  <a:gd name="T25" fmla="*/ 10 h 158"/>
                  <a:gd name="T26" fmla="*/ 70 w 105"/>
                  <a:gd name="T27" fmla="*/ 10 h 158"/>
                  <a:gd name="T28" fmla="*/ 96 w 105"/>
                  <a:gd name="T29" fmla="*/ 29 h 158"/>
                  <a:gd name="T30" fmla="*/ 101 w 105"/>
                  <a:gd name="T31" fmla="*/ 29 h 158"/>
                  <a:gd name="T32" fmla="*/ 100 w 105"/>
                  <a:gd name="T33" fmla="*/ 0 h 158"/>
                  <a:gd name="T34" fmla="*/ 0 w 105"/>
                  <a:gd name="T35" fmla="*/ 0 h 158"/>
                  <a:gd name="T36" fmla="*/ 0 w 105"/>
                  <a:gd name="T37" fmla="*/ 5 h 158"/>
                  <a:gd name="T38" fmla="*/ 19 w 105"/>
                  <a:gd name="T39" fmla="*/ 25 h 158"/>
                  <a:gd name="T40" fmla="*/ 19 w 105"/>
                  <a:gd name="T41" fmla="*/ 134 h 158"/>
                  <a:gd name="T42" fmla="*/ 0 w 105"/>
                  <a:gd name="T43" fmla="*/ 153 h 158"/>
                  <a:gd name="T44" fmla="*/ 0 w 105"/>
                  <a:gd name="T45" fmla="*/ 158 h 158"/>
                  <a:gd name="T46" fmla="*/ 103 w 105"/>
                  <a:gd name="T47" fmla="*/ 158 h 158"/>
                  <a:gd name="T48" fmla="*/ 105 w 105"/>
                  <a:gd name="T49" fmla="*/ 127 h 158"/>
                  <a:gd name="T50" fmla="*/ 99 w 105"/>
                  <a:gd name="T51" fmla="*/ 127 h 158"/>
                  <a:gd name="T52" fmla="*/ 72 w 105"/>
                  <a:gd name="T53" fmla="*/ 14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72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8" y="147"/>
                      <a:pt x="38" y="129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82" y="80"/>
                      <a:pt x="87" y="87"/>
                      <a:pt x="87" y="100"/>
                    </a:cubicBezTo>
                    <a:cubicBezTo>
                      <a:pt x="92" y="100"/>
                      <a:pt x="92" y="100"/>
                      <a:pt x="92" y="100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67"/>
                      <a:pt x="82" y="71"/>
                      <a:pt x="67" y="71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12"/>
                      <a:pt x="39" y="10"/>
                      <a:pt x="5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6" y="10"/>
                      <a:pt x="93" y="15"/>
                      <a:pt x="96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1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3" y="158"/>
                      <a:pt x="103" y="158"/>
                      <a:pt x="103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6" y="143"/>
                      <a:pt x="89" y="149"/>
                      <a:pt x="72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1" name="Freeform 27">
                <a:extLst>
                  <a:ext uri="{FF2B5EF4-FFF2-40B4-BE49-F238E27FC236}">
                    <a16:creationId xmlns:a16="http://schemas.microsoft.com/office/drawing/2014/main" id="{667ACBAA-1192-460A-AE8D-A4BE27D004B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60" y="7908"/>
                <a:ext cx="133" cy="118"/>
              </a:xfrm>
              <a:custGeom>
                <a:avLst/>
                <a:gdLst>
                  <a:gd name="T0" fmla="*/ 141 w 178"/>
                  <a:gd name="T1" fmla="*/ 14 h 158"/>
                  <a:gd name="T2" fmla="*/ 141 w 178"/>
                  <a:gd name="T3" fmla="*/ 134 h 158"/>
                  <a:gd name="T4" fmla="*/ 121 w 178"/>
                  <a:gd name="T5" fmla="*/ 153 h 158"/>
                  <a:gd name="T6" fmla="*/ 121 w 178"/>
                  <a:gd name="T7" fmla="*/ 158 h 158"/>
                  <a:gd name="T8" fmla="*/ 178 w 178"/>
                  <a:gd name="T9" fmla="*/ 158 h 158"/>
                  <a:gd name="T10" fmla="*/ 178 w 178"/>
                  <a:gd name="T11" fmla="*/ 153 h 158"/>
                  <a:gd name="T12" fmla="*/ 159 w 178"/>
                  <a:gd name="T13" fmla="*/ 134 h 158"/>
                  <a:gd name="T14" fmla="*/ 159 w 178"/>
                  <a:gd name="T15" fmla="*/ 25 h 158"/>
                  <a:gd name="T16" fmla="*/ 178 w 178"/>
                  <a:gd name="T17" fmla="*/ 5 h 158"/>
                  <a:gd name="T18" fmla="*/ 178 w 178"/>
                  <a:gd name="T19" fmla="*/ 0 h 158"/>
                  <a:gd name="T20" fmla="*/ 133 w 178"/>
                  <a:gd name="T21" fmla="*/ 0 h 158"/>
                  <a:gd name="T22" fmla="*/ 90 w 178"/>
                  <a:gd name="T23" fmla="*/ 135 h 158"/>
                  <a:gd name="T24" fmla="*/ 89 w 178"/>
                  <a:gd name="T25" fmla="*/ 135 h 158"/>
                  <a:gd name="T26" fmla="*/ 46 w 178"/>
                  <a:gd name="T27" fmla="*/ 0 h 158"/>
                  <a:gd name="T28" fmla="*/ 0 w 178"/>
                  <a:gd name="T29" fmla="*/ 0 h 158"/>
                  <a:gd name="T30" fmla="*/ 0 w 178"/>
                  <a:gd name="T31" fmla="*/ 5 h 158"/>
                  <a:gd name="T32" fmla="*/ 19 w 178"/>
                  <a:gd name="T33" fmla="*/ 25 h 158"/>
                  <a:gd name="T34" fmla="*/ 19 w 178"/>
                  <a:gd name="T35" fmla="*/ 134 h 158"/>
                  <a:gd name="T36" fmla="*/ 0 w 178"/>
                  <a:gd name="T37" fmla="*/ 153 h 158"/>
                  <a:gd name="T38" fmla="*/ 0 w 178"/>
                  <a:gd name="T39" fmla="*/ 158 h 158"/>
                  <a:gd name="T40" fmla="*/ 51 w 178"/>
                  <a:gd name="T41" fmla="*/ 158 h 158"/>
                  <a:gd name="T42" fmla="*/ 51 w 178"/>
                  <a:gd name="T43" fmla="*/ 153 h 158"/>
                  <a:gd name="T44" fmla="*/ 32 w 178"/>
                  <a:gd name="T45" fmla="*/ 134 h 158"/>
                  <a:gd name="T46" fmla="*/ 32 w 178"/>
                  <a:gd name="T47" fmla="*/ 14 h 158"/>
                  <a:gd name="T48" fmla="*/ 32 w 178"/>
                  <a:gd name="T49" fmla="*/ 14 h 158"/>
                  <a:gd name="T50" fmla="*/ 78 w 178"/>
                  <a:gd name="T51" fmla="*/ 158 h 158"/>
                  <a:gd name="T52" fmla="*/ 94 w 178"/>
                  <a:gd name="T53" fmla="*/ 158 h 158"/>
                  <a:gd name="T54" fmla="*/ 140 w 178"/>
                  <a:gd name="T55" fmla="*/ 14 h 158"/>
                  <a:gd name="T56" fmla="*/ 141 w 178"/>
                  <a:gd name="T57" fmla="*/ 1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58">
                    <a:moveTo>
                      <a:pt x="141" y="14"/>
                    </a:moveTo>
                    <a:cubicBezTo>
                      <a:pt x="141" y="134"/>
                      <a:pt x="141" y="134"/>
                      <a:pt x="141" y="134"/>
                    </a:cubicBezTo>
                    <a:cubicBezTo>
                      <a:pt x="141" y="152"/>
                      <a:pt x="133" y="153"/>
                      <a:pt x="121" y="153"/>
                    </a:cubicBezTo>
                    <a:cubicBezTo>
                      <a:pt x="121" y="158"/>
                      <a:pt x="121" y="158"/>
                      <a:pt x="121" y="158"/>
                    </a:cubicBezTo>
                    <a:cubicBezTo>
                      <a:pt x="178" y="158"/>
                      <a:pt x="178" y="158"/>
                      <a:pt x="178" y="158"/>
                    </a:cubicBezTo>
                    <a:cubicBezTo>
                      <a:pt x="178" y="153"/>
                      <a:pt x="178" y="153"/>
                      <a:pt x="178" y="153"/>
                    </a:cubicBezTo>
                    <a:cubicBezTo>
                      <a:pt x="166" y="153"/>
                      <a:pt x="159" y="152"/>
                      <a:pt x="159" y="134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7"/>
                      <a:pt x="166" y="5"/>
                      <a:pt x="178" y="5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94" y="158"/>
                      <a:pt x="94" y="158"/>
                      <a:pt x="94" y="158"/>
                    </a:cubicBezTo>
                    <a:cubicBezTo>
                      <a:pt x="140" y="14"/>
                      <a:pt x="140" y="14"/>
                      <a:pt x="140" y="14"/>
                    </a:cubicBezTo>
                    <a:lnTo>
                      <a:pt x="14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2" name="Freeform 28">
                <a:extLst>
                  <a:ext uri="{FF2B5EF4-FFF2-40B4-BE49-F238E27FC236}">
                    <a16:creationId xmlns:a16="http://schemas.microsoft.com/office/drawing/2014/main" id="{5926C124-86F6-4981-A027-396C906830F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16" y="7908"/>
                <a:ext cx="44" cy="118"/>
              </a:xfrm>
              <a:custGeom>
                <a:avLst/>
                <a:gdLst>
                  <a:gd name="T0" fmla="*/ 0 w 58"/>
                  <a:gd name="T1" fmla="*/ 5 h 158"/>
                  <a:gd name="T2" fmla="*/ 19 w 58"/>
                  <a:gd name="T3" fmla="*/ 25 h 158"/>
                  <a:gd name="T4" fmla="*/ 19 w 58"/>
                  <a:gd name="T5" fmla="*/ 134 h 158"/>
                  <a:gd name="T6" fmla="*/ 0 w 58"/>
                  <a:gd name="T7" fmla="*/ 153 h 158"/>
                  <a:gd name="T8" fmla="*/ 0 w 58"/>
                  <a:gd name="T9" fmla="*/ 158 h 158"/>
                  <a:gd name="T10" fmla="*/ 58 w 58"/>
                  <a:gd name="T11" fmla="*/ 158 h 158"/>
                  <a:gd name="T12" fmla="*/ 58 w 58"/>
                  <a:gd name="T13" fmla="*/ 153 h 158"/>
                  <a:gd name="T14" fmla="*/ 39 w 58"/>
                  <a:gd name="T15" fmla="*/ 134 h 158"/>
                  <a:gd name="T16" fmla="*/ 39 w 58"/>
                  <a:gd name="T17" fmla="*/ 25 h 158"/>
                  <a:gd name="T18" fmla="*/ 58 w 58"/>
                  <a:gd name="T19" fmla="*/ 5 h 158"/>
                  <a:gd name="T20" fmla="*/ 58 w 58"/>
                  <a:gd name="T21" fmla="*/ 0 h 158"/>
                  <a:gd name="T22" fmla="*/ 0 w 58"/>
                  <a:gd name="T23" fmla="*/ 0 h 158"/>
                  <a:gd name="T24" fmla="*/ 0 w 58"/>
                  <a:gd name="T2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58">
                    <a:moveTo>
                      <a:pt x="0" y="5"/>
                    </a:move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3" name="Freeform 29">
                <a:extLst>
                  <a:ext uri="{FF2B5EF4-FFF2-40B4-BE49-F238E27FC236}">
                    <a16:creationId xmlns:a16="http://schemas.microsoft.com/office/drawing/2014/main" id="{FF0783DD-5044-4E5A-B11C-1E2CA99941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83" y="7908"/>
                <a:ext cx="78" cy="118"/>
              </a:xfrm>
              <a:custGeom>
                <a:avLst/>
                <a:gdLst>
                  <a:gd name="T0" fmla="*/ 100 w 105"/>
                  <a:gd name="T1" fmla="*/ 127 h 158"/>
                  <a:gd name="T2" fmla="*/ 73 w 105"/>
                  <a:gd name="T3" fmla="*/ 149 h 158"/>
                  <a:gd name="T4" fmla="*/ 51 w 105"/>
                  <a:gd name="T5" fmla="*/ 149 h 158"/>
                  <a:gd name="T6" fmla="*/ 39 w 105"/>
                  <a:gd name="T7" fmla="*/ 129 h 158"/>
                  <a:gd name="T8" fmla="*/ 39 w 105"/>
                  <a:gd name="T9" fmla="*/ 80 h 158"/>
                  <a:gd name="T10" fmla="*/ 68 w 105"/>
                  <a:gd name="T11" fmla="*/ 80 h 158"/>
                  <a:gd name="T12" fmla="*/ 88 w 105"/>
                  <a:gd name="T13" fmla="*/ 100 h 158"/>
                  <a:gd name="T14" fmla="*/ 93 w 105"/>
                  <a:gd name="T15" fmla="*/ 100 h 158"/>
                  <a:gd name="T16" fmla="*/ 93 w 105"/>
                  <a:gd name="T17" fmla="*/ 51 h 158"/>
                  <a:gd name="T18" fmla="*/ 88 w 105"/>
                  <a:gd name="T19" fmla="*/ 51 h 158"/>
                  <a:gd name="T20" fmla="*/ 68 w 105"/>
                  <a:gd name="T21" fmla="*/ 71 h 158"/>
                  <a:gd name="T22" fmla="*/ 39 w 105"/>
                  <a:gd name="T23" fmla="*/ 71 h 158"/>
                  <a:gd name="T24" fmla="*/ 39 w 105"/>
                  <a:gd name="T25" fmla="*/ 30 h 158"/>
                  <a:gd name="T26" fmla="*/ 51 w 105"/>
                  <a:gd name="T27" fmla="*/ 10 h 158"/>
                  <a:gd name="T28" fmla="*/ 71 w 105"/>
                  <a:gd name="T29" fmla="*/ 10 h 158"/>
                  <a:gd name="T30" fmla="*/ 97 w 105"/>
                  <a:gd name="T31" fmla="*/ 29 h 158"/>
                  <a:gd name="T32" fmla="*/ 102 w 105"/>
                  <a:gd name="T33" fmla="*/ 29 h 158"/>
                  <a:gd name="T34" fmla="*/ 101 w 105"/>
                  <a:gd name="T35" fmla="*/ 0 h 158"/>
                  <a:gd name="T36" fmla="*/ 0 w 105"/>
                  <a:gd name="T37" fmla="*/ 0 h 158"/>
                  <a:gd name="T38" fmla="*/ 0 w 105"/>
                  <a:gd name="T39" fmla="*/ 5 h 158"/>
                  <a:gd name="T40" fmla="*/ 20 w 105"/>
                  <a:gd name="T41" fmla="*/ 25 h 158"/>
                  <a:gd name="T42" fmla="*/ 20 w 105"/>
                  <a:gd name="T43" fmla="*/ 134 h 158"/>
                  <a:gd name="T44" fmla="*/ 0 w 105"/>
                  <a:gd name="T45" fmla="*/ 153 h 158"/>
                  <a:gd name="T46" fmla="*/ 0 w 105"/>
                  <a:gd name="T47" fmla="*/ 158 h 158"/>
                  <a:gd name="T48" fmla="*/ 104 w 105"/>
                  <a:gd name="T49" fmla="*/ 158 h 158"/>
                  <a:gd name="T50" fmla="*/ 105 w 105"/>
                  <a:gd name="T51" fmla="*/ 127 h 158"/>
                  <a:gd name="T52" fmla="*/ 100 w 105"/>
                  <a:gd name="T53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100" y="127"/>
                    </a:moveTo>
                    <a:cubicBezTo>
                      <a:pt x="97" y="143"/>
                      <a:pt x="90" y="149"/>
                      <a:pt x="73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7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2"/>
                      <a:pt x="40" y="10"/>
                      <a:pt x="5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87" y="10"/>
                      <a:pt x="94" y="15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lnTo>
                      <a:pt x="100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4" name="Freeform 30">
                <a:extLst>
                  <a:ext uri="{FF2B5EF4-FFF2-40B4-BE49-F238E27FC236}">
                    <a16:creationId xmlns:a16="http://schemas.microsoft.com/office/drawing/2014/main" id="{8FDFCC12-734F-4DEE-A641-C51E4857257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85" y="7908"/>
                <a:ext cx="105" cy="118"/>
              </a:xfrm>
              <a:custGeom>
                <a:avLst/>
                <a:gdLst>
                  <a:gd name="T0" fmla="*/ 90 w 141"/>
                  <a:gd name="T1" fmla="*/ 5 h 158"/>
                  <a:gd name="T2" fmla="*/ 109 w 141"/>
                  <a:gd name="T3" fmla="*/ 25 h 158"/>
                  <a:gd name="T4" fmla="*/ 109 w 141"/>
                  <a:gd name="T5" fmla="*/ 128 h 158"/>
                  <a:gd name="T6" fmla="*/ 109 w 141"/>
                  <a:gd name="T7" fmla="*/ 128 h 158"/>
                  <a:gd name="T8" fmla="*/ 40 w 141"/>
                  <a:gd name="T9" fmla="*/ 0 h 158"/>
                  <a:gd name="T10" fmla="*/ 0 w 141"/>
                  <a:gd name="T11" fmla="*/ 0 h 158"/>
                  <a:gd name="T12" fmla="*/ 0 w 141"/>
                  <a:gd name="T13" fmla="*/ 5 h 158"/>
                  <a:gd name="T14" fmla="*/ 19 w 141"/>
                  <a:gd name="T15" fmla="*/ 25 h 158"/>
                  <a:gd name="T16" fmla="*/ 19 w 141"/>
                  <a:gd name="T17" fmla="*/ 134 h 158"/>
                  <a:gd name="T18" fmla="*/ 0 w 141"/>
                  <a:gd name="T19" fmla="*/ 153 h 158"/>
                  <a:gd name="T20" fmla="*/ 0 w 141"/>
                  <a:gd name="T21" fmla="*/ 158 h 158"/>
                  <a:gd name="T22" fmla="*/ 51 w 141"/>
                  <a:gd name="T23" fmla="*/ 158 h 158"/>
                  <a:gd name="T24" fmla="*/ 51 w 141"/>
                  <a:gd name="T25" fmla="*/ 153 h 158"/>
                  <a:gd name="T26" fmla="*/ 32 w 141"/>
                  <a:gd name="T27" fmla="*/ 134 h 158"/>
                  <a:gd name="T28" fmla="*/ 32 w 141"/>
                  <a:gd name="T29" fmla="*/ 22 h 158"/>
                  <a:gd name="T30" fmla="*/ 33 w 141"/>
                  <a:gd name="T31" fmla="*/ 22 h 158"/>
                  <a:gd name="T32" fmla="*/ 105 w 141"/>
                  <a:gd name="T33" fmla="*/ 158 h 158"/>
                  <a:gd name="T34" fmla="*/ 122 w 141"/>
                  <a:gd name="T35" fmla="*/ 158 h 158"/>
                  <a:gd name="T36" fmla="*/ 122 w 141"/>
                  <a:gd name="T37" fmla="*/ 25 h 158"/>
                  <a:gd name="T38" fmla="*/ 141 w 141"/>
                  <a:gd name="T39" fmla="*/ 5 h 158"/>
                  <a:gd name="T40" fmla="*/ 141 w 141"/>
                  <a:gd name="T41" fmla="*/ 0 h 158"/>
                  <a:gd name="T42" fmla="*/ 90 w 141"/>
                  <a:gd name="T43" fmla="*/ 0 h 158"/>
                  <a:gd name="T44" fmla="*/ 90 w 141"/>
                  <a:gd name="T4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90" y="5"/>
                    </a:moveTo>
                    <a:cubicBezTo>
                      <a:pt x="102" y="5"/>
                      <a:pt x="109" y="7"/>
                      <a:pt x="109" y="25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2" y="7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9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5" name="Freeform 31">
                <a:extLst>
                  <a:ext uri="{FF2B5EF4-FFF2-40B4-BE49-F238E27FC236}">
                    <a16:creationId xmlns:a16="http://schemas.microsoft.com/office/drawing/2014/main" id="{8C402D29-FA56-438E-BEC7-8D455D92DAE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859" y="7508"/>
                <a:ext cx="457" cy="550"/>
              </a:xfrm>
              <a:custGeom>
                <a:avLst/>
                <a:gdLst>
                  <a:gd name="T0" fmla="*/ 597 w 614"/>
                  <a:gd name="T1" fmla="*/ 482 h 737"/>
                  <a:gd name="T2" fmla="*/ 611 w 614"/>
                  <a:gd name="T3" fmla="*/ 353 h 737"/>
                  <a:gd name="T4" fmla="*/ 588 w 614"/>
                  <a:gd name="T5" fmla="*/ 227 h 737"/>
                  <a:gd name="T6" fmla="*/ 510 w 614"/>
                  <a:gd name="T7" fmla="*/ 95 h 737"/>
                  <a:gd name="T8" fmla="*/ 379 w 614"/>
                  <a:gd name="T9" fmla="*/ 12 h 737"/>
                  <a:gd name="T10" fmla="*/ 248 w 614"/>
                  <a:gd name="T11" fmla="*/ 8 h 737"/>
                  <a:gd name="T12" fmla="*/ 131 w 614"/>
                  <a:gd name="T13" fmla="*/ 69 h 737"/>
                  <a:gd name="T14" fmla="*/ 39 w 614"/>
                  <a:gd name="T15" fmla="*/ 192 h 737"/>
                  <a:gd name="T16" fmla="*/ 2 w 614"/>
                  <a:gd name="T17" fmla="*/ 329 h 737"/>
                  <a:gd name="T18" fmla="*/ 9 w 614"/>
                  <a:gd name="T19" fmla="*/ 447 h 737"/>
                  <a:gd name="T20" fmla="*/ 52 w 614"/>
                  <a:gd name="T21" fmla="*/ 570 h 737"/>
                  <a:gd name="T22" fmla="*/ 155 w 614"/>
                  <a:gd name="T23" fmla="*/ 686 h 737"/>
                  <a:gd name="T24" fmla="*/ 300 w 614"/>
                  <a:gd name="T25" fmla="*/ 735 h 737"/>
                  <a:gd name="T26" fmla="*/ 428 w 614"/>
                  <a:gd name="T27" fmla="*/ 705 h 737"/>
                  <a:gd name="T28" fmla="*/ 549 w 614"/>
                  <a:gd name="T29" fmla="*/ 585 h 737"/>
                  <a:gd name="T30" fmla="*/ 568 w 614"/>
                  <a:gd name="T31" fmla="*/ 533 h 737"/>
                  <a:gd name="T32" fmla="*/ 596 w 614"/>
                  <a:gd name="T33" fmla="*/ 465 h 737"/>
                  <a:gd name="T34" fmla="*/ 605 w 614"/>
                  <a:gd name="T35" fmla="*/ 415 h 737"/>
                  <a:gd name="T36" fmla="*/ 607 w 614"/>
                  <a:gd name="T37" fmla="*/ 336 h 737"/>
                  <a:gd name="T38" fmla="*/ 584 w 614"/>
                  <a:gd name="T39" fmla="*/ 248 h 737"/>
                  <a:gd name="T40" fmla="*/ 565 w 614"/>
                  <a:gd name="T41" fmla="*/ 201 h 737"/>
                  <a:gd name="T42" fmla="*/ 531 w 614"/>
                  <a:gd name="T43" fmla="*/ 135 h 737"/>
                  <a:gd name="T44" fmla="*/ 500 w 614"/>
                  <a:gd name="T45" fmla="*/ 95 h 737"/>
                  <a:gd name="T46" fmla="*/ 471 w 614"/>
                  <a:gd name="T47" fmla="*/ 63 h 737"/>
                  <a:gd name="T48" fmla="*/ 433 w 614"/>
                  <a:gd name="T49" fmla="*/ 38 h 737"/>
                  <a:gd name="T50" fmla="*/ 348 w 614"/>
                  <a:gd name="T51" fmla="*/ 11 h 737"/>
                  <a:gd name="T52" fmla="*/ 281 w 614"/>
                  <a:gd name="T53" fmla="*/ 6 h 737"/>
                  <a:gd name="T54" fmla="*/ 219 w 614"/>
                  <a:gd name="T55" fmla="*/ 30 h 737"/>
                  <a:gd name="T56" fmla="*/ 175 w 614"/>
                  <a:gd name="T57" fmla="*/ 52 h 737"/>
                  <a:gd name="T58" fmla="*/ 135 w 614"/>
                  <a:gd name="T59" fmla="*/ 81 h 737"/>
                  <a:gd name="T60" fmla="*/ 98 w 614"/>
                  <a:gd name="T61" fmla="*/ 117 h 737"/>
                  <a:gd name="T62" fmla="*/ 55 w 614"/>
                  <a:gd name="T63" fmla="*/ 167 h 737"/>
                  <a:gd name="T64" fmla="*/ 41 w 614"/>
                  <a:gd name="T65" fmla="*/ 215 h 737"/>
                  <a:gd name="T66" fmla="*/ 21 w 614"/>
                  <a:gd name="T67" fmla="*/ 295 h 737"/>
                  <a:gd name="T68" fmla="*/ 15 w 614"/>
                  <a:gd name="T69" fmla="*/ 373 h 737"/>
                  <a:gd name="T70" fmla="*/ 13 w 614"/>
                  <a:gd name="T71" fmla="*/ 437 h 737"/>
                  <a:gd name="T72" fmla="*/ 33 w 614"/>
                  <a:gd name="T73" fmla="*/ 500 h 737"/>
                  <a:gd name="T74" fmla="*/ 52 w 614"/>
                  <a:gd name="T75" fmla="*/ 548 h 737"/>
                  <a:gd name="T76" fmla="*/ 76 w 614"/>
                  <a:gd name="T77" fmla="*/ 592 h 737"/>
                  <a:gd name="T78" fmla="*/ 127 w 614"/>
                  <a:gd name="T79" fmla="*/ 648 h 737"/>
                  <a:gd name="T80" fmla="*/ 152 w 614"/>
                  <a:gd name="T81" fmla="*/ 680 h 737"/>
                  <a:gd name="T82" fmla="*/ 202 w 614"/>
                  <a:gd name="T83" fmla="*/ 708 h 737"/>
                  <a:gd name="T84" fmla="*/ 254 w 614"/>
                  <a:gd name="T85" fmla="*/ 723 h 737"/>
                  <a:gd name="T86" fmla="*/ 331 w 614"/>
                  <a:gd name="T87" fmla="*/ 721 h 737"/>
                  <a:gd name="T88" fmla="*/ 394 w 614"/>
                  <a:gd name="T89" fmla="*/ 716 h 737"/>
                  <a:gd name="T90" fmla="*/ 445 w 614"/>
                  <a:gd name="T91" fmla="*/ 691 h 737"/>
                  <a:gd name="T92" fmla="*/ 487 w 614"/>
                  <a:gd name="T93" fmla="*/ 659 h 737"/>
                  <a:gd name="T94" fmla="*/ 519 w 614"/>
                  <a:gd name="T95" fmla="*/ 626 h 737"/>
                  <a:gd name="T96" fmla="*/ 535 w 614"/>
                  <a:gd name="T97" fmla="*/ 581 h 737"/>
                  <a:gd name="T98" fmla="*/ 429 w 614"/>
                  <a:gd name="T99" fmla="*/ 685 h 737"/>
                  <a:gd name="T100" fmla="*/ 300 w 614"/>
                  <a:gd name="T101" fmla="*/ 720 h 737"/>
                  <a:gd name="T102" fmla="*/ 182 w 614"/>
                  <a:gd name="T103" fmla="*/ 686 h 737"/>
                  <a:gd name="T104" fmla="*/ 76 w 614"/>
                  <a:gd name="T105" fmla="*/ 580 h 737"/>
                  <a:gd name="T106" fmla="*/ 29 w 614"/>
                  <a:gd name="T107" fmla="*/ 461 h 737"/>
                  <a:gd name="T108" fmla="*/ 19 w 614"/>
                  <a:gd name="T109" fmla="*/ 341 h 737"/>
                  <a:gd name="T110" fmla="*/ 55 w 614"/>
                  <a:gd name="T111" fmla="*/ 198 h 737"/>
                  <a:gd name="T112" fmla="*/ 144 w 614"/>
                  <a:gd name="T113" fmla="*/ 79 h 737"/>
                  <a:gd name="T114" fmla="*/ 255 w 614"/>
                  <a:gd name="T115" fmla="*/ 23 h 737"/>
                  <a:gd name="T116" fmla="*/ 375 w 614"/>
                  <a:gd name="T117" fmla="*/ 27 h 737"/>
                  <a:gd name="T118" fmla="*/ 499 w 614"/>
                  <a:gd name="T119" fmla="*/ 106 h 737"/>
                  <a:gd name="T120" fmla="*/ 574 w 614"/>
                  <a:gd name="T121" fmla="*/ 235 h 737"/>
                  <a:gd name="T122" fmla="*/ 595 w 614"/>
                  <a:gd name="T123" fmla="*/ 359 h 737"/>
                  <a:gd name="T124" fmla="*/ 580 w 614"/>
                  <a:gd name="T125" fmla="*/ 482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4" h="737">
                    <a:moveTo>
                      <a:pt x="542" y="602"/>
                    </a:move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6" y="598"/>
                      <a:pt x="549" y="595"/>
                      <a:pt x="551" y="591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4" y="587"/>
                      <a:pt x="555" y="583"/>
                      <a:pt x="556" y="579"/>
                    </a:cubicBezTo>
                    <a:cubicBezTo>
                      <a:pt x="556" y="579"/>
                      <a:pt x="556" y="579"/>
                      <a:pt x="556" y="579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62" y="573"/>
                      <a:pt x="566" y="567"/>
                      <a:pt x="568" y="556"/>
                    </a:cubicBezTo>
                    <a:cubicBezTo>
                      <a:pt x="568" y="556"/>
                      <a:pt x="568" y="556"/>
                      <a:pt x="568" y="556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74" y="550"/>
                      <a:pt x="578" y="544"/>
                      <a:pt x="579" y="533"/>
                    </a:cubicBezTo>
                    <a:cubicBezTo>
                      <a:pt x="579" y="533"/>
                      <a:pt x="579" y="533"/>
                      <a:pt x="579" y="533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2" y="529"/>
                      <a:pt x="584" y="526"/>
                      <a:pt x="586" y="521"/>
                    </a:cubicBezTo>
                    <a:cubicBezTo>
                      <a:pt x="586" y="521"/>
                      <a:pt x="586" y="521"/>
                      <a:pt x="586" y="521"/>
                    </a:cubicBezTo>
                    <a:cubicBezTo>
                      <a:pt x="587" y="518"/>
                      <a:pt x="588" y="513"/>
                      <a:pt x="589" y="508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93" y="502"/>
                      <a:pt x="596" y="495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600" y="477"/>
                      <a:pt x="602" y="471"/>
                      <a:pt x="602" y="462"/>
                    </a:cubicBezTo>
                    <a:cubicBezTo>
                      <a:pt x="602" y="461"/>
                      <a:pt x="602" y="460"/>
                      <a:pt x="602" y="459"/>
                    </a:cubicBezTo>
                    <a:cubicBezTo>
                      <a:pt x="602" y="459"/>
                      <a:pt x="602" y="459"/>
                      <a:pt x="602" y="459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5" y="454"/>
                      <a:pt x="606" y="450"/>
                      <a:pt x="607" y="446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3"/>
                      <a:pt x="607" y="441"/>
                      <a:pt x="607" y="440"/>
                    </a:cubicBezTo>
                    <a:cubicBezTo>
                      <a:pt x="607" y="437"/>
                      <a:pt x="607" y="435"/>
                      <a:pt x="607" y="433"/>
                    </a:cubicBezTo>
                    <a:cubicBezTo>
                      <a:pt x="607" y="432"/>
                      <a:pt x="607" y="432"/>
                      <a:pt x="607" y="432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9" y="427"/>
                      <a:pt x="611" y="422"/>
                      <a:pt x="611" y="416"/>
                    </a:cubicBezTo>
                    <a:cubicBezTo>
                      <a:pt x="611" y="414"/>
                      <a:pt x="610" y="411"/>
                      <a:pt x="610" y="407"/>
                    </a:cubicBezTo>
                    <a:cubicBezTo>
                      <a:pt x="610" y="407"/>
                      <a:pt x="610" y="407"/>
                      <a:pt x="610" y="407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2" y="402"/>
                      <a:pt x="613" y="398"/>
                      <a:pt x="613" y="393"/>
                    </a:cubicBezTo>
                    <a:cubicBezTo>
                      <a:pt x="613" y="389"/>
                      <a:pt x="612" y="386"/>
                      <a:pt x="611" y="382"/>
                    </a:cubicBezTo>
                    <a:cubicBezTo>
                      <a:pt x="611" y="382"/>
                      <a:pt x="611" y="382"/>
                      <a:pt x="611" y="382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3" y="377"/>
                      <a:pt x="614" y="373"/>
                      <a:pt x="614" y="368"/>
                    </a:cubicBezTo>
                    <a:cubicBezTo>
                      <a:pt x="614" y="368"/>
                      <a:pt x="614" y="368"/>
                      <a:pt x="614" y="368"/>
                    </a:cubicBezTo>
                    <a:cubicBezTo>
                      <a:pt x="614" y="367"/>
                      <a:pt x="614" y="367"/>
                      <a:pt x="614" y="367"/>
                    </a:cubicBezTo>
                    <a:cubicBezTo>
                      <a:pt x="613" y="364"/>
                      <a:pt x="613" y="360"/>
                      <a:pt x="611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2" y="350"/>
                      <a:pt x="613" y="348"/>
                      <a:pt x="613" y="344"/>
                    </a:cubicBezTo>
                    <a:cubicBezTo>
                      <a:pt x="613" y="340"/>
                      <a:pt x="612" y="335"/>
                      <a:pt x="610" y="330"/>
                    </a:cubicBezTo>
                    <a:cubicBezTo>
                      <a:pt x="610" y="329"/>
                      <a:pt x="610" y="329"/>
                      <a:pt x="610" y="329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5"/>
                      <a:pt x="611" y="323"/>
                      <a:pt x="611" y="320"/>
                    </a:cubicBezTo>
                    <a:cubicBezTo>
                      <a:pt x="611" y="316"/>
                      <a:pt x="610" y="310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0"/>
                      <a:pt x="607" y="298"/>
                      <a:pt x="607" y="296"/>
                    </a:cubicBezTo>
                    <a:cubicBezTo>
                      <a:pt x="607" y="294"/>
                      <a:pt x="607" y="293"/>
                      <a:pt x="607" y="291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6"/>
                      <a:pt x="604" y="282"/>
                      <a:pt x="602" y="278"/>
                    </a:cubicBezTo>
                    <a:cubicBezTo>
                      <a:pt x="602" y="278"/>
                      <a:pt x="602" y="278"/>
                      <a:pt x="602" y="278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5"/>
                      <a:pt x="602" y="273"/>
                      <a:pt x="602" y="272"/>
                    </a:cubicBezTo>
                    <a:cubicBezTo>
                      <a:pt x="602" y="267"/>
                      <a:pt x="601" y="260"/>
                      <a:pt x="596" y="253"/>
                    </a:cubicBezTo>
                    <a:cubicBezTo>
                      <a:pt x="596" y="253"/>
                      <a:pt x="596" y="253"/>
                      <a:pt x="596" y="253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0"/>
                      <a:pt x="596" y="249"/>
                      <a:pt x="596" y="248"/>
                    </a:cubicBezTo>
                    <a:cubicBezTo>
                      <a:pt x="596" y="243"/>
                      <a:pt x="594" y="236"/>
                      <a:pt x="589" y="229"/>
                    </a:cubicBezTo>
                    <a:cubicBezTo>
                      <a:pt x="589" y="229"/>
                      <a:pt x="589" y="229"/>
                      <a:pt x="589" y="229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6"/>
                      <a:pt x="588" y="226"/>
                      <a:pt x="588" y="226"/>
                    </a:cubicBezTo>
                    <a:cubicBezTo>
                      <a:pt x="588" y="223"/>
                      <a:pt x="587" y="219"/>
                      <a:pt x="586" y="215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4" y="211"/>
                      <a:pt x="582" y="207"/>
                      <a:pt x="579" y="204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8" y="196"/>
                      <a:pt x="576" y="189"/>
                      <a:pt x="569" y="180"/>
                    </a:cubicBezTo>
                    <a:cubicBezTo>
                      <a:pt x="569" y="180"/>
                      <a:pt x="569" y="180"/>
                      <a:pt x="569" y="180"/>
                    </a:cubicBezTo>
                    <a:cubicBezTo>
                      <a:pt x="568" y="179"/>
                      <a:pt x="568" y="179"/>
                      <a:pt x="568" y="179"/>
                    </a:cubicBezTo>
                    <a:cubicBezTo>
                      <a:pt x="568" y="178"/>
                      <a:pt x="568" y="178"/>
                      <a:pt x="568" y="178"/>
                    </a:cubicBezTo>
                    <a:cubicBezTo>
                      <a:pt x="567" y="172"/>
                      <a:pt x="564" y="165"/>
                      <a:pt x="557" y="158"/>
                    </a:cubicBezTo>
                    <a:cubicBezTo>
                      <a:pt x="556" y="158"/>
                      <a:pt x="556" y="158"/>
                      <a:pt x="556" y="158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5" y="156"/>
                      <a:pt x="555" y="156"/>
                      <a:pt x="555" y="156"/>
                    </a:cubicBezTo>
                    <a:cubicBezTo>
                      <a:pt x="555" y="153"/>
                      <a:pt x="554" y="149"/>
                      <a:pt x="551" y="145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48" y="141"/>
                      <a:pt x="546" y="138"/>
                      <a:pt x="542" y="135"/>
                    </a:cubicBezTo>
                    <a:cubicBezTo>
                      <a:pt x="542" y="135"/>
                      <a:pt x="542" y="135"/>
                      <a:pt x="542" y="135"/>
                    </a:cubicBezTo>
                    <a:cubicBezTo>
                      <a:pt x="541" y="134"/>
                      <a:pt x="541" y="134"/>
                      <a:pt x="541" y="134"/>
                    </a:cubicBezTo>
                    <a:cubicBezTo>
                      <a:pt x="541" y="133"/>
                      <a:pt x="541" y="133"/>
                      <a:pt x="541" y="133"/>
                    </a:cubicBezTo>
                    <a:cubicBezTo>
                      <a:pt x="540" y="127"/>
                      <a:pt x="536" y="121"/>
                      <a:pt x="527" y="115"/>
                    </a:cubicBezTo>
                    <a:cubicBezTo>
                      <a:pt x="527" y="114"/>
                      <a:pt x="527" y="114"/>
                      <a:pt x="527" y="114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4" y="107"/>
                      <a:pt x="519" y="101"/>
                      <a:pt x="510" y="95"/>
                    </a:cubicBezTo>
                    <a:cubicBezTo>
                      <a:pt x="510" y="95"/>
                      <a:pt x="510" y="95"/>
                      <a:pt x="510" y="95"/>
                    </a:cubicBezTo>
                    <a:cubicBezTo>
                      <a:pt x="509" y="94"/>
                      <a:pt x="509" y="94"/>
                      <a:pt x="509" y="94"/>
                    </a:cubicBezTo>
                    <a:cubicBezTo>
                      <a:pt x="509" y="93"/>
                      <a:pt x="509" y="93"/>
                      <a:pt x="509" y="93"/>
                    </a:cubicBezTo>
                    <a:cubicBezTo>
                      <a:pt x="507" y="90"/>
                      <a:pt x="505" y="87"/>
                      <a:pt x="502" y="84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499" y="81"/>
                      <a:pt x="495" y="78"/>
                      <a:pt x="491" y="76"/>
                    </a:cubicBezTo>
                    <a:cubicBezTo>
                      <a:pt x="491" y="76"/>
                      <a:pt x="491" y="76"/>
                      <a:pt x="491" y="76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87" y="69"/>
                      <a:pt x="482" y="63"/>
                      <a:pt x="471" y="59"/>
                    </a:cubicBezTo>
                    <a:cubicBezTo>
                      <a:pt x="471" y="59"/>
                      <a:pt x="471" y="59"/>
                      <a:pt x="471" y="59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67" y="53"/>
                      <a:pt x="461" y="48"/>
                      <a:pt x="450" y="45"/>
                    </a:cubicBezTo>
                    <a:cubicBezTo>
                      <a:pt x="450" y="44"/>
                      <a:pt x="450" y="44"/>
                      <a:pt x="450" y="44"/>
                    </a:cubicBezTo>
                    <a:cubicBezTo>
                      <a:pt x="449" y="44"/>
                      <a:pt x="449" y="44"/>
                      <a:pt x="449" y="44"/>
                    </a:cubicBezTo>
                    <a:cubicBezTo>
                      <a:pt x="449" y="43"/>
                      <a:pt x="449" y="43"/>
                      <a:pt x="449" y="43"/>
                    </a:cubicBezTo>
                    <a:cubicBezTo>
                      <a:pt x="446" y="41"/>
                      <a:pt x="444" y="38"/>
                      <a:pt x="440" y="36"/>
                    </a:cubicBezTo>
                    <a:cubicBezTo>
                      <a:pt x="440" y="36"/>
                      <a:pt x="440" y="36"/>
                      <a:pt x="440" y="36"/>
                    </a:cubicBezTo>
                    <a:cubicBezTo>
                      <a:pt x="436" y="34"/>
                      <a:pt x="432" y="32"/>
                      <a:pt x="427" y="31"/>
                    </a:cubicBezTo>
                    <a:cubicBezTo>
                      <a:pt x="427" y="31"/>
                      <a:pt x="427" y="31"/>
                      <a:pt x="427" y="31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1" y="26"/>
                      <a:pt x="414" y="21"/>
                      <a:pt x="403" y="20"/>
                    </a:cubicBezTo>
                    <a:cubicBezTo>
                      <a:pt x="403" y="20"/>
                      <a:pt x="403" y="20"/>
                      <a:pt x="403" y="20"/>
                    </a:cubicBezTo>
                    <a:cubicBezTo>
                      <a:pt x="402" y="20"/>
                      <a:pt x="402" y="20"/>
                      <a:pt x="402" y="20"/>
                    </a:cubicBezTo>
                    <a:cubicBezTo>
                      <a:pt x="401" y="19"/>
                      <a:pt x="401" y="19"/>
                      <a:pt x="401" y="19"/>
                    </a:cubicBezTo>
                    <a:cubicBezTo>
                      <a:pt x="397" y="15"/>
                      <a:pt x="390" y="12"/>
                      <a:pt x="379" y="12"/>
                    </a:cubicBezTo>
                    <a:cubicBezTo>
                      <a:pt x="379" y="12"/>
                      <a:pt x="379" y="12"/>
                      <a:pt x="379" y="12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4" y="9"/>
                      <a:pt x="371" y="7"/>
                      <a:pt x="366" y="6"/>
                    </a:cubicBezTo>
                    <a:cubicBezTo>
                      <a:pt x="366" y="6"/>
                      <a:pt x="366" y="6"/>
                      <a:pt x="366" y="6"/>
                    </a:cubicBezTo>
                    <a:cubicBezTo>
                      <a:pt x="363" y="6"/>
                      <a:pt x="360" y="5"/>
                      <a:pt x="357" y="5"/>
                    </a:cubicBezTo>
                    <a:cubicBezTo>
                      <a:pt x="355" y="5"/>
                      <a:pt x="354" y="5"/>
                      <a:pt x="352" y="5"/>
                    </a:cubicBezTo>
                    <a:cubicBezTo>
                      <a:pt x="352" y="5"/>
                      <a:pt x="352" y="5"/>
                      <a:pt x="352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0" y="5"/>
                      <a:pt x="350" y="5"/>
                      <a:pt x="350" y="5"/>
                    </a:cubicBezTo>
                    <a:cubicBezTo>
                      <a:pt x="347" y="3"/>
                      <a:pt x="342" y="1"/>
                      <a:pt x="335" y="1"/>
                    </a:cubicBezTo>
                    <a:cubicBezTo>
                      <a:pt x="333" y="1"/>
                      <a:pt x="330" y="2"/>
                      <a:pt x="327" y="2"/>
                    </a:cubicBezTo>
                    <a:cubicBezTo>
                      <a:pt x="327" y="2"/>
                      <a:pt x="327" y="2"/>
                      <a:pt x="327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1" y="1"/>
                      <a:pt x="318" y="0"/>
                      <a:pt x="313" y="0"/>
                    </a:cubicBezTo>
                    <a:cubicBezTo>
                      <a:pt x="309" y="0"/>
                      <a:pt x="305" y="0"/>
                      <a:pt x="301" y="2"/>
                    </a:cubicBezTo>
                    <a:cubicBezTo>
                      <a:pt x="301" y="2"/>
                      <a:pt x="301" y="2"/>
                      <a:pt x="301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6" y="1"/>
                      <a:pt x="293" y="0"/>
                      <a:pt x="290" y="0"/>
                    </a:cubicBezTo>
                    <a:cubicBezTo>
                      <a:pt x="289" y="0"/>
                      <a:pt x="288" y="0"/>
                      <a:pt x="287" y="0"/>
                    </a:cubicBezTo>
                    <a:cubicBezTo>
                      <a:pt x="287" y="0"/>
                      <a:pt x="287" y="0"/>
                      <a:pt x="287" y="0"/>
                    </a:cubicBezTo>
                    <a:cubicBezTo>
                      <a:pt x="283" y="1"/>
                      <a:pt x="279" y="1"/>
                      <a:pt x="274" y="4"/>
                    </a:cubicBezTo>
                    <a:cubicBezTo>
                      <a:pt x="274" y="4"/>
                      <a:pt x="274" y="4"/>
                      <a:pt x="274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0" y="3"/>
                      <a:pt x="268" y="3"/>
                      <a:pt x="266" y="3"/>
                    </a:cubicBezTo>
                    <a:cubicBezTo>
                      <a:pt x="261" y="3"/>
                      <a:pt x="255" y="4"/>
                      <a:pt x="248" y="8"/>
                    </a:cubicBezTo>
                    <a:cubicBezTo>
                      <a:pt x="248" y="8"/>
                      <a:pt x="248" y="8"/>
                      <a:pt x="248" y="8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5" y="8"/>
                      <a:pt x="244" y="8"/>
                      <a:pt x="243" y="8"/>
                    </a:cubicBezTo>
                    <a:cubicBezTo>
                      <a:pt x="238" y="8"/>
                      <a:pt x="231" y="10"/>
                      <a:pt x="223" y="15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2" y="16"/>
                      <a:pt x="222" y="16"/>
                      <a:pt x="222" y="16"/>
                    </a:cubicBezTo>
                    <a:cubicBezTo>
                      <a:pt x="221" y="16"/>
                      <a:pt x="221" y="16"/>
                      <a:pt x="221" y="16"/>
                    </a:cubicBezTo>
                    <a:cubicBezTo>
                      <a:pt x="221" y="16"/>
                      <a:pt x="221" y="16"/>
                      <a:pt x="220" y="16"/>
                    </a:cubicBezTo>
                    <a:cubicBezTo>
                      <a:pt x="217" y="16"/>
                      <a:pt x="213" y="17"/>
                      <a:pt x="210" y="18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5" y="20"/>
                      <a:pt x="202" y="22"/>
                      <a:pt x="198" y="25"/>
                    </a:cubicBezTo>
                    <a:cubicBezTo>
                      <a:pt x="198" y="25"/>
                      <a:pt x="198" y="25"/>
                      <a:pt x="198" y="25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0" y="27"/>
                      <a:pt x="183" y="29"/>
                      <a:pt x="175" y="37"/>
                    </a:cubicBezTo>
                    <a:cubicBezTo>
                      <a:pt x="175" y="37"/>
                      <a:pt x="175" y="37"/>
                      <a:pt x="175" y="37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67" y="39"/>
                      <a:pt x="160" y="43"/>
                      <a:pt x="153" y="51"/>
                    </a:cubicBezTo>
                    <a:cubicBezTo>
                      <a:pt x="153" y="51"/>
                      <a:pt x="153" y="51"/>
                      <a:pt x="153" y="51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48" y="53"/>
                      <a:pt x="145" y="55"/>
                      <a:pt x="141" y="58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37" y="61"/>
                      <a:pt x="135" y="64"/>
                      <a:pt x="132" y="68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30" y="69"/>
                      <a:pt x="130" y="69"/>
                      <a:pt x="130" y="69"/>
                    </a:cubicBezTo>
                    <a:cubicBezTo>
                      <a:pt x="125" y="71"/>
                      <a:pt x="119" y="75"/>
                      <a:pt x="113" y="85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06" y="89"/>
                      <a:pt x="100" y="94"/>
                      <a:pt x="96" y="104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1" y="107"/>
                      <a:pt x="88" y="109"/>
                      <a:pt x="85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2" y="117"/>
                      <a:pt x="80" y="120"/>
                      <a:pt x="79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8" y="126"/>
                      <a:pt x="78" y="126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2" y="130"/>
                      <a:pt x="67" y="135"/>
                      <a:pt x="64" y="146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58" y="151"/>
                      <a:pt x="54" y="157"/>
                      <a:pt x="51" y="168"/>
                    </a:cubicBezTo>
                    <a:cubicBezTo>
                      <a:pt x="51" y="168"/>
                      <a:pt x="51" y="168"/>
                      <a:pt x="51" y="168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48" y="172"/>
                      <a:pt x="45" y="175"/>
                      <a:pt x="43" y="179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1" y="184"/>
                      <a:pt x="40" y="187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4" y="198"/>
                      <a:pt x="30" y="205"/>
                      <a:pt x="29" y="216"/>
                    </a:cubicBezTo>
                    <a:cubicBezTo>
                      <a:pt x="29" y="216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29" y="218"/>
                      <a:pt x="29" y="218"/>
                      <a:pt x="29" y="218"/>
                    </a:cubicBezTo>
                    <a:cubicBezTo>
                      <a:pt x="24" y="222"/>
                      <a:pt x="21" y="229"/>
                      <a:pt x="21" y="240"/>
                    </a:cubicBezTo>
                    <a:cubicBezTo>
                      <a:pt x="21" y="240"/>
                      <a:pt x="21" y="240"/>
                      <a:pt x="21" y="240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0" y="242"/>
                      <a:pt x="20" y="242"/>
                      <a:pt x="20" y="242"/>
                    </a:cubicBezTo>
                    <a:cubicBezTo>
                      <a:pt x="18" y="244"/>
                      <a:pt x="17" y="248"/>
                      <a:pt x="15" y="252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4" y="256"/>
                      <a:pt x="14" y="259"/>
                      <a:pt x="14" y="263"/>
                    </a:cubicBezTo>
                    <a:cubicBezTo>
                      <a:pt x="14" y="264"/>
                      <a:pt x="14" y="265"/>
                      <a:pt x="14" y="265"/>
                    </a:cubicBezTo>
                    <a:cubicBezTo>
                      <a:pt x="14" y="266"/>
                      <a:pt x="14" y="266"/>
                      <a:pt x="14" y="266"/>
                    </a:cubicBezTo>
                    <a:cubicBezTo>
                      <a:pt x="14" y="267"/>
                      <a:pt x="14" y="267"/>
                      <a:pt x="14" y="267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1" y="272"/>
                      <a:pt x="8" y="277"/>
                      <a:pt x="8" y="285"/>
                    </a:cubicBezTo>
                    <a:cubicBezTo>
                      <a:pt x="8" y="287"/>
                      <a:pt x="9" y="289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6" y="296"/>
                      <a:pt x="4" y="301"/>
                      <a:pt x="4" y="308"/>
                    </a:cubicBezTo>
                    <a:cubicBezTo>
                      <a:pt x="4" y="310"/>
                      <a:pt x="5" y="313"/>
                      <a:pt x="5" y="316"/>
                    </a:cubicBezTo>
                    <a:cubicBezTo>
                      <a:pt x="5" y="316"/>
                      <a:pt x="5" y="316"/>
                      <a:pt x="5" y="316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3" y="321"/>
                      <a:pt x="2" y="325"/>
                      <a:pt x="2" y="329"/>
                    </a:cubicBezTo>
                    <a:cubicBezTo>
                      <a:pt x="2" y="329"/>
                      <a:pt x="2" y="329"/>
                      <a:pt x="2" y="329"/>
                    </a:cubicBezTo>
                    <a:cubicBezTo>
                      <a:pt x="1" y="330"/>
                      <a:pt x="1" y="331"/>
                      <a:pt x="1" y="332"/>
                    </a:cubicBezTo>
                    <a:cubicBezTo>
                      <a:pt x="1" y="335"/>
                      <a:pt x="2" y="339"/>
                      <a:pt x="3" y="342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3" y="344"/>
                      <a:pt x="3" y="344"/>
                      <a:pt x="3" y="344"/>
                    </a:cubicBezTo>
                    <a:cubicBezTo>
                      <a:pt x="2" y="344"/>
                      <a:pt x="2" y="344"/>
                      <a:pt x="2" y="344"/>
                    </a:cubicBezTo>
                    <a:cubicBezTo>
                      <a:pt x="1" y="348"/>
                      <a:pt x="0" y="351"/>
                      <a:pt x="0" y="356"/>
                    </a:cubicBezTo>
                    <a:cubicBezTo>
                      <a:pt x="0" y="359"/>
                      <a:pt x="1" y="363"/>
                      <a:pt x="2" y="368"/>
                    </a:cubicBezTo>
                    <a:cubicBezTo>
                      <a:pt x="2" y="368"/>
                      <a:pt x="2" y="368"/>
                      <a:pt x="2" y="368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1" y="373"/>
                      <a:pt x="0" y="376"/>
                      <a:pt x="0" y="380"/>
                    </a:cubicBezTo>
                    <a:cubicBezTo>
                      <a:pt x="0" y="384"/>
                      <a:pt x="1" y="388"/>
                      <a:pt x="3" y="393"/>
                    </a:cubicBezTo>
                    <a:cubicBezTo>
                      <a:pt x="3" y="394"/>
                      <a:pt x="3" y="394"/>
                      <a:pt x="3" y="394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2" y="398"/>
                      <a:pt x="1" y="401"/>
                      <a:pt x="1" y="404"/>
                    </a:cubicBezTo>
                    <a:cubicBezTo>
                      <a:pt x="1" y="405"/>
                      <a:pt x="1" y="406"/>
                      <a:pt x="2" y="407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12"/>
                      <a:pt x="3" y="416"/>
                      <a:pt x="5" y="420"/>
                    </a:cubicBezTo>
                    <a:cubicBezTo>
                      <a:pt x="5" y="420"/>
                      <a:pt x="5" y="420"/>
                      <a:pt x="5" y="420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4"/>
                      <a:pt x="4" y="426"/>
                      <a:pt x="4" y="428"/>
                    </a:cubicBezTo>
                    <a:cubicBezTo>
                      <a:pt x="4" y="433"/>
                      <a:pt x="5" y="439"/>
                      <a:pt x="9" y="445"/>
                    </a:cubicBezTo>
                    <a:cubicBezTo>
                      <a:pt x="9" y="445"/>
                      <a:pt x="9" y="445"/>
                      <a:pt x="9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9"/>
                      <a:pt x="8" y="450"/>
                      <a:pt x="8" y="452"/>
                    </a:cubicBezTo>
                    <a:cubicBezTo>
                      <a:pt x="8" y="457"/>
                      <a:pt x="10" y="463"/>
                      <a:pt x="14" y="470"/>
                    </a:cubicBezTo>
                    <a:cubicBezTo>
                      <a:pt x="14" y="470"/>
                      <a:pt x="14" y="470"/>
                      <a:pt x="14" y="470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3"/>
                      <a:pt x="14" y="475"/>
                      <a:pt x="14" y="476"/>
                    </a:cubicBezTo>
                    <a:cubicBezTo>
                      <a:pt x="14" y="478"/>
                      <a:pt x="14" y="481"/>
                      <a:pt x="15" y="484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7" y="489"/>
                      <a:pt x="18" y="492"/>
                      <a:pt x="21" y="496"/>
                    </a:cubicBezTo>
                    <a:cubicBezTo>
                      <a:pt x="21" y="496"/>
                      <a:pt x="21" y="496"/>
                      <a:pt x="21" y="496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1" y="499"/>
                      <a:pt x="21" y="499"/>
                      <a:pt x="21" y="500"/>
                    </a:cubicBezTo>
                    <a:cubicBezTo>
                      <a:pt x="21" y="505"/>
                      <a:pt x="23" y="512"/>
                      <a:pt x="29" y="520"/>
                    </a:cubicBezTo>
                    <a:cubicBezTo>
                      <a:pt x="29" y="520"/>
                      <a:pt x="29" y="520"/>
                      <a:pt x="29" y="520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3"/>
                      <a:pt x="30" y="523"/>
                    </a:cubicBezTo>
                    <a:cubicBezTo>
                      <a:pt x="30" y="529"/>
                      <a:pt x="32" y="536"/>
                      <a:pt x="39" y="544"/>
                    </a:cubicBezTo>
                    <a:cubicBezTo>
                      <a:pt x="39" y="544"/>
                      <a:pt x="39" y="544"/>
                      <a:pt x="39" y="544"/>
                    </a:cubicBezTo>
                    <a:cubicBezTo>
                      <a:pt x="40" y="545"/>
                      <a:pt x="40" y="545"/>
                      <a:pt x="40" y="545"/>
                    </a:cubicBezTo>
                    <a:cubicBezTo>
                      <a:pt x="40" y="546"/>
                      <a:pt x="40" y="546"/>
                      <a:pt x="40" y="546"/>
                    </a:cubicBezTo>
                    <a:cubicBezTo>
                      <a:pt x="40" y="549"/>
                      <a:pt x="41" y="553"/>
                      <a:pt x="43" y="557"/>
                    </a:cubicBezTo>
                    <a:cubicBezTo>
                      <a:pt x="43" y="557"/>
                      <a:pt x="43" y="557"/>
                      <a:pt x="43" y="557"/>
                    </a:cubicBezTo>
                    <a:cubicBezTo>
                      <a:pt x="45" y="560"/>
                      <a:pt x="47" y="564"/>
                      <a:pt x="51" y="568"/>
                    </a:cubicBezTo>
                    <a:cubicBezTo>
                      <a:pt x="51" y="568"/>
                      <a:pt x="51" y="568"/>
                      <a:pt x="51" y="568"/>
                    </a:cubicBezTo>
                    <a:cubicBezTo>
                      <a:pt x="52" y="569"/>
                      <a:pt x="52" y="569"/>
                      <a:pt x="52" y="569"/>
                    </a:cubicBezTo>
                    <a:cubicBezTo>
                      <a:pt x="52" y="570"/>
                      <a:pt x="52" y="570"/>
                      <a:pt x="52" y="570"/>
                    </a:cubicBezTo>
                    <a:cubicBezTo>
                      <a:pt x="53" y="576"/>
                      <a:pt x="56" y="583"/>
                      <a:pt x="64" y="590"/>
                    </a:cubicBezTo>
                    <a:cubicBezTo>
                      <a:pt x="64" y="590"/>
                      <a:pt x="64" y="590"/>
                      <a:pt x="64" y="590"/>
                    </a:cubicBezTo>
                    <a:cubicBezTo>
                      <a:pt x="65" y="591"/>
                      <a:pt x="65" y="591"/>
                      <a:pt x="65" y="591"/>
                    </a:cubicBezTo>
                    <a:cubicBezTo>
                      <a:pt x="65" y="592"/>
                      <a:pt x="65" y="592"/>
                      <a:pt x="65" y="592"/>
                    </a:cubicBezTo>
                    <a:cubicBezTo>
                      <a:pt x="66" y="598"/>
                      <a:pt x="70" y="604"/>
                      <a:pt x="78" y="611"/>
                    </a:cubicBezTo>
                    <a:cubicBezTo>
                      <a:pt x="78" y="611"/>
                      <a:pt x="78" y="611"/>
                      <a:pt x="78" y="611"/>
                    </a:cubicBezTo>
                    <a:cubicBezTo>
                      <a:pt x="79" y="613"/>
                      <a:pt x="79" y="613"/>
                      <a:pt x="79" y="613"/>
                    </a:cubicBezTo>
                    <a:cubicBezTo>
                      <a:pt x="80" y="613"/>
                      <a:pt x="80" y="613"/>
                      <a:pt x="80" y="613"/>
                    </a:cubicBezTo>
                    <a:cubicBezTo>
                      <a:pt x="80" y="616"/>
                      <a:pt x="82" y="620"/>
                      <a:pt x="85" y="623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8" y="627"/>
                      <a:pt x="91" y="630"/>
                      <a:pt x="95" y="632"/>
                    </a:cubicBezTo>
                    <a:cubicBezTo>
                      <a:pt x="95" y="632"/>
                      <a:pt x="95" y="632"/>
                      <a:pt x="95" y="632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8" y="640"/>
                      <a:pt x="103" y="646"/>
                      <a:pt x="113" y="651"/>
                    </a:cubicBezTo>
                    <a:cubicBezTo>
                      <a:pt x="113" y="651"/>
                      <a:pt x="113" y="651"/>
                      <a:pt x="113" y="651"/>
                    </a:cubicBezTo>
                    <a:cubicBezTo>
                      <a:pt x="114" y="652"/>
                      <a:pt x="114" y="652"/>
                      <a:pt x="114" y="652"/>
                    </a:cubicBezTo>
                    <a:cubicBezTo>
                      <a:pt x="114" y="653"/>
                      <a:pt x="114" y="653"/>
                      <a:pt x="114" y="653"/>
                    </a:cubicBezTo>
                    <a:cubicBezTo>
                      <a:pt x="117" y="658"/>
                      <a:pt x="122" y="664"/>
                      <a:pt x="132" y="668"/>
                    </a:cubicBezTo>
                    <a:cubicBezTo>
                      <a:pt x="132" y="668"/>
                      <a:pt x="132" y="668"/>
                      <a:pt x="132" y="668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5" y="673"/>
                      <a:pt x="137" y="676"/>
                      <a:pt x="141" y="679"/>
                    </a:cubicBezTo>
                    <a:cubicBezTo>
                      <a:pt x="141" y="679"/>
                      <a:pt x="141" y="679"/>
                      <a:pt x="141" y="679"/>
                    </a:cubicBezTo>
                    <a:cubicBezTo>
                      <a:pt x="144" y="681"/>
                      <a:pt x="148" y="683"/>
                      <a:pt x="153" y="685"/>
                    </a:cubicBezTo>
                    <a:cubicBezTo>
                      <a:pt x="153" y="685"/>
                      <a:pt x="153" y="685"/>
                      <a:pt x="153" y="685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8" y="691"/>
                      <a:pt x="164" y="696"/>
                      <a:pt x="175" y="699"/>
                    </a:cubicBezTo>
                    <a:cubicBezTo>
                      <a:pt x="175" y="699"/>
                      <a:pt x="175" y="699"/>
                      <a:pt x="175" y="699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80" y="705"/>
                      <a:pt x="187" y="709"/>
                      <a:pt x="198" y="711"/>
                    </a:cubicBezTo>
                    <a:cubicBezTo>
                      <a:pt x="198" y="711"/>
                      <a:pt x="198" y="711"/>
                      <a:pt x="198" y="711"/>
                    </a:cubicBezTo>
                    <a:cubicBezTo>
                      <a:pt x="199" y="711"/>
                      <a:pt x="199" y="711"/>
                      <a:pt x="199" y="711"/>
                    </a:cubicBezTo>
                    <a:cubicBezTo>
                      <a:pt x="200" y="712"/>
                      <a:pt x="200" y="712"/>
                      <a:pt x="200" y="712"/>
                    </a:cubicBezTo>
                    <a:cubicBezTo>
                      <a:pt x="202" y="714"/>
                      <a:pt x="205" y="716"/>
                      <a:pt x="210" y="718"/>
                    </a:cubicBezTo>
                    <a:cubicBezTo>
                      <a:pt x="210" y="718"/>
                      <a:pt x="210" y="718"/>
                      <a:pt x="210" y="718"/>
                    </a:cubicBezTo>
                    <a:cubicBezTo>
                      <a:pt x="213" y="720"/>
                      <a:pt x="217" y="720"/>
                      <a:pt x="223" y="721"/>
                    </a:cubicBezTo>
                    <a:cubicBezTo>
                      <a:pt x="223" y="721"/>
                      <a:pt x="223" y="721"/>
                      <a:pt x="223" y="721"/>
                    </a:cubicBezTo>
                    <a:cubicBezTo>
                      <a:pt x="225" y="721"/>
                      <a:pt x="225" y="721"/>
                      <a:pt x="225" y="721"/>
                    </a:cubicBezTo>
                    <a:cubicBezTo>
                      <a:pt x="225" y="722"/>
                      <a:pt x="225" y="722"/>
                      <a:pt x="225" y="722"/>
                    </a:cubicBezTo>
                    <a:cubicBezTo>
                      <a:pt x="229" y="725"/>
                      <a:pt x="236" y="728"/>
                      <a:pt x="246" y="728"/>
                    </a:cubicBezTo>
                    <a:cubicBezTo>
                      <a:pt x="247" y="728"/>
                      <a:pt x="247" y="728"/>
                      <a:pt x="248" y="728"/>
                    </a:cubicBezTo>
                    <a:cubicBezTo>
                      <a:pt x="248" y="728"/>
                      <a:pt x="248" y="728"/>
                      <a:pt x="248" y="728"/>
                    </a:cubicBezTo>
                    <a:cubicBezTo>
                      <a:pt x="250" y="728"/>
                      <a:pt x="250" y="728"/>
                      <a:pt x="250" y="728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254" y="731"/>
                      <a:pt x="259" y="733"/>
                      <a:pt x="267" y="733"/>
                    </a:cubicBezTo>
                    <a:cubicBezTo>
                      <a:pt x="269" y="733"/>
                      <a:pt x="271" y="733"/>
                      <a:pt x="273" y="733"/>
                    </a:cubicBezTo>
                    <a:cubicBezTo>
                      <a:pt x="273" y="733"/>
                      <a:pt x="273" y="733"/>
                      <a:pt x="273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8" y="735"/>
                      <a:pt x="282" y="736"/>
                      <a:pt x="287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9" y="736"/>
                      <a:pt x="289" y="736"/>
                      <a:pt x="290" y="736"/>
                    </a:cubicBezTo>
                    <a:cubicBezTo>
                      <a:pt x="293" y="736"/>
                      <a:pt x="296" y="736"/>
                      <a:pt x="300" y="735"/>
                    </a:cubicBezTo>
                    <a:cubicBezTo>
                      <a:pt x="300" y="735"/>
                      <a:pt x="300" y="735"/>
                      <a:pt x="300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5" y="736"/>
                      <a:pt x="308" y="737"/>
                      <a:pt x="312" y="737"/>
                    </a:cubicBezTo>
                    <a:cubicBezTo>
                      <a:pt x="316" y="737"/>
                      <a:pt x="321" y="736"/>
                      <a:pt x="326" y="734"/>
                    </a:cubicBezTo>
                    <a:cubicBezTo>
                      <a:pt x="326" y="734"/>
                      <a:pt x="326" y="734"/>
                      <a:pt x="326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30" y="735"/>
                      <a:pt x="333" y="735"/>
                      <a:pt x="336" y="735"/>
                    </a:cubicBezTo>
                    <a:cubicBezTo>
                      <a:pt x="340" y="735"/>
                      <a:pt x="346" y="734"/>
                      <a:pt x="352" y="731"/>
                    </a:cubicBezTo>
                    <a:cubicBezTo>
                      <a:pt x="352" y="731"/>
                      <a:pt x="352" y="731"/>
                      <a:pt x="352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5" y="731"/>
                      <a:pt x="357" y="731"/>
                      <a:pt x="358" y="731"/>
                    </a:cubicBezTo>
                    <a:cubicBezTo>
                      <a:pt x="361" y="731"/>
                      <a:pt x="363" y="731"/>
                      <a:pt x="366" y="730"/>
                    </a:cubicBezTo>
                    <a:cubicBezTo>
                      <a:pt x="366" y="730"/>
                      <a:pt x="366" y="730"/>
                      <a:pt x="366" y="730"/>
                    </a:cubicBezTo>
                    <a:cubicBezTo>
                      <a:pt x="370" y="729"/>
                      <a:pt x="374" y="727"/>
                      <a:pt x="378" y="725"/>
                    </a:cubicBezTo>
                    <a:cubicBezTo>
                      <a:pt x="379" y="725"/>
                      <a:pt x="379" y="725"/>
                      <a:pt x="379" y="725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1" y="724"/>
                      <a:pt x="382" y="724"/>
                      <a:pt x="382" y="724"/>
                    </a:cubicBezTo>
                    <a:cubicBezTo>
                      <a:pt x="388" y="724"/>
                      <a:pt x="395" y="722"/>
                      <a:pt x="403" y="716"/>
                    </a:cubicBezTo>
                    <a:cubicBezTo>
                      <a:pt x="403" y="716"/>
                      <a:pt x="403" y="716"/>
                      <a:pt x="403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11" y="716"/>
                      <a:pt x="418" y="713"/>
                      <a:pt x="426" y="706"/>
                    </a:cubicBezTo>
                    <a:cubicBezTo>
                      <a:pt x="427" y="705"/>
                      <a:pt x="427" y="705"/>
                      <a:pt x="427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32" y="704"/>
                      <a:pt x="435" y="703"/>
                      <a:pt x="440" y="701"/>
                    </a:cubicBezTo>
                    <a:cubicBezTo>
                      <a:pt x="440" y="701"/>
                      <a:pt x="440" y="701"/>
                      <a:pt x="440" y="701"/>
                    </a:cubicBezTo>
                    <a:cubicBezTo>
                      <a:pt x="443" y="699"/>
                      <a:pt x="446" y="696"/>
                      <a:pt x="450" y="692"/>
                    </a:cubicBezTo>
                    <a:cubicBezTo>
                      <a:pt x="450" y="692"/>
                      <a:pt x="450" y="692"/>
                      <a:pt x="450" y="692"/>
                    </a:cubicBezTo>
                    <a:cubicBezTo>
                      <a:pt x="451" y="691"/>
                      <a:pt x="451" y="691"/>
                      <a:pt x="451" y="691"/>
                    </a:cubicBezTo>
                    <a:cubicBezTo>
                      <a:pt x="452" y="691"/>
                      <a:pt x="452" y="691"/>
                      <a:pt x="452" y="691"/>
                    </a:cubicBezTo>
                    <a:cubicBezTo>
                      <a:pt x="458" y="690"/>
                      <a:pt x="464" y="686"/>
                      <a:pt x="471" y="677"/>
                    </a:cubicBezTo>
                    <a:cubicBezTo>
                      <a:pt x="471" y="677"/>
                      <a:pt x="471" y="677"/>
                      <a:pt x="471" y="677"/>
                    </a:cubicBezTo>
                    <a:cubicBezTo>
                      <a:pt x="472" y="676"/>
                      <a:pt x="472" y="676"/>
                      <a:pt x="472" y="676"/>
                    </a:cubicBezTo>
                    <a:cubicBezTo>
                      <a:pt x="473" y="676"/>
                      <a:pt x="473" y="676"/>
                      <a:pt x="473" y="676"/>
                    </a:cubicBezTo>
                    <a:cubicBezTo>
                      <a:pt x="479" y="674"/>
                      <a:pt x="485" y="670"/>
                      <a:pt x="491" y="661"/>
                    </a:cubicBezTo>
                    <a:cubicBezTo>
                      <a:pt x="491" y="661"/>
                      <a:pt x="491" y="661"/>
                      <a:pt x="491" y="661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6" y="658"/>
                      <a:pt x="499" y="656"/>
                      <a:pt x="502" y="653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5" y="649"/>
                      <a:pt x="508" y="646"/>
                      <a:pt x="510" y="642"/>
                    </a:cubicBezTo>
                    <a:cubicBezTo>
                      <a:pt x="510" y="642"/>
                      <a:pt x="510" y="642"/>
                      <a:pt x="510" y="642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7" y="637"/>
                      <a:pt x="522" y="632"/>
                      <a:pt x="527" y="622"/>
                    </a:cubicBezTo>
                    <a:cubicBezTo>
                      <a:pt x="527" y="622"/>
                      <a:pt x="527" y="622"/>
                      <a:pt x="527" y="622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33" y="618"/>
                      <a:pt x="538" y="612"/>
                      <a:pt x="542" y="602"/>
                    </a:cubicBezTo>
                    <a:close/>
                    <a:moveTo>
                      <a:pt x="551" y="581"/>
                    </a:moveTo>
                    <a:cubicBezTo>
                      <a:pt x="550" y="583"/>
                      <a:pt x="549" y="584"/>
                      <a:pt x="549" y="585"/>
                    </a:cubicBezTo>
                    <a:cubicBezTo>
                      <a:pt x="548" y="585"/>
                      <a:pt x="548" y="585"/>
                      <a:pt x="548" y="585"/>
                    </a:cubicBezTo>
                    <a:cubicBezTo>
                      <a:pt x="548" y="585"/>
                      <a:pt x="547" y="584"/>
                      <a:pt x="546" y="583"/>
                    </a:cubicBezTo>
                    <a:cubicBezTo>
                      <a:pt x="545" y="582"/>
                      <a:pt x="545" y="581"/>
                      <a:pt x="545" y="578"/>
                    </a:cubicBezTo>
                    <a:cubicBezTo>
                      <a:pt x="545" y="578"/>
                      <a:pt x="545" y="578"/>
                      <a:pt x="545" y="577"/>
                    </a:cubicBezTo>
                    <a:cubicBezTo>
                      <a:pt x="545" y="575"/>
                      <a:pt x="545" y="572"/>
                      <a:pt x="546" y="571"/>
                    </a:cubicBezTo>
                    <a:cubicBezTo>
                      <a:pt x="547" y="569"/>
                      <a:pt x="548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50" y="567"/>
                      <a:pt x="551" y="568"/>
                    </a:cubicBezTo>
                    <a:cubicBezTo>
                      <a:pt x="552" y="569"/>
                      <a:pt x="552" y="571"/>
                      <a:pt x="553" y="573"/>
                    </a:cubicBezTo>
                    <a:cubicBezTo>
                      <a:pt x="553" y="573"/>
                      <a:pt x="553" y="574"/>
                      <a:pt x="553" y="574"/>
                    </a:cubicBezTo>
                    <a:cubicBezTo>
                      <a:pt x="553" y="576"/>
                      <a:pt x="552" y="579"/>
                      <a:pt x="551" y="581"/>
                    </a:cubicBezTo>
                    <a:moveTo>
                      <a:pt x="564" y="558"/>
                    </a:moveTo>
                    <a:cubicBezTo>
                      <a:pt x="563" y="560"/>
                      <a:pt x="562" y="561"/>
                      <a:pt x="562" y="562"/>
                    </a:cubicBezTo>
                    <a:cubicBezTo>
                      <a:pt x="562" y="562"/>
                      <a:pt x="562" y="562"/>
                      <a:pt x="562" y="562"/>
                    </a:cubicBezTo>
                    <a:cubicBezTo>
                      <a:pt x="561" y="562"/>
                      <a:pt x="561" y="562"/>
                      <a:pt x="561" y="562"/>
                    </a:cubicBezTo>
                    <a:cubicBezTo>
                      <a:pt x="561" y="562"/>
                      <a:pt x="560" y="561"/>
                      <a:pt x="559" y="560"/>
                    </a:cubicBezTo>
                    <a:cubicBezTo>
                      <a:pt x="558" y="559"/>
                      <a:pt x="557" y="558"/>
                      <a:pt x="557" y="556"/>
                    </a:cubicBezTo>
                    <a:cubicBezTo>
                      <a:pt x="557" y="555"/>
                      <a:pt x="557" y="555"/>
                      <a:pt x="557" y="554"/>
                    </a:cubicBezTo>
                    <a:cubicBezTo>
                      <a:pt x="557" y="552"/>
                      <a:pt x="558" y="549"/>
                      <a:pt x="558" y="548"/>
                    </a:cubicBezTo>
                    <a:cubicBezTo>
                      <a:pt x="559" y="546"/>
                      <a:pt x="560" y="544"/>
                      <a:pt x="560" y="544"/>
                    </a:cubicBezTo>
                    <a:cubicBezTo>
                      <a:pt x="560" y="544"/>
                      <a:pt x="561" y="544"/>
                      <a:pt x="561" y="544"/>
                    </a:cubicBezTo>
                    <a:cubicBezTo>
                      <a:pt x="562" y="544"/>
                      <a:pt x="564" y="546"/>
                      <a:pt x="565" y="550"/>
                    </a:cubicBezTo>
                    <a:cubicBezTo>
                      <a:pt x="565" y="551"/>
                      <a:pt x="565" y="551"/>
                      <a:pt x="565" y="552"/>
                    </a:cubicBezTo>
                    <a:cubicBezTo>
                      <a:pt x="565" y="554"/>
                      <a:pt x="564" y="557"/>
                      <a:pt x="564" y="558"/>
                    </a:cubicBezTo>
                    <a:moveTo>
                      <a:pt x="575" y="535"/>
                    </a:moveTo>
                    <a:cubicBezTo>
                      <a:pt x="574" y="537"/>
                      <a:pt x="573" y="538"/>
                      <a:pt x="573" y="538"/>
                    </a:cubicBezTo>
                    <a:cubicBezTo>
                      <a:pt x="573" y="538"/>
                      <a:pt x="573" y="538"/>
                      <a:pt x="572" y="538"/>
                    </a:cubicBezTo>
                    <a:cubicBezTo>
                      <a:pt x="572" y="538"/>
                      <a:pt x="569" y="536"/>
                      <a:pt x="568" y="533"/>
                    </a:cubicBezTo>
                    <a:cubicBezTo>
                      <a:pt x="568" y="531"/>
                      <a:pt x="568" y="530"/>
                      <a:pt x="568" y="529"/>
                    </a:cubicBezTo>
                    <a:cubicBezTo>
                      <a:pt x="568" y="527"/>
                      <a:pt x="568" y="525"/>
                      <a:pt x="569" y="524"/>
                    </a:cubicBezTo>
                    <a:cubicBezTo>
                      <a:pt x="569" y="522"/>
                      <a:pt x="570" y="521"/>
                      <a:pt x="571" y="520"/>
                    </a:cubicBezTo>
                    <a:cubicBezTo>
                      <a:pt x="571" y="520"/>
                      <a:pt x="571" y="520"/>
                      <a:pt x="571" y="520"/>
                    </a:cubicBezTo>
                    <a:cubicBezTo>
                      <a:pt x="572" y="520"/>
                      <a:pt x="575" y="522"/>
                      <a:pt x="575" y="526"/>
                    </a:cubicBezTo>
                    <a:cubicBezTo>
                      <a:pt x="576" y="527"/>
                      <a:pt x="576" y="528"/>
                      <a:pt x="576" y="529"/>
                    </a:cubicBezTo>
                    <a:cubicBezTo>
                      <a:pt x="576" y="531"/>
                      <a:pt x="575" y="533"/>
                      <a:pt x="575" y="535"/>
                    </a:cubicBezTo>
                    <a:moveTo>
                      <a:pt x="582" y="515"/>
                    </a:move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1" y="515"/>
                      <a:pt x="578" y="514"/>
                      <a:pt x="577" y="510"/>
                    </a:cubicBezTo>
                    <a:cubicBezTo>
                      <a:pt x="577" y="509"/>
                      <a:pt x="577" y="507"/>
                      <a:pt x="577" y="505"/>
                    </a:cubicBezTo>
                    <a:cubicBezTo>
                      <a:pt x="577" y="502"/>
                      <a:pt x="578" y="498"/>
                      <a:pt x="579" y="498"/>
                    </a:cubicBezTo>
                    <a:cubicBezTo>
                      <a:pt x="579" y="498"/>
                      <a:pt x="579" y="497"/>
                      <a:pt x="579" y="497"/>
                    </a:cubicBezTo>
                    <a:cubicBezTo>
                      <a:pt x="580" y="497"/>
                      <a:pt x="583" y="499"/>
                      <a:pt x="584" y="503"/>
                    </a:cubicBezTo>
                    <a:cubicBezTo>
                      <a:pt x="584" y="504"/>
                      <a:pt x="584" y="506"/>
                      <a:pt x="584" y="507"/>
                    </a:cubicBezTo>
                    <a:cubicBezTo>
                      <a:pt x="584" y="511"/>
                      <a:pt x="583" y="515"/>
                      <a:pt x="582" y="515"/>
                    </a:cubicBezTo>
                    <a:moveTo>
                      <a:pt x="590" y="490"/>
                    </a:moveTo>
                    <a:cubicBezTo>
                      <a:pt x="590" y="490"/>
                      <a:pt x="590" y="490"/>
                      <a:pt x="590" y="490"/>
                    </a:cubicBezTo>
                    <a:cubicBezTo>
                      <a:pt x="589" y="490"/>
                      <a:pt x="586" y="489"/>
                      <a:pt x="585" y="485"/>
                    </a:cubicBezTo>
                    <a:cubicBezTo>
                      <a:pt x="584" y="484"/>
                      <a:pt x="584" y="482"/>
                      <a:pt x="584" y="480"/>
                    </a:cubicBezTo>
                    <a:cubicBezTo>
                      <a:pt x="584" y="477"/>
                      <a:pt x="585" y="474"/>
                      <a:pt x="586" y="473"/>
                    </a:cubicBezTo>
                    <a:cubicBezTo>
                      <a:pt x="586" y="473"/>
                      <a:pt x="586" y="473"/>
                      <a:pt x="587" y="473"/>
                    </a:cubicBezTo>
                    <a:cubicBezTo>
                      <a:pt x="587" y="473"/>
                      <a:pt x="587" y="473"/>
                      <a:pt x="587" y="473"/>
                    </a:cubicBezTo>
                    <a:cubicBezTo>
                      <a:pt x="588" y="473"/>
                      <a:pt x="590" y="474"/>
                      <a:pt x="591" y="478"/>
                    </a:cubicBezTo>
                    <a:cubicBezTo>
                      <a:pt x="592" y="480"/>
                      <a:pt x="592" y="482"/>
                      <a:pt x="592" y="483"/>
                    </a:cubicBezTo>
                    <a:cubicBezTo>
                      <a:pt x="592" y="487"/>
                      <a:pt x="591" y="490"/>
                      <a:pt x="590" y="490"/>
                    </a:cubicBezTo>
                    <a:moveTo>
                      <a:pt x="597" y="465"/>
                    </a:moveTo>
                    <a:cubicBezTo>
                      <a:pt x="597" y="465"/>
                      <a:pt x="597" y="465"/>
                      <a:pt x="596" y="465"/>
                    </a:cubicBezTo>
                    <a:cubicBezTo>
                      <a:pt x="595" y="465"/>
                      <a:pt x="593" y="464"/>
                      <a:pt x="591" y="460"/>
                    </a:cubicBezTo>
                    <a:cubicBezTo>
                      <a:pt x="591" y="458"/>
                      <a:pt x="590" y="456"/>
                      <a:pt x="590" y="453"/>
                    </a:cubicBezTo>
                    <a:cubicBezTo>
                      <a:pt x="590" y="451"/>
                      <a:pt x="591" y="448"/>
                      <a:pt x="591" y="448"/>
                    </a:cubicBezTo>
                    <a:cubicBezTo>
                      <a:pt x="592" y="448"/>
                      <a:pt x="592" y="448"/>
                      <a:pt x="592" y="448"/>
                    </a:cubicBezTo>
                    <a:cubicBezTo>
                      <a:pt x="593" y="448"/>
                      <a:pt x="596" y="449"/>
                      <a:pt x="597" y="452"/>
                    </a:cubicBezTo>
                    <a:cubicBezTo>
                      <a:pt x="598" y="454"/>
                      <a:pt x="598" y="457"/>
                      <a:pt x="598" y="459"/>
                    </a:cubicBezTo>
                    <a:cubicBezTo>
                      <a:pt x="598" y="462"/>
                      <a:pt x="598" y="464"/>
                      <a:pt x="597" y="465"/>
                    </a:cubicBezTo>
                    <a:moveTo>
                      <a:pt x="602" y="441"/>
                    </a:moveTo>
                    <a:cubicBezTo>
                      <a:pt x="602" y="441"/>
                      <a:pt x="602" y="441"/>
                      <a:pt x="601" y="441"/>
                    </a:cubicBezTo>
                    <a:cubicBezTo>
                      <a:pt x="600" y="441"/>
                      <a:pt x="597" y="439"/>
                      <a:pt x="596" y="436"/>
                    </a:cubicBezTo>
                    <a:cubicBezTo>
                      <a:pt x="595" y="434"/>
                      <a:pt x="594" y="431"/>
                      <a:pt x="594" y="429"/>
                    </a:cubicBezTo>
                    <a:cubicBezTo>
                      <a:pt x="594" y="426"/>
                      <a:pt x="595" y="425"/>
                      <a:pt x="595" y="424"/>
                    </a:cubicBezTo>
                    <a:cubicBezTo>
                      <a:pt x="595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7" y="424"/>
                      <a:pt x="600" y="425"/>
                      <a:pt x="601" y="428"/>
                    </a:cubicBezTo>
                    <a:cubicBezTo>
                      <a:pt x="602" y="430"/>
                      <a:pt x="603" y="434"/>
                      <a:pt x="603" y="436"/>
                    </a:cubicBezTo>
                    <a:cubicBezTo>
                      <a:pt x="603" y="438"/>
                      <a:pt x="602" y="440"/>
                      <a:pt x="602" y="441"/>
                    </a:cubicBezTo>
                    <a:moveTo>
                      <a:pt x="605" y="415"/>
                    </a:moveTo>
                    <a:cubicBezTo>
                      <a:pt x="605" y="415"/>
                      <a:pt x="605" y="415"/>
                      <a:pt x="604" y="415"/>
                    </a:cubicBezTo>
                    <a:cubicBezTo>
                      <a:pt x="603" y="415"/>
                      <a:pt x="601" y="414"/>
                      <a:pt x="599" y="411"/>
                    </a:cubicBezTo>
                    <a:cubicBezTo>
                      <a:pt x="598" y="408"/>
                      <a:pt x="597" y="405"/>
                      <a:pt x="597" y="402"/>
                    </a:cubicBezTo>
                    <a:cubicBezTo>
                      <a:pt x="597" y="400"/>
                      <a:pt x="598" y="399"/>
                      <a:pt x="598" y="398"/>
                    </a:cubicBezTo>
                    <a:cubicBezTo>
                      <a:pt x="598" y="398"/>
                      <a:pt x="598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600" y="398"/>
                      <a:pt x="602" y="399"/>
                      <a:pt x="604" y="402"/>
                    </a:cubicBezTo>
                    <a:cubicBezTo>
                      <a:pt x="606" y="405"/>
                      <a:pt x="606" y="408"/>
                      <a:pt x="606" y="411"/>
                    </a:cubicBezTo>
                    <a:cubicBezTo>
                      <a:pt x="606" y="412"/>
                      <a:pt x="606" y="414"/>
                      <a:pt x="605" y="415"/>
                    </a:cubicBezTo>
                    <a:moveTo>
                      <a:pt x="607" y="388"/>
                    </a:moveTo>
                    <a:cubicBezTo>
                      <a:pt x="607" y="389"/>
                      <a:pt x="607" y="389"/>
                      <a:pt x="606" y="389"/>
                    </a:cubicBezTo>
                    <a:cubicBezTo>
                      <a:pt x="605" y="389"/>
                      <a:pt x="603" y="388"/>
                      <a:pt x="601" y="385"/>
                    </a:cubicBezTo>
                    <a:cubicBezTo>
                      <a:pt x="599" y="382"/>
                      <a:pt x="598" y="378"/>
                      <a:pt x="598" y="376"/>
                    </a:cubicBezTo>
                    <a:cubicBezTo>
                      <a:pt x="598" y="374"/>
                      <a:pt x="599" y="373"/>
                      <a:pt x="599" y="373"/>
                    </a:cubicBezTo>
                    <a:cubicBezTo>
                      <a:pt x="599" y="373"/>
                      <a:pt x="599" y="372"/>
                      <a:pt x="600" y="372"/>
                    </a:cubicBezTo>
                    <a:cubicBezTo>
                      <a:pt x="600" y="372"/>
                      <a:pt x="600" y="372"/>
                      <a:pt x="600" y="372"/>
                    </a:cubicBezTo>
                    <a:cubicBezTo>
                      <a:pt x="601" y="372"/>
                      <a:pt x="603" y="373"/>
                      <a:pt x="605" y="376"/>
                    </a:cubicBezTo>
                    <a:cubicBezTo>
                      <a:pt x="607" y="379"/>
                      <a:pt x="608" y="383"/>
                      <a:pt x="608" y="386"/>
                    </a:cubicBezTo>
                    <a:cubicBezTo>
                      <a:pt x="608" y="387"/>
                      <a:pt x="608" y="388"/>
                      <a:pt x="607" y="388"/>
                    </a:cubicBezTo>
                    <a:moveTo>
                      <a:pt x="608" y="364"/>
                    </a:moveTo>
                    <a:cubicBezTo>
                      <a:pt x="608" y="364"/>
                      <a:pt x="607" y="364"/>
                      <a:pt x="607" y="364"/>
                    </a:cubicBezTo>
                    <a:cubicBezTo>
                      <a:pt x="605" y="364"/>
                      <a:pt x="603" y="363"/>
                      <a:pt x="601" y="361"/>
                    </a:cubicBezTo>
                    <a:cubicBezTo>
                      <a:pt x="599" y="358"/>
                      <a:pt x="598" y="354"/>
                      <a:pt x="598" y="351"/>
                    </a:cubicBezTo>
                    <a:cubicBezTo>
                      <a:pt x="598" y="350"/>
                      <a:pt x="598" y="349"/>
                      <a:pt x="599" y="348"/>
                    </a:cubicBezTo>
                    <a:cubicBezTo>
                      <a:pt x="599" y="348"/>
                      <a:pt x="599" y="348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1" y="348"/>
                      <a:pt x="603" y="349"/>
                      <a:pt x="605" y="352"/>
                    </a:cubicBezTo>
                    <a:cubicBezTo>
                      <a:pt x="607" y="354"/>
                      <a:pt x="608" y="359"/>
                      <a:pt x="608" y="362"/>
                    </a:cubicBezTo>
                    <a:cubicBezTo>
                      <a:pt x="608" y="363"/>
                      <a:pt x="608" y="363"/>
                      <a:pt x="608" y="364"/>
                    </a:cubicBezTo>
                    <a:moveTo>
                      <a:pt x="607" y="336"/>
                    </a:moveTo>
                    <a:cubicBezTo>
                      <a:pt x="607" y="337"/>
                      <a:pt x="607" y="337"/>
                      <a:pt x="607" y="337"/>
                    </a:cubicBezTo>
                    <a:cubicBezTo>
                      <a:pt x="607" y="338"/>
                      <a:pt x="606" y="338"/>
                      <a:pt x="605" y="338"/>
                    </a:cubicBezTo>
                    <a:cubicBezTo>
                      <a:pt x="604" y="338"/>
                      <a:pt x="602" y="337"/>
                      <a:pt x="600" y="335"/>
                    </a:cubicBezTo>
                    <a:cubicBezTo>
                      <a:pt x="598" y="332"/>
                      <a:pt x="596" y="327"/>
                      <a:pt x="596" y="324"/>
                    </a:cubicBezTo>
                    <a:cubicBezTo>
                      <a:pt x="596" y="324"/>
                      <a:pt x="596" y="323"/>
                      <a:pt x="596" y="323"/>
                    </a:cubicBezTo>
                    <a:cubicBezTo>
                      <a:pt x="597" y="323"/>
                      <a:pt x="597" y="322"/>
                      <a:pt x="598" y="322"/>
                    </a:cubicBezTo>
                    <a:cubicBezTo>
                      <a:pt x="599" y="322"/>
                      <a:pt x="601" y="323"/>
                      <a:pt x="603" y="325"/>
                    </a:cubicBezTo>
                    <a:cubicBezTo>
                      <a:pt x="606" y="328"/>
                      <a:pt x="607" y="333"/>
                      <a:pt x="607" y="336"/>
                    </a:cubicBezTo>
                    <a:moveTo>
                      <a:pt x="604" y="310"/>
                    </a:moveTo>
                    <a:cubicBezTo>
                      <a:pt x="604" y="311"/>
                      <a:pt x="604" y="311"/>
                      <a:pt x="604" y="311"/>
                    </a:cubicBezTo>
                    <a:cubicBezTo>
                      <a:pt x="604" y="312"/>
                      <a:pt x="604" y="312"/>
                      <a:pt x="603" y="312"/>
                    </a:cubicBezTo>
                    <a:cubicBezTo>
                      <a:pt x="601" y="312"/>
                      <a:pt x="599" y="311"/>
                      <a:pt x="597" y="309"/>
                    </a:cubicBezTo>
                    <a:cubicBezTo>
                      <a:pt x="594" y="306"/>
                      <a:pt x="593" y="301"/>
                      <a:pt x="593" y="299"/>
                    </a:cubicBezTo>
                    <a:cubicBezTo>
                      <a:pt x="593" y="298"/>
                      <a:pt x="593" y="298"/>
                      <a:pt x="593" y="297"/>
                    </a:cubicBezTo>
                    <a:cubicBezTo>
                      <a:pt x="593" y="297"/>
                      <a:pt x="593" y="297"/>
                      <a:pt x="595" y="297"/>
                    </a:cubicBezTo>
                    <a:cubicBezTo>
                      <a:pt x="595" y="297"/>
                      <a:pt x="595" y="297"/>
                      <a:pt x="595" y="297"/>
                    </a:cubicBezTo>
                    <a:cubicBezTo>
                      <a:pt x="596" y="297"/>
                      <a:pt x="598" y="298"/>
                      <a:pt x="600" y="300"/>
                    </a:cubicBezTo>
                    <a:cubicBezTo>
                      <a:pt x="603" y="303"/>
                      <a:pt x="604" y="308"/>
                      <a:pt x="604" y="310"/>
                    </a:cubicBezTo>
                    <a:moveTo>
                      <a:pt x="600" y="286"/>
                    </a:moveTo>
                    <a:cubicBezTo>
                      <a:pt x="600" y="286"/>
                      <a:pt x="600" y="287"/>
                      <a:pt x="600" y="287"/>
                    </a:cubicBezTo>
                    <a:cubicBezTo>
                      <a:pt x="600" y="287"/>
                      <a:pt x="600" y="288"/>
                      <a:pt x="599" y="288"/>
                    </a:cubicBezTo>
                    <a:cubicBezTo>
                      <a:pt x="597" y="288"/>
                      <a:pt x="595" y="287"/>
                      <a:pt x="593" y="285"/>
                    </a:cubicBezTo>
                    <a:cubicBezTo>
                      <a:pt x="590" y="282"/>
                      <a:pt x="588" y="277"/>
                      <a:pt x="588" y="274"/>
                    </a:cubicBezTo>
                    <a:cubicBezTo>
                      <a:pt x="588" y="274"/>
                      <a:pt x="588" y="274"/>
                      <a:pt x="588" y="274"/>
                    </a:cubicBezTo>
                    <a:cubicBezTo>
                      <a:pt x="588" y="273"/>
                      <a:pt x="589" y="273"/>
                      <a:pt x="590" y="273"/>
                    </a:cubicBezTo>
                    <a:cubicBezTo>
                      <a:pt x="590" y="273"/>
                      <a:pt x="590" y="273"/>
                      <a:pt x="590" y="273"/>
                    </a:cubicBezTo>
                    <a:cubicBezTo>
                      <a:pt x="591" y="273"/>
                      <a:pt x="593" y="274"/>
                      <a:pt x="595" y="275"/>
                    </a:cubicBezTo>
                    <a:cubicBezTo>
                      <a:pt x="599" y="278"/>
                      <a:pt x="600" y="284"/>
                      <a:pt x="600" y="286"/>
                    </a:cubicBezTo>
                    <a:moveTo>
                      <a:pt x="589" y="250"/>
                    </a:moveTo>
                    <a:cubicBezTo>
                      <a:pt x="592" y="253"/>
                      <a:pt x="595" y="259"/>
                      <a:pt x="595" y="261"/>
                    </a:cubicBezTo>
                    <a:cubicBezTo>
                      <a:pt x="595" y="261"/>
                      <a:pt x="595" y="261"/>
                      <a:pt x="595" y="261"/>
                    </a:cubicBezTo>
                    <a:cubicBezTo>
                      <a:pt x="595" y="262"/>
                      <a:pt x="594" y="262"/>
                      <a:pt x="593" y="262"/>
                    </a:cubicBezTo>
                    <a:cubicBezTo>
                      <a:pt x="591" y="262"/>
                      <a:pt x="589" y="261"/>
                      <a:pt x="587" y="260"/>
                    </a:cubicBezTo>
                    <a:cubicBezTo>
                      <a:pt x="584" y="257"/>
                      <a:pt x="582" y="251"/>
                      <a:pt x="582" y="249"/>
                    </a:cubicBezTo>
                    <a:cubicBezTo>
                      <a:pt x="582" y="249"/>
                      <a:pt x="582" y="249"/>
                      <a:pt x="582" y="249"/>
                    </a:cubicBezTo>
                    <a:cubicBezTo>
                      <a:pt x="582" y="249"/>
                      <a:pt x="582" y="248"/>
                      <a:pt x="582" y="248"/>
                    </a:cubicBezTo>
                    <a:cubicBezTo>
                      <a:pt x="583" y="248"/>
                      <a:pt x="583" y="248"/>
                      <a:pt x="584" y="248"/>
                    </a:cubicBezTo>
                    <a:cubicBezTo>
                      <a:pt x="585" y="248"/>
                      <a:pt x="587" y="249"/>
                      <a:pt x="589" y="250"/>
                    </a:cubicBezTo>
                    <a:moveTo>
                      <a:pt x="580" y="225"/>
                    </a:moveTo>
                    <a:cubicBezTo>
                      <a:pt x="580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3" y="227"/>
                      <a:pt x="585" y="229"/>
                      <a:pt x="586" y="231"/>
                    </a:cubicBezTo>
                    <a:cubicBezTo>
                      <a:pt x="587" y="233"/>
                      <a:pt x="587" y="235"/>
                      <a:pt x="587" y="236"/>
                    </a:cubicBezTo>
                    <a:cubicBezTo>
                      <a:pt x="587" y="236"/>
                      <a:pt x="587" y="236"/>
                      <a:pt x="587" y="236"/>
                    </a:cubicBezTo>
                    <a:cubicBezTo>
                      <a:pt x="587" y="236"/>
                      <a:pt x="587" y="236"/>
                      <a:pt x="587" y="237"/>
                    </a:cubicBezTo>
                    <a:cubicBezTo>
                      <a:pt x="586" y="237"/>
                      <a:pt x="586" y="237"/>
                      <a:pt x="585" y="237"/>
                    </a:cubicBezTo>
                    <a:cubicBezTo>
                      <a:pt x="584" y="237"/>
                      <a:pt x="582" y="236"/>
                      <a:pt x="580" y="235"/>
                    </a:cubicBezTo>
                    <a:cubicBezTo>
                      <a:pt x="578" y="234"/>
                      <a:pt x="577" y="231"/>
                      <a:pt x="575" y="229"/>
                    </a:cubicBezTo>
                    <a:cubicBezTo>
                      <a:pt x="574" y="227"/>
                      <a:pt x="574" y="225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5" y="224"/>
                      <a:pt x="575" y="223"/>
                      <a:pt x="576" y="223"/>
                    </a:cubicBezTo>
                    <a:cubicBezTo>
                      <a:pt x="576" y="223"/>
                      <a:pt x="576" y="223"/>
                      <a:pt x="576" y="223"/>
                    </a:cubicBezTo>
                    <a:cubicBezTo>
                      <a:pt x="577" y="223"/>
                      <a:pt x="579" y="224"/>
                      <a:pt x="580" y="225"/>
                    </a:cubicBezTo>
                    <a:moveTo>
                      <a:pt x="572" y="202"/>
                    </a:moveTo>
                    <a:cubicBezTo>
                      <a:pt x="574" y="204"/>
                      <a:pt x="576" y="206"/>
                      <a:pt x="577" y="208"/>
                    </a:cubicBezTo>
                    <a:cubicBezTo>
                      <a:pt x="578" y="210"/>
                      <a:pt x="579" y="212"/>
                      <a:pt x="579" y="213"/>
                    </a:cubicBezTo>
                    <a:cubicBezTo>
                      <a:pt x="579" y="213"/>
                      <a:pt x="579" y="213"/>
                      <a:pt x="579" y="213"/>
                    </a:cubicBezTo>
                    <a:cubicBezTo>
                      <a:pt x="579" y="213"/>
                      <a:pt x="579" y="213"/>
                      <a:pt x="578" y="213"/>
                    </a:cubicBezTo>
                    <a:cubicBezTo>
                      <a:pt x="578" y="214"/>
                      <a:pt x="577" y="214"/>
                      <a:pt x="577" y="214"/>
                    </a:cubicBezTo>
                    <a:cubicBezTo>
                      <a:pt x="575" y="214"/>
                      <a:pt x="573" y="213"/>
                      <a:pt x="572" y="212"/>
                    </a:cubicBezTo>
                    <a:cubicBezTo>
                      <a:pt x="570" y="211"/>
                      <a:pt x="568" y="209"/>
                      <a:pt x="567" y="207"/>
                    </a:cubicBezTo>
                    <a:cubicBezTo>
                      <a:pt x="565" y="205"/>
                      <a:pt x="565" y="203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1"/>
                    </a:cubicBezTo>
                    <a:cubicBezTo>
                      <a:pt x="566" y="201"/>
                      <a:pt x="566" y="201"/>
                      <a:pt x="567" y="201"/>
                    </a:cubicBezTo>
                    <a:cubicBezTo>
                      <a:pt x="569" y="201"/>
                      <a:pt x="570" y="201"/>
                      <a:pt x="572" y="202"/>
                    </a:cubicBezTo>
                    <a:moveTo>
                      <a:pt x="567" y="184"/>
                    </a:moveTo>
                    <a:cubicBezTo>
                      <a:pt x="568" y="186"/>
                      <a:pt x="569" y="188"/>
                      <a:pt x="569" y="189"/>
                    </a:cubicBezTo>
                    <a:cubicBezTo>
                      <a:pt x="569" y="189"/>
                      <a:pt x="568" y="189"/>
                      <a:pt x="568" y="189"/>
                    </a:cubicBezTo>
                    <a:cubicBezTo>
                      <a:pt x="568" y="190"/>
                      <a:pt x="567" y="190"/>
                      <a:pt x="566" y="190"/>
                    </a:cubicBezTo>
                    <a:cubicBezTo>
                      <a:pt x="564" y="190"/>
                      <a:pt x="563" y="189"/>
                      <a:pt x="561" y="189"/>
                    </a:cubicBezTo>
                    <a:cubicBezTo>
                      <a:pt x="559" y="187"/>
                      <a:pt x="557" y="185"/>
                      <a:pt x="556" y="183"/>
                    </a:cubicBezTo>
                    <a:cubicBezTo>
                      <a:pt x="554" y="181"/>
                      <a:pt x="554" y="179"/>
                      <a:pt x="554" y="179"/>
                    </a:cubicBezTo>
                    <a:cubicBezTo>
                      <a:pt x="554" y="179"/>
                      <a:pt x="554" y="178"/>
                      <a:pt x="554" y="178"/>
                    </a:cubicBezTo>
                    <a:cubicBezTo>
                      <a:pt x="555" y="178"/>
                      <a:pt x="555" y="178"/>
                      <a:pt x="557" y="178"/>
                    </a:cubicBezTo>
                    <a:cubicBezTo>
                      <a:pt x="558" y="178"/>
                      <a:pt x="559" y="178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3" y="180"/>
                      <a:pt x="565" y="182"/>
                      <a:pt x="567" y="184"/>
                    </a:cubicBezTo>
                    <a:moveTo>
                      <a:pt x="548" y="156"/>
                    </a:moveTo>
                    <a:cubicBezTo>
                      <a:pt x="550" y="157"/>
                      <a:pt x="553" y="159"/>
                      <a:pt x="554" y="161"/>
                    </a:cubicBezTo>
                    <a:cubicBezTo>
                      <a:pt x="556" y="163"/>
                      <a:pt x="556" y="164"/>
                      <a:pt x="557" y="165"/>
                    </a:cubicBezTo>
                    <a:cubicBezTo>
                      <a:pt x="557" y="165"/>
                      <a:pt x="557" y="165"/>
                      <a:pt x="557" y="165"/>
                    </a:cubicBezTo>
                    <a:cubicBezTo>
                      <a:pt x="557" y="165"/>
                      <a:pt x="556" y="166"/>
                      <a:pt x="556" y="166"/>
                    </a:cubicBezTo>
                    <a:cubicBezTo>
                      <a:pt x="555" y="166"/>
                      <a:pt x="554" y="167"/>
                      <a:pt x="553" y="167"/>
                    </a:cubicBezTo>
                    <a:cubicBezTo>
                      <a:pt x="552" y="167"/>
                      <a:pt x="551" y="166"/>
                      <a:pt x="549" y="166"/>
                    </a:cubicBezTo>
                    <a:cubicBezTo>
                      <a:pt x="547" y="165"/>
                      <a:pt x="545" y="163"/>
                      <a:pt x="543" y="161"/>
                    </a:cubicBezTo>
                    <a:cubicBezTo>
                      <a:pt x="542" y="159"/>
                      <a:pt x="541" y="157"/>
                      <a:pt x="541" y="156"/>
                    </a:cubicBezTo>
                    <a:cubicBezTo>
                      <a:pt x="541" y="156"/>
                      <a:pt x="541" y="156"/>
                      <a:pt x="541" y="156"/>
                    </a:cubicBezTo>
                    <a:cubicBezTo>
                      <a:pt x="541" y="156"/>
                      <a:pt x="541" y="156"/>
                      <a:pt x="542" y="156"/>
                    </a:cubicBezTo>
                    <a:cubicBezTo>
                      <a:pt x="542" y="155"/>
                      <a:pt x="543" y="155"/>
                      <a:pt x="544" y="155"/>
                    </a:cubicBezTo>
                    <a:cubicBezTo>
                      <a:pt x="545" y="155"/>
                      <a:pt x="547" y="155"/>
                      <a:pt x="548" y="156"/>
                    </a:cubicBezTo>
                    <a:moveTo>
                      <a:pt x="531" y="135"/>
                    </a:moveTo>
                    <a:cubicBezTo>
                      <a:pt x="531" y="135"/>
                      <a:pt x="531" y="135"/>
                      <a:pt x="531" y="135"/>
                    </a:cubicBezTo>
                    <a:cubicBezTo>
                      <a:pt x="532" y="135"/>
                      <a:pt x="534" y="135"/>
                      <a:pt x="535" y="135"/>
                    </a:cubicBezTo>
                    <a:cubicBezTo>
                      <a:pt x="535" y="135"/>
                      <a:pt x="535" y="135"/>
                      <a:pt x="535" y="135"/>
                    </a:cubicBezTo>
                    <a:cubicBezTo>
                      <a:pt x="537" y="136"/>
                      <a:pt x="539" y="138"/>
                      <a:pt x="541" y="140"/>
                    </a:cubicBezTo>
                    <a:cubicBezTo>
                      <a:pt x="543" y="141"/>
                      <a:pt x="544" y="143"/>
                      <a:pt x="544" y="144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4" y="144"/>
                      <a:pt x="544" y="145"/>
                      <a:pt x="543" y="145"/>
                    </a:cubicBezTo>
                    <a:cubicBezTo>
                      <a:pt x="542" y="145"/>
                      <a:pt x="541" y="146"/>
                      <a:pt x="540" y="146"/>
                    </a:cubicBezTo>
                    <a:cubicBezTo>
                      <a:pt x="539" y="146"/>
                      <a:pt x="538" y="145"/>
                      <a:pt x="536" y="145"/>
                    </a:cubicBezTo>
                    <a:cubicBezTo>
                      <a:pt x="534" y="144"/>
                      <a:pt x="532" y="142"/>
                      <a:pt x="530" y="141"/>
                    </a:cubicBezTo>
                    <a:cubicBezTo>
                      <a:pt x="529" y="139"/>
                      <a:pt x="528" y="137"/>
                      <a:pt x="528" y="136"/>
                    </a:cubicBezTo>
                    <a:cubicBezTo>
                      <a:pt x="528" y="136"/>
                      <a:pt x="528" y="136"/>
                      <a:pt x="528" y="136"/>
                    </a:cubicBezTo>
                    <a:cubicBezTo>
                      <a:pt x="528" y="136"/>
                      <a:pt x="528" y="136"/>
                      <a:pt x="528" y="135"/>
                    </a:cubicBezTo>
                    <a:cubicBezTo>
                      <a:pt x="529" y="135"/>
                      <a:pt x="530" y="135"/>
                      <a:pt x="531" y="135"/>
                    </a:cubicBezTo>
                    <a:close/>
                    <a:moveTo>
                      <a:pt x="513" y="115"/>
                    </a:moveTo>
                    <a:cubicBezTo>
                      <a:pt x="514" y="114"/>
                      <a:pt x="515" y="114"/>
                      <a:pt x="516" y="114"/>
                    </a:cubicBezTo>
                    <a:cubicBezTo>
                      <a:pt x="517" y="114"/>
                      <a:pt x="518" y="114"/>
                      <a:pt x="519" y="115"/>
                    </a:cubicBezTo>
                    <a:cubicBezTo>
                      <a:pt x="521" y="115"/>
                      <a:pt x="524" y="117"/>
                      <a:pt x="526" y="118"/>
                    </a:cubicBezTo>
                    <a:cubicBezTo>
                      <a:pt x="527" y="120"/>
                      <a:pt x="529" y="122"/>
                      <a:pt x="529" y="123"/>
                    </a:cubicBezTo>
                    <a:cubicBezTo>
                      <a:pt x="529" y="123"/>
                      <a:pt x="529" y="123"/>
                      <a:pt x="529" y="123"/>
                    </a:cubicBezTo>
                    <a:cubicBezTo>
                      <a:pt x="529" y="123"/>
                      <a:pt x="528" y="123"/>
                      <a:pt x="528" y="124"/>
                    </a:cubicBezTo>
                    <a:cubicBezTo>
                      <a:pt x="527" y="124"/>
                      <a:pt x="526" y="124"/>
                      <a:pt x="524" y="124"/>
                    </a:cubicBezTo>
                    <a:cubicBezTo>
                      <a:pt x="523" y="124"/>
                      <a:pt x="522" y="124"/>
                      <a:pt x="521" y="124"/>
                    </a:cubicBezTo>
                    <a:cubicBezTo>
                      <a:pt x="519" y="123"/>
                      <a:pt x="517" y="122"/>
                      <a:pt x="515" y="120"/>
                    </a:cubicBezTo>
                    <a:cubicBezTo>
                      <a:pt x="513" y="119"/>
                      <a:pt x="512" y="117"/>
                      <a:pt x="512" y="116"/>
                    </a:cubicBezTo>
                    <a:cubicBezTo>
                      <a:pt x="512" y="116"/>
                      <a:pt x="512" y="116"/>
                      <a:pt x="512" y="116"/>
                    </a:cubicBezTo>
                    <a:cubicBezTo>
                      <a:pt x="512" y="116"/>
                      <a:pt x="512" y="115"/>
                      <a:pt x="513" y="115"/>
                    </a:cubicBezTo>
                    <a:moveTo>
                      <a:pt x="496" y="96"/>
                    </a:moveTo>
                    <a:cubicBezTo>
                      <a:pt x="497" y="95"/>
                      <a:pt x="498" y="95"/>
                      <a:pt x="500" y="95"/>
                    </a:cubicBezTo>
                    <a:cubicBezTo>
                      <a:pt x="500" y="95"/>
                      <a:pt x="500" y="95"/>
                      <a:pt x="500" y="95"/>
                    </a:cubicBezTo>
                    <a:cubicBezTo>
                      <a:pt x="500" y="95"/>
                      <a:pt x="501" y="95"/>
                      <a:pt x="502" y="95"/>
                    </a:cubicBezTo>
                    <a:cubicBezTo>
                      <a:pt x="504" y="95"/>
                      <a:pt x="507" y="97"/>
                      <a:pt x="509" y="98"/>
                    </a:cubicBezTo>
                    <a:cubicBezTo>
                      <a:pt x="511" y="100"/>
                      <a:pt x="512" y="102"/>
                      <a:pt x="512" y="102"/>
                    </a:cubicBezTo>
                    <a:cubicBezTo>
                      <a:pt x="512" y="102"/>
                      <a:pt x="512" y="102"/>
                      <a:pt x="512" y="102"/>
                    </a:cubicBezTo>
                    <a:cubicBezTo>
                      <a:pt x="512" y="103"/>
                      <a:pt x="512" y="103"/>
                      <a:pt x="511" y="104"/>
                    </a:cubicBezTo>
                    <a:cubicBezTo>
                      <a:pt x="510" y="104"/>
                      <a:pt x="509" y="105"/>
                      <a:pt x="507" y="104"/>
                    </a:cubicBezTo>
                    <a:cubicBezTo>
                      <a:pt x="506" y="104"/>
                      <a:pt x="506" y="104"/>
                      <a:pt x="505" y="104"/>
                    </a:cubicBezTo>
                    <a:cubicBezTo>
                      <a:pt x="502" y="104"/>
                      <a:pt x="500" y="102"/>
                      <a:pt x="498" y="101"/>
                    </a:cubicBezTo>
                    <a:cubicBezTo>
                      <a:pt x="496" y="99"/>
                      <a:pt x="495" y="98"/>
                      <a:pt x="495" y="97"/>
                    </a:cubicBezTo>
                    <a:cubicBezTo>
                      <a:pt x="495" y="97"/>
                      <a:pt x="495" y="97"/>
                      <a:pt x="495" y="97"/>
                    </a:cubicBezTo>
                    <a:cubicBezTo>
                      <a:pt x="495" y="97"/>
                      <a:pt x="495" y="96"/>
                      <a:pt x="496" y="96"/>
                    </a:cubicBezTo>
                    <a:moveTo>
                      <a:pt x="477" y="80"/>
                    </a:moveTo>
                    <a:cubicBezTo>
                      <a:pt x="477" y="80"/>
                      <a:pt x="478" y="79"/>
                      <a:pt x="478" y="79"/>
                    </a:cubicBezTo>
                    <a:cubicBezTo>
                      <a:pt x="479" y="78"/>
                      <a:pt x="481" y="78"/>
                      <a:pt x="483" y="78"/>
                    </a:cubicBezTo>
                    <a:cubicBezTo>
                      <a:pt x="483" y="78"/>
                      <a:pt x="483" y="78"/>
                      <a:pt x="483" y="78"/>
                    </a:cubicBezTo>
                    <a:cubicBezTo>
                      <a:pt x="483" y="78"/>
                      <a:pt x="484" y="78"/>
                      <a:pt x="484" y="78"/>
                    </a:cubicBezTo>
                    <a:cubicBezTo>
                      <a:pt x="484" y="78"/>
                      <a:pt x="484" y="78"/>
                      <a:pt x="484" y="78"/>
                    </a:cubicBezTo>
                    <a:cubicBezTo>
                      <a:pt x="487" y="78"/>
                      <a:pt x="489" y="79"/>
                      <a:pt x="491" y="81"/>
                    </a:cubicBezTo>
                    <a:cubicBezTo>
                      <a:pt x="493" y="82"/>
                      <a:pt x="494" y="84"/>
                      <a:pt x="495" y="84"/>
                    </a:cubicBezTo>
                    <a:cubicBezTo>
                      <a:pt x="495" y="84"/>
                      <a:pt x="495" y="84"/>
                      <a:pt x="495" y="85"/>
                    </a:cubicBezTo>
                    <a:cubicBezTo>
                      <a:pt x="495" y="85"/>
                      <a:pt x="494" y="85"/>
                      <a:pt x="493" y="86"/>
                    </a:cubicBezTo>
                    <a:cubicBezTo>
                      <a:pt x="493" y="87"/>
                      <a:pt x="491" y="87"/>
                      <a:pt x="489" y="87"/>
                    </a:cubicBezTo>
                    <a:cubicBezTo>
                      <a:pt x="489" y="87"/>
                      <a:pt x="488" y="87"/>
                      <a:pt x="488" y="87"/>
                    </a:cubicBezTo>
                    <a:cubicBezTo>
                      <a:pt x="485" y="86"/>
                      <a:pt x="483" y="85"/>
                      <a:pt x="481" y="84"/>
                    </a:cubicBezTo>
                    <a:cubicBezTo>
                      <a:pt x="479" y="83"/>
                      <a:pt x="478" y="81"/>
                      <a:pt x="477" y="80"/>
                    </a:cubicBezTo>
                    <a:close/>
                    <a:moveTo>
                      <a:pt x="459" y="62"/>
                    </a:moveTo>
                    <a:cubicBezTo>
                      <a:pt x="460" y="62"/>
                      <a:pt x="461" y="61"/>
                      <a:pt x="463" y="61"/>
                    </a:cubicBezTo>
                    <a:cubicBezTo>
                      <a:pt x="463" y="61"/>
                      <a:pt x="464" y="61"/>
                      <a:pt x="464" y="61"/>
                    </a:cubicBezTo>
                    <a:cubicBezTo>
                      <a:pt x="466" y="61"/>
                      <a:pt x="469" y="62"/>
                      <a:pt x="471" y="63"/>
                    </a:cubicBezTo>
                    <a:cubicBezTo>
                      <a:pt x="473" y="65"/>
                      <a:pt x="475" y="66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8"/>
                      <a:pt x="474" y="69"/>
                    </a:cubicBezTo>
                    <a:cubicBezTo>
                      <a:pt x="473" y="69"/>
                      <a:pt x="471" y="70"/>
                      <a:pt x="469" y="70"/>
                    </a:cubicBezTo>
                    <a:cubicBezTo>
                      <a:pt x="469" y="70"/>
                      <a:pt x="468" y="70"/>
                      <a:pt x="468" y="70"/>
                    </a:cubicBezTo>
                    <a:cubicBezTo>
                      <a:pt x="466" y="70"/>
                      <a:pt x="463" y="69"/>
                      <a:pt x="461" y="68"/>
                    </a:cubicBezTo>
                    <a:cubicBezTo>
                      <a:pt x="459" y="67"/>
                      <a:pt x="458" y="65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8" y="63"/>
                      <a:pt x="459" y="62"/>
                    </a:cubicBezTo>
                    <a:moveTo>
                      <a:pt x="437" y="48"/>
                    </a:moveTo>
                    <a:cubicBezTo>
                      <a:pt x="438" y="47"/>
                      <a:pt x="440" y="47"/>
                      <a:pt x="442" y="47"/>
                    </a:cubicBezTo>
                    <a:cubicBezTo>
                      <a:pt x="443" y="47"/>
                      <a:pt x="443" y="47"/>
                      <a:pt x="443" y="47"/>
                    </a:cubicBezTo>
                    <a:cubicBezTo>
                      <a:pt x="445" y="47"/>
                      <a:pt x="448" y="47"/>
                      <a:pt x="450" y="48"/>
                    </a:cubicBezTo>
                    <a:cubicBezTo>
                      <a:pt x="452" y="49"/>
                      <a:pt x="454" y="50"/>
                      <a:pt x="454" y="51"/>
                    </a:cubicBezTo>
                    <a:cubicBezTo>
                      <a:pt x="454" y="51"/>
                      <a:pt x="454" y="51"/>
                      <a:pt x="454" y="51"/>
                    </a:cubicBezTo>
                    <a:cubicBezTo>
                      <a:pt x="454" y="52"/>
                      <a:pt x="454" y="53"/>
                      <a:pt x="452" y="53"/>
                    </a:cubicBezTo>
                    <a:cubicBezTo>
                      <a:pt x="451" y="54"/>
                      <a:pt x="450" y="55"/>
                      <a:pt x="448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44" y="55"/>
                      <a:pt x="442" y="54"/>
                      <a:pt x="440" y="53"/>
                    </a:cubicBezTo>
                    <a:cubicBezTo>
                      <a:pt x="438" y="52"/>
                      <a:pt x="436" y="51"/>
                      <a:pt x="436" y="50"/>
                    </a:cubicBezTo>
                    <a:cubicBezTo>
                      <a:pt x="436" y="50"/>
                      <a:pt x="436" y="50"/>
                      <a:pt x="436" y="50"/>
                    </a:cubicBezTo>
                    <a:cubicBezTo>
                      <a:pt x="436" y="50"/>
                      <a:pt x="436" y="49"/>
                      <a:pt x="437" y="48"/>
                    </a:cubicBezTo>
                    <a:moveTo>
                      <a:pt x="421" y="35"/>
                    </a:moveTo>
                    <a:cubicBezTo>
                      <a:pt x="421" y="35"/>
                      <a:pt x="421" y="35"/>
                      <a:pt x="421" y="35"/>
                    </a:cubicBezTo>
                    <a:cubicBezTo>
                      <a:pt x="421" y="34"/>
                      <a:pt x="422" y="34"/>
                      <a:pt x="423" y="34"/>
                    </a:cubicBezTo>
                    <a:cubicBezTo>
                      <a:pt x="425" y="34"/>
                      <a:pt x="427" y="35"/>
                      <a:pt x="429" y="36"/>
                    </a:cubicBezTo>
                    <a:cubicBezTo>
                      <a:pt x="431" y="37"/>
                      <a:pt x="432" y="38"/>
                      <a:pt x="433" y="38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33" y="39"/>
                      <a:pt x="432" y="40"/>
                      <a:pt x="431" y="41"/>
                    </a:cubicBezTo>
                    <a:cubicBezTo>
                      <a:pt x="430" y="41"/>
                      <a:pt x="429" y="42"/>
                      <a:pt x="427" y="42"/>
                    </a:cubicBezTo>
                    <a:cubicBezTo>
                      <a:pt x="426" y="42"/>
                      <a:pt x="426" y="42"/>
                      <a:pt x="425" y="42"/>
                    </a:cubicBezTo>
                    <a:cubicBezTo>
                      <a:pt x="423" y="42"/>
                      <a:pt x="420" y="42"/>
                      <a:pt x="419" y="41"/>
                    </a:cubicBezTo>
                    <a:cubicBezTo>
                      <a:pt x="417" y="40"/>
                      <a:pt x="415" y="39"/>
                      <a:pt x="415" y="39"/>
                    </a:cubicBezTo>
                    <a:cubicBezTo>
                      <a:pt x="415" y="39"/>
                      <a:pt x="415" y="39"/>
                      <a:pt x="415" y="39"/>
                    </a:cubicBezTo>
                    <a:cubicBezTo>
                      <a:pt x="415" y="38"/>
                      <a:pt x="416" y="35"/>
                      <a:pt x="421" y="35"/>
                    </a:cubicBezTo>
                    <a:moveTo>
                      <a:pt x="397" y="24"/>
                    </a:moveTo>
                    <a:cubicBezTo>
                      <a:pt x="398" y="24"/>
                      <a:pt x="399" y="24"/>
                      <a:pt x="400" y="24"/>
                    </a:cubicBezTo>
                    <a:cubicBezTo>
                      <a:pt x="402" y="24"/>
                      <a:pt x="404" y="24"/>
                      <a:pt x="406" y="25"/>
                    </a:cubicBezTo>
                    <a:cubicBezTo>
                      <a:pt x="407" y="25"/>
                      <a:pt x="409" y="26"/>
                      <a:pt x="409" y="26"/>
                    </a:cubicBezTo>
                    <a:cubicBezTo>
                      <a:pt x="409" y="26"/>
                      <a:pt x="409" y="27"/>
                      <a:pt x="409" y="27"/>
                    </a:cubicBezTo>
                    <a:cubicBezTo>
                      <a:pt x="409" y="28"/>
                      <a:pt x="407" y="30"/>
                      <a:pt x="403" y="31"/>
                    </a:cubicBezTo>
                    <a:cubicBezTo>
                      <a:pt x="402" y="31"/>
                      <a:pt x="401" y="32"/>
                      <a:pt x="400" y="31"/>
                    </a:cubicBezTo>
                    <a:cubicBezTo>
                      <a:pt x="396" y="31"/>
                      <a:pt x="392" y="30"/>
                      <a:pt x="391" y="29"/>
                    </a:cubicBezTo>
                    <a:cubicBezTo>
                      <a:pt x="391" y="29"/>
                      <a:pt x="391" y="29"/>
                      <a:pt x="391" y="28"/>
                    </a:cubicBezTo>
                    <a:cubicBezTo>
                      <a:pt x="391" y="27"/>
                      <a:pt x="393" y="25"/>
                      <a:pt x="397" y="24"/>
                    </a:cubicBezTo>
                    <a:moveTo>
                      <a:pt x="372" y="16"/>
                    </a:moveTo>
                    <a:cubicBezTo>
                      <a:pt x="373" y="15"/>
                      <a:pt x="376" y="15"/>
                      <a:pt x="377" y="15"/>
                    </a:cubicBezTo>
                    <a:cubicBezTo>
                      <a:pt x="381" y="15"/>
                      <a:pt x="384" y="16"/>
                      <a:pt x="384" y="17"/>
                    </a:cubicBezTo>
                    <a:cubicBezTo>
                      <a:pt x="384" y="17"/>
                      <a:pt x="384" y="17"/>
                      <a:pt x="384" y="18"/>
                    </a:cubicBezTo>
                    <a:cubicBezTo>
                      <a:pt x="384" y="19"/>
                      <a:pt x="383" y="21"/>
                      <a:pt x="379" y="22"/>
                    </a:cubicBezTo>
                    <a:cubicBezTo>
                      <a:pt x="377" y="23"/>
                      <a:pt x="376" y="23"/>
                      <a:pt x="374" y="23"/>
                    </a:cubicBezTo>
                    <a:cubicBezTo>
                      <a:pt x="371" y="23"/>
                      <a:pt x="368" y="22"/>
                      <a:pt x="367" y="21"/>
                    </a:cubicBezTo>
                    <a:cubicBezTo>
                      <a:pt x="367" y="21"/>
                      <a:pt x="367" y="21"/>
                      <a:pt x="367" y="21"/>
                    </a:cubicBezTo>
                    <a:cubicBezTo>
                      <a:pt x="367" y="20"/>
                      <a:pt x="368" y="17"/>
                      <a:pt x="372" y="16"/>
                    </a:cubicBezTo>
                    <a:moveTo>
                      <a:pt x="348" y="11"/>
                    </a:moveTo>
                    <a:cubicBezTo>
                      <a:pt x="348" y="11"/>
                      <a:pt x="348" y="11"/>
                      <a:pt x="348" y="11"/>
                    </a:cubicBezTo>
                    <a:cubicBezTo>
                      <a:pt x="350" y="10"/>
                      <a:pt x="352" y="9"/>
                      <a:pt x="355" y="9"/>
                    </a:cubicBezTo>
                    <a:cubicBezTo>
                      <a:pt x="357" y="9"/>
                      <a:pt x="360" y="10"/>
                      <a:pt x="360" y="11"/>
                    </a:cubicBezTo>
                    <a:cubicBezTo>
                      <a:pt x="360" y="11"/>
                      <a:pt x="360" y="11"/>
                      <a:pt x="360" y="11"/>
                    </a:cubicBezTo>
                    <a:cubicBezTo>
                      <a:pt x="360" y="12"/>
                      <a:pt x="359" y="15"/>
                      <a:pt x="356" y="16"/>
                    </a:cubicBezTo>
                    <a:cubicBezTo>
                      <a:pt x="353" y="17"/>
                      <a:pt x="351" y="18"/>
                      <a:pt x="348" y="18"/>
                    </a:cubicBezTo>
                    <a:cubicBezTo>
                      <a:pt x="346" y="18"/>
                      <a:pt x="344" y="17"/>
                      <a:pt x="343" y="17"/>
                    </a:cubicBezTo>
                    <a:cubicBezTo>
                      <a:pt x="343" y="17"/>
                      <a:pt x="343" y="16"/>
                      <a:pt x="343" y="16"/>
                    </a:cubicBezTo>
                    <a:cubicBezTo>
                      <a:pt x="343" y="15"/>
                      <a:pt x="344" y="12"/>
                      <a:pt x="348" y="11"/>
                    </a:cubicBezTo>
                    <a:moveTo>
                      <a:pt x="322" y="8"/>
                    </a:moveTo>
                    <a:cubicBezTo>
                      <a:pt x="324" y="6"/>
                      <a:pt x="328" y="6"/>
                      <a:pt x="330" y="6"/>
                    </a:cubicBezTo>
                    <a:cubicBezTo>
                      <a:pt x="332" y="6"/>
                      <a:pt x="334" y="6"/>
                      <a:pt x="334" y="6"/>
                    </a:cubicBezTo>
                    <a:cubicBezTo>
                      <a:pt x="334" y="7"/>
                      <a:pt x="334" y="7"/>
                      <a:pt x="334" y="7"/>
                    </a:cubicBezTo>
                    <a:cubicBezTo>
                      <a:pt x="334" y="8"/>
                      <a:pt x="333" y="11"/>
                      <a:pt x="330" y="13"/>
                    </a:cubicBezTo>
                    <a:cubicBezTo>
                      <a:pt x="328" y="14"/>
                      <a:pt x="324" y="15"/>
                      <a:pt x="322" y="15"/>
                    </a:cubicBezTo>
                    <a:cubicBezTo>
                      <a:pt x="320" y="15"/>
                      <a:pt x="319" y="14"/>
                      <a:pt x="318" y="14"/>
                    </a:cubicBezTo>
                    <a:cubicBezTo>
                      <a:pt x="318" y="14"/>
                      <a:pt x="318" y="14"/>
                      <a:pt x="318" y="13"/>
                    </a:cubicBezTo>
                    <a:cubicBezTo>
                      <a:pt x="318" y="12"/>
                      <a:pt x="319" y="10"/>
                      <a:pt x="322" y="8"/>
                    </a:cubicBezTo>
                    <a:moveTo>
                      <a:pt x="295" y="8"/>
                    </a:moveTo>
                    <a:cubicBezTo>
                      <a:pt x="298" y="5"/>
                      <a:pt x="303" y="4"/>
                      <a:pt x="306" y="4"/>
                    </a:cubicBezTo>
                    <a:cubicBezTo>
                      <a:pt x="307" y="4"/>
                      <a:pt x="307" y="5"/>
                      <a:pt x="308" y="5"/>
                    </a:cubicBezTo>
                    <a:cubicBezTo>
                      <a:pt x="308" y="5"/>
                      <a:pt x="308" y="5"/>
                      <a:pt x="308" y="6"/>
                    </a:cubicBezTo>
                    <a:cubicBezTo>
                      <a:pt x="308" y="7"/>
                      <a:pt x="307" y="10"/>
                      <a:pt x="304" y="11"/>
                    </a:cubicBezTo>
                    <a:cubicBezTo>
                      <a:pt x="302" y="14"/>
                      <a:pt x="297" y="15"/>
                      <a:pt x="295" y="15"/>
                    </a:cubicBezTo>
                    <a:cubicBezTo>
                      <a:pt x="294" y="15"/>
                      <a:pt x="293" y="14"/>
                      <a:pt x="292" y="14"/>
                    </a:cubicBezTo>
                    <a:cubicBezTo>
                      <a:pt x="292" y="14"/>
                      <a:pt x="292" y="14"/>
                      <a:pt x="292" y="13"/>
                    </a:cubicBezTo>
                    <a:cubicBezTo>
                      <a:pt x="292" y="12"/>
                      <a:pt x="293" y="10"/>
                      <a:pt x="295" y="8"/>
                    </a:cubicBezTo>
                    <a:close/>
                    <a:moveTo>
                      <a:pt x="271" y="10"/>
                    </a:moveTo>
                    <a:cubicBezTo>
                      <a:pt x="271" y="10"/>
                      <a:pt x="271" y="10"/>
                      <a:pt x="271" y="10"/>
                    </a:cubicBezTo>
                    <a:cubicBezTo>
                      <a:pt x="274" y="7"/>
                      <a:pt x="279" y="6"/>
                      <a:pt x="281" y="6"/>
                    </a:cubicBezTo>
                    <a:cubicBezTo>
                      <a:pt x="282" y="6"/>
                      <a:pt x="283" y="6"/>
                      <a:pt x="283" y="6"/>
                    </a:cubicBezTo>
                    <a:cubicBezTo>
                      <a:pt x="283" y="6"/>
                      <a:pt x="283" y="6"/>
                      <a:pt x="283" y="7"/>
                    </a:cubicBezTo>
                    <a:cubicBezTo>
                      <a:pt x="283" y="9"/>
                      <a:pt x="282" y="11"/>
                      <a:pt x="280" y="13"/>
                    </a:cubicBezTo>
                    <a:cubicBezTo>
                      <a:pt x="277" y="16"/>
                      <a:pt x="272" y="17"/>
                      <a:pt x="270" y="17"/>
                    </a:cubicBezTo>
                    <a:cubicBezTo>
                      <a:pt x="269" y="17"/>
                      <a:pt x="269" y="17"/>
                      <a:pt x="269" y="17"/>
                    </a:cubicBezTo>
                    <a:cubicBezTo>
                      <a:pt x="268" y="17"/>
                      <a:pt x="268" y="16"/>
                      <a:pt x="268" y="15"/>
                    </a:cubicBezTo>
                    <a:cubicBezTo>
                      <a:pt x="268" y="14"/>
                      <a:pt x="269" y="12"/>
                      <a:pt x="271" y="10"/>
                    </a:cubicBezTo>
                    <a:moveTo>
                      <a:pt x="245" y="15"/>
                    </a:moveTo>
                    <a:cubicBezTo>
                      <a:pt x="248" y="12"/>
                      <a:pt x="254" y="10"/>
                      <a:pt x="256" y="10"/>
                    </a:cubicBezTo>
                    <a:cubicBezTo>
                      <a:pt x="256" y="10"/>
                      <a:pt x="257" y="10"/>
                      <a:pt x="257" y="10"/>
                    </a:cubicBezTo>
                    <a:cubicBezTo>
                      <a:pt x="257" y="10"/>
                      <a:pt x="257" y="10"/>
                      <a:pt x="257" y="10"/>
                    </a:cubicBezTo>
                    <a:cubicBezTo>
                      <a:pt x="257" y="11"/>
                      <a:pt x="257" y="11"/>
                      <a:pt x="257" y="12"/>
                    </a:cubicBezTo>
                    <a:cubicBezTo>
                      <a:pt x="257" y="13"/>
                      <a:pt x="257" y="15"/>
                      <a:pt x="255" y="17"/>
                    </a:cubicBezTo>
                    <a:cubicBezTo>
                      <a:pt x="252" y="20"/>
                      <a:pt x="246" y="22"/>
                      <a:pt x="244" y="22"/>
                    </a:cubicBezTo>
                    <a:cubicBezTo>
                      <a:pt x="244" y="22"/>
                      <a:pt x="244" y="22"/>
                      <a:pt x="244" y="22"/>
                    </a:cubicBezTo>
                    <a:cubicBezTo>
                      <a:pt x="243" y="22"/>
                      <a:pt x="243" y="22"/>
                      <a:pt x="243" y="22"/>
                    </a:cubicBezTo>
                    <a:cubicBezTo>
                      <a:pt x="243" y="21"/>
                      <a:pt x="243" y="21"/>
                      <a:pt x="243" y="20"/>
                    </a:cubicBezTo>
                    <a:cubicBezTo>
                      <a:pt x="243" y="19"/>
                      <a:pt x="244" y="17"/>
                      <a:pt x="245" y="15"/>
                    </a:cubicBezTo>
                    <a:moveTo>
                      <a:pt x="220" y="23"/>
                    </a:moveTo>
                    <a:cubicBezTo>
                      <a:pt x="222" y="21"/>
                      <a:pt x="224" y="19"/>
                      <a:pt x="226" y="18"/>
                    </a:cubicBezTo>
                    <a:cubicBezTo>
                      <a:pt x="228" y="17"/>
                      <a:pt x="230" y="16"/>
                      <a:pt x="231" y="16"/>
                    </a:cubicBezTo>
                    <a:cubicBezTo>
                      <a:pt x="231" y="16"/>
                      <a:pt x="231" y="16"/>
                      <a:pt x="231" y="16"/>
                    </a:cubicBezTo>
                    <a:cubicBezTo>
                      <a:pt x="231" y="16"/>
                      <a:pt x="231" y="17"/>
                      <a:pt x="232" y="17"/>
                    </a:cubicBezTo>
                    <a:cubicBezTo>
                      <a:pt x="232" y="17"/>
                      <a:pt x="232" y="18"/>
                      <a:pt x="232" y="19"/>
                    </a:cubicBezTo>
                    <a:cubicBezTo>
                      <a:pt x="232" y="20"/>
                      <a:pt x="231" y="22"/>
                      <a:pt x="230" y="24"/>
                    </a:cubicBezTo>
                    <a:cubicBezTo>
                      <a:pt x="229" y="26"/>
                      <a:pt x="226" y="27"/>
                      <a:pt x="224" y="28"/>
                    </a:cubicBezTo>
                    <a:cubicBezTo>
                      <a:pt x="222" y="29"/>
                      <a:pt x="220" y="30"/>
                      <a:pt x="220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29"/>
                    </a:cubicBezTo>
                    <a:cubicBezTo>
                      <a:pt x="219" y="29"/>
                      <a:pt x="218" y="28"/>
                      <a:pt x="218" y="28"/>
                    </a:cubicBezTo>
                    <a:cubicBezTo>
                      <a:pt x="218" y="26"/>
                      <a:pt x="219" y="25"/>
                      <a:pt x="220" y="23"/>
                    </a:cubicBezTo>
                    <a:moveTo>
                      <a:pt x="197" y="32"/>
                    </a:moveTo>
                    <a:cubicBezTo>
                      <a:pt x="199" y="30"/>
                      <a:pt x="201" y="28"/>
                      <a:pt x="203" y="27"/>
                    </a:cubicBezTo>
                    <a:cubicBezTo>
                      <a:pt x="205" y="26"/>
                      <a:pt x="207" y="25"/>
                      <a:pt x="207" y="25"/>
                    </a:cubicBezTo>
                    <a:cubicBezTo>
                      <a:pt x="207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6"/>
                    </a:cubicBezTo>
                    <a:cubicBezTo>
                      <a:pt x="209" y="26"/>
                      <a:pt x="209" y="27"/>
                      <a:pt x="209" y="28"/>
                    </a:cubicBezTo>
                    <a:cubicBezTo>
                      <a:pt x="209" y="29"/>
                      <a:pt x="208" y="31"/>
                      <a:pt x="207" y="32"/>
                    </a:cubicBezTo>
                    <a:cubicBezTo>
                      <a:pt x="206" y="34"/>
                      <a:pt x="204" y="36"/>
                      <a:pt x="202" y="38"/>
                    </a:cubicBezTo>
                    <a:cubicBezTo>
                      <a:pt x="200" y="39"/>
                      <a:pt x="198" y="40"/>
                      <a:pt x="197" y="40"/>
                    </a:cubicBezTo>
                    <a:cubicBezTo>
                      <a:pt x="197" y="40"/>
                      <a:pt x="197" y="40"/>
                      <a:pt x="197" y="40"/>
                    </a:cubicBezTo>
                    <a:cubicBezTo>
                      <a:pt x="197" y="40"/>
                      <a:pt x="197" y="39"/>
                      <a:pt x="197" y="39"/>
                    </a:cubicBezTo>
                    <a:cubicBezTo>
                      <a:pt x="196" y="39"/>
                      <a:pt x="196" y="38"/>
                      <a:pt x="196" y="37"/>
                    </a:cubicBezTo>
                    <a:cubicBezTo>
                      <a:pt x="196" y="36"/>
                      <a:pt x="197" y="34"/>
                      <a:pt x="197" y="32"/>
                    </a:cubicBezTo>
                    <a:moveTo>
                      <a:pt x="174" y="45"/>
                    </a:moveTo>
                    <a:cubicBezTo>
                      <a:pt x="174" y="45"/>
                      <a:pt x="174" y="45"/>
                      <a:pt x="174" y="45"/>
                    </a:cubicBezTo>
                    <a:cubicBezTo>
                      <a:pt x="175" y="42"/>
                      <a:pt x="177" y="40"/>
                      <a:pt x="179" y="39"/>
                    </a:cubicBezTo>
                    <a:cubicBezTo>
                      <a:pt x="181" y="37"/>
                      <a:pt x="183" y="36"/>
                      <a:pt x="184" y="36"/>
                    </a:cubicBezTo>
                    <a:cubicBezTo>
                      <a:pt x="184" y="36"/>
                      <a:pt x="184" y="37"/>
                      <a:pt x="185" y="37"/>
                    </a:cubicBezTo>
                    <a:cubicBezTo>
                      <a:pt x="185" y="38"/>
                      <a:pt x="185" y="39"/>
                      <a:pt x="185" y="40"/>
                    </a:cubicBezTo>
                    <a:cubicBezTo>
                      <a:pt x="185" y="41"/>
                      <a:pt x="185" y="42"/>
                      <a:pt x="184" y="44"/>
                    </a:cubicBezTo>
                    <a:cubicBezTo>
                      <a:pt x="183" y="46"/>
                      <a:pt x="181" y="48"/>
                      <a:pt x="179" y="50"/>
                    </a:cubicBezTo>
                    <a:cubicBezTo>
                      <a:pt x="178" y="51"/>
                      <a:pt x="176" y="52"/>
                      <a:pt x="175" y="52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5" y="52"/>
                      <a:pt x="174" y="52"/>
                      <a:pt x="174" y="51"/>
                    </a:cubicBezTo>
                    <a:cubicBezTo>
                      <a:pt x="174" y="51"/>
                      <a:pt x="173" y="50"/>
                      <a:pt x="173" y="49"/>
                    </a:cubicBezTo>
                    <a:cubicBezTo>
                      <a:pt x="173" y="48"/>
                      <a:pt x="174" y="46"/>
                      <a:pt x="174" y="45"/>
                    </a:cubicBezTo>
                    <a:moveTo>
                      <a:pt x="153" y="59"/>
                    </a:moveTo>
                    <a:cubicBezTo>
                      <a:pt x="153" y="57"/>
                      <a:pt x="155" y="55"/>
                      <a:pt x="157" y="53"/>
                    </a:cubicBezTo>
                    <a:cubicBezTo>
                      <a:pt x="159" y="51"/>
                      <a:pt x="161" y="50"/>
                      <a:pt x="161" y="50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1" y="50"/>
                      <a:pt x="162" y="50"/>
                      <a:pt x="162" y="51"/>
                    </a:cubicBezTo>
                    <a:cubicBezTo>
                      <a:pt x="163" y="51"/>
                      <a:pt x="163" y="53"/>
                      <a:pt x="163" y="54"/>
                    </a:cubicBezTo>
                    <a:cubicBezTo>
                      <a:pt x="163" y="55"/>
                      <a:pt x="163" y="56"/>
                      <a:pt x="162" y="57"/>
                    </a:cubicBezTo>
                    <a:cubicBezTo>
                      <a:pt x="161" y="60"/>
                      <a:pt x="160" y="62"/>
                      <a:pt x="158" y="63"/>
                    </a:cubicBezTo>
                    <a:cubicBezTo>
                      <a:pt x="156" y="65"/>
                      <a:pt x="154" y="66"/>
                      <a:pt x="154" y="66"/>
                    </a:cubicBezTo>
                    <a:cubicBezTo>
                      <a:pt x="154" y="66"/>
                      <a:pt x="154" y="66"/>
                      <a:pt x="154" y="66"/>
                    </a:cubicBezTo>
                    <a:cubicBezTo>
                      <a:pt x="153" y="66"/>
                      <a:pt x="153" y="66"/>
                      <a:pt x="153" y="65"/>
                    </a:cubicBezTo>
                    <a:cubicBezTo>
                      <a:pt x="152" y="65"/>
                      <a:pt x="152" y="64"/>
                      <a:pt x="152" y="62"/>
                    </a:cubicBezTo>
                    <a:cubicBezTo>
                      <a:pt x="152" y="61"/>
                      <a:pt x="152" y="60"/>
                      <a:pt x="153" y="59"/>
                    </a:cubicBezTo>
                    <a:moveTo>
                      <a:pt x="133" y="75"/>
                    </a:move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2"/>
                      <a:pt x="135" y="70"/>
                      <a:pt x="137" y="68"/>
                    </a:cubicBezTo>
                    <a:cubicBezTo>
                      <a:pt x="139" y="66"/>
                      <a:pt x="140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2" y="65"/>
                      <a:pt x="142" y="66"/>
                    </a:cubicBezTo>
                    <a:cubicBezTo>
                      <a:pt x="143" y="66"/>
                      <a:pt x="143" y="68"/>
                      <a:pt x="143" y="69"/>
                    </a:cubicBezTo>
                    <a:cubicBezTo>
                      <a:pt x="143" y="70"/>
                      <a:pt x="143" y="71"/>
                      <a:pt x="143" y="72"/>
                    </a:cubicBezTo>
                    <a:cubicBezTo>
                      <a:pt x="142" y="74"/>
                      <a:pt x="141" y="77"/>
                      <a:pt x="139" y="78"/>
                    </a:cubicBezTo>
                    <a:cubicBezTo>
                      <a:pt x="138" y="80"/>
                      <a:pt x="136" y="81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1"/>
                      <a:pt x="134" y="81"/>
                      <a:pt x="134" y="81"/>
                    </a:cubicBezTo>
                    <a:cubicBezTo>
                      <a:pt x="133" y="80"/>
                      <a:pt x="133" y="79"/>
                      <a:pt x="133" y="77"/>
                    </a:cubicBezTo>
                    <a:cubicBezTo>
                      <a:pt x="133" y="76"/>
                      <a:pt x="133" y="75"/>
                      <a:pt x="133" y="75"/>
                    </a:cubicBezTo>
                    <a:moveTo>
                      <a:pt x="114" y="92"/>
                    </a:moveTo>
                    <a:cubicBezTo>
                      <a:pt x="114" y="92"/>
                      <a:pt x="114" y="92"/>
                      <a:pt x="114" y="92"/>
                    </a:cubicBezTo>
                    <a:cubicBezTo>
                      <a:pt x="115" y="90"/>
                      <a:pt x="116" y="87"/>
                      <a:pt x="117" y="85"/>
                    </a:cubicBezTo>
                    <a:cubicBezTo>
                      <a:pt x="119" y="84"/>
                      <a:pt x="121" y="82"/>
                      <a:pt x="121" y="82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2" y="82"/>
                      <a:pt x="122" y="82"/>
                      <a:pt x="123" y="83"/>
                    </a:cubicBezTo>
                    <a:cubicBezTo>
                      <a:pt x="123" y="84"/>
                      <a:pt x="124" y="85"/>
                      <a:pt x="124" y="87"/>
                    </a:cubicBezTo>
                    <a:cubicBezTo>
                      <a:pt x="124" y="88"/>
                      <a:pt x="124" y="88"/>
                      <a:pt x="123" y="89"/>
                    </a:cubicBezTo>
                    <a:cubicBezTo>
                      <a:pt x="123" y="91"/>
                      <a:pt x="122" y="94"/>
                      <a:pt x="120" y="96"/>
                    </a:cubicBezTo>
                    <a:cubicBezTo>
                      <a:pt x="119" y="98"/>
                      <a:pt x="117" y="99"/>
                      <a:pt x="117" y="99"/>
                    </a:cubicBezTo>
                    <a:cubicBezTo>
                      <a:pt x="117" y="99"/>
                      <a:pt x="116" y="99"/>
                      <a:pt x="116" y="99"/>
                    </a:cubicBezTo>
                    <a:cubicBezTo>
                      <a:pt x="116" y="99"/>
                      <a:pt x="116" y="99"/>
                      <a:pt x="115" y="98"/>
                    </a:cubicBezTo>
                    <a:cubicBezTo>
                      <a:pt x="114" y="97"/>
                      <a:pt x="114" y="96"/>
                      <a:pt x="114" y="94"/>
                    </a:cubicBezTo>
                    <a:cubicBezTo>
                      <a:pt x="114" y="94"/>
                      <a:pt x="114" y="93"/>
                      <a:pt x="114" y="92"/>
                    </a:cubicBezTo>
                    <a:moveTo>
                      <a:pt x="97" y="112"/>
                    </a:moveTo>
                    <a:cubicBezTo>
                      <a:pt x="97" y="112"/>
                      <a:pt x="97" y="112"/>
                      <a:pt x="97" y="112"/>
                    </a:cubicBezTo>
                    <a:cubicBezTo>
                      <a:pt x="97" y="109"/>
                      <a:pt x="98" y="107"/>
                      <a:pt x="99" y="105"/>
                    </a:cubicBezTo>
                    <a:cubicBezTo>
                      <a:pt x="101" y="103"/>
                      <a:pt x="102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4" y="101"/>
                      <a:pt x="105" y="102"/>
                    </a:cubicBezTo>
                    <a:cubicBezTo>
                      <a:pt x="105" y="103"/>
                      <a:pt x="106" y="105"/>
                      <a:pt x="106" y="107"/>
                    </a:cubicBezTo>
                    <a:cubicBezTo>
                      <a:pt x="106" y="107"/>
                      <a:pt x="106" y="107"/>
                      <a:pt x="106" y="108"/>
                    </a:cubicBezTo>
                    <a:cubicBezTo>
                      <a:pt x="105" y="110"/>
                      <a:pt x="104" y="113"/>
                      <a:pt x="103" y="115"/>
                    </a:cubicBezTo>
                    <a:cubicBezTo>
                      <a:pt x="102" y="117"/>
                      <a:pt x="100" y="118"/>
                      <a:pt x="100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9" y="118"/>
                      <a:pt x="98" y="118"/>
                      <a:pt x="98" y="117"/>
                    </a:cubicBezTo>
                    <a:cubicBezTo>
                      <a:pt x="97" y="116"/>
                      <a:pt x="97" y="115"/>
                      <a:pt x="97" y="113"/>
                    </a:cubicBezTo>
                    <a:cubicBezTo>
                      <a:pt x="97" y="112"/>
                      <a:pt x="97" y="112"/>
                      <a:pt x="97" y="112"/>
                    </a:cubicBezTo>
                    <a:moveTo>
                      <a:pt x="82" y="131"/>
                    </a:moveTo>
                    <a:cubicBezTo>
                      <a:pt x="82" y="129"/>
                      <a:pt x="83" y="126"/>
                      <a:pt x="84" y="124"/>
                    </a:cubicBezTo>
                    <a:cubicBezTo>
                      <a:pt x="85" y="122"/>
                      <a:pt x="86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8" y="120"/>
                      <a:pt x="89" y="121"/>
                    </a:cubicBezTo>
                    <a:cubicBezTo>
                      <a:pt x="90" y="122"/>
                      <a:pt x="90" y="124"/>
                      <a:pt x="90" y="126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90" y="129"/>
                      <a:pt x="89" y="132"/>
                      <a:pt x="88" y="134"/>
                    </a:cubicBezTo>
                    <a:cubicBezTo>
                      <a:pt x="87" y="136"/>
                      <a:pt x="86" y="137"/>
                      <a:pt x="85" y="138"/>
                    </a:cubicBezTo>
                    <a:cubicBezTo>
                      <a:pt x="85" y="138"/>
                      <a:pt x="85" y="138"/>
                      <a:pt x="85" y="138"/>
                    </a:cubicBezTo>
                    <a:cubicBezTo>
                      <a:pt x="84" y="138"/>
                      <a:pt x="84" y="137"/>
                      <a:pt x="83" y="136"/>
                    </a:cubicBezTo>
                    <a:cubicBezTo>
                      <a:pt x="82" y="135"/>
                      <a:pt x="82" y="133"/>
                      <a:pt x="82" y="131"/>
                    </a:cubicBezTo>
                    <a:close/>
                    <a:moveTo>
                      <a:pt x="69" y="145"/>
                    </a:moveTo>
                    <a:cubicBezTo>
                      <a:pt x="70" y="143"/>
                      <a:pt x="71" y="142"/>
                      <a:pt x="72" y="141"/>
                    </a:cubicBezTo>
                    <a:cubicBezTo>
                      <a:pt x="72" y="141"/>
                      <a:pt x="72" y="141"/>
                      <a:pt x="72" y="141"/>
                    </a:cubicBezTo>
                    <a:cubicBezTo>
                      <a:pt x="72" y="141"/>
                      <a:pt x="73" y="142"/>
                      <a:pt x="74" y="143"/>
                    </a:cubicBezTo>
                    <a:cubicBezTo>
                      <a:pt x="75" y="144"/>
                      <a:pt x="75" y="145"/>
                      <a:pt x="75" y="148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75" y="151"/>
                      <a:pt x="75" y="153"/>
                      <a:pt x="74" y="155"/>
                    </a:cubicBezTo>
                    <a:cubicBezTo>
                      <a:pt x="73" y="157"/>
                      <a:pt x="71" y="159"/>
                      <a:pt x="71" y="159"/>
                    </a:cubicBezTo>
                    <a:cubicBezTo>
                      <a:pt x="71" y="159"/>
                      <a:pt x="71" y="159"/>
                      <a:pt x="71" y="159"/>
                    </a:cubicBezTo>
                    <a:cubicBezTo>
                      <a:pt x="70" y="159"/>
                      <a:pt x="69" y="159"/>
                      <a:pt x="69" y="158"/>
                    </a:cubicBezTo>
                    <a:cubicBezTo>
                      <a:pt x="68" y="157"/>
                      <a:pt x="67" y="155"/>
                      <a:pt x="67" y="153"/>
                    </a:cubicBezTo>
                    <a:cubicBezTo>
                      <a:pt x="67" y="153"/>
                      <a:pt x="67" y="152"/>
                      <a:pt x="67" y="152"/>
                    </a:cubicBezTo>
                    <a:cubicBezTo>
                      <a:pt x="67" y="150"/>
                      <a:pt x="68" y="147"/>
                      <a:pt x="69" y="145"/>
                    </a:cubicBezTo>
                    <a:moveTo>
                      <a:pt x="55" y="167"/>
                    </a:moveTo>
                    <a:cubicBezTo>
                      <a:pt x="56" y="165"/>
                      <a:pt x="57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9" y="164"/>
                      <a:pt x="59" y="164"/>
                      <a:pt x="60" y="165"/>
                    </a:cubicBezTo>
                    <a:cubicBezTo>
                      <a:pt x="61" y="166"/>
                      <a:pt x="62" y="168"/>
                      <a:pt x="62" y="170"/>
                    </a:cubicBezTo>
                    <a:cubicBezTo>
                      <a:pt x="62" y="170"/>
                      <a:pt x="62" y="171"/>
                      <a:pt x="62" y="172"/>
                    </a:cubicBezTo>
                    <a:cubicBezTo>
                      <a:pt x="62" y="174"/>
                      <a:pt x="61" y="176"/>
                      <a:pt x="61" y="178"/>
                    </a:cubicBezTo>
                    <a:cubicBezTo>
                      <a:pt x="60" y="180"/>
                      <a:pt x="59" y="181"/>
                      <a:pt x="58" y="181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8" y="182"/>
                      <a:pt x="57" y="181"/>
                      <a:pt x="56" y="180"/>
                    </a:cubicBezTo>
                    <a:cubicBezTo>
                      <a:pt x="55" y="179"/>
                      <a:pt x="55" y="178"/>
                      <a:pt x="54" y="176"/>
                    </a:cubicBezTo>
                    <a:cubicBezTo>
                      <a:pt x="54" y="175"/>
                      <a:pt x="54" y="174"/>
                      <a:pt x="54" y="174"/>
                    </a:cubicBezTo>
                    <a:cubicBezTo>
                      <a:pt x="54" y="171"/>
                      <a:pt x="55" y="169"/>
                      <a:pt x="55" y="167"/>
                    </a:cubicBezTo>
                    <a:moveTo>
                      <a:pt x="44" y="189"/>
                    </a:moveTo>
                    <a:cubicBezTo>
                      <a:pt x="45" y="187"/>
                      <a:pt x="46" y="186"/>
                      <a:pt x="46" y="186"/>
                    </a:cubicBezTo>
                    <a:cubicBezTo>
                      <a:pt x="47" y="186"/>
                      <a:pt x="47" y="185"/>
                      <a:pt x="47" y="185"/>
                    </a:cubicBezTo>
                    <a:cubicBezTo>
                      <a:pt x="47" y="185"/>
                      <a:pt x="48" y="186"/>
                      <a:pt x="49" y="187"/>
                    </a:cubicBezTo>
                    <a:cubicBezTo>
                      <a:pt x="50" y="188"/>
                      <a:pt x="51" y="189"/>
                      <a:pt x="51" y="191"/>
                    </a:cubicBezTo>
                    <a:cubicBezTo>
                      <a:pt x="51" y="192"/>
                      <a:pt x="51" y="193"/>
                      <a:pt x="51" y="194"/>
                    </a:cubicBezTo>
                    <a:cubicBezTo>
                      <a:pt x="51" y="196"/>
                      <a:pt x="51" y="198"/>
                      <a:pt x="50" y="200"/>
                    </a:cubicBezTo>
                    <a:cubicBezTo>
                      <a:pt x="49" y="202"/>
                      <a:pt x="48" y="203"/>
                      <a:pt x="48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47" y="204"/>
                      <a:pt x="44" y="202"/>
                      <a:pt x="44" y="198"/>
                    </a:cubicBezTo>
                    <a:cubicBezTo>
                      <a:pt x="43" y="197"/>
                      <a:pt x="43" y="196"/>
                      <a:pt x="43" y="195"/>
                    </a:cubicBezTo>
                    <a:cubicBezTo>
                      <a:pt x="43" y="193"/>
                      <a:pt x="44" y="191"/>
                      <a:pt x="44" y="189"/>
                    </a:cubicBezTo>
                    <a:moveTo>
                      <a:pt x="34" y="213"/>
                    </a:moveTo>
                    <a:cubicBezTo>
                      <a:pt x="35" y="211"/>
                      <a:pt x="35" y="210"/>
                      <a:pt x="36" y="210"/>
                    </a:cubicBezTo>
                    <a:cubicBezTo>
                      <a:pt x="36" y="209"/>
                      <a:pt x="36" y="209"/>
                      <a:pt x="36" y="209"/>
                    </a:cubicBezTo>
                    <a:cubicBezTo>
                      <a:pt x="37" y="209"/>
                      <a:pt x="40" y="211"/>
                      <a:pt x="41" y="215"/>
                    </a:cubicBezTo>
                    <a:cubicBezTo>
                      <a:pt x="41" y="216"/>
                      <a:pt x="41" y="218"/>
                      <a:pt x="41" y="219"/>
                    </a:cubicBezTo>
                    <a:cubicBezTo>
                      <a:pt x="41" y="223"/>
                      <a:pt x="40" y="227"/>
                      <a:pt x="39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7" y="227"/>
                      <a:pt x="35" y="226"/>
                      <a:pt x="34" y="222"/>
                    </a:cubicBezTo>
                    <a:cubicBezTo>
                      <a:pt x="33" y="221"/>
                      <a:pt x="33" y="219"/>
                      <a:pt x="33" y="218"/>
                    </a:cubicBezTo>
                    <a:cubicBezTo>
                      <a:pt x="33" y="216"/>
                      <a:pt x="34" y="214"/>
                      <a:pt x="34" y="213"/>
                    </a:cubicBezTo>
                    <a:moveTo>
                      <a:pt x="27" y="234"/>
                    </a:moveTo>
                    <a:cubicBezTo>
                      <a:pt x="27" y="234"/>
                      <a:pt x="27" y="234"/>
                      <a:pt x="27" y="234"/>
                    </a:cubicBezTo>
                    <a:cubicBezTo>
                      <a:pt x="28" y="234"/>
                      <a:pt x="31" y="236"/>
                      <a:pt x="32" y="239"/>
                    </a:cubicBezTo>
                    <a:cubicBezTo>
                      <a:pt x="32" y="241"/>
                      <a:pt x="33" y="243"/>
                      <a:pt x="33" y="244"/>
                    </a:cubicBezTo>
                    <a:cubicBezTo>
                      <a:pt x="33" y="248"/>
                      <a:pt x="31" y="251"/>
                      <a:pt x="31" y="252"/>
                    </a:cubicBezTo>
                    <a:cubicBezTo>
                      <a:pt x="31" y="252"/>
                      <a:pt x="31" y="252"/>
                      <a:pt x="30" y="252"/>
                    </a:cubicBezTo>
                    <a:cubicBezTo>
                      <a:pt x="29" y="252"/>
                      <a:pt x="27" y="250"/>
                      <a:pt x="26" y="247"/>
                    </a:cubicBezTo>
                    <a:cubicBezTo>
                      <a:pt x="25" y="245"/>
                      <a:pt x="25" y="243"/>
                      <a:pt x="25" y="242"/>
                    </a:cubicBezTo>
                    <a:cubicBezTo>
                      <a:pt x="25" y="238"/>
                      <a:pt x="26" y="235"/>
                      <a:pt x="27" y="234"/>
                    </a:cubicBezTo>
                    <a:moveTo>
                      <a:pt x="20" y="258"/>
                    </a:moveTo>
                    <a:cubicBezTo>
                      <a:pt x="20" y="258"/>
                      <a:pt x="20" y="258"/>
                      <a:pt x="20" y="258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1" y="258"/>
                      <a:pt x="24" y="259"/>
                      <a:pt x="25" y="263"/>
                    </a:cubicBezTo>
                    <a:cubicBezTo>
                      <a:pt x="26" y="265"/>
                      <a:pt x="26" y="267"/>
                      <a:pt x="26" y="269"/>
                    </a:cubicBezTo>
                    <a:cubicBezTo>
                      <a:pt x="26" y="272"/>
                      <a:pt x="25" y="275"/>
                      <a:pt x="25" y="275"/>
                    </a:cubicBezTo>
                    <a:cubicBezTo>
                      <a:pt x="25" y="275"/>
                      <a:pt x="25" y="275"/>
                      <a:pt x="24" y="275"/>
                    </a:cubicBezTo>
                    <a:cubicBezTo>
                      <a:pt x="23" y="275"/>
                      <a:pt x="21" y="274"/>
                      <a:pt x="19" y="270"/>
                    </a:cubicBezTo>
                    <a:cubicBezTo>
                      <a:pt x="19" y="268"/>
                      <a:pt x="18" y="266"/>
                      <a:pt x="18" y="264"/>
                    </a:cubicBezTo>
                    <a:cubicBezTo>
                      <a:pt x="18" y="261"/>
                      <a:pt x="19" y="259"/>
                      <a:pt x="20" y="258"/>
                    </a:cubicBezTo>
                    <a:moveTo>
                      <a:pt x="14" y="284"/>
                    </a:moveTo>
                    <a:cubicBezTo>
                      <a:pt x="14" y="283"/>
                      <a:pt x="14" y="283"/>
                      <a:pt x="15" y="283"/>
                    </a:cubicBezTo>
                    <a:cubicBezTo>
                      <a:pt x="16" y="283"/>
                      <a:pt x="18" y="285"/>
                      <a:pt x="20" y="288"/>
                    </a:cubicBezTo>
                    <a:cubicBezTo>
                      <a:pt x="21" y="290"/>
                      <a:pt x="21" y="293"/>
                      <a:pt x="21" y="295"/>
                    </a:cubicBezTo>
                    <a:cubicBezTo>
                      <a:pt x="21" y="297"/>
                      <a:pt x="20" y="300"/>
                      <a:pt x="20" y="300"/>
                    </a:cubicBezTo>
                    <a:cubicBezTo>
                      <a:pt x="20" y="301"/>
                      <a:pt x="20" y="301"/>
                      <a:pt x="19" y="301"/>
                    </a:cubicBezTo>
                    <a:cubicBezTo>
                      <a:pt x="18" y="301"/>
                      <a:pt x="16" y="299"/>
                      <a:pt x="14" y="296"/>
                    </a:cubicBezTo>
                    <a:cubicBezTo>
                      <a:pt x="13" y="294"/>
                      <a:pt x="13" y="291"/>
                      <a:pt x="13" y="289"/>
                    </a:cubicBezTo>
                    <a:cubicBezTo>
                      <a:pt x="13" y="286"/>
                      <a:pt x="13" y="284"/>
                      <a:pt x="14" y="284"/>
                    </a:cubicBezTo>
                    <a:moveTo>
                      <a:pt x="10" y="310"/>
                    </a:moveTo>
                    <a:cubicBezTo>
                      <a:pt x="10" y="310"/>
                      <a:pt x="10" y="310"/>
                      <a:pt x="10" y="310"/>
                    </a:cubicBezTo>
                    <a:cubicBezTo>
                      <a:pt x="10" y="309"/>
                      <a:pt x="10" y="309"/>
                      <a:pt x="10" y="309"/>
                    </a:cubicBezTo>
                    <a:cubicBezTo>
                      <a:pt x="12" y="309"/>
                      <a:pt x="14" y="310"/>
                      <a:pt x="16" y="314"/>
                    </a:cubicBezTo>
                    <a:cubicBezTo>
                      <a:pt x="17" y="316"/>
                      <a:pt x="18" y="319"/>
                      <a:pt x="17" y="322"/>
                    </a:cubicBezTo>
                    <a:cubicBezTo>
                      <a:pt x="17" y="324"/>
                      <a:pt x="17" y="325"/>
                      <a:pt x="17" y="326"/>
                    </a:cubicBezTo>
                    <a:cubicBezTo>
                      <a:pt x="17" y="326"/>
                      <a:pt x="16" y="326"/>
                      <a:pt x="16" y="326"/>
                    </a:cubicBezTo>
                    <a:cubicBezTo>
                      <a:pt x="15" y="326"/>
                      <a:pt x="12" y="325"/>
                      <a:pt x="11" y="322"/>
                    </a:cubicBezTo>
                    <a:cubicBezTo>
                      <a:pt x="9" y="319"/>
                      <a:pt x="9" y="316"/>
                      <a:pt x="9" y="313"/>
                    </a:cubicBezTo>
                    <a:cubicBezTo>
                      <a:pt x="9" y="312"/>
                      <a:pt x="9" y="310"/>
                      <a:pt x="10" y="310"/>
                    </a:cubicBezTo>
                    <a:moveTo>
                      <a:pt x="7" y="334"/>
                    </a:moveTo>
                    <a:cubicBezTo>
                      <a:pt x="7" y="334"/>
                      <a:pt x="7" y="334"/>
                      <a:pt x="7" y="334"/>
                    </a:cubicBezTo>
                    <a:cubicBezTo>
                      <a:pt x="7" y="334"/>
                      <a:pt x="7" y="334"/>
                      <a:pt x="8" y="334"/>
                    </a:cubicBezTo>
                    <a:cubicBezTo>
                      <a:pt x="9" y="334"/>
                      <a:pt x="12" y="335"/>
                      <a:pt x="13" y="338"/>
                    </a:cubicBezTo>
                    <a:cubicBezTo>
                      <a:pt x="15" y="340"/>
                      <a:pt x="16" y="344"/>
                      <a:pt x="16" y="347"/>
                    </a:cubicBezTo>
                    <a:cubicBezTo>
                      <a:pt x="16" y="348"/>
                      <a:pt x="15" y="350"/>
                      <a:pt x="15" y="350"/>
                    </a:cubicBezTo>
                    <a:cubicBezTo>
                      <a:pt x="15" y="350"/>
                      <a:pt x="15" y="350"/>
                      <a:pt x="14" y="350"/>
                    </a:cubicBezTo>
                    <a:cubicBezTo>
                      <a:pt x="13" y="350"/>
                      <a:pt x="10" y="349"/>
                      <a:pt x="9" y="346"/>
                    </a:cubicBezTo>
                    <a:cubicBezTo>
                      <a:pt x="7" y="344"/>
                      <a:pt x="6" y="340"/>
                      <a:pt x="6" y="337"/>
                    </a:cubicBezTo>
                    <a:cubicBezTo>
                      <a:pt x="6" y="336"/>
                      <a:pt x="7" y="334"/>
                      <a:pt x="7" y="334"/>
                    </a:cubicBezTo>
                    <a:moveTo>
                      <a:pt x="6" y="360"/>
                    </a:moveTo>
                    <a:cubicBezTo>
                      <a:pt x="6" y="360"/>
                      <a:pt x="6" y="360"/>
                      <a:pt x="7" y="360"/>
                    </a:cubicBezTo>
                    <a:cubicBezTo>
                      <a:pt x="8" y="360"/>
                      <a:pt x="11" y="361"/>
                      <a:pt x="12" y="364"/>
                    </a:cubicBezTo>
                    <a:cubicBezTo>
                      <a:pt x="14" y="367"/>
                      <a:pt x="15" y="371"/>
                      <a:pt x="15" y="373"/>
                    </a:cubicBezTo>
                    <a:cubicBezTo>
                      <a:pt x="15" y="375"/>
                      <a:pt x="15" y="375"/>
                      <a:pt x="15" y="376"/>
                    </a:cubicBezTo>
                    <a:cubicBezTo>
                      <a:pt x="15" y="376"/>
                      <a:pt x="14" y="376"/>
                      <a:pt x="14" y="376"/>
                    </a:cubicBezTo>
                    <a:cubicBezTo>
                      <a:pt x="12" y="376"/>
                      <a:pt x="10" y="375"/>
                      <a:pt x="8" y="373"/>
                    </a:cubicBezTo>
                    <a:cubicBezTo>
                      <a:pt x="6" y="370"/>
                      <a:pt x="5" y="366"/>
                      <a:pt x="5" y="363"/>
                    </a:cubicBezTo>
                    <a:cubicBezTo>
                      <a:pt x="5" y="362"/>
                      <a:pt x="6" y="361"/>
                      <a:pt x="6" y="360"/>
                    </a:cubicBezTo>
                    <a:moveTo>
                      <a:pt x="6" y="387"/>
                    </a:moveTo>
                    <a:cubicBezTo>
                      <a:pt x="6" y="386"/>
                      <a:pt x="6" y="386"/>
                      <a:pt x="7" y="386"/>
                    </a:cubicBezTo>
                    <a:cubicBezTo>
                      <a:pt x="9" y="386"/>
                      <a:pt x="11" y="387"/>
                      <a:pt x="13" y="389"/>
                    </a:cubicBezTo>
                    <a:cubicBezTo>
                      <a:pt x="15" y="392"/>
                      <a:pt x="16" y="397"/>
                      <a:pt x="16" y="400"/>
                    </a:cubicBezTo>
                    <a:cubicBezTo>
                      <a:pt x="16" y="400"/>
                      <a:pt x="16" y="401"/>
                      <a:pt x="16" y="401"/>
                    </a:cubicBezTo>
                    <a:cubicBezTo>
                      <a:pt x="16" y="402"/>
                      <a:pt x="15" y="402"/>
                      <a:pt x="15" y="402"/>
                    </a:cubicBezTo>
                    <a:cubicBezTo>
                      <a:pt x="13" y="402"/>
                      <a:pt x="11" y="401"/>
                      <a:pt x="9" y="399"/>
                    </a:cubicBezTo>
                    <a:cubicBezTo>
                      <a:pt x="7" y="396"/>
                      <a:pt x="6" y="391"/>
                      <a:pt x="6" y="388"/>
                    </a:cubicBezTo>
                    <a:cubicBezTo>
                      <a:pt x="6" y="387"/>
                      <a:pt x="6" y="387"/>
                      <a:pt x="6" y="387"/>
                    </a:cubicBezTo>
                    <a:moveTo>
                      <a:pt x="8" y="412"/>
                    </a:moveTo>
                    <a:cubicBezTo>
                      <a:pt x="8" y="412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9" y="411"/>
                    </a:cubicBezTo>
                    <a:cubicBezTo>
                      <a:pt x="11" y="411"/>
                      <a:pt x="13" y="412"/>
                      <a:pt x="15" y="414"/>
                    </a:cubicBezTo>
                    <a:cubicBezTo>
                      <a:pt x="17" y="417"/>
                      <a:pt x="19" y="422"/>
                      <a:pt x="19" y="424"/>
                    </a:cubicBezTo>
                    <a:cubicBezTo>
                      <a:pt x="19" y="425"/>
                      <a:pt x="18" y="425"/>
                      <a:pt x="18" y="426"/>
                    </a:cubicBezTo>
                    <a:cubicBezTo>
                      <a:pt x="18" y="426"/>
                      <a:pt x="18" y="426"/>
                      <a:pt x="17" y="426"/>
                    </a:cubicBezTo>
                    <a:cubicBezTo>
                      <a:pt x="16" y="426"/>
                      <a:pt x="14" y="425"/>
                      <a:pt x="12" y="423"/>
                    </a:cubicBezTo>
                    <a:cubicBezTo>
                      <a:pt x="9" y="420"/>
                      <a:pt x="8" y="415"/>
                      <a:pt x="8" y="412"/>
                    </a:cubicBezTo>
                    <a:moveTo>
                      <a:pt x="16" y="449"/>
                    </a:moveTo>
                    <a:cubicBezTo>
                      <a:pt x="13" y="446"/>
                      <a:pt x="11" y="441"/>
                      <a:pt x="11" y="438"/>
                    </a:cubicBezTo>
                    <a:cubicBezTo>
                      <a:pt x="11" y="438"/>
                      <a:pt x="11" y="437"/>
                      <a:pt x="11" y="437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1" y="437"/>
                      <a:pt x="12" y="437"/>
                      <a:pt x="13" y="437"/>
                    </a:cubicBezTo>
                    <a:cubicBezTo>
                      <a:pt x="14" y="437"/>
                      <a:pt x="16" y="437"/>
                      <a:pt x="18" y="439"/>
                    </a:cubicBezTo>
                    <a:cubicBezTo>
                      <a:pt x="21" y="442"/>
                      <a:pt x="23" y="448"/>
                      <a:pt x="23" y="450"/>
                    </a:cubicBezTo>
                    <a:cubicBezTo>
                      <a:pt x="23" y="450"/>
                      <a:pt x="23" y="451"/>
                      <a:pt x="23" y="451"/>
                    </a:cubicBezTo>
                    <a:cubicBezTo>
                      <a:pt x="23" y="451"/>
                      <a:pt x="22" y="451"/>
                      <a:pt x="21" y="451"/>
                    </a:cubicBezTo>
                    <a:cubicBezTo>
                      <a:pt x="20" y="451"/>
                      <a:pt x="18" y="451"/>
                      <a:pt x="16" y="449"/>
                    </a:cubicBezTo>
                    <a:moveTo>
                      <a:pt x="21" y="474"/>
                    </a:moveTo>
                    <a:cubicBezTo>
                      <a:pt x="18" y="471"/>
                      <a:pt x="16" y="466"/>
                      <a:pt x="16" y="464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7" y="462"/>
                      <a:pt x="17" y="462"/>
                      <a:pt x="18" y="462"/>
                    </a:cubicBezTo>
                    <a:cubicBezTo>
                      <a:pt x="19" y="462"/>
                      <a:pt x="21" y="463"/>
                      <a:pt x="23" y="465"/>
                    </a:cubicBezTo>
                    <a:cubicBezTo>
                      <a:pt x="27" y="468"/>
                      <a:pt x="28" y="473"/>
                      <a:pt x="28" y="475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7"/>
                      <a:pt x="27" y="477"/>
                      <a:pt x="27" y="477"/>
                    </a:cubicBezTo>
                    <a:cubicBezTo>
                      <a:pt x="25" y="477"/>
                      <a:pt x="23" y="476"/>
                      <a:pt x="21" y="474"/>
                    </a:cubicBezTo>
                    <a:moveTo>
                      <a:pt x="28" y="498"/>
                    </a:moveTo>
                    <a:cubicBezTo>
                      <a:pt x="24" y="495"/>
                      <a:pt x="22" y="490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3" y="486"/>
                    </a:cubicBezTo>
                    <a:cubicBezTo>
                      <a:pt x="23" y="486"/>
                      <a:pt x="23" y="486"/>
                      <a:pt x="24" y="486"/>
                    </a:cubicBezTo>
                    <a:cubicBezTo>
                      <a:pt x="26" y="486"/>
                      <a:pt x="27" y="487"/>
                      <a:pt x="29" y="488"/>
                    </a:cubicBezTo>
                    <a:cubicBezTo>
                      <a:pt x="31" y="490"/>
                      <a:pt x="33" y="492"/>
                      <a:pt x="34" y="494"/>
                    </a:cubicBezTo>
                    <a:cubicBezTo>
                      <a:pt x="35" y="496"/>
                      <a:pt x="35" y="498"/>
                      <a:pt x="35" y="499"/>
                    </a:cubicBezTo>
                    <a:cubicBezTo>
                      <a:pt x="35" y="499"/>
                      <a:pt x="35" y="499"/>
                      <a:pt x="35" y="499"/>
                    </a:cubicBezTo>
                    <a:cubicBezTo>
                      <a:pt x="35" y="499"/>
                      <a:pt x="35" y="499"/>
                      <a:pt x="35" y="500"/>
                    </a:cubicBezTo>
                    <a:cubicBezTo>
                      <a:pt x="34" y="500"/>
                      <a:pt x="34" y="500"/>
                      <a:pt x="33" y="500"/>
                    </a:cubicBezTo>
                    <a:cubicBezTo>
                      <a:pt x="32" y="500"/>
                      <a:pt x="30" y="499"/>
                      <a:pt x="28" y="498"/>
                    </a:cubicBezTo>
                    <a:moveTo>
                      <a:pt x="37" y="523"/>
                    </a:moveTo>
                    <a:cubicBezTo>
                      <a:pt x="35" y="521"/>
                      <a:pt x="33" y="519"/>
                      <a:pt x="32" y="517"/>
                    </a:cubicBezTo>
                    <a:cubicBezTo>
                      <a:pt x="31" y="515"/>
                      <a:pt x="30" y="513"/>
                      <a:pt x="30" y="512"/>
                    </a:cubicBezTo>
                    <a:cubicBezTo>
                      <a:pt x="30" y="512"/>
                      <a:pt x="30" y="512"/>
                      <a:pt x="30" y="512"/>
                    </a:cubicBezTo>
                    <a:cubicBezTo>
                      <a:pt x="30" y="512"/>
                      <a:pt x="30" y="512"/>
                      <a:pt x="31" y="511"/>
                    </a:cubicBezTo>
                    <a:cubicBezTo>
                      <a:pt x="31" y="511"/>
                      <a:pt x="32" y="511"/>
                      <a:pt x="33" y="511"/>
                    </a:cubicBezTo>
                    <a:cubicBezTo>
                      <a:pt x="34" y="511"/>
                      <a:pt x="36" y="512"/>
                      <a:pt x="37" y="513"/>
                    </a:cubicBezTo>
                    <a:cubicBezTo>
                      <a:pt x="39" y="514"/>
                      <a:pt x="41" y="516"/>
                      <a:pt x="42" y="518"/>
                    </a:cubicBezTo>
                    <a:cubicBezTo>
                      <a:pt x="43" y="520"/>
                      <a:pt x="44" y="522"/>
                      <a:pt x="44" y="523"/>
                    </a:cubicBezTo>
                    <a:cubicBezTo>
                      <a:pt x="44" y="523"/>
                      <a:pt x="44" y="523"/>
                      <a:pt x="44" y="523"/>
                    </a:cubicBezTo>
                    <a:cubicBezTo>
                      <a:pt x="44" y="523"/>
                      <a:pt x="44" y="524"/>
                      <a:pt x="44" y="524"/>
                    </a:cubicBezTo>
                    <a:cubicBezTo>
                      <a:pt x="43" y="524"/>
                      <a:pt x="42" y="524"/>
                      <a:pt x="42" y="524"/>
                    </a:cubicBezTo>
                    <a:cubicBezTo>
                      <a:pt x="40" y="524"/>
                      <a:pt x="39" y="524"/>
                      <a:pt x="37" y="523"/>
                    </a:cubicBezTo>
                    <a:moveTo>
                      <a:pt x="47" y="546"/>
                    </a:moveTo>
                    <a:cubicBezTo>
                      <a:pt x="45" y="545"/>
                      <a:pt x="43" y="543"/>
                      <a:pt x="42" y="541"/>
                    </a:cubicBezTo>
                    <a:cubicBezTo>
                      <a:pt x="40" y="539"/>
                      <a:pt x="40" y="537"/>
                      <a:pt x="40" y="537"/>
                    </a:cubicBezTo>
                    <a:cubicBezTo>
                      <a:pt x="40" y="537"/>
                      <a:pt x="40" y="537"/>
                      <a:pt x="40" y="537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1" y="535"/>
                      <a:pt x="42" y="535"/>
                      <a:pt x="42" y="535"/>
                    </a:cubicBezTo>
                    <a:cubicBezTo>
                      <a:pt x="42" y="535"/>
                      <a:pt x="42" y="535"/>
                      <a:pt x="42" y="535"/>
                    </a:cubicBezTo>
                    <a:cubicBezTo>
                      <a:pt x="44" y="535"/>
                      <a:pt x="45" y="536"/>
                      <a:pt x="47" y="537"/>
                    </a:cubicBezTo>
                    <a:cubicBezTo>
                      <a:pt x="49" y="538"/>
                      <a:pt x="51" y="540"/>
                      <a:pt x="52" y="542"/>
                    </a:cubicBezTo>
                    <a:cubicBezTo>
                      <a:pt x="54" y="544"/>
                      <a:pt x="54" y="546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3" y="548"/>
                      <a:pt x="53" y="548"/>
                      <a:pt x="52" y="548"/>
                    </a:cubicBezTo>
                    <a:cubicBezTo>
                      <a:pt x="50" y="548"/>
                      <a:pt x="49" y="547"/>
                      <a:pt x="47" y="546"/>
                    </a:cubicBezTo>
                    <a:close/>
                    <a:moveTo>
                      <a:pt x="58" y="568"/>
                    </a:moveTo>
                    <a:cubicBezTo>
                      <a:pt x="56" y="567"/>
                      <a:pt x="54" y="565"/>
                      <a:pt x="53" y="563"/>
                    </a:cubicBezTo>
                    <a:cubicBezTo>
                      <a:pt x="51" y="561"/>
                      <a:pt x="50" y="559"/>
                      <a:pt x="50" y="559"/>
                    </a:cubicBezTo>
                    <a:cubicBezTo>
                      <a:pt x="50" y="559"/>
                      <a:pt x="50" y="559"/>
                      <a:pt x="50" y="559"/>
                    </a:cubicBezTo>
                    <a:cubicBezTo>
                      <a:pt x="50" y="559"/>
                      <a:pt x="50" y="558"/>
                      <a:pt x="51" y="558"/>
                    </a:cubicBezTo>
                    <a:cubicBezTo>
                      <a:pt x="51" y="558"/>
                      <a:pt x="52" y="557"/>
                      <a:pt x="53" y="557"/>
                    </a:cubicBezTo>
                    <a:cubicBezTo>
                      <a:pt x="55" y="557"/>
                      <a:pt x="56" y="558"/>
                      <a:pt x="58" y="559"/>
                    </a:cubicBezTo>
                    <a:cubicBezTo>
                      <a:pt x="60" y="560"/>
                      <a:pt x="62" y="562"/>
                      <a:pt x="63" y="564"/>
                    </a:cubicBezTo>
                    <a:cubicBezTo>
                      <a:pt x="65" y="565"/>
                      <a:pt x="65" y="567"/>
                      <a:pt x="66" y="568"/>
                    </a:cubicBezTo>
                    <a:cubicBezTo>
                      <a:pt x="66" y="568"/>
                      <a:pt x="66" y="568"/>
                      <a:pt x="66" y="568"/>
                    </a:cubicBezTo>
                    <a:cubicBezTo>
                      <a:pt x="66" y="568"/>
                      <a:pt x="65" y="569"/>
                      <a:pt x="65" y="569"/>
                    </a:cubicBezTo>
                    <a:cubicBezTo>
                      <a:pt x="64" y="569"/>
                      <a:pt x="64" y="570"/>
                      <a:pt x="62" y="570"/>
                    </a:cubicBezTo>
                    <a:cubicBezTo>
                      <a:pt x="61" y="569"/>
                      <a:pt x="60" y="569"/>
                      <a:pt x="58" y="568"/>
                    </a:cubicBezTo>
                    <a:moveTo>
                      <a:pt x="72" y="591"/>
                    </a:moveTo>
                    <a:cubicBezTo>
                      <a:pt x="72" y="591"/>
                      <a:pt x="72" y="591"/>
                      <a:pt x="72" y="591"/>
                    </a:cubicBezTo>
                    <a:cubicBezTo>
                      <a:pt x="70" y="590"/>
                      <a:pt x="67" y="588"/>
                      <a:pt x="66" y="586"/>
                    </a:cubicBezTo>
                    <a:cubicBezTo>
                      <a:pt x="64" y="584"/>
                      <a:pt x="63" y="583"/>
                      <a:pt x="63" y="582"/>
                    </a:cubicBezTo>
                    <a:cubicBezTo>
                      <a:pt x="63" y="582"/>
                      <a:pt x="63" y="582"/>
                      <a:pt x="63" y="582"/>
                    </a:cubicBezTo>
                    <a:cubicBezTo>
                      <a:pt x="63" y="582"/>
                      <a:pt x="63" y="581"/>
                      <a:pt x="64" y="581"/>
                    </a:cubicBezTo>
                    <a:cubicBezTo>
                      <a:pt x="64" y="580"/>
                      <a:pt x="65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8" y="580"/>
                      <a:pt x="69" y="580"/>
                      <a:pt x="70" y="581"/>
                    </a:cubicBezTo>
                    <a:cubicBezTo>
                      <a:pt x="73" y="582"/>
                      <a:pt x="75" y="584"/>
                      <a:pt x="76" y="586"/>
                    </a:cubicBezTo>
                    <a:cubicBezTo>
                      <a:pt x="78" y="587"/>
                      <a:pt x="79" y="589"/>
                      <a:pt x="79" y="590"/>
                    </a:cubicBezTo>
                    <a:cubicBezTo>
                      <a:pt x="79" y="590"/>
                      <a:pt x="79" y="590"/>
                      <a:pt x="79" y="590"/>
                    </a:cubicBezTo>
                    <a:cubicBezTo>
                      <a:pt x="79" y="590"/>
                      <a:pt x="79" y="591"/>
                      <a:pt x="78" y="591"/>
                    </a:cubicBezTo>
                    <a:cubicBezTo>
                      <a:pt x="78" y="591"/>
                      <a:pt x="77" y="592"/>
                      <a:pt x="76" y="592"/>
                    </a:cubicBezTo>
                    <a:cubicBezTo>
                      <a:pt x="74" y="592"/>
                      <a:pt x="73" y="591"/>
                      <a:pt x="72" y="591"/>
                    </a:cubicBezTo>
                    <a:moveTo>
                      <a:pt x="90" y="613"/>
                    </a:moveTo>
                    <a:cubicBezTo>
                      <a:pt x="89" y="613"/>
                      <a:pt x="88" y="613"/>
                      <a:pt x="87" y="612"/>
                    </a:cubicBezTo>
                    <a:cubicBezTo>
                      <a:pt x="84" y="611"/>
                      <a:pt x="82" y="610"/>
                      <a:pt x="80" y="608"/>
                    </a:cubicBezTo>
                    <a:cubicBezTo>
                      <a:pt x="79" y="606"/>
                      <a:pt x="78" y="604"/>
                      <a:pt x="78" y="604"/>
                    </a:cubicBezTo>
                    <a:cubicBezTo>
                      <a:pt x="78" y="604"/>
                      <a:pt x="78" y="604"/>
                      <a:pt x="78" y="604"/>
                    </a:cubicBezTo>
                    <a:cubicBezTo>
                      <a:pt x="78" y="603"/>
                      <a:pt x="78" y="603"/>
                      <a:pt x="78" y="603"/>
                    </a:cubicBezTo>
                    <a:cubicBezTo>
                      <a:pt x="79" y="602"/>
                      <a:pt x="80" y="602"/>
                      <a:pt x="82" y="602"/>
                    </a:cubicBezTo>
                    <a:cubicBezTo>
                      <a:pt x="82" y="602"/>
                      <a:pt x="82" y="602"/>
                      <a:pt x="82" y="602"/>
                    </a:cubicBezTo>
                    <a:cubicBezTo>
                      <a:pt x="83" y="602"/>
                      <a:pt x="84" y="602"/>
                      <a:pt x="85" y="603"/>
                    </a:cubicBezTo>
                    <a:cubicBezTo>
                      <a:pt x="87" y="603"/>
                      <a:pt x="89" y="605"/>
                      <a:pt x="91" y="607"/>
                    </a:cubicBezTo>
                    <a:cubicBezTo>
                      <a:pt x="93" y="608"/>
                      <a:pt x="94" y="610"/>
                      <a:pt x="94" y="611"/>
                    </a:cubicBezTo>
                    <a:cubicBezTo>
                      <a:pt x="94" y="611"/>
                      <a:pt x="94" y="611"/>
                      <a:pt x="94" y="611"/>
                    </a:cubicBezTo>
                    <a:cubicBezTo>
                      <a:pt x="94" y="611"/>
                      <a:pt x="94" y="612"/>
                      <a:pt x="93" y="612"/>
                    </a:cubicBezTo>
                    <a:cubicBezTo>
                      <a:pt x="92" y="612"/>
                      <a:pt x="91" y="613"/>
                      <a:pt x="90" y="613"/>
                    </a:cubicBezTo>
                    <a:moveTo>
                      <a:pt x="108" y="631"/>
                    </a:moveTo>
                    <a:cubicBezTo>
                      <a:pt x="108" y="631"/>
                      <a:pt x="106" y="632"/>
                      <a:pt x="105" y="632"/>
                    </a:cubicBezTo>
                    <a:cubicBezTo>
                      <a:pt x="104" y="632"/>
                      <a:pt x="103" y="631"/>
                      <a:pt x="102" y="631"/>
                    </a:cubicBezTo>
                    <a:cubicBezTo>
                      <a:pt x="100" y="631"/>
                      <a:pt x="98" y="629"/>
                      <a:pt x="96" y="628"/>
                    </a:cubicBezTo>
                    <a:cubicBezTo>
                      <a:pt x="94" y="626"/>
                      <a:pt x="93" y="624"/>
                      <a:pt x="93" y="624"/>
                    </a:cubicBezTo>
                    <a:cubicBezTo>
                      <a:pt x="93" y="624"/>
                      <a:pt x="93" y="623"/>
                      <a:pt x="93" y="623"/>
                    </a:cubicBezTo>
                    <a:cubicBezTo>
                      <a:pt x="93" y="623"/>
                      <a:pt x="93" y="623"/>
                      <a:pt x="93" y="622"/>
                    </a:cubicBezTo>
                    <a:cubicBezTo>
                      <a:pt x="94" y="622"/>
                      <a:pt x="95" y="621"/>
                      <a:pt x="97" y="621"/>
                    </a:cubicBezTo>
                    <a:cubicBezTo>
                      <a:pt x="98" y="621"/>
                      <a:pt x="99" y="622"/>
                      <a:pt x="100" y="622"/>
                    </a:cubicBezTo>
                    <a:cubicBezTo>
                      <a:pt x="102" y="622"/>
                      <a:pt x="104" y="624"/>
                      <a:pt x="106" y="625"/>
                    </a:cubicBezTo>
                    <a:cubicBezTo>
                      <a:pt x="108" y="627"/>
                      <a:pt x="109" y="629"/>
                      <a:pt x="109" y="629"/>
                    </a:cubicBezTo>
                    <a:cubicBezTo>
                      <a:pt x="109" y="629"/>
                      <a:pt x="109" y="629"/>
                      <a:pt x="109" y="630"/>
                    </a:cubicBezTo>
                    <a:cubicBezTo>
                      <a:pt x="109" y="630"/>
                      <a:pt x="109" y="630"/>
                      <a:pt x="108" y="631"/>
                    </a:cubicBezTo>
                    <a:moveTo>
                      <a:pt x="127" y="648"/>
                    </a:moveTo>
                    <a:cubicBezTo>
                      <a:pt x="127" y="648"/>
                      <a:pt x="127" y="649"/>
                      <a:pt x="126" y="649"/>
                    </a:cubicBezTo>
                    <a:cubicBezTo>
                      <a:pt x="125" y="650"/>
                      <a:pt x="124" y="650"/>
                      <a:pt x="122" y="650"/>
                    </a:cubicBezTo>
                    <a:cubicBezTo>
                      <a:pt x="122" y="650"/>
                      <a:pt x="121" y="650"/>
                      <a:pt x="121" y="650"/>
                    </a:cubicBezTo>
                    <a:cubicBezTo>
                      <a:pt x="120" y="650"/>
                      <a:pt x="120" y="650"/>
                      <a:pt x="120" y="650"/>
                    </a:cubicBezTo>
                    <a:cubicBezTo>
                      <a:pt x="118" y="650"/>
                      <a:pt x="115" y="648"/>
                      <a:pt x="113" y="647"/>
                    </a:cubicBezTo>
                    <a:cubicBezTo>
                      <a:pt x="112" y="646"/>
                      <a:pt x="110" y="644"/>
                      <a:pt x="110" y="643"/>
                    </a:cubicBezTo>
                    <a:cubicBezTo>
                      <a:pt x="110" y="643"/>
                      <a:pt x="110" y="643"/>
                      <a:pt x="110" y="643"/>
                    </a:cubicBezTo>
                    <a:cubicBezTo>
                      <a:pt x="110" y="643"/>
                      <a:pt x="110" y="642"/>
                      <a:pt x="111" y="642"/>
                    </a:cubicBezTo>
                    <a:cubicBezTo>
                      <a:pt x="112" y="641"/>
                      <a:pt x="113" y="641"/>
                      <a:pt x="115" y="641"/>
                    </a:cubicBezTo>
                    <a:cubicBezTo>
                      <a:pt x="116" y="641"/>
                      <a:pt x="116" y="641"/>
                      <a:pt x="117" y="641"/>
                    </a:cubicBezTo>
                    <a:cubicBezTo>
                      <a:pt x="119" y="641"/>
                      <a:pt x="122" y="643"/>
                      <a:pt x="124" y="644"/>
                    </a:cubicBezTo>
                    <a:cubicBezTo>
                      <a:pt x="126" y="645"/>
                      <a:pt x="127" y="647"/>
                      <a:pt x="127" y="648"/>
                    </a:cubicBezTo>
                    <a:close/>
                    <a:moveTo>
                      <a:pt x="145" y="666"/>
                    </a:moveTo>
                    <a:cubicBezTo>
                      <a:pt x="144" y="667"/>
                      <a:pt x="143" y="668"/>
                      <a:pt x="141" y="667"/>
                    </a:cubicBezTo>
                    <a:cubicBezTo>
                      <a:pt x="140" y="667"/>
                      <a:pt x="140" y="667"/>
                      <a:pt x="140" y="667"/>
                    </a:cubicBezTo>
                    <a:cubicBezTo>
                      <a:pt x="137" y="667"/>
                      <a:pt x="135" y="666"/>
                      <a:pt x="133" y="665"/>
                    </a:cubicBezTo>
                    <a:cubicBezTo>
                      <a:pt x="131" y="664"/>
                      <a:pt x="129" y="662"/>
                      <a:pt x="129" y="661"/>
                    </a:cubicBezTo>
                    <a:cubicBezTo>
                      <a:pt x="129" y="661"/>
                      <a:pt x="129" y="661"/>
                      <a:pt x="129" y="661"/>
                    </a:cubicBezTo>
                    <a:cubicBezTo>
                      <a:pt x="129" y="661"/>
                      <a:pt x="129" y="660"/>
                      <a:pt x="130" y="660"/>
                    </a:cubicBezTo>
                    <a:cubicBezTo>
                      <a:pt x="131" y="659"/>
                      <a:pt x="133" y="658"/>
                      <a:pt x="135" y="659"/>
                    </a:cubicBezTo>
                    <a:cubicBezTo>
                      <a:pt x="135" y="659"/>
                      <a:pt x="135" y="659"/>
                      <a:pt x="136" y="659"/>
                    </a:cubicBezTo>
                    <a:cubicBezTo>
                      <a:pt x="138" y="659"/>
                      <a:pt x="141" y="660"/>
                      <a:pt x="143" y="661"/>
                    </a:cubicBezTo>
                    <a:cubicBezTo>
                      <a:pt x="145" y="662"/>
                      <a:pt x="146" y="664"/>
                      <a:pt x="147" y="665"/>
                    </a:cubicBezTo>
                    <a:cubicBezTo>
                      <a:pt x="147" y="665"/>
                      <a:pt x="147" y="665"/>
                      <a:pt x="147" y="665"/>
                    </a:cubicBezTo>
                    <a:cubicBezTo>
                      <a:pt x="147" y="665"/>
                      <a:pt x="146" y="666"/>
                      <a:pt x="145" y="666"/>
                    </a:cubicBezTo>
                    <a:moveTo>
                      <a:pt x="165" y="681"/>
                    </a:moveTo>
                    <a:cubicBezTo>
                      <a:pt x="164" y="682"/>
                      <a:pt x="162" y="682"/>
                      <a:pt x="160" y="682"/>
                    </a:cubicBezTo>
                    <a:cubicBezTo>
                      <a:pt x="160" y="682"/>
                      <a:pt x="160" y="682"/>
                      <a:pt x="160" y="682"/>
                    </a:cubicBezTo>
                    <a:cubicBezTo>
                      <a:pt x="157" y="682"/>
                      <a:pt x="154" y="681"/>
                      <a:pt x="152" y="680"/>
                    </a:cubicBezTo>
                    <a:cubicBezTo>
                      <a:pt x="150" y="679"/>
                      <a:pt x="149" y="678"/>
                      <a:pt x="148" y="677"/>
                    </a:cubicBezTo>
                    <a:cubicBezTo>
                      <a:pt x="148" y="677"/>
                      <a:pt x="148" y="677"/>
                      <a:pt x="148" y="677"/>
                    </a:cubicBezTo>
                    <a:cubicBezTo>
                      <a:pt x="148" y="676"/>
                      <a:pt x="149" y="676"/>
                      <a:pt x="150" y="675"/>
                    </a:cubicBezTo>
                    <a:cubicBezTo>
                      <a:pt x="151" y="674"/>
                      <a:pt x="153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7" y="674"/>
                      <a:pt x="160" y="675"/>
                      <a:pt x="162" y="676"/>
                    </a:cubicBezTo>
                    <a:cubicBezTo>
                      <a:pt x="164" y="677"/>
                      <a:pt x="166" y="678"/>
                      <a:pt x="166" y="679"/>
                    </a:cubicBezTo>
                    <a:cubicBezTo>
                      <a:pt x="166" y="679"/>
                      <a:pt x="166" y="679"/>
                      <a:pt x="166" y="679"/>
                    </a:cubicBezTo>
                    <a:cubicBezTo>
                      <a:pt x="166" y="679"/>
                      <a:pt x="166" y="680"/>
                      <a:pt x="165" y="681"/>
                    </a:cubicBezTo>
                    <a:moveTo>
                      <a:pt x="187" y="694"/>
                    </a:moveTo>
                    <a:cubicBezTo>
                      <a:pt x="186" y="695"/>
                      <a:pt x="184" y="696"/>
                      <a:pt x="182" y="696"/>
                    </a:cubicBezTo>
                    <a:cubicBezTo>
                      <a:pt x="182" y="696"/>
                      <a:pt x="182" y="696"/>
                      <a:pt x="182" y="696"/>
                    </a:cubicBezTo>
                    <a:cubicBezTo>
                      <a:pt x="181" y="696"/>
                      <a:pt x="181" y="696"/>
                      <a:pt x="180" y="696"/>
                    </a:cubicBezTo>
                    <a:cubicBezTo>
                      <a:pt x="178" y="696"/>
                      <a:pt x="176" y="695"/>
                      <a:pt x="174" y="694"/>
                    </a:cubicBezTo>
                    <a:cubicBezTo>
                      <a:pt x="172" y="694"/>
                      <a:pt x="170" y="692"/>
                      <a:pt x="170" y="692"/>
                    </a:cubicBezTo>
                    <a:cubicBezTo>
                      <a:pt x="170" y="692"/>
                      <a:pt x="170" y="692"/>
                      <a:pt x="170" y="692"/>
                    </a:cubicBezTo>
                    <a:cubicBezTo>
                      <a:pt x="170" y="691"/>
                      <a:pt x="170" y="690"/>
                      <a:pt x="171" y="690"/>
                    </a:cubicBezTo>
                    <a:cubicBezTo>
                      <a:pt x="173" y="689"/>
                      <a:pt x="174" y="688"/>
                      <a:pt x="176" y="688"/>
                    </a:cubicBezTo>
                    <a:cubicBezTo>
                      <a:pt x="177" y="688"/>
                      <a:pt x="177" y="688"/>
                      <a:pt x="177" y="688"/>
                    </a:cubicBezTo>
                    <a:cubicBezTo>
                      <a:pt x="179" y="688"/>
                      <a:pt x="182" y="689"/>
                      <a:pt x="184" y="689"/>
                    </a:cubicBezTo>
                    <a:cubicBezTo>
                      <a:pt x="186" y="690"/>
                      <a:pt x="188" y="691"/>
                      <a:pt x="188" y="692"/>
                    </a:cubicBezTo>
                    <a:cubicBezTo>
                      <a:pt x="188" y="692"/>
                      <a:pt x="188" y="692"/>
                      <a:pt x="188" y="692"/>
                    </a:cubicBezTo>
                    <a:cubicBezTo>
                      <a:pt x="188" y="693"/>
                      <a:pt x="188" y="694"/>
                      <a:pt x="187" y="694"/>
                    </a:cubicBezTo>
                    <a:moveTo>
                      <a:pt x="205" y="708"/>
                    </a:moveTo>
                    <a:cubicBezTo>
                      <a:pt x="204" y="708"/>
                      <a:pt x="203" y="708"/>
                      <a:pt x="202" y="708"/>
                    </a:cubicBezTo>
                    <a:cubicBezTo>
                      <a:pt x="200" y="708"/>
                      <a:pt x="198" y="707"/>
                      <a:pt x="197" y="707"/>
                    </a:cubicBezTo>
                    <a:cubicBezTo>
                      <a:pt x="195" y="706"/>
                      <a:pt x="194" y="705"/>
                      <a:pt x="193" y="705"/>
                    </a:cubicBezTo>
                    <a:cubicBezTo>
                      <a:pt x="193" y="705"/>
                      <a:pt x="193" y="704"/>
                      <a:pt x="193" y="704"/>
                    </a:cubicBezTo>
                    <a:cubicBezTo>
                      <a:pt x="193" y="704"/>
                      <a:pt x="193" y="703"/>
                      <a:pt x="194" y="702"/>
                    </a:cubicBezTo>
                    <a:cubicBezTo>
                      <a:pt x="195" y="701"/>
                      <a:pt x="197" y="701"/>
                      <a:pt x="199" y="700"/>
                    </a:cubicBezTo>
                    <a:cubicBezTo>
                      <a:pt x="200" y="700"/>
                      <a:pt x="201" y="700"/>
                      <a:pt x="202" y="700"/>
                    </a:cubicBezTo>
                    <a:cubicBezTo>
                      <a:pt x="204" y="700"/>
                      <a:pt x="206" y="701"/>
                      <a:pt x="208" y="701"/>
                    </a:cubicBezTo>
                    <a:cubicBezTo>
                      <a:pt x="209" y="702"/>
                      <a:pt x="211" y="703"/>
                      <a:pt x="211" y="703"/>
                    </a:cubicBezTo>
                    <a:cubicBezTo>
                      <a:pt x="211" y="703"/>
                      <a:pt x="211" y="703"/>
                      <a:pt x="211" y="703"/>
                    </a:cubicBezTo>
                    <a:cubicBezTo>
                      <a:pt x="211" y="704"/>
                      <a:pt x="209" y="707"/>
                      <a:pt x="205" y="708"/>
                    </a:cubicBezTo>
                    <a:moveTo>
                      <a:pt x="228" y="716"/>
                    </a:moveTo>
                    <a:cubicBezTo>
                      <a:pt x="227" y="717"/>
                      <a:pt x="225" y="717"/>
                      <a:pt x="224" y="717"/>
                    </a:cubicBezTo>
                    <a:cubicBezTo>
                      <a:pt x="222" y="717"/>
                      <a:pt x="220" y="717"/>
                      <a:pt x="219" y="716"/>
                    </a:cubicBezTo>
                    <a:cubicBezTo>
                      <a:pt x="217" y="716"/>
                      <a:pt x="216" y="715"/>
                      <a:pt x="216" y="715"/>
                    </a:cubicBezTo>
                    <a:cubicBezTo>
                      <a:pt x="216" y="715"/>
                      <a:pt x="216" y="714"/>
                      <a:pt x="216" y="714"/>
                    </a:cubicBezTo>
                    <a:cubicBezTo>
                      <a:pt x="216" y="713"/>
                      <a:pt x="218" y="711"/>
                      <a:pt x="221" y="710"/>
                    </a:cubicBezTo>
                    <a:cubicBezTo>
                      <a:pt x="223" y="709"/>
                      <a:pt x="224" y="709"/>
                      <a:pt x="226" y="709"/>
                    </a:cubicBezTo>
                    <a:cubicBezTo>
                      <a:pt x="229" y="709"/>
                      <a:pt x="233" y="710"/>
                      <a:pt x="234" y="711"/>
                    </a:cubicBezTo>
                    <a:cubicBezTo>
                      <a:pt x="234" y="711"/>
                      <a:pt x="234" y="712"/>
                      <a:pt x="234" y="712"/>
                    </a:cubicBezTo>
                    <a:cubicBezTo>
                      <a:pt x="234" y="713"/>
                      <a:pt x="232" y="715"/>
                      <a:pt x="228" y="716"/>
                    </a:cubicBezTo>
                    <a:moveTo>
                      <a:pt x="254" y="723"/>
                    </a:moveTo>
                    <a:cubicBezTo>
                      <a:pt x="252" y="724"/>
                      <a:pt x="249" y="724"/>
                      <a:pt x="247" y="724"/>
                    </a:cubicBezTo>
                    <a:cubicBezTo>
                      <a:pt x="244" y="724"/>
                      <a:pt x="242" y="723"/>
                      <a:pt x="241" y="723"/>
                    </a:cubicBezTo>
                    <a:cubicBezTo>
                      <a:pt x="241" y="723"/>
                      <a:pt x="241" y="723"/>
                      <a:pt x="241" y="722"/>
                    </a:cubicBezTo>
                    <a:cubicBezTo>
                      <a:pt x="241" y="721"/>
                      <a:pt x="243" y="718"/>
                      <a:pt x="246" y="717"/>
                    </a:cubicBezTo>
                    <a:cubicBezTo>
                      <a:pt x="248" y="717"/>
                      <a:pt x="250" y="716"/>
                      <a:pt x="252" y="716"/>
                    </a:cubicBezTo>
                    <a:cubicBezTo>
                      <a:pt x="255" y="716"/>
                      <a:pt x="258" y="717"/>
                      <a:pt x="258" y="718"/>
                    </a:cubicBezTo>
                    <a:cubicBezTo>
                      <a:pt x="258" y="718"/>
                      <a:pt x="258" y="718"/>
                      <a:pt x="258" y="718"/>
                    </a:cubicBezTo>
                    <a:cubicBezTo>
                      <a:pt x="259" y="719"/>
                      <a:pt x="257" y="722"/>
                      <a:pt x="254" y="723"/>
                    </a:cubicBezTo>
                    <a:moveTo>
                      <a:pt x="280" y="727"/>
                    </a:moveTo>
                    <a:cubicBezTo>
                      <a:pt x="280" y="727"/>
                      <a:pt x="280" y="727"/>
                      <a:pt x="280" y="727"/>
                    </a:cubicBezTo>
                    <a:cubicBezTo>
                      <a:pt x="277" y="729"/>
                      <a:pt x="274" y="729"/>
                      <a:pt x="272" y="729"/>
                    </a:cubicBezTo>
                    <a:cubicBezTo>
                      <a:pt x="270" y="729"/>
                      <a:pt x="268" y="729"/>
                      <a:pt x="267" y="728"/>
                    </a:cubicBezTo>
                    <a:cubicBezTo>
                      <a:pt x="267" y="728"/>
                      <a:pt x="267" y="728"/>
                      <a:pt x="267" y="727"/>
                    </a:cubicBezTo>
                    <a:cubicBezTo>
                      <a:pt x="267" y="726"/>
                      <a:pt x="268" y="724"/>
                      <a:pt x="271" y="722"/>
                    </a:cubicBezTo>
                    <a:cubicBezTo>
                      <a:pt x="274" y="721"/>
                      <a:pt x="277" y="721"/>
                      <a:pt x="279" y="721"/>
                    </a:cubicBezTo>
                    <a:cubicBezTo>
                      <a:pt x="279" y="721"/>
                      <a:pt x="279" y="721"/>
                      <a:pt x="279" y="721"/>
                    </a:cubicBezTo>
                    <a:cubicBezTo>
                      <a:pt x="281" y="721"/>
                      <a:pt x="283" y="721"/>
                      <a:pt x="284" y="721"/>
                    </a:cubicBezTo>
                    <a:cubicBezTo>
                      <a:pt x="284" y="721"/>
                      <a:pt x="284" y="722"/>
                      <a:pt x="284" y="722"/>
                    </a:cubicBezTo>
                    <a:cubicBezTo>
                      <a:pt x="284" y="723"/>
                      <a:pt x="283" y="726"/>
                      <a:pt x="280" y="727"/>
                    </a:cubicBezTo>
                    <a:moveTo>
                      <a:pt x="304" y="729"/>
                    </a:moveTo>
                    <a:cubicBezTo>
                      <a:pt x="301" y="731"/>
                      <a:pt x="297" y="732"/>
                      <a:pt x="295" y="731"/>
                    </a:cubicBezTo>
                    <a:cubicBezTo>
                      <a:pt x="293" y="731"/>
                      <a:pt x="292" y="731"/>
                      <a:pt x="292" y="731"/>
                    </a:cubicBezTo>
                    <a:cubicBezTo>
                      <a:pt x="292" y="731"/>
                      <a:pt x="291" y="731"/>
                      <a:pt x="291" y="730"/>
                    </a:cubicBezTo>
                    <a:cubicBezTo>
                      <a:pt x="291" y="729"/>
                      <a:pt x="293" y="726"/>
                      <a:pt x="295" y="725"/>
                    </a:cubicBezTo>
                    <a:cubicBezTo>
                      <a:pt x="298" y="723"/>
                      <a:pt x="302" y="722"/>
                      <a:pt x="305" y="722"/>
                    </a:cubicBezTo>
                    <a:cubicBezTo>
                      <a:pt x="305" y="722"/>
                      <a:pt x="305" y="722"/>
                      <a:pt x="305" y="722"/>
                    </a:cubicBezTo>
                    <a:cubicBezTo>
                      <a:pt x="306" y="722"/>
                      <a:pt x="307" y="722"/>
                      <a:pt x="307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4"/>
                    </a:cubicBezTo>
                    <a:cubicBezTo>
                      <a:pt x="308" y="725"/>
                      <a:pt x="307" y="727"/>
                      <a:pt x="304" y="729"/>
                    </a:cubicBezTo>
                    <a:moveTo>
                      <a:pt x="330" y="728"/>
                    </a:moveTo>
                    <a:cubicBezTo>
                      <a:pt x="327" y="730"/>
                      <a:pt x="323" y="732"/>
                      <a:pt x="320" y="731"/>
                    </a:cubicBezTo>
                    <a:cubicBezTo>
                      <a:pt x="319" y="731"/>
                      <a:pt x="319" y="731"/>
                      <a:pt x="318" y="731"/>
                    </a:cubicBezTo>
                    <a:cubicBezTo>
                      <a:pt x="318" y="731"/>
                      <a:pt x="318" y="731"/>
                      <a:pt x="318" y="730"/>
                    </a:cubicBezTo>
                    <a:cubicBezTo>
                      <a:pt x="318" y="729"/>
                      <a:pt x="319" y="726"/>
                      <a:pt x="321" y="724"/>
                    </a:cubicBezTo>
                    <a:cubicBezTo>
                      <a:pt x="324" y="722"/>
                      <a:pt x="329" y="721"/>
                      <a:pt x="331" y="721"/>
                    </a:cubicBezTo>
                    <a:cubicBezTo>
                      <a:pt x="332" y="721"/>
                      <a:pt x="333" y="721"/>
                      <a:pt x="333" y="721"/>
                    </a:cubicBezTo>
                    <a:cubicBezTo>
                      <a:pt x="333" y="721"/>
                      <a:pt x="333" y="721"/>
                      <a:pt x="334" y="722"/>
                    </a:cubicBezTo>
                    <a:cubicBezTo>
                      <a:pt x="334" y="724"/>
                      <a:pt x="333" y="726"/>
                      <a:pt x="330" y="728"/>
                    </a:cubicBezTo>
                    <a:moveTo>
                      <a:pt x="356" y="724"/>
                    </a:moveTo>
                    <a:cubicBezTo>
                      <a:pt x="356" y="724"/>
                      <a:pt x="356" y="724"/>
                      <a:pt x="356" y="724"/>
                    </a:cubicBezTo>
                    <a:cubicBezTo>
                      <a:pt x="353" y="727"/>
                      <a:pt x="348" y="729"/>
                      <a:pt x="346" y="729"/>
                    </a:cubicBezTo>
                    <a:cubicBezTo>
                      <a:pt x="345" y="729"/>
                      <a:pt x="345" y="729"/>
                      <a:pt x="345" y="729"/>
                    </a:cubicBezTo>
                    <a:cubicBezTo>
                      <a:pt x="344" y="728"/>
                      <a:pt x="344" y="728"/>
                      <a:pt x="344" y="727"/>
                    </a:cubicBezTo>
                    <a:cubicBezTo>
                      <a:pt x="344" y="726"/>
                      <a:pt x="345" y="723"/>
                      <a:pt x="347" y="722"/>
                    </a:cubicBezTo>
                    <a:cubicBezTo>
                      <a:pt x="350" y="719"/>
                      <a:pt x="355" y="717"/>
                      <a:pt x="357" y="717"/>
                    </a:cubicBezTo>
                    <a:cubicBezTo>
                      <a:pt x="358" y="717"/>
                      <a:pt x="358" y="717"/>
                      <a:pt x="358" y="717"/>
                    </a:cubicBezTo>
                    <a:cubicBezTo>
                      <a:pt x="358" y="717"/>
                      <a:pt x="359" y="717"/>
                      <a:pt x="359" y="719"/>
                    </a:cubicBezTo>
                    <a:cubicBezTo>
                      <a:pt x="359" y="720"/>
                      <a:pt x="358" y="722"/>
                      <a:pt x="356" y="724"/>
                    </a:cubicBezTo>
                    <a:moveTo>
                      <a:pt x="380" y="718"/>
                    </a:moveTo>
                    <a:cubicBezTo>
                      <a:pt x="377" y="721"/>
                      <a:pt x="372" y="724"/>
                      <a:pt x="369" y="724"/>
                    </a:cubicBezTo>
                    <a:cubicBezTo>
                      <a:pt x="369" y="724"/>
                      <a:pt x="369" y="724"/>
                      <a:pt x="369" y="724"/>
                    </a:cubicBezTo>
                    <a:cubicBezTo>
                      <a:pt x="369" y="724"/>
                      <a:pt x="369" y="724"/>
                      <a:pt x="369" y="723"/>
                    </a:cubicBezTo>
                    <a:cubicBezTo>
                      <a:pt x="368" y="723"/>
                      <a:pt x="368" y="722"/>
                      <a:pt x="368" y="722"/>
                    </a:cubicBezTo>
                    <a:cubicBezTo>
                      <a:pt x="368" y="720"/>
                      <a:pt x="369" y="718"/>
                      <a:pt x="370" y="716"/>
                    </a:cubicBezTo>
                    <a:cubicBezTo>
                      <a:pt x="373" y="713"/>
                      <a:pt x="379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2" y="711"/>
                      <a:pt x="382" y="711"/>
                      <a:pt x="382" y="711"/>
                    </a:cubicBezTo>
                    <a:cubicBezTo>
                      <a:pt x="382" y="712"/>
                      <a:pt x="382" y="712"/>
                      <a:pt x="382" y="713"/>
                    </a:cubicBezTo>
                    <a:cubicBezTo>
                      <a:pt x="382" y="714"/>
                      <a:pt x="382" y="716"/>
                      <a:pt x="380" y="718"/>
                    </a:cubicBezTo>
                    <a:moveTo>
                      <a:pt x="405" y="709"/>
                    </a:moveTo>
                    <a:cubicBezTo>
                      <a:pt x="403" y="711"/>
                      <a:pt x="401" y="713"/>
                      <a:pt x="399" y="714"/>
                    </a:cubicBezTo>
                    <a:cubicBezTo>
                      <a:pt x="397" y="715"/>
                      <a:pt x="395" y="716"/>
                      <a:pt x="395" y="716"/>
                    </a:cubicBezTo>
                    <a:cubicBezTo>
                      <a:pt x="394" y="716"/>
                      <a:pt x="394" y="716"/>
                      <a:pt x="394" y="716"/>
                    </a:cubicBezTo>
                    <a:cubicBezTo>
                      <a:pt x="394" y="716"/>
                      <a:pt x="394" y="716"/>
                      <a:pt x="394" y="715"/>
                    </a:cubicBezTo>
                    <a:cubicBezTo>
                      <a:pt x="393" y="715"/>
                      <a:pt x="393" y="714"/>
                      <a:pt x="393" y="713"/>
                    </a:cubicBezTo>
                    <a:cubicBezTo>
                      <a:pt x="393" y="712"/>
                      <a:pt x="394" y="710"/>
                      <a:pt x="395" y="709"/>
                    </a:cubicBezTo>
                    <a:cubicBezTo>
                      <a:pt x="396" y="707"/>
                      <a:pt x="398" y="705"/>
                      <a:pt x="400" y="704"/>
                    </a:cubicBezTo>
                    <a:cubicBezTo>
                      <a:pt x="402" y="702"/>
                      <a:pt x="404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6" y="702"/>
                      <a:pt x="406" y="702"/>
                    </a:cubicBezTo>
                    <a:cubicBezTo>
                      <a:pt x="406" y="703"/>
                      <a:pt x="406" y="703"/>
                      <a:pt x="406" y="704"/>
                    </a:cubicBezTo>
                    <a:cubicBezTo>
                      <a:pt x="406" y="706"/>
                      <a:pt x="406" y="707"/>
                      <a:pt x="405" y="709"/>
                    </a:cubicBezTo>
                    <a:moveTo>
                      <a:pt x="428" y="698"/>
                    </a:moveTo>
                    <a:cubicBezTo>
                      <a:pt x="428" y="698"/>
                      <a:pt x="428" y="698"/>
                      <a:pt x="428" y="698"/>
                    </a:cubicBezTo>
                    <a:cubicBezTo>
                      <a:pt x="427" y="700"/>
                      <a:pt x="425" y="702"/>
                      <a:pt x="423" y="703"/>
                    </a:cubicBezTo>
                    <a:cubicBezTo>
                      <a:pt x="421" y="705"/>
                      <a:pt x="419" y="706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8" y="705"/>
                      <a:pt x="418" y="705"/>
                      <a:pt x="418" y="705"/>
                    </a:cubicBezTo>
                    <a:cubicBezTo>
                      <a:pt x="418" y="704"/>
                      <a:pt x="417" y="704"/>
                      <a:pt x="417" y="703"/>
                    </a:cubicBezTo>
                    <a:cubicBezTo>
                      <a:pt x="417" y="701"/>
                      <a:pt x="418" y="700"/>
                      <a:pt x="419" y="698"/>
                    </a:cubicBezTo>
                    <a:cubicBezTo>
                      <a:pt x="420" y="696"/>
                      <a:pt x="422" y="694"/>
                      <a:pt x="424" y="693"/>
                    </a:cubicBezTo>
                    <a:cubicBezTo>
                      <a:pt x="426" y="691"/>
                      <a:pt x="427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9" y="691"/>
                      <a:pt x="429" y="691"/>
                    </a:cubicBezTo>
                    <a:cubicBezTo>
                      <a:pt x="429" y="692"/>
                      <a:pt x="429" y="692"/>
                      <a:pt x="429" y="693"/>
                    </a:cubicBezTo>
                    <a:cubicBezTo>
                      <a:pt x="429" y="695"/>
                      <a:pt x="429" y="696"/>
                      <a:pt x="428" y="698"/>
                    </a:cubicBezTo>
                    <a:moveTo>
                      <a:pt x="450" y="685"/>
                    </a:moveTo>
                    <a:cubicBezTo>
                      <a:pt x="449" y="687"/>
                      <a:pt x="447" y="690"/>
                      <a:pt x="445" y="691"/>
                    </a:cubicBezTo>
                    <a:cubicBezTo>
                      <a:pt x="445" y="691"/>
                      <a:pt x="445" y="692"/>
                      <a:pt x="444" y="692"/>
                    </a:cubicBezTo>
                    <a:cubicBezTo>
                      <a:pt x="443" y="693"/>
                      <a:pt x="441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3"/>
                    </a:cubicBezTo>
                    <a:cubicBezTo>
                      <a:pt x="439" y="692"/>
                      <a:pt x="439" y="691"/>
                      <a:pt x="439" y="690"/>
                    </a:cubicBezTo>
                    <a:cubicBezTo>
                      <a:pt x="439" y="689"/>
                      <a:pt x="439" y="688"/>
                      <a:pt x="440" y="686"/>
                    </a:cubicBezTo>
                    <a:cubicBezTo>
                      <a:pt x="441" y="684"/>
                      <a:pt x="443" y="682"/>
                      <a:pt x="444" y="680"/>
                    </a:cubicBezTo>
                    <a:cubicBezTo>
                      <a:pt x="446" y="679"/>
                      <a:pt x="448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50" y="679"/>
                    </a:cubicBezTo>
                    <a:cubicBezTo>
                      <a:pt x="450" y="679"/>
                      <a:pt x="450" y="680"/>
                      <a:pt x="450" y="681"/>
                    </a:cubicBezTo>
                    <a:cubicBezTo>
                      <a:pt x="450" y="683"/>
                      <a:pt x="450" y="684"/>
                      <a:pt x="450" y="685"/>
                    </a:cubicBezTo>
                    <a:moveTo>
                      <a:pt x="471" y="670"/>
                    </a:moveTo>
                    <a:cubicBezTo>
                      <a:pt x="470" y="672"/>
                      <a:pt x="468" y="674"/>
                      <a:pt x="467" y="676"/>
                    </a:cubicBezTo>
                    <a:cubicBezTo>
                      <a:pt x="465" y="678"/>
                      <a:pt x="463" y="679"/>
                      <a:pt x="463" y="679"/>
                    </a:cubicBezTo>
                    <a:cubicBezTo>
                      <a:pt x="462" y="679"/>
                      <a:pt x="462" y="679"/>
                      <a:pt x="462" y="679"/>
                    </a:cubicBezTo>
                    <a:cubicBezTo>
                      <a:pt x="462" y="679"/>
                      <a:pt x="462" y="679"/>
                      <a:pt x="461" y="678"/>
                    </a:cubicBezTo>
                    <a:cubicBezTo>
                      <a:pt x="461" y="678"/>
                      <a:pt x="461" y="676"/>
                      <a:pt x="461" y="675"/>
                    </a:cubicBezTo>
                    <a:cubicBezTo>
                      <a:pt x="461" y="674"/>
                      <a:pt x="461" y="673"/>
                      <a:pt x="461" y="672"/>
                    </a:cubicBezTo>
                    <a:cubicBezTo>
                      <a:pt x="462" y="670"/>
                      <a:pt x="463" y="667"/>
                      <a:pt x="465" y="666"/>
                    </a:cubicBezTo>
                    <a:cubicBezTo>
                      <a:pt x="467" y="664"/>
                      <a:pt x="469" y="663"/>
                      <a:pt x="469" y="663"/>
                    </a:cubicBezTo>
                    <a:cubicBezTo>
                      <a:pt x="469" y="663"/>
                      <a:pt x="469" y="663"/>
                      <a:pt x="469" y="663"/>
                    </a:cubicBezTo>
                    <a:cubicBezTo>
                      <a:pt x="470" y="663"/>
                      <a:pt x="470" y="663"/>
                      <a:pt x="470" y="663"/>
                    </a:cubicBezTo>
                    <a:cubicBezTo>
                      <a:pt x="471" y="664"/>
                      <a:pt x="471" y="665"/>
                      <a:pt x="471" y="667"/>
                    </a:cubicBezTo>
                    <a:cubicBezTo>
                      <a:pt x="471" y="668"/>
                      <a:pt x="471" y="669"/>
                      <a:pt x="471" y="670"/>
                    </a:cubicBezTo>
                    <a:moveTo>
                      <a:pt x="490" y="653"/>
                    </a:moveTo>
                    <a:cubicBezTo>
                      <a:pt x="490" y="653"/>
                      <a:pt x="490" y="653"/>
                      <a:pt x="490" y="653"/>
                    </a:cubicBezTo>
                    <a:cubicBezTo>
                      <a:pt x="490" y="655"/>
                      <a:pt x="489" y="658"/>
                      <a:pt x="487" y="659"/>
                    </a:cubicBezTo>
                    <a:cubicBezTo>
                      <a:pt x="486" y="661"/>
                      <a:pt x="484" y="663"/>
                      <a:pt x="483" y="663"/>
                    </a:cubicBezTo>
                    <a:cubicBezTo>
                      <a:pt x="483" y="663"/>
                      <a:pt x="483" y="663"/>
                      <a:pt x="483" y="663"/>
                    </a:cubicBezTo>
                    <a:cubicBezTo>
                      <a:pt x="483" y="663"/>
                      <a:pt x="482" y="662"/>
                      <a:pt x="482" y="662"/>
                    </a:cubicBezTo>
                    <a:cubicBezTo>
                      <a:pt x="481" y="661"/>
                      <a:pt x="481" y="660"/>
                      <a:pt x="481" y="658"/>
                    </a:cubicBezTo>
                    <a:cubicBezTo>
                      <a:pt x="481" y="657"/>
                      <a:pt x="481" y="656"/>
                      <a:pt x="481" y="656"/>
                    </a:cubicBezTo>
                    <a:cubicBezTo>
                      <a:pt x="482" y="653"/>
                      <a:pt x="483" y="651"/>
                      <a:pt x="485" y="649"/>
                    </a:cubicBezTo>
                    <a:cubicBezTo>
                      <a:pt x="486" y="647"/>
                      <a:pt x="488" y="646"/>
                      <a:pt x="488" y="646"/>
                    </a:cubicBezTo>
                    <a:cubicBezTo>
                      <a:pt x="488" y="646"/>
                      <a:pt x="488" y="646"/>
                      <a:pt x="489" y="646"/>
                    </a:cubicBezTo>
                    <a:cubicBezTo>
                      <a:pt x="489" y="646"/>
                      <a:pt x="489" y="646"/>
                      <a:pt x="489" y="646"/>
                    </a:cubicBezTo>
                    <a:cubicBezTo>
                      <a:pt x="489" y="646"/>
                      <a:pt x="489" y="646"/>
                      <a:pt x="490" y="647"/>
                    </a:cubicBezTo>
                    <a:cubicBezTo>
                      <a:pt x="490" y="647"/>
                      <a:pt x="491" y="649"/>
                      <a:pt x="491" y="650"/>
                    </a:cubicBezTo>
                    <a:cubicBezTo>
                      <a:pt x="491" y="651"/>
                      <a:pt x="491" y="652"/>
                      <a:pt x="490" y="653"/>
                    </a:cubicBezTo>
                    <a:moveTo>
                      <a:pt x="508" y="635"/>
                    </a:moveTo>
                    <a:cubicBezTo>
                      <a:pt x="507" y="638"/>
                      <a:pt x="506" y="640"/>
                      <a:pt x="505" y="642"/>
                    </a:cubicBezTo>
                    <a:cubicBezTo>
                      <a:pt x="503" y="644"/>
                      <a:pt x="502" y="645"/>
                      <a:pt x="501" y="646"/>
                    </a:cubicBezTo>
                    <a:cubicBezTo>
                      <a:pt x="501" y="646"/>
                      <a:pt x="501" y="646"/>
                      <a:pt x="501" y="646"/>
                    </a:cubicBezTo>
                    <a:cubicBezTo>
                      <a:pt x="501" y="646"/>
                      <a:pt x="500" y="645"/>
                      <a:pt x="499" y="644"/>
                    </a:cubicBezTo>
                    <a:cubicBezTo>
                      <a:pt x="499" y="643"/>
                      <a:pt x="498" y="642"/>
                      <a:pt x="498" y="640"/>
                    </a:cubicBezTo>
                    <a:cubicBezTo>
                      <a:pt x="498" y="640"/>
                      <a:pt x="499" y="639"/>
                      <a:pt x="499" y="639"/>
                    </a:cubicBezTo>
                    <a:cubicBezTo>
                      <a:pt x="499" y="636"/>
                      <a:pt x="500" y="634"/>
                      <a:pt x="502" y="632"/>
                    </a:cubicBezTo>
                    <a:cubicBezTo>
                      <a:pt x="503" y="630"/>
                      <a:pt x="504" y="629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6" y="628"/>
                      <a:pt x="506" y="629"/>
                      <a:pt x="507" y="629"/>
                    </a:cubicBezTo>
                    <a:cubicBezTo>
                      <a:pt x="507" y="630"/>
                      <a:pt x="508" y="632"/>
                      <a:pt x="508" y="634"/>
                    </a:cubicBezTo>
                    <a:cubicBezTo>
                      <a:pt x="508" y="634"/>
                      <a:pt x="508" y="635"/>
                      <a:pt x="508" y="635"/>
                    </a:cubicBezTo>
                    <a:moveTo>
                      <a:pt x="524" y="615"/>
                    </a:moveTo>
                    <a:cubicBezTo>
                      <a:pt x="524" y="617"/>
                      <a:pt x="523" y="620"/>
                      <a:pt x="522" y="622"/>
                    </a:cubicBezTo>
                    <a:cubicBezTo>
                      <a:pt x="521" y="624"/>
                      <a:pt x="519" y="626"/>
                      <a:pt x="519" y="626"/>
                    </a:cubicBezTo>
                    <a:cubicBezTo>
                      <a:pt x="519" y="626"/>
                      <a:pt x="519" y="626"/>
                      <a:pt x="519" y="626"/>
                    </a:cubicBezTo>
                    <a:cubicBezTo>
                      <a:pt x="518" y="626"/>
                      <a:pt x="517" y="626"/>
                      <a:pt x="517" y="625"/>
                    </a:cubicBezTo>
                    <a:cubicBezTo>
                      <a:pt x="516" y="624"/>
                      <a:pt x="516" y="622"/>
                      <a:pt x="516" y="620"/>
                    </a:cubicBezTo>
                    <a:cubicBezTo>
                      <a:pt x="516" y="620"/>
                      <a:pt x="516" y="620"/>
                      <a:pt x="516" y="620"/>
                    </a:cubicBezTo>
                    <a:cubicBezTo>
                      <a:pt x="516" y="617"/>
                      <a:pt x="517" y="614"/>
                      <a:pt x="518" y="612"/>
                    </a:cubicBezTo>
                    <a:cubicBezTo>
                      <a:pt x="519" y="610"/>
                      <a:pt x="521" y="609"/>
                      <a:pt x="521" y="608"/>
                    </a:cubicBezTo>
                    <a:cubicBezTo>
                      <a:pt x="521" y="608"/>
                      <a:pt x="522" y="608"/>
                      <a:pt x="522" y="608"/>
                    </a:cubicBezTo>
                    <a:cubicBezTo>
                      <a:pt x="522" y="608"/>
                      <a:pt x="522" y="608"/>
                      <a:pt x="522" y="608"/>
                    </a:cubicBezTo>
                    <a:cubicBezTo>
                      <a:pt x="522" y="608"/>
                      <a:pt x="523" y="609"/>
                      <a:pt x="523" y="610"/>
                    </a:cubicBezTo>
                    <a:cubicBezTo>
                      <a:pt x="524" y="611"/>
                      <a:pt x="524" y="612"/>
                      <a:pt x="524" y="614"/>
                    </a:cubicBezTo>
                    <a:cubicBezTo>
                      <a:pt x="524" y="615"/>
                      <a:pt x="524" y="615"/>
                      <a:pt x="524" y="615"/>
                    </a:cubicBezTo>
                    <a:moveTo>
                      <a:pt x="540" y="595"/>
                    </a:moveTo>
                    <a:cubicBezTo>
                      <a:pt x="540" y="597"/>
                      <a:pt x="539" y="599"/>
                      <a:pt x="538" y="601"/>
                    </a:cubicBezTo>
                    <a:cubicBezTo>
                      <a:pt x="537" y="603"/>
                      <a:pt x="535" y="605"/>
                      <a:pt x="535" y="605"/>
                    </a:cubicBezTo>
                    <a:cubicBezTo>
                      <a:pt x="535" y="605"/>
                      <a:pt x="535" y="605"/>
                      <a:pt x="535" y="605"/>
                    </a:cubicBezTo>
                    <a:cubicBezTo>
                      <a:pt x="534" y="605"/>
                      <a:pt x="533" y="605"/>
                      <a:pt x="533" y="604"/>
                    </a:cubicBezTo>
                    <a:cubicBezTo>
                      <a:pt x="532" y="603"/>
                      <a:pt x="531" y="601"/>
                      <a:pt x="531" y="599"/>
                    </a:cubicBezTo>
                    <a:cubicBezTo>
                      <a:pt x="531" y="596"/>
                      <a:pt x="532" y="594"/>
                      <a:pt x="533" y="592"/>
                    </a:cubicBezTo>
                    <a:cubicBezTo>
                      <a:pt x="534" y="589"/>
                      <a:pt x="536" y="588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7" y="587"/>
                      <a:pt x="538" y="588"/>
                      <a:pt x="538" y="589"/>
                    </a:cubicBezTo>
                    <a:cubicBezTo>
                      <a:pt x="539" y="590"/>
                      <a:pt x="540" y="592"/>
                      <a:pt x="540" y="594"/>
                    </a:cubicBezTo>
                    <a:lnTo>
                      <a:pt x="540" y="595"/>
                    </a:lnTo>
                    <a:close/>
                    <a:moveTo>
                      <a:pt x="541" y="573"/>
                    </a:move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39" y="576"/>
                      <a:pt x="537" y="578"/>
                      <a:pt x="535" y="581"/>
                    </a:cubicBezTo>
                    <a:cubicBezTo>
                      <a:pt x="535" y="581"/>
                      <a:pt x="535" y="581"/>
                      <a:pt x="535" y="581"/>
                    </a:cubicBezTo>
                    <a:cubicBezTo>
                      <a:pt x="534" y="582"/>
                      <a:pt x="534" y="582"/>
                      <a:pt x="534" y="582"/>
                    </a:cubicBezTo>
                    <a:cubicBezTo>
                      <a:pt x="532" y="585"/>
                      <a:pt x="530" y="589"/>
                      <a:pt x="528" y="595"/>
                    </a:cubicBezTo>
                    <a:cubicBezTo>
                      <a:pt x="528" y="595"/>
                      <a:pt x="528" y="595"/>
                      <a:pt x="528" y="595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2" y="599"/>
                      <a:pt x="518" y="605"/>
                      <a:pt x="513" y="614"/>
                    </a:cubicBezTo>
                    <a:cubicBezTo>
                      <a:pt x="513" y="614"/>
                      <a:pt x="513" y="614"/>
                      <a:pt x="513" y="614"/>
                    </a:cubicBezTo>
                    <a:cubicBezTo>
                      <a:pt x="512" y="615"/>
                      <a:pt x="512" y="615"/>
                      <a:pt x="512" y="615"/>
                    </a:cubicBezTo>
                    <a:cubicBezTo>
                      <a:pt x="512" y="616"/>
                      <a:pt x="512" y="616"/>
                      <a:pt x="512" y="616"/>
                    </a:cubicBezTo>
                    <a:cubicBezTo>
                      <a:pt x="507" y="619"/>
                      <a:pt x="502" y="624"/>
                      <a:pt x="497" y="633"/>
                    </a:cubicBezTo>
                    <a:cubicBezTo>
                      <a:pt x="497" y="633"/>
                      <a:pt x="497" y="633"/>
                      <a:pt x="497" y="633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3" y="635"/>
                      <a:pt x="491" y="637"/>
                      <a:pt x="489" y="639"/>
                    </a:cubicBezTo>
                    <a:cubicBezTo>
                      <a:pt x="489" y="639"/>
                      <a:pt x="489" y="639"/>
                      <a:pt x="489" y="639"/>
                    </a:cubicBezTo>
                    <a:cubicBezTo>
                      <a:pt x="488" y="640"/>
                      <a:pt x="488" y="640"/>
                      <a:pt x="488" y="640"/>
                    </a:cubicBezTo>
                    <a:cubicBezTo>
                      <a:pt x="485" y="642"/>
                      <a:pt x="482" y="646"/>
                      <a:pt x="479" y="651"/>
                    </a:cubicBez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78" y="652"/>
                      <a:pt x="478" y="652"/>
                      <a:pt x="478" y="652"/>
                    </a:cubicBezTo>
                    <a:cubicBezTo>
                      <a:pt x="477" y="652"/>
                      <a:pt x="477" y="652"/>
                      <a:pt x="477" y="652"/>
                    </a:cubicBezTo>
                    <a:cubicBezTo>
                      <a:pt x="472" y="654"/>
                      <a:pt x="467" y="658"/>
                      <a:pt x="460" y="666"/>
                    </a:cubicBezTo>
                    <a:cubicBezTo>
                      <a:pt x="460" y="666"/>
                      <a:pt x="460" y="666"/>
                      <a:pt x="460" y="666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3" y="669"/>
                      <a:pt x="447" y="673"/>
                      <a:pt x="440" y="680"/>
                    </a:cubicBezTo>
                    <a:cubicBezTo>
                      <a:pt x="440" y="680"/>
                      <a:pt x="440" y="680"/>
                      <a:pt x="440" y="680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6" y="682"/>
                      <a:pt x="433" y="683"/>
                      <a:pt x="429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26" y="687"/>
                      <a:pt x="422" y="689"/>
                      <a:pt x="418" y="693"/>
                    </a:cubicBezTo>
                    <a:cubicBezTo>
                      <a:pt x="418" y="693"/>
                      <a:pt x="418" y="693"/>
                      <a:pt x="418" y="693"/>
                    </a:cubicBezTo>
                    <a:cubicBezTo>
                      <a:pt x="417" y="694"/>
                      <a:pt x="417" y="694"/>
                      <a:pt x="417" y="694"/>
                    </a:cubicBezTo>
                    <a:cubicBezTo>
                      <a:pt x="416" y="694"/>
                      <a:pt x="416" y="694"/>
                      <a:pt x="416" y="694"/>
                    </a:cubicBezTo>
                    <a:cubicBezTo>
                      <a:pt x="411" y="694"/>
                      <a:pt x="404" y="697"/>
                      <a:pt x="396" y="703"/>
                    </a:cubicBezTo>
                    <a:cubicBezTo>
                      <a:pt x="396" y="703"/>
                      <a:pt x="396" y="703"/>
                      <a:pt x="396" y="703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88" y="704"/>
                      <a:pt x="382" y="706"/>
                      <a:pt x="373" y="711"/>
                    </a:cubicBezTo>
                    <a:cubicBezTo>
                      <a:pt x="373" y="711"/>
                      <a:pt x="373" y="711"/>
                      <a:pt x="373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0" y="711"/>
                      <a:pt x="370" y="711"/>
                      <a:pt x="369" y="711"/>
                    </a:cubicBezTo>
                    <a:cubicBezTo>
                      <a:pt x="367" y="711"/>
                      <a:pt x="365" y="711"/>
                      <a:pt x="363" y="712"/>
                    </a:cubicBezTo>
                    <a:cubicBezTo>
                      <a:pt x="363" y="712"/>
                      <a:pt x="363" y="712"/>
                      <a:pt x="363" y="712"/>
                    </a:cubicBezTo>
                    <a:cubicBezTo>
                      <a:pt x="361" y="712"/>
                      <a:pt x="361" y="712"/>
                      <a:pt x="361" y="712"/>
                    </a:cubicBezTo>
                    <a:cubicBezTo>
                      <a:pt x="357" y="713"/>
                      <a:pt x="353" y="714"/>
                      <a:pt x="348" y="716"/>
                    </a:cubicBezTo>
                    <a:cubicBezTo>
                      <a:pt x="348" y="716"/>
                      <a:pt x="348" y="716"/>
                      <a:pt x="348" y="716"/>
                    </a:cubicBezTo>
                    <a:cubicBezTo>
                      <a:pt x="347" y="717"/>
                      <a:pt x="347" y="717"/>
                      <a:pt x="347" y="717"/>
                    </a:cubicBezTo>
                    <a:cubicBezTo>
                      <a:pt x="346" y="717"/>
                      <a:pt x="346" y="717"/>
                      <a:pt x="346" y="717"/>
                    </a:cubicBezTo>
                    <a:cubicBezTo>
                      <a:pt x="345" y="716"/>
                      <a:pt x="343" y="716"/>
                      <a:pt x="341" y="716"/>
                    </a:cubicBezTo>
                    <a:cubicBezTo>
                      <a:pt x="336" y="716"/>
                      <a:pt x="331" y="717"/>
                      <a:pt x="324" y="719"/>
                    </a:cubicBezTo>
                    <a:cubicBezTo>
                      <a:pt x="324" y="719"/>
                      <a:pt x="324" y="719"/>
                      <a:pt x="324" y="719"/>
                    </a:cubicBezTo>
                    <a:cubicBezTo>
                      <a:pt x="322" y="720"/>
                      <a:pt x="322" y="720"/>
                      <a:pt x="322" y="720"/>
                    </a:cubicBezTo>
                    <a:cubicBezTo>
                      <a:pt x="322" y="719"/>
                      <a:pt x="322" y="719"/>
                      <a:pt x="322" y="719"/>
                    </a:cubicBezTo>
                    <a:cubicBezTo>
                      <a:pt x="320" y="719"/>
                      <a:pt x="317" y="718"/>
                      <a:pt x="314" y="718"/>
                    </a:cubicBezTo>
                    <a:cubicBezTo>
                      <a:pt x="310" y="718"/>
                      <a:pt x="305" y="719"/>
                      <a:pt x="300" y="720"/>
                    </a:cubicBezTo>
                    <a:cubicBezTo>
                      <a:pt x="300" y="720"/>
                      <a:pt x="300" y="720"/>
                      <a:pt x="300" y="720"/>
                    </a:cubicBezTo>
                    <a:cubicBezTo>
                      <a:pt x="299" y="720"/>
                      <a:pt x="299" y="720"/>
                      <a:pt x="299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6" y="719"/>
                      <a:pt x="293" y="718"/>
                      <a:pt x="290" y="718"/>
                    </a:cubicBezTo>
                    <a:cubicBezTo>
                      <a:pt x="290" y="718"/>
                      <a:pt x="290" y="718"/>
                      <a:pt x="290" y="718"/>
                    </a:cubicBezTo>
                    <a:cubicBezTo>
                      <a:pt x="288" y="718"/>
                      <a:pt x="288" y="718"/>
                      <a:pt x="288" y="718"/>
                    </a:cubicBezTo>
                    <a:cubicBezTo>
                      <a:pt x="287" y="717"/>
                      <a:pt x="285" y="717"/>
                      <a:pt x="284" y="717"/>
                    </a:cubicBezTo>
                    <a:cubicBezTo>
                      <a:pt x="281" y="717"/>
                      <a:pt x="278" y="717"/>
                      <a:pt x="274" y="718"/>
                    </a:cubicBezTo>
                    <a:cubicBezTo>
                      <a:pt x="274" y="718"/>
                      <a:pt x="274" y="718"/>
                      <a:pt x="274" y="718"/>
                    </a:cubicBezTo>
                    <a:cubicBezTo>
                      <a:pt x="273" y="718"/>
                      <a:pt x="273" y="718"/>
                      <a:pt x="273" y="718"/>
                    </a:cubicBezTo>
                    <a:cubicBezTo>
                      <a:pt x="273" y="717"/>
                      <a:pt x="273" y="717"/>
                      <a:pt x="273" y="717"/>
                    </a:cubicBezTo>
                    <a:cubicBezTo>
                      <a:pt x="268" y="715"/>
                      <a:pt x="262" y="713"/>
                      <a:pt x="252" y="713"/>
                    </a:cubicBezTo>
                    <a:cubicBezTo>
                      <a:pt x="251" y="713"/>
                      <a:pt x="251" y="713"/>
                      <a:pt x="251" y="713"/>
                    </a:cubicBezTo>
                    <a:cubicBezTo>
                      <a:pt x="250" y="713"/>
                      <a:pt x="250" y="713"/>
                      <a:pt x="250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4" y="709"/>
                      <a:pt x="238" y="708"/>
                      <a:pt x="227" y="706"/>
                    </a:cubicBezTo>
                    <a:cubicBezTo>
                      <a:pt x="227" y="706"/>
                      <a:pt x="227" y="706"/>
                      <a:pt x="227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4" y="704"/>
                      <a:pt x="221" y="703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7" y="701"/>
                      <a:pt x="217" y="701"/>
                      <a:pt x="217" y="701"/>
                    </a:cubicBezTo>
                    <a:cubicBezTo>
                      <a:pt x="214" y="699"/>
                      <a:pt x="209" y="698"/>
                      <a:pt x="204" y="697"/>
                    </a:cubicBezTo>
                    <a:cubicBezTo>
                      <a:pt x="204" y="697"/>
                      <a:pt x="204" y="697"/>
                      <a:pt x="204" y="697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198" y="692"/>
                      <a:pt x="192" y="688"/>
                      <a:pt x="182" y="686"/>
                    </a:cubicBezTo>
                    <a:cubicBezTo>
                      <a:pt x="182" y="686"/>
                      <a:pt x="182" y="686"/>
                      <a:pt x="182" y="686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77" y="680"/>
                      <a:pt x="172" y="676"/>
                      <a:pt x="162" y="672"/>
                    </a:cubicBezTo>
                    <a:cubicBezTo>
                      <a:pt x="162" y="672"/>
                      <a:pt x="162" y="672"/>
                      <a:pt x="162" y="672"/>
                    </a:cubicBezTo>
                    <a:cubicBezTo>
                      <a:pt x="161" y="672"/>
                      <a:pt x="161" y="672"/>
                      <a:pt x="161" y="672"/>
                    </a:cubicBezTo>
                    <a:cubicBezTo>
                      <a:pt x="160" y="671"/>
                      <a:pt x="160" y="671"/>
                      <a:pt x="160" y="671"/>
                    </a:cubicBezTo>
                    <a:cubicBezTo>
                      <a:pt x="159" y="669"/>
                      <a:pt x="157" y="667"/>
                      <a:pt x="154" y="664"/>
                    </a:cubicBezTo>
                    <a:cubicBezTo>
                      <a:pt x="154" y="664"/>
                      <a:pt x="154" y="664"/>
                      <a:pt x="154" y="664"/>
                    </a:cubicBezTo>
                    <a:cubicBezTo>
                      <a:pt x="151" y="662"/>
                      <a:pt x="147" y="659"/>
                      <a:pt x="142" y="657"/>
                    </a:cubicBezTo>
                    <a:cubicBezTo>
                      <a:pt x="141" y="657"/>
                      <a:pt x="141" y="657"/>
                      <a:pt x="141" y="657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37" y="651"/>
                      <a:pt x="133" y="645"/>
                      <a:pt x="124" y="640"/>
                    </a:cubicBezTo>
                    <a:cubicBezTo>
                      <a:pt x="123" y="640"/>
                      <a:pt x="123" y="640"/>
                      <a:pt x="123" y="640"/>
                    </a:cubicBezTo>
                    <a:cubicBezTo>
                      <a:pt x="123" y="639"/>
                      <a:pt x="123" y="639"/>
                      <a:pt x="123" y="639"/>
                    </a:cubicBezTo>
                    <a:cubicBezTo>
                      <a:pt x="122" y="639"/>
                      <a:pt x="122" y="639"/>
                      <a:pt x="122" y="639"/>
                    </a:cubicBezTo>
                    <a:cubicBezTo>
                      <a:pt x="120" y="634"/>
                      <a:pt x="116" y="628"/>
                      <a:pt x="107" y="622"/>
                    </a:cubicBezTo>
                    <a:cubicBezTo>
                      <a:pt x="107" y="622"/>
                      <a:pt x="107" y="622"/>
                      <a:pt x="107" y="622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5" y="618"/>
                      <a:pt x="104" y="616"/>
                      <a:pt x="101" y="613"/>
                    </a:cubicBezTo>
                    <a:cubicBezTo>
                      <a:pt x="100" y="611"/>
                      <a:pt x="100" y="611"/>
                      <a:pt x="100" y="611"/>
                    </a:cubicBezTo>
                    <a:cubicBezTo>
                      <a:pt x="98" y="608"/>
                      <a:pt x="95" y="605"/>
                      <a:pt x="91" y="602"/>
                    </a:cubicBezTo>
                    <a:cubicBezTo>
                      <a:pt x="91" y="602"/>
                      <a:pt x="91" y="602"/>
                      <a:pt x="91" y="602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89" y="595"/>
                      <a:pt x="85" y="589"/>
                      <a:pt x="77" y="582"/>
                    </a:cubicBezTo>
                    <a:cubicBezTo>
                      <a:pt x="77" y="582"/>
                      <a:pt x="77" y="582"/>
                      <a:pt x="77" y="582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5" y="574"/>
                      <a:pt x="72" y="568"/>
                      <a:pt x="65" y="560"/>
                    </a:cubicBezTo>
                    <a:cubicBezTo>
                      <a:pt x="65" y="560"/>
                      <a:pt x="65" y="560"/>
                      <a:pt x="65" y="560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6"/>
                      <a:pt x="63" y="554"/>
                      <a:pt x="62" y="551"/>
                    </a:cubicBezTo>
                    <a:cubicBezTo>
                      <a:pt x="62" y="551"/>
                      <a:pt x="62" y="551"/>
                      <a:pt x="62" y="551"/>
                    </a:cubicBezTo>
                    <a:cubicBezTo>
                      <a:pt x="61" y="549"/>
                      <a:pt x="61" y="549"/>
                      <a:pt x="61" y="549"/>
                    </a:cubicBezTo>
                    <a:cubicBezTo>
                      <a:pt x="60" y="546"/>
                      <a:pt x="57" y="542"/>
                      <a:pt x="54" y="537"/>
                    </a:cubicBezTo>
                    <a:cubicBezTo>
                      <a:pt x="53" y="537"/>
                      <a:pt x="53" y="537"/>
                      <a:pt x="53" y="537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0"/>
                      <a:pt x="50" y="523"/>
                      <a:pt x="44" y="515"/>
                    </a:cubicBezTo>
                    <a:cubicBezTo>
                      <a:pt x="44" y="514"/>
                      <a:pt x="44" y="514"/>
                      <a:pt x="44" y="514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07"/>
                      <a:pt x="42" y="500"/>
                      <a:pt x="36" y="491"/>
                    </a:cubicBezTo>
                    <a:cubicBezTo>
                      <a:pt x="36" y="491"/>
                      <a:pt x="36" y="491"/>
                      <a:pt x="36" y="491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89"/>
                      <a:pt x="36" y="488"/>
                      <a:pt x="36" y="487"/>
                    </a:cubicBezTo>
                    <a:cubicBezTo>
                      <a:pt x="36" y="486"/>
                      <a:pt x="36" y="483"/>
                      <a:pt x="35" y="481"/>
                    </a:cubicBezTo>
                    <a:cubicBezTo>
                      <a:pt x="35" y="481"/>
                      <a:pt x="35" y="481"/>
                      <a:pt x="35" y="481"/>
                    </a:cubicBezTo>
                    <a:cubicBezTo>
                      <a:pt x="35" y="480"/>
                      <a:pt x="35" y="480"/>
                      <a:pt x="35" y="480"/>
                    </a:cubicBezTo>
                    <a:cubicBezTo>
                      <a:pt x="34" y="476"/>
                      <a:pt x="32" y="471"/>
                      <a:pt x="30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4"/>
                      <a:pt x="29" y="462"/>
                      <a:pt x="29" y="461"/>
                    </a:cubicBezTo>
                    <a:cubicBezTo>
                      <a:pt x="29" y="456"/>
                      <a:pt x="28" y="450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4" y="440"/>
                      <a:pt x="24" y="440"/>
                      <a:pt x="24" y="440"/>
                    </a:cubicBezTo>
                    <a:cubicBezTo>
                      <a:pt x="25" y="439"/>
                      <a:pt x="25" y="437"/>
                      <a:pt x="25" y="435"/>
                    </a:cubicBezTo>
                    <a:cubicBezTo>
                      <a:pt x="25" y="430"/>
                      <a:pt x="24" y="425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4"/>
                      <a:pt x="22" y="412"/>
                      <a:pt x="22" y="409"/>
                    </a:cubicBezTo>
                    <a:cubicBezTo>
                      <a:pt x="22" y="409"/>
                      <a:pt x="22" y="408"/>
                      <a:pt x="22" y="407"/>
                    </a:cubicBezTo>
                    <a:cubicBezTo>
                      <a:pt x="22" y="407"/>
                      <a:pt x="22" y="407"/>
                      <a:pt x="22" y="407"/>
                    </a:cubicBezTo>
                    <a:cubicBezTo>
                      <a:pt x="21" y="406"/>
                      <a:pt x="21" y="406"/>
                      <a:pt x="21" y="406"/>
                    </a:cubicBezTo>
                    <a:cubicBezTo>
                      <a:pt x="21" y="402"/>
                      <a:pt x="21" y="397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1"/>
                      <a:pt x="19" y="391"/>
                      <a:pt x="19" y="391"/>
                    </a:cubicBezTo>
                    <a:cubicBezTo>
                      <a:pt x="19" y="390"/>
                      <a:pt x="19" y="390"/>
                      <a:pt x="19" y="390"/>
                    </a:cubicBezTo>
                    <a:cubicBezTo>
                      <a:pt x="20" y="388"/>
                      <a:pt x="20" y="384"/>
                      <a:pt x="20" y="381"/>
                    </a:cubicBezTo>
                    <a:cubicBezTo>
                      <a:pt x="20" y="377"/>
                      <a:pt x="20" y="373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9" y="362"/>
                      <a:pt x="20" y="359"/>
                      <a:pt x="20" y="354"/>
                    </a:cubicBezTo>
                    <a:cubicBezTo>
                      <a:pt x="20" y="351"/>
                      <a:pt x="20" y="347"/>
                      <a:pt x="19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20" y="338"/>
                      <a:pt x="21" y="335"/>
                      <a:pt x="21" y="331"/>
                    </a:cubicBezTo>
                    <a:cubicBezTo>
                      <a:pt x="21" y="331"/>
                      <a:pt x="21" y="331"/>
                      <a:pt x="21" y="331"/>
                    </a:cubicBezTo>
                    <a:cubicBezTo>
                      <a:pt x="22" y="329"/>
                      <a:pt x="22" y="327"/>
                      <a:pt x="22" y="325"/>
                    </a:cubicBezTo>
                    <a:cubicBezTo>
                      <a:pt x="22" y="323"/>
                      <a:pt x="22" y="320"/>
                      <a:pt x="21" y="317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2" y="315"/>
                      <a:pt x="22" y="315"/>
                      <a:pt x="22" y="315"/>
                    </a:cubicBezTo>
                    <a:cubicBezTo>
                      <a:pt x="24" y="311"/>
                      <a:pt x="25" y="305"/>
                      <a:pt x="25" y="297"/>
                    </a:cubicBezTo>
                    <a:cubicBezTo>
                      <a:pt x="25" y="296"/>
                      <a:pt x="25" y="294"/>
                      <a:pt x="25" y="292"/>
                    </a:cubicBezTo>
                    <a:cubicBezTo>
                      <a:pt x="25" y="292"/>
                      <a:pt x="25" y="292"/>
                      <a:pt x="25" y="292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8" y="286"/>
                      <a:pt x="30" y="279"/>
                      <a:pt x="30" y="269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7"/>
                      <a:pt x="30" y="267"/>
                      <a:pt x="30" y="267"/>
                    </a:cubicBezTo>
                    <a:cubicBezTo>
                      <a:pt x="31" y="267"/>
                      <a:pt x="31" y="267"/>
                      <a:pt x="31" y="267"/>
                    </a:cubicBezTo>
                    <a:cubicBezTo>
                      <a:pt x="32" y="265"/>
                      <a:pt x="33" y="262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4"/>
                      <a:pt x="37" y="249"/>
                      <a:pt x="37" y="243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7" y="242"/>
                      <a:pt x="37" y="242"/>
                      <a:pt x="37" y="242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41" y="237"/>
                      <a:pt x="44" y="231"/>
                      <a:pt x="45" y="220"/>
                    </a:cubicBezTo>
                    <a:cubicBezTo>
                      <a:pt x="45" y="220"/>
                      <a:pt x="45" y="220"/>
                      <a:pt x="45" y="220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50" y="214"/>
                      <a:pt x="53" y="208"/>
                      <a:pt x="55" y="198"/>
                    </a:cubicBezTo>
                    <a:cubicBezTo>
                      <a:pt x="55" y="197"/>
                      <a:pt x="55" y="197"/>
                      <a:pt x="55" y="197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7" y="194"/>
                      <a:pt x="59" y="192"/>
                      <a:pt x="61" y="189"/>
                    </a:cubicBezTo>
                    <a:cubicBezTo>
                      <a:pt x="61" y="189"/>
                      <a:pt x="61" y="189"/>
                      <a:pt x="61" y="189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4"/>
                      <a:pt x="65" y="180"/>
                      <a:pt x="66" y="175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72" y="169"/>
                      <a:pt x="75" y="163"/>
                      <a:pt x="79" y="153"/>
                    </a:cubicBezTo>
                    <a:cubicBezTo>
                      <a:pt x="79" y="153"/>
                      <a:pt x="79" y="153"/>
                      <a:pt x="79" y="153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4" y="148"/>
                      <a:pt x="89" y="143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2"/>
                      <a:pt x="93" y="132"/>
                      <a:pt x="93" y="132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6" y="130"/>
                      <a:pt x="98" y="129"/>
                      <a:pt x="100" y="126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4" y="122"/>
                      <a:pt x="106" y="118"/>
                      <a:pt x="109" y="113"/>
                    </a:cubicBez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5" y="109"/>
                      <a:pt x="120" y="104"/>
                      <a:pt x="125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32" y="92"/>
                      <a:pt x="137" y="87"/>
                      <a:pt x="144" y="79"/>
                    </a:cubicBezTo>
                    <a:cubicBezTo>
                      <a:pt x="144" y="79"/>
                      <a:pt x="144" y="79"/>
                      <a:pt x="144" y="79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7"/>
                      <a:pt x="150" y="76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7" y="71"/>
                      <a:pt x="160" y="68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71" y="61"/>
                      <a:pt x="177" y="58"/>
                      <a:pt x="184" y="50"/>
                    </a:cubicBezTo>
                    <a:cubicBezTo>
                      <a:pt x="185" y="50"/>
                      <a:pt x="185" y="50"/>
                      <a:pt x="185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92" y="49"/>
                      <a:pt x="198" y="46"/>
                      <a:pt x="206" y="39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39"/>
                      <a:pt x="207" y="39"/>
                      <a:pt x="207" y="39"/>
                    </a:cubicBezTo>
                    <a:cubicBezTo>
                      <a:pt x="208" y="39"/>
                      <a:pt x="208" y="39"/>
                      <a:pt x="208" y="39"/>
                    </a:cubicBezTo>
                    <a:cubicBezTo>
                      <a:pt x="210" y="38"/>
                      <a:pt x="213" y="38"/>
                      <a:pt x="216" y="37"/>
                    </a:cubicBezTo>
                    <a:cubicBezTo>
                      <a:pt x="216" y="37"/>
                      <a:pt x="216" y="37"/>
                      <a:pt x="216" y="37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21" y="35"/>
                      <a:pt x="225" y="33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2" y="29"/>
                      <a:pt x="232" y="29"/>
                      <a:pt x="232" y="29"/>
                    </a:cubicBezTo>
                    <a:cubicBezTo>
                      <a:pt x="238" y="29"/>
                      <a:pt x="244" y="28"/>
                      <a:pt x="253" y="23"/>
                    </a:cubicBezTo>
                    <a:cubicBezTo>
                      <a:pt x="253" y="23"/>
                      <a:pt x="253" y="23"/>
                      <a:pt x="253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6" y="23"/>
                      <a:pt x="257" y="23"/>
                      <a:pt x="259" y="23"/>
                    </a:cubicBezTo>
                    <a:cubicBezTo>
                      <a:pt x="264" y="23"/>
                      <a:pt x="269" y="22"/>
                      <a:pt x="277" y="19"/>
                    </a:cubicBezTo>
                    <a:cubicBezTo>
                      <a:pt x="277" y="19"/>
                      <a:pt x="277" y="19"/>
                      <a:pt x="277" y="19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81" y="19"/>
                      <a:pt x="283" y="20"/>
                      <a:pt x="286" y="20"/>
                    </a:cubicBezTo>
                    <a:cubicBezTo>
                      <a:pt x="286" y="20"/>
                      <a:pt x="287" y="20"/>
                      <a:pt x="287" y="20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92" y="19"/>
                      <a:pt x="297" y="19"/>
                      <a:pt x="302" y="17"/>
                    </a:cubicBezTo>
                    <a:cubicBezTo>
                      <a:pt x="302" y="17"/>
                      <a:pt x="302" y="17"/>
                      <a:pt x="302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7" y="18"/>
                      <a:pt x="311" y="19"/>
                      <a:pt x="315" y="19"/>
                    </a:cubicBezTo>
                    <a:cubicBezTo>
                      <a:pt x="319" y="19"/>
                      <a:pt x="322" y="19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32" y="20"/>
                      <a:pt x="337" y="21"/>
                      <a:pt x="345" y="21"/>
                    </a:cubicBezTo>
                    <a:cubicBezTo>
                      <a:pt x="346" y="21"/>
                      <a:pt x="348" y="21"/>
                      <a:pt x="351" y="21"/>
                    </a:cubicBezTo>
                    <a:cubicBezTo>
                      <a:pt x="351" y="21"/>
                      <a:pt x="351" y="21"/>
                      <a:pt x="351" y="21"/>
                    </a:cubicBezTo>
                    <a:cubicBezTo>
                      <a:pt x="352" y="21"/>
                      <a:pt x="352" y="21"/>
                      <a:pt x="352" y="21"/>
                    </a:cubicBezTo>
                    <a:cubicBezTo>
                      <a:pt x="352" y="22"/>
                      <a:pt x="352" y="22"/>
                      <a:pt x="352" y="22"/>
                    </a:cubicBezTo>
                    <a:cubicBezTo>
                      <a:pt x="354" y="23"/>
                      <a:pt x="357" y="24"/>
                      <a:pt x="360" y="25"/>
                    </a:cubicBezTo>
                    <a:cubicBezTo>
                      <a:pt x="360" y="25"/>
                      <a:pt x="360" y="25"/>
                      <a:pt x="360" y="25"/>
                    </a:cubicBezTo>
                    <a:cubicBezTo>
                      <a:pt x="361" y="25"/>
                      <a:pt x="361" y="25"/>
                      <a:pt x="361" y="25"/>
                    </a:cubicBezTo>
                    <a:cubicBezTo>
                      <a:pt x="365" y="26"/>
                      <a:pt x="370" y="27"/>
                      <a:pt x="375" y="27"/>
                    </a:cubicBezTo>
                    <a:cubicBezTo>
                      <a:pt x="375" y="27"/>
                      <a:pt x="375" y="27"/>
                      <a:pt x="375" y="27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81" y="31"/>
                      <a:pt x="388" y="34"/>
                      <a:pt x="398" y="35"/>
                    </a:cubicBezTo>
                    <a:cubicBezTo>
                      <a:pt x="398" y="35"/>
                      <a:pt x="398" y="35"/>
                      <a:pt x="398" y="35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4" y="40"/>
                      <a:pt x="410" y="43"/>
                      <a:pt x="420" y="45"/>
                    </a:cubicBezTo>
                    <a:cubicBezTo>
                      <a:pt x="420" y="45"/>
                      <a:pt x="420" y="45"/>
                      <a:pt x="420" y="45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3" y="48"/>
                      <a:pt x="425" y="50"/>
                      <a:pt x="428" y="52"/>
                    </a:cubicBezTo>
                    <a:cubicBezTo>
                      <a:pt x="428" y="52"/>
                      <a:pt x="428" y="52"/>
                      <a:pt x="428" y="52"/>
                    </a:cubicBezTo>
                    <a:cubicBezTo>
                      <a:pt x="429" y="52"/>
                      <a:pt x="429" y="52"/>
                      <a:pt x="429" y="52"/>
                    </a:cubicBezTo>
                    <a:cubicBezTo>
                      <a:pt x="433" y="55"/>
                      <a:pt x="437" y="57"/>
                      <a:pt x="442" y="58"/>
                    </a:cubicBezTo>
                    <a:cubicBezTo>
                      <a:pt x="442" y="58"/>
                      <a:pt x="442" y="58"/>
                      <a:pt x="442" y="58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9"/>
                    </a:cubicBezTo>
                    <a:cubicBezTo>
                      <a:pt x="447" y="64"/>
                      <a:pt x="452" y="68"/>
                      <a:pt x="462" y="72"/>
                    </a:cubicBezTo>
                    <a:cubicBezTo>
                      <a:pt x="462" y="73"/>
                      <a:pt x="462" y="73"/>
                      <a:pt x="462" y="73"/>
                    </a:cubicBezTo>
                    <a:cubicBezTo>
                      <a:pt x="463" y="73"/>
                      <a:pt x="463" y="73"/>
                      <a:pt x="463" y="73"/>
                    </a:cubicBezTo>
                    <a:cubicBezTo>
                      <a:pt x="463" y="74"/>
                      <a:pt x="463" y="74"/>
                      <a:pt x="463" y="74"/>
                    </a:cubicBezTo>
                    <a:cubicBezTo>
                      <a:pt x="466" y="78"/>
                      <a:pt x="471" y="83"/>
                      <a:pt x="481" y="88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3" y="92"/>
                      <a:pt x="485" y="94"/>
                      <a:pt x="487" y="96"/>
                    </a:cubicBezTo>
                    <a:cubicBezTo>
                      <a:pt x="488" y="98"/>
                      <a:pt x="488" y="98"/>
                      <a:pt x="488" y="98"/>
                    </a:cubicBezTo>
                    <a:cubicBezTo>
                      <a:pt x="491" y="101"/>
                      <a:pt x="494" y="103"/>
                      <a:pt x="499" y="106"/>
                    </a:cubicBezTo>
                    <a:cubicBezTo>
                      <a:pt x="499" y="106"/>
                      <a:pt x="499" y="106"/>
                      <a:pt x="499" y="106"/>
                    </a:cubicBezTo>
                    <a:cubicBezTo>
                      <a:pt x="500" y="107"/>
                      <a:pt x="500" y="107"/>
                      <a:pt x="500" y="107"/>
                    </a:cubicBezTo>
                    <a:cubicBezTo>
                      <a:pt x="500" y="108"/>
                      <a:pt x="500" y="108"/>
                      <a:pt x="500" y="108"/>
                    </a:cubicBezTo>
                    <a:cubicBezTo>
                      <a:pt x="502" y="113"/>
                      <a:pt x="506" y="118"/>
                      <a:pt x="515" y="125"/>
                    </a:cubicBezTo>
                    <a:cubicBezTo>
                      <a:pt x="515" y="125"/>
                      <a:pt x="515" y="125"/>
                      <a:pt x="515" y="125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8" y="132"/>
                      <a:pt x="521" y="138"/>
                      <a:pt x="529" y="145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1" y="149"/>
                      <a:pt x="532" y="152"/>
                      <a:pt x="534" y="155"/>
                    </a:cubicBezTo>
                    <a:cubicBezTo>
                      <a:pt x="534" y="155"/>
                      <a:pt x="534" y="155"/>
                      <a:pt x="534" y="155"/>
                    </a:cubicBezTo>
                    <a:cubicBezTo>
                      <a:pt x="536" y="159"/>
                      <a:pt x="539" y="163"/>
                      <a:pt x="543" y="167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5" y="174"/>
                      <a:pt x="548" y="180"/>
                      <a:pt x="555" y="188"/>
                    </a:cubicBezTo>
                    <a:cubicBezTo>
                      <a:pt x="555" y="188"/>
                      <a:pt x="555" y="188"/>
                      <a:pt x="555" y="188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6"/>
                      <a:pt x="558" y="202"/>
                      <a:pt x="565" y="211"/>
                    </a:cubicBezTo>
                    <a:cubicBezTo>
                      <a:pt x="565" y="211"/>
                      <a:pt x="565" y="211"/>
                      <a:pt x="565" y="211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5"/>
                      <a:pt x="566" y="218"/>
                      <a:pt x="567" y="222"/>
                    </a:cubicBezTo>
                    <a:cubicBezTo>
                      <a:pt x="567" y="222"/>
                      <a:pt x="567" y="222"/>
                      <a:pt x="567" y="222"/>
                    </a:cubicBezTo>
                    <a:cubicBezTo>
                      <a:pt x="568" y="226"/>
                      <a:pt x="571" y="230"/>
                      <a:pt x="574" y="235"/>
                    </a:cubicBezTo>
                    <a:cubicBezTo>
                      <a:pt x="574" y="235"/>
                      <a:pt x="574" y="235"/>
                      <a:pt x="574" y="235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7"/>
                      <a:pt x="574" y="237"/>
                      <a:pt x="574" y="237"/>
                    </a:cubicBezTo>
                    <a:cubicBezTo>
                      <a:pt x="574" y="243"/>
                      <a:pt x="576" y="250"/>
                      <a:pt x="581" y="258"/>
                    </a:cubicBezTo>
                    <a:cubicBezTo>
                      <a:pt x="581" y="259"/>
                      <a:pt x="581" y="259"/>
                      <a:pt x="581" y="259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1"/>
                      <a:pt x="581" y="262"/>
                      <a:pt x="581" y="262"/>
                    </a:cubicBezTo>
                    <a:cubicBezTo>
                      <a:pt x="581" y="268"/>
                      <a:pt x="583" y="274"/>
                      <a:pt x="587" y="282"/>
                    </a:cubicBezTo>
                    <a:cubicBezTo>
                      <a:pt x="587" y="283"/>
                      <a:pt x="587" y="283"/>
                      <a:pt x="587" y="283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5"/>
                      <a:pt x="587" y="287"/>
                      <a:pt x="587" y="288"/>
                    </a:cubicBezTo>
                    <a:cubicBezTo>
                      <a:pt x="587" y="290"/>
                      <a:pt x="587" y="292"/>
                      <a:pt x="587" y="294"/>
                    </a:cubicBezTo>
                    <a:cubicBezTo>
                      <a:pt x="588" y="298"/>
                      <a:pt x="589" y="303"/>
                      <a:pt x="591" y="308"/>
                    </a:cubicBezTo>
                    <a:cubicBezTo>
                      <a:pt x="591" y="308"/>
                      <a:pt x="591" y="308"/>
                      <a:pt x="591" y="308"/>
                    </a:cubicBezTo>
                    <a:cubicBezTo>
                      <a:pt x="591" y="309"/>
                      <a:pt x="591" y="309"/>
                      <a:pt x="591" y="309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1" y="311"/>
                      <a:pt x="591" y="314"/>
                      <a:pt x="591" y="316"/>
                    </a:cubicBezTo>
                    <a:cubicBezTo>
                      <a:pt x="591" y="320"/>
                      <a:pt x="592" y="326"/>
                      <a:pt x="594" y="332"/>
                    </a:cubicBezTo>
                    <a:cubicBezTo>
                      <a:pt x="594" y="332"/>
                      <a:pt x="594" y="332"/>
                      <a:pt x="594" y="332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3" y="336"/>
                      <a:pt x="593" y="339"/>
                      <a:pt x="593" y="342"/>
                    </a:cubicBezTo>
                    <a:cubicBezTo>
                      <a:pt x="593" y="346"/>
                      <a:pt x="594" y="351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4" y="361"/>
                      <a:pt x="594" y="364"/>
                      <a:pt x="594" y="367"/>
                    </a:cubicBezTo>
                    <a:cubicBezTo>
                      <a:pt x="594" y="367"/>
                      <a:pt x="594" y="367"/>
                      <a:pt x="594" y="367"/>
                    </a:cubicBezTo>
                    <a:cubicBezTo>
                      <a:pt x="594" y="369"/>
                      <a:pt x="594" y="369"/>
                      <a:pt x="594" y="369"/>
                    </a:cubicBezTo>
                    <a:cubicBezTo>
                      <a:pt x="594" y="369"/>
                      <a:pt x="594" y="370"/>
                      <a:pt x="594" y="371"/>
                    </a:cubicBezTo>
                    <a:cubicBezTo>
                      <a:pt x="594" y="374"/>
                      <a:pt x="594" y="378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4"/>
                      <a:pt x="595" y="384"/>
                      <a:pt x="595" y="384"/>
                    </a:cubicBezTo>
                    <a:cubicBezTo>
                      <a:pt x="595" y="385"/>
                      <a:pt x="595" y="385"/>
                      <a:pt x="595" y="385"/>
                    </a:cubicBezTo>
                    <a:cubicBezTo>
                      <a:pt x="594" y="388"/>
                      <a:pt x="593" y="392"/>
                      <a:pt x="593" y="398"/>
                    </a:cubicBezTo>
                    <a:cubicBezTo>
                      <a:pt x="593" y="400"/>
                      <a:pt x="593" y="404"/>
                      <a:pt x="594" y="407"/>
                    </a:cubicBezTo>
                    <a:cubicBezTo>
                      <a:pt x="594" y="408"/>
                      <a:pt x="594" y="408"/>
                      <a:pt x="594" y="408"/>
                    </a:cubicBezTo>
                    <a:cubicBezTo>
                      <a:pt x="594" y="409"/>
                      <a:pt x="594" y="409"/>
                      <a:pt x="594" y="409"/>
                    </a:cubicBezTo>
                    <a:cubicBezTo>
                      <a:pt x="593" y="409"/>
                      <a:pt x="593" y="409"/>
                      <a:pt x="593" y="409"/>
                    </a:cubicBezTo>
                    <a:cubicBezTo>
                      <a:pt x="591" y="413"/>
                      <a:pt x="590" y="418"/>
                      <a:pt x="590" y="425"/>
                    </a:cubicBezTo>
                    <a:cubicBezTo>
                      <a:pt x="590" y="427"/>
                      <a:pt x="590" y="430"/>
                      <a:pt x="591" y="432"/>
                    </a:cubicBezTo>
                    <a:cubicBezTo>
                      <a:pt x="591" y="432"/>
                      <a:pt x="591" y="432"/>
                      <a:pt x="591" y="432"/>
                    </a:cubicBezTo>
                    <a:cubicBezTo>
                      <a:pt x="591" y="433"/>
                      <a:pt x="591" y="433"/>
                      <a:pt x="591" y="433"/>
                    </a:cubicBezTo>
                    <a:cubicBezTo>
                      <a:pt x="590" y="434"/>
                      <a:pt x="590" y="434"/>
                      <a:pt x="590" y="434"/>
                    </a:cubicBezTo>
                    <a:cubicBezTo>
                      <a:pt x="589" y="436"/>
                      <a:pt x="588" y="439"/>
                      <a:pt x="587" y="442"/>
                    </a:cubicBezTo>
                    <a:cubicBezTo>
                      <a:pt x="587" y="442"/>
                      <a:pt x="587" y="442"/>
                      <a:pt x="587" y="442"/>
                    </a:cubicBezTo>
                    <a:cubicBezTo>
                      <a:pt x="587" y="443"/>
                      <a:pt x="587" y="443"/>
                      <a:pt x="587" y="443"/>
                    </a:cubicBezTo>
                    <a:cubicBezTo>
                      <a:pt x="586" y="446"/>
                      <a:pt x="586" y="450"/>
                      <a:pt x="586" y="454"/>
                    </a:cubicBezTo>
                    <a:cubicBezTo>
                      <a:pt x="586" y="455"/>
                      <a:pt x="586" y="456"/>
                      <a:pt x="586" y="457"/>
                    </a:cubicBezTo>
                    <a:cubicBezTo>
                      <a:pt x="586" y="458"/>
                      <a:pt x="586" y="458"/>
                      <a:pt x="586" y="458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2" y="464"/>
                      <a:pt x="581" y="471"/>
                      <a:pt x="580" y="481"/>
                    </a:cubicBezTo>
                    <a:cubicBezTo>
                      <a:pt x="580" y="482"/>
                      <a:pt x="580" y="482"/>
                      <a:pt x="580" y="482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76" y="488"/>
                      <a:pt x="574" y="494"/>
                      <a:pt x="573" y="505"/>
                    </a:cubicBezTo>
                    <a:cubicBezTo>
                      <a:pt x="573" y="505"/>
                      <a:pt x="573" y="505"/>
                      <a:pt x="573" y="505"/>
                    </a:cubicBezTo>
                    <a:cubicBezTo>
                      <a:pt x="573" y="506"/>
                      <a:pt x="573" y="506"/>
                      <a:pt x="573" y="506"/>
                    </a:cubicBezTo>
                    <a:cubicBezTo>
                      <a:pt x="572" y="507"/>
                      <a:pt x="572" y="507"/>
                      <a:pt x="572" y="507"/>
                    </a:cubicBezTo>
                    <a:cubicBezTo>
                      <a:pt x="571" y="509"/>
                      <a:pt x="569" y="511"/>
                      <a:pt x="568" y="514"/>
                    </a:cubicBezTo>
                    <a:cubicBezTo>
                      <a:pt x="567" y="515"/>
                      <a:pt x="567" y="515"/>
                      <a:pt x="567" y="515"/>
                    </a:cubicBezTo>
                    <a:cubicBezTo>
                      <a:pt x="566" y="519"/>
                      <a:pt x="565" y="523"/>
                      <a:pt x="564" y="529"/>
                    </a:cubicBezTo>
                    <a:cubicBezTo>
                      <a:pt x="564" y="529"/>
                      <a:pt x="564" y="529"/>
                      <a:pt x="564" y="529"/>
                    </a:cubicBezTo>
                    <a:cubicBezTo>
                      <a:pt x="563" y="530"/>
                      <a:pt x="563" y="530"/>
                      <a:pt x="563" y="530"/>
                    </a:cubicBezTo>
                    <a:cubicBezTo>
                      <a:pt x="563" y="531"/>
                      <a:pt x="563" y="531"/>
                      <a:pt x="563" y="531"/>
                    </a:cubicBezTo>
                    <a:cubicBezTo>
                      <a:pt x="559" y="535"/>
                      <a:pt x="556" y="541"/>
                      <a:pt x="553" y="551"/>
                    </a:cubicBezTo>
                    <a:cubicBezTo>
                      <a:pt x="553" y="552"/>
                      <a:pt x="553" y="552"/>
                      <a:pt x="553" y="552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48" y="557"/>
                      <a:pt x="545" y="563"/>
                      <a:pt x="542" y="573"/>
                    </a:cubicBezTo>
                    <a:lnTo>
                      <a:pt x="541" y="5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6" name="Freeform 32">
                <a:extLst>
                  <a:ext uri="{FF2B5EF4-FFF2-40B4-BE49-F238E27FC236}">
                    <a16:creationId xmlns:a16="http://schemas.microsoft.com/office/drawing/2014/main" id="{ACAA6D5F-8799-4ECC-B53D-04805F3D155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56" y="7911"/>
                <a:ext cx="62" cy="36"/>
              </a:xfrm>
              <a:custGeom>
                <a:avLst/>
                <a:gdLst>
                  <a:gd name="T0" fmla="*/ 83 w 83"/>
                  <a:gd name="T1" fmla="*/ 10 h 48"/>
                  <a:gd name="T2" fmla="*/ 67 w 83"/>
                  <a:gd name="T3" fmla="*/ 11 h 48"/>
                  <a:gd name="T4" fmla="*/ 61 w 83"/>
                  <a:gd name="T5" fmla="*/ 19 h 48"/>
                  <a:gd name="T6" fmla="*/ 54 w 83"/>
                  <a:gd name="T7" fmla="*/ 21 h 48"/>
                  <a:gd name="T8" fmla="*/ 48 w 83"/>
                  <a:gd name="T9" fmla="*/ 7 h 48"/>
                  <a:gd name="T10" fmla="*/ 42 w 83"/>
                  <a:gd name="T11" fmla="*/ 0 h 48"/>
                  <a:gd name="T12" fmla="*/ 41 w 83"/>
                  <a:gd name="T13" fmla="*/ 0 h 48"/>
                  <a:gd name="T14" fmla="*/ 36 w 83"/>
                  <a:gd name="T15" fmla="*/ 7 h 48"/>
                  <a:gd name="T16" fmla="*/ 34 w 83"/>
                  <a:gd name="T17" fmla="*/ 19 h 48"/>
                  <a:gd name="T18" fmla="*/ 23 w 83"/>
                  <a:gd name="T19" fmla="*/ 20 h 48"/>
                  <a:gd name="T20" fmla="*/ 25 w 83"/>
                  <a:gd name="T21" fmla="*/ 13 h 48"/>
                  <a:gd name="T22" fmla="*/ 7 w 83"/>
                  <a:gd name="T23" fmla="*/ 6 h 48"/>
                  <a:gd name="T24" fmla="*/ 10 w 83"/>
                  <a:gd name="T25" fmla="*/ 19 h 48"/>
                  <a:gd name="T26" fmla="*/ 38 w 83"/>
                  <a:gd name="T27" fmla="*/ 48 h 48"/>
                  <a:gd name="T28" fmla="*/ 41 w 83"/>
                  <a:gd name="T29" fmla="*/ 48 h 48"/>
                  <a:gd name="T30" fmla="*/ 64 w 83"/>
                  <a:gd name="T31" fmla="*/ 42 h 48"/>
                  <a:gd name="T32" fmla="*/ 46 w 83"/>
                  <a:gd name="T33" fmla="*/ 10 h 48"/>
                  <a:gd name="T34" fmla="*/ 47 w 83"/>
                  <a:gd name="T35" fmla="*/ 17 h 48"/>
                  <a:gd name="T36" fmla="*/ 46 w 83"/>
                  <a:gd name="T37" fmla="*/ 10 h 48"/>
                  <a:gd name="T38" fmla="*/ 37 w 83"/>
                  <a:gd name="T39" fmla="*/ 9 h 48"/>
                  <a:gd name="T40" fmla="*/ 35 w 83"/>
                  <a:gd name="T41" fmla="*/ 17 h 48"/>
                  <a:gd name="T42" fmla="*/ 14 w 83"/>
                  <a:gd name="T43" fmla="*/ 16 h 48"/>
                  <a:gd name="T44" fmla="*/ 10 w 83"/>
                  <a:gd name="T45" fmla="*/ 10 h 48"/>
                  <a:gd name="T46" fmla="*/ 21 w 83"/>
                  <a:gd name="T47" fmla="*/ 14 h 48"/>
                  <a:gd name="T48" fmla="*/ 19 w 83"/>
                  <a:gd name="T49" fmla="*/ 19 h 48"/>
                  <a:gd name="T50" fmla="*/ 20 w 83"/>
                  <a:gd name="T51" fmla="*/ 33 h 48"/>
                  <a:gd name="T52" fmla="*/ 26 w 83"/>
                  <a:gd name="T53" fmla="*/ 30 h 48"/>
                  <a:gd name="T54" fmla="*/ 17 w 83"/>
                  <a:gd name="T55" fmla="*/ 27 h 48"/>
                  <a:gd name="T56" fmla="*/ 34 w 83"/>
                  <a:gd name="T57" fmla="*/ 27 h 48"/>
                  <a:gd name="T58" fmla="*/ 39 w 83"/>
                  <a:gd name="T59" fmla="*/ 31 h 48"/>
                  <a:gd name="T60" fmla="*/ 19 w 83"/>
                  <a:gd name="T61" fmla="*/ 34 h 48"/>
                  <a:gd name="T62" fmla="*/ 23 w 83"/>
                  <a:gd name="T63" fmla="*/ 43 h 48"/>
                  <a:gd name="T64" fmla="*/ 25 w 83"/>
                  <a:gd name="T65" fmla="*/ 39 h 48"/>
                  <a:gd name="T66" fmla="*/ 26 w 83"/>
                  <a:gd name="T67" fmla="*/ 42 h 48"/>
                  <a:gd name="T68" fmla="*/ 28 w 83"/>
                  <a:gd name="T69" fmla="*/ 38 h 48"/>
                  <a:gd name="T70" fmla="*/ 35 w 83"/>
                  <a:gd name="T71" fmla="*/ 45 h 48"/>
                  <a:gd name="T72" fmla="*/ 35 w 83"/>
                  <a:gd name="T73" fmla="*/ 38 h 48"/>
                  <a:gd name="T74" fmla="*/ 37 w 83"/>
                  <a:gd name="T75" fmla="*/ 45 h 48"/>
                  <a:gd name="T76" fmla="*/ 39 w 83"/>
                  <a:gd name="T77" fmla="*/ 45 h 48"/>
                  <a:gd name="T78" fmla="*/ 38 w 83"/>
                  <a:gd name="T79" fmla="*/ 6 h 48"/>
                  <a:gd name="T80" fmla="*/ 44 w 83"/>
                  <a:gd name="T81" fmla="*/ 8 h 48"/>
                  <a:gd name="T82" fmla="*/ 41 w 83"/>
                  <a:gd name="T83" fmla="*/ 9 h 48"/>
                  <a:gd name="T84" fmla="*/ 42 w 83"/>
                  <a:gd name="T85" fmla="*/ 38 h 48"/>
                  <a:gd name="T86" fmla="*/ 49 w 83"/>
                  <a:gd name="T87" fmla="*/ 45 h 48"/>
                  <a:gd name="T88" fmla="*/ 49 w 83"/>
                  <a:gd name="T89" fmla="*/ 38 h 48"/>
                  <a:gd name="T90" fmla="*/ 52 w 83"/>
                  <a:gd name="T91" fmla="*/ 45 h 48"/>
                  <a:gd name="T92" fmla="*/ 54 w 83"/>
                  <a:gd name="T93" fmla="*/ 44 h 48"/>
                  <a:gd name="T94" fmla="*/ 57 w 83"/>
                  <a:gd name="T95" fmla="*/ 43 h 48"/>
                  <a:gd name="T96" fmla="*/ 57 w 83"/>
                  <a:gd name="T97" fmla="*/ 40 h 48"/>
                  <a:gd name="T98" fmla="*/ 59 w 83"/>
                  <a:gd name="T99" fmla="*/ 43 h 48"/>
                  <a:gd name="T100" fmla="*/ 56 w 83"/>
                  <a:gd name="T101" fmla="*/ 30 h 48"/>
                  <a:gd name="T102" fmla="*/ 62 w 83"/>
                  <a:gd name="T103" fmla="*/ 34 h 48"/>
                  <a:gd name="T104" fmla="*/ 44 w 83"/>
                  <a:gd name="T105" fmla="*/ 35 h 48"/>
                  <a:gd name="T106" fmla="*/ 50 w 83"/>
                  <a:gd name="T107" fmla="*/ 29 h 48"/>
                  <a:gd name="T108" fmla="*/ 44 w 83"/>
                  <a:gd name="T109" fmla="*/ 24 h 48"/>
                  <a:gd name="T110" fmla="*/ 64 w 83"/>
                  <a:gd name="T111" fmla="*/ 19 h 48"/>
                  <a:gd name="T112" fmla="*/ 62 w 83"/>
                  <a:gd name="T113" fmla="*/ 14 h 48"/>
                  <a:gd name="T114" fmla="*/ 73 w 83"/>
                  <a:gd name="T115" fmla="*/ 11 h 48"/>
                  <a:gd name="T116" fmla="*/ 69 w 83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8">
                    <a:moveTo>
                      <a:pt x="73" y="20"/>
                    </a:moveTo>
                    <a:cubicBezTo>
                      <a:pt x="77" y="16"/>
                      <a:pt x="81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3" y="8"/>
                      <a:pt x="78" y="7"/>
                      <a:pt x="76" y="7"/>
                    </a:cubicBezTo>
                    <a:cubicBezTo>
                      <a:pt x="74" y="7"/>
                      <a:pt x="72" y="7"/>
                      <a:pt x="71" y="8"/>
                    </a:cubicBezTo>
                    <a:cubicBezTo>
                      <a:pt x="70" y="9"/>
                      <a:pt x="67" y="11"/>
                      <a:pt x="67" y="11"/>
                    </a:cubicBezTo>
                    <a:cubicBezTo>
                      <a:pt x="64" y="11"/>
                      <a:pt x="59" y="9"/>
                      <a:pt x="58" y="14"/>
                    </a:cubicBezTo>
                    <a:cubicBezTo>
                      <a:pt x="58" y="15"/>
                      <a:pt x="59" y="17"/>
                      <a:pt x="60" y="18"/>
                    </a:cubicBezTo>
                    <a:cubicBezTo>
                      <a:pt x="60" y="18"/>
                      <a:pt x="61" y="19"/>
                      <a:pt x="61" y="19"/>
                    </a:cubicBezTo>
                    <a:cubicBezTo>
                      <a:pt x="61" y="19"/>
                      <a:pt x="61" y="20"/>
                      <a:pt x="60" y="20"/>
                    </a:cubicBezTo>
                    <a:cubicBezTo>
                      <a:pt x="58" y="22"/>
                      <a:pt x="56" y="22"/>
                      <a:pt x="56" y="22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0" y="21"/>
                      <a:pt x="51" y="22"/>
                      <a:pt x="49" y="19"/>
                    </a:cubicBezTo>
                    <a:cubicBezTo>
                      <a:pt x="52" y="19"/>
                      <a:pt x="54" y="16"/>
                      <a:pt x="54" y="13"/>
                    </a:cubicBezTo>
                    <a:cubicBezTo>
                      <a:pt x="54" y="10"/>
                      <a:pt x="51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6"/>
                      <a:pt x="48" y="6"/>
                    </a:cubicBezTo>
                    <a:cubicBezTo>
                      <a:pt x="48" y="3"/>
                      <a:pt x="45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6" y="2"/>
                      <a:pt x="36" y="6"/>
                    </a:cubicBezTo>
                    <a:cubicBezTo>
                      <a:pt x="36" y="6"/>
                      <a:pt x="36" y="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2" y="6"/>
                      <a:pt x="29" y="9"/>
                      <a:pt x="29" y="13"/>
                    </a:cubicBezTo>
                    <a:cubicBezTo>
                      <a:pt x="29" y="16"/>
                      <a:pt x="31" y="18"/>
                      <a:pt x="34" y="19"/>
                    </a:cubicBezTo>
                    <a:cubicBezTo>
                      <a:pt x="32" y="21"/>
                      <a:pt x="32" y="20"/>
                      <a:pt x="28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5" y="21"/>
                      <a:pt x="23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2" y="17"/>
                      <a:pt x="23" y="17"/>
                    </a:cubicBezTo>
                    <a:cubicBezTo>
                      <a:pt x="24" y="16"/>
                      <a:pt x="25" y="14"/>
                      <a:pt x="25" y="13"/>
                    </a:cubicBezTo>
                    <a:cubicBezTo>
                      <a:pt x="25" y="9"/>
                      <a:pt x="19" y="10"/>
                      <a:pt x="17" y="10"/>
                    </a:cubicBezTo>
                    <a:cubicBezTo>
                      <a:pt x="17" y="10"/>
                      <a:pt x="13" y="7"/>
                      <a:pt x="12" y="7"/>
                    </a:cubicBezTo>
                    <a:cubicBezTo>
                      <a:pt x="11" y="6"/>
                      <a:pt x="9" y="6"/>
                      <a:pt x="7" y="6"/>
                    </a:cubicBezTo>
                    <a:cubicBezTo>
                      <a:pt x="5" y="5"/>
                      <a:pt x="1" y="6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6" y="15"/>
                      <a:pt x="10" y="19"/>
                    </a:cubicBezTo>
                    <a:cubicBezTo>
                      <a:pt x="12" y="22"/>
                      <a:pt x="15" y="29"/>
                      <a:pt x="16" y="32"/>
                    </a:cubicBezTo>
                    <a:cubicBezTo>
                      <a:pt x="16" y="32"/>
                      <a:pt x="18" y="41"/>
                      <a:pt x="18" y="41"/>
                    </a:cubicBezTo>
                    <a:cubicBezTo>
                      <a:pt x="19" y="46"/>
                      <a:pt x="30" y="47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51" y="48"/>
                      <a:pt x="63" y="47"/>
                      <a:pt x="64" y="42"/>
                    </a:cubicBezTo>
                    <a:cubicBezTo>
                      <a:pt x="64" y="42"/>
                      <a:pt x="66" y="33"/>
                      <a:pt x="66" y="33"/>
                    </a:cubicBezTo>
                    <a:cubicBezTo>
                      <a:pt x="67" y="30"/>
                      <a:pt x="70" y="24"/>
                      <a:pt x="73" y="20"/>
                    </a:cubicBezTo>
                    <a:moveTo>
                      <a:pt x="46" y="10"/>
                    </a:moveTo>
                    <a:cubicBezTo>
                      <a:pt x="47" y="9"/>
                      <a:pt x="47" y="9"/>
                      <a:pt x="48" y="9"/>
                    </a:cubicBezTo>
                    <a:cubicBezTo>
                      <a:pt x="50" y="9"/>
                      <a:pt x="51" y="11"/>
                      <a:pt x="51" y="13"/>
                    </a:cubicBezTo>
                    <a:cubicBezTo>
                      <a:pt x="51" y="15"/>
                      <a:pt x="50" y="17"/>
                      <a:pt x="47" y="17"/>
                    </a:cubicBezTo>
                    <a:cubicBezTo>
                      <a:pt x="45" y="17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cubicBezTo>
                      <a:pt x="45" y="11"/>
                      <a:pt x="46" y="10"/>
                      <a:pt x="46" y="10"/>
                    </a:cubicBezTo>
                    <a:moveTo>
                      <a:pt x="32" y="13"/>
                    </a:moveTo>
                    <a:cubicBezTo>
                      <a:pt x="32" y="11"/>
                      <a:pt x="33" y="9"/>
                      <a:pt x="35" y="9"/>
                    </a:cubicBezTo>
                    <a:cubicBezTo>
                      <a:pt x="36" y="9"/>
                      <a:pt x="36" y="9"/>
                      <a:pt x="37" y="9"/>
                    </a:cubicBezTo>
                    <a:cubicBezTo>
                      <a:pt x="37" y="10"/>
                      <a:pt x="38" y="11"/>
                      <a:pt x="39" y="11"/>
                    </a:cubicBezTo>
                    <a:cubicBezTo>
                      <a:pt x="39" y="12"/>
                      <a:pt x="39" y="12"/>
                      <a:pt x="39" y="13"/>
                    </a:cubicBezTo>
                    <a:cubicBezTo>
                      <a:pt x="39" y="15"/>
                      <a:pt x="37" y="17"/>
                      <a:pt x="35" y="17"/>
                    </a:cubicBezTo>
                    <a:cubicBezTo>
                      <a:pt x="33" y="17"/>
                      <a:pt x="32" y="15"/>
                      <a:pt x="32" y="13"/>
                    </a:cubicBezTo>
                    <a:moveTo>
                      <a:pt x="16" y="21"/>
                    </a:moveTo>
                    <a:cubicBezTo>
                      <a:pt x="15" y="20"/>
                      <a:pt x="16" y="16"/>
                      <a:pt x="14" y="16"/>
                    </a:cubicBezTo>
                    <a:cubicBezTo>
                      <a:pt x="11" y="17"/>
                      <a:pt x="7" y="11"/>
                      <a:pt x="4" y="9"/>
                    </a:cubicBezTo>
                    <a:cubicBezTo>
                      <a:pt x="5" y="9"/>
                      <a:pt x="6" y="8"/>
                      <a:pt x="7" y="8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1" y="11"/>
                      <a:pt x="12" y="12"/>
                      <a:pt x="14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9" y="19"/>
                    </a:cubicBezTo>
                    <a:cubicBezTo>
                      <a:pt x="20" y="23"/>
                      <a:pt x="17" y="23"/>
                      <a:pt x="16" y="21"/>
                    </a:cubicBezTo>
                    <a:moveTo>
                      <a:pt x="19" y="34"/>
                    </a:moveTo>
                    <a:cubicBezTo>
                      <a:pt x="19" y="34"/>
                      <a:pt x="20" y="34"/>
                      <a:pt x="20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2" y="33"/>
                      <a:pt x="25" y="32"/>
                    </a:cubicBezTo>
                    <a:cubicBezTo>
                      <a:pt x="26" y="32"/>
                      <a:pt x="26" y="31"/>
                      <a:pt x="26" y="30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20" y="29"/>
                      <a:pt x="18" y="30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21" y="25"/>
                      <a:pt x="30" y="24"/>
                      <a:pt x="39" y="24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2" y="28"/>
                      <a:pt x="32" y="29"/>
                    </a:cubicBezTo>
                    <a:cubicBezTo>
                      <a:pt x="32" y="30"/>
                      <a:pt x="33" y="31"/>
                      <a:pt x="34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4" y="36"/>
                      <a:pt x="20" y="38"/>
                    </a:cubicBezTo>
                    <a:cubicBezTo>
                      <a:pt x="20" y="37"/>
                      <a:pt x="20" y="35"/>
                      <a:pt x="19" y="34"/>
                    </a:cubicBezTo>
                    <a:moveTo>
                      <a:pt x="26" y="42"/>
                    </a:moveTo>
                    <a:cubicBezTo>
                      <a:pt x="26" y="42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3" y="43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2" y="41"/>
                      <a:pt x="22" y="40"/>
                      <a:pt x="23" y="40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5" y="39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2"/>
                      <a:pt x="26" y="42"/>
                    </a:cubicBezTo>
                    <a:moveTo>
                      <a:pt x="30" y="44"/>
                    </a:moveTo>
                    <a:cubicBezTo>
                      <a:pt x="29" y="44"/>
                      <a:pt x="28" y="44"/>
                      <a:pt x="27" y="44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9" y="38"/>
                      <a:pt x="30" y="38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3" y="45"/>
                      <a:pt x="33" y="45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4" y="38"/>
                      <a:pt x="35" y="38"/>
                    </a:cubicBezTo>
                    <a:lnTo>
                      <a:pt x="35" y="45"/>
                    </a:lnTo>
                    <a:close/>
                    <a:moveTo>
                      <a:pt x="39" y="45"/>
                    </a:moveTo>
                    <a:cubicBezTo>
                      <a:pt x="39" y="45"/>
                      <a:pt x="37" y="45"/>
                      <a:pt x="37" y="45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8"/>
                      <a:pt x="39" y="38"/>
                    </a:cubicBezTo>
                    <a:lnTo>
                      <a:pt x="39" y="45"/>
                    </a:lnTo>
                    <a:close/>
                    <a:moveTo>
                      <a:pt x="41" y="9"/>
                    </a:moveTo>
                    <a:cubicBezTo>
                      <a:pt x="40" y="9"/>
                      <a:pt x="39" y="8"/>
                      <a:pt x="39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4"/>
                      <a:pt x="40" y="2"/>
                      <a:pt x="42" y="2"/>
                    </a:cubicBezTo>
                    <a:cubicBezTo>
                      <a:pt x="44" y="2"/>
                      <a:pt x="45" y="4"/>
                      <a:pt x="45" y="6"/>
                    </a:cubicBezTo>
                    <a:cubicBezTo>
                      <a:pt x="45" y="7"/>
                      <a:pt x="45" y="7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5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38"/>
                      <a:pt x="42" y="38"/>
                    </a:cubicBezTo>
                    <a:cubicBezTo>
                      <a:pt x="43" y="38"/>
                      <a:pt x="45" y="38"/>
                      <a:pt x="45" y="38"/>
                    </a:cubicBezTo>
                    <a:lnTo>
                      <a:pt x="45" y="45"/>
                    </a:lnTo>
                    <a:close/>
                    <a:moveTo>
                      <a:pt x="49" y="45"/>
                    </a:moveTo>
                    <a:cubicBezTo>
                      <a:pt x="48" y="45"/>
                      <a:pt x="48" y="45"/>
                      <a:pt x="47" y="45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49" y="38"/>
                    </a:cubicBezTo>
                    <a:lnTo>
                      <a:pt x="49" y="45"/>
                    </a:lnTo>
                    <a:close/>
                    <a:moveTo>
                      <a:pt x="54" y="44"/>
                    </a:moveTo>
                    <a:cubicBezTo>
                      <a:pt x="54" y="44"/>
                      <a:pt x="53" y="45"/>
                      <a:pt x="52" y="45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3" y="39"/>
                      <a:pt x="54" y="39"/>
                      <a:pt x="54" y="39"/>
                    </a:cubicBezTo>
                    <a:lnTo>
                      <a:pt x="54" y="44"/>
                    </a:lnTo>
                    <a:close/>
                    <a:moveTo>
                      <a:pt x="59" y="43"/>
                    </a:moveTo>
                    <a:cubicBezTo>
                      <a:pt x="59" y="44"/>
                      <a:pt x="58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7" y="42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8" y="40"/>
                      <a:pt x="59" y="40"/>
                      <a:pt x="59" y="40"/>
                    </a:cubicBezTo>
                    <a:cubicBezTo>
                      <a:pt x="60" y="41"/>
                      <a:pt x="60" y="41"/>
                      <a:pt x="61" y="42"/>
                    </a:cubicBezTo>
                    <a:cubicBezTo>
                      <a:pt x="60" y="42"/>
                      <a:pt x="60" y="43"/>
                      <a:pt x="59" y="43"/>
                    </a:cubicBezTo>
                    <a:moveTo>
                      <a:pt x="64" y="31"/>
                    </a:moveTo>
                    <a:cubicBezTo>
                      <a:pt x="63" y="30"/>
                      <a:pt x="60" y="29"/>
                      <a:pt x="59" y="29"/>
                    </a:cubicBezTo>
                    <a:cubicBezTo>
                      <a:pt x="58" y="28"/>
                      <a:pt x="56" y="29"/>
                      <a:pt x="56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61" y="33"/>
                      <a:pt x="62" y="34"/>
                      <a:pt x="63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3" y="34"/>
                      <a:pt x="63" y="35"/>
                      <a:pt x="63" y="35"/>
                    </a:cubicBezTo>
                    <a:cubicBezTo>
                      <a:pt x="63" y="36"/>
                      <a:pt x="62" y="38"/>
                      <a:pt x="62" y="39"/>
                    </a:cubicBezTo>
                    <a:cubicBezTo>
                      <a:pt x="58" y="36"/>
                      <a:pt x="50" y="35"/>
                      <a:pt x="44" y="35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50" y="31"/>
                      <a:pt x="50" y="29"/>
                    </a:cubicBezTo>
                    <a:cubicBezTo>
                      <a:pt x="50" y="28"/>
                      <a:pt x="49" y="27"/>
                      <a:pt x="48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53" y="24"/>
                      <a:pt x="62" y="26"/>
                      <a:pt x="65" y="28"/>
                    </a:cubicBezTo>
                    <a:cubicBezTo>
                      <a:pt x="65" y="29"/>
                      <a:pt x="65" y="30"/>
                      <a:pt x="64" y="31"/>
                    </a:cubicBezTo>
                    <a:moveTo>
                      <a:pt x="64" y="19"/>
                    </a:moveTo>
                    <a:cubicBezTo>
                      <a:pt x="64" y="18"/>
                      <a:pt x="63" y="16"/>
                      <a:pt x="62" y="16"/>
                    </a:cubicBezTo>
                    <a:cubicBezTo>
                      <a:pt x="62" y="16"/>
                      <a:pt x="61" y="16"/>
                      <a:pt x="62" y="15"/>
                    </a:cubicBezTo>
                    <a:cubicBezTo>
                      <a:pt x="62" y="15"/>
                      <a:pt x="62" y="15"/>
                      <a:pt x="62" y="14"/>
                    </a:cubicBezTo>
                    <a:cubicBezTo>
                      <a:pt x="63" y="14"/>
                      <a:pt x="65" y="14"/>
                      <a:pt x="67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3"/>
                      <a:pt x="72" y="12"/>
                      <a:pt x="73" y="11"/>
                    </a:cubicBezTo>
                    <a:cubicBezTo>
                      <a:pt x="74" y="10"/>
                      <a:pt x="75" y="10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76" y="12"/>
                      <a:pt x="72" y="18"/>
                      <a:pt x="69" y="17"/>
                    </a:cubicBezTo>
                    <a:cubicBezTo>
                      <a:pt x="67" y="17"/>
                      <a:pt x="68" y="21"/>
                      <a:pt x="67" y="22"/>
                    </a:cubicBezTo>
                    <a:cubicBezTo>
                      <a:pt x="66" y="24"/>
                      <a:pt x="62" y="23"/>
                      <a:pt x="64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7" name="Freeform 33">
                <a:extLst>
                  <a:ext uri="{FF2B5EF4-FFF2-40B4-BE49-F238E27FC236}">
                    <a16:creationId xmlns:a16="http://schemas.microsoft.com/office/drawing/2014/main" id="{E713250D-0AA9-4DCC-B0CE-94949FEAAA0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5" y="7852"/>
                <a:ext cx="62" cy="36"/>
              </a:xfrm>
              <a:custGeom>
                <a:avLst/>
                <a:gdLst>
                  <a:gd name="T0" fmla="*/ 74 w 83"/>
                  <a:gd name="T1" fmla="*/ 15 h 49"/>
                  <a:gd name="T2" fmla="*/ 75 w 83"/>
                  <a:gd name="T3" fmla="*/ 2 h 49"/>
                  <a:gd name="T4" fmla="*/ 58 w 83"/>
                  <a:gd name="T5" fmla="*/ 11 h 49"/>
                  <a:gd name="T6" fmla="*/ 61 w 83"/>
                  <a:gd name="T7" fmla="*/ 17 h 49"/>
                  <a:gd name="T8" fmla="*/ 50 w 83"/>
                  <a:gd name="T9" fmla="*/ 18 h 49"/>
                  <a:gd name="T10" fmla="*/ 47 w 83"/>
                  <a:gd name="T11" fmla="*/ 6 h 49"/>
                  <a:gd name="T12" fmla="*/ 40 w 83"/>
                  <a:gd name="T13" fmla="*/ 0 h 49"/>
                  <a:gd name="T14" fmla="*/ 39 w 83"/>
                  <a:gd name="T15" fmla="*/ 0 h 49"/>
                  <a:gd name="T16" fmla="*/ 35 w 83"/>
                  <a:gd name="T17" fmla="*/ 8 h 49"/>
                  <a:gd name="T18" fmla="*/ 30 w 83"/>
                  <a:gd name="T19" fmla="*/ 23 h 49"/>
                  <a:gd name="T20" fmla="*/ 23 w 83"/>
                  <a:gd name="T21" fmla="*/ 22 h 49"/>
                  <a:gd name="T22" fmla="*/ 17 w 83"/>
                  <a:gd name="T23" fmla="*/ 14 h 49"/>
                  <a:gd name="T24" fmla="*/ 0 w 83"/>
                  <a:gd name="T25" fmla="*/ 15 h 49"/>
                  <a:gd name="T26" fmla="*/ 19 w 83"/>
                  <a:gd name="T27" fmla="*/ 36 h 49"/>
                  <a:gd name="T28" fmla="*/ 44 w 83"/>
                  <a:gd name="T29" fmla="*/ 48 h 49"/>
                  <a:gd name="T30" fmla="*/ 49 w 83"/>
                  <a:gd name="T31" fmla="*/ 48 h 49"/>
                  <a:gd name="T32" fmla="*/ 52 w 83"/>
                  <a:gd name="T33" fmla="*/ 44 h 49"/>
                  <a:gd name="T34" fmla="*/ 54 w 83"/>
                  <a:gd name="T35" fmla="*/ 44 h 49"/>
                  <a:gd name="T36" fmla="*/ 56 w 83"/>
                  <a:gd name="T37" fmla="*/ 37 h 49"/>
                  <a:gd name="T38" fmla="*/ 57 w 83"/>
                  <a:gd name="T39" fmla="*/ 43 h 49"/>
                  <a:gd name="T40" fmla="*/ 62 w 83"/>
                  <a:gd name="T41" fmla="*/ 40 h 49"/>
                  <a:gd name="T42" fmla="*/ 62 w 83"/>
                  <a:gd name="T43" fmla="*/ 37 h 49"/>
                  <a:gd name="T44" fmla="*/ 64 w 83"/>
                  <a:gd name="T45" fmla="*/ 40 h 49"/>
                  <a:gd name="T46" fmla="*/ 67 w 83"/>
                  <a:gd name="T47" fmla="*/ 10 h 49"/>
                  <a:gd name="T48" fmla="*/ 75 w 83"/>
                  <a:gd name="T49" fmla="*/ 4 h 49"/>
                  <a:gd name="T50" fmla="*/ 68 w 83"/>
                  <a:gd name="T51" fmla="*/ 18 h 49"/>
                  <a:gd name="T52" fmla="*/ 62 w 83"/>
                  <a:gd name="T53" fmla="*/ 12 h 49"/>
                  <a:gd name="T54" fmla="*/ 47 w 83"/>
                  <a:gd name="T55" fmla="*/ 9 h 49"/>
                  <a:gd name="T56" fmla="*/ 44 w 83"/>
                  <a:gd name="T57" fmla="*/ 13 h 49"/>
                  <a:gd name="T58" fmla="*/ 44 w 83"/>
                  <a:gd name="T59" fmla="*/ 6 h 49"/>
                  <a:gd name="T60" fmla="*/ 41 w 83"/>
                  <a:gd name="T61" fmla="*/ 10 h 49"/>
                  <a:gd name="T62" fmla="*/ 37 w 83"/>
                  <a:gd name="T63" fmla="*/ 7 h 49"/>
                  <a:gd name="T64" fmla="*/ 35 w 83"/>
                  <a:gd name="T65" fmla="*/ 11 h 49"/>
                  <a:gd name="T66" fmla="*/ 39 w 83"/>
                  <a:gd name="T67" fmla="*/ 14 h 49"/>
                  <a:gd name="T68" fmla="*/ 17 w 83"/>
                  <a:gd name="T69" fmla="*/ 25 h 49"/>
                  <a:gd name="T70" fmla="*/ 7 w 83"/>
                  <a:gd name="T71" fmla="*/ 14 h 49"/>
                  <a:gd name="T72" fmla="*/ 17 w 83"/>
                  <a:gd name="T73" fmla="*/ 17 h 49"/>
                  <a:gd name="T74" fmla="*/ 22 w 83"/>
                  <a:gd name="T75" fmla="*/ 18 h 49"/>
                  <a:gd name="T76" fmla="*/ 23 w 83"/>
                  <a:gd name="T77" fmla="*/ 38 h 49"/>
                  <a:gd name="T78" fmla="*/ 28 w 83"/>
                  <a:gd name="T79" fmla="*/ 35 h 49"/>
                  <a:gd name="T80" fmla="*/ 21 w 83"/>
                  <a:gd name="T81" fmla="*/ 34 h 49"/>
                  <a:gd name="T82" fmla="*/ 41 w 83"/>
                  <a:gd name="T83" fmla="*/ 28 h 49"/>
                  <a:gd name="T84" fmla="*/ 37 w 83"/>
                  <a:gd name="T85" fmla="*/ 32 h 49"/>
                  <a:gd name="T86" fmla="*/ 25 w 83"/>
                  <a:gd name="T87" fmla="*/ 41 h 49"/>
                  <a:gd name="T88" fmla="*/ 27 w 83"/>
                  <a:gd name="T89" fmla="*/ 45 h 49"/>
                  <a:gd name="T90" fmla="*/ 29 w 83"/>
                  <a:gd name="T91" fmla="*/ 42 h 49"/>
                  <a:gd name="T92" fmla="*/ 30 w 83"/>
                  <a:gd name="T93" fmla="*/ 44 h 49"/>
                  <a:gd name="T94" fmla="*/ 32 w 83"/>
                  <a:gd name="T95" fmla="*/ 41 h 49"/>
                  <a:gd name="T96" fmla="*/ 33 w 83"/>
                  <a:gd name="T97" fmla="*/ 46 h 49"/>
                  <a:gd name="T98" fmla="*/ 39 w 83"/>
                  <a:gd name="T99" fmla="*/ 39 h 49"/>
                  <a:gd name="T100" fmla="*/ 42 w 83"/>
                  <a:gd name="T101" fmla="*/ 46 h 49"/>
                  <a:gd name="T102" fmla="*/ 45 w 83"/>
                  <a:gd name="T103" fmla="*/ 45 h 49"/>
                  <a:gd name="T104" fmla="*/ 45 w 83"/>
                  <a:gd name="T105" fmla="*/ 24 h 49"/>
                  <a:gd name="T106" fmla="*/ 61 w 83"/>
                  <a:gd name="T107" fmla="*/ 26 h 49"/>
                  <a:gd name="T108" fmla="*/ 66 w 83"/>
                  <a:gd name="T109" fmla="*/ 31 h 49"/>
                  <a:gd name="T110" fmla="*/ 66 w 83"/>
                  <a:gd name="T111" fmla="*/ 36 h 49"/>
                  <a:gd name="T112" fmla="*/ 51 w 83"/>
                  <a:gd name="T113" fmla="*/ 31 h 49"/>
                  <a:gd name="T114" fmla="*/ 46 w 83"/>
                  <a:gd name="T115" fmla="*/ 27 h 49"/>
                  <a:gd name="T116" fmla="*/ 50 w 83"/>
                  <a:gd name="T1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9">
                    <a:moveTo>
                      <a:pt x="68" y="38"/>
                    </a:moveTo>
                    <a:cubicBezTo>
                      <a:pt x="68" y="38"/>
                      <a:pt x="69" y="29"/>
                      <a:pt x="69" y="29"/>
                    </a:cubicBezTo>
                    <a:cubicBezTo>
                      <a:pt x="70" y="26"/>
                      <a:pt x="72" y="19"/>
                      <a:pt x="74" y="15"/>
                    </a:cubicBezTo>
                    <a:cubicBezTo>
                      <a:pt x="77" y="11"/>
                      <a:pt x="80" y="6"/>
                      <a:pt x="82" y="6"/>
                    </a:cubicBezTo>
                    <a:cubicBezTo>
                      <a:pt x="82" y="5"/>
                      <a:pt x="83" y="4"/>
                      <a:pt x="82" y="4"/>
                    </a:cubicBezTo>
                    <a:cubicBezTo>
                      <a:pt x="82" y="2"/>
                      <a:pt x="77" y="1"/>
                      <a:pt x="75" y="2"/>
                    </a:cubicBezTo>
                    <a:cubicBezTo>
                      <a:pt x="73" y="2"/>
                      <a:pt x="71" y="2"/>
                      <a:pt x="70" y="3"/>
                    </a:cubicBezTo>
                    <a:cubicBezTo>
                      <a:pt x="69" y="4"/>
                      <a:pt x="66" y="7"/>
                      <a:pt x="66" y="7"/>
                    </a:cubicBezTo>
                    <a:cubicBezTo>
                      <a:pt x="64" y="8"/>
                      <a:pt x="58" y="7"/>
                      <a:pt x="58" y="11"/>
                    </a:cubicBezTo>
                    <a:cubicBezTo>
                      <a:pt x="58" y="12"/>
                      <a:pt x="60" y="15"/>
                      <a:pt x="61" y="15"/>
                    </a:cubicBezTo>
                    <a:cubicBezTo>
                      <a:pt x="61" y="15"/>
                      <a:pt x="62" y="16"/>
                      <a:pt x="62" y="16"/>
                    </a:cubicBezTo>
                    <a:cubicBezTo>
                      <a:pt x="62" y="17"/>
                      <a:pt x="62" y="17"/>
                      <a:pt x="61" y="17"/>
                    </a:cubicBezTo>
                    <a:cubicBezTo>
                      <a:pt x="59" y="19"/>
                      <a:pt x="57" y="20"/>
                      <a:pt x="57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2" y="19"/>
                      <a:pt x="52" y="20"/>
                      <a:pt x="50" y="18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3" y="8"/>
                      <a:pt x="50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6" y="2"/>
                      <a:pt x="43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1"/>
                      <a:pt x="34" y="4"/>
                      <a:pt x="35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8"/>
                      <a:pt x="29" y="12"/>
                      <a:pt x="29" y="15"/>
                    </a:cubicBezTo>
                    <a:cubicBezTo>
                      <a:pt x="30" y="18"/>
                      <a:pt x="32" y="20"/>
                      <a:pt x="35" y="20"/>
                    </a:cubicBezTo>
                    <a:cubicBezTo>
                      <a:pt x="33" y="23"/>
                      <a:pt x="34" y="22"/>
                      <a:pt x="30" y="23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6" y="24"/>
                      <a:pt x="24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1"/>
                      <a:pt x="23" y="21"/>
                      <a:pt x="24" y="20"/>
                    </a:cubicBezTo>
                    <a:cubicBezTo>
                      <a:pt x="25" y="20"/>
                      <a:pt x="26" y="17"/>
                      <a:pt x="25" y="16"/>
                    </a:cubicBezTo>
                    <a:cubicBezTo>
                      <a:pt x="24" y="12"/>
                      <a:pt x="19" y="14"/>
                      <a:pt x="17" y="14"/>
                    </a:cubicBezTo>
                    <a:cubicBezTo>
                      <a:pt x="17" y="14"/>
                      <a:pt x="13" y="12"/>
                      <a:pt x="12" y="12"/>
                    </a:cubicBezTo>
                    <a:cubicBezTo>
                      <a:pt x="10" y="11"/>
                      <a:pt x="9" y="11"/>
                      <a:pt x="7" y="12"/>
                    </a:cubicBezTo>
                    <a:cubicBezTo>
                      <a:pt x="5" y="12"/>
                      <a:pt x="0" y="13"/>
                      <a:pt x="0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3" y="18"/>
                      <a:pt x="7" y="21"/>
                      <a:pt x="11" y="24"/>
                    </a:cubicBezTo>
                    <a:cubicBezTo>
                      <a:pt x="14" y="27"/>
                      <a:pt x="18" y="33"/>
                      <a:pt x="19" y="36"/>
                    </a:cubicBezTo>
                    <a:cubicBezTo>
                      <a:pt x="19" y="36"/>
                      <a:pt x="23" y="44"/>
                      <a:pt x="23" y="45"/>
                    </a:cubicBezTo>
                    <a:cubicBezTo>
                      <a:pt x="24" y="49"/>
                      <a:pt x="36" y="49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7" y="46"/>
                      <a:pt x="68" y="43"/>
                      <a:pt x="68" y="38"/>
                    </a:cubicBezTo>
                    <a:moveTo>
                      <a:pt x="52" y="44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7"/>
                      <a:pt x="53" y="37"/>
                      <a:pt x="53" y="37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2" y="44"/>
                    </a:cubicBezTo>
                    <a:moveTo>
                      <a:pt x="57" y="43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7"/>
                      <a:pt x="58" y="37"/>
                      <a:pt x="59" y="37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9" y="42"/>
                      <a:pt x="58" y="43"/>
                      <a:pt x="57" y="43"/>
                    </a:cubicBezTo>
                    <a:moveTo>
                      <a:pt x="64" y="40"/>
                    </a:moveTo>
                    <a:cubicBezTo>
                      <a:pt x="64" y="41"/>
                      <a:pt x="63" y="41"/>
                      <a:pt x="62" y="41"/>
                    </a:cubicBezTo>
                    <a:cubicBezTo>
                      <a:pt x="62" y="41"/>
                      <a:pt x="62" y="40"/>
                      <a:pt x="62" y="40"/>
                    </a:cubicBezTo>
                    <a:cubicBezTo>
                      <a:pt x="61" y="40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1" y="37"/>
                      <a:pt x="62" y="37"/>
                    </a:cubicBezTo>
                    <a:cubicBezTo>
                      <a:pt x="62" y="37"/>
                      <a:pt x="63" y="37"/>
                      <a:pt x="64" y="37"/>
                    </a:cubicBezTo>
                    <a:cubicBezTo>
                      <a:pt x="64" y="38"/>
                      <a:pt x="65" y="38"/>
                      <a:pt x="65" y="39"/>
                    </a:cubicBezTo>
                    <a:cubicBezTo>
                      <a:pt x="65" y="39"/>
                      <a:pt x="65" y="40"/>
                      <a:pt x="64" y="40"/>
                    </a:cubicBezTo>
                    <a:moveTo>
                      <a:pt x="62" y="12"/>
                    </a:moveTo>
                    <a:cubicBezTo>
                      <a:pt x="62" y="12"/>
                      <a:pt x="62" y="12"/>
                      <a:pt x="62" y="11"/>
                    </a:cubicBezTo>
                    <a:cubicBezTo>
                      <a:pt x="63" y="11"/>
                      <a:pt x="65" y="10"/>
                      <a:pt x="67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9"/>
                      <a:pt x="71" y="8"/>
                      <a:pt x="72" y="7"/>
                    </a:cubicBezTo>
                    <a:cubicBezTo>
                      <a:pt x="73" y="6"/>
                      <a:pt x="74" y="5"/>
                      <a:pt x="75" y="4"/>
                    </a:cubicBezTo>
                    <a:cubicBezTo>
                      <a:pt x="76" y="4"/>
                      <a:pt x="78" y="4"/>
                      <a:pt x="79" y="5"/>
                    </a:cubicBezTo>
                    <a:cubicBezTo>
                      <a:pt x="75" y="7"/>
                      <a:pt x="73" y="14"/>
                      <a:pt x="70" y="13"/>
                    </a:cubicBezTo>
                    <a:cubicBezTo>
                      <a:pt x="67" y="13"/>
                      <a:pt x="69" y="17"/>
                      <a:pt x="68" y="18"/>
                    </a:cubicBezTo>
                    <a:cubicBezTo>
                      <a:pt x="67" y="20"/>
                      <a:pt x="64" y="20"/>
                      <a:pt x="64" y="16"/>
                    </a:cubicBezTo>
                    <a:cubicBezTo>
                      <a:pt x="65" y="14"/>
                      <a:pt x="63" y="13"/>
                      <a:pt x="62" y="13"/>
                    </a:cubicBezTo>
                    <a:cubicBezTo>
                      <a:pt x="62" y="13"/>
                      <a:pt x="62" y="13"/>
                      <a:pt x="62" y="12"/>
                    </a:cubicBezTo>
                    <a:moveTo>
                      <a:pt x="44" y="11"/>
                    </a:moveTo>
                    <a:cubicBezTo>
                      <a:pt x="45" y="11"/>
                      <a:pt x="45" y="10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9" y="9"/>
                      <a:pt x="51" y="10"/>
                      <a:pt x="51" y="12"/>
                    </a:cubicBezTo>
                    <a:cubicBezTo>
                      <a:pt x="52" y="14"/>
                      <a:pt x="50" y="16"/>
                      <a:pt x="48" y="16"/>
                    </a:cubicBezTo>
                    <a:cubicBezTo>
                      <a:pt x="46" y="16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moveTo>
                      <a:pt x="40" y="3"/>
                    </a:moveTo>
                    <a:cubicBezTo>
                      <a:pt x="42" y="3"/>
                      <a:pt x="44" y="4"/>
                      <a:pt x="44" y="6"/>
                    </a:cubicBezTo>
                    <a:cubicBezTo>
                      <a:pt x="44" y="6"/>
                      <a:pt x="44" y="7"/>
                      <a:pt x="44" y="7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10"/>
                      <a:pt x="40" y="10"/>
                      <a:pt x="40" y="10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8" y="8"/>
                      <a:pt x="37" y="7"/>
                      <a:pt x="37" y="7"/>
                    </a:cubicBezTo>
                    <a:cubicBezTo>
                      <a:pt x="37" y="5"/>
                      <a:pt x="38" y="3"/>
                      <a:pt x="40" y="3"/>
                    </a:cubicBezTo>
                    <a:moveTo>
                      <a:pt x="32" y="15"/>
                    </a:moveTo>
                    <a:cubicBezTo>
                      <a:pt x="32" y="13"/>
                      <a:pt x="33" y="11"/>
                      <a:pt x="35" y="11"/>
                    </a:cubicBezTo>
                    <a:cubicBezTo>
                      <a:pt x="36" y="10"/>
                      <a:pt x="36" y="10"/>
                      <a:pt x="36" y="11"/>
                    </a:cubicBezTo>
                    <a:cubicBezTo>
                      <a:pt x="37" y="11"/>
                      <a:pt x="38" y="12"/>
                      <a:pt x="39" y="12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40" y="16"/>
                      <a:pt x="38" y="17"/>
                      <a:pt x="36" y="18"/>
                    </a:cubicBezTo>
                    <a:cubicBezTo>
                      <a:pt x="34" y="18"/>
                      <a:pt x="32" y="17"/>
                      <a:pt x="32" y="15"/>
                    </a:cubicBezTo>
                    <a:moveTo>
                      <a:pt x="17" y="25"/>
                    </a:moveTo>
                    <a:cubicBezTo>
                      <a:pt x="17" y="24"/>
                      <a:pt x="17" y="20"/>
                      <a:pt x="15" y="21"/>
                    </a:cubicBezTo>
                    <a:cubicBezTo>
                      <a:pt x="12" y="22"/>
                      <a:pt x="8" y="17"/>
                      <a:pt x="3" y="15"/>
                    </a:cubicBezTo>
                    <a:cubicBezTo>
                      <a:pt x="4" y="15"/>
                      <a:pt x="6" y="14"/>
                      <a:pt x="7" y="14"/>
                    </a:cubicBezTo>
                    <a:cubicBezTo>
                      <a:pt x="8" y="14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21" y="17"/>
                      <a:pt x="21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9"/>
                      <a:pt x="20" y="21"/>
                      <a:pt x="21" y="22"/>
                    </a:cubicBezTo>
                    <a:cubicBezTo>
                      <a:pt x="22" y="26"/>
                      <a:pt x="19" y="27"/>
                      <a:pt x="17" y="25"/>
                    </a:cubicBezTo>
                    <a:moveTo>
                      <a:pt x="23" y="38"/>
                    </a:move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5" y="36"/>
                      <a:pt x="28" y="35"/>
                    </a:cubicBezTo>
                    <a:cubicBezTo>
                      <a:pt x="29" y="34"/>
                      <a:pt x="30" y="33"/>
                      <a:pt x="29" y="32"/>
                    </a:cubicBezTo>
                    <a:cubicBezTo>
                      <a:pt x="29" y="31"/>
                      <a:pt x="28" y="30"/>
                      <a:pt x="26" y="31"/>
                    </a:cubicBezTo>
                    <a:cubicBezTo>
                      <a:pt x="25" y="31"/>
                      <a:pt x="23" y="32"/>
                      <a:pt x="21" y="34"/>
                    </a:cubicBezTo>
                    <a:cubicBezTo>
                      <a:pt x="21" y="33"/>
                      <a:pt x="20" y="32"/>
                      <a:pt x="20" y="31"/>
                    </a:cubicBezTo>
                    <a:cubicBezTo>
                      <a:pt x="23" y="28"/>
                      <a:pt x="32" y="26"/>
                      <a:pt x="41" y="24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28"/>
                      <a:pt x="35" y="30"/>
                      <a:pt x="35" y="31"/>
                    </a:cubicBezTo>
                    <a:cubicBezTo>
                      <a:pt x="35" y="32"/>
                      <a:pt x="36" y="33"/>
                      <a:pt x="37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36" y="36"/>
                      <a:pt x="28" y="38"/>
                      <a:pt x="25" y="41"/>
                    </a:cubicBezTo>
                    <a:cubicBezTo>
                      <a:pt x="24" y="40"/>
                      <a:pt x="24" y="39"/>
                      <a:pt x="23" y="38"/>
                    </a:cubicBezTo>
                    <a:moveTo>
                      <a:pt x="30" y="46"/>
                    </a:moveTo>
                    <a:cubicBezTo>
                      <a:pt x="29" y="46"/>
                      <a:pt x="28" y="46"/>
                      <a:pt x="27" y="45"/>
                    </a:cubicBezTo>
                    <a:cubicBezTo>
                      <a:pt x="27" y="45"/>
                      <a:pt x="26" y="45"/>
                      <a:pt x="26" y="44"/>
                    </a:cubicBezTo>
                    <a:cubicBezTo>
                      <a:pt x="26" y="44"/>
                      <a:pt x="26" y="43"/>
                      <a:pt x="27" y="43"/>
                    </a:cubicBezTo>
                    <a:cubicBezTo>
                      <a:pt x="27" y="42"/>
                      <a:pt x="28" y="42"/>
                      <a:pt x="29" y="42"/>
                    </a:cubicBezTo>
                    <a:cubicBezTo>
                      <a:pt x="29" y="42"/>
                      <a:pt x="30" y="42"/>
                      <a:pt x="30" y="43"/>
                    </a:cubicBezTo>
                    <a:cubicBezTo>
                      <a:pt x="30" y="43"/>
                      <a:pt x="30" y="43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5"/>
                      <a:pt x="30" y="46"/>
                    </a:cubicBezTo>
                    <a:moveTo>
                      <a:pt x="33" y="46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0"/>
                      <a:pt x="33" y="40"/>
                      <a:pt x="34" y="40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4" y="46"/>
                      <a:pt x="33" y="46"/>
                      <a:pt x="33" y="46"/>
                    </a:cubicBezTo>
                    <a:moveTo>
                      <a:pt x="38" y="46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8" y="39"/>
                      <a:pt x="38" y="39"/>
                      <a:pt x="39" y="39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6"/>
                      <a:pt x="39" y="46"/>
                      <a:pt x="38" y="46"/>
                    </a:cubicBezTo>
                    <a:moveTo>
                      <a:pt x="42" y="46"/>
                    </a:move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38"/>
                      <a:pt x="43" y="38"/>
                      <a:pt x="43" y="38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2" y="46"/>
                      <a:pt x="42" y="46"/>
                    </a:cubicBezTo>
                    <a:moveTo>
                      <a:pt x="46" y="27"/>
                    </a:moveTo>
                    <a:cubicBezTo>
                      <a:pt x="45" y="24"/>
                      <a:pt x="45" y="24"/>
                      <a:pt x="45" y="24"/>
                    </a:cubicBezTo>
                    <a:cubicBezTo>
                      <a:pt x="55" y="22"/>
                      <a:pt x="63" y="23"/>
                      <a:pt x="68" y="24"/>
                    </a:cubicBezTo>
                    <a:cubicBezTo>
                      <a:pt x="67" y="25"/>
                      <a:pt x="67" y="26"/>
                      <a:pt x="67" y="27"/>
                    </a:cubicBezTo>
                    <a:cubicBezTo>
                      <a:pt x="65" y="26"/>
                      <a:pt x="62" y="26"/>
                      <a:pt x="61" y="26"/>
                    </a:cubicBezTo>
                    <a:cubicBezTo>
                      <a:pt x="60" y="26"/>
                      <a:pt x="59" y="27"/>
                      <a:pt x="59" y="28"/>
                    </a:cubicBezTo>
                    <a:cubicBezTo>
                      <a:pt x="59" y="29"/>
                      <a:pt x="60" y="30"/>
                      <a:pt x="61" y="30"/>
                    </a:cubicBezTo>
                    <a:cubicBezTo>
                      <a:pt x="64" y="30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3"/>
                      <a:pt x="66" y="34"/>
                      <a:pt x="66" y="36"/>
                    </a:cubicBezTo>
                    <a:cubicBezTo>
                      <a:pt x="62" y="34"/>
                      <a:pt x="53" y="34"/>
                      <a:pt x="47" y="35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0"/>
                      <a:pt x="53" y="29"/>
                      <a:pt x="53" y="28"/>
                    </a:cubicBezTo>
                    <a:cubicBezTo>
                      <a:pt x="53" y="27"/>
                      <a:pt x="52" y="26"/>
                      <a:pt x="51" y="26"/>
                    </a:cubicBezTo>
                    <a:lnTo>
                      <a:pt x="46" y="27"/>
                    </a:lnTo>
                    <a:close/>
                    <a:moveTo>
                      <a:pt x="46" y="37"/>
                    </a:moveTo>
                    <a:cubicBezTo>
                      <a:pt x="47" y="37"/>
                      <a:pt x="49" y="37"/>
                      <a:pt x="49" y="37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48" y="45"/>
                      <a:pt x="47" y="45"/>
                    </a:cubicBezTo>
                    <a:cubicBezTo>
                      <a:pt x="47" y="43"/>
                      <a:pt x="46" y="38"/>
                      <a:pt x="46" y="3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8" name="Freeform 34">
                <a:extLst>
                  <a:ext uri="{FF2B5EF4-FFF2-40B4-BE49-F238E27FC236}">
                    <a16:creationId xmlns:a16="http://schemas.microsoft.com/office/drawing/2014/main" id="{4D3C772D-1FCC-4107-9710-A874D6FAF43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97" y="7852"/>
                <a:ext cx="61" cy="36"/>
              </a:xfrm>
              <a:custGeom>
                <a:avLst/>
                <a:gdLst>
                  <a:gd name="T0" fmla="*/ 14 w 82"/>
                  <a:gd name="T1" fmla="*/ 38 h 49"/>
                  <a:gd name="T2" fmla="*/ 35 w 82"/>
                  <a:gd name="T3" fmla="*/ 48 h 49"/>
                  <a:gd name="T4" fmla="*/ 38 w 82"/>
                  <a:gd name="T5" fmla="*/ 48 h 49"/>
                  <a:gd name="T6" fmla="*/ 71 w 82"/>
                  <a:gd name="T7" fmla="*/ 24 h 49"/>
                  <a:gd name="T8" fmla="*/ 75 w 82"/>
                  <a:gd name="T9" fmla="*/ 11 h 49"/>
                  <a:gd name="T10" fmla="*/ 57 w 82"/>
                  <a:gd name="T11" fmla="*/ 15 h 49"/>
                  <a:gd name="T12" fmla="*/ 58 w 82"/>
                  <a:gd name="T13" fmla="*/ 22 h 49"/>
                  <a:gd name="T14" fmla="*/ 47 w 82"/>
                  <a:gd name="T15" fmla="*/ 20 h 49"/>
                  <a:gd name="T16" fmla="*/ 47 w 82"/>
                  <a:gd name="T17" fmla="*/ 8 h 49"/>
                  <a:gd name="T18" fmla="*/ 43 w 82"/>
                  <a:gd name="T19" fmla="*/ 0 h 49"/>
                  <a:gd name="T20" fmla="*/ 42 w 82"/>
                  <a:gd name="T21" fmla="*/ 0 h 49"/>
                  <a:gd name="T22" fmla="*/ 35 w 82"/>
                  <a:gd name="T23" fmla="*/ 6 h 49"/>
                  <a:gd name="T24" fmla="*/ 27 w 82"/>
                  <a:gd name="T25" fmla="*/ 19 h 49"/>
                  <a:gd name="T26" fmla="*/ 20 w 82"/>
                  <a:gd name="T27" fmla="*/ 16 h 49"/>
                  <a:gd name="T28" fmla="*/ 16 w 82"/>
                  <a:gd name="T29" fmla="*/ 7 h 49"/>
                  <a:gd name="T30" fmla="*/ 0 w 82"/>
                  <a:gd name="T31" fmla="*/ 3 h 49"/>
                  <a:gd name="T32" fmla="*/ 21 w 82"/>
                  <a:gd name="T33" fmla="*/ 39 h 49"/>
                  <a:gd name="T34" fmla="*/ 18 w 82"/>
                  <a:gd name="T35" fmla="*/ 40 h 49"/>
                  <a:gd name="T36" fmla="*/ 20 w 82"/>
                  <a:gd name="T37" fmla="*/ 37 h 49"/>
                  <a:gd name="T38" fmla="*/ 25 w 82"/>
                  <a:gd name="T39" fmla="*/ 43 h 49"/>
                  <a:gd name="T40" fmla="*/ 26 w 82"/>
                  <a:gd name="T41" fmla="*/ 36 h 49"/>
                  <a:gd name="T42" fmla="*/ 28 w 82"/>
                  <a:gd name="T43" fmla="*/ 43 h 49"/>
                  <a:gd name="T44" fmla="*/ 30 w 82"/>
                  <a:gd name="T45" fmla="*/ 44 h 49"/>
                  <a:gd name="T46" fmla="*/ 33 w 82"/>
                  <a:gd name="T47" fmla="*/ 37 h 49"/>
                  <a:gd name="T48" fmla="*/ 40 w 82"/>
                  <a:gd name="T49" fmla="*/ 45 h 49"/>
                  <a:gd name="T50" fmla="*/ 41 w 82"/>
                  <a:gd name="T51" fmla="*/ 38 h 49"/>
                  <a:gd name="T52" fmla="*/ 42 w 82"/>
                  <a:gd name="T53" fmla="*/ 46 h 49"/>
                  <a:gd name="T54" fmla="*/ 44 w 82"/>
                  <a:gd name="T55" fmla="*/ 46 h 49"/>
                  <a:gd name="T56" fmla="*/ 48 w 82"/>
                  <a:gd name="T57" fmla="*/ 40 h 49"/>
                  <a:gd name="T58" fmla="*/ 55 w 82"/>
                  <a:gd name="T59" fmla="*/ 45 h 49"/>
                  <a:gd name="T60" fmla="*/ 52 w 82"/>
                  <a:gd name="T61" fmla="*/ 43 h 49"/>
                  <a:gd name="T62" fmla="*/ 55 w 82"/>
                  <a:gd name="T63" fmla="*/ 42 h 49"/>
                  <a:gd name="T64" fmla="*/ 61 w 82"/>
                  <a:gd name="T65" fmla="*/ 17 h 49"/>
                  <a:gd name="T66" fmla="*/ 72 w 82"/>
                  <a:gd name="T67" fmla="*/ 15 h 49"/>
                  <a:gd name="T68" fmla="*/ 67 w 82"/>
                  <a:gd name="T69" fmla="*/ 21 h 49"/>
                  <a:gd name="T70" fmla="*/ 60 w 82"/>
                  <a:gd name="T71" fmla="*/ 18 h 49"/>
                  <a:gd name="T72" fmla="*/ 62 w 82"/>
                  <a:gd name="T73" fmla="*/ 31 h 49"/>
                  <a:gd name="T74" fmla="*/ 53 w 82"/>
                  <a:gd name="T75" fmla="*/ 32 h 49"/>
                  <a:gd name="T76" fmla="*/ 59 w 82"/>
                  <a:gd name="T77" fmla="*/ 36 h 49"/>
                  <a:gd name="T78" fmla="*/ 40 w 82"/>
                  <a:gd name="T79" fmla="*/ 35 h 49"/>
                  <a:gd name="T80" fmla="*/ 47 w 82"/>
                  <a:gd name="T81" fmla="*/ 30 h 49"/>
                  <a:gd name="T82" fmla="*/ 41 w 82"/>
                  <a:gd name="T83" fmla="*/ 24 h 49"/>
                  <a:gd name="T84" fmla="*/ 47 w 82"/>
                  <a:gd name="T85" fmla="*/ 10 h 49"/>
                  <a:gd name="T86" fmla="*/ 43 w 82"/>
                  <a:gd name="T87" fmla="*/ 13 h 49"/>
                  <a:gd name="T88" fmla="*/ 42 w 82"/>
                  <a:gd name="T89" fmla="*/ 2 h 49"/>
                  <a:gd name="T90" fmla="*/ 42 w 82"/>
                  <a:gd name="T91" fmla="*/ 9 h 49"/>
                  <a:gd name="T92" fmla="*/ 38 w 82"/>
                  <a:gd name="T93" fmla="*/ 7 h 49"/>
                  <a:gd name="T94" fmla="*/ 31 w 82"/>
                  <a:gd name="T95" fmla="*/ 12 h 49"/>
                  <a:gd name="T96" fmla="*/ 38 w 82"/>
                  <a:gd name="T97" fmla="*/ 11 h 49"/>
                  <a:gd name="T98" fmla="*/ 31 w 82"/>
                  <a:gd name="T99" fmla="*/ 12 h 49"/>
                  <a:gd name="T100" fmla="*/ 31 w 82"/>
                  <a:gd name="T101" fmla="*/ 26 h 49"/>
                  <a:gd name="T102" fmla="*/ 35 w 82"/>
                  <a:gd name="T103" fmla="*/ 31 h 49"/>
                  <a:gd name="T104" fmla="*/ 16 w 82"/>
                  <a:gd name="T105" fmla="*/ 31 h 49"/>
                  <a:gd name="T106" fmla="*/ 21 w 82"/>
                  <a:gd name="T107" fmla="*/ 30 h 49"/>
                  <a:gd name="T108" fmla="*/ 15 w 82"/>
                  <a:gd name="T109" fmla="*/ 27 h 49"/>
                  <a:gd name="T110" fmla="*/ 7 w 82"/>
                  <a:gd name="T111" fmla="*/ 4 h 49"/>
                  <a:gd name="T112" fmla="*/ 15 w 82"/>
                  <a:gd name="T113" fmla="*/ 10 h 49"/>
                  <a:gd name="T114" fmla="*/ 20 w 82"/>
                  <a:gd name="T115" fmla="*/ 12 h 49"/>
                  <a:gd name="T116" fmla="*/ 12 w 82"/>
                  <a:gd name="T117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49">
                    <a:moveTo>
                      <a:pt x="8" y="15"/>
                    </a:moveTo>
                    <a:cubicBezTo>
                      <a:pt x="10" y="19"/>
                      <a:pt x="12" y="26"/>
                      <a:pt x="13" y="28"/>
                    </a:cubicBezTo>
                    <a:cubicBezTo>
                      <a:pt x="13" y="29"/>
                      <a:pt x="14" y="38"/>
                      <a:pt x="14" y="38"/>
                    </a:cubicBezTo>
                    <a:cubicBezTo>
                      <a:pt x="14" y="43"/>
                      <a:pt x="25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6" y="49"/>
                      <a:pt x="58" y="49"/>
                      <a:pt x="59" y="45"/>
                    </a:cubicBezTo>
                    <a:cubicBezTo>
                      <a:pt x="59" y="44"/>
                      <a:pt x="63" y="36"/>
                      <a:pt x="63" y="36"/>
                    </a:cubicBezTo>
                    <a:cubicBezTo>
                      <a:pt x="64" y="33"/>
                      <a:pt x="68" y="27"/>
                      <a:pt x="71" y="24"/>
                    </a:cubicBezTo>
                    <a:cubicBezTo>
                      <a:pt x="75" y="20"/>
                      <a:pt x="80" y="17"/>
                      <a:pt x="81" y="17"/>
                    </a:cubicBezTo>
                    <a:cubicBezTo>
                      <a:pt x="82" y="17"/>
                      <a:pt x="82" y="16"/>
                      <a:pt x="82" y="15"/>
                    </a:cubicBezTo>
                    <a:cubicBezTo>
                      <a:pt x="82" y="13"/>
                      <a:pt x="77" y="11"/>
                      <a:pt x="75" y="11"/>
                    </a:cubicBezTo>
                    <a:cubicBezTo>
                      <a:pt x="74" y="11"/>
                      <a:pt x="72" y="11"/>
                      <a:pt x="70" y="12"/>
                    </a:cubicBezTo>
                    <a:cubicBezTo>
                      <a:pt x="69" y="12"/>
                      <a:pt x="66" y="14"/>
                      <a:pt x="66" y="14"/>
                    </a:cubicBezTo>
                    <a:cubicBezTo>
                      <a:pt x="63" y="14"/>
                      <a:pt x="58" y="12"/>
                      <a:pt x="57" y="15"/>
                    </a:cubicBezTo>
                    <a:cubicBezTo>
                      <a:pt x="56" y="17"/>
                      <a:pt x="57" y="19"/>
                      <a:pt x="58" y="20"/>
                    </a:cubicBezTo>
                    <a:cubicBezTo>
                      <a:pt x="59" y="20"/>
                      <a:pt x="59" y="21"/>
                      <a:pt x="59" y="22"/>
                    </a:cubicBezTo>
                    <a:cubicBezTo>
                      <a:pt x="59" y="22"/>
                      <a:pt x="59" y="22"/>
                      <a:pt x="58" y="22"/>
                    </a:cubicBezTo>
                    <a:cubicBezTo>
                      <a:pt x="56" y="23"/>
                      <a:pt x="53" y="24"/>
                      <a:pt x="53" y="24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8" y="22"/>
                      <a:pt x="49" y="23"/>
                      <a:pt x="47" y="20"/>
                    </a:cubicBezTo>
                    <a:cubicBezTo>
                      <a:pt x="50" y="20"/>
                      <a:pt x="52" y="18"/>
                      <a:pt x="53" y="15"/>
                    </a:cubicBezTo>
                    <a:cubicBezTo>
                      <a:pt x="53" y="11"/>
                      <a:pt x="51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4"/>
                      <a:pt x="46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6" y="2"/>
                      <a:pt x="36" y="5"/>
                    </a:cubicBezTo>
                    <a:cubicBezTo>
                      <a:pt x="35" y="5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2" y="5"/>
                      <a:pt x="29" y="8"/>
                      <a:pt x="28" y="11"/>
                    </a:cubicBezTo>
                    <a:cubicBezTo>
                      <a:pt x="28" y="14"/>
                      <a:pt x="29" y="17"/>
                      <a:pt x="32" y="18"/>
                    </a:cubicBezTo>
                    <a:cubicBezTo>
                      <a:pt x="30" y="20"/>
                      <a:pt x="30" y="19"/>
                      <a:pt x="27" y="19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3" y="19"/>
                      <a:pt x="21" y="17"/>
                    </a:cubicBezTo>
                    <a:cubicBezTo>
                      <a:pt x="20" y="17"/>
                      <a:pt x="20" y="16"/>
                      <a:pt x="20" y="16"/>
                    </a:cubicBezTo>
                    <a:cubicBezTo>
                      <a:pt x="20" y="16"/>
                      <a:pt x="21" y="15"/>
                      <a:pt x="21" y="15"/>
                    </a:cubicBezTo>
                    <a:cubicBezTo>
                      <a:pt x="22" y="14"/>
                      <a:pt x="24" y="12"/>
                      <a:pt x="24" y="11"/>
                    </a:cubicBezTo>
                    <a:cubicBezTo>
                      <a:pt x="24" y="7"/>
                      <a:pt x="18" y="8"/>
                      <a:pt x="16" y="7"/>
                    </a:cubicBezTo>
                    <a:cubicBezTo>
                      <a:pt x="16" y="7"/>
                      <a:pt x="13" y="4"/>
                      <a:pt x="12" y="3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6" y="1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5" y="11"/>
                      <a:pt x="8" y="15"/>
                    </a:cubicBezTo>
                    <a:moveTo>
                      <a:pt x="21" y="39"/>
                    </a:moveTo>
                    <a:cubicBezTo>
                      <a:pt x="21" y="39"/>
                      <a:pt x="21" y="39"/>
                      <a:pt x="21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19" y="41"/>
                      <a:pt x="18" y="40"/>
                      <a:pt x="18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1" y="37"/>
                      <a:pt x="21" y="38"/>
                      <a:pt x="21" y="38"/>
                    </a:cubicBezTo>
                    <a:cubicBezTo>
                      <a:pt x="21" y="38"/>
                      <a:pt x="21" y="39"/>
                      <a:pt x="21" y="39"/>
                    </a:cubicBezTo>
                    <a:moveTo>
                      <a:pt x="25" y="43"/>
                    </a:moveTo>
                    <a:cubicBezTo>
                      <a:pt x="24" y="42"/>
                      <a:pt x="23" y="42"/>
                      <a:pt x="23" y="4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6"/>
                      <a:pt x="26" y="36"/>
                    </a:cubicBezTo>
                    <a:lnTo>
                      <a:pt x="25" y="43"/>
                    </a:lnTo>
                    <a:close/>
                    <a:moveTo>
                      <a:pt x="30" y="44"/>
                    </a:moveTo>
                    <a:cubicBezTo>
                      <a:pt x="29" y="44"/>
                      <a:pt x="28" y="44"/>
                      <a:pt x="28" y="43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1" y="37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2" y="44"/>
                      <a:pt x="32" y="44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4" y="37"/>
                      <a:pt x="35" y="37"/>
                      <a:pt x="36" y="37"/>
                    </a:cubicBezTo>
                    <a:cubicBezTo>
                      <a:pt x="36" y="37"/>
                      <a:pt x="35" y="43"/>
                      <a:pt x="35" y="45"/>
                    </a:cubicBezTo>
                    <a:moveTo>
                      <a:pt x="40" y="45"/>
                    </a:moveTo>
                    <a:cubicBezTo>
                      <a:pt x="40" y="45"/>
                      <a:pt x="37" y="45"/>
                      <a:pt x="38" y="45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41" y="38"/>
                      <a:pt x="41" y="38"/>
                    </a:cubicBezTo>
                    <a:lnTo>
                      <a:pt x="40" y="45"/>
                    </a:lnTo>
                    <a:close/>
                    <a:moveTo>
                      <a:pt x="44" y="46"/>
                    </a:moveTo>
                    <a:cubicBezTo>
                      <a:pt x="43" y="46"/>
                      <a:pt x="43" y="46"/>
                      <a:pt x="42" y="46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9"/>
                      <a:pt x="44" y="39"/>
                      <a:pt x="45" y="39"/>
                    </a:cubicBezTo>
                    <a:lnTo>
                      <a:pt x="44" y="46"/>
                    </a:lnTo>
                    <a:close/>
                    <a:moveTo>
                      <a:pt x="49" y="46"/>
                    </a:moveTo>
                    <a:cubicBezTo>
                      <a:pt x="49" y="46"/>
                      <a:pt x="48" y="46"/>
                      <a:pt x="47" y="46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lnTo>
                      <a:pt x="49" y="46"/>
                    </a:lnTo>
                    <a:close/>
                    <a:moveTo>
                      <a:pt x="55" y="45"/>
                    </a:moveTo>
                    <a:cubicBezTo>
                      <a:pt x="54" y="46"/>
                      <a:pt x="53" y="46"/>
                      <a:pt x="53" y="46"/>
                    </a:cubicBezTo>
                    <a:cubicBezTo>
                      <a:pt x="52" y="45"/>
                      <a:pt x="52" y="45"/>
                      <a:pt x="52" y="44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1"/>
                    </a:cubicBezTo>
                    <a:cubicBezTo>
                      <a:pt x="54" y="41"/>
                      <a:pt x="55" y="42"/>
                      <a:pt x="55" y="42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5" y="45"/>
                      <a:pt x="55" y="45"/>
                    </a:cubicBezTo>
                    <a:moveTo>
                      <a:pt x="61" y="17"/>
                    </a:moveTo>
                    <a:cubicBezTo>
                      <a:pt x="62" y="17"/>
                      <a:pt x="64" y="17"/>
                      <a:pt x="65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9" y="17"/>
                      <a:pt x="71" y="16"/>
                      <a:pt x="72" y="15"/>
                    </a:cubicBezTo>
                    <a:cubicBezTo>
                      <a:pt x="73" y="15"/>
                      <a:pt x="74" y="14"/>
                      <a:pt x="75" y="14"/>
                    </a:cubicBezTo>
                    <a:cubicBezTo>
                      <a:pt x="76" y="14"/>
                      <a:pt x="78" y="15"/>
                      <a:pt x="79" y="15"/>
                    </a:cubicBezTo>
                    <a:cubicBezTo>
                      <a:pt x="74" y="16"/>
                      <a:pt x="70" y="22"/>
                      <a:pt x="67" y="21"/>
                    </a:cubicBezTo>
                    <a:cubicBezTo>
                      <a:pt x="65" y="20"/>
                      <a:pt x="66" y="24"/>
                      <a:pt x="65" y="25"/>
                    </a:cubicBezTo>
                    <a:cubicBezTo>
                      <a:pt x="63" y="27"/>
                      <a:pt x="60" y="26"/>
                      <a:pt x="62" y="22"/>
                    </a:cubicBezTo>
                    <a:cubicBezTo>
                      <a:pt x="62" y="21"/>
                      <a:pt x="61" y="19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1" y="17"/>
                    </a:cubicBezTo>
                    <a:moveTo>
                      <a:pt x="62" y="31"/>
                    </a:moveTo>
                    <a:cubicBezTo>
                      <a:pt x="62" y="32"/>
                      <a:pt x="61" y="33"/>
                      <a:pt x="61" y="33"/>
                    </a:cubicBezTo>
                    <a:cubicBezTo>
                      <a:pt x="59" y="32"/>
                      <a:pt x="57" y="31"/>
                      <a:pt x="56" y="31"/>
                    </a:cubicBezTo>
                    <a:cubicBezTo>
                      <a:pt x="54" y="30"/>
                      <a:pt x="53" y="31"/>
                      <a:pt x="53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7" y="36"/>
                      <a:pt x="59" y="37"/>
                      <a:pt x="59" y="37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9"/>
                      <a:pt x="58" y="40"/>
                      <a:pt x="57" y="41"/>
                    </a:cubicBezTo>
                    <a:cubicBezTo>
                      <a:pt x="54" y="38"/>
                      <a:pt x="46" y="36"/>
                      <a:pt x="40" y="35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2"/>
                      <a:pt x="47" y="32"/>
                      <a:pt x="47" y="30"/>
                    </a:cubicBezTo>
                    <a:cubicBezTo>
                      <a:pt x="47" y="29"/>
                      <a:pt x="47" y="28"/>
                      <a:pt x="45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50" y="25"/>
                      <a:pt x="59" y="28"/>
                      <a:pt x="62" y="31"/>
                    </a:cubicBezTo>
                    <a:moveTo>
                      <a:pt x="46" y="10"/>
                    </a:moveTo>
                    <a:cubicBezTo>
                      <a:pt x="46" y="10"/>
                      <a:pt x="47" y="10"/>
                      <a:pt x="47" y="10"/>
                    </a:cubicBezTo>
                    <a:cubicBezTo>
                      <a:pt x="49" y="11"/>
                      <a:pt x="50" y="12"/>
                      <a:pt x="50" y="14"/>
                    </a:cubicBezTo>
                    <a:cubicBezTo>
                      <a:pt x="50" y="16"/>
                      <a:pt x="48" y="18"/>
                      <a:pt x="46" y="17"/>
                    </a:cubicBezTo>
                    <a:cubicBezTo>
                      <a:pt x="44" y="17"/>
                      <a:pt x="43" y="15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1"/>
                      <a:pt x="45" y="11"/>
                      <a:pt x="46" y="10"/>
                    </a:cubicBezTo>
                    <a:moveTo>
                      <a:pt x="42" y="2"/>
                    </a:moveTo>
                    <a:cubicBezTo>
                      <a:pt x="44" y="3"/>
                      <a:pt x="45" y="5"/>
                      <a:pt x="45" y="6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9"/>
                      <a:pt x="40" y="9"/>
                      <a:pt x="40" y="9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4"/>
                      <a:pt x="40" y="2"/>
                      <a:pt x="42" y="2"/>
                    </a:cubicBezTo>
                    <a:moveTo>
                      <a:pt x="31" y="12"/>
                    </a:moveTo>
                    <a:cubicBezTo>
                      <a:pt x="31" y="10"/>
                      <a:pt x="33" y="8"/>
                      <a:pt x="35" y="9"/>
                    </a:cubicBezTo>
                    <a:cubicBezTo>
                      <a:pt x="35" y="9"/>
                      <a:pt x="36" y="9"/>
                      <a:pt x="36" y="9"/>
                    </a:cubicBezTo>
                    <a:cubicBezTo>
                      <a:pt x="37" y="10"/>
                      <a:pt x="37" y="10"/>
                      <a:pt x="38" y="11"/>
                    </a:cubicBezTo>
                    <a:cubicBezTo>
                      <a:pt x="38" y="11"/>
                      <a:pt x="38" y="12"/>
                      <a:pt x="38" y="13"/>
                    </a:cubicBezTo>
                    <a:cubicBezTo>
                      <a:pt x="38" y="15"/>
                      <a:pt x="36" y="16"/>
                      <a:pt x="34" y="16"/>
                    </a:cubicBezTo>
                    <a:cubicBezTo>
                      <a:pt x="32" y="15"/>
                      <a:pt x="31" y="14"/>
                      <a:pt x="31" y="12"/>
                    </a:cubicBezTo>
                    <a:moveTo>
                      <a:pt x="37" y="23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29" y="27"/>
                      <a:pt x="29" y="28"/>
                    </a:cubicBezTo>
                    <a:cubicBezTo>
                      <a:pt x="29" y="29"/>
                      <a:pt x="30" y="30"/>
                      <a:pt x="31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4"/>
                      <a:pt x="20" y="33"/>
                      <a:pt x="16" y="35"/>
                    </a:cubicBezTo>
                    <a:cubicBezTo>
                      <a:pt x="16" y="34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8" y="30"/>
                      <a:pt x="21" y="30"/>
                    </a:cubicBezTo>
                    <a:cubicBezTo>
                      <a:pt x="22" y="30"/>
                      <a:pt x="23" y="29"/>
                      <a:pt x="23" y="28"/>
                    </a:cubicBezTo>
                    <a:cubicBezTo>
                      <a:pt x="23" y="26"/>
                      <a:pt x="22" y="26"/>
                      <a:pt x="21" y="26"/>
                    </a:cubicBezTo>
                    <a:cubicBezTo>
                      <a:pt x="20" y="26"/>
                      <a:pt x="17" y="26"/>
                      <a:pt x="15" y="27"/>
                    </a:cubicBezTo>
                    <a:cubicBezTo>
                      <a:pt x="15" y="26"/>
                      <a:pt x="15" y="25"/>
                      <a:pt x="14" y="24"/>
                    </a:cubicBezTo>
                    <a:cubicBezTo>
                      <a:pt x="19" y="22"/>
                      <a:pt x="27" y="22"/>
                      <a:pt x="37" y="23"/>
                    </a:cubicBezTo>
                    <a:moveTo>
                      <a:pt x="7" y="4"/>
                    </a:move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0"/>
                      <a:pt x="19" y="11"/>
                      <a:pt x="20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17" y="14"/>
                      <a:pt x="18" y="16"/>
                    </a:cubicBezTo>
                    <a:cubicBezTo>
                      <a:pt x="18" y="20"/>
                      <a:pt x="15" y="20"/>
                      <a:pt x="14" y="18"/>
                    </a:cubicBezTo>
                    <a:cubicBezTo>
                      <a:pt x="13" y="17"/>
                      <a:pt x="15" y="12"/>
                      <a:pt x="12" y="13"/>
                    </a:cubicBezTo>
                    <a:cubicBezTo>
                      <a:pt x="9" y="13"/>
                      <a:pt x="7" y="7"/>
                      <a:pt x="3" y="4"/>
                    </a:cubicBezTo>
                    <a:cubicBezTo>
                      <a:pt x="4" y="4"/>
                      <a:pt x="6" y="4"/>
                      <a:pt x="7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9" name="Freeform 35">
                <a:extLst>
                  <a:ext uri="{FF2B5EF4-FFF2-40B4-BE49-F238E27FC236}">
                    <a16:creationId xmlns:a16="http://schemas.microsoft.com/office/drawing/2014/main" id="{9AEE8772-3E23-4524-923D-D72CEC41A02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0" y="7683"/>
                <a:ext cx="66" cy="52"/>
              </a:xfrm>
              <a:custGeom>
                <a:avLst/>
                <a:gdLst>
                  <a:gd name="T0" fmla="*/ 19 w 89"/>
                  <a:gd name="T1" fmla="*/ 62 h 69"/>
                  <a:gd name="T2" fmla="*/ 88 w 89"/>
                  <a:gd name="T3" fmla="*/ 3 h 69"/>
                  <a:gd name="T4" fmla="*/ 87 w 89"/>
                  <a:gd name="T5" fmla="*/ 1 h 69"/>
                  <a:gd name="T6" fmla="*/ 17 w 89"/>
                  <a:gd name="T7" fmla="*/ 57 h 69"/>
                  <a:gd name="T8" fmla="*/ 14 w 89"/>
                  <a:gd name="T9" fmla="*/ 52 h 69"/>
                  <a:gd name="T10" fmla="*/ 78 w 89"/>
                  <a:gd name="T11" fmla="*/ 6 h 69"/>
                  <a:gd name="T12" fmla="*/ 78 w 89"/>
                  <a:gd name="T13" fmla="*/ 5 h 69"/>
                  <a:gd name="T14" fmla="*/ 12 w 89"/>
                  <a:gd name="T15" fmla="*/ 49 h 69"/>
                  <a:gd name="T16" fmla="*/ 19 w 89"/>
                  <a:gd name="T17" fmla="*/ 6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19" y="62"/>
                    </a:moveTo>
                    <a:cubicBezTo>
                      <a:pt x="24" y="57"/>
                      <a:pt x="85" y="5"/>
                      <a:pt x="88" y="3"/>
                    </a:cubicBezTo>
                    <a:cubicBezTo>
                      <a:pt x="89" y="1"/>
                      <a:pt x="88" y="0"/>
                      <a:pt x="87" y="1"/>
                    </a:cubicBezTo>
                    <a:cubicBezTo>
                      <a:pt x="84" y="3"/>
                      <a:pt x="19" y="56"/>
                      <a:pt x="17" y="57"/>
                    </a:cubicBezTo>
                    <a:cubicBezTo>
                      <a:pt x="14" y="60"/>
                      <a:pt x="10" y="56"/>
                      <a:pt x="14" y="52"/>
                    </a:cubicBezTo>
                    <a:cubicBezTo>
                      <a:pt x="20" y="48"/>
                      <a:pt x="78" y="5"/>
                      <a:pt x="78" y="6"/>
                    </a:cubicBezTo>
                    <a:cubicBezTo>
                      <a:pt x="77" y="7"/>
                      <a:pt x="78" y="5"/>
                      <a:pt x="78" y="5"/>
                    </a:cubicBezTo>
                    <a:cubicBezTo>
                      <a:pt x="77" y="6"/>
                      <a:pt x="24" y="41"/>
                      <a:pt x="12" y="49"/>
                    </a:cubicBezTo>
                    <a:cubicBezTo>
                      <a:pt x="0" y="58"/>
                      <a:pt x="10" y="69"/>
                      <a:pt x="19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0" name="Freeform 36">
                <a:extLst>
                  <a:ext uri="{FF2B5EF4-FFF2-40B4-BE49-F238E27FC236}">
                    <a16:creationId xmlns:a16="http://schemas.microsoft.com/office/drawing/2014/main" id="{C3E7E309-8057-4CBC-8CA3-BBF5A88E174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7" y="7662"/>
                <a:ext cx="62" cy="38"/>
              </a:xfrm>
              <a:custGeom>
                <a:avLst/>
                <a:gdLst>
                  <a:gd name="T0" fmla="*/ 72 w 83"/>
                  <a:gd name="T1" fmla="*/ 4 h 50"/>
                  <a:gd name="T2" fmla="*/ 12 w 83"/>
                  <a:gd name="T3" fmla="*/ 33 h 50"/>
                  <a:gd name="T4" fmla="*/ 16 w 83"/>
                  <a:gd name="T5" fmla="*/ 45 h 50"/>
                  <a:gd name="T6" fmla="*/ 81 w 83"/>
                  <a:gd name="T7" fmla="*/ 2 h 50"/>
                  <a:gd name="T8" fmla="*/ 81 w 83"/>
                  <a:gd name="T9" fmla="*/ 1 h 50"/>
                  <a:gd name="T10" fmla="*/ 15 w 83"/>
                  <a:gd name="T11" fmla="*/ 41 h 50"/>
                  <a:gd name="T12" fmla="*/ 13 w 83"/>
                  <a:gd name="T13" fmla="*/ 36 h 50"/>
                  <a:gd name="T14" fmla="*/ 72 w 83"/>
                  <a:gd name="T15" fmla="*/ 4 h 50"/>
                  <a:gd name="T16" fmla="*/ 72 w 83"/>
                  <a:gd name="T1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50">
                    <a:moveTo>
                      <a:pt x="72" y="4"/>
                    </a:moveTo>
                    <a:cubicBezTo>
                      <a:pt x="72" y="4"/>
                      <a:pt x="22" y="28"/>
                      <a:pt x="12" y="33"/>
                    </a:cubicBezTo>
                    <a:cubicBezTo>
                      <a:pt x="0" y="39"/>
                      <a:pt x="7" y="50"/>
                      <a:pt x="16" y="45"/>
                    </a:cubicBezTo>
                    <a:cubicBezTo>
                      <a:pt x="20" y="42"/>
                      <a:pt x="79" y="4"/>
                      <a:pt x="81" y="2"/>
                    </a:cubicBezTo>
                    <a:cubicBezTo>
                      <a:pt x="83" y="2"/>
                      <a:pt x="82" y="0"/>
                      <a:pt x="81" y="1"/>
                    </a:cubicBezTo>
                    <a:cubicBezTo>
                      <a:pt x="78" y="2"/>
                      <a:pt x="17" y="40"/>
                      <a:pt x="15" y="41"/>
                    </a:cubicBezTo>
                    <a:cubicBezTo>
                      <a:pt x="11" y="43"/>
                      <a:pt x="9" y="39"/>
                      <a:pt x="13" y="36"/>
                    </a:cubicBezTo>
                    <a:cubicBezTo>
                      <a:pt x="18" y="34"/>
                      <a:pt x="73" y="4"/>
                      <a:pt x="72" y="4"/>
                    </a:cubicBezTo>
                    <a:cubicBezTo>
                      <a:pt x="72" y="5"/>
                      <a:pt x="73" y="3"/>
                      <a:pt x="7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1" name="Freeform 37">
                <a:extLst>
                  <a:ext uri="{FF2B5EF4-FFF2-40B4-BE49-F238E27FC236}">
                    <a16:creationId xmlns:a16="http://schemas.microsoft.com/office/drawing/2014/main" id="{557FFAC5-2625-42E1-8D9C-93BB96175B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78" y="7643"/>
                <a:ext cx="50" cy="19"/>
              </a:xfrm>
              <a:custGeom>
                <a:avLst/>
                <a:gdLst>
                  <a:gd name="T0" fmla="*/ 14 w 68"/>
                  <a:gd name="T1" fmla="*/ 22 h 26"/>
                  <a:gd name="T2" fmla="*/ 67 w 68"/>
                  <a:gd name="T3" fmla="*/ 2 h 26"/>
                  <a:gd name="T4" fmla="*/ 66 w 68"/>
                  <a:gd name="T5" fmla="*/ 1 h 26"/>
                  <a:gd name="T6" fmla="*/ 14 w 68"/>
                  <a:gd name="T7" fmla="*/ 18 h 26"/>
                  <a:gd name="T8" fmla="*/ 14 w 68"/>
                  <a:gd name="T9" fmla="*/ 13 h 26"/>
                  <a:gd name="T10" fmla="*/ 57 w 68"/>
                  <a:gd name="T11" fmla="*/ 2 h 26"/>
                  <a:gd name="T12" fmla="*/ 58 w 68"/>
                  <a:gd name="T13" fmla="*/ 1 h 26"/>
                  <a:gd name="T14" fmla="*/ 13 w 68"/>
                  <a:gd name="T15" fmla="*/ 10 h 26"/>
                  <a:gd name="T16" fmla="*/ 14 w 68"/>
                  <a:gd name="T17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6">
                    <a:moveTo>
                      <a:pt x="14" y="22"/>
                    </a:moveTo>
                    <a:cubicBezTo>
                      <a:pt x="20" y="20"/>
                      <a:pt x="64" y="3"/>
                      <a:pt x="67" y="2"/>
                    </a:cubicBezTo>
                    <a:cubicBezTo>
                      <a:pt x="68" y="2"/>
                      <a:pt x="68" y="0"/>
                      <a:pt x="66" y="1"/>
                    </a:cubicBezTo>
                    <a:cubicBezTo>
                      <a:pt x="64" y="2"/>
                      <a:pt x="17" y="18"/>
                      <a:pt x="14" y="18"/>
                    </a:cubicBezTo>
                    <a:cubicBezTo>
                      <a:pt x="11" y="19"/>
                      <a:pt x="9" y="15"/>
                      <a:pt x="14" y="13"/>
                    </a:cubicBezTo>
                    <a:cubicBezTo>
                      <a:pt x="19" y="12"/>
                      <a:pt x="55" y="3"/>
                      <a:pt x="57" y="2"/>
                    </a:cubicBezTo>
                    <a:cubicBezTo>
                      <a:pt x="57" y="2"/>
                      <a:pt x="58" y="1"/>
                      <a:pt x="58" y="1"/>
                    </a:cubicBezTo>
                    <a:cubicBezTo>
                      <a:pt x="57" y="1"/>
                      <a:pt x="24" y="7"/>
                      <a:pt x="13" y="10"/>
                    </a:cubicBezTo>
                    <a:cubicBezTo>
                      <a:pt x="0" y="13"/>
                      <a:pt x="5" y="26"/>
                      <a:pt x="14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2" name="Freeform 38">
                <a:extLst>
                  <a:ext uri="{FF2B5EF4-FFF2-40B4-BE49-F238E27FC236}">
                    <a16:creationId xmlns:a16="http://schemas.microsoft.com/office/drawing/2014/main" id="{7ED3DC3D-D500-4DEE-9E37-54D3A50976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56" y="7687"/>
                <a:ext cx="19" cy="38"/>
              </a:xfrm>
              <a:custGeom>
                <a:avLst/>
                <a:gdLst>
                  <a:gd name="T0" fmla="*/ 10 w 26"/>
                  <a:gd name="T1" fmla="*/ 45 h 51"/>
                  <a:gd name="T2" fmla="*/ 26 w 26"/>
                  <a:gd name="T3" fmla="*/ 1 h 51"/>
                  <a:gd name="T4" fmla="*/ 25 w 26"/>
                  <a:gd name="T5" fmla="*/ 1 h 51"/>
                  <a:gd name="T6" fmla="*/ 8 w 26"/>
                  <a:gd name="T7" fmla="*/ 43 h 51"/>
                  <a:gd name="T8" fmla="*/ 6 w 26"/>
                  <a:gd name="T9" fmla="*/ 42 h 51"/>
                  <a:gd name="T10" fmla="*/ 22 w 26"/>
                  <a:gd name="T11" fmla="*/ 6 h 51"/>
                  <a:gd name="T12" fmla="*/ 22 w 26"/>
                  <a:gd name="T13" fmla="*/ 6 h 51"/>
                  <a:gd name="T14" fmla="*/ 4 w 26"/>
                  <a:gd name="T15" fmla="*/ 41 h 51"/>
                  <a:gd name="T16" fmla="*/ 10 w 26"/>
                  <a:gd name="T17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10" y="45"/>
                    </a:moveTo>
                    <a:cubicBezTo>
                      <a:pt x="11" y="41"/>
                      <a:pt x="25" y="3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4" y="3"/>
                      <a:pt x="9" y="42"/>
                      <a:pt x="8" y="43"/>
                    </a:cubicBezTo>
                    <a:cubicBezTo>
                      <a:pt x="8" y="46"/>
                      <a:pt x="4" y="45"/>
                      <a:pt x="6" y="42"/>
                    </a:cubicBezTo>
                    <a:cubicBezTo>
                      <a:pt x="7" y="38"/>
                      <a:pt x="21" y="8"/>
                      <a:pt x="22" y="6"/>
                    </a:cubicBezTo>
                    <a:cubicBezTo>
                      <a:pt x="22" y="6"/>
                      <a:pt x="22" y="5"/>
                      <a:pt x="22" y="6"/>
                    </a:cubicBezTo>
                    <a:cubicBezTo>
                      <a:pt x="22" y="6"/>
                      <a:pt x="7" y="34"/>
                      <a:pt x="4" y="41"/>
                    </a:cubicBezTo>
                    <a:cubicBezTo>
                      <a:pt x="0" y="49"/>
                      <a:pt x="8" y="51"/>
                      <a:pt x="10" y="4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3" name="Freeform 39">
                <a:extLst>
                  <a:ext uri="{FF2B5EF4-FFF2-40B4-BE49-F238E27FC236}">
                    <a16:creationId xmlns:a16="http://schemas.microsoft.com/office/drawing/2014/main" id="{E5859688-A7F0-4163-BA7C-8B4699C2862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2" y="7692"/>
                <a:ext cx="21" cy="37"/>
              </a:xfrm>
              <a:custGeom>
                <a:avLst/>
                <a:gdLst>
                  <a:gd name="T0" fmla="*/ 10 w 28"/>
                  <a:gd name="T1" fmla="*/ 44 h 50"/>
                  <a:gd name="T2" fmla="*/ 28 w 28"/>
                  <a:gd name="T3" fmla="*/ 2 h 50"/>
                  <a:gd name="T4" fmla="*/ 27 w 28"/>
                  <a:gd name="T5" fmla="*/ 1 h 50"/>
                  <a:gd name="T6" fmla="*/ 8 w 28"/>
                  <a:gd name="T7" fmla="*/ 42 h 50"/>
                  <a:gd name="T8" fmla="*/ 5 w 28"/>
                  <a:gd name="T9" fmla="*/ 41 h 50"/>
                  <a:gd name="T10" fmla="*/ 24 w 28"/>
                  <a:gd name="T11" fmla="*/ 6 h 50"/>
                  <a:gd name="T12" fmla="*/ 24 w 28"/>
                  <a:gd name="T13" fmla="*/ 6 h 50"/>
                  <a:gd name="T14" fmla="*/ 3 w 28"/>
                  <a:gd name="T15" fmla="*/ 40 h 50"/>
                  <a:gd name="T16" fmla="*/ 10 w 28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10" y="44"/>
                    </a:moveTo>
                    <a:cubicBezTo>
                      <a:pt x="11" y="41"/>
                      <a:pt x="27" y="3"/>
                      <a:pt x="28" y="2"/>
                    </a:cubicBezTo>
                    <a:cubicBezTo>
                      <a:pt x="28" y="1"/>
                      <a:pt x="27" y="0"/>
                      <a:pt x="27" y="1"/>
                    </a:cubicBezTo>
                    <a:cubicBezTo>
                      <a:pt x="26" y="3"/>
                      <a:pt x="9" y="41"/>
                      <a:pt x="8" y="42"/>
                    </a:cubicBezTo>
                    <a:cubicBezTo>
                      <a:pt x="7" y="45"/>
                      <a:pt x="4" y="44"/>
                      <a:pt x="5" y="41"/>
                    </a:cubicBezTo>
                    <a:cubicBezTo>
                      <a:pt x="7" y="37"/>
                      <a:pt x="23" y="7"/>
                      <a:pt x="24" y="6"/>
                    </a:cubicBezTo>
                    <a:cubicBezTo>
                      <a:pt x="24" y="6"/>
                      <a:pt x="24" y="5"/>
                      <a:pt x="24" y="6"/>
                    </a:cubicBezTo>
                    <a:cubicBezTo>
                      <a:pt x="23" y="6"/>
                      <a:pt x="7" y="33"/>
                      <a:pt x="3" y="40"/>
                    </a:cubicBezTo>
                    <a:cubicBezTo>
                      <a:pt x="0" y="47"/>
                      <a:pt x="8" y="50"/>
                      <a:pt x="10" y="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4" name="Freeform 40">
                <a:extLst>
                  <a:ext uri="{FF2B5EF4-FFF2-40B4-BE49-F238E27FC236}">
                    <a16:creationId xmlns:a16="http://schemas.microsoft.com/office/drawing/2014/main" id="{3391DEF2-B037-40D8-8B38-AC267824EF5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1" y="7693"/>
                <a:ext cx="21" cy="38"/>
              </a:xfrm>
              <a:custGeom>
                <a:avLst/>
                <a:gdLst>
                  <a:gd name="T0" fmla="*/ 24 w 28"/>
                  <a:gd name="T1" fmla="*/ 40 h 51"/>
                  <a:gd name="T2" fmla="*/ 4 w 28"/>
                  <a:gd name="T3" fmla="*/ 6 h 51"/>
                  <a:gd name="T4" fmla="*/ 4 w 28"/>
                  <a:gd name="T5" fmla="*/ 6 h 51"/>
                  <a:gd name="T6" fmla="*/ 22 w 28"/>
                  <a:gd name="T7" fmla="*/ 41 h 51"/>
                  <a:gd name="T8" fmla="*/ 20 w 28"/>
                  <a:gd name="T9" fmla="*/ 43 h 51"/>
                  <a:gd name="T10" fmla="*/ 1 w 28"/>
                  <a:gd name="T11" fmla="*/ 1 h 51"/>
                  <a:gd name="T12" fmla="*/ 0 w 28"/>
                  <a:gd name="T13" fmla="*/ 2 h 51"/>
                  <a:gd name="T14" fmla="*/ 18 w 28"/>
                  <a:gd name="T15" fmla="*/ 44 h 51"/>
                  <a:gd name="T16" fmla="*/ 24 w 28"/>
                  <a:gd name="T17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24" y="40"/>
                    </a:moveTo>
                    <a:cubicBezTo>
                      <a:pt x="21" y="33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8"/>
                      <a:pt x="21" y="38"/>
                      <a:pt x="22" y="41"/>
                    </a:cubicBezTo>
                    <a:cubicBezTo>
                      <a:pt x="24" y="44"/>
                      <a:pt x="21" y="45"/>
                      <a:pt x="20" y="43"/>
                    </a:cubicBezTo>
                    <a:cubicBezTo>
                      <a:pt x="19" y="41"/>
                      <a:pt x="2" y="3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4"/>
                      <a:pt x="17" y="41"/>
                      <a:pt x="18" y="44"/>
                    </a:cubicBezTo>
                    <a:cubicBezTo>
                      <a:pt x="20" y="51"/>
                      <a:pt x="28" y="48"/>
                      <a:pt x="24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5" name="Freeform 41">
                <a:extLst>
                  <a:ext uri="{FF2B5EF4-FFF2-40B4-BE49-F238E27FC236}">
                    <a16:creationId xmlns:a16="http://schemas.microsoft.com/office/drawing/2014/main" id="{C7642AAA-2D4D-4D1F-BCF4-A596741D8C4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4" y="7688"/>
                <a:ext cx="17" cy="25"/>
              </a:xfrm>
              <a:custGeom>
                <a:avLst/>
                <a:gdLst>
                  <a:gd name="T0" fmla="*/ 19 w 23"/>
                  <a:gd name="T1" fmla="*/ 4 h 33"/>
                  <a:gd name="T2" fmla="*/ 19 w 23"/>
                  <a:gd name="T3" fmla="*/ 4 h 33"/>
                  <a:gd name="T4" fmla="*/ 3 w 23"/>
                  <a:gd name="T5" fmla="*/ 26 h 33"/>
                  <a:gd name="T6" fmla="*/ 8 w 23"/>
                  <a:gd name="T7" fmla="*/ 29 h 33"/>
                  <a:gd name="T8" fmla="*/ 22 w 23"/>
                  <a:gd name="T9" fmla="*/ 1 h 33"/>
                  <a:gd name="T10" fmla="*/ 22 w 23"/>
                  <a:gd name="T11" fmla="*/ 1 h 33"/>
                  <a:gd name="T12" fmla="*/ 7 w 23"/>
                  <a:gd name="T13" fmla="*/ 28 h 33"/>
                  <a:gd name="T14" fmla="*/ 5 w 23"/>
                  <a:gd name="T15" fmla="*/ 27 h 33"/>
                  <a:gd name="T16" fmla="*/ 19 w 23"/>
                  <a:gd name="T1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3">
                    <a:moveTo>
                      <a:pt x="19" y="4"/>
                    </a:move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6" y="22"/>
                      <a:pt x="3" y="26"/>
                    </a:cubicBezTo>
                    <a:cubicBezTo>
                      <a:pt x="0" y="31"/>
                      <a:pt x="7" y="33"/>
                      <a:pt x="8" y="29"/>
                    </a:cubicBezTo>
                    <a:cubicBezTo>
                      <a:pt x="9" y="27"/>
                      <a:pt x="22" y="2"/>
                      <a:pt x="22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1" y="2"/>
                      <a:pt x="7" y="27"/>
                      <a:pt x="7" y="28"/>
                    </a:cubicBezTo>
                    <a:cubicBezTo>
                      <a:pt x="6" y="29"/>
                      <a:pt x="4" y="29"/>
                      <a:pt x="5" y="27"/>
                    </a:cubicBezTo>
                    <a:cubicBezTo>
                      <a:pt x="6" y="25"/>
                      <a:pt x="19" y="4"/>
                      <a:pt x="19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6" name="Freeform 42">
                <a:extLst>
                  <a:ext uri="{FF2B5EF4-FFF2-40B4-BE49-F238E27FC236}">
                    <a16:creationId xmlns:a16="http://schemas.microsoft.com/office/drawing/2014/main" id="{A5F3AF60-A551-4701-B334-27A5E53613E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0" y="7690"/>
                <a:ext cx="18" cy="17"/>
              </a:xfrm>
              <a:custGeom>
                <a:avLst/>
                <a:gdLst>
                  <a:gd name="T0" fmla="*/ 22 w 23"/>
                  <a:gd name="T1" fmla="*/ 1 h 23"/>
                  <a:gd name="T2" fmla="*/ 22 w 23"/>
                  <a:gd name="T3" fmla="*/ 1 h 23"/>
                  <a:gd name="T4" fmla="*/ 9 w 23"/>
                  <a:gd name="T5" fmla="*/ 16 h 23"/>
                  <a:gd name="T6" fmla="*/ 7 w 23"/>
                  <a:gd name="T7" fmla="*/ 13 h 23"/>
                  <a:gd name="T8" fmla="*/ 17 w 23"/>
                  <a:gd name="T9" fmla="*/ 4 h 23"/>
                  <a:gd name="T10" fmla="*/ 17 w 23"/>
                  <a:gd name="T11" fmla="*/ 4 h 23"/>
                  <a:gd name="T12" fmla="*/ 6 w 23"/>
                  <a:gd name="T13" fmla="*/ 12 h 23"/>
                  <a:gd name="T14" fmla="*/ 10 w 23"/>
                  <a:gd name="T15" fmla="*/ 18 h 23"/>
                  <a:gd name="T16" fmla="*/ 22 w 23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1"/>
                    </a:moveTo>
                    <a:cubicBezTo>
                      <a:pt x="23" y="1"/>
                      <a:pt x="22" y="0"/>
                      <a:pt x="22" y="1"/>
                    </a:cubicBezTo>
                    <a:cubicBezTo>
                      <a:pt x="21" y="2"/>
                      <a:pt x="10" y="15"/>
                      <a:pt x="9" y="16"/>
                    </a:cubicBezTo>
                    <a:cubicBezTo>
                      <a:pt x="7" y="18"/>
                      <a:pt x="5" y="16"/>
                      <a:pt x="7" y="13"/>
                    </a:cubicBezTo>
                    <a:cubicBezTo>
                      <a:pt x="9" y="11"/>
                      <a:pt x="17" y="5"/>
                      <a:pt x="17" y="4"/>
                    </a:cubicBezTo>
                    <a:cubicBezTo>
                      <a:pt x="17" y="4"/>
                      <a:pt x="18" y="4"/>
                      <a:pt x="17" y="4"/>
                    </a:cubicBezTo>
                    <a:cubicBezTo>
                      <a:pt x="17" y="4"/>
                      <a:pt x="11" y="6"/>
                      <a:pt x="6" y="12"/>
                    </a:cubicBezTo>
                    <a:cubicBezTo>
                      <a:pt x="0" y="18"/>
                      <a:pt x="6" y="23"/>
                      <a:pt x="10" y="18"/>
                    </a:cubicBezTo>
                    <a:cubicBezTo>
                      <a:pt x="13" y="15"/>
                      <a:pt x="21" y="3"/>
                      <a:pt x="2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7" name="Freeform 43">
                <a:extLst>
                  <a:ext uri="{FF2B5EF4-FFF2-40B4-BE49-F238E27FC236}">
                    <a16:creationId xmlns:a16="http://schemas.microsoft.com/office/drawing/2014/main" id="{9AB97888-FB1B-4BC1-9B74-A6F2DC58F3F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26"/>
                <a:ext cx="27" cy="8"/>
              </a:xfrm>
              <a:custGeom>
                <a:avLst/>
                <a:gdLst>
                  <a:gd name="T0" fmla="*/ 29 w 37"/>
                  <a:gd name="T1" fmla="*/ 5 h 11"/>
                  <a:gd name="T2" fmla="*/ 11 w 37"/>
                  <a:gd name="T3" fmla="*/ 1 h 11"/>
                  <a:gd name="T4" fmla="*/ 9 w 37"/>
                  <a:gd name="T5" fmla="*/ 11 h 11"/>
                  <a:gd name="T6" fmla="*/ 36 w 37"/>
                  <a:gd name="T7" fmla="*/ 8 h 11"/>
                  <a:gd name="T8" fmla="*/ 36 w 37"/>
                  <a:gd name="T9" fmla="*/ 7 h 11"/>
                  <a:gd name="T10" fmla="*/ 10 w 37"/>
                  <a:gd name="T11" fmla="*/ 8 h 11"/>
                  <a:gd name="T12" fmla="*/ 11 w 37"/>
                  <a:gd name="T13" fmla="*/ 3 h 11"/>
                  <a:gd name="T14" fmla="*/ 28 w 37"/>
                  <a:gd name="T15" fmla="*/ 6 h 11"/>
                  <a:gd name="T16" fmla="*/ 29 w 37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9" y="5"/>
                    </a:moveTo>
                    <a:cubicBezTo>
                      <a:pt x="28" y="5"/>
                      <a:pt x="21" y="1"/>
                      <a:pt x="11" y="1"/>
                    </a:cubicBezTo>
                    <a:cubicBezTo>
                      <a:pt x="0" y="0"/>
                      <a:pt x="1" y="11"/>
                      <a:pt x="9" y="11"/>
                    </a:cubicBezTo>
                    <a:cubicBezTo>
                      <a:pt x="14" y="10"/>
                      <a:pt x="34" y="9"/>
                      <a:pt x="36" y="8"/>
                    </a:cubicBezTo>
                    <a:cubicBezTo>
                      <a:pt x="37" y="8"/>
                      <a:pt x="37" y="7"/>
                      <a:pt x="36" y="7"/>
                    </a:cubicBezTo>
                    <a:cubicBezTo>
                      <a:pt x="34" y="7"/>
                      <a:pt x="12" y="8"/>
                      <a:pt x="10" y="8"/>
                    </a:cubicBezTo>
                    <a:cubicBezTo>
                      <a:pt x="7" y="7"/>
                      <a:pt x="7" y="3"/>
                      <a:pt x="11" y="3"/>
                    </a:cubicBezTo>
                    <a:cubicBezTo>
                      <a:pt x="16" y="4"/>
                      <a:pt x="28" y="6"/>
                      <a:pt x="28" y="6"/>
                    </a:cubicBezTo>
                    <a:cubicBezTo>
                      <a:pt x="29" y="6"/>
                      <a:pt x="29" y="5"/>
                      <a:pt x="29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8" name="Freeform 44">
                <a:extLst>
                  <a:ext uri="{FF2B5EF4-FFF2-40B4-BE49-F238E27FC236}">
                    <a16:creationId xmlns:a16="http://schemas.microsoft.com/office/drawing/2014/main" id="{73189078-4F12-4BA4-8958-E73C14DD87A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12"/>
                <a:ext cx="27" cy="10"/>
              </a:xfrm>
              <a:custGeom>
                <a:avLst/>
                <a:gdLst>
                  <a:gd name="T0" fmla="*/ 9 w 37"/>
                  <a:gd name="T1" fmla="*/ 11 h 13"/>
                  <a:gd name="T2" fmla="*/ 36 w 37"/>
                  <a:gd name="T3" fmla="*/ 13 h 13"/>
                  <a:gd name="T4" fmla="*/ 36 w 37"/>
                  <a:gd name="T5" fmla="*/ 11 h 13"/>
                  <a:gd name="T6" fmla="*/ 11 w 37"/>
                  <a:gd name="T7" fmla="*/ 8 h 13"/>
                  <a:gd name="T8" fmla="*/ 12 w 37"/>
                  <a:gd name="T9" fmla="*/ 4 h 13"/>
                  <a:gd name="T10" fmla="*/ 29 w 37"/>
                  <a:gd name="T11" fmla="*/ 9 h 13"/>
                  <a:gd name="T12" fmla="*/ 29 w 37"/>
                  <a:gd name="T13" fmla="*/ 9 h 13"/>
                  <a:gd name="T14" fmla="*/ 12 w 37"/>
                  <a:gd name="T15" fmla="*/ 2 h 13"/>
                  <a:gd name="T16" fmla="*/ 9 w 37"/>
                  <a:gd name="T1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9" y="11"/>
                    </a:moveTo>
                    <a:cubicBezTo>
                      <a:pt x="14" y="12"/>
                      <a:pt x="33" y="12"/>
                      <a:pt x="36" y="13"/>
                    </a:cubicBezTo>
                    <a:cubicBezTo>
                      <a:pt x="37" y="13"/>
                      <a:pt x="37" y="11"/>
                      <a:pt x="36" y="11"/>
                    </a:cubicBezTo>
                    <a:cubicBezTo>
                      <a:pt x="34" y="11"/>
                      <a:pt x="12" y="9"/>
                      <a:pt x="11" y="8"/>
                    </a:cubicBezTo>
                    <a:cubicBezTo>
                      <a:pt x="7" y="8"/>
                      <a:pt x="8" y="4"/>
                      <a:pt x="12" y="4"/>
                    </a:cubicBezTo>
                    <a:cubicBezTo>
                      <a:pt x="16" y="5"/>
                      <a:pt x="28" y="9"/>
                      <a:pt x="29" y="9"/>
                    </a:cubicBezTo>
                    <a:cubicBezTo>
                      <a:pt x="29" y="9"/>
                      <a:pt x="30" y="9"/>
                      <a:pt x="29" y="9"/>
                    </a:cubicBezTo>
                    <a:cubicBezTo>
                      <a:pt x="28" y="8"/>
                      <a:pt x="22" y="4"/>
                      <a:pt x="12" y="2"/>
                    </a:cubicBezTo>
                    <a:cubicBezTo>
                      <a:pt x="1" y="0"/>
                      <a:pt x="0" y="11"/>
                      <a:pt x="9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9" name="Freeform 45">
                <a:extLst>
                  <a:ext uri="{FF2B5EF4-FFF2-40B4-BE49-F238E27FC236}">
                    <a16:creationId xmlns:a16="http://schemas.microsoft.com/office/drawing/2014/main" id="{351C80EA-C976-44F5-AF25-EC55FD819F3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3" y="7599"/>
                <a:ext cx="21" cy="13"/>
              </a:xfrm>
              <a:custGeom>
                <a:avLst/>
                <a:gdLst>
                  <a:gd name="T0" fmla="*/ 14 w 27"/>
                  <a:gd name="T1" fmla="*/ 5 h 18"/>
                  <a:gd name="T2" fmla="*/ 7 w 27"/>
                  <a:gd name="T3" fmla="*/ 11 h 18"/>
                  <a:gd name="T4" fmla="*/ 25 w 27"/>
                  <a:gd name="T5" fmla="*/ 18 h 18"/>
                  <a:gd name="T6" fmla="*/ 26 w 27"/>
                  <a:gd name="T7" fmla="*/ 17 h 18"/>
                  <a:gd name="T8" fmla="*/ 10 w 27"/>
                  <a:gd name="T9" fmla="*/ 10 h 18"/>
                  <a:gd name="T10" fmla="*/ 12 w 27"/>
                  <a:gd name="T11" fmla="*/ 7 h 18"/>
                  <a:gd name="T12" fmla="*/ 20 w 27"/>
                  <a:gd name="T13" fmla="*/ 13 h 18"/>
                  <a:gd name="T14" fmla="*/ 21 w 27"/>
                  <a:gd name="T15" fmla="*/ 13 h 18"/>
                  <a:gd name="T16" fmla="*/ 14 w 27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14" y="5"/>
                    </a:moveTo>
                    <a:cubicBezTo>
                      <a:pt x="5" y="0"/>
                      <a:pt x="0" y="8"/>
                      <a:pt x="7" y="11"/>
                    </a:cubicBezTo>
                    <a:cubicBezTo>
                      <a:pt x="11" y="13"/>
                      <a:pt x="23" y="17"/>
                      <a:pt x="25" y="18"/>
                    </a:cubicBezTo>
                    <a:cubicBezTo>
                      <a:pt x="26" y="18"/>
                      <a:pt x="27" y="17"/>
                      <a:pt x="26" y="17"/>
                    </a:cubicBezTo>
                    <a:cubicBezTo>
                      <a:pt x="24" y="16"/>
                      <a:pt x="11" y="10"/>
                      <a:pt x="10" y="10"/>
                    </a:cubicBezTo>
                    <a:cubicBezTo>
                      <a:pt x="7" y="8"/>
                      <a:pt x="9" y="5"/>
                      <a:pt x="12" y="7"/>
                    </a:cubicBezTo>
                    <a:cubicBezTo>
                      <a:pt x="16" y="9"/>
                      <a:pt x="21" y="13"/>
                      <a:pt x="20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2" y="10"/>
                      <a:pt x="14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0" name="Freeform 46">
                <a:extLst>
                  <a:ext uri="{FF2B5EF4-FFF2-40B4-BE49-F238E27FC236}">
                    <a16:creationId xmlns:a16="http://schemas.microsoft.com/office/drawing/2014/main" id="{8A83C4FE-7099-4719-BA39-C50C0B34EA7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6" y="7586"/>
                <a:ext cx="24" cy="20"/>
              </a:xfrm>
              <a:custGeom>
                <a:avLst/>
                <a:gdLst>
                  <a:gd name="T0" fmla="*/ 26 w 32"/>
                  <a:gd name="T1" fmla="*/ 19 h 26"/>
                  <a:gd name="T2" fmla="*/ 13 w 32"/>
                  <a:gd name="T3" fmla="*/ 7 h 26"/>
                  <a:gd name="T4" fmla="*/ 7 w 32"/>
                  <a:gd name="T5" fmla="*/ 14 h 26"/>
                  <a:gd name="T6" fmla="*/ 30 w 32"/>
                  <a:gd name="T7" fmla="*/ 26 h 26"/>
                  <a:gd name="T8" fmla="*/ 31 w 32"/>
                  <a:gd name="T9" fmla="*/ 25 h 26"/>
                  <a:gd name="T10" fmla="*/ 9 w 32"/>
                  <a:gd name="T11" fmla="*/ 12 h 26"/>
                  <a:gd name="T12" fmla="*/ 11 w 32"/>
                  <a:gd name="T13" fmla="*/ 9 h 26"/>
                  <a:gd name="T14" fmla="*/ 26 w 32"/>
                  <a:gd name="T15" fmla="*/ 19 h 26"/>
                  <a:gd name="T16" fmla="*/ 26 w 32"/>
                  <a:gd name="T17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6">
                    <a:moveTo>
                      <a:pt x="26" y="19"/>
                    </a:moveTo>
                    <a:cubicBezTo>
                      <a:pt x="26" y="19"/>
                      <a:pt x="20" y="13"/>
                      <a:pt x="13" y="7"/>
                    </a:cubicBezTo>
                    <a:cubicBezTo>
                      <a:pt x="5" y="0"/>
                      <a:pt x="0" y="10"/>
                      <a:pt x="7" y="14"/>
                    </a:cubicBezTo>
                    <a:cubicBezTo>
                      <a:pt x="10" y="17"/>
                      <a:pt x="28" y="25"/>
                      <a:pt x="30" y="26"/>
                    </a:cubicBezTo>
                    <a:cubicBezTo>
                      <a:pt x="31" y="26"/>
                      <a:pt x="32" y="25"/>
                      <a:pt x="31" y="25"/>
                    </a:cubicBezTo>
                    <a:cubicBezTo>
                      <a:pt x="29" y="23"/>
                      <a:pt x="10" y="13"/>
                      <a:pt x="9" y="12"/>
                    </a:cubicBezTo>
                    <a:cubicBezTo>
                      <a:pt x="7" y="10"/>
                      <a:pt x="8" y="7"/>
                      <a:pt x="11" y="9"/>
                    </a:cubicBezTo>
                    <a:cubicBezTo>
                      <a:pt x="15" y="12"/>
                      <a:pt x="26" y="20"/>
                      <a:pt x="26" y="19"/>
                    </a:cubicBezTo>
                    <a:cubicBezTo>
                      <a:pt x="25" y="19"/>
                      <a:pt x="27" y="20"/>
                      <a:pt x="26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1" name="Freeform 47">
                <a:extLst>
                  <a:ext uri="{FF2B5EF4-FFF2-40B4-BE49-F238E27FC236}">
                    <a16:creationId xmlns:a16="http://schemas.microsoft.com/office/drawing/2014/main" id="{86116C41-9550-44B3-9093-8C1D1964134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2" y="7582"/>
                <a:ext cx="13" cy="15"/>
              </a:xfrm>
              <a:custGeom>
                <a:avLst/>
                <a:gdLst>
                  <a:gd name="T0" fmla="*/ 17 w 18"/>
                  <a:gd name="T1" fmla="*/ 20 h 20"/>
                  <a:gd name="T2" fmla="*/ 17 w 18"/>
                  <a:gd name="T3" fmla="*/ 19 h 20"/>
                  <a:gd name="T4" fmla="*/ 5 w 18"/>
                  <a:gd name="T5" fmla="*/ 8 h 20"/>
                  <a:gd name="T6" fmla="*/ 7 w 18"/>
                  <a:gd name="T7" fmla="*/ 6 h 20"/>
                  <a:gd name="T8" fmla="*/ 15 w 18"/>
                  <a:gd name="T9" fmla="*/ 15 h 20"/>
                  <a:gd name="T10" fmla="*/ 15 w 18"/>
                  <a:gd name="T11" fmla="*/ 15 h 20"/>
                  <a:gd name="T12" fmla="*/ 8 w 18"/>
                  <a:gd name="T13" fmla="*/ 5 h 20"/>
                  <a:gd name="T14" fmla="*/ 3 w 18"/>
                  <a:gd name="T15" fmla="*/ 9 h 20"/>
                  <a:gd name="T16" fmla="*/ 17 w 18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7" y="20"/>
                    </a:moveTo>
                    <a:cubicBezTo>
                      <a:pt x="17" y="20"/>
                      <a:pt x="18" y="20"/>
                      <a:pt x="17" y="19"/>
                    </a:cubicBezTo>
                    <a:cubicBezTo>
                      <a:pt x="17" y="18"/>
                      <a:pt x="6" y="9"/>
                      <a:pt x="5" y="8"/>
                    </a:cubicBezTo>
                    <a:cubicBezTo>
                      <a:pt x="4" y="7"/>
                      <a:pt x="5" y="4"/>
                      <a:pt x="7" y="6"/>
                    </a:cubicBezTo>
                    <a:cubicBezTo>
                      <a:pt x="9" y="9"/>
                      <a:pt x="15" y="15"/>
                      <a:pt x="15" y="15"/>
                    </a:cubicBezTo>
                    <a:cubicBezTo>
                      <a:pt x="15" y="15"/>
                      <a:pt x="16" y="15"/>
                      <a:pt x="15" y="15"/>
                    </a:cubicBezTo>
                    <a:cubicBezTo>
                      <a:pt x="15" y="14"/>
                      <a:pt x="12" y="10"/>
                      <a:pt x="8" y="5"/>
                    </a:cubicBezTo>
                    <a:cubicBezTo>
                      <a:pt x="4" y="0"/>
                      <a:pt x="0" y="6"/>
                      <a:pt x="3" y="9"/>
                    </a:cubicBezTo>
                    <a:cubicBezTo>
                      <a:pt x="5" y="11"/>
                      <a:pt x="16" y="19"/>
                      <a:pt x="17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2" name="Freeform 48">
                <a:extLst>
                  <a:ext uri="{FF2B5EF4-FFF2-40B4-BE49-F238E27FC236}">
                    <a16:creationId xmlns:a16="http://schemas.microsoft.com/office/drawing/2014/main" id="{7E68B58D-7013-4992-B8AD-DFB9874E130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83" y="7580"/>
                <a:ext cx="6" cy="14"/>
              </a:xfrm>
              <a:custGeom>
                <a:avLst/>
                <a:gdLst>
                  <a:gd name="T0" fmla="*/ 5 w 8"/>
                  <a:gd name="T1" fmla="*/ 14 h 19"/>
                  <a:gd name="T2" fmla="*/ 7 w 8"/>
                  <a:gd name="T3" fmla="*/ 6 h 19"/>
                  <a:gd name="T4" fmla="*/ 0 w 8"/>
                  <a:gd name="T5" fmla="*/ 6 h 19"/>
                  <a:gd name="T6" fmla="*/ 3 w 8"/>
                  <a:gd name="T7" fmla="*/ 18 h 19"/>
                  <a:gd name="T8" fmla="*/ 3 w 8"/>
                  <a:gd name="T9" fmla="*/ 18 h 19"/>
                  <a:gd name="T10" fmla="*/ 2 w 8"/>
                  <a:gd name="T11" fmla="*/ 6 h 19"/>
                  <a:gd name="T12" fmla="*/ 5 w 8"/>
                  <a:gd name="T13" fmla="*/ 6 h 19"/>
                  <a:gd name="T14" fmla="*/ 5 w 8"/>
                  <a:gd name="T15" fmla="*/ 13 h 19"/>
                  <a:gd name="T16" fmla="*/ 5 w 8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5" y="14"/>
                    </a:moveTo>
                    <a:cubicBezTo>
                      <a:pt x="5" y="13"/>
                      <a:pt x="6" y="12"/>
                      <a:pt x="7" y="6"/>
                    </a:cubicBezTo>
                    <a:cubicBezTo>
                      <a:pt x="8" y="0"/>
                      <a:pt x="1" y="1"/>
                      <a:pt x="0" y="6"/>
                    </a:cubicBezTo>
                    <a:cubicBezTo>
                      <a:pt x="0" y="9"/>
                      <a:pt x="3" y="17"/>
                      <a:pt x="3" y="18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4" y="17"/>
                      <a:pt x="2" y="7"/>
                      <a:pt x="2" y="6"/>
                    </a:cubicBezTo>
                    <a:cubicBezTo>
                      <a:pt x="3" y="4"/>
                      <a:pt x="5" y="4"/>
                      <a:pt x="5" y="6"/>
                    </a:cubicBezTo>
                    <a:cubicBezTo>
                      <a:pt x="5" y="9"/>
                      <a:pt x="5" y="14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3" name="Freeform 49">
                <a:extLst>
                  <a:ext uri="{FF2B5EF4-FFF2-40B4-BE49-F238E27FC236}">
                    <a16:creationId xmlns:a16="http://schemas.microsoft.com/office/drawing/2014/main" id="{AB467129-953D-4408-B156-1D0D36A4E7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0" y="7666"/>
                <a:ext cx="19" cy="15"/>
              </a:xfrm>
              <a:custGeom>
                <a:avLst/>
                <a:gdLst>
                  <a:gd name="T0" fmla="*/ 11 w 26"/>
                  <a:gd name="T1" fmla="*/ 16 h 20"/>
                  <a:gd name="T2" fmla="*/ 26 w 26"/>
                  <a:gd name="T3" fmla="*/ 2 h 20"/>
                  <a:gd name="T4" fmla="*/ 25 w 26"/>
                  <a:gd name="T5" fmla="*/ 1 h 20"/>
                  <a:gd name="T6" fmla="*/ 10 w 26"/>
                  <a:gd name="T7" fmla="*/ 14 h 20"/>
                  <a:gd name="T8" fmla="*/ 8 w 26"/>
                  <a:gd name="T9" fmla="*/ 11 h 20"/>
                  <a:gd name="T10" fmla="*/ 20 w 26"/>
                  <a:gd name="T11" fmla="*/ 4 h 20"/>
                  <a:gd name="T12" fmla="*/ 20 w 26"/>
                  <a:gd name="T13" fmla="*/ 3 h 20"/>
                  <a:gd name="T14" fmla="*/ 7 w 26"/>
                  <a:gd name="T15" fmla="*/ 9 h 20"/>
                  <a:gd name="T16" fmla="*/ 11 w 26"/>
                  <a:gd name="T1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1" y="16"/>
                    </a:moveTo>
                    <a:cubicBezTo>
                      <a:pt x="14" y="13"/>
                      <a:pt x="24" y="3"/>
                      <a:pt x="26" y="2"/>
                    </a:cubicBezTo>
                    <a:cubicBezTo>
                      <a:pt x="26" y="1"/>
                      <a:pt x="26" y="0"/>
                      <a:pt x="25" y="1"/>
                    </a:cubicBezTo>
                    <a:cubicBezTo>
                      <a:pt x="24" y="2"/>
                      <a:pt x="11" y="13"/>
                      <a:pt x="10" y="14"/>
                    </a:cubicBezTo>
                    <a:cubicBezTo>
                      <a:pt x="8" y="15"/>
                      <a:pt x="6" y="13"/>
                      <a:pt x="8" y="11"/>
                    </a:cubicBezTo>
                    <a:cubicBezTo>
                      <a:pt x="11" y="9"/>
                      <a:pt x="21" y="3"/>
                      <a:pt x="20" y="4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3"/>
                      <a:pt x="13" y="4"/>
                      <a:pt x="7" y="9"/>
                    </a:cubicBezTo>
                    <a:cubicBezTo>
                      <a:pt x="0" y="14"/>
                      <a:pt x="6" y="20"/>
                      <a:pt x="11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4" name="Freeform 50">
                <a:extLst>
                  <a:ext uri="{FF2B5EF4-FFF2-40B4-BE49-F238E27FC236}">
                    <a16:creationId xmlns:a16="http://schemas.microsoft.com/office/drawing/2014/main" id="{FFFCAA4C-0FD6-4E88-BDA5-0EE322A8AA6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5" y="7723"/>
                <a:ext cx="12" cy="18"/>
              </a:xfrm>
              <a:custGeom>
                <a:avLst/>
                <a:gdLst>
                  <a:gd name="T0" fmla="*/ 4 w 16"/>
                  <a:gd name="T1" fmla="*/ 13 h 25"/>
                  <a:gd name="T2" fmla="*/ 8 w 16"/>
                  <a:gd name="T3" fmla="*/ 19 h 25"/>
                  <a:gd name="T4" fmla="*/ 16 w 16"/>
                  <a:gd name="T5" fmla="*/ 1 h 25"/>
                  <a:gd name="T6" fmla="*/ 15 w 16"/>
                  <a:gd name="T7" fmla="*/ 0 h 25"/>
                  <a:gd name="T8" fmla="*/ 7 w 16"/>
                  <a:gd name="T9" fmla="*/ 17 h 25"/>
                  <a:gd name="T10" fmla="*/ 6 w 16"/>
                  <a:gd name="T11" fmla="*/ 15 h 25"/>
                  <a:gd name="T12" fmla="*/ 12 w 16"/>
                  <a:gd name="T13" fmla="*/ 5 h 25"/>
                  <a:gd name="T14" fmla="*/ 12 w 16"/>
                  <a:gd name="T15" fmla="*/ 4 h 25"/>
                  <a:gd name="T16" fmla="*/ 4 w 16"/>
                  <a:gd name="T17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13"/>
                    </a:moveTo>
                    <a:cubicBezTo>
                      <a:pt x="0" y="20"/>
                      <a:pt x="6" y="25"/>
                      <a:pt x="8" y="19"/>
                    </a:cubicBezTo>
                    <a:cubicBezTo>
                      <a:pt x="10" y="16"/>
                      <a:pt x="15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2"/>
                      <a:pt x="8" y="16"/>
                      <a:pt x="7" y="17"/>
                    </a:cubicBezTo>
                    <a:cubicBezTo>
                      <a:pt x="6" y="19"/>
                      <a:pt x="4" y="17"/>
                      <a:pt x="6" y="15"/>
                    </a:cubicBezTo>
                    <a:cubicBezTo>
                      <a:pt x="7" y="12"/>
                      <a:pt x="12" y="5"/>
                      <a:pt x="12" y="5"/>
                    </a:cubicBezTo>
                    <a:cubicBezTo>
                      <a:pt x="12" y="5"/>
                      <a:pt x="13" y="4"/>
                      <a:pt x="12" y="4"/>
                    </a:cubicBezTo>
                    <a:cubicBezTo>
                      <a:pt x="12" y="5"/>
                      <a:pt x="8" y="7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5" name="Freeform 51">
                <a:extLst>
                  <a:ext uri="{FF2B5EF4-FFF2-40B4-BE49-F238E27FC236}">
                    <a16:creationId xmlns:a16="http://schemas.microsoft.com/office/drawing/2014/main" id="{032BFD47-ED55-46D0-9954-CAA81AE1980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45" y="7647"/>
                <a:ext cx="100" cy="51"/>
              </a:xfrm>
              <a:custGeom>
                <a:avLst/>
                <a:gdLst>
                  <a:gd name="T0" fmla="*/ 18 w 135"/>
                  <a:gd name="T1" fmla="*/ 64 h 69"/>
                  <a:gd name="T2" fmla="*/ 134 w 135"/>
                  <a:gd name="T3" fmla="*/ 3 h 69"/>
                  <a:gd name="T4" fmla="*/ 133 w 135"/>
                  <a:gd name="T5" fmla="*/ 1 h 69"/>
                  <a:gd name="T6" fmla="*/ 18 w 135"/>
                  <a:gd name="T7" fmla="*/ 59 h 69"/>
                  <a:gd name="T8" fmla="*/ 16 w 135"/>
                  <a:gd name="T9" fmla="*/ 54 h 69"/>
                  <a:gd name="T10" fmla="*/ 123 w 135"/>
                  <a:gd name="T11" fmla="*/ 4 h 69"/>
                  <a:gd name="T12" fmla="*/ 123 w 135"/>
                  <a:gd name="T13" fmla="*/ 4 h 69"/>
                  <a:gd name="T14" fmla="*/ 14 w 135"/>
                  <a:gd name="T15" fmla="*/ 50 h 69"/>
                  <a:gd name="T16" fmla="*/ 18 w 135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8" y="64"/>
                    </a:moveTo>
                    <a:cubicBezTo>
                      <a:pt x="24" y="60"/>
                      <a:pt x="131" y="5"/>
                      <a:pt x="134" y="3"/>
                    </a:cubicBezTo>
                    <a:cubicBezTo>
                      <a:pt x="135" y="2"/>
                      <a:pt x="135" y="0"/>
                      <a:pt x="133" y="1"/>
                    </a:cubicBezTo>
                    <a:cubicBezTo>
                      <a:pt x="130" y="3"/>
                      <a:pt x="20" y="58"/>
                      <a:pt x="18" y="59"/>
                    </a:cubicBezTo>
                    <a:cubicBezTo>
                      <a:pt x="13" y="61"/>
                      <a:pt x="11" y="56"/>
                      <a:pt x="16" y="54"/>
                    </a:cubicBezTo>
                    <a:cubicBezTo>
                      <a:pt x="22" y="51"/>
                      <a:pt x="124" y="4"/>
                      <a:pt x="123" y="4"/>
                    </a:cubicBezTo>
                    <a:cubicBezTo>
                      <a:pt x="122" y="5"/>
                      <a:pt x="124" y="3"/>
                      <a:pt x="123" y="4"/>
                    </a:cubicBezTo>
                    <a:cubicBezTo>
                      <a:pt x="122" y="4"/>
                      <a:pt x="27" y="45"/>
                      <a:pt x="14" y="50"/>
                    </a:cubicBezTo>
                    <a:cubicBezTo>
                      <a:pt x="0" y="56"/>
                      <a:pt x="7" y="69"/>
                      <a:pt x="18" y="6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6" name="Freeform 52">
                <a:extLst>
                  <a:ext uri="{FF2B5EF4-FFF2-40B4-BE49-F238E27FC236}">
                    <a16:creationId xmlns:a16="http://schemas.microsoft.com/office/drawing/2014/main" id="{D5601F88-FD4A-4AB2-8F64-2C252D51C0E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8" y="7679"/>
                <a:ext cx="101" cy="112"/>
              </a:xfrm>
              <a:custGeom>
                <a:avLst/>
                <a:gdLst>
                  <a:gd name="T0" fmla="*/ 19 w 135"/>
                  <a:gd name="T1" fmla="*/ 141 h 150"/>
                  <a:gd name="T2" fmla="*/ 51 w 135"/>
                  <a:gd name="T3" fmla="*/ 103 h 150"/>
                  <a:gd name="T4" fmla="*/ 64 w 135"/>
                  <a:gd name="T5" fmla="*/ 104 h 150"/>
                  <a:gd name="T6" fmla="*/ 132 w 135"/>
                  <a:gd name="T7" fmla="*/ 10 h 150"/>
                  <a:gd name="T8" fmla="*/ 131 w 135"/>
                  <a:gd name="T9" fmla="*/ 9 h 150"/>
                  <a:gd name="T10" fmla="*/ 61 w 135"/>
                  <a:gd name="T11" fmla="*/ 100 h 150"/>
                  <a:gd name="T12" fmla="*/ 57 w 135"/>
                  <a:gd name="T13" fmla="*/ 96 h 150"/>
                  <a:gd name="T14" fmla="*/ 115 w 135"/>
                  <a:gd name="T15" fmla="*/ 27 h 150"/>
                  <a:gd name="T16" fmla="*/ 134 w 135"/>
                  <a:gd name="T17" fmla="*/ 3 h 150"/>
                  <a:gd name="T18" fmla="*/ 133 w 135"/>
                  <a:gd name="T19" fmla="*/ 2 h 150"/>
                  <a:gd name="T20" fmla="*/ 17 w 135"/>
                  <a:gd name="T21" fmla="*/ 137 h 150"/>
                  <a:gd name="T22" fmla="*/ 13 w 135"/>
                  <a:gd name="T23" fmla="*/ 132 h 150"/>
                  <a:gd name="T24" fmla="*/ 125 w 135"/>
                  <a:gd name="T25" fmla="*/ 8 h 150"/>
                  <a:gd name="T26" fmla="*/ 125 w 135"/>
                  <a:gd name="T27" fmla="*/ 8 h 150"/>
                  <a:gd name="T28" fmla="*/ 10 w 135"/>
                  <a:gd name="T29" fmla="*/ 129 h 150"/>
                  <a:gd name="T30" fmla="*/ 19 w 135"/>
                  <a:gd name="T31" fmla="*/ 14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9" y="141"/>
                    </a:moveTo>
                    <a:cubicBezTo>
                      <a:pt x="21" y="139"/>
                      <a:pt x="34" y="123"/>
                      <a:pt x="51" y="103"/>
                    </a:cubicBezTo>
                    <a:cubicBezTo>
                      <a:pt x="51" y="109"/>
                      <a:pt x="59" y="111"/>
                      <a:pt x="64" y="104"/>
                    </a:cubicBezTo>
                    <a:cubicBezTo>
                      <a:pt x="67" y="99"/>
                      <a:pt x="130" y="13"/>
                      <a:pt x="132" y="10"/>
                    </a:cubicBezTo>
                    <a:cubicBezTo>
                      <a:pt x="133" y="9"/>
                      <a:pt x="132" y="7"/>
                      <a:pt x="131" y="9"/>
                    </a:cubicBezTo>
                    <a:cubicBezTo>
                      <a:pt x="129" y="11"/>
                      <a:pt x="63" y="98"/>
                      <a:pt x="61" y="100"/>
                    </a:cubicBezTo>
                    <a:cubicBezTo>
                      <a:pt x="58" y="104"/>
                      <a:pt x="54" y="101"/>
                      <a:pt x="57" y="96"/>
                    </a:cubicBezTo>
                    <a:cubicBezTo>
                      <a:pt x="60" y="92"/>
                      <a:pt x="97" y="47"/>
                      <a:pt x="115" y="27"/>
                    </a:cubicBezTo>
                    <a:cubicBezTo>
                      <a:pt x="126" y="13"/>
                      <a:pt x="134" y="4"/>
                      <a:pt x="134" y="3"/>
                    </a:cubicBezTo>
                    <a:cubicBezTo>
                      <a:pt x="135" y="2"/>
                      <a:pt x="134" y="0"/>
                      <a:pt x="133" y="2"/>
                    </a:cubicBezTo>
                    <a:cubicBezTo>
                      <a:pt x="131" y="4"/>
                      <a:pt x="19" y="135"/>
                      <a:pt x="17" y="137"/>
                    </a:cubicBezTo>
                    <a:cubicBezTo>
                      <a:pt x="14" y="140"/>
                      <a:pt x="9" y="137"/>
                      <a:pt x="13" y="132"/>
                    </a:cubicBezTo>
                    <a:cubicBezTo>
                      <a:pt x="17" y="127"/>
                      <a:pt x="126" y="8"/>
                      <a:pt x="125" y="8"/>
                    </a:cubicBezTo>
                    <a:cubicBezTo>
                      <a:pt x="125" y="9"/>
                      <a:pt x="126" y="7"/>
                      <a:pt x="125" y="8"/>
                    </a:cubicBezTo>
                    <a:cubicBezTo>
                      <a:pt x="124" y="8"/>
                      <a:pt x="20" y="119"/>
                      <a:pt x="10" y="129"/>
                    </a:cubicBezTo>
                    <a:cubicBezTo>
                      <a:pt x="0" y="141"/>
                      <a:pt x="12" y="150"/>
                      <a:pt x="19" y="1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7" name="Freeform 53">
                <a:extLst>
                  <a:ext uri="{FF2B5EF4-FFF2-40B4-BE49-F238E27FC236}">
                    <a16:creationId xmlns:a16="http://schemas.microsoft.com/office/drawing/2014/main" id="{7254907D-5D70-43A3-98BA-7EA91F835F8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1" y="7682"/>
                <a:ext cx="66" cy="51"/>
              </a:xfrm>
              <a:custGeom>
                <a:avLst/>
                <a:gdLst>
                  <a:gd name="T0" fmla="*/ 70 w 89"/>
                  <a:gd name="T1" fmla="*/ 61 h 69"/>
                  <a:gd name="T2" fmla="*/ 77 w 89"/>
                  <a:gd name="T3" fmla="*/ 49 h 69"/>
                  <a:gd name="T4" fmla="*/ 12 w 89"/>
                  <a:gd name="T5" fmla="*/ 5 h 69"/>
                  <a:gd name="T6" fmla="*/ 12 w 89"/>
                  <a:gd name="T7" fmla="*/ 6 h 69"/>
                  <a:gd name="T8" fmla="*/ 75 w 89"/>
                  <a:gd name="T9" fmla="*/ 52 h 69"/>
                  <a:gd name="T10" fmla="*/ 72 w 89"/>
                  <a:gd name="T11" fmla="*/ 57 h 69"/>
                  <a:gd name="T12" fmla="*/ 3 w 89"/>
                  <a:gd name="T13" fmla="*/ 1 h 69"/>
                  <a:gd name="T14" fmla="*/ 1 w 89"/>
                  <a:gd name="T15" fmla="*/ 2 h 69"/>
                  <a:gd name="T16" fmla="*/ 70 w 89"/>
                  <a:gd name="T17" fmla="*/ 6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70" y="61"/>
                    </a:moveTo>
                    <a:cubicBezTo>
                      <a:pt x="80" y="69"/>
                      <a:pt x="89" y="57"/>
                      <a:pt x="77" y="49"/>
                    </a:cubicBezTo>
                    <a:cubicBezTo>
                      <a:pt x="66" y="41"/>
                      <a:pt x="13" y="5"/>
                      <a:pt x="12" y="5"/>
                    </a:cubicBezTo>
                    <a:cubicBezTo>
                      <a:pt x="11" y="5"/>
                      <a:pt x="12" y="7"/>
                      <a:pt x="12" y="6"/>
                    </a:cubicBezTo>
                    <a:cubicBezTo>
                      <a:pt x="11" y="5"/>
                      <a:pt x="69" y="48"/>
                      <a:pt x="75" y="52"/>
                    </a:cubicBezTo>
                    <a:cubicBezTo>
                      <a:pt x="79" y="55"/>
                      <a:pt x="76" y="60"/>
                      <a:pt x="72" y="57"/>
                    </a:cubicBezTo>
                    <a:cubicBezTo>
                      <a:pt x="70" y="56"/>
                      <a:pt x="5" y="3"/>
                      <a:pt x="3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4"/>
                      <a:pt x="65" y="57"/>
                      <a:pt x="70" y="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8" name="Freeform 54">
                <a:extLst>
                  <a:ext uri="{FF2B5EF4-FFF2-40B4-BE49-F238E27FC236}">
                    <a16:creationId xmlns:a16="http://schemas.microsoft.com/office/drawing/2014/main" id="{C44E477B-09D9-4964-8320-7A0FAB7414B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2" y="7661"/>
                <a:ext cx="61" cy="37"/>
              </a:xfrm>
              <a:custGeom>
                <a:avLst/>
                <a:gdLst>
                  <a:gd name="T0" fmla="*/ 67 w 82"/>
                  <a:gd name="T1" fmla="*/ 41 h 50"/>
                  <a:gd name="T2" fmla="*/ 2 w 82"/>
                  <a:gd name="T3" fmla="*/ 1 h 50"/>
                  <a:gd name="T4" fmla="*/ 1 w 82"/>
                  <a:gd name="T5" fmla="*/ 2 h 50"/>
                  <a:gd name="T6" fmla="*/ 67 w 82"/>
                  <a:gd name="T7" fmla="*/ 44 h 50"/>
                  <a:gd name="T8" fmla="*/ 71 w 82"/>
                  <a:gd name="T9" fmla="*/ 33 h 50"/>
                  <a:gd name="T10" fmla="*/ 10 w 82"/>
                  <a:gd name="T11" fmla="*/ 3 h 50"/>
                  <a:gd name="T12" fmla="*/ 10 w 82"/>
                  <a:gd name="T13" fmla="*/ 4 h 50"/>
                  <a:gd name="T14" fmla="*/ 69 w 82"/>
                  <a:gd name="T15" fmla="*/ 36 h 50"/>
                  <a:gd name="T16" fmla="*/ 67 w 82"/>
                  <a:gd name="T17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50">
                    <a:moveTo>
                      <a:pt x="67" y="41"/>
                    </a:moveTo>
                    <a:cubicBezTo>
                      <a:pt x="65" y="40"/>
                      <a:pt x="4" y="2"/>
                      <a:pt x="2" y="1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3" y="4"/>
                      <a:pt x="62" y="41"/>
                      <a:pt x="67" y="44"/>
                    </a:cubicBezTo>
                    <a:cubicBezTo>
                      <a:pt x="75" y="50"/>
                      <a:pt x="82" y="39"/>
                      <a:pt x="71" y="33"/>
                    </a:cubicBezTo>
                    <a:cubicBezTo>
                      <a:pt x="60" y="28"/>
                      <a:pt x="11" y="3"/>
                      <a:pt x="10" y="3"/>
                    </a:cubicBezTo>
                    <a:cubicBezTo>
                      <a:pt x="9" y="3"/>
                      <a:pt x="11" y="5"/>
                      <a:pt x="10" y="4"/>
                    </a:cubicBezTo>
                    <a:cubicBezTo>
                      <a:pt x="9" y="3"/>
                      <a:pt x="64" y="33"/>
                      <a:pt x="69" y="36"/>
                    </a:cubicBezTo>
                    <a:cubicBezTo>
                      <a:pt x="73" y="38"/>
                      <a:pt x="71" y="43"/>
                      <a:pt x="67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9" name="Freeform 55">
                <a:extLst>
                  <a:ext uri="{FF2B5EF4-FFF2-40B4-BE49-F238E27FC236}">
                    <a16:creationId xmlns:a16="http://schemas.microsoft.com/office/drawing/2014/main" id="{ACA56B3A-F4B9-4294-BDD7-3A23AAC9090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0" y="7644"/>
                <a:ext cx="50" cy="18"/>
              </a:xfrm>
              <a:custGeom>
                <a:avLst/>
                <a:gdLst>
                  <a:gd name="T0" fmla="*/ 55 w 68"/>
                  <a:gd name="T1" fmla="*/ 9 h 25"/>
                  <a:gd name="T2" fmla="*/ 11 w 68"/>
                  <a:gd name="T3" fmla="*/ 1 h 25"/>
                  <a:gd name="T4" fmla="*/ 11 w 68"/>
                  <a:gd name="T5" fmla="*/ 2 h 25"/>
                  <a:gd name="T6" fmla="*/ 54 w 68"/>
                  <a:gd name="T7" fmla="*/ 13 h 25"/>
                  <a:gd name="T8" fmla="*/ 54 w 68"/>
                  <a:gd name="T9" fmla="*/ 18 h 25"/>
                  <a:gd name="T10" fmla="*/ 2 w 68"/>
                  <a:gd name="T11" fmla="*/ 0 h 25"/>
                  <a:gd name="T12" fmla="*/ 2 w 68"/>
                  <a:gd name="T13" fmla="*/ 2 h 25"/>
                  <a:gd name="T14" fmla="*/ 54 w 68"/>
                  <a:gd name="T15" fmla="*/ 21 h 25"/>
                  <a:gd name="T16" fmla="*/ 55 w 68"/>
                  <a:gd name="T17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5">
                    <a:moveTo>
                      <a:pt x="55" y="9"/>
                    </a:moveTo>
                    <a:cubicBezTo>
                      <a:pt x="44" y="6"/>
                      <a:pt x="11" y="1"/>
                      <a:pt x="11" y="1"/>
                    </a:cubicBezTo>
                    <a:cubicBezTo>
                      <a:pt x="10" y="1"/>
                      <a:pt x="12" y="2"/>
                      <a:pt x="11" y="2"/>
                    </a:cubicBezTo>
                    <a:cubicBezTo>
                      <a:pt x="10" y="1"/>
                      <a:pt x="49" y="11"/>
                      <a:pt x="54" y="13"/>
                    </a:cubicBezTo>
                    <a:cubicBezTo>
                      <a:pt x="59" y="14"/>
                      <a:pt x="57" y="19"/>
                      <a:pt x="54" y="18"/>
                    </a:cubicBezTo>
                    <a:cubicBezTo>
                      <a:pt x="52" y="17"/>
                      <a:pt x="5" y="1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  <a:cubicBezTo>
                      <a:pt x="4" y="3"/>
                      <a:pt x="49" y="20"/>
                      <a:pt x="54" y="21"/>
                    </a:cubicBezTo>
                    <a:cubicBezTo>
                      <a:pt x="64" y="25"/>
                      <a:pt x="68" y="13"/>
                      <a:pt x="55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0" name="Freeform 56">
                <a:extLst>
                  <a:ext uri="{FF2B5EF4-FFF2-40B4-BE49-F238E27FC236}">
                    <a16:creationId xmlns:a16="http://schemas.microsoft.com/office/drawing/2014/main" id="{54971E5E-50F8-4C94-BDF9-5F9FA821536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8" y="7688"/>
                <a:ext cx="20" cy="38"/>
              </a:xfrm>
              <a:custGeom>
                <a:avLst/>
                <a:gdLst>
                  <a:gd name="T0" fmla="*/ 22 w 26"/>
                  <a:gd name="T1" fmla="*/ 41 h 51"/>
                  <a:gd name="T2" fmla="*/ 4 w 26"/>
                  <a:gd name="T3" fmla="*/ 5 h 51"/>
                  <a:gd name="T4" fmla="*/ 4 w 26"/>
                  <a:gd name="T5" fmla="*/ 6 h 51"/>
                  <a:gd name="T6" fmla="*/ 20 w 26"/>
                  <a:gd name="T7" fmla="*/ 42 h 51"/>
                  <a:gd name="T8" fmla="*/ 18 w 26"/>
                  <a:gd name="T9" fmla="*/ 43 h 51"/>
                  <a:gd name="T10" fmla="*/ 1 w 26"/>
                  <a:gd name="T11" fmla="*/ 1 h 51"/>
                  <a:gd name="T12" fmla="*/ 0 w 26"/>
                  <a:gd name="T13" fmla="*/ 1 h 51"/>
                  <a:gd name="T14" fmla="*/ 16 w 26"/>
                  <a:gd name="T15" fmla="*/ 45 h 51"/>
                  <a:gd name="T16" fmla="*/ 22 w 26"/>
                  <a:gd name="T17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22" y="41"/>
                    </a:moveTo>
                    <a:cubicBezTo>
                      <a:pt x="20" y="33"/>
                      <a:pt x="5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5" y="7"/>
                      <a:pt x="19" y="38"/>
                      <a:pt x="20" y="42"/>
                    </a:cubicBezTo>
                    <a:cubicBezTo>
                      <a:pt x="22" y="44"/>
                      <a:pt x="19" y="45"/>
                      <a:pt x="18" y="43"/>
                    </a:cubicBezTo>
                    <a:cubicBezTo>
                      <a:pt x="17" y="42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5" y="41"/>
                      <a:pt x="16" y="45"/>
                    </a:cubicBezTo>
                    <a:cubicBezTo>
                      <a:pt x="18" y="51"/>
                      <a:pt x="26" y="48"/>
                      <a:pt x="22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1" name="Freeform 57">
                <a:extLst>
                  <a:ext uri="{FF2B5EF4-FFF2-40B4-BE49-F238E27FC236}">
                    <a16:creationId xmlns:a16="http://schemas.microsoft.com/office/drawing/2014/main" id="{59B41A8F-81BD-4B7F-8CBB-893A80F6455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5" y="7691"/>
                <a:ext cx="16" cy="25"/>
              </a:xfrm>
              <a:custGeom>
                <a:avLst/>
                <a:gdLst>
                  <a:gd name="T0" fmla="*/ 16 w 22"/>
                  <a:gd name="T1" fmla="*/ 28 h 33"/>
                  <a:gd name="T2" fmla="*/ 1 w 22"/>
                  <a:gd name="T3" fmla="*/ 1 h 33"/>
                  <a:gd name="T4" fmla="*/ 0 w 22"/>
                  <a:gd name="T5" fmla="*/ 1 h 33"/>
                  <a:gd name="T6" fmla="*/ 14 w 22"/>
                  <a:gd name="T7" fmla="*/ 29 h 33"/>
                  <a:gd name="T8" fmla="*/ 19 w 22"/>
                  <a:gd name="T9" fmla="*/ 26 h 33"/>
                  <a:gd name="T10" fmla="*/ 4 w 22"/>
                  <a:gd name="T11" fmla="*/ 4 h 33"/>
                  <a:gd name="T12" fmla="*/ 3 w 22"/>
                  <a:gd name="T13" fmla="*/ 4 h 33"/>
                  <a:gd name="T14" fmla="*/ 18 w 22"/>
                  <a:gd name="T15" fmla="*/ 27 h 33"/>
                  <a:gd name="T16" fmla="*/ 16 w 22"/>
                  <a:gd name="T17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6" y="28"/>
                    </a:moveTo>
                    <a:cubicBezTo>
                      <a:pt x="15" y="27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3" y="26"/>
                      <a:pt x="14" y="29"/>
                    </a:cubicBezTo>
                    <a:cubicBezTo>
                      <a:pt x="16" y="33"/>
                      <a:pt x="22" y="31"/>
                      <a:pt x="19" y="26"/>
                    </a:cubicBezTo>
                    <a:cubicBezTo>
                      <a:pt x="17" y="21"/>
                      <a:pt x="4" y="4"/>
                      <a:pt x="4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17" y="24"/>
                      <a:pt x="18" y="27"/>
                    </a:cubicBezTo>
                    <a:cubicBezTo>
                      <a:pt x="19" y="28"/>
                      <a:pt x="17" y="29"/>
                      <a:pt x="16" y="2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2" name="Freeform 58">
                <a:extLst>
                  <a:ext uri="{FF2B5EF4-FFF2-40B4-BE49-F238E27FC236}">
                    <a16:creationId xmlns:a16="http://schemas.microsoft.com/office/drawing/2014/main" id="{2A52F671-CB0E-4BC2-948A-95FE447C135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3" y="7689"/>
                <a:ext cx="17" cy="17"/>
              </a:xfrm>
              <a:custGeom>
                <a:avLst/>
                <a:gdLst>
                  <a:gd name="T0" fmla="*/ 6 w 23"/>
                  <a:gd name="T1" fmla="*/ 4 h 23"/>
                  <a:gd name="T2" fmla="*/ 6 w 23"/>
                  <a:gd name="T3" fmla="*/ 5 h 23"/>
                  <a:gd name="T4" fmla="*/ 16 w 23"/>
                  <a:gd name="T5" fmla="*/ 14 h 23"/>
                  <a:gd name="T6" fmla="*/ 14 w 23"/>
                  <a:gd name="T7" fmla="*/ 16 h 23"/>
                  <a:gd name="T8" fmla="*/ 1 w 23"/>
                  <a:gd name="T9" fmla="*/ 1 h 23"/>
                  <a:gd name="T10" fmla="*/ 1 w 23"/>
                  <a:gd name="T11" fmla="*/ 1 h 23"/>
                  <a:gd name="T12" fmla="*/ 13 w 23"/>
                  <a:gd name="T13" fmla="*/ 18 h 23"/>
                  <a:gd name="T14" fmla="*/ 18 w 23"/>
                  <a:gd name="T15" fmla="*/ 12 h 23"/>
                  <a:gd name="T16" fmla="*/ 6 w 23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14" y="11"/>
                      <a:pt x="16" y="14"/>
                    </a:cubicBezTo>
                    <a:cubicBezTo>
                      <a:pt x="18" y="16"/>
                      <a:pt x="16" y="18"/>
                      <a:pt x="14" y="16"/>
                    </a:cubicBezTo>
                    <a:cubicBezTo>
                      <a:pt x="13" y="15"/>
                      <a:pt x="3" y="2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3"/>
                      <a:pt x="11" y="15"/>
                      <a:pt x="13" y="18"/>
                    </a:cubicBezTo>
                    <a:cubicBezTo>
                      <a:pt x="17" y="23"/>
                      <a:pt x="23" y="18"/>
                      <a:pt x="18" y="12"/>
                    </a:cubicBezTo>
                    <a:cubicBezTo>
                      <a:pt x="12" y="6"/>
                      <a:pt x="6" y="4"/>
                      <a:pt x="6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3" name="Freeform 59">
                <a:extLst>
                  <a:ext uri="{FF2B5EF4-FFF2-40B4-BE49-F238E27FC236}">
                    <a16:creationId xmlns:a16="http://schemas.microsoft.com/office/drawing/2014/main" id="{FA49175F-5E8C-4D30-8C38-2A953CF15A2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3" y="7626"/>
                <a:ext cx="28" cy="8"/>
              </a:xfrm>
              <a:custGeom>
                <a:avLst/>
                <a:gdLst>
                  <a:gd name="T0" fmla="*/ 27 w 37"/>
                  <a:gd name="T1" fmla="*/ 8 h 11"/>
                  <a:gd name="T2" fmla="*/ 2 w 37"/>
                  <a:gd name="T3" fmla="*/ 7 h 11"/>
                  <a:gd name="T4" fmla="*/ 2 w 37"/>
                  <a:gd name="T5" fmla="*/ 9 h 11"/>
                  <a:gd name="T6" fmla="*/ 28 w 37"/>
                  <a:gd name="T7" fmla="*/ 11 h 11"/>
                  <a:gd name="T8" fmla="*/ 26 w 37"/>
                  <a:gd name="T9" fmla="*/ 1 h 11"/>
                  <a:gd name="T10" fmla="*/ 9 w 37"/>
                  <a:gd name="T11" fmla="*/ 6 h 11"/>
                  <a:gd name="T12" fmla="*/ 9 w 37"/>
                  <a:gd name="T13" fmla="*/ 6 h 11"/>
                  <a:gd name="T14" fmla="*/ 27 w 37"/>
                  <a:gd name="T15" fmla="*/ 4 h 11"/>
                  <a:gd name="T16" fmla="*/ 27 w 37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7" y="8"/>
                    </a:moveTo>
                    <a:cubicBezTo>
                      <a:pt x="26" y="8"/>
                      <a:pt x="4" y="7"/>
                      <a:pt x="2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4" y="9"/>
                      <a:pt x="24" y="11"/>
                      <a:pt x="28" y="11"/>
                    </a:cubicBezTo>
                    <a:cubicBezTo>
                      <a:pt x="37" y="11"/>
                      <a:pt x="37" y="0"/>
                      <a:pt x="26" y="1"/>
                    </a:cubicBezTo>
                    <a:cubicBezTo>
                      <a:pt x="17" y="1"/>
                      <a:pt x="9" y="5"/>
                      <a:pt x="9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22" y="4"/>
                      <a:pt x="27" y="4"/>
                    </a:cubicBezTo>
                    <a:cubicBezTo>
                      <a:pt x="31" y="3"/>
                      <a:pt x="31" y="8"/>
                      <a:pt x="27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4" name="Freeform 60">
                <a:extLst>
                  <a:ext uri="{FF2B5EF4-FFF2-40B4-BE49-F238E27FC236}">
                    <a16:creationId xmlns:a16="http://schemas.microsoft.com/office/drawing/2014/main" id="{ED9342C9-DFC9-49AD-B466-AF5C139068C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612"/>
                <a:ext cx="27" cy="10"/>
              </a:xfrm>
              <a:custGeom>
                <a:avLst/>
                <a:gdLst>
                  <a:gd name="T0" fmla="*/ 27 w 37"/>
                  <a:gd name="T1" fmla="*/ 9 h 13"/>
                  <a:gd name="T2" fmla="*/ 1 w 37"/>
                  <a:gd name="T3" fmla="*/ 11 h 13"/>
                  <a:gd name="T4" fmla="*/ 2 w 37"/>
                  <a:gd name="T5" fmla="*/ 13 h 13"/>
                  <a:gd name="T6" fmla="*/ 28 w 37"/>
                  <a:gd name="T7" fmla="*/ 12 h 13"/>
                  <a:gd name="T8" fmla="*/ 25 w 37"/>
                  <a:gd name="T9" fmla="*/ 2 h 13"/>
                  <a:gd name="T10" fmla="*/ 8 w 37"/>
                  <a:gd name="T11" fmla="*/ 9 h 13"/>
                  <a:gd name="T12" fmla="*/ 8 w 37"/>
                  <a:gd name="T13" fmla="*/ 9 h 13"/>
                  <a:gd name="T14" fmla="*/ 26 w 37"/>
                  <a:gd name="T15" fmla="*/ 5 h 13"/>
                  <a:gd name="T16" fmla="*/ 27 w 37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27" y="9"/>
                    </a:moveTo>
                    <a:cubicBezTo>
                      <a:pt x="25" y="9"/>
                      <a:pt x="3" y="11"/>
                      <a:pt x="1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4" y="13"/>
                      <a:pt x="23" y="12"/>
                      <a:pt x="28" y="12"/>
                    </a:cubicBezTo>
                    <a:cubicBezTo>
                      <a:pt x="37" y="11"/>
                      <a:pt x="36" y="0"/>
                      <a:pt x="25" y="2"/>
                    </a:cubicBezTo>
                    <a:cubicBezTo>
                      <a:pt x="15" y="4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21" y="5"/>
                      <a:pt x="26" y="5"/>
                    </a:cubicBezTo>
                    <a:cubicBezTo>
                      <a:pt x="29" y="4"/>
                      <a:pt x="30" y="8"/>
                      <a:pt x="27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5" name="Freeform 61">
                <a:extLst>
                  <a:ext uri="{FF2B5EF4-FFF2-40B4-BE49-F238E27FC236}">
                    <a16:creationId xmlns:a16="http://schemas.microsoft.com/office/drawing/2014/main" id="{0CE22654-6D60-4CA8-AB53-4EF6B6B5F8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8" y="7599"/>
                <a:ext cx="21" cy="13"/>
              </a:xfrm>
              <a:custGeom>
                <a:avLst/>
                <a:gdLst>
                  <a:gd name="T0" fmla="*/ 13 w 28"/>
                  <a:gd name="T1" fmla="*/ 5 h 18"/>
                  <a:gd name="T2" fmla="*/ 6 w 28"/>
                  <a:gd name="T3" fmla="*/ 13 h 18"/>
                  <a:gd name="T4" fmla="*/ 7 w 28"/>
                  <a:gd name="T5" fmla="*/ 13 h 18"/>
                  <a:gd name="T6" fmla="*/ 15 w 28"/>
                  <a:gd name="T7" fmla="*/ 7 h 18"/>
                  <a:gd name="T8" fmla="*/ 18 w 28"/>
                  <a:gd name="T9" fmla="*/ 10 h 18"/>
                  <a:gd name="T10" fmla="*/ 1 w 28"/>
                  <a:gd name="T11" fmla="*/ 17 h 18"/>
                  <a:gd name="T12" fmla="*/ 2 w 28"/>
                  <a:gd name="T13" fmla="*/ 18 h 18"/>
                  <a:gd name="T14" fmla="*/ 20 w 28"/>
                  <a:gd name="T15" fmla="*/ 11 h 18"/>
                  <a:gd name="T16" fmla="*/ 13 w 28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8">
                    <a:moveTo>
                      <a:pt x="13" y="5"/>
                    </a:moveTo>
                    <a:cubicBezTo>
                      <a:pt x="5" y="10"/>
                      <a:pt x="7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11" y="9"/>
                      <a:pt x="15" y="7"/>
                    </a:cubicBezTo>
                    <a:cubicBezTo>
                      <a:pt x="18" y="5"/>
                      <a:pt x="21" y="8"/>
                      <a:pt x="18" y="10"/>
                    </a:cubicBezTo>
                    <a:cubicBezTo>
                      <a:pt x="16" y="10"/>
                      <a:pt x="3" y="16"/>
                      <a:pt x="1" y="17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4" y="17"/>
                      <a:pt x="16" y="13"/>
                      <a:pt x="20" y="11"/>
                    </a:cubicBezTo>
                    <a:cubicBezTo>
                      <a:pt x="28" y="8"/>
                      <a:pt x="22" y="0"/>
                      <a:pt x="1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6" name="Freeform 62">
                <a:extLst>
                  <a:ext uri="{FF2B5EF4-FFF2-40B4-BE49-F238E27FC236}">
                    <a16:creationId xmlns:a16="http://schemas.microsoft.com/office/drawing/2014/main" id="{02E4CDFD-AD53-477A-A0C0-754A052302A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03" y="7586"/>
                <a:ext cx="23" cy="20"/>
              </a:xfrm>
              <a:custGeom>
                <a:avLst/>
                <a:gdLst>
                  <a:gd name="T0" fmla="*/ 19 w 31"/>
                  <a:gd name="T1" fmla="*/ 7 h 26"/>
                  <a:gd name="T2" fmla="*/ 5 w 31"/>
                  <a:gd name="T3" fmla="*/ 19 h 26"/>
                  <a:gd name="T4" fmla="*/ 6 w 31"/>
                  <a:gd name="T5" fmla="*/ 19 h 26"/>
                  <a:gd name="T6" fmla="*/ 20 w 31"/>
                  <a:gd name="T7" fmla="*/ 9 h 26"/>
                  <a:gd name="T8" fmla="*/ 23 w 31"/>
                  <a:gd name="T9" fmla="*/ 12 h 26"/>
                  <a:gd name="T10" fmla="*/ 1 w 31"/>
                  <a:gd name="T11" fmla="*/ 25 h 26"/>
                  <a:gd name="T12" fmla="*/ 2 w 31"/>
                  <a:gd name="T13" fmla="*/ 26 h 26"/>
                  <a:gd name="T14" fmla="*/ 25 w 31"/>
                  <a:gd name="T15" fmla="*/ 14 h 26"/>
                  <a:gd name="T16" fmla="*/ 19 w 31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6">
                    <a:moveTo>
                      <a:pt x="19" y="7"/>
                    </a:moveTo>
                    <a:cubicBezTo>
                      <a:pt x="12" y="13"/>
                      <a:pt x="6" y="19"/>
                      <a:pt x="5" y="19"/>
                    </a:cubicBezTo>
                    <a:cubicBezTo>
                      <a:pt x="5" y="20"/>
                      <a:pt x="7" y="19"/>
                      <a:pt x="6" y="19"/>
                    </a:cubicBezTo>
                    <a:cubicBezTo>
                      <a:pt x="5" y="20"/>
                      <a:pt x="17" y="12"/>
                      <a:pt x="20" y="9"/>
                    </a:cubicBezTo>
                    <a:cubicBezTo>
                      <a:pt x="23" y="7"/>
                      <a:pt x="25" y="10"/>
                      <a:pt x="23" y="12"/>
                    </a:cubicBezTo>
                    <a:cubicBezTo>
                      <a:pt x="21" y="13"/>
                      <a:pt x="3" y="23"/>
                      <a:pt x="1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4" y="25"/>
                      <a:pt x="21" y="17"/>
                      <a:pt x="25" y="14"/>
                    </a:cubicBezTo>
                    <a:cubicBezTo>
                      <a:pt x="31" y="10"/>
                      <a:pt x="27" y="0"/>
                      <a:pt x="19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7" name="Freeform 63">
                <a:extLst>
                  <a:ext uri="{FF2B5EF4-FFF2-40B4-BE49-F238E27FC236}">
                    <a16:creationId xmlns:a16="http://schemas.microsoft.com/office/drawing/2014/main" id="{57B4423A-8AC1-4C95-AACD-812FF3F8E53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6" y="7580"/>
                <a:ext cx="13" cy="15"/>
              </a:xfrm>
              <a:custGeom>
                <a:avLst/>
                <a:gdLst>
                  <a:gd name="T0" fmla="*/ 0 w 18"/>
                  <a:gd name="T1" fmla="*/ 19 h 20"/>
                  <a:gd name="T2" fmla="*/ 1 w 18"/>
                  <a:gd name="T3" fmla="*/ 19 h 20"/>
                  <a:gd name="T4" fmla="*/ 14 w 18"/>
                  <a:gd name="T5" fmla="*/ 9 h 20"/>
                  <a:gd name="T6" fmla="*/ 9 w 18"/>
                  <a:gd name="T7" fmla="*/ 5 h 20"/>
                  <a:gd name="T8" fmla="*/ 2 w 18"/>
                  <a:gd name="T9" fmla="*/ 15 h 20"/>
                  <a:gd name="T10" fmla="*/ 3 w 18"/>
                  <a:gd name="T11" fmla="*/ 15 h 20"/>
                  <a:gd name="T12" fmla="*/ 11 w 18"/>
                  <a:gd name="T13" fmla="*/ 6 h 20"/>
                  <a:gd name="T14" fmla="*/ 12 w 18"/>
                  <a:gd name="T15" fmla="*/ 8 h 20"/>
                  <a:gd name="T16" fmla="*/ 0 w 18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0" y="19"/>
                    </a:moveTo>
                    <a:cubicBezTo>
                      <a:pt x="0" y="19"/>
                      <a:pt x="0" y="20"/>
                      <a:pt x="1" y="19"/>
                    </a:cubicBezTo>
                    <a:cubicBezTo>
                      <a:pt x="2" y="18"/>
                      <a:pt x="12" y="11"/>
                      <a:pt x="14" y="9"/>
                    </a:cubicBezTo>
                    <a:cubicBezTo>
                      <a:pt x="18" y="5"/>
                      <a:pt x="13" y="0"/>
                      <a:pt x="9" y="5"/>
                    </a:cubicBezTo>
                    <a:cubicBezTo>
                      <a:pt x="5" y="10"/>
                      <a:pt x="2" y="14"/>
                      <a:pt x="2" y="15"/>
                    </a:cubicBezTo>
                    <a:cubicBezTo>
                      <a:pt x="2" y="15"/>
                      <a:pt x="3" y="14"/>
                      <a:pt x="3" y="15"/>
                    </a:cubicBezTo>
                    <a:cubicBezTo>
                      <a:pt x="2" y="15"/>
                      <a:pt x="9" y="8"/>
                      <a:pt x="11" y="6"/>
                    </a:cubicBezTo>
                    <a:cubicBezTo>
                      <a:pt x="12" y="4"/>
                      <a:pt x="14" y="6"/>
                      <a:pt x="12" y="8"/>
                    </a:cubicBezTo>
                    <a:cubicBezTo>
                      <a:pt x="12" y="9"/>
                      <a:pt x="1" y="18"/>
                      <a:pt x="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8" name="Freeform 64">
                <a:extLst>
                  <a:ext uri="{FF2B5EF4-FFF2-40B4-BE49-F238E27FC236}">
                    <a16:creationId xmlns:a16="http://schemas.microsoft.com/office/drawing/2014/main" id="{9736F602-279F-41F4-8407-229DA62D29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65"/>
                <a:ext cx="19" cy="15"/>
              </a:xfrm>
              <a:custGeom>
                <a:avLst/>
                <a:gdLst>
                  <a:gd name="T0" fmla="*/ 17 w 26"/>
                  <a:gd name="T1" fmla="*/ 13 h 20"/>
                  <a:gd name="T2" fmla="*/ 2 w 26"/>
                  <a:gd name="T3" fmla="*/ 0 h 20"/>
                  <a:gd name="T4" fmla="*/ 1 w 26"/>
                  <a:gd name="T5" fmla="*/ 1 h 20"/>
                  <a:gd name="T6" fmla="*/ 16 w 26"/>
                  <a:gd name="T7" fmla="*/ 15 h 20"/>
                  <a:gd name="T8" fmla="*/ 19 w 26"/>
                  <a:gd name="T9" fmla="*/ 9 h 20"/>
                  <a:gd name="T10" fmla="*/ 7 w 26"/>
                  <a:gd name="T11" fmla="*/ 3 h 20"/>
                  <a:gd name="T12" fmla="*/ 7 w 26"/>
                  <a:gd name="T13" fmla="*/ 3 h 20"/>
                  <a:gd name="T14" fmla="*/ 18 w 26"/>
                  <a:gd name="T15" fmla="*/ 10 h 20"/>
                  <a:gd name="T16" fmla="*/ 17 w 26"/>
                  <a:gd name="T1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7" y="13"/>
                    </a:moveTo>
                    <a:cubicBezTo>
                      <a:pt x="15" y="12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13" y="13"/>
                      <a:pt x="16" y="15"/>
                    </a:cubicBezTo>
                    <a:cubicBezTo>
                      <a:pt x="21" y="20"/>
                      <a:pt x="26" y="14"/>
                      <a:pt x="19" y="9"/>
                    </a:cubicBezTo>
                    <a:cubicBezTo>
                      <a:pt x="13" y="4"/>
                      <a:pt x="7" y="3"/>
                      <a:pt x="7" y="3"/>
                    </a:cubicBezTo>
                    <a:cubicBezTo>
                      <a:pt x="6" y="2"/>
                      <a:pt x="7" y="4"/>
                      <a:pt x="7" y="3"/>
                    </a:cubicBezTo>
                    <a:cubicBezTo>
                      <a:pt x="6" y="3"/>
                      <a:pt x="15" y="8"/>
                      <a:pt x="18" y="10"/>
                    </a:cubicBezTo>
                    <a:cubicBezTo>
                      <a:pt x="21" y="12"/>
                      <a:pt x="19" y="15"/>
                      <a:pt x="17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9" name="Freeform 65">
                <a:extLst>
                  <a:ext uri="{FF2B5EF4-FFF2-40B4-BE49-F238E27FC236}">
                    <a16:creationId xmlns:a16="http://schemas.microsoft.com/office/drawing/2014/main" id="{594B80AE-BAB8-4637-A1F4-C669532873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722"/>
                <a:ext cx="12" cy="19"/>
              </a:xfrm>
              <a:custGeom>
                <a:avLst/>
                <a:gdLst>
                  <a:gd name="T0" fmla="*/ 9 w 16"/>
                  <a:gd name="T1" fmla="*/ 18 h 25"/>
                  <a:gd name="T2" fmla="*/ 1 w 16"/>
                  <a:gd name="T3" fmla="*/ 1 h 25"/>
                  <a:gd name="T4" fmla="*/ 1 w 16"/>
                  <a:gd name="T5" fmla="*/ 2 h 25"/>
                  <a:gd name="T6" fmla="*/ 8 w 16"/>
                  <a:gd name="T7" fmla="*/ 20 h 25"/>
                  <a:gd name="T8" fmla="*/ 12 w 16"/>
                  <a:gd name="T9" fmla="*/ 14 h 25"/>
                  <a:gd name="T10" fmla="*/ 4 w 16"/>
                  <a:gd name="T11" fmla="*/ 5 h 25"/>
                  <a:gd name="T12" fmla="*/ 4 w 16"/>
                  <a:gd name="T13" fmla="*/ 5 h 25"/>
                  <a:gd name="T14" fmla="*/ 11 w 16"/>
                  <a:gd name="T15" fmla="*/ 15 h 25"/>
                  <a:gd name="T16" fmla="*/ 9 w 16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9" y="18"/>
                    </a:moveTo>
                    <a:cubicBezTo>
                      <a:pt x="9" y="16"/>
                      <a:pt x="2" y="2"/>
                      <a:pt x="1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7" y="16"/>
                      <a:pt x="8" y="20"/>
                    </a:cubicBezTo>
                    <a:cubicBezTo>
                      <a:pt x="11" y="25"/>
                      <a:pt x="16" y="21"/>
                      <a:pt x="12" y="14"/>
                    </a:cubicBezTo>
                    <a:cubicBezTo>
                      <a:pt x="9" y="8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0" y="13"/>
                      <a:pt x="11" y="15"/>
                    </a:cubicBezTo>
                    <a:cubicBezTo>
                      <a:pt x="12" y="18"/>
                      <a:pt x="10" y="20"/>
                      <a:pt x="9" y="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0" name="Freeform 66">
                <a:extLst>
                  <a:ext uri="{FF2B5EF4-FFF2-40B4-BE49-F238E27FC236}">
                    <a16:creationId xmlns:a16="http://schemas.microsoft.com/office/drawing/2014/main" id="{E009240B-5F38-4C8F-823A-E691753677B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7" y="7647"/>
                <a:ext cx="101" cy="51"/>
              </a:xfrm>
              <a:custGeom>
                <a:avLst/>
                <a:gdLst>
                  <a:gd name="T0" fmla="*/ 121 w 135"/>
                  <a:gd name="T1" fmla="*/ 49 h 69"/>
                  <a:gd name="T2" fmla="*/ 12 w 135"/>
                  <a:gd name="T3" fmla="*/ 3 h 69"/>
                  <a:gd name="T4" fmla="*/ 12 w 135"/>
                  <a:gd name="T5" fmla="*/ 4 h 69"/>
                  <a:gd name="T6" fmla="*/ 120 w 135"/>
                  <a:gd name="T7" fmla="*/ 53 h 69"/>
                  <a:gd name="T8" fmla="*/ 118 w 135"/>
                  <a:gd name="T9" fmla="*/ 58 h 69"/>
                  <a:gd name="T10" fmla="*/ 2 w 135"/>
                  <a:gd name="T11" fmla="*/ 0 h 69"/>
                  <a:gd name="T12" fmla="*/ 2 w 135"/>
                  <a:gd name="T13" fmla="*/ 2 h 69"/>
                  <a:gd name="T14" fmla="*/ 117 w 135"/>
                  <a:gd name="T15" fmla="*/ 63 h 69"/>
                  <a:gd name="T16" fmla="*/ 121 w 135"/>
                  <a:gd name="T17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21" y="49"/>
                    </a:moveTo>
                    <a:cubicBezTo>
                      <a:pt x="108" y="44"/>
                      <a:pt x="13" y="3"/>
                      <a:pt x="12" y="3"/>
                    </a:cubicBezTo>
                    <a:cubicBezTo>
                      <a:pt x="11" y="3"/>
                      <a:pt x="13" y="4"/>
                      <a:pt x="12" y="4"/>
                    </a:cubicBezTo>
                    <a:cubicBezTo>
                      <a:pt x="11" y="3"/>
                      <a:pt x="114" y="50"/>
                      <a:pt x="120" y="53"/>
                    </a:cubicBezTo>
                    <a:cubicBezTo>
                      <a:pt x="125" y="55"/>
                      <a:pt x="122" y="60"/>
                      <a:pt x="118" y="58"/>
                    </a:cubicBezTo>
                    <a:cubicBezTo>
                      <a:pt x="115" y="57"/>
                      <a:pt x="5" y="2"/>
                      <a:pt x="2" y="0"/>
                    </a:cubicBezTo>
                    <a:cubicBezTo>
                      <a:pt x="1" y="0"/>
                      <a:pt x="0" y="1"/>
                      <a:pt x="2" y="2"/>
                    </a:cubicBezTo>
                    <a:cubicBezTo>
                      <a:pt x="5" y="4"/>
                      <a:pt x="111" y="59"/>
                      <a:pt x="117" y="63"/>
                    </a:cubicBezTo>
                    <a:cubicBezTo>
                      <a:pt x="128" y="69"/>
                      <a:pt x="135" y="55"/>
                      <a:pt x="121" y="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1" name="Freeform 67">
                <a:extLst>
                  <a:ext uri="{FF2B5EF4-FFF2-40B4-BE49-F238E27FC236}">
                    <a16:creationId xmlns:a16="http://schemas.microsoft.com/office/drawing/2014/main" id="{D93BD8E2-D1F3-4A81-ADC5-660AF2F37E1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82"/>
                <a:ext cx="100" cy="112"/>
              </a:xfrm>
              <a:custGeom>
                <a:avLst/>
                <a:gdLst>
                  <a:gd name="T0" fmla="*/ 10 w 135"/>
                  <a:gd name="T1" fmla="*/ 7 h 150"/>
                  <a:gd name="T2" fmla="*/ 10 w 135"/>
                  <a:gd name="T3" fmla="*/ 8 h 150"/>
                  <a:gd name="T4" fmla="*/ 122 w 135"/>
                  <a:gd name="T5" fmla="*/ 132 h 150"/>
                  <a:gd name="T6" fmla="*/ 118 w 135"/>
                  <a:gd name="T7" fmla="*/ 136 h 150"/>
                  <a:gd name="T8" fmla="*/ 2 w 135"/>
                  <a:gd name="T9" fmla="*/ 1 h 150"/>
                  <a:gd name="T10" fmla="*/ 1 w 135"/>
                  <a:gd name="T11" fmla="*/ 3 h 150"/>
                  <a:gd name="T12" fmla="*/ 19 w 135"/>
                  <a:gd name="T13" fmla="*/ 25 h 150"/>
                  <a:gd name="T14" fmla="*/ 78 w 135"/>
                  <a:gd name="T15" fmla="*/ 96 h 150"/>
                  <a:gd name="T16" fmla="*/ 74 w 135"/>
                  <a:gd name="T17" fmla="*/ 100 h 150"/>
                  <a:gd name="T18" fmla="*/ 4 w 135"/>
                  <a:gd name="T19" fmla="*/ 9 h 150"/>
                  <a:gd name="T20" fmla="*/ 3 w 135"/>
                  <a:gd name="T21" fmla="*/ 10 h 150"/>
                  <a:gd name="T22" fmla="*/ 72 w 135"/>
                  <a:gd name="T23" fmla="*/ 104 h 150"/>
                  <a:gd name="T24" fmla="*/ 85 w 135"/>
                  <a:gd name="T25" fmla="*/ 102 h 150"/>
                  <a:gd name="T26" fmla="*/ 116 w 135"/>
                  <a:gd name="T27" fmla="*/ 140 h 150"/>
                  <a:gd name="T28" fmla="*/ 125 w 135"/>
                  <a:gd name="T29" fmla="*/ 129 h 150"/>
                  <a:gd name="T30" fmla="*/ 10 w 135"/>
                  <a:gd name="T31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0" y="7"/>
                    </a:moveTo>
                    <a:cubicBezTo>
                      <a:pt x="10" y="7"/>
                      <a:pt x="11" y="9"/>
                      <a:pt x="10" y="8"/>
                    </a:cubicBezTo>
                    <a:cubicBezTo>
                      <a:pt x="9" y="7"/>
                      <a:pt x="118" y="127"/>
                      <a:pt x="122" y="132"/>
                    </a:cubicBezTo>
                    <a:cubicBezTo>
                      <a:pt x="126" y="136"/>
                      <a:pt x="121" y="140"/>
                      <a:pt x="118" y="136"/>
                    </a:cubicBezTo>
                    <a:cubicBezTo>
                      <a:pt x="117" y="135"/>
                      <a:pt x="4" y="4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3"/>
                      <a:pt x="9" y="12"/>
                      <a:pt x="19" y="25"/>
                    </a:cubicBezTo>
                    <a:cubicBezTo>
                      <a:pt x="36" y="45"/>
                      <a:pt x="75" y="92"/>
                      <a:pt x="78" y="96"/>
                    </a:cubicBezTo>
                    <a:cubicBezTo>
                      <a:pt x="82" y="100"/>
                      <a:pt x="77" y="104"/>
                      <a:pt x="74" y="100"/>
                    </a:cubicBezTo>
                    <a:cubicBezTo>
                      <a:pt x="73" y="98"/>
                      <a:pt x="6" y="11"/>
                      <a:pt x="4" y="9"/>
                    </a:cubicBezTo>
                    <a:cubicBezTo>
                      <a:pt x="3" y="7"/>
                      <a:pt x="2" y="9"/>
                      <a:pt x="3" y="10"/>
                    </a:cubicBezTo>
                    <a:cubicBezTo>
                      <a:pt x="5" y="13"/>
                      <a:pt x="68" y="98"/>
                      <a:pt x="72" y="104"/>
                    </a:cubicBezTo>
                    <a:cubicBezTo>
                      <a:pt x="77" y="111"/>
                      <a:pt x="84" y="108"/>
                      <a:pt x="85" y="102"/>
                    </a:cubicBezTo>
                    <a:cubicBezTo>
                      <a:pt x="102" y="123"/>
                      <a:pt x="115" y="138"/>
                      <a:pt x="116" y="140"/>
                    </a:cubicBezTo>
                    <a:cubicBezTo>
                      <a:pt x="123" y="150"/>
                      <a:pt x="135" y="140"/>
                      <a:pt x="125" y="129"/>
                    </a:cubicBezTo>
                    <a:cubicBezTo>
                      <a:pt x="116" y="119"/>
                      <a:pt x="11" y="8"/>
                      <a:pt x="1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2" name="Freeform 68">
                <a:extLst>
                  <a:ext uri="{FF2B5EF4-FFF2-40B4-BE49-F238E27FC236}">
                    <a16:creationId xmlns:a16="http://schemas.microsoft.com/office/drawing/2014/main" id="{00E92456-83E7-4D50-B28C-0560D7520C2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47" y="7723"/>
                <a:ext cx="278" cy="298"/>
              </a:xfrm>
              <a:custGeom>
                <a:avLst/>
                <a:gdLst>
                  <a:gd name="T0" fmla="*/ 341 w 374"/>
                  <a:gd name="T1" fmla="*/ 190 h 399"/>
                  <a:gd name="T2" fmla="*/ 241 w 374"/>
                  <a:gd name="T3" fmla="*/ 112 h 399"/>
                  <a:gd name="T4" fmla="*/ 243 w 374"/>
                  <a:gd name="T5" fmla="*/ 84 h 399"/>
                  <a:gd name="T6" fmla="*/ 237 w 374"/>
                  <a:gd name="T7" fmla="*/ 34 h 399"/>
                  <a:gd name="T8" fmla="*/ 199 w 374"/>
                  <a:gd name="T9" fmla="*/ 31 h 399"/>
                  <a:gd name="T10" fmla="*/ 189 w 374"/>
                  <a:gd name="T11" fmla="*/ 0 h 399"/>
                  <a:gd name="T12" fmla="*/ 174 w 374"/>
                  <a:gd name="T13" fmla="*/ 31 h 399"/>
                  <a:gd name="T14" fmla="*/ 135 w 374"/>
                  <a:gd name="T15" fmla="*/ 40 h 399"/>
                  <a:gd name="T16" fmla="*/ 133 w 374"/>
                  <a:gd name="T17" fmla="*/ 87 h 399"/>
                  <a:gd name="T18" fmla="*/ 68 w 374"/>
                  <a:gd name="T19" fmla="*/ 181 h 399"/>
                  <a:gd name="T20" fmla="*/ 21 w 374"/>
                  <a:gd name="T21" fmla="*/ 193 h 399"/>
                  <a:gd name="T22" fmla="*/ 26 w 374"/>
                  <a:gd name="T23" fmla="*/ 280 h 399"/>
                  <a:gd name="T24" fmla="*/ 80 w 374"/>
                  <a:gd name="T25" fmla="*/ 360 h 399"/>
                  <a:gd name="T26" fmla="*/ 203 w 374"/>
                  <a:gd name="T27" fmla="*/ 356 h 399"/>
                  <a:gd name="T28" fmla="*/ 299 w 374"/>
                  <a:gd name="T29" fmla="*/ 337 h 399"/>
                  <a:gd name="T30" fmla="*/ 232 w 374"/>
                  <a:gd name="T31" fmla="*/ 97 h 399"/>
                  <a:gd name="T32" fmla="*/ 151 w 374"/>
                  <a:gd name="T33" fmla="*/ 91 h 399"/>
                  <a:gd name="T34" fmla="*/ 211 w 374"/>
                  <a:gd name="T35" fmla="*/ 83 h 399"/>
                  <a:gd name="T36" fmla="*/ 194 w 374"/>
                  <a:gd name="T37" fmla="*/ 84 h 399"/>
                  <a:gd name="T38" fmla="*/ 164 w 374"/>
                  <a:gd name="T39" fmla="*/ 83 h 399"/>
                  <a:gd name="T40" fmla="*/ 256 w 374"/>
                  <a:gd name="T41" fmla="*/ 65 h 399"/>
                  <a:gd name="T42" fmla="*/ 245 w 374"/>
                  <a:gd name="T43" fmla="*/ 41 h 399"/>
                  <a:gd name="T44" fmla="*/ 230 w 374"/>
                  <a:gd name="T45" fmla="*/ 60 h 399"/>
                  <a:gd name="T46" fmla="*/ 232 w 374"/>
                  <a:gd name="T47" fmla="*/ 39 h 399"/>
                  <a:gd name="T48" fmla="*/ 218 w 374"/>
                  <a:gd name="T49" fmla="*/ 33 h 399"/>
                  <a:gd name="T50" fmla="*/ 200 w 374"/>
                  <a:gd name="T51" fmla="*/ 70 h 399"/>
                  <a:gd name="T52" fmla="*/ 200 w 374"/>
                  <a:gd name="T53" fmla="*/ 50 h 399"/>
                  <a:gd name="T54" fmla="*/ 194 w 374"/>
                  <a:gd name="T55" fmla="*/ 10 h 399"/>
                  <a:gd name="T56" fmla="*/ 188 w 374"/>
                  <a:gd name="T57" fmla="*/ 51 h 399"/>
                  <a:gd name="T58" fmla="*/ 183 w 374"/>
                  <a:gd name="T59" fmla="*/ 57 h 399"/>
                  <a:gd name="T60" fmla="*/ 176 w 374"/>
                  <a:gd name="T61" fmla="*/ 50 h 399"/>
                  <a:gd name="T62" fmla="*/ 172 w 374"/>
                  <a:gd name="T63" fmla="*/ 36 h 399"/>
                  <a:gd name="T64" fmla="*/ 155 w 374"/>
                  <a:gd name="T65" fmla="*/ 41 h 399"/>
                  <a:gd name="T66" fmla="*/ 147 w 374"/>
                  <a:gd name="T67" fmla="*/ 70 h 399"/>
                  <a:gd name="T68" fmla="*/ 141 w 374"/>
                  <a:gd name="T69" fmla="*/ 46 h 399"/>
                  <a:gd name="T70" fmla="*/ 116 w 374"/>
                  <a:gd name="T71" fmla="*/ 62 h 399"/>
                  <a:gd name="T72" fmla="*/ 130 w 374"/>
                  <a:gd name="T73" fmla="*/ 52 h 399"/>
                  <a:gd name="T74" fmla="*/ 186 w 374"/>
                  <a:gd name="T75" fmla="*/ 74 h 399"/>
                  <a:gd name="T76" fmla="*/ 142 w 374"/>
                  <a:gd name="T77" fmla="*/ 90 h 399"/>
                  <a:gd name="T78" fmla="*/ 25 w 374"/>
                  <a:gd name="T79" fmla="*/ 270 h 399"/>
                  <a:gd name="T80" fmla="*/ 56 w 374"/>
                  <a:gd name="T81" fmla="*/ 291 h 399"/>
                  <a:gd name="T82" fmla="*/ 68 w 374"/>
                  <a:gd name="T83" fmla="*/ 301 h 399"/>
                  <a:gd name="T84" fmla="*/ 75 w 374"/>
                  <a:gd name="T85" fmla="*/ 345 h 399"/>
                  <a:gd name="T86" fmla="*/ 167 w 374"/>
                  <a:gd name="T87" fmla="*/ 372 h 399"/>
                  <a:gd name="T88" fmla="*/ 114 w 374"/>
                  <a:gd name="T89" fmla="*/ 360 h 399"/>
                  <a:gd name="T90" fmla="*/ 92 w 374"/>
                  <a:gd name="T91" fmla="*/ 311 h 399"/>
                  <a:gd name="T92" fmla="*/ 52 w 374"/>
                  <a:gd name="T93" fmla="*/ 228 h 399"/>
                  <a:gd name="T94" fmla="*/ 20 w 374"/>
                  <a:gd name="T95" fmla="*/ 124 h 399"/>
                  <a:gd name="T96" fmla="*/ 96 w 374"/>
                  <a:gd name="T97" fmla="*/ 300 h 399"/>
                  <a:gd name="T98" fmla="*/ 91 w 374"/>
                  <a:gd name="T99" fmla="*/ 228 h 399"/>
                  <a:gd name="T100" fmla="*/ 246 w 374"/>
                  <a:gd name="T101" fmla="*/ 333 h 399"/>
                  <a:gd name="T102" fmla="*/ 346 w 374"/>
                  <a:gd name="T103" fmla="*/ 107 h 399"/>
                  <a:gd name="T104" fmla="*/ 343 w 374"/>
                  <a:gd name="T105" fmla="*/ 168 h 399"/>
                  <a:gd name="T106" fmla="*/ 335 w 374"/>
                  <a:gd name="T107" fmla="*/ 231 h 399"/>
                  <a:gd name="T108" fmla="*/ 249 w 374"/>
                  <a:gd name="T109" fmla="*/ 345 h 399"/>
                  <a:gd name="T110" fmla="*/ 314 w 374"/>
                  <a:gd name="T111" fmla="*/ 287 h 399"/>
                  <a:gd name="T112" fmla="*/ 267 w 374"/>
                  <a:gd name="T113" fmla="*/ 365 h 399"/>
                  <a:gd name="T114" fmla="*/ 302 w 374"/>
                  <a:gd name="T115" fmla="*/ 360 h 399"/>
                  <a:gd name="T116" fmla="*/ 282 w 374"/>
                  <a:gd name="T117" fmla="*/ 337 h 399"/>
                  <a:gd name="T118" fmla="*/ 305 w 374"/>
                  <a:gd name="T119" fmla="*/ 306 h 399"/>
                  <a:gd name="T120" fmla="*/ 338 w 374"/>
                  <a:gd name="T121" fmla="*/ 268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4" h="399">
                    <a:moveTo>
                      <a:pt x="366" y="267"/>
                    </a:moveTo>
                    <a:cubicBezTo>
                      <a:pt x="360" y="264"/>
                      <a:pt x="355" y="265"/>
                      <a:pt x="353" y="265"/>
                    </a:cubicBezTo>
                    <a:cubicBezTo>
                      <a:pt x="352" y="265"/>
                      <a:pt x="350" y="265"/>
                      <a:pt x="352" y="264"/>
                    </a:cubicBezTo>
                    <a:cubicBezTo>
                      <a:pt x="353" y="263"/>
                      <a:pt x="355" y="263"/>
                      <a:pt x="358" y="262"/>
                    </a:cubicBezTo>
                    <a:cubicBezTo>
                      <a:pt x="361" y="261"/>
                      <a:pt x="360" y="260"/>
                      <a:pt x="356" y="258"/>
                    </a:cubicBezTo>
                    <a:cubicBezTo>
                      <a:pt x="352" y="256"/>
                      <a:pt x="343" y="256"/>
                      <a:pt x="339" y="256"/>
                    </a:cubicBezTo>
                    <a:cubicBezTo>
                      <a:pt x="336" y="256"/>
                      <a:pt x="327" y="260"/>
                      <a:pt x="324" y="262"/>
                    </a:cubicBezTo>
                    <a:cubicBezTo>
                      <a:pt x="321" y="265"/>
                      <a:pt x="320" y="264"/>
                      <a:pt x="322" y="260"/>
                    </a:cubicBezTo>
                    <a:cubicBezTo>
                      <a:pt x="324" y="256"/>
                      <a:pt x="326" y="250"/>
                      <a:pt x="334" y="239"/>
                    </a:cubicBezTo>
                    <a:cubicBezTo>
                      <a:pt x="341" y="230"/>
                      <a:pt x="349" y="223"/>
                      <a:pt x="351" y="221"/>
                    </a:cubicBezTo>
                    <a:cubicBezTo>
                      <a:pt x="353" y="219"/>
                      <a:pt x="352" y="217"/>
                      <a:pt x="350" y="216"/>
                    </a:cubicBezTo>
                    <a:cubicBezTo>
                      <a:pt x="348" y="215"/>
                      <a:pt x="343" y="215"/>
                      <a:pt x="341" y="215"/>
                    </a:cubicBezTo>
                    <a:cubicBezTo>
                      <a:pt x="340" y="216"/>
                      <a:pt x="341" y="214"/>
                      <a:pt x="343" y="212"/>
                    </a:cubicBezTo>
                    <a:cubicBezTo>
                      <a:pt x="345" y="210"/>
                      <a:pt x="362" y="199"/>
                      <a:pt x="362" y="199"/>
                    </a:cubicBezTo>
                    <a:cubicBezTo>
                      <a:pt x="364" y="198"/>
                      <a:pt x="365" y="196"/>
                      <a:pt x="364" y="194"/>
                    </a:cubicBezTo>
                    <a:cubicBezTo>
                      <a:pt x="361" y="192"/>
                      <a:pt x="359" y="192"/>
                      <a:pt x="353" y="193"/>
                    </a:cubicBezTo>
                    <a:cubicBezTo>
                      <a:pt x="346" y="194"/>
                      <a:pt x="341" y="197"/>
                      <a:pt x="340" y="197"/>
                    </a:cubicBezTo>
                    <a:cubicBezTo>
                      <a:pt x="338" y="198"/>
                      <a:pt x="335" y="200"/>
                      <a:pt x="341" y="190"/>
                    </a:cubicBezTo>
                    <a:cubicBezTo>
                      <a:pt x="347" y="180"/>
                      <a:pt x="363" y="166"/>
                      <a:pt x="367" y="164"/>
                    </a:cubicBezTo>
                    <a:cubicBezTo>
                      <a:pt x="370" y="161"/>
                      <a:pt x="370" y="160"/>
                      <a:pt x="368" y="159"/>
                    </a:cubicBezTo>
                    <a:cubicBezTo>
                      <a:pt x="367" y="157"/>
                      <a:pt x="366" y="157"/>
                      <a:pt x="361" y="157"/>
                    </a:cubicBezTo>
                    <a:cubicBezTo>
                      <a:pt x="356" y="157"/>
                      <a:pt x="349" y="159"/>
                      <a:pt x="349" y="159"/>
                    </a:cubicBezTo>
                    <a:cubicBezTo>
                      <a:pt x="346" y="161"/>
                      <a:pt x="346" y="161"/>
                      <a:pt x="346" y="161"/>
                    </a:cubicBezTo>
                    <a:cubicBezTo>
                      <a:pt x="346" y="161"/>
                      <a:pt x="346" y="160"/>
                      <a:pt x="347" y="159"/>
                    </a:cubicBezTo>
                    <a:cubicBezTo>
                      <a:pt x="347" y="158"/>
                      <a:pt x="352" y="151"/>
                      <a:pt x="356" y="137"/>
                    </a:cubicBezTo>
                    <a:cubicBezTo>
                      <a:pt x="361" y="124"/>
                      <a:pt x="357" y="112"/>
                      <a:pt x="357" y="112"/>
                    </a:cubicBezTo>
                    <a:cubicBezTo>
                      <a:pt x="355" y="109"/>
                      <a:pt x="353" y="109"/>
                      <a:pt x="353" y="109"/>
                    </a:cubicBezTo>
                    <a:cubicBezTo>
                      <a:pt x="353" y="109"/>
                      <a:pt x="352" y="107"/>
                      <a:pt x="352" y="106"/>
                    </a:cubicBezTo>
                    <a:cubicBezTo>
                      <a:pt x="351" y="105"/>
                      <a:pt x="350" y="101"/>
                      <a:pt x="349" y="100"/>
                    </a:cubicBezTo>
                    <a:cubicBezTo>
                      <a:pt x="349" y="99"/>
                      <a:pt x="344" y="93"/>
                      <a:pt x="343" y="101"/>
                    </a:cubicBezTo>
                    <a:cubicBezTo>
                      <a:pt x="343" y="109"/>
                      <a:pt x="341" y="118"/>
                      <a:pt x="336" y="132"/>
                    </a:cubicBezTo>
                    <a:cubicBezTo>
                      <a:pt x="331" y="147"/>
                      <a:pt x="321" y="161"/>
                      <a:pt x="321" y="161"/>
                    </a:cubicBezTo>
                    <a:cubicBezTo>
                      <a:pt x="314" y="168"/>
                      <a:pt x="312" y="172"/>
                      <a:pt x="310" y="174"/>
                    </a:cubicBezTo>
                    <a:cubicBezTo>
                      <a:pt x="308" y="176"/>
                      <a:pt x="307" y="178"/>
                      <a:pt x="306" y="180"/>
                    </a:cubicBezTo>
                    <a:cubicBezTo>
                      <a:pt x="302" y="171"/>
                      <a:pt x="295" y="156"/>
                      <a:pt x="281" y="141"/>
                    </a:cubicBezTo>
                    <a:cubicBezTo>
                      <a:pt x="265" y="124"/>
                      <a:pt x="241" y="112"/>
                      <a:pt x="241" y="112"/>
                    </a:cubicBezTo>
                    <a:cubicBezTo>
                      <a:pt x="239" y="111"/>
                      <a:pt x="235" y="109"/>
                      <a:pt x="231" y="107"/>
                    </a:cubicBezTo>
                    <a:cubicBezTo>
                      <a:pt x="231" y="107"/>
                      <a:pt x="231" y="107"/>
                      <a:pt x="231" y="107"/>
                    </a:cubicBezTo>
                    <a:cubicBezTo>
                      <a:pt x="232" y="107"/>
                      <a:pt x="234" y="106"/>
                      <a:pt x="234" y="105"/>
                    </a:cubicBezTo>
                    <a:cubicBezTo>
                      <a:pt x="235" y="103"/>
                      <a:pt x="234" y="100"/>
                      <a:pt x="234" y="100"/>
                    </a:cubicBezTo>
                    <a:cubicBezTo>
                      <a:pt x="234" y="100"/>
                      <a:pt x="234" y="99"/>
                      <a:pt x="235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7" y="97"/>
                      <a:pt x="237" y="97"/>
                    </a:cubicBezTo>
                    <a:cubicBezTo>
                      <a:pt x="237" y="96"/>
                      <a:pt x="237" y="96"/>
                      <a:pt x="237" y="95"/>
                    </a:cubicBezTo>
                    <a:cubicBezTo>
                      <a:pt x="237" y="95"/>
                      <a:pt x="237" y="94"/>
                      <a:pt x="237" y="93"/>
                    </a:cubicBezTo>
                    <a:cubicBezTo>
                      <a:pt x="237" y="93"/>
                      <a:pt x="238" y="93"/>
                      <a:pt x="238" y="93"/>
                    </a:cubicBezTo>
                    <a:cubicBezTo>
                      <a:pt x="238" y="92"/>
                      <a:pt x="238" y="92"/>
                      <a:pt x="238" y="92"/>
                    </a:cubicBezTo>
                    <a:cubicBezTo>
                      <a:pt x="238" y="92"/>
                      <a:pt x="238" y="91"/>
                      <a:pt x="239" y="90"/>
                    </a:cubicBezTo>
                    <a:cubicBezTo>
                      <a:pt x="239" y="91"/>
                      <a:pt x="239" y="91"/>
                      <a:pt x="239" y="91"/>
                    </a:cubicBezTo>
                    <a:cubicBezTo>
                      <a:pt x="240" y="90"/>
                      <a:pt x="241" y="90"/>
                      <a:pt x="242" y="89"/>
                    </a:cubicBezTo>
                    <a:cubicBezTo>
                      <a:pt x="242" y="88"/>
                      <a:pt x="242" y="88"/>
                      <a:pt x="242" y="87"/>
                    </a:cubicBezTo>
                    <a:cubicBezTo>
                      <a:pt x="242" y="87"/>
                      <a:pt x="242" y="86"/>
                      <a:pt x="242" y="86"/>
                    </a:cubicBezTo>
                    <a:cubicBezTo>
                      <a:pt x="243" y="85"/>
                      <a:pt x="243" y="85"/>
                      <a:pt x="243" y="84"/>
                    </a:cubicBezTo>
                    <a:cubicBezTo>
                      <a:pt x="243" y="84"/>
                      <a:pt x="243" y="84"/>
                      <a:pt x="243" y="84"/>
                    </a:cubicBezTo>
                    <a:cubicBezTo>
                      <a:pt x="247" y="84"/>
                      <a:pt x="249" y="81"/>
                      <a:pt x="250" y="77"/>
                    </a:cubicBezTo>
                    <a:cubicBezTo>
                      <a:pt x="253" y="77"/>
                      <a:pt x="256" y="74"/>
                      <a:pt x="256" y="70"/>
                    </a:cubicBezTo>
                    <a:cubicBezTo>
                      <a:pt x="256" y="70"/>
                      <a:pt x="256" y="69"/>
                      <a:pt x="256" y="69"/>
                    </a:cubicBezTo>
                    <a:cubicBezTo>
                      <a:pt x="259" y="69"/>
                      <a:pt x="262" y="66"/>
                      <a:pt x="262" y="62"/>
                    </a:cubicBezTo>
                    <a:cubicBezTo>
                      <a:pt x="262" y="59"/>
                      <a:pt x="261" y="57"/>
                      <a:pt x="259" y="56"/>
                    </a:cubicBezTo>
                    <a:cubicBezTo>
                      <a:pt x="259" y="55"/>
                      <a:pt x="260" y="54"/>
                      <a:pt x="260" y="53"/>
                    </a:cubicBezTo>
                    <a:cubicBezTo>
                      <a:pt x="260" y="49"/>
                      <a:pt x="257" y="46"/>
                      <a:pt x="253" y="46"/>
                    </a:cubicBezTo>
                    <a:cubicBezTo>
                      <a:pt x="252" y="46"/>
                      <a:pt x="251" y="46"/>
                      <a:pt x="251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1" y="46"/>
                    </a:cubicBezTo>
                    <a:cubicBezTo>
                      <a:pt x="251" y="45"/>
                      <a:pt x="251" y="44"/>
                      <a:pt x="251" y="44"/>
                    </a:cubicBezTo>
                    <a:cubicBezTo>
                      <a:pt x="251" y="41"/>
                      <a:pt x="248" y="38"/>
                      <a:pt x="245" y="38"/>
                    </a:cubicBezTo>
                    <a:cubicBezTo>
                      <a:pt x="243" y="38"/>
                      <a:pt x="242" y="39"/>
                      <a:pt x="241" y="40"/>
                    </a:cubicBezTo>
                    <a:cubicBezTo>
                      <a:pt x="241" y="40"/>
                      <a:pt x="241" y="40"/>
                      <a:pt x="241" y="40"/>
                    </a:cubicBezTo>
                    <a:cubicBezTo>
                      <a:pt x="240" y="40"/>
                      <a:pt x="240" y="40"/>
                      <a:pt x="240" y="39"/>
                    </a:cubicBezTo>
                    <a:cubicBezTo>
                      <a:pt x="240" y="38"/>
                      <a:pt x="240" y="35"/>
                      <a:pt x="237" y="34"/>
                    </a:cubicBezTo>
                    <a:cubicBezTo>
                      <a:pt x="236" y="34"/>
                      <a:pt x="235" y="34"/>
                      <a:pt x="235" y="34"/>
                    </a:cubicBezTo>
                    <a:cubicBezTo>
                      <a:pt x="233" y="34"/>
                      <a:pt x="231" y="35"/>
                      <a:pt x="231" y="36"/>
                    </a:cubicBezTo>
                    <a:cubicBezTo>
                      <a:pt x="230" y="36"/>
                      <a:pt x="228" y="36"/>
                      <a:pt x="227" y="35"/>
                    </a:cubicBezTo>
                    <a:cubicBezTo>
                      <a:pt x="227" y="33"/>
                      <a:pt x="227" y="32"/>
                      <a:pt x="224" y="31"/>
                    </a:cubicBezTo>
                    <a:cubicBezTo>
                      <a:pt x="224" y="31"/>
                      <a:pt x="223" y="31"/>
                      <a:pt x="223" y="31"/>
                    </a:cubicBezTo>
                    <a:cubicBezTo>
                      <a:pt x="222" y="31"/>
                      <a:pt x="221" y="31"/>
                      <a:pt x="221" y="31"/>
                    </a:cubicBezTo>
                    <a:cubicBezTo>
                      <a:pt x="220" y="31"/>
                      <a:pt x="220" y="30"/>
                      <a:pt x="218" y="29"/>
                    </a:cubicBezTo>
                    <a:cubicBezTo>
                      <a:pt x="218" y="29"/>
                      <a:pt x="217" y="29"/>
                      <a:pt x="217" y="29"/>
                    </a:cubicBezTo>
                    <a:cubicBezTo>
                      <a:pt x="216" y="29"/>
                      <a:pt x="215" y="30"/>
                      <a:pt x="215" y="30"/>
                    </a:cubicBezTo>
                    <a:cubicBezTo>
                      <a:pt x="214" y="29"/>
                      <a:pt x="213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9"/>
                      <a:pt x="209" y="29"/>
                      <a:pt x="209" y="30"/>
                    </a:cubicBezTo>
                    <a:cubicBezTo>
                      <a:pt x="208" y="29"/>
                      <a:pt x="207" y="29"/>
                      <a:pt x="206" y="29"/>
                    </a:cubicBezTo>
                    <a:cubicBezTo>
                      <a:pt x="206" y="29"/>
                      <a:pt x="206" y="29"/>
                      <a:pt x="206" y="29"/>
                    </a:cubicBezTo>
                    <a:cubicBezTo>
                      <a:pt x="204" y="29"/>
                      <a:pt x="203" y="30"/>
                      <a:pt x="203" y="30"/>
                    </a:cubicBezTo>
                    <a:cubicBezTo>
                      <a:pt x="203" y="31"/>
                      <a:pt x="202" y="31"/>
                      <a:pt x="202" y="31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1"/>
                      <a:pt x="200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7" y="31"/>
                      <a:pt x="195" y="31"/>
                      <a:pt x="194" y="31"/>
                    </a:cubicBezTo>
                    <a:cubicBezTo>
                      <a:pt x="193" y="31"/>
                      <a:pt x="193" y="31"/>
                      <a:pt x="193" y="30"/>
                    </a:cubicBezTo>
                    <a:cubicBezTo>
                      <a:pt x="193" y="30"/>
                      <a:pt x="193" y="30"/>
                      <a:pt x="193" y="29"/>
                    </a:cubicBezTo>
                    <a:cubicBezTo>
                      <a:pt x="195" y="28"/>
                      <a:pt x="197" y="25"/>
                      <a:pt x="197" y="22"/>
                    </a:cubicBezTo>
                    <a:cubicBezTo>
                      <a:pt x="197" y="19"/>
                      <a:pt x="195" y="16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7" y="12"/>
                      <a:pt x="197" y="11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6"/>
                      <a:pt x="196" y="5"/>
                      <a:pt x="195" y="5"/>
                    </a:cubicBezTo>
                    <a:cubicBezTo>
                      <a:pt x="194" y="5"/>
                      <a:pt x="194" y="5"/>
                      <a:pt x="194" y="5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92" y="2"/>
                      <a:pt x="192" y="2"/>
                      <a:pt x="192" y="2"/>
                    </a:cubicBezTo>
                    <a:cubicBezTo>
                      <a:pt x="192" y="1"/>
                      <a:pt x="191" y="0"/>
                      <a:pt x="190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4" y="0"/>
                      <a:pt x="183" y="1"/>
                      <a:pt x="183" y="2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1" y="5"/>
                      <a:pt x="181" y="5"/>
                      <a:pt x="181" y="5"/>
                    </a:cubicBezTo>
                    <a:cubicBezTo>
                      <a:pt x="180" y="5"/>
                      <a:pt x="180" y="5"/>
                      <a:pt x="180" y="5"/>
                    </a:cubicBezTo>
                    <a:cubicBezTo>
                      <a:pt x="179" y="5"/>
                      <a:pt x="178" y="6"/>
                      <a:pt x="178" y="7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2"/>
                      <a:pt x="179" y="13"/>
                      <a:pt x="180" y="13"/>
                    </a:cubicBezTo>
                    <a:cubicBezTo>
                      <a:pt x="181" y="13"/>
                      <a:pt x="181" y="13"/>
                      <a:pt x="181" y="13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83" y="15"/>
                      <a:pt x="183" y="15"/>
                      <a:pt x="183" y="15"/>
                    </a:cubicBezTo>
                    <a:cubicBezTo>
                      <a:pt x="180" y="16"/>
                      <a:pt x="178" y="19"/>
                      <a:pt x="178" y="22"/>
                    </a:cubicBezTo>
                    <a:cubicBezTo>
                      <a:pt x="178" y="25"/>
                      <a:pt x="180" y="28"/>
                      <a:pt x="182" y="29"/>
                    </a:cubicBezTo>
                    <a:cubicBezTo>
                      <a:pt x="182" y="29"/>
                      <a:pt x="182" y="30"/>
                      <a:pt x="182" y="30"/>
                    </a:cubicBezTo>
                    <a:cubicBezTo>
                      <a:pt x="182" y="30"/>
                      <a:pt x="182" y="30"/>
                      <a:pt x="181" y="31"/>
                    </a:cubicBezTo>
                    <a:cubicBezTo>
                      <a:pt x="180" y="31"/>
                      <a:pt x="178" y="31"/>
                      <a:pt x="177" y="31"/>
                    </a:cubicBezTo>
                    <a:cubicBezTo>
                      <a:pt x="176" y="31"/>
                      <a:pt x="175" y="31"/>
                      <a:pt x="174" y="31"/>
                    </a:cubicBezTo>
                    <a:cubicBezTo>
                      <a:pt x="173" y="30"/>
                      <a:pt x="171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29"/>
                      <a:pt x="168" y="29"/>
                      <a:pt x="168" y="30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66" y="29"/>
                      <a:pt x="165" y="29"/>
                      <a:pt x="164" y="29"/>
                    </a:cubicBezTo>
                    <a:cubicBezTo>
                      <a:pt x="163" y="29"/>
                      <a:pt x="162" y="29"/>
                      <a:pt x="161" y="30"/>
                    </a:cubicBezTo>
                    <a:cubicBezTo>
                      <a:pt x="161" y="30"/>
                      <a:pt x="160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6" y="30"/>
                      <a:pt x="155" y="30"/>
                      <a:pt x="155" y="31"/>
                    </a:cubicBezTo>
                    <a:cubicBezTo>
                      <a:pt x="154" y="31"/>
                      <a:pt x="154" y="31"/>
                      <a:pt x="153" y="31"/>
                    </a:cubicBezTo>
                    <a:cubicBezTo>
                      <a:pt x="153" y="31"/>
                      <a:pt x="152" y="31"/>
                      <a:pt x="152" y="31"/>
                    </a:cubicBezTo>
                    <a:cubicBezTo>
                      <a:pt x="150" y="32"/>
                      <a:pt x="149" y="33"/>
                      <a:pt x="149" y="35"/>
                    </a:cubicBezTo>
                    <a:cubicBezTo>
                      <a:pt x="148" y="36"/>
                      <a:pt x="145" y="36"/>
                      <a:pt x="144" y="37"/>
                    </a:cubicBezTo>
                    <a:cubicBezTo>
                      <a:pt x="143" y="35"/>
                      <a:pt x="142" y="34"/>
                      <a:pt x="140" y="34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7" y="35"/>
                      <a:pt x="135" y="36"/>
                      <a:pt x="135" y="39"/>
                    </a:cubicBezTo>
                    <a:cubicBezTo>
                      <a:pt x="135" y="39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4" y="39"/>
                      <a:pt x="133" y="38"/>
                      <a:pt x="131" y="38"/>
                    </a:cubicBezTo>
                    <a:cubicBezTo>
                      <a:pt x="128" y="38"/>
                      <a:pt x="125" y="40"/>
                      <a:pt x="125" y="43"/>
                    </a:cubicBezTo>
                    <a:cubicBezTo>
                      <a:pt x="125" y="44"/>
                      <a:pt x="125" y="45"/>
                      <a:pt x="125" y="45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5" y="46"/>
                      <a:pt x="124" y="46"/>
                      <a:pt x="123" y="46"/>
                    </a:cubicBezTo>
                    <a:cubicBezTo>
                      <a:pt x="120" y="46"/>
                      <a:pt x="116" y="48"/>
                      <a:pt x="116" y="52"/>
                    </a:cubicBezTo>
                    <a:cubicBezTo>
                      <a:pt x="116" y="53"/>
                      <a:pt x="116" y="54"/>
                      <a:pt x="116" y="55"/>
                    </a:cubicBezTo>
                    <a:cubicBezTo>
                      <a:pt x="115" y="57"/>
                      <a:pt x="114" y="59"/>
                      <a:pt x="114" y="62"/>
                    </a:cubicBezTo>
                    <a:cubicBezTo>
                      <a:pt x="114" y="65"/>
                      <a:pt x="116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70"/>
                      <a:pt x="120" y="71"/>
                      <a:pt x="120" y="72"/>
                    </a:cubicBezTo>
                    <a:cubicBezTo>
                      <a:pt x="120" y="75"/>
                      <a:pt x="123" y="77"/>
                      <a:pt x="126" y="78"/>
                    </a:cubicBezTo>
                    <a:cubicBezTo>
                      <a:pt x="126" y="81"/>
                      <a:pt x="129" y="84"/>
                      <a:pt x="133" y="84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33" y="85"/>
                      <a:pt x="133" y="85"/>
                      <a:pt x="134" y="86"/>
                    </a:cubicBezTo>
                    <a:cubicBezTo>
                      <a:pt x="134" y="86"/>
                      <a:pt x="133" y="86"/>
                      <a:pt x="133" y="87"/>
                    </a:cubicBezTo>
                    <a:cubicBezTo>
                      <a:pt x="133" y="88"/>
                      <a:pt x="134" y="88"/>
                      <a:pt x="134" y="89"/>
                    </a:cubicBezTo>
                    <a:cubicBezTo>
                      <a:pt x="135" y="90"/>
                      <a:pt x="136" y="90"/>
                      <a:pt x="137" y="91"/>
                    </a:cubicBezTo>
                    <a:cubicBezTo>
                      <a:pt x="137" y="91"/>
                      <a:pt x="137" y="90"/>
                      <a:pt x="137" y="90"/>
                    </a:cubicBezTo>
                    <a:cubicBezTo>
                      <a:pt x="137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2"/>
                      <a:pt x="138" y="92"/>
                    </a:cubicBezTo>
                    <a:cubicBezTo>
                      <a:pt x="139" y="94"/>
                      <a:pt x="139" y="95"/>
                      <a:pt x="139" y="95"/>
                    </a:cubicBezTo>
                    <a:cubicBezTo>
                      <a:pt x="139" y="96"/>
                      <a:pt x="139" y="97"/>
                      <a:pt x="139" y="97"/>
                    </a:cubicBezTo>
                    <a:cubicBezTo>
                      <a:pt x="139" y="97"/>
                      <a:pt x="140" y="98"/>
                      <a:pt x="140" y="98"/>
                    </a:cubicBezTo>
                    <a:cubicBezTo>
                      <a:pt x="140" y="98"/>
                      <a:pt x="141" y="98"/>
                      <a:pt x="141" y="99"/>
                    </a:cubicBezTo>
                    <a:cubicBezTo>
                      <a:pt x="142" y="99"/>
                      <a:pt x="142" y="100"/>
                      <a:pt x="142" y="100"/>
                    </a:cubicBezTo>
                    <a:cubicBezTo>
                      <a:pt x="142" y="100"/>
                      <a:pt x="141" y="103"/>
                      <a:pt x="142" y="105"/>
                    </a:cubicBezTo>
                    <a:cubicBezTo>
                      <a:pt x="142" y="106"/>
                      <a:pt x="145" y="107"/>
                      <a:pt x="145" y="107"/>
                    </a:cubicBezTo>
                    <a:cubicBezTo>
                      <a:pt x="144" y="107"/>
                      <a:pt x="145" y="107"/>
                      <a:pt x="145" y="107"/>
                    </a:cubicBezTo>
                    <a:cubicBezTo>
                      <a:pt x="139" y="109"/>
                      <a:pt x="135" y="111"/>
                      <a:pt x="134" y="112"/>
                    </a:cubicBezTo>
                    <a:cubicBezTo>
                      <a:pt x="134" y="112"/>
                      <a:pt x="110" y="124"/>
                      <a:pt x="94" y="141"/>
                    </a:cubicBezTo>
                    <a:cubicBezTo>
                      <a:pt x="79" y="157"/>
                      <a:pt x="72" y="171"/>
                      <a:pt x="68" y="181"/>
                    </a:cubicBezTo>
                    <a:cubicBezTo>
                      <a:pt x="67" y="180"/>
                      <a:pt x="67" y="178"/>
                      <a:pt x="66" y="177"/>
                    </a:cubicBezTo>
                    <a:cubicBezTo>
                      <a:pt x="61" y="170"/>
                      <a:pt x="57" y="165"/>
                      <a:pt x="53" y="161"/>
                    </a:cubicBezTo>
                    <a:cubicBezTo>
                      <a:pt x="53" y="161"/>
                      <a:pt x="43" y="145"/>
                      <a:pt x="38" y="131"/>
                    </a:cubicBezTo>
                    <a:cubicBezTo>
                      <a:pt x="33" y="117"/>
                      <a:pt x="31" y="109"/>
                      <a:pt x="30" y="101"/>
                    </a:cubicBezTo>
                    <a:cubicBezTo>
                      <a:pt x="30" y="93"/>
                      <a:pt x="25" y="100"/>
                      <a:pt x="25" y="101"/>
                    </a:cubicBezTo>
                    <a:cubicBezTo>
                      <a:pt x="24" y="102"/>
                      <a:pt x="22" y="106"/>
                      <a:pt x="22" y="107"/>
                    </a:cubicBezTo>
                    <a:cubicBezTo>
                      <a:pt x="21" y="108"/>
                      <a:pt x="21" y="109"/>
                      <a:pt x="21" y="109"/>
                    </a:cubicBezTo>
                    <a:cubicBezTo>
                      <a:pt x="21" y="109"/>
                      <a:pt x="19" y="109"/>
                      <a:pt x="17" y="112"/>
                    </a:cubicBezTo>
                    <a:cubicBezTo>
                      <a:pt x="17" y="112"/>
                      <a:pt x="13" y="123"/>
                      <a:pt x="18" y="137"/>
                    </a:cubicBezTo>
                    <a:cubicBezTo>
                      <a:pt x="22" y="151"/>
                      <a:pt x="26" y="158"/>
                      <a:pt x="27" y="159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5" y="159"/>
                      <a:pt x="17" y="157"/>
                      <a:pt x="13" y="157"/>
                    </a:cubicBezTo>
                    <a:cubicBezTo>
                      <a:pt x="8" y="157"/>
                      <a:pt x="7" y="157"/>
                      <a:pt x="6" y="159"/>
                    </a:cubicBezTo>
                    <a:cubicBezTo>
                      <a:pt x="4" y="160"/>
                      <a:pt x="4" y="161"/>
                      <a:pt x="7" y="164"/>
                    </a:cubicBezTo>
                    <a:cubicBezTo>
                      <a:pt x="11" y="166"/>
                      <a:pt x="27" y="180"/>
                      <a:pt x="33" y="190"/>
                    </a:cubicBezTo>
                    <a:cubicBezTo>
                      <a:pt x="39" y="200"/>
                      <a:pt x="36" y="198"/>
                      <a:pt x="34" y="197"/>
                    </a:cubicBezTo>
                    <a:cubicBezTo>
                      <a:pt x="33" y="197"/>
                      <a:pt x="28" y="194"/>
                      <a:pt x="21" y="193"/>
                    </a:cubicBezTo>
                    <a:cubicBezTo>
                      <a:pt x="15" y="192"/>
                      <a:pt x="13" y="192"/>
                      <a:pt x="10" y="195"/>
                    </a:cubicBezTo>
                    <a:cubicBezTo>
                      <a:pt x="9" y="196"/>
                      <a:pt x="10" y="198"/>
                      <a:pt x="11" y="199"/>
                    </a:cubicBezTo>
                    <a:cubicBezTo>
                      <a:pt x="11" y="199"/>
                      <a:pt x="29" y="211"/>
                      <a:pt x="31" y="212"/>
                    </a:cubicBezTo>
                    <a:cubicBezTo>
                      <a:pt x="33" y="214"/>
                      <a:pt x="34" y="216"/>
                      <a:pt x="33" y="215"/>
                    </a:cubicBezTo>
                    <a:cubicBezTo>
                      <a:pt x="31" y="215"/>
                      <a:pt x="26" y="215"/>
                      <a:pt x="24" y="216"/>
                    </a:cubicBezTo>
                    <a:cubicBezTo>
                      <a:pt x="22" y="217"/>
                      <a:pt x="21" y="219"/>
                      <a:pt x="23" y="221"/>
                    </a:cubicBezTo>
                    <a:cubicBezTo>
                      <a:pt x="24" y="223"/>
                      <a:pt x="33" y="230"/>
                      <a:pt x="40" y="239"/>
                    </a:cubicBezTo>
                    <a:cubicBezTo>
                      <a:pt x="48" y="251"/>
                      <a:pt x="50" y="257"/>
                      <a:pt x="52" y="260"/>
                    </a:cubicBezTo>
                    <a:cubicBezTo>
                      <a:pt x="54" y="264"/>
                      <a:pt x="53" y="265"/>
                      <a:pt x="50" y="263"/>
                    </a:cubicBezTo>
                    <a:cubicBezTo>
                      <a:pt x="47" y="260"/>
                      <a:pt x="38" y="256"/>
                      <a:pt x="35" y="256"/>
                    </a:cubicBezTo>
                    <a:cubicBezTo>
                      <a:pt x="31" y="256"/>
                      <a:pt x="22" y="257"/>
                      <a:pt x="18" y="258"/>
                    </a:cubicBezTo>
                    <a:cubicBezTo>
                      <a:pt x="13" y="260"/>
                      <a:pt x="13" y="261"/>
                      <a:pt x="16" y="262"/>
                    </a:cubicBezTo>
                    <a:cubicBezTo>
                      <a:pt x="19" y="263"/>
                      <a:pt x="21" y="263"/>
                      <a:pt x="22" y="264"/>
                    </a:cubicBezTo>
                    <a:cubicBezTo>
                      <a:pt x="24" y="265"/>
                      <a:pt x="22" y="265"/>
                      <a:pt x="21" y="265"/>
                    </a:cubicBezTo>
                    <a:cubicBezTo>
                      <a:pt x="19" y="265"/>
                      <a:pt x="14" y="264"/>
                      <a:pt x="8" y="267"/>
                    </a:cubicBezTo>
                    <a:cubicBezTo>
                      <a:pt x="2" y="270"/>
                      <a:pt x="2" y="273"/>
                      <a:pt x="0" y="276"/>
                    </a:cubicBezTo>
                    <a:cubicBezTo>
                      <a:pt x="0" y="278"/>
                      <a:pt x="1" y="279"/>
                      <a:pt x="4" y="279"/>
                    </a:cubicBezTo>
                    <a:cubicBezTo>
                      <a:pt x="7" y="278"/>
                      <a:pt x="21" y="278"/>
                      <a:pt x="26" y="280"/>
                    </a:cubicBezTo>
                    <a:cubicBezTo>
                      <a:pt x="30" y="281"/>
                      <a:pt x="31" y="282"/>
                      <a:pt x="29" y="283"/>
                    </a:cubicBezTo>
                    <a:cubicBezTo>
                      <a:pt x="27" y="283"/>
                      <a:pt x="23" y="286"/>
                      <a:pt x="20" y="288"/>
                    </a:cubicBezTo>
                    <a:cubicBezTo>
                      <a:pt x="18" y="291"/>
                      <a:pt x="16" y="293"/>
                      <a:pt x="18" y="292"/>
                    </a:cubicBezTo>
                    <a:cubicBezTo>
                      <a:pt x="21" y="292"/>
                      <a:pt x="27" y="292"/>
                      <a:pt x="39" y="297"/>
                    </a:cubicBezTo>
                    <a:cubicBezTo>
                      <a:pt x="52" y="303"/>
                      <a:pt x="64" y="311"/>
                      <a:pt x="68" y="315"/>
                    </a:cubicBezTo>
                    <a:cubicBezTo>
                      <a:pt x="72" y="319"/>
                      <a:pt x="71" y="319"/>
                      <a:pt x="69" y="319"/>
                    </a:cubicBezTo>
                    <a:cubicBezTo>
                      <a:pt x="66" y="318"/>
                      <a:pt x="60" y="315"/>
                      <a:pt x="54" y="316"/>
                    </a:cubicBezTo>
                    <a:cubicBezTo>
                      <a:pt x="48" y="316"/>
                      <a:pt x="39" y="317"/>
                      <a:pt x="34" y="320"/>
                    </a:cubicBezTo>
                    <a:cubicBezTo>
                      <a:pt x="30" y="323"/>
                      <a:pt x="31" y="324"/>
                      <a:pt x="33" y="324"/>
                    </a:cubicBezTo>
                    <a:cubicBezTo>
                      <a:pt x="36" y="324"/>
                      <a:pt x="52" y="329"/>
                      <a:pt x="59" y="331"/>
                    </a:cubicBezTo>
                    <a:cubicBezTo>
                      <a:pt x="65" y="333"/>
                      <a:pt x="72" y="336"/>
                      <a:pt x="76" y="338"/>
                    </a:cubicBezTo>
                    <a:cubicBezTo>
                      <a:pt x="79" y="340"/>
                      <a:pt x="72" y="343"/>
                      <a:pt x="69" y="345"/>
                    </a:cubicBezTo>
                    <a:cubicBezTo>
                      <a:pt x="67" y="347"/>
                      <a:pt x="69" y="347"/>
                      <a:pt x="70" y="348"/>
                    </a:cubicBezTo>
                    <a:cubicBezTo>
                      <a:pt x="72" y="349"/>
                      <a:pt x="79" y="347"/>
                      <a:pt x="79" y="348"/>
                    </a:cubicBezTo>
                    <a:cubicBezTo>
                      <a:pt x="80" y="350"/>
                      <a:pt x="75" y="350"/>
                      <a:pt x="72" y="355"/>
                    </a:cubicBezTo>
                    <a:cubicBezTo>
                      <a:pt x="69" y="359"/>
                      <a:pt x="67" y="362"/>
                      <a:pt x="67" y="366"/>
                    </a:cubicBezTo>
                    <a:cubicBezTo>
                      <a:pt x="67" y="370"/>
                      <a:pt x="68" y="367"/>
                      <a:pt x="69" y="366"/>
                    </a:cubicBezTo>
                    <a:cubicBezTo>
                      <a:pt x="71" y="365"/>
                      <a:pt x="77" y="362"/>
                      <a:pt x="80" y="360"/>
                    </a:cubicBezTo>
                    <a:cubicBezTo>
                      <a:pt x="82" y="359"/>
                      <a:pt x="86" y="357"/>
                      <a:pt x="88" y="357"/>
                    </a:cubicBezTo>
                    <a:cubicBezTo>
                      <a:pt x="91" y="356"/>
                      <a:pt x="86" y="362"/>
                      <a:pt x="88" y="364"/>
                    </a:cubicBezTo>
                    <a:cubicBezTo>
                      <a:pt x="90" y="366"/>
                      <a:pt x="94" y="365"/>
                      <a:pt x="98" y="363"/>
                    </a:cubicBezTo>
                    <a:cubicBezTo>
                      <a:pt x="101" y="362"/>
                      <a:pt x="105" y="359"/>
                      <a:pt x="106" y="360"/>
                    </a:cubicBezTo>
                    <a:cubicBezTo>
                      <a:pt x="108" y="361"/>
                      <a:pt x="102" y="366"/>
                      <a:pt x="105" y="368"/>
                    </a:cubicBezTo>
                    <a:cubicBezTo>
                      <a:pt x="109" y="371"/>
                      <a:pt x="120" y="368"/>
                      <a:pt x="120" y="368"/>
                    </a:cubicBezTo>
                    <a:cubicBezTo>
                      <a:pt x="146" y="366"/>
                      <a:pt x="155" y="384"/>
                      <a:pt x="156" y="388"/>
                    </a:cubicBezTo>
                    <a:cubicBezTo>
                      <a:pt x="156" y="392"/>
                      <a:pt x="152" y="394"/>
                      <a:pt x="150" y="395"/>
                    </a:cubicBezTo>
                    <a:cubicBezTo>
                      <a:pt x="148" y="395"/>
                      <a:pt x="151" y="398"/>
                      <a:pt x="161" y="399"/>
                    </a:cubicBezTo>
                    <a:cubicBezTo>
                      <a:pt x="166" y="399"/>
                      <a:pt x="175" y="398"/>
                      <a:pt x="180" y="386"/>
                    </a:cubicBezTo>
                    <a:cubicBezTo>
                      <a:pt x="184" y="376"/>
                      <a:pt x="172" y="358"/>
                      <a:pt x="171" y="356"/>
                    </a:cubicBezTo>
                    <a:cubicBezTo>
                      <a:pt x="170" y="355"/>
                      <a:pt x="169" y="353"/>
                      <a:pt x="168" y="352"/>
                    </a:cubicBezTo>
                    <a:cubicBezTo>
                      <a:pt x="171" y="354"/>
                      <a:pt x="173" y="355"/>
                      <a:pt x="175" y="356"/>
                    </a:cubicBezTo>
                    <a:cubicBezTo>
                      <a:pt x="177" y="358"/>
                      <a:pt x="182" y="362"/>
                      <a:pt x="187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94" y="362"/>
                      <a:pt x="197" y="358"/>
                      <a:pt x="200" y="357"/>
                    </a:cubicBezTo>
                    <a:cubicBezTo>
                      <a:pt x="201" y="356"/>
                      <a:pt x="202" y="355"/>
                      <a:pt x="203" y="355"/>
                    </a:cubicBezTo>
                    <a:cubicBezTo>
                      <a:pt x="203" y="355"/>
                      <a:pt x="203" y="356"/>
                      <a:pt x="203" y="356"/>
                    </a:cubicBezTo>
                    <a:cubicBezTo>
                      <a:pt x="202" y="358"/>
                      <a:pt x="190" y="376"/>
                      <a:pt x="194" y="386"/>
                    </a:cubicBezTo>
                    <a:cubicBezTo>
                      <a:pt x="199" y="397"/>
                      <a:pt x="208" y="398"/>
                      <a:pt x="214" y="398"/>
                    </a:cubicBezTo>
                    <a:cubicBezTo>
                      <a:pt x="223" y="398"/>
                      <a:pt x="227" y="395"/>
                      <a:pt x="224" y="394"/>
                    </a:cubicBezTo>
                    <a:cubicBezTo>
                      <a:pt x="222" y="393"/>
                      <a:pt x="218" y="392"/>
                      <a:pt x="219" y="387"/>
                    </a:cubicBezTo>
                    <a:cubicBezTo>
                      <a:pt x="219" y="383"/>
                      <a:pt x="228" y="366"/>
                      <a:pt x="255" y="368"/>
                    </a:cubicBezTo>
                    <a:cubicBezTo>
                      <a:pt x="255" y="368"/>
                      <a:pt x="265" y="371"/>
                      <a:pt x="269" y="368"/>
                    </a:cubicBezTo>
                    <a:cubicBezTo>
                      <a:pt x="272" y="365"/>
                      <a:pt x="267" y="361"/>
                      <a:pt x="268" y="360"/>
                    </a:cubicBezTo>
                    <a:cubicBezTo>
                      <a:pt x="269" y="358"/>
                      <a:pt x="273" y="361"/>
                      <a:pt x="277" y="363"/>
                    </a:cubicBezTo>
                    <a:cubicBezTo>
                      <a:pt x="280" y="365"/>
                      <a:pt x="284" y="365"/>
                      <a:pt x="286" y="363"/>
                    </a:cubicBezTo>
                    <a:cubicBezTo>
                      <a:pt x="288" y="362"/>
                      <a:pt x="283" y="356"/>
                      <a:pt x="286" y="356"/>
                    </a:cubicBezTo>
                    <a:cubicBezTo>
                      <a:pt x="288" y="357"/>
                      <a:pt x="292" y="359"/>
                      <a:pt x="294" y="360"/>
                    </a:cubicBezTo>
                    <a:cubicBezTo>
                      <a:pt x="297" y="361"/>
                      <a:pt x="304" y="364"/>
                      <a:pt x="305" y="365"/>
                    </a:cubicBezTo>
                    <a:cubicBezTo>
                      <a:pt x="306" y="366"/>
                      <a:pt x="307" y="369"/>
                      <a:pt x="307" y="365"/>
                    </a:cubicBezTo>
                    <a:cubicBezTo>
                      <a:pt x="307" y="362"/>
                      <a:pt x="305" y="359"/>
                      <a:pt x="302" y="354"/>
                    </a:cubicBezTo>
                    <a:cubicBezTo>
                      <a:pt x="299" y="350"/>
                      <a:pt x="294" y="349"/>
                      <a:pt x="295" y="348"/>
                    </a:cubicBezTo>
                    <a:cubicBezTo>
                      <a:pt x="295" y="346"/>
                      <a:pt x="301" y="347"/>
                      <a:pt x="302" y="347"/>
                    </a:cubicBezTo>
                    <a:cubicBezTo>
                      <a:pt x="304" y="346"/>
                      <a:pt x="308" y="347"/>
                      <a:pt x="306" y="345"/>
                    </a:cubicBezTo>
                    <a:cubicBezTo>
                      <a:pt x="304" y="343"/>
                      <a:pt x="297" y="338"/>
                      <a:pt x="299" y="337"/>
                    </a:cubicBezTo>
                    <a:cubicBezTo>
                      <a:pt x="303" y="336"/>
                      <a:pt x="309" y="332"/>
                      <a:pt x="315" y="330"/>
                    </a:cubicBezTo>
                    <a:cubicBezTo>
                      <a:pt x="322" y="328"/>
                      <a:pt x="338" y="323"/>
                      <a:pt x="341" y="323"/>
                    </a:cubicBezTo>
                    <a:cubicBezTo>
                      <a:pt x="343" y="323"/>
                      <a:pt x="344" y="322"/>
                      <a:pt x="340" y="319"/>
                    </a:cubicBezTo>
                    <a:cubicBezTo>
                      <a:pt x="335" y="317"/>
                      <a:pt x="326" y="316"/>
                      <a:pt x="320" y="315"/>
                    </a:cubicBezTo>
                    <a:cubicBezTo>
                      <a:pt x="314" y="315"/>
                      <a:pt x="308" y="318"/>
                      <a:pt x="305" y="318"/>
                    </a:cubicBezTo>
                    <a:cubicBezTo>
                      <a:pt x="303" y="319"/>
                      <a:pt x="302" y="318"/>
                      <a:pt x="306" y="314"/>
                    </a:cubicBezTo>
                    <a:cubicBezTo>
                      <a:pt x="310" y="311"/>
                      <a:pt x="322" y="302"/>
                      <a:pt x="335" y="297"/>
                    </a:cubicBezTo>
                    <a:cubicBezTo>
                      <a:pt x="347" y="291"/>
                      <a:pt x="353" y="292"/>
                      <a:pt x="356" y="292"/>
                    </a:cubicBezTo>
                    <a:cubicBezTo>
                      <a:pt x="358" y="292"/>
                      <a:pt x="356" y="290"/>
                      <a:pt x="354" y="288"/>
                    </a:cubicBezTo>
                    <a:cubicBezTo>
                      <a:pt x="351" y="285"/>
                      <a:pt x="347" y="283"/>
                      <a:pt x="345" y="282"/>
                    </a:cubicBezTo>
                    <a:cubicBezTo>
                      <a:pt x="343" y="282"/>
                      <a:pt x="344" y="281"/>
                      <a:pt x="348" y="280"/>
                    </a:cubicBezTo>
                    <a:cubicBezTo>
                      <a:pt x="352" y="278"/>
                      <a:pt x="367" y="278"/>
                      <a:pt x="370" y="279"/>
                    </a:cubicBezTo>
                    <a:cubicBezTo>
                      <a:pt x="373" y="279"/>
                      <a:pt x="374" y="278"/>
                      <a:pt x="373" y="276"/>
                    </a:cubicBezTo>
                    <a:cubicBezTo>
                      <a:pt x="372" y="272"/>
                      <a:pt x="371" y="269"/>
                      <a:pt x="366" y="267"/>
                    </a:cubicBezTo>
                    <a:moveTo>
                      <a:pt x="235" y="95"/>
                    </a:moveTo>
                    <a:cubicBezTo>
                      <a:pt x="235" y="96"/>
                      <a:pt x="234" y="96"/>
                      <a:pt x="234" y="97"/>
                    </a:cubicBezTo>
                    <a:cubicBezTo>
                      <a:pt x="234" y="97"/>
                      <a:pt x="234" y="97"/>
                      <a:pt x="234" y="97"/>
                    </a:cubicBezTo>
                    <a:cubicBezTo>
                      <a:pt x="232" y="97"/>
                      <a:pt x="232" y="97"/>
                      <a:pt x="232" y="97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34" y="91"/>
                      <a:pt x="234" y="91"/>
                      <a:pt x="234" y="91"/>
                    </a:cubicBezTo>
                    <a:cubicBezTo>
                      <a:pt x="235" y="91"/>
                      <a:pt x="235" y="91"/>
                      <a:pt x="235" y="91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6" y="93"/>
                      <a:pt x="235" y="94"/>
                      <a:pt x="235" y="95"/>
                    </a:cubicBezTo>
                    <a:moveTo>
                      <a:pt x="151" y="91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7" y="87"/>
                      <a:pt x="149" y="86"/>
                      <a:pt x="154" y="85"/>
                    </a:cubicBezTo>
                    <a:cubicBezTo>
                      <a:pt x="157" y="84"/>
                      <a:pt x="159" y="84"/>
                      <a:pt x="161" y="83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64" y="92"/>
                      <a:pt x="164" y="92"/>
                      <a:pt x="164" y="92"/>
                    </a:cubicBezTo>
                    <a:cubicBezTo>
                      <a:pt x="163" y="92"/>
                      <a:pt x="162" y="93"/>
                      <a:pt x="161" y="93"/>
                    </a:cubicBezTo>
                    <a:cubicBezTo>
                      <a:pt x="159" y="93"/>
                      <a:pt x="150" y="96"/>
                      <a:pt x="147" y="97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1" y="91"/>
                    </a:lnTo>
                    <a:close/>
                    <a:moveTo>
                      <a:pt x="228" y="96"/>
                    </a:moveTo>
                    <a:cubicBezTo>
                      <a:pt x="224" y="95"/>
                      <a:pt x="216" y="93"/>
                      <a:pt x="214" y="93"/>
                    </a:cubicBezTo>
                    <a:cubicBezTo>
                      <a:pt x="214" y="93"/>
                      <a:pt x="213" y="92"/>
                      <a:pt x="211" y="92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6" y="84"/>
                      <a:pt x="219" y="84"/>
                      <a:pt x="222" y="85"/>
                    </a:cubicBezTo>
                    <a:cubicBezTo>
                      <a:pt x="226" y="86"/>
                      <a:pt x="228" y="87"/>
                      <a:pt x="232" y="89"/>
                    </a:cubicBezTo>
                    <a:cubicBezTo>
                      <a:pt x="224" y="91"/>
                      <a:pt x="224" y="91"/>
                      <a:pt x="224" y="91"/>
                    </a:cubicBezTo>
                    <a:cubicBezTo>
                      <a:pt x="223" y="92"/>
                      <a:pt x="223" y="92"/>
                      <a:pt x="223" y="92"/>
                    </a:cubicBezTo>
                    <a:lnTo>
                      <a:pt x="228" y="96"/>
                    </a:lnTo>
                    <a:close/>
                    <a:moveTo>
                      <a:pt x="217" y="88"/>
                    </a:moveTo>
                    <a:cubicBezTo>
                      <a:pt x="210" y="90"/>
                      <a:pt x="210" y="90"/>
                      <a:pt x="210" y="90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11" y="83"/>
                      <a:pt x="211" y="83"/>
                      <a:pt x="211" y="83"/>
                    </a:cubicBezTo>
                    <a:cubicBezTo>
                      <a:pt x="211" y="83"/>
                      <a:pt x="211" y="83"/>
                      <a:pt x="211" y="83"/>
                    </a:cubicBezTo>
                    <a:lnTo>
                      <a:pt x="217" y="88"/>
                    </a:lnTo>
                    <a:close/>
                    <a:moveTo>
                      <a:pt x="201" y="85"/>
                    </a:moveTo>
                    <a:cubicBezTo>
                      <a:pt x="200" y="86"/>
                      <a:pt x="200" y="86"/>
                      <a:pt x="200" y="86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3" y="90"/>
                      <a:pt x="195" y="89"/>
                      <a:pt x="188" y="89"/>
                    </a:cubicBezTo>
                    <a:cubicBezTo>
                      <a:pt x="197" y="85"/>
                      <a:pt x="197" y="85"/>
                      <a:pt x="197" y="85"/>
                    </a:cubicBezTo>
                    <a:cubicBezTo>
                      <a:pt x="197" y="83"/>
                      <a:pt x="197" y="83"/>
                      <a:pt x="197" y="83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6" y="80"/>
                      <a:pt x="202" y="80"/>
                      <a:pt x="206" y="81"/>
                    </a:cubicBezTo>
                    <a:cubicBezTo>
                      <a:pt x="207" y="81"/>
                      <a:pt x="208" y="81"/>
                      <a:pt x="209" y="82"/>
                    </a:cubicBezTo>
                    <a:lnTo>
                      <a:pt x="201" y="85"/>
                    </a:lnTo>
                    <a:close/>
                    <a:moveTo>
                      <a:pt x="194" y="84"/>
                    </a:moveTo>
                    <a:cubicBezTo>
                      <a:pt x="194" y="84"/>
                      <a:pt x="194" y="84"/>
                      <a:pt x="194" y="84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1" y="84"/>
                      <a:pt x="181" y="84"/>
                      <a:pt x="181" y="84"/>
                    </a:cubicBezTo>
                    <a:cubicBezTo>
                      <a:pt x="187" y="80"/>
                      <a:pt x="187" y="80"/>
                      <a:pt x="187" y="80"/>
                    </a:cubicBezTo>
                    <a:cubicBezTo>
                      <a:pt x="187" y="80"/>
                      <a:pt x="187" y="80"/>
                      <a:pt x="187" y="80"/>
                    </a:cubicBezTo>
                    <a:lnTo>
                      <a:pt x="194" y="84"/>
                    </a:lnTo>
                    <a:close/>
                    <a:moveTo>
                      <a:pt x="177" y="83"/>
                    </a:move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5"/>
                      <a:pt x="178" y="85"/>
                      <a:pt x="178" y="85"/>
                    </a:cubicBezTo>
                    <a:cubicBezTo>
                      <a:pt x="187" y="89"/>
                      <a:pt x="187" y="89"/>
                      <a:pt x="187" y="89"/>
                    </a:cubicBezTo>
                    <a:cubicBezTo>
                      <a:pt x="187" y="89"/>
                      <a:pt x="186" y="89"/>
                      <a:pt x="186" y="89"/>
                    </a:cubicBezTo>
                    <a:cubicBezTo>
                      <a:pt x="179" y="89"/>
                      <a:pt x="172" y="91"/>
                      <a:pt x="167" y="92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2"/>
                      <a:pt x="169" y="81"/>
                      <a:pt x="170" y="81"/>
                    </a:cubicBezTo>
                    <a:cubicBezTo>
                      <a:pt x="174" y="80"/>
                      <a:pt x="181" y="80"/>
                      <a:pt x="184" y="79"/>
                    </a:cubicBezTo>
                    <a:lnTo>
                      <a:pt x="177" y="83"/>
                    </a:lnTo>
                    <a:close/>
                    <a:moveTo>
                      <a:pt x="171" y="86"/>
                    </a:moveTo>
                    <a:cubicBezTo>
                      <a:pt x="171" y="86"/>
                      <a:pt x="171" y="86"/>
                      <a:pt x="171" y="86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64" y="83"/>
                      <a:pt x="164" y="83"/>
                      <a:pt x="164" y="83"/>
                    </a:cubicBezTo>
                    <a:cubicBezTo>
                      <a:pt x="164" y="83"/>
                      <a:pt x="164" y="83"/>
                      <a:pt x="164" y="83"/>
                    </a:cubicBezTo>
                    <a:lnTo>
                      <a:pt x="171" y="86"/>
                    </a:lnTo>
                    <a:close/>
                    <a:moveTo>
                      <a:pt x="148" y="100"/>
                    </a:moveTo>
                    <a:cubicBezTo>
                      <a:pt x="151" y="98"/>
                      <a:pt x="172" y="93"/>
                      <a:pt x="187" y="93"/>
                    </a:cubicBezTo>
                    <a:cubicBezTo>
                      <a:pt x="207" y="93"/>
                      <a:pt x="219" y="97"/>
                      <a:pt x="229" y="101"/>
                    </a:cubicBezTo>
                    <a:cubicBezTo>
                      <a:pt x="230" y="101"/>
                      <a:pt x="230" y="103"/>
                      <a:pt x="230" y="104"/>
                    </a:cubicBezTo>
                    <a:cubicBezTo>
                      <a:pt x="229" y="105"/>
                      <a:pt x="228" y="105"/>
                      <a:pt x="226" y="105"/>
                    </a:cubicBezTo>
                    <a:cubicBezTo>
                      <a:pt x="223" y="103"/>
                      <a:pt x="205" y="98"/>
                      <a:pt x="188" y="98"/>
                    </a:cubicBezTo>
                    <a:cubicBezTo>
                      <a:pt x="171" y="98"/>
                      <a:pt x="153" y="103"/>
                      <a:pt x="150" y="104"/>
                    </a:cubicBezTo>
                    <a:cubicBezTo>
                      <a:pt x="149" y="105"/>
                      <a:pt x="147" y="105"/>
                      <a:pt x="146" y="103"/>
                    </a:cubicBezTo>
                    <a:cubicBezTo>
                      <a:pt x="146" y="102"/>
                      <a:pt x="147" y="101"/>
                      <a:pt x="148" y="100"/>
                    </a:cubicBezTo>
                    <a:moveTo>
                      <a:pt x="243" y="81"/>
                    </a:moveTo>
                    <a:cubicBezTo>
                      <a:pt x="241" y="81"/>
                      <a:pt x="240" y="80"/>
                      <a:pt x="240" y="78"/>
                    </a:cubicBezTo>
                    <a:cubicBezTo>
                      <a:pt x="240" y="76"/>
                      <a:pt x="241" y="75"/>
                      <a:pt x="243" y="75"/>
                    </a:cubicBezTo>
                    <a:cubicBezTo>
                      <a:pt x="245" y="75"/>
                      <a:pt x="246" y="76"/>
                      <a:pt x="246" y="78"/>
                    </a:cubicBezTo>
                    <a:cubicBezTo>
                      <a:pt x="246" y="80"/>
                      <a:pt x="245" y="81"/>
                      <a:pt x="243" y="81"/>
                    </a:cubicBezTo>
                    <a:moveTo>
                      <a:pt x="259" y="62"/>
                    </a:moveTo>
                    <a:cubicBezTo>
                      <a:pt x="259" y="64"/>
                      <a:pt x="258" y="65"/>
                      <a:pt x="256" y="65"/>
                    </a:cubicBezTo>
                    <a:cubicBezTo>
                      <a:pt x="254" y="65"/>
                      <a:pt x="253" y="64"/>
                      <a:pt x="253" y="62"/>
                    </a:cubicBezTo>
                    <a:cubicBezTo>
                      <a:pt x="253" y="60"/>
                      <a:pt x="254" y="59"/>
                      <a:pt x="256" y="59"/>
                    </a:cubicBezTo>
                    <a:cubicBezTo>
                      <a:pt x="258" y="59"/>
                      <a:pt x="259" y="60"/>
                      <a:pt x="259" y="62"/>
                    </a:cubicBezTo>
                    <a:moveTo>
                      <a:pt x="254" y="49"/>
                    </a:moveTo>
                    <a:cubicBezTo>
                      <a:pt x="255" y="49"/>
                      <a:pt x="257" y="50"/>
                      <a:pt x="257" y="52"/>
                    </a:cubicBezTo>
                    <a:cubicBezTo>
                      <a:pt x="257" y="54"/>
                      <a:pt x="255" y="55"/>
                      <a:pt x="254" y="55"/>
                    </a:cubicBezTo>
                    <a:cubicBezTo>
                      <a:pt x="252" y="55"/>
                      <a:pt x="251" y="54"/>
                      <a:pt x="251" y="52"/>
                    </a:cubicBezTo>
                    <a:cubicBezTo>
                      <a:pt x="251" y="50"/>
                      <a:pt x="252" y="49"/>
                      <a:pt x="254" y="49"/>
                    </a:cubicBezTo>
                    <a:moveTo>
                      <a:pt x="250" y="68"/>
                    </a:moveTo>
                    <a:cubicBezTo>
                      <a:pt x="251" y="68"/>
                      <a:pt x="253" y="69"/>
                      <a:pt x="253" y="71"/>
                    </a:cubicBezTo>
                    <a:cubicBezTo>
                      <a:pt x="253" y="73"/>
                      <a:pt x="251" y="74"/>
                      <a:pt x="250" y="74"/>
                    </a:cubicBezTo>
                    <a:cubicBezTo>
                      <a:pt x="248" y="74"/>
                      <a:pt x="247" y="73"/>
                      <a:pt x="247" y="71"/>
                    </a:cubicBezTo>
                    <a:cubicBezTo>
                      <a:pt x="247" y="69"/>
                      <a:pt x="248" y="68"/>
                      <a:pt x="250" y="68"/>
                    </a:cubicBezTo>
                    <a:moveTo>
                      <a:pt x="245" y="41"/>
                    </a:moveTo>
                    <a:cubicBezTo>
                      <a:pt x="247" y="41"/>
                      <a:pt x="249" y="42"/>
                      <a:pt x="249" y="44"/>
                    </a:cubicBezTo>
                    <a:cubicBezTo>
                      <a:pt x="249" y="46"/>
                      <a:pt x="247" y="47"/>
                      <a:pt x="245" y="47"/>
                    </a:cubicBezTo>
                    <a:cubicBezTo>
                      <a:pt x="244" y="47"/>
                      <a:pt x="242" y="46"/>
                      <a:pt x="242" y="44"/>
                    </a:cubicBezTo>
                    <a:cubicBezTo>
                      <a:pt x="242" y="42"/>
                      <a:pt x="244" y="41"/>
                      <a:pt x="245" y="41"/>
                    </a:cubicBezTo>
                    <a:moveTo>
                      <a:pt x="239" y="49"/>
                    </a:moveTo>
                    <a:cubicBezTo>
                      <a:pt x="239" y="48"/>
                      <a:pt x="239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41" y="48"/>
                      <a:pt x="244" y="51"/>
                      <a:pt x="246" y="52"/>
                    </a:cubicBezTo>
                    <a:cubicBezTo>
                      <a:pt x="247" y="53"/>
                      <a:pt x="248" y="55"/>
                      <a:pt x="249" y="57"/>
                    </a:cubicBezTo>
                    <a:cubicBezTo>
                      <a:pt x="249" y="58"/>
                      <a:pt x="249" y="58"/>
                      <a:pt x="249" y="59"/>
                    </a:cubicBezTo>
                    <a:cubicBezTo>
                      <a:pt x="249" y="60"/>
                      <a:pt x="249" y="60"/>
                      <a:pt x="248" y="62"/>
                    </a:cubicBezTo>
                    <a:cubicBezTo>
                      <a:pt x="247" y="64"/>
                      <a:pt x="245" y="68"/>
                      <a:pt x="242" y="70"/>
                    </a:cubicBezTo>
                    <a:cubicBezTo>
                      <a:pt x="240" y="73"/>
                      <a:pt x="237" y="75"/>
                      <a:pt x="237" y="76"/>
                    </a:cubicBezTo>
                    <a:cubicBezTo>
                      <a:pt x="236" y="76"/>
                      <a:pt x="236" y="77"/>
                      <a:pt x="235" y="78"/>
                    </a:cubicBezTo>
                    <a:cubicBezTo>
                      <a:pt x="235" y="78"/>
                      <a:pt x="235" y="79"/>
                      <a:pt x="235" y="79"/>
                    </a:cubicBezTo>
                    <a:cubicBezTo>
                      <a:pt x="234" y="79"/>
                      <a:pt x="233" y="78"/>
                      <a:pt x="231" y="78"/>
                    </a:cubicBezTo>
                    <a:cubicBezTo>
                      <a:pt x="230" y="77"/>
                      <a:pt x="229" y="77"/>
                      <a:pt x="228" y="77"/>
                    </a:cubicBezTo>
                    <a:cubicBezTo>
                      <a:pt x="229" y="76"/>
                      <a:pt x="229" y="76"/>
                      <a:pt x="229" y="76"/>
                    </a:cubicBezTo>
                    <a:cubicBezTo>
                      <a:pt x="233" y="73"/>
                      <a:pt x="236" y="66"/>
                      <a:pt x="237" y="63"/>
                    </a:cubicBezTo>
                    <a:cubicBezTo>
                      <a:pt x="239" y="58"/>
                      <a:pt x="239" y="53"/>
                      <a:pt x="239" y="50"/>
                    </a:cubicBezTo>
                    <a:cubicBezTo>
                      <a:pt x="239" y="49"/>
                      <a:pt x="239" y="49"/>
                      <a:pt x="239" y="49"/>
                    </a:cubicBezTo>
                    <a:moveTo>
                      <a:pt x="230" y="60"/>
                    </a:moveTo>
                    <a:cubicBezTo>
                      <a:pt x="231" y="60"/>
                      <a:pt x="233" y="61"/>
                      <a:pt x="233" y="63"/>
                    </a:cubicBezTo>
                    <a:cubicBezTo>
                      <a:pt x="233" y="65"/>
                      <a:pt x="231" y="66"/>
                      <a:pt x="230" y="66"/>
                    </a:cubicBezTo>
                    <a:cubicBezTo>
                      <a:pt x="228" y="66"/>
                      <a:pt x="226" y="65"/>
                      <a:pt x="226" y="63"/>
                    </a:cubicBezTo>
                    <a:cubicBezTo>
                      <a:pt x="226" y="61"/>
                      <a:pt x="228" y="60"/>
                      <a:pt x="230" y="60"/>
                    </a:cubicBezTo>
                    <a:moveTo>
                      <a:pt x="229" y="55"/>
                    </a:moveTo>
                    <a:cubicBezTo>
                      <a:pt x="229" y="53"/>
                      <a:pt x="230" y="52"/>
                      <a:pt x="232" y="52"/>
                    </a:cubicBezTo>
                    <a:cubicBezTo>
                      <a:pt x="233" y="52"/>
                      <a:pt x="235" y="53"/>
                      <a:pt x="235" y="55"/>
                    </a:cubicBezTo>
                    <a:cubicBezTo>
                      <a:pt x="235" y="57"/>
                      <a:pt x="233" y="58"/>
                      <a:pt x="232" y="58"/>
                    </a:cubicBezTo>
                    <a:cubicBezTo>
                      <a:pt x="230" y="58"/>
                      <a:pt x="229" y="57"/>
                      <a:pt x="229" y="55"/>
                    </a:cubicBezTo>
                    <a:moveTo>
                      <a:pt x="229" y="70"/>
                    </a:moveTo>
                    <a:cubicBezTo>
                      <a:pt x="229" y="72"/>
                      <a:pt x="227" y="74"/>
                      <a:pt x="226" y="74"/>
                    </a:cubicBezTo>
                    <a:cubicBezTo>
                      <a:pt x="224" y="74"/>
                      <a:pt x="222" y="72"/>
                      <a:pt x="222" y="70"/>
                    </a:cubicBezTo>
                    <a:cubicBezTo>
                      <a:pt x="222" y="69"/>
                      <a:pt x="224" y="67"/>
                      <a:pt x="226" y="67"/>
                    </a:cubicBezTo>
                    <a:cubicBezTo>
                      <a:pt x="227" y="67"/>
                      <a:pt x="229" y="69"/>
                      <a:pt x="229" y="70"/>
                    </a:cubicBezTo>
                    <a:moveTo>
                      <a:pt x="235" y="36"/>
                    </a:moveTo>
                    <a:cubicBezTo>
                      <a:pt x="236" y="36"/>
                      <a:pt x="238" y="37"/>
                      <a:pt x="238" y="39"/>
                    </a:cubicBezTo>
                    <a:cubicBezTo>
                      <a:pt x="238" y="41"/>
                      <a:pt x="236" y="42"/>
                      <a:pt x="235" y="42"/>
                    </a:cubicBezTo>
                    <a:cubicBezTo>
                      <a:pt x="233" y="42"/>
                      <a:pt x="232" y="41"/>
                      <a:pt x="232" y="39"/>
                    </a:cubicBezTo>
                    <a:cubicBezTo>
                      <a:pt x="232" y="37"/>
                      <a:pt x="233" y="36"/>
                      <a:pt x="235" y="36"/>
                    </a:cubicBezTo>
                    <a:moveTo>
                      <a:pt x="231" y="43"/>
                    </a:moveTo>
                    <a:cubicBezTo>
                      <a:pt x="233" y="43"/>
                      <a:pt x="234" y="44"/>
                      <a:pt x="234" y="46"/>
                    </a:cubicBezTo>
                    <a:cubicBezTo>
                      <a:pt x="234" y="48"/>
                      <a:pt x="233" y="49"/>
                      <a:pt x="231" y="49"/>
                    </a:cubicBezTo>
                    <a:cubicBezTo>
                      <a:pt x="229" y="49"/>
                      <a:pt x="228" y="48"/>
                      <a:pt x="228" y="46"/>
                    </a:cubicBezTo>
                    <a:cubicBezTo>
                      <a:pt x="228" y="44"/>
                      <a:pt x="229" y="43"/>
                      <a:pt x="231" y="43"/>
                    </a:cubicBezTo>
                    <a:moveTo>
                      <a:pt x="227" y="37"/>
                    </a:moveTo>
                    <a:cubicBezTo>
                      <a:pt x="228" y="37"/>
                      <a:pt x="230" y="38"/>
                      <a:pt x="230" y="40"/>
                    </a:cubicBezTo>
                    <a:cubicBezTo>
                      <a:pt x="230" y="41"/>
                      <a:pt x="228" y="43"/>
                      <a:pt x="227" y="43"/>
                    </a:cubicBezTo>
                    <a:cubicBezTo>
                      <a:pt x="225" y="43"/>
                      <a:pt x="224" y="41"/>
                      <a:pt x="224" y="40"/>
                    </a:cubicBezTo>
                    <a:cubicBezTo>
                      <a:pt x="224" y="38"/>
                      <a:pt x="225" y="37"/>
                      <a:pt x="227" y="37"/>
                    </a:cubicBezTo>
                    <a:moveTo>
                      <a:pt x="222" y="33"/>
                    </a:moveTo>
                    <a:cubicBezTo>
                      <a:pt x="223" y="33"/>
                      <a:pt x="225" y="34"/>
                      <a:pt x="225" y="35"/>
                    </a:cubicBezTo>
                    <a:cubicBezTo>
                      <a:pt x="225" y="37"/>
                      <a:pt x="223" y="38"/>
                      <a:pt x="222" y="38"/>
                    </a:cubicBezTo>
                    <a:cubicBezTo>
                      <a:pt x="221" y="38"/>
                      <a:pt x="219" y="37"/>
                      <a:pt x="219" y="35"/>
                    </a:cubicBezTo>
                    <a:cubicBezTo>
                      <a:pt x="219" y="34"/>
                      <a:pt x="221" y="33"/>
                      <a:pt x="222" y="33"/>
                    </a:cubicBezTo>
                    <a:moveTo>
                      <a:pt x="216" y="31"/>
                    </a:moveTo>
                    <a:cubicBezTo>
                      <a:pt x="218" y="31"/>
                      <a:pt x="218" y="32"/>
                      <a:pt x="218" y="33"/>
                    </a:cubicBezTo>
                    <a:cubicBezTo>
                      <a:pt x="218" y="34"/>
                      <a:pt x="218" y="35"/>
                      <a:pt x="216" y="35"/>
                    </a:cubicBezTo>
                    <a:cubicBezTo>
                      <a:pt x="215" y="35"/>
                      <a:pt x="214" y="34"/>
                      <a:pt x="214" y="33"/>
                    </a:cubicBezTo>
                    <a:cubicBezTo>
                      <a:pt x="214" y="32"/>
                      <a:pt x="215" y="31"/>
                      <a:pt x="216" y="31"/>
                    </a:cubicBezTo>
                    <a:moveTo>
                      <a:pt x="211" y="30"/>
                    </a:moveTo>
                    <a:cubicBezTo>
                      <a:pt x="212" y="30"/>
                      <a:pt x="213" y="31"/>
                      <a:pt x="213" y="32"/>
                    </a:cubicBezTo>
                    <a:cubicBezTo>
                      <a:pt x="213" y="33"/>
                      <a:pt x="212" y="34"/>
                      <a:pt x="211" y="34"/>
                    </a:cubicBezTo>
                    <a:cubicBezTo>
                      <a:pt x="210" y="34"/>
                      <a:pt x="210" y="33"/>
                      <a:pt x="210" y="32"/>
                    </a:cubicBezTo>
                    <a:cubicBezTo>
                      <a:pt x="210" y="31"/>
                      <a:pt x="210" y="30"/>
                      <a:pt x="211" y="30"/>
                    </a:cubicBezTo>
                    <a:moveTo>
                      <a:pt x="206" y="30"/>
                    </a:moveTo>
                    <a:cubicBezTo>
                      <a:pt x="206" y="30"/>
                      <a:pt x="207" y="31"/>
                      <a:pt x="207" y="32"/>
                    </a:cubicBezTo>
                    <a:cubicBezTo>
                      <a:pt x="207" y="33"/>
                      <a:pt x="207" y="33"/>
                      <a:pt x="207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5" y="34"/>
                      <a:pt x="205" y="34"/>
                      <a:pt x="204" y="33"/>
                    </a:cubicBezTo>
                    <a:cubicBezTo>
                      <a:pt x="204" y="33"/>
                      <a:pt x="204" y="33"/>
                      <a:pt x="204" y="33"/>
                    </a:cubicBezTo>
                    <a:cubicBezTo>
                      <a:pt x="204" y="33"/>
                      <a:pt x="204" y="32"/>
                      <a:pt x="204" y="32"/>
                    </a:cubicBezTo>
                    <a:cubicBezTo>
                      <a:pt x="204" y="31"/>
                      <a:pt x="205" y="30"/>
                      <a:pt x="206" y="30"/>
                    </a:cubicBezTo>
                    <a:moveTo>
                      <a:pt x="200" y="70"/>
                    </a:moveTo>
                    <a:cubicBezTo>
                      <a:pt x="202" y="66"/>
                      <a:pt x="203" y="60"/>
                      <a:pt x="203" y="54"/>
                    </a:cubicBezTo>
                    <a:cubicBezTo>
                      <a:pt x="203" y="48"/>
                      <a:pt x="202" y="42"/>
                      <a:pt x="201" y="37"/>
                    </a:cubicBezTo>
                    <a:cubicBezTo>
                      <a:pt x="201" y="36"/>
                      <a:pt x="201" y="36"/>
                      <a:pt x="201" y="36"/>
                    </a:cubicBezTo>
                    <a:cubicBezTo>
                      <a:pt x="201" y="36"/>
                      <a:pt x="202" y="36"/>
                      <a:pt x="202" y="36"/>
                    </a:cubicBezTo>
                    <a:cubicBezTo>
                      <a:pt x="203" y="36"/>
                      <a:pt x="209" y="37"/>
                      <a:pt x="214" y="38"/>
                    </a:cubicBezTo>
                    <a:cubicBezTo>
                      <a:pt x="220" y="39"/>
                      <a:pt x="220" y="41"/>
                      <a:pt x="222" y="43"/>
                    </a:cubicBezTo>
                    <a:cubicBezTo>
                      <a:pt x="223" y="44"/>
                      <a:pt x="225" y="49"/>
                      <a:pt x="225" y="51"/>
                    </a:cubicBezTo>
                    <a:cubicBezTo>
                      <a:pt x="225" y="52"/>
                      <a:pt x="225" y="52"/>
                      <a:pt x="224" y="52"/>
                    </a:cubicBezTo>
                    <a:cubicBezTo>
                      <a:pt x="224" y="57"/>
                      <a:pt x="224" y="62"/>
                      <a:pt x="217" y="73"/>
                    </a:cubicBezTo>
                    <a:cubicBezTo>
                      <a:pt x="217" y="73"/>
                      <a:pt x="217" y="73"/>
                      <a:pt x="216" y="73"/>
                    </a:cubicBezTo>
                    <a:cubicBezTo>
                      <a:pt x="216" y="73"/>
                      <a:pt x="216" y="73"/>
                      <a:pt x="216" y="73"/>
                    </a:cubicBezTo>
                    <a:cubicBezTo>
                      <a:pt x="213" y="72"/>
                      <a:pt x="203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moveTo>
                      <a:pt x="196" y="37"/>
                    </a:moveTo>
                    <a:cubicBezTo>
                      <a:pt x="195" y="36"/>
                      <a:pt x="196" y="34"/>
                      <a:pt x="197" y="34"/>
                    </a:cubicBezTo>
                    <a:cubicBezTo>
                      <a:pt x="197" y="34"/>
                      <a:pt x="198" y="35"/>
                      <a:pt x="198" y="36"/>
                    </a:cubicBezTo>
                    <a:cubicBezTo>
                      <a:pt x="198" y="37"/>
                      <a:pt x="200" y="44"/>
                      <a:pt x="200" y="50"/>
                    </a:cubicBezTo>
                    <a:cubicBezTo>
                      <a:pt x="200" y="59"/>
                      <a:pt x="198" y="66"/>
                      <a:pt x="196" y="69"/>
                    </a:cubicBezTo>
                    <a:cubicBezTo>
                      <a:pt x="196" y="70"/>
                      <a:pt x="196" y="70"/>
                      <a:pt x="195" y="70"/>
                    </a:cubicBezTo>
                    <a:cubicBezTo>
                      <a:pt x="194" y="70"/>
                      <a:pt x="193" y="69"/>
                      <a:pt x="194" y="68"/>
                    </a:cubicBezTo>
                    <a:cubicBezTo>
                      <a:pt x="195" y="67"/>
                      <a:pt x="196" y="59"/>
                      <a:pt x="196" y="50"/>
                    </a:cubicBezTo>
                    <a:cubicBezTo>
                      <a:pt x="196" y="44"/>
                      <a:pt x="196" y="37"/>
                      <a:pt x="196" y="37"/>
                    </a:cubicBezTo>
                    <a:moveTo>
                      <a:pt x="182" y="11"/>
                    </a:moveTo>
                    <a:cubicBezTo>
                      <a:pt x="181" y="11"/>
                      <a:pt x="181" y="11"/>
                      <a:pt x="181" y="10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7"/>
                      <a:pt x="181" y="7"/>
                      <a:pt x="182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3"/>
                      <a:pt x="186" y="2"/>
                      <a:pt x="187" y="2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2"/>
                      <a:pt x="190" y="3"/>
                      <a:pt x="190" y="4"/>
                    </a:cubicBezTo>
                    <a:cubicBezTo>
                      <a:pt x="190" y="7"/>
                      <a:pt x="190" y="7"/>
                      <a:pt x="190" y="7"/>
                    </a:cubicBezTo>
                    <a:cubicBezTo>
                      <a:pt x="193" y="7"/>
                      <a:pt x="193" y="7"/>
                      <a:pt x="193" y="7"/>
                    </a:cubicBezTo>
                    <a:cubicBezTo>
                      <a:pt x="194" y="7"/>
                      <a:pt x="194" y="7"/>
                      <a:pt x="194" y="8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4" y="11"/>
                      <a:pt x="194" y="11"/>
                      <a:pt x="193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90" y="14"/>
                      <a:pt x="189" y="15"/>
                      <a:pt x="189" y="15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6" y="15"/>
                      <a:pt x="185" y="14"/>
                      <a:pt x="185" y="13"/>
                    </a:cubicBezTo>
                    <a:cubicBezTo>
                      <a:pt x="185" y="11"/>
                      <a:pt x="185" y="11"/>
                      <a:pt x="185" y="11"/>
                    </a:cubicBezTo>
                    <a:lnTo>
                      <a:pt x="182" y="11"/>
                    </a:lnTo>
                    <a:close/>
                    <a:moveTo>
                      <a:pt x="182" y="22"/>
                    </a:moveTo>
                    <a:cubicBezTo>
                      <a:pt x="182" y="19"/>
                      <a:pt x="185" y="17"/>
                      <a:pt x="188" y="17"/>
                    </a:cubicBezTo>
                    <a:cubicBezTo>
                      <a:pt x="191" y="17"/>
                      <a:pt x="193" y="19"/>
                      <a:pt x="193" y="22"/>
                    </a:cubicBezTo>
                    <a:cubicBezTo>
                      <a:pt x="193" y="25"/>
                      <a:pt x="191" y="28"/>
                      <a:pt x="188" y="28"/>
                    </a:cubicBezTo>
                    <a:cubicBezTo>
                      <a:pt x="185" y="28"/>
                      <a:pt x="182" y="25"/>
                      <a:pt x="182" y="22"/>
                    </a:cubicBezTo>
                    <a:moveTo>
                      <a:pt x="187" y="43"/>
                    </a:moveTo>
                    <a:cubicBezTo>
                      <a:pt x="187" y="43"/>
                      <a:pt x="187" y="43"/>
                      <a:pt x="187" y="43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3"/>
                      <a:pt x="191" y="45"/>
                      <a:pt x="191" y="47"/>
                    </a:cubicBezTo>
                    <a:cubicBezTo>
                      <a:pt x="191" y="49"/>
                      <a:pt x="190" y="50"/>
                      <a:pt x="188" y="51"/>
                    </a:cubicBezTo>
                    <a:cubicBezTo>
                      <a:pt x="188" y="51"/>
                      <a:pt x="188" y="51"/>
                      <a:pt x="187" y="51"/>
                    </a:cubicBezTo>
                    <a:cubicBezTo>
                      <a:pt x="187" y="51"/>
                      <a:pt x="187" y="51"/>
                      <a:pt x="187" y="51"/>
                    </a:cubicBezTo>
                    <a:cubicBezTo>
                      <a:pt x="185" y="51"/>
                      <a:pt x="183" y="49"/>
                      <a:pt x="183" y="47"/>
                    </a:cubicBezTo>
                    <a:cubicBezTo>
                      <a:pt x="183" y="45"/>
                      <a:pt x="185" y="43"/>
                      <a:pt x="187" y="43"/>
                    </a:cubicBezTo>
                    <a:moveTo>
                      <a:pt x="183" y="37"/>
                    </a:moveTo>
                    <a:cubicBezTo>
                      <a:pt x="183" y="35"/>
                      <a:pt x="185" y="33"/>
                      <a:pt x="187" y="33"/>
                    </a:cubicBezTo>
                    <a:cubicBezTo>
                      <a:pt x="187" y="33"/>
                      <a:pt x="187" y="33"/>
                      <a:pt x="188" y="33"/>
                    </a:cubicBezTo>
                    <a:cubicBezTo>
                      <a:pt x="188" y="33"/>
                      <a:pt x="188" y="33"/>
                      <a:pt x="188" y="33"/>
                    </a:cubicBezTo>
                    <a:cubicBezTo>
                      <a:pt x="188" y="33"/>
                      <a:pt x="188" y="33"/>
                      <a:pt x="189" y="33"/>
                    </a:cubicBezTo>
                    <a:cubicBezTo>
                      <a:pt x="190" y="33"/>
                      <a:pt x="191" y="35"/>
                      <a:pt x="191" y="37"/>
                    </a:cubicBezTo>
                    <a:cubicBezTo>
                      <a:pt x="191" y="38"/>
                      <a:pt x="190" y="40"/>
                      <a:pt x="188" y="41"/>
                    </a:cubicBezTo>
                    <a:cubicBezTo>
                      <a:pt x="188" y="41"/>
                      <a:pt x="188" y="41"/>
                      <a:pt x="187" y="41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5" y="40"/>
                      <a:pt x="183" y="39"/>
                      <a:pt x="183" y="37"/>
                    </a:cubicBezTo>
                    <a:moveTo>
                      <a:pt x="188" y="61"/>
                    </a:moveTo>
                    <a:cubicBezTo>
                      <a:pt x="188" y="61"/>
                      <a:pt x="188" y="61"/>
                      <a:pt x="187" y="61"/>
                    </a:cubicBezTo>
                    <a:cubicBezTo>
                      <a:pt x="187" y="61"/>
                      <a:pt x="187" y="61"/>
                      <a:pt x="187" y="61"/>
                    </a:cubicBezTo>
                    <a:cubicBezTo>
                      <a:pt x="185" y="61"/>
                      <a:pt x="183" y="59"/>
                      <a:pt x="183" y="57"/>
                    </a:cubicBezTo>
                    <a:cubicBezTo>
                      <a:pt x="183" y="55"/>
                      <a:pt x="185" y="54"/>
                      <a:pt x="187" y="53"/>
                    </a:cubicBezTo>
                    <a:cubicBezTo>
                      <a:pt x="187" y="53"/>
                      <a:pt x="187" y="53"/>
                      <a:pt x="187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90" y="54"/>
                      <a:pt x="192" y="55"/>
                      <a:pt x="192" y="57"/>
                    </a:cubicBezTo>
                    <a:cubicBezTo>
                      <a:pt x="192" y="59"/>
                      <a:pt x="190" y="61"/>
                      <a:pt x="188" y="61"/>
                    </a:cubicBezTo>
                    <a:moveTo>
                      <a:pt x="192" y="68"/>
                    </a:moveTo>
                    <a:cubicBezTo>
                      <a:pt x="192" y="70"/>
                      <a:pt x="190" y="72"/>
                      <a:pt x="187" y="72"/>
                    </a:cubicBezTo>
                    <a:cubicBezTo>
                      <a:pt x="185" y="72"/>
                      <a:pt x="183" y="70"/>
                      <a:pt x="183" y="68"/>
                    </a:cubicBezTo>
                    <a:cubicBezTo>
                      <a:pt x="183" y="65"/>
                      <a:pt x="185" y="64"/>
                      <a:pt x="187" y="64"/>
                    </a:cubicBezTo>
                    <a:cubicBezTo>
                      <a:pt x="190" y="64"/>
                      <a:pt x="192" y="65"/>
                      <a:pt x="192" y="68"/>
                    </a:cubicBezTo>
                    <a:moveTo>
                      <a:pt x="177" y="37"/>
                    </a:moveTo>
                    <a:cubicBezTo>
                      <a:pt x="177" y="36"/>
                      <a:pt x="178" y="34"/>
                      <a:pt x="179" y="34"/>
                    </a:cubicBezTo>
                    <a:cubicBezTo>
                      <a:pt x="180" y="34"/>
                      <a:pt x="179" y="36"/>
                      <a:pt x="179" y="37"/>
                    </a:cubicBezTo>
                    <a:cubicBezTo>
                      <a:pt x="179" y="37"/>
                      <a:pt x="179" y="44"/>
                      <a:pt x="179" y="50"/>
                    </a:cubicBezTo>
                    <a:cubicBezTo>
                      <a:pt x="179" y="59"/>
                      <a:pt x="180" y="67"/>
                      <a:pt x="181" y="69"/>
                    </a:cubicBezTo>
                    <a:cubicBezTo>
                      <a:pt x="182" y="69"/>
                      <a:pt x="181" y="70"/>
                      <a:pt x="180" y="70"/>
                    </a:cubicBezTo>
                    <a:cubicBezTo>
                      <a:pt x="180" y="70"/>
                      <a:pt x="179" y="70"/>
                      <a:pt x="179" y="69"/>
                    </a:cubicBezTo>
                    <a:cubicBezTo>
                      <a:pt x="177" y="66"/>
                      <a:pt x="175" y="59"/>
                      <a:pt x="176" y="50"/>
                    </a:cubicBezTo>
                    <a:cubicBezTo>
                      <a:pt x="176" y="44"/>
                      <a:pt x="177" y="37"/>
                      <a:pt x="177" y="37"/>
                    </a:cubicBezTo>
                    <a:moveTo>
                      <a:pt x="170" y="30"/>
                    </a:moveTo>
                    <a:cubicBezTo>
                      <a:pt x="171" y="30"/>
                      <a:pt x="171" y="31"/>
                      <a:pt x="171" y="32"/>
                    </a:cubicBezTo>
                    <a:cubicBezTo>
                      <a:pt x="171" y="33"/>
                      <a:pt x="171" y="34"/>
                      <a:pt x="170" y="34"/>
                    </a:cubicBezTo>
                    <a:cubicBezTo>
                      <a:pt x="169" y="34"/>
                      <a:pt x="168" y="33"/>
                      <a:pt x="168" y="32"/>
                    </a:cubicBezTo>
                    <a:cubicBezTo>
                      <a:pt x="168" y="31"/>
                      <a:pt x="169" y="30"/>
                      <a:pt x="170" y="30"/>
                    </a:cubicBezTo>
                    <a:moveTo>
                      <a:pt x="165" y="30"/>
                    </a:moveTo>
                    <a:cubicBezTo>
                      <a:pt x="166" y="30"/>
                      <a:pt x="167" y="31"/>
                      <a:pt x="167" y="32"/>
                    </a:cubicBezTo>
                    <a:cubicBezTo>
                      <a:pt x="167" y="33"/>
                      <a:pt x="166" y="34"/>
                      <a:pt x="165" y="34"/>
                    </a:cubicBezTo>
                    <a:cubicBezTo>
                      <a:pt x="164" y="34"/>
                      <a:pt x="163" y="33"/>
                      <a:pt x="163" y="32"/>
                    </a:cubicBezTo>
                    <a:cubicBezTo>
                      <a:pt x="163" y="31"/>
                      <a:pt x="164" y="30"/>
                      <a:pt x="165" y="30"/>
                    </a:cubicBezTo>
                    <a:moveTo>
                      <a:pt x="159" y="31"/>
                    </a:moveTo>
                    <a:cubicBezTo>
                      <a:pt x="160" y="31"/>
                      <a:pt x="161" y="32"/>
                      <a:pt x="161" y="33"/>
                    </a:cubicBezTo>
                    <a:cubicBezTo>
                      <a:pt x="161" y="34"/>
                      <a:pt x="160" y="35"/>
                      <a:pt x="159" y="35"/>
                    </a:cubicBezTo>
                    <a:cubicBezTo>
                      <a:pt x="158" y="35"/>
                      <a:pt x="157" y="34"/>
                      <a:pt x="157" y="33"/>
                    </a:cubicBezTo>
                    <a:cubicBezTo>
                      <a:pt x="157" y="32"/>
                      <a:pt x="158" y="31"/>
                      <a:pt x="159" y="31"/>
                    </a:cubicBezTo>
                    <a:moveTo>
                      <a:pt x="163" y="38"/>
                    </a:moveTo>
                    <a:cubicBezTo>
                      <a:pt x="168" y="37"/>
                      <a:pt x="172" y="36"/>
                      <a:pt x="172" y="36"/>
                    </a:cubicBezTo>
                    <a:cubicBezTo>
                      <a:pt x="173" y="36"/>
                      <a:pt x="173" y="36"/>
                      <a:pt x="173" y="36"/>
                    </a:cubicBezTo>
                    <a:cubicBezTo>
                      <a:pt x="173" y="36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41"/>
                      <a:pt x="172" y="46"/>
                      <a:pt x="172" y="50"/>
                    </a:cubicBezTo>
                    <a:cubicBezTo>
                      <a:pt x="172" y="58"/>
                      <a:pt x="174" y="66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3" y="70"/>
                      <a:pt x="162" y="71"/>
                      <a:pt x="159" y="72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59" y="72"/>
                      <a:pt x="159" y="72"/>
                      <a:pt x="159" y="71"/>
                    </a:cubicBezTo>
                    <a:cubicBezTo>
                      <a:pt x="159" y="71"/>
                      <a:pt x="158" y="71"/>
                      <a:pt x="158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4" y="64"/>
                      <a:pt x="153" y="59"/>
                      <a:pt x="152" y="49"/>
                    </a:cubicBezTo>
                    <a:cubicBezTo>
                      <a:pt x="152" y="46"/>
                      <a:pt x="154" y="43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6" y="40"/>
                      <a:pt x="158" y="39"/>
                      <a:pt x="163" y="38"/>
                    </a:cubicBezTo>
                    <a:moveTo>
                      <a:pt x="146" y="59"/>
                    </a:moveTo>
                    <a:cubicBezTo>
                      <a:pt x="148" y="59"/>
                      <a:pt x="150" y="61"/>
                      <a:pt x="150" y="63"/>
                    </a:cubicBezTo>
                    <a:cubicBezTo>
                      <a:pt x="150" y="64"/>
                      <a:pt x="148" y="66"/>
                      <a:pt x="146" y="66"/>
                    </a:cubicBezTo>
                    <a:cubicBezTo>
                      <a:pt x="145" y="66"/>
                      <a:pt x="143" y="64"/>
                      <a:pt x="143" y="63"/>
                    </a:cubicBezTo>
                    <a:cubicBezTo>
                      <a:pt x="143" y="61"/>
                      <a:pt x="145" y="59"/>
                      <a:pt x="146" y="59"/>
                    </a:cubicBezTo>
                    <a:moveTo>
                      <a:pt x="141" y="54"/>
                    </a:moveTo>
                    <a:cubicBezTo>
                      <a:pt x="141" y="53"/>
                      <a:pt x="142" y="51"/>
                      <a:pt x="144" y="51"/>
                    </a:cubicBezTo>
                    <a:cubicBezTo>
                      <a:pt x="146" y="51"/>
                      <a:pt x="147" y="53"/>
                      <a:pt x="147" y="54"/>
                    </a:cubicBezTo>
                    <a:cubicBezTo>
                      <a:pt x="147" y="56"/>
                      <a:pt x="146" y="58"/>
                      <a:pt x="144" y="58"/>
                    </a:cubicBezTo>
                    <a:cubicBezTo>
                      <a:pt x="142" y="58"/>
                      <a:pt x="141" y="56"/>
                      <a:pt x="141" y="54"/>
                    </a:cubicBezTo>
                    <a:moveTo>
                      <a:pt x="150" y="67"/>
                    </a:moveTo>
                    <a:cubicBezTo>
                      <a:pt x="152" y="67"/>
                      <a:pt x="154" y="69"/>
                      <a:pt x="154" y="70"/>
                    </a:cubicBezTo>
                    <a:cubicBezTo>
                      <a:pt x="154" y="72"/>
                      <a:pt x="152" y="74"/>
                      <a:pt x="150" y="74"/>
                    </a:cubicBezTo>
                    <a:cubicBezTo>
                      <a:pt x="150" y="74"/>
                      <a:pt x="150" y="74"/>
                      <a:pt x="149" y="73"/>
                    </a:cubicBezTo>
                    <a:cubicBezTo>
                      <a:pt x="148" y="73"/>
                      <a:pt x="148" y="73"/>
                      <a:pt x="148" y="72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7" y="69"/>
                      <a:pt x="149" y="67"/>
                      <a:pt x="150" y="67"/>
                    </a:cubicBezTo>
                    <a:moveTo>
                      <a:pt x="153" y="33"/>
                    </a:moveTo>
                    <a:cubicBezTo>
                      <a:pt x="155" y="33"/>
                      <a:pt x="156" y="34"/>
                      <a:pt x="156" y="35"/>
                    </a:cubicBezTo>
                    <a:cubicBezTo>
                      <a:pt x="156" y="37"/>
                      <a:pt x="155" y="38"/>
                      <a:pt x="153" y="38"/>
                    </a:cubicBezTo>
                    <a:cubicBezTo>
                      <a:pt x="153" y="38"/>
                      <a:pt x="152" y="38"/>
                      <a:pt x="152" y="37"/>
                    </a:cubicBezTo>
                    <a:cubicBezTo>
                      <a:pt x="151" y="37"/>
                      <a:pt x="151" y="36"/>
                      <a:pt x="151" y="35"/>
                    </a:cubicBezTo>
                    <a:cubicBezTo>
                      <a:pt x="151" y="34"/>
                      <a:pt x="152" y="33"/>
                      <a:pt x="153" y="33"/>
                    </a:cubicBezTo>
                    <a:moveTo>
                      <a:pt x="149" y="37"/>
                    </a:moveTo>
                    <a:cubicBezTo>
                      <a:pt x="150" y="37"/>
                      <a:pt x="151" y="38"/>
                      <a:pt x="151" y="40"/>
                    </a:cubicBezTo>
                    <a:cubicBezTo>
                      <a:pt x="151" y="41"/>
                      <a:pt x="150" y="43"/>
                      <a:pt x="149" y="43"/>
                    </a:cubicBezTo>
                    <a:cubicBezTo>
                      <a:pt x="147" y="43"/>
                      <a:pt x="146" y="41"/>
                      <a:pt x="146" y="40"/>
                    </a:cubicBezTo>
                    <a:cubicBezTo>
                      <a:pt x="146" y="38"/>
                      <a:pt x="147" y="37"/>
                      <a:pt x="149" y="37"/>
                    </a:cubicBezTo>
                    <a:moveTo>
                      <a:pt x="144" y="43"/>
                    </a:moveTo>
                    <a:cubicBezTo>
                      <a:pt x="145" y="43"/>
                      <a:pt x="145" y="43"/>
                      <a:pt x="145" y="43"/>
                    </a:cubicBezTo>
                    <a:cubicBezTo>
                      <a:pt x="147" y="44"/>
                      <a:pt x="148" y="45"/>
                      <a:pt x="148" y="46"/>
                    </a:cubicBezTo>
                    <a:cubicBezTo>
                      <a:pt x="148" y="48"/>
                      <a:pt x="146" y="49"/>
                      <a:pt x="144" y="49"/>
                    </a:cubicBezTo>
                    <a:cubicBezTo>
                      <a:pt x="143" y="49"/>
                      <a:pt x="142" y="48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1" y="45"/>
                      <a:pt x="143" y="43"/>
                      <a:pt x="144" y="43"/>
                    </a:cubicBezTo>
                    <a:moveTo>
                      <a:pt x="140" y="36"/>
                    </a:moveTo>
                    <a:cubicBezTo>
                      <a:pt x="142" y="36"/>
                      <a:pt x="143" y="37"/>
                      <a:pt x="143" y="39"/>
                    </a:cubicBezTo>
                    <a:cubicBezTo>
                      <a:pt x="143" y="41"/>
                      <a:pt x="142" y="42"/>
                      <a:pt x="140" y="42"/>
                    </a:cubicBezTo>
                    <a:cubicBezTo>
                      <a:pt x="139" y="42"/>
                      <a:pt x="137" y="41"/>
                      <a:pt x="137" y="39"/>
                    </a:cubicBezTo>
                    <a:cubicBezTo>
                      <a:pt x="137" y="37"/>
                      <a:pt x="139" y="36"/>
                      <a:pt x="140" y="36"/>
                    </a:cubicBezTo>
                    <a:moveTo>
                      <a:pt x="130" y="41"/>
                    </a:moveTo>
                    <a:cubicBezTo>
                      <a:pt x="132" y="41"/>
                      <a:pt x="133" y="42"/>
                      <a:pt x="133" y="44"/>
                    </a:cubicBezTo>
                    <a:cubicBezTo>
                      <a:pt x="133" y="46"/>
                      <a:pt x="132" y="47"/>
                      <a:pt x="130" y="47"/>
                    </a:cubicBezTo>
                    <a:cubicBezTo>
                      <a:pt x="128" y="47"/>
                      <a:pt x="127" y="46"/>
                      <a:pt x="127" y="44"/>
                    </a:cubicBezTo>
                    <a:cubicBezTo>
                      <a:pt x="127" y="42"/>
                      <a:pt x="128" y="41"/>
                      <a:pt x="130" y="41"/>
                    </a:cubicBezTo>
                    <a:moveTo>
                      <a:pt x="122" y="49"/>
                    </a:moveTo>
                    <a:cubicBezTo>
                      <a:pt x="123" y="49"/>
                      <a:pt x="125" y="50"/>
                      <a:pt x="125" y="52"/>
                    </a:cubicBezTo>
                    <a:cubicBezTo>
                      <a:pt x="125" y="54"/>
                      <a:pt x="123" y="55"/>
                      <a:pt x="122" y="55"/>
                    </a:cubicBezTo>
                    <a:cubicBezTo>
                      <a:pt x="120" y="55"/>
                      <a:pt x="118" y="54"/>
                      <a:pt x="118" y="52"/>
                    </a:cubicBezTo>
                    <a:cubicBezTo>
                      <a:pt x="118" y="50"/>
                      <a:pt x="120" y="49"/>
                      <a:pt x="122" y="49"/>
                    </a:cubicBezTo>
                    <a:moveTo>
                      <a:pt x="119" y="65"/>
                    </a:moveTo>
                    <a:cubicBezTo>
                      <a:pt x="118" y="65"/>
                      <a:pt x="116" y="64"/>
                      <a:pt x="116" y="62"/>
                    </a:cubicBezTo>
                    <a:cubicBezTo>
                      <a:pt x="116" y="60"/>
                      <a:pt x="118" y="59"/>
                      <a:pt x="119" y="59"/>
                    </a:cubicBezTo>
                    <a:cubicBezTo>
                      <a:pt x="121" y="59"/>
                      <a:pt x="123" y="60"/>
                      <a:pt x="123" y="62"/>
                    </a:cubicBezTo>
                    <a:cubicBezTo>
                      <a:pt x="123" y="64"/>
                      <a:pt x="121" y="65"/>
                      <a:pt x="119" y="65"/>
                    </a:cubicBezTo>
                    <a:moveTo>
                      <a:pt x="125" y="74"/>
                    </a:moveTo>
                    <a:cubicBezTo>
                      <a:pt x="123" y="74"/>
                      <a:pt x="122" y="73"/>
                      <a:pt x="122" y="71"/>
                    </a:cubicBezTo>
                    <a:cubicBezTo>
                      <a:pt x="122" y="70"/>
                      <a:pt x="123" y="68"/>
                      <a:pt x="125" y="68"/>
                    </a:cubicBezTo>
                    <a:cubicBezTo>
                      <a:pt x="127" y="68"/>
                      <a:pt x="128" y="70"/>
                      <a:pt x="128" y="71"/>
                    </a:cubicBezTo>
                    <a:cubicBezTo>
                      <a:pt x="128" y="73"/>
                      <a:pt x="127" y="74"/>
                      <a:pt x="125" y="74"/>
                    </a:cubicBezTo>
                    <a:moveTo>
                      <a:pt x="132" y="81"/>
                    </a:moveTo>
                    <a:cubicBezTo>
                      <a:pt x="131" y="81"/>
                      <a:pt x="129" y="80"/>
                      <a:pt x="129" y="78"/>
                    </a:cubicBezTo>
                    <a:cubicBezTo>
                      <a:pt x="129" y="76"/>
                      <a:pt x="131" y="75"/>
                      <a:pt x="132" y="75"/>
                    </a:cubicBezTo>
                    <a:cubicBezTo>
                      <a:pt x="134" y="75"/>
                      <a:pt x="136" y="76"/>
                      <a:pt x="136" y="78"/>
                    </a:cubicBezTo>
                    <a:cubicBezTo>
                      <a:pt x="136" y="80"/>
                      <a:pt x="134" y="81"/>
                      <a:pt x="132" y="81"/>
                    </a:cubicBezTo>
                    <a:moveTo>
                      <a:pt x="132" y="68"/>
                    </a:moveTo>
                    <a:cubicBezTo>
                      <a:pt x="131" y="67"/>
                      <a:pt x="129" y="65"/>
                      <a:pt x="128" y="63"/>
                    </a:cubicBezTo>
                    <a:cubicBezTo>
                      <a:pt x="127" y="61"/>
                      <a:pt x="127" y="60"/>
                      <a:pt x="127" y="59"/>
                    </a:cubicBezTo>
                    <a:cubicBezTo>
                      <a:pt x="127" y="58"/>
                      <a:pt x="127" y="57"/>
                      <a:pt x="128" y="56"/>
                    </a:cubicBezTo>
                    <a:cubicBezTo>
                      <a:pt x="129" y="54"/>
                      <a:pt x="129" y="54"/>
                      <a:pt x="130" y="52"/>
                    </a:cubicBezTo>
                    <a:cubicBezTo>
                      <a:pt x="131" y="51"/>
                      <a:pt x="131" y="51"/>
                      <a:pt x="134" y="49"/>
                    </a:cubicBezTo>
                    <a:cubicBezTo>
                      <a:pt x="135" y="48"/>
                      <a:pt x="135" y="48"/>
                      <a:pt x="136" y="47"/>
                    </a:cubicBezTo>
                    <a:cubicBezTo>
                      <a:pt x="136" y="47"/>
                      <a:pt x="136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7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7" y="48"/>
                      <a:pt x="137" y="49"/>
                      <a:pt x="137" y="51"/>
                    </a:cubicBezTo>
                    <a:cubicBezTo>
                      <a:pt x="137" y="60"/>
                      <a:pt x="139" y="68"/>
                      <a:pt x="147" y="76"/>
                    </a:cubicBezTo>
                    <a:cubicBezTo>
                      <a:pt x="146" y="77"/>
                      <a:pt x="145" y="77"/>
                      <a:pt x="144" y="77"/>
                    </a:cubicBezTo>
                    <a:cubicBezTo>
                      <a:pt x="142" y="78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8"/>
                    </a:cubicBezTo>
                    <a:cubicBezTo>
                      <a:pt x="140" y="76"/>
                      <a:pt x="134" y="70"/>
                      <a:pt x="132" y="68"/>
                    </a:cubicBezTo>
                    <a:moveTo>
                      <a:pt x="138" y="87"/>
                    </a:moveTo>
                    <a:cubicBezTo>
                      <a:pt x="137" y="86"/>
                      <a:pt x="138" y="85"/>
                      <a:pt x="138" y="85"/>
                    </a:cubicBezTo>
                    <a:cubicBezTo>
                      <a:pt x="139" y="84"/>
                      <a:pt x="146" y="81"/>
                      <a:pt x="157" y="78"/>
                    </a:cubicBezTo>
                    <a:cubicBezTo>
                      <a:pt x="168" y="75"/>
                      <a:pt x="175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8" y="74"/>
                      <a:pt x="188" y="74"/>
                      <a:pt x="188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200" y="74"/>
                      <a:pt x="207" y="75"/>
                      <a:pt x="218" y="78"/>
                    </a:cubicBezTo>
                    <a:cubicBezTo>
                      <a:pt x="229" y="81"/>
                      <a:pt x="236" y="84"/>
                      <a:pt x="237" y="85"/>
                    </a:cubicBezTo>
                    <a:cubicBezTo>
                      <a:pt x="238" y="85"/>
                      <a:pt x="238" y="86"/>
                      <a:pt x="237" y="87"/>
                    </a:cubicBezTo>
                    <a:cubicBezTo>
                      <a:pt x="237" y="87"/>
                      <a:pt x="236" y="88"/>
                      <a:pt x="235" y="87"/>
                    </a:cubicBezTo>
                    <a:cubicBezTo>
                      <a:pt x="235" y="87"/>
                      <a:pt x="228" y="84"/>
                      <a:pt x="217" y="81"/>
                    </a:cubicBezTo>
                    <a:cubicBezTo>
                      <a:pt x="206" y="78"/>
                      <a:pt x="199" y="77"/>
                      <a:pt x="188" y="77"/>
                    </a:cubicBezTo>
                    <a:cubicBezTo>
                      <a:pt x="176" y="77"/>
                      <a:pt x="169" y="78"/>
                      <a:pt x="158" y="81"/>
                    </a:cubicBezTo>
                    <a:cubicBezTo>
                      <a:pt x="147" y="84"/>
                      <a:pt x="140" y="87"/>
                      <a:pt x="140" y="87"/>
                    </a:cubicBezTo>
                    <a:cubicBezTo>
                      <a:pt x="139" y="88"/>
                      <a:pt x="138" y="87"/>
                      <a:pt x="138" y="87"/>
                    </a:cubicBezTo>
                    <a:moveTo>
                      <a:pt x="143" y="97"/>
                    </a:moveTo>
                    <a:cubicBezTo>
                      <a:pt x="142" y="97"/>
                      <a:pt x="142" y="97"/>
                      <a:pt x="142" y="97"/>
                    </a:cubicBezTo>
                    <a:cubicBezTo>
                      <a:pt x="141" y="96"/>
                      <a:pt x="141" y="96"/>
                      <a:pt x="141" y="95"/>
                    </a:cubicBezTo>
                    <a:cubicBezTo>
                      <a:pt x="140" y="93"/>
                      <a:pt x="140" y="92"/>
                      <a:pt x="140" y="91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2"/>
                      <a:pt x="148" y="92"/>
                      <a:pt x="148" y="92"/>
                    </a:cubicBezTo>
                    <a:cubicBezTo>
                      <a:pt x="148" y="92"/>
                      <a:pt x="148" y="92"/>
                      <a:pt x="148" y="92"/>
                    </a:cubicBezTo>
                    <a:lnTo>
                      <a:pt x="143" y="97"/>
                    </a:lnTo>
                    <a:close/>
                    <a:moveTo>
                      <a:pt x="69" y="310"/>
                    </a:moveTo>
                    <a:cubicBezTo>
                      <a:pt x="63" y="305"/>
                      <a:pt x="63" y="305"/>
                      <a:pt x="63" y="305"/>
                    </a:cubicBezTo>
                    <a:cubicBezTo>
                      <a:pt x="58" y="301"/>
                      <a:pt x="42" y="292"/>
                      <a:pt x="38" y="291"/>
                    </a:cubicBezTo>
                    <a:cubicBezTo>
                      <a:pt x="36" y="290"/>
                      <a:pt x="29" y="289"/>
                      <a:pt x="24" y="289"/>
                    </a:cubicBezTo>
                    <a:cubicBezTo>
                      <a:pt x="25" y="288"/>
                      <a:pt x="27" y="287"/>
                      <a:pt x="30" y="286"/>
                    </a:cubicBezTo>
                    <a:cubicBezTo>
                      <a:pt x="31" y="286"/>
                      <a:pt x="31" y="286"/>
                      <a:pt x="31" y="286"/>
                    </a:cubicBezTo>
                    <a:cubicBezTo>
                      <a:pt x="37" y="284"/>
                      <a:pt x="43" y="285"/>
                      <a:pt x="49" y="288"/>
                    </a:cubicBezTo>
                    <a:cubicBezTo>
                      <a:pt x="50" y="288"/>
                      <a:pt x="50" y="288"/>
                      <a:pt x="50" y="288"/>
                    </a:cubicBezTo>
                    <a:cubicBezTo>
                      <a:pt x="51" y="287"/>
                      <a:pt x="51" y="287"/>
                      <a:pt x="51" y="287"/>
                    </a:cubicBezTo>
                    <a:cubicBezTo>
                      <a:pt x="51" y="285"/>
                      <a:pt x="47" y="282"/>
                      <a:pt x="40" y="278"/>
                    </a:cubicBezTo>
                    <a:cubicBezTo>
                      <a:pt x="37" y="277"/>
                      <a:pt x="37" y="277"/>
                      <a:pt x="37" y="277"/>
                    </a:cubicBezTo>
                    <a:cubicBezTo>
                      <a:pt x="37" y="277"/>
                      <a:pt x="36" y="277"/>
                      <a:pt x="36" y="277"/>
                    </a:cubicBezTo>
                    <a:cubicBezTo>
                      <a:pt x="29" y="274"/>
                      <a:pt x="8" y="276"/>
                      <a:pt x="5" y="276"/>
                    </a:cubicBezTo>
                    <a:cubicBezTo>
                      <a:pt x="2" y="276"/>
                      <a:pt x="6" y="273"/>
                      <a:pt x="5" y="273"/>
                    </a:cubicBezTo>
                    <a:cubicBezTo>
                      <a:pt x="6" y="271"/>
                      <a:pt x="11" y="267"/>
                      <a:pt x="25" y="270"/>
                    </a:cubicBezTo>
                    <a:cubicBezTo>
                      <a:pt x="25" y="270"/>
                      <a:pt x="37" y="271"/>
                      <a:pt x="37" y="270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33" y="267"/>
                      <a:pt x="33" y="267"/>
                      <a:pt x="33" y="267"/>
                    </a:cubicBezTo>
                    <a:cubicBezTo>
                      <a:pt x="30" y="265"/>
                      <a:pt x="26" y="263"/>
                      <a:pt x="23" y="261"/>
                    </a:cubicBezTo>
                    <a:cubicBezTo>
                      <a:pt x="23" y="258"/>
                      <a:pt x="37" y="260"/>
                      <a:pt x="37" y="260"/>
                    </a:cubicBezTo>
                    <a:cubicBezTo>
                      <a:pt x="41" y="262"/>
                      <a:pt x="47" y="264"/>
                      <a:pt x="51" y="268"/>
                    </a:cubicBezTo>
                    <a:cubicBezTo>
                      <a:pt x="52" y="269"/>
                      <a:pt x="53" y="271"/>
                      <a:pt x="54" y="272"/>
                    </a:cubicBezTo>
                    <a:cubicBezTo>
                      <a:pt x="54" y="274"/>
                      <a:pt x="55" y="276"/>
                      <a:pt x="55" y="277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1" y="277"/>
                      <a:pt x="49" y="278"/>
                      <a:pt x="49" y="278"/>
                    </a:cubicBezTo>
                    <a:cubicBezTo>
                      <a:pt x="49" y="279"/>
                      <a:pt x="49" y="281"/>
                      <a:pt x="50" y="281"/>
                    </a:cubicBezTo>
                    <a:cubicBezTo>
                      <a:pt x="52" y="283"/>
                      <a:pt x="55" y="286"/>
                      <a:pt x="59" y="288"/>
                    </a:cubicBezTo>
                    <a:cubicBezTo>
                      <a:pt x="58" y="288"/>
                      <a:pt x="57" y="288"/>
                      <a:pt x="56" y="288"/>
                    </a:cubicBezTo>
                    <a:cubicBezTo>
                      <a:pt x="56" y="288"/>
                      <a:pt x="55" y="288"/>
                      <a:pt x="55" y="289"/>
                    </a:cubicBezTo>
                    <a:cubicBezTo>
                      <a:pt x="55" y="289"/>
                      <a:pt x="55" y="289"/>
                      <a:pt x="55" y="289"/>
                    </a:cubicBezTo>
                    <a:cubicBezTo>
                      <a:pt x="55" y="290"/>
                      <a:pt x="55" y="290"/>
                      <a:pt x="55" y="290"/>
                    </a:cubicBezTo>
                    <a:cubicBezTo>
                      <a:pt x="56" y="291"/>
                      <a:pt x="56" y="291"/>
                      <a:pt x="56" y="291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8" y="292"/>
                      <a:pt x="62" y="295"/>
                      <a:pt x="62" y="296"/>
                    </a:cubicBezTo>
                    <a:cubicBezTo>
                      <a:pt x="62" y="297"/>
                      <a:pt x="63" y="301"/>
                      <a:pt x="69" y="306"/>
                    </a:cubicBezTo>
                    <a:cubicBezTo>
                      <a:pt x="77" y="312"/>
                      <a:pt x="77" y="312"/>
                      <a:pt x="77" y="312"/>
                    </a:cubicBezTo>
                    <a:cubicBezTo>
                      <a:pt x="79" y="314"/>
                      <a:pt x="92" y="327"/>
                      <a:pt x="86" y="328"/>
                    </a:cubicBezTo>
                    <a:cubicBezTo>
                      <a:pt x="85" y="327"/>
                      <a:pt x="76" y="320"/>
                      <a:pt x="69" y="310"/>
                    </a:cubicBezTo>
                    <a:moveTo>
                      <a:pt x="67" y="296"/>
                    </a:moveTo>
                    <a:cubicBezTo>
                      <a:pt x="63" y="293"/>
                      <a:pt x="61" y="287"/>
                      <a:pt x="60" y="286"/>
                    </a:cubicBezTo>
                    <a:cubicBezTo>
                      <a:pt x="76" y="291"/>
                      <a:pt x="85" y="311"/>
                      <a:pt x="91" y="314"/>
                    </a:cubicBezTo>
                    <a:cubicBezTo>
                      <a:pt x="103" y="331"/>
                      <a:pt x="103" y="331"/>
                      <a:pt x="103" y="331"/>
                    </a:cubicBezTo>
                    <a:cubicBezTo>
                      <a:pt x="103" y="331"/>
                      <a:pt x="102" y="333"/>
                      <a:pt x="102" y="334"/>
                    </a:cubicBezTo>
                    <a:cubicBezTo>
                      <a:pt x="102" y="334"/>
                      <a:pt x="102" y="334"/>
                      <a:pt x="102" y="334"/>
                    </a:cubicBezTo>
                    <a:cubicBezTo>
                      <a:pt x="99" y="335"/>
                      <a:pt x="99" y="335"/>
                      <a:pt x="99" y="335"/>
                    </a:cubicBezTo>
                    <a:cubicBezTo>
                      <a:pt x="97" y="335"/>
                      <a:pt x="90" y="323"/>
                      <a:pt x="87" y="319"/>
                    </a:cubicBezTo>
                    <a:cubicBezTo>
                      <a:pt x="84" y="314"/>
                      <a:pt x="84" y="314"/>
                      <a:pt x="84" y="314"/>
                    </a:cubicBezTo>
                    <a:cubicBezTo>
                      <a:pt x="82" y="313"/>
                      <a:pt x="78" y="309"/>
                      <a:pt x="75" y="306"/>
                    </a:cubicBezTo>
                    <a:cubicBezTo>
                      <a:pt x="73" y="304"/>
                      <a:pt x="70" y="301"/>
                      <a:pt x="69" y="301"/>
                    </a:cubicBezTo>
                    <a:cubicBezTo>
                      <a:pt x="69" y="301"/>
                      <a:pt x="68" y="301"/>
                      <a:pt x="68" y="301"/>
                    </a:cubicBezTo>
                    <a:cubicBezTo>
                      <a:pt x="68" y="300"/>
                      <a:pt x="68" y="299"/>
                      <a:pt x="68" y="299"/>
                    </a:cubicBezTo>
                    <a:lnTo>
                      <a:pt x="67" y="296"/>
                    </a:lnTo>
                    <a:close/>
                    <a:moveTo>
                      <a:pt x="65" y="327"/>
                    </a:moveTo>
                    <a:cubicBezTo>
                      <a:pt x="65" y="326"/>
                      <a:pt x="64" y="327"/>
                      <a:pt x="64" y="327"/>
                    </a:cubicBezTo>
                    <a:cubicBezTo>
                      <a:pt x="63" y="327"/>
                      <a:pt x="62" y="328"/>
                      <a:pt x="61" y="327"/>
                    </a:cubicBezTo>
                    <a:cubicBezTo>
                      <a:pt x="60" y="327"/>
                      <a:pt x="58" y="326"/>
                      <a:pt x="53" y="325"/>
                    </a:cubicBezTo>
                    <a:cubicBezTo>
                      <a:pt x="49" y="324"/>
                      <a:pt x="42" y="322"/>
                      <a:pt x="39" y="321"/>
                    </a:cubicBezTo>
                    <a:cubicBezTo>
                      <a:pt x="42" y="320"/>
                      <a:pt x="50" y="318"/>
                      <a:pt x="67" y="322"/>
                    </a:cubicBezTo>
                    <a:cubicBezTo>
                      <a:pt x="71" y="323"/>
                      <a:pt x="76" y="325"/>
                      <a:pt x="81" y="327"/>
                    </a:cubicBezTo>
                    <a:cubicBezTo>
                      <a:pt x="83" y="328"/>
                      <a:pt x="90" y="334"/>
                      <a:pt x="92" y="337"/>
                    </a:cubicBezTo>
                    <a:cubicBezTo>
                      <a:pt x="92" y="337"/>
                      <a:pt x="92" y="338"/>
                      <a:pt x="92" y="338"/>
                    </a:cubicBezTo>
                    <a:cubicBezTo>
                      <a:pt x="92" y="338"/>
                      <a:pt x="91" y="338"/>
                      <a:pt x="91" y="338"/>
                    </a:cubicBezTo>
                    <a:cubicBezTo>
                      <a:pt x="87" y="341"/>
                      <a:pt x="87" y="341"/>
                      <a:pt x="87" y="341"/>
                    </a:cubicBezTo>
                    <a:cubicBezTo>
                      <a:pt x="86" y="341"/>
                      <a:pt x="86" y="340"/>
                      <a:pt x="85" y="339"/>
                    </a:cubicBezTo>
                    <a:cubicBezTo>
                      <a:pt x="82" y="335"/>
                      <a:pt x="82" y="335"/>
                      <a:pt x="82" y="335"/>
                    </a:cubicBezTo>
                    <a:cubicBezTo>
                      <a:pt x="76" y="330"/>
                      <a:pt x="69" y="328"/>
                      <a:pt x="65" y="327"/>
                    </a:cubicBezTo>
                    <a:moveTo>
                      <a:pt x="77" y="345"/>
                    </a:moveTo>
                    <a:cubicBezTo>
                      <a:pt x="75" y="345"/>
                      <a:pt x="75" y="345"/>
                      <a:pt x="75" y="345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8" y="342"/>
                      <a:pt x="78" y="340"/>
                      <a:pt x="81" y="341"/>
                    </a:cubicBezTo>
                    <a:cubicBezTo>
                      <a:pt x="82" y="341"/>
                      <a:pt x="82" y="341"/>
                      <a:pt x="82" y="341"/>
                    </a:cubicBezTo>
                    <a:cubicBezTo>
                      <a:pt x="83" y="342"/>
                      <a:pt x="84" y="343"/>
                      <a:pt x="84" y="345"/>
                    </a:cubicBezTo>
                    <a:cubicBezTo>
                      <a:pt x="83" y="346"/>
                      <a:pt x="82" y="346"/>
                      <a:pt x="77" y="345"/>
                    </a:cubicBezTo>
                    <a:moveTo>
                      <a:pt x="82" y="355"/>
                    </a:moveTo>
                    <a:cubicBezTo>
                      <a:pt x="74" y="360"/>
                      <a:pt x="75" y="359"/>
                      <a:pt x="73" y="360"/>
                    </a:cubicBezTo>
                    <a:cubicBezTo>
                      <a:pt x="72" y="355"/>
                      <a:pt x="95" y="337"/>
                      <a:pt x="104" y="336"/>
                    </a:cubicBezTo>
                    <a:cubicBezTo>
                      <a:pt x="105" y="336"/>
                      <a:pt x="106" y="339"/>
                      <a:pt x="106" y="341"/>
                    </a:cubicBezTo>
                    <a:cubicBezTo>
                      <a:pt x="107" y="342"/>
                      <a:pt x="111" y="345"/>
                      <a:pt x="111" y="345"/>
                    </a:cubicBezTo>
                    <a:cubicBezTo>
                      <a:pt x="112" y="345"/>
                      <a:pt x="122" y="348"/>
                      <a:pt x="124" y="348"/>
                    </a:cubicBezTo>
                    <a:cubicBezTo>
                      <a:pt x="121" y="348"/>
                      <a:pt x="98" y="345"/>
                      <a:pt x="82" y="355"/>
                    </a:cubicBezTo>
                    <a:moveTo>
                      <a:pt x="101" y="357"/>
                    </a:moveTo>
                    <a:cubicBezTo>
                      <a:pt x="101" y="357"/>
                      <a:pt x="95" y="363"/>
                      <a:pt x="91" y="361"/>
                    </a:cubicBezTo>
                    <a:cubicBezTo>
                      <a:pt x="87" y="360"/>
                      <a:pt x="94" y="355"/>
                      <a:pt x="95" y="353"/>
                    </a:cubicBezTo>
                    <a:cubicBezTo>
                      <a:pt x="101" y="350"/>
                      <a:pt x="120" y="349"/>
                      <a:pt x="128" y="350"/>
                    </a:cubicBezTo>
                    <a:cubicBezTo>
                      <a:pt x="136" y="352"/>
                      <a:pt x="145" y="353"/>
                      <a:pt x="150" y="356"/>
                    </a:cubicBezTo>
                    <a:cubicBezTo>
                      <a:pt x="157" y="359"/>
                      <a:pt x="164" y="365"/>
                      <a:pt x="167" y="372"/>
                    </a:cubicBezTo>
                    <a:cubicBezTo>
                      <a:pt x="170" y="379"/>
                      <a:pt x="170" y="384"/>
                      <a:pt x="168" y="383"/>
                    </a:cubicBezTo>
                    <a:cubicBezTo>
                      <a:pt x="165" y="382"/>
                      <a:pt x="168" y="383"/>
                      <a:pt x="164" y="374"/>
                    </a:cubicBezTo>
                    <a:cubicBezTo>
                      <a:pt x="162" y="371"/>
                      <a:pt x="161" y="368"/>
                      <a:pt x="152" y="362"/>
                    </a:cubicBezTo>
                    <a:cubicBezTo>
                      <a:pt x="135" y="356"/>
                      <a:pt x="135" y="356"/>
                      <a:pt x="135" y="356"/>
                    </a:cubicBezTo>
                    <a:cubicBezTo>
                      <a:pt x="129" y="355"/>
                      <a:pt x="113" y="353"/>
                      <a:pt x="101" y="357"/>
                    </a:cubicBezTo>
                    <a:moveTo>
                      <a:pt x="161" y="394"/>
                    </a:moveTo>
                    <a:cubicBezTo>
                      <a:pt x="158" y="395"/>
                      <a:pt x="158" y="393"/>
                      <a:pt x="158" y="393"/>
                    </a:cubicBezTo>
                    <a:cubicBezTo>
                      <a:pt x="158" y="393"/>
                      <a:pt x="158" y="392"/>
                      <a:pt x="158" y="392"/>
                    </a:cubicBezTo>
                    <a:cubicBezTo>
                      <a:pt x="159" y="390"/>
                      <a:pt x="160" y="389"/>
                      <a:pt x="160" y="388"/>
                    </a:cubicBezTo>
                    <a:cubicBezTo>
                      <a:pt x="160" y="385"/>
                      <a:pt x="157" y="382"/>
                      <a:pt x="156" y="379"/>
                    </a:cubicBezTo>
                    <a:cubicBezTo>
                      <a:pt x="155" y="379"/>
                      <a:pt x="155" y="379"/>
                      <a:pt x="155" y="379"/>
                    </a:cubicBezTo>
                    <a:cubicBezTo>
                      <a:pt x="152" y="375"/>
                      <a:pt x="148" y="372"/>
                      <a:pt x="144" y="369"/>
                    </a:cubicBezTo>
                    <a:cubicBezTo>
                      <a:pt x="141" y="367"/>
                      <a:pt x="136" y="366"/>
                      <a:pt x="132" y="365"/>
                    </a:cubicBezTo>
                    <a:cubicBezTo>
                      <a:pt x="131" y="365"/>
                      <a:pt x="131" y="365"/>
                      <a:pt x="131" y="365"/>
                    </a:cubicBezTo>
                    <a:cubicBezTo>
                      <a:pt x="127" y="364"/>
                      <a:pt x="121" y="365"/>
                      <a:pt x="116" y="365"/>
                    </a:cubicBezTo>
                    <a:cubicBezTo>
                      <a:pt x="113" y="365"/>
                      <a:pt x="108" y="366"/>
                      <a:pt x="108" y="365"/>
                    </a:cubicBezTo>
                    <a:cubicBezTo>
                      <a:pt x="108" y="365"/>
                      <a:pt x="108" y="364"/>
                      <a:pt x="108" y="364"/>
                    </a:cubicBezTo>
                    <a:cubicBezTo>
                      <a:pt x="108" y="362"/>
                      <a:pt x="112" y="361"/>
                      <a:pt x="114" y="360"/>
                    </a:cubicBezTo>
                    <a:cubicBezTo>
                      <a:pt x="117" y="359"/>
                      <a:pt x="136" y="356"/>
                      <a:pt x="154" y="367"/>
                    </a:cubicBezTo>
                    <a:cubicBezTo>
                      <a:pt x="158" y="370"/>
                      <a:pt x="166" y="381"/>
                      <a:pt x="166" y="388"/>
                    </a:cubicBezTo>
                    <a:cubicBezTo>
                      <a:pt x="165" y="390"/>
                      <a:pt x="163" y="393"/>
                      <a:pt x="161" y="394"/>
                    </a:cubicBezTo>
                    <a:moveTo>
                      <a:pt x="173" y="367"/>
                    </a:moveTo>
                    <a:cubicBezTo>
                      <a:pt x="177" y="374"/>
                      <a:pt x="177" y="380"/>
                      <a:pt x="176" y="385"/>
                    </a:cubicBezTo>
                    <a:cubicBezTo>
                      <a:pt x="175" y="387"/>
                      <a:pt x="175" y="389"/>
                      <a:pt x="173" y="390"/>
                    </a:cubicBezTo>
                    <a:cubicBezTo>
                      <a:pt x="168" y="397"/>
                      <a:pt x="162" y="396"/>
                      <a:pt x="168" y="390"/>
                    </a:cubicBezTo>
                    <a:cubicBezTo>
                      <a:pt x="168" y="390"/>
                      <a:pt x="172" y="386"/>
                      <a:pt x="172" y="380"/>
                    </a:cubicBezTo>
                    <a:cubicBezTo>
                      <a:pt x="172" y="378"/>
                      <a:pt x="171" y="375"/>
                      <a:pt x="171" y="373"/>
                    </a:cubicBezTo>
                    <a:cubicBezTo>
                      <a:pt x="169" y="370"/>
                      <a:pt x="166" y="365"/>
                      <a:pt x="164" y="362"/>
                    </a:cubicBezTo>
                    <a:cubicBezTo>
                      <a:pt x="158" y="356"/>
                      <a:pt x="153" y="353"/>
                      <a:pt x="145" y="350"/>
                    </a:cubicBezTo>
                    <a:cubicBezTo>
                      <a:pt x="138" y="347"/>
                      <a:pt x="132" y="346"/>
                      <a:pt x="126" y="345"/>
                    </a:cubicBezTo>
                    <a:cubicBezTo>
                      <a:pt x="122" y="345"/>
                      <a:pt x="122" y="345"/>
                      <a:pt x="122" y="345"/>
                    </a:cubicBezTo>
                    <a:cubicBezTo>
                      <a:pt x="117" y="344"/>
                      <a:pt x="112" y="344"/>
                      <a:pt x="110" y="340"/>
                    </a:cubicBezTo>
                    <a:cubicBezTo>
                      <a:pt x="108" y="336"/>
                      <a:pt x="108" y="336"/>
                      <a:pt x="108" y="336"/>
                    </a:cubicBezTo>
                    <a:cubicBezTo>
                      <a:pt x="106" y="333"/>
                      <a:pt x="105" y="330"/>
                      <a:pt x="103" y="326"/>
                    </a:cubicBezTo>
                    <a:cubicBezTo>
                      <a:pt x="103" y="325"/>
                      <a:pt x="102" y="324"/>
                      <a:pt x="102" y="323"/>
                    </a:cubicBezTo>
                    <a:cubicBezTo>
                      <a:pt x="99" y="319"/>
                      <a:pt x="96" y="315"/>
                      <a:pt x="92" y="311"/>
                    </a:cubicBezTo>
                    <a:cubicBezTo>
                      <a:pt x="90" y="308"/>
                      <a:pt x="90" y="308"/>
                      <a:pt x="90" y="308"/>
                    </a:cubicBezTo>
                    <a:cubicBezTo>
                      <a:pt x="82" y="298"/>
                      <a:pt x="82" y="298"/>
                      <a:pt x="82" y="298"/>
                    </a:cubicBezTo>
                    <a:cubicBezTo>
                      <a:pt x="80" y="296"/>
                      <a:pt x="80" y="296"/>
                      <a:pt x="80" y="296"/>
                    </a:cubicBezTo>
                    <a:cubicBezTo>
                      <a:pt x="78" y="294"/>
                      <a:pt x="75" y="291"/>
                      <a:pt x="72" y="290"/>
                    </a:cubicBezTo>
                    <a:cubicBezTo>
                      <a:pt x="69" y="289"/>
                      <a:pt x="67" y="288"/>
                      <a:pt x="64" y="285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60" y="281"/>
                      <a:pt x="60" y="281"/>
                      <a:pt x="60" y="281"/>
                    </a:cubicBezTo>
                    <a:cubicBezTo>
                      <a:pt x="58" y="279"/>
                      <a:pt x="58" y="277"/>
                      <a:pt x="58" y="275"/>
                    </a:cubicBezTo>
                    <a:cubicBezTo>
                      <a:pt x="58" y="274"/>
                      <a:pt x="58" y="274"/>
                      <a:pt x="58" y="274"/>
                    </a:cubicBezTo>
                    <a:cubicBezTo>
                      <a:pt x="57" y="269"/>
                      <a:pt x="57" y="269"/>
                      <a:pt x="57" y="269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6" y="257"/>
                      <a:pt x="47" y="241"/>
                      <a:pt x="39" y="232"/>
                    </a:cubicBezTo>
                    <a:cubicBezTo>
                      <a:pt x="37" y="229"/>
                      <a:pt x="29" y="222"/>
                      <a:pt x="26" y="220"/>
                    </a:cubicBezTo>
                    <a:cubicBezTo>
                      <a:pt x="27" y="220"/>
                      <a:pt x="29" y="219"/>
                      <a:pt x="30" y="219"/>
                    </a:cubicBezTo>
                    <a:cubicBezTo>
                      <a:pt x="33" y="219"/>
                      <a:pt x="37" y="220"/>
                      <a:pt x="40" y="222"/>
                    </a:cubicBezTo>
                    <a:cubicBezTo>
                      <a:pt x="40" y="222"/>
                      <a:pt x="50" y="234"/>
                      <a:pt x="52" y="233"/>
                    </a:cubicBezTo>
                    <a:cubicBezTo>
                      <a:pt x="52" y="232"/>
                      <a:pt x="53" y="232"/>
                      <a:pt x="53" y="231"/>
                    </a:cubicBezTo>
                    <a:cubicBezTo>
                      <a:pt x="53" y="230"/>
                      <a:pt x="53" y="229"/>
                      <a:pt x="52" y="228"/>
                    </a:cubicBezTo>
                    <a:cubicBezTo>
                      <a:pt x="51" y="226"/>
                      <a:pt x="47" y="222"/>
                      <a:pt x="34" y="211"/>
                    </a:cubicBezTo>
                    <a:cubicBezTo>
                      <a:pt x="22" y="200"/>
                      <a:pt x="12" y="199"/>
                      <a:pt x="16" y="197"/>
                    </a:cubicBezTo>
                    <a:cubicBezTo>
                      <a:pt x="21" y="198"/>
                      <a:pt x="31" y="197"/>
                      <a:pt x="40" y="205"/>
                    </a:cubicBezTo>
                    <a:cubicBezTo>
                      <a:pt x="43" y="208"/>
                      <a:pt x="49" y="214"/>
                      <a:pt x="52" y="217"/>
                    </a:cubicBezTo>
                    <a:cubicBezTo>
                      <a:pt x="54" y="220"/>
                      <a:pt x="56" y="219"/>
                      <a:pt x="56" y="219"/>
                    </a:cubicBezTo>
                    <a:cubicBezTo>
                      <a:pt x="52" y="211"/>
                      <a:pt x="52" y="211"/>
                      <a:pt x="52" y="211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3" y="199"/>
                      <a:pt x="41" y="196"/>
                      <a:pt x="39" y="193"/>
                    </a:cubicBezTo>
                    <a:cubicBezTo>
                      <a:pt x="37" y="189"/>
                      <a:pt x="35" y="185"/>
                      <a:pt x="33" y="182"/>
                    </a:cubicBezTo>
                    <a:cubicBezTo>
                      <a:pt x="31" y="179"/>
                      <a:pt x="24" y="174"/>
                      <a:pt x="18" y="169"/>
                    </a:cubicBezTo>
                    <a:cubicBezTo>
                      <a:pt x="15" y="166"/>
                      <a:pt x="11" y="163"/>
                      <a:pt x="10" y="161"/>
                    </a:cubicBezTo>
                    <a:cubicBezTo>
                      <a:pt x="14" y="161"/>
                      <a:pt x="26" y="164"/>
                      <a:pt x="31" y="168"/>
                    </a:cubicBezTo>
                    <a:cubicBezTo>
                      <a:pt x="31" y="169"/>
                      <a:pt x="42" y="181"/>
                      <a:pt x="44" y="184"/>
                    </a:cubicBezTo>
                    <a:cubicBezTo>
                      <a:pt x="45" y="186"/>
                      <a:pt x="47" y="187"/>
                      <a:pt x="48" y="186"/>
                    </a:cubicBezTo>
                    <a:cubicBezTo>
                      <a:pt x="49" y="186"/>
                      <a:pt x="49" y="185"/>
                      <a:pt x="49" y="185"/>
                    </a:cubicBezTo>
                    <a:cubicBezTo>
                      <a:pt x="49" y="184"/>
                      <a:pt x="49" y="183"/>
                      <a:pt x="48" y="182"/>
                    </a:cubicBezTo>
                    <a:cubicBezTo>
                      <a:pt x="43" y="175"/>
                      <a:pt x="29" y="152"/>
                      <a:pt x="27" y="149"/>
                    </a:cubicBezTo>
                    <a:cubicBezTo>
                      <a:pt x="24" y="142"/>
                      <a:pt x="21" y="134"/>
                      <a:pt x="20" y="124"/>
                    </a:cubicBezTo>
                    <a:cubicBezTo>
                      <a:pt x="20" y="124"/>
                      <a:pt x="20" y="123"/>
                      <a:pt x="20" y="122"/>
                    </a:cubicBezTo>
                    <a:cubicBezTo>
                      <a:pt x="20" y="120"/>
                      <a:pt x="20" y="116"/>
                      <a:pt x="20" y="114"/>
                    </a:cubicBezTo>
                    <a:cubicBezTo>
                      <a:pt x="21" y="115"/>
                      <a:pt x="21" y="118"/>
                      <a:pt x="21" y="120"/>
                    </a:cubicBezTo>
                    <a:cubicBezTo>
                      <a:pt x="22" y="123"/>
                      <a:pt x="22" y="125"/>
                      <a:pt x="22" y="125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4" y="114"/>
                      <a:pt x="25" y="112"/>
                      <a:pt x="25" y="108"/>
                    </a:cubicBezTo>
                    <a:cubicBezTo>
                      <a:pt x="25" y="107"/>
                      <a:pt x="26" y="104"/>
                      <a:pt x="26" y="104"/>
                    </a:cubicBezTo>
                    <a:cubicBezTo>
                      <a:pt x="27" y="104"/>
                      <a:pt x="28" y="104"/>
                      <a:pt x="28" y="104"/>
                    </a:cubicBezTo>
                    <a:cubicBezTo>
                      <a:pt x="28" y="104"/>
                      <a:pt x="29" y="106"/>
                      <a:pt x="29" y="107"/>
                    </a:cubicBezTo>
                    <a:cubicBezTo>
                      <a:pt x="28" y="122"/>
                      <a:pt x="35" y="137"/>
                      <a:pt x="35" y="137"/>
                    </a:cubicBezTo>
                    <a:cubicBezTo>
                      <a:pt x="46" y="157"/>
                      <a:pt x="49" y="162"/>
                      <a:pt x="63" y="181"/>
                    </a:cubicBezTo>
                    <a:cubicBezTo>
                      <a:pt x="74" y="195"/>
                      <a:pt x="84" y="213"/>
                      <a:pt x="86" y="230"/>
                    </a:cubicBezTo>
                    <a:cubicBezTo>
                      <a:pt x="88" y="245"/>
                      <a:pt x="84" y="264"/>
                      <a:pt x="82" y="272"/>
                    </a:cubicBezTo>
                    <a:cubicBezTo>
                      <a:pt x="80" y="279"/>
                      <a:pt x="84" y="286"/>
                      <a:pt x="84" y="286"/>
                    </a:cubicBezTo>
                    <a:cubicBezTo>
                      <a:pt x="88" y="293"/>
                      <a:pt x="88" y="289"/>
                      <a:pt x="96" y="300"/>
                    </a:cubicBezTo>
                    <a:cubicBezTo>
                      <a:pt x="102" y="307"/>
                      <a:pt x="106" y="317"/>
                      <a:pt x="109" y="323"/>
                    </a:cubicBezTo>
                    <a:cubicBezTo>
                      <a:pt x="111" y="328"/>
                      <a:pt x="115" y="332"/>
                      <a:pt x="118" y="335"/>
                    </a:cubicBezTo>
                    <a:cubicBezTo>
                      <a:pt x="121" y="339"/>
                      <a:pt x="124" y="339"/>
                      <a:pt x="130" y="339"/>
                    </a:cubicBezTo>
                    <a:cubicBezTo>
                      <a:pt x="145" y="341"/>
                      <a:pt x="145" y="341"/>
                      <a:pt x="145" y="341"/>
                    </a:cubicBezTo>
                    <a:cubicBezTo>
                      <a:pt x="163" y="344"/>
                      <a:pt x="166" y="356"/>
                      <a:pt x="173" y="367"/>
                    </a:cubicBezTo>
                    <a:moveTo>
                      <a:pt x="188" y="356"/>
                    </a:moveTo>
                    <a:cubicBezTo>
                      <a:pt x="180" y="357"/>
                      <a:pt x="170" y="348"/>
                      <a:pt x="165" y="344"/>
                    </a:cubicBezTo>
                    <a:cubicBezTo>
                      <a:pt x="163" y="344"/>
                      <a:pt x="160" y="342"/>
                      <a:pt x="158" y="341"/>
                    </a:cubicBezTo>
                    <a:cubicBezTo>
                      <a:pt x="158" y="341"/>
                      <a:pt x="158" y="341"/>
                      <a:pt x="158" y="341"/>
                    </a:cubicBezTo>
                    <a:cubicBezTo>
                      <a:pt x="152" y="338"/>
                      <a:pt x="152" y="338"/>
                      <a:pt x="152" y="338"/>
                    </a:cubicBezTo>
                    <a:cubicBezTo>
                      <a:pt x="147" y="336"/>
                      <a:pt x="140" y="334"/>
                      <a:pt x="136" y="333"/>
                    </a:cubicBezTo>
                    <a:cubicBezTo>
                      <a:pt x="129" y="333"/>
                      <a:pt x="129" y="333"/>
                      <a:pt x="129" y="333"/>
                    </a:cubicBezTo>
                    <a:cubicBezTo>
                      <a:pt x="120" y="333"/>
                      <a:pt x="117" y="328"/>
                      <a:pt x="115" y="325"/>
                    </a:cubicBezTo>
                    <a:cubicBezTo>
                      <a:pt x="111" y="318"/>
                      <a:pt x="110" y="311"/>
                      <a:pt x="103" y="300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87" y="283"/>
                      <a:pt x="87" y="280"/>
                      <a:pt x="87" y="275"/>
                    </a:cubicBezTo>
                    <a:cubicBezTo>
                      <a:pt x="88" y="263"/>
                      <a:pt x="88" y="263"/>
                      <a:pt x="88" y="263"/>
                    </a:cubicBezTo>
                    <a:cubicBezTo>
                      <a:pt x="90" y="251"/>
                      <a:pt x="92" y="241"/>
                      <a:pt x="91" y="228"/>
                    </a:cubicBezTo>
                    <a:cubicBezTo>
                      <a:pt x="89" y="213"/>
                      <a:pt x="80" y="198"/>
                      <a:pt x="72" y="187"/>
                    </a:cubicBezTo>
                    <a:cubicBezTo>
                      <a:pt x="73" y="186"/>
                      <a:pt x="73" y="184"/>
                      <a:pt x="74" y="182"/>
                    </a:cubicBezTo>
                    <a:cubicBezTo>
                      <a:pt x="74" y="182"/>
                      <a:pt x="85" y="155"/>
                      <a:pt x="103" y="140"/>
                    </a:cubicBezTo>
                    <a:cubicBezTo>
                      <a:pt x="119" y="123"/>
                      <a:pt x="155" y="103"/>
                      <a:pt x="189" y="103"/>
                    </a:cubicBezTo>
                    <a:cubicBezTo>
                      <a:pt x="228" y="104"/>
                      <a:pt x="259" y="127"/>
                      <a:pt x="274" y="141"/>
                    </a:cubicBezTo>
                    <a:cubicBezTo>
                      <a:pt x="282" y="149"/>
                      <a:pt x="293" y="167"/>
                      <a:pt x="293" y="167"/>
                    </a:cubicBezTo>
                    <a:cubicBezTo>
                      <a:pt x="298" y="177"/>
                      <a:pt x="301" y="182"/>
                      <a:pt x="302" y="186"/>
                    </a:cubicBezTo>
                    <a:cubicBezTo>
                      <a:pt x="299" y="190"/>
                      <a:pt x="296" y="194"/>
                      <a:pt x="295" y="197"/>
                    </a:cubicBezTo>
                    <a:cubicBezTo>
                      <a:pt x="288" y="212"/>
                      <a:pt x="288" y="212"/>
                      <a:pt x="288" y="212"/>
                    </a:cubicBezTo>
                    <a:cubicBezTo>
                      <a:pt x="285" y="219"/>
                      <a:pt x="284" y="223"/>
                      <a:pt x="283" y="233"/>
                    </a:cubicBezTo>
                    <a:cubicBezTo>
                      <a:pt x="283" y="244"/>
                      <a:pt x="283" y="244"/>
                      <a:pt x="283" y="244"/>
                    </a:cubicBezTo>
                    <a:cubicBezTo>
                      <a:pt x="284" y="251"/>
                      <a:pt x="285" y="258"/>
                      <a:pt x="286" y="264"/>
                    </a:cubicBezTo>
                    <a:cubicBezTo>
                      <a:pt x="287" y="274"/>
                      <a:pt x="287" y="274"/>
                      <a:pt x="287" y="274"/>
                    </a:cubicBezTo>
                    <a:cubicBezTo>
                      <a:pt x="288" y="279"/>
                      <a:pt x="286" y="283"/>
                      <a:pt x="281" y="287"/>
                    </a:cubicBezTo>
                    <a:cubicBezTo>
                      <a:pt x="277" y="292"/>
                      <a:pt x="277" y="292"/>
                      <a:pt x="277" y="292"/>
                    </a:cubicBezTo>
                    <a:cubicBezTo>
                      <a:pt x="273" y="297"/>
                      <a:pt x="266" y="309"/>
                      <a:pt x="264" y="313"/>
                    </a:cubicBezTo>
                    <a:cubicBezTo>
                      <a:pt x="261" y="320"/>
                      <a:pt x="261" y="320"/>
                      <a:pt x="261" y="320"/>
                    </a:cubicBezTo>
                    <a:cubicBezTo>
                      <a:pt x="258" y="326"/>
                      <a:pt x="255" y="332"/>
                      <a:pt x="246" y="333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22" y="337"/>
                      <a:pt x="218" y="339"/>
                      <a:pt x="215" y="342"/>
                    </a:cubicBezTo>
                    <a:cubicBezTo>
                      <a:pt x="214" y="343"/>
                      <a:pt x="212" y="344"/>
                      <a:pt x="211" y="344"/>
                    </a:cubicBezTo>
                    <a:cubicBezTo>
                      <a:pt x="211" y="344"/>
                      <a:pt x="197" y="357"/>
                      <a:pt x="188" y="356"/>
                    </a:cubicBezTo>
                    <a:moveTo>
                      <a:pt x="201" y="390"/>
                    </a:moveTo>
                    <a:cubicBezTo>
                      <a:pt x="200" y="388"/>
                      <a:pt x="199" y="387"/>
                      <a:pt x="199" y="384"/>
                    </a:cubicBezTo>
                    <a:cubicBezTo>
                      <a:pt x="198" y="380"/>
                      <a:pt x="197" y="374"/>
                      <a:pt x="202" y="367"/>
                    </a:cubicBezTo>
                    <a:cubicBezTo>
                      <a:pt x="209" y="356"/>
                      <a:pt x="212" y="344"/>
                      <a:pt x="230" y="340"/>
                    </a:cubicBezTo>
                    <a:cubicBezTo>
                      <a:pt x="245" y="339"/>
                      <a:pt x="245" y="339"/>
                      <a:pt x="245" y="339"/>
                    </a:cubicBezTo>
                    <a:cubicBezTo>
                      <a:pt x="251" y="338"/>
                      <a:pt x="253" y="338"/>
                      <a:pt x="257" y="334"/>
                    </a:cubicBezTo>
                    <a:cubicBezTo>
                      <a:pt x="260" y="331"/>
                      <a:pt x="264" y="327"/>
                      <a:pt x="266" y="323"/>
                    </a:cubicBezTo>
                    <a:cubicBezTo>
                      <a:pt x="268" y="316"/>
                      <a:pt x="273" y="306"/>
                      <a:pt x="278" y="300"/>
                    </a:cubicBezTo>
                    <a:cubicBezTo>
                      <a:pt x="286" y="289"/>
                      <a:pt x="286" y="292"/>
                      <a:pt x="290" y="286"/>
                    </a:cubicBezTo>
                    <a:cubicBezTo>
                      <a:pt x="291" y="285"/>
                      <a:pt x="294" y="279"/>
                      <a:pt x="293" y="272"/>
                    </a:cubicBezTo>
                    <a:cubicBezTo>
                      <a:pt x="291" y="264"/>
                      <a:pt x="287" y="245"/>
                      <a:pt x="289" y="230"/>
                    </a:cubicBezTo>
                    <a:cubicBezTo>
                      <a:pt x="291" y="213"/>
                      <a:pt x="301" y="195"/>
                      <a:pt x="311" y="181"/>
                    </a:cubicBezTo>
                    <a:cubicBezTo>
                      <a:pt x="325" y="162"/>
                      <a:pt x="329" y="157"/>
                      <a:pt x="339" y="137"/>
                    </a:cubicBezTo>
                    <a:cubicBezTo>
                      <a:pt x="339" y="137"/>
                      <a:pt x="347" y="122"/>
                      <a:pt x="346" y="107"/>
                    </a:cubicBezTo>
                    <a:cubicBezTo>
                      <a:pt x="345" y="106"/>
                      <a:pt x="346" y="105"/>
                      <a:pt x="347" y="105"/>
                    </a:cubicBezTo>
                    <a:cubicBezTo>
                      <a:pt x="347" y="104"/>
                      <a:pt x="349" y="105"/>
                      <a:pt x="349" y="105"/>
                    </a:cubicBezTo>
                    <a:cubicBezTo>
                      <a:pt x="349" y="106"/>
                      <a:pt x="350" y="106"/>
                      <a:pt x="350" y="107"/>
                    </a:cubicBezTo>
                    <a:cubicBezTo>
                      <a:pt x="350" y="111"/>
                      <a:pt x="350" y="114"/>
                      <a:pt x="350" y="117"/>
                    </a:cubicBezTo>
                    <a:cubicBezTo>
                      <a:pt x="349" y="122"/>
                      <a:pt x="349" y="122"/>
                      <a:pt x="349" y="122"/>
                    </a:cubicBezTo>
                    <a:cubicBezTo>
                      <a:pt x="349" y="127"/>
                      <a:pt x="349" y="127"/>
                      <a:pt x="349" y="127"/>
                    </a:cubicBezTo>
                    <a:cubicBezTo>
                      <a:pt x="350" y="128"/>
                      <a:pt x="350" y="128"/>
                      <a:pt x="350" y="128"/>
                    </a:cubicBezTo>
                    <a:cubicBezTo>
                      <a:pt x="350" y="128"/>
                      <a:pt x="352" y="126"/>
                      <a:pt x="352" y="125"/>
                    </a:cubicBezTo>
                    <a:cubicBezTo>
                      <a:pt x="353" y="125"/>
                      <a:pt x="353" y="123"/>
                      <a:pt x="353" y="120"/>
                    </a:cubicBezTo>
                    <a:cubicBezTo>
                      <a:pt x="353" y="119"/>
                      <a:pt x="353" y="117"/>
                      <a:pt x="354" y="116"/>
                    </a:cubicBezTo>
                    <a:cubicBezTo>
                      <a:pt x="354" y="117"/>
                      <a:pt x="355" y="120"/>
                      <a:pt x="355" y="122"/>
                    </a:cubicBezTo>
                    <a:cubicBezTo>
                      <a:pt x="355" y="123"/>
                      <a:pt x="355" y="124"/>
                      <a:pt x="355" y="125"/>
                    </a:cubicBezTo>
                    <a:cubicBezTo>
                      <a:pt x="353" y="135"/>
                      <a:pt x="351" y="142"/>
                      <a:pt x="347" y="149"/>
                    </a:cubicBezTo>
                    <a:cubicBezTo>
                      <a:pt x="345" y="152"/>
                      <a:pt x="331" y="175"/>
                      <a:pt x="326" y="182"/>
                    </a:cubicBezTo>
                    <a:cubicBezTo>
                      <a:pt x="326" y="183"/>
                      <a:pt x="325" y="184"/>
                      <a:pt x="325" y="185"/>
                    </a:cubicBezTo>
                    <a:cubicBezTo>
                      <a:pt x="325" y="185"/>
                      <a:pt x="326" y="186"/>
                      <a:pt x="326" y="186"/>
                    </a:cubicBezTo>
                    <a:cubicBezTo>
                      <a:pt x="327" y="187"/>
                      <a:pt x="329" y="186"/>
                      <a:pt x="330" y="184"/>
                    </a:cubicBezTo>
                    <a:cubicBezTo>
                      <a:pt x="333" y="181"/>
                      <a:pt x="343" y="169"/>
                      <a:pt x="343" y="168"/>
                    </a:cubicBezTo>
                    <a:cubicBezTo>
                      <a:pt x="348" y="164"/>
                      <a:pt x="361" y="161"/>
                      <a:pt x="364" y="161"/>
                    </a:cubicBezTo>
                    <a:cubicBezTo>
                      <a:pt x="363" y="163"/>
                      <a:pt x="359" y="166"/>
                      <a:pt x="356" y="169"/>
                    </a:cubicBezTo>
                    <a:cubicBezTo>
                      <a:pt x="350" y="174"/>
                      <a:pt x="343" y="179"/>
                      <a:pt x="342" y="182"/>
                    </a:cubicBezTo>
                    <a:cubicBezTo>
                      <a:pt x="339" y="185"/>
                      <a:pt x="337" y="189"/>
                      <a:pt x="336" y="193"/>
                    </a:cubicBezTo>
                    <a:cubicBezTo>
                      <a:pt x="334" y="196"/>
                      <a:pt x="331" y="199"/>
                      <a:pt x="329" y="20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17" y="219"/>
                      <a:pt x="317" y="219"/>
                      <a:pt x="317" y="219"/>
                    </a:cubicBezTo>
                    <a:cubicBezTo>
                      <a:pt x="317" y="219"/>
                      <a:pt x="319" y="220"/>
                      <a:pt x="321" y="217"/>
                    </a:cubicBezTo>
                    <a:cubicBezTo>
                      <a:pt x="324" y="214"/>
                      <a:pt x="331" y="208"/>
                      <a:pt x="335" y="205"/>
                    </a:cubicBezTo>
                    <a:cubicBezTo>
                      <a:pt x="343" y="197"/>
                      <a:pt x="353" y="198"/>
                      <a:pt x="358" y="197"/>
                    </a:cubicBezTo>
                    <a:cubicBezTo>
                      <a:pt x="363" y="198"/>
                      <a:pt x="353" y="200"/>
                      <a:pt x="340" y="211"/>
                    </a:cubicBezTo>
                    <a:cubicBezTo>
                      <a:pt x="327" y="222"/>
                      <a:pt x="323" y="226"/>
                      <a:pt x="322" y="228"/>
                    </a:cubicBezTo>
                    <a:cubicBezTo>
                      <a:pt x="322" y="229"/>
                      <a:pt x="322" y="230"/>
                      <a:pt x="322" y="231"/>
                    </a:cubicBezTo>
                    <a:cubicBezTo>
                      <a:pt x="322" y="232"/>
                      <a:pt x="323" y="231"/>
                      <a:pt x="323" y="231"/>
                    </a:cubicBezTo>
                    <a:cubicBezTo>
                      <a:pt x="326" y="229"/>
                      <a:pt x="335" y="222"/>
                      <a:pt x="335" y="222"/>
                    </a:cubicBezTo>
                    <a:cubicBezTo>
                      <a:pt x="337" y="220"/>
                      <a:pt x="342" y="219"/>
                      <a:pt x="344" y="219"/>
                    </a:cubicBezTo>
                    <a:cubicBezTo>
                      <a:pt x="345" y="219"/>
                      <a:pt x="348" y="220"/>
                      <a:pt x="349" y="220"/>
                    </a:cubicBezTo>
                    <a:cubicBezTo>
                      <a:pt x="346" y="222"/>
                      <a:pt x="337" y="229"/>
                      <a:pt x="335" y="231"/>
                    </a:cubicBezTo>
                    <a:cubicBezTo>
                      <a:pt x="327" y="240"/>
                      <a:pt x="319" y="257"/>
                      <a:pt x="318" y="266"/>
                    </a:cubicBezTo>
                    <a:cubicBezTo>
                      <a:pt x="317" y="269"/>
                      <a:pt x="317" y="269"/>
                      <a:pt x="317" y="269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6" y="277"/>
                      <a:pt x="316" y="279"/>
                      <a:pt x="315" y="281"/>
                    </a:cubicBezTo>
                    <a:cubicBezTo>
                      <a:pt x="311" y="284"/>
                      <a:pt x="311" y="284"/>
                      <a:pt x="311" y="284"/>
                    </a:cubicBezTo>
                    <a:cubicBezTo>
                      <a:pt x="310" y="285"/>
                      <a:pt x="310" y="285"/>
                      <a:pt x="310" y="285"/>
                    </a:cubicBezTo>
                    <a:cubicBezTo>
                      <a:pt x="307" y="287"/>
                      <a:pt x="306" y="288"/>
                      <a:pt x="303" y="289"/>
                    </a:cubicBezTo>
                    <a:cubicBezTo>
                      <a:pt x="299" y="291"/>
                      <a:pt x="297" y="293"/>
                      <a:pt x="294" y="296"/>
                    </a:cubicBezTo>
                    <a:cubicBezTo>
                      <a:pt x="293" y="297"/>
                      <a:pt x="293" y="297"/>
                      <a:pt x="293" y="297"/>
                    </a:cubicBezTo>
                    <a:cubicBezTo>
                      <a:pt x="284" y="308"/>
                      <a:pt x="284" y="308"/>
                      <a:pt x="284" y="308"/>
                    </a:cubicBezTo>
                    <a:cubicBezTo>
                      <a:pt x="282" y="310"/>
                      <a:pt x="282" y="310"/>
                      <a:pt x="282" y="310"/>
                    </a:cubicBezTo>
                    <a:cubicBezTo>
                      <a:pt x="279" y="315"/>
                      <a:pt x="276" y="319"/>
                      <a:pt x="273" y="323"/>
                    </a:cubicBezTo>
                    <a:cubicBezTo>
                      <a:pt x="272" y="324"/>
                      <a:pt x="272" y="325"/>
                      <a:pt x="272" y="325"/>
                    </a:cubicBezTo>
                    <a:cubicBezTo>
                      <a:pt x="270" y="329"/>
                      <a:pt x="268" y="333"/>
                      <a:pt x="266" y="336"/>
                    </a:cubicBezTo>
                    <a:cubicBezTo>
                      <a:pt x="264" y="340"/>
                      <a:pt x="264" y="340"/>
                      <a:pt x="264" y="340"/>
                    </a:cubicBezTo>
                    <a:cubicBezTo>
                      <a:pt x="262" y="343"/>
                      <a:pt x="257" y="344"/>
                      <a:pt x="253" y="344"/>
                    </a:cubicBezTo>
                    <a:cubicBezTo>
                      <a:pt x="249" y="345"/>
                      <a:pt x="249" y="345"/>
                      <a:pt x="249" y="345"/>
                    </a:cubicBezTo>
                    <a:cubicBezTo>
                      <a:pt x="243" y="345"/>
                      <a:pt x="237" y="347"/>
                      <a:pt x="230" y="349"/>
                    </a:cubicBezTo>
                    <a:cubicBezTo>
                      <a:pt x="221" y="352"/>
                      <a:pt x="216" y="355"/>
                      <a:pt x="211" y="362"/>
                    </a:cubicBezTo>
                    <a:cubicBezTo>
                      <a:pt x="209" y="364"/>
                      <a:pt x="205" y="370"/>
                      <a:pt x="204" y="373"/>
                    </a:cubicBezTo>
                    <a:cubicBezTo>
                      <a:pt x="203" y="375"/>
                      <a:pt x="203" y="377"/>
                      <a:pt x="203" y="380"/>
                    </a:cubicBezTo>
                    <a:cubicBezTo>
                      <a:pt x="203" y="386"/>
                      <a:pt x="207" y="390"/>
                      <a:pt x="207" y="390"/>
                    </a:cubicBezTo>
                    <a:cubicBezTo>
                      <a:pt x="213" y="396"/>
                      <a:pt x="207" y="396"/>
                      <a:pt x="201" y="390"/>
                    </a:cubicBezTo>
                    <a:moveTo>
                      <a:pt x="305" y="299"/>
                    </a:moveTo>
                    <a:cubicBezTo>
                      <a:pt x="305" y="300"/>
                      <a:pt x="305" y="300"/>
                      <a:pt x="305" y="301"/>
                    </a:cubicBezTo>
                    <a:cubicBezTo>
                      <a:pt x="305" y="301"/>
                      <a:pt x="305" y="301"/>
                      <a:pt x="305" y="301"/>
                    </a:cubicBezTo>
                    <a:cubicBezTo>
                      <a:pt x="305" y="301"/>
                      <a:pt x="302" y="304"/>
                      <a:pt x="300" y="306"/>
                    </a:cubicBezTo>
                    <a:cubicBezTo>
                      <a:pt x="296" y="309"/>
                      <a:pt x="292" y="312"/>
                      <a:pt x="291" y="314"/>
                    </a:cubicBezTo>
                    <a:cubicBezTo>
                      <a:pt x="288" y="319"/>
                      <a:pt x="288" y="319"/>
                      <a:pt x="288" y="319"/>
                    </a:cubicBezTo>
                    <a:cubicBezTo>
                      <a:pt x="285" y="323"/>
                      <a:pt x="277" y="335"/>
                      <a:pt x="275" y="334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1" y="331"/>
                      <a:pt x="271" y="331"/>
                    </a:cubicBezTo>
                    <a:cubicBezTo>
                      <a:pt x="284" y="314"/>
                      <a:pt x="284" y="314"/>
                      <a:pt x="284" y="314"/>
                    </a:cubicBezTo>
                    <a:cubicBezTo>
                      <a:pt x="289" y="311"/>
                      <a:pt x="298" y="292"/>
                      <a:pt x="314" y="287"/>
                    </a:cubicBezTo>
                    <a:cubicBezTo>
                      <a:pt x="313" y="288"/>
                      <a:pt x="309" y="294"/>
                      <a:pt x="304" y="297"/>
                    </a:cubicBezTo>
                    <a:lnTo>
                      <a:pt x="305" y="299"/>
                    </a:lnTo>
                    <a:close/>
                    <a:moveTo>
                      <a:pt x="267" y="365"/>
                    </a:moveTo>
                    <a:cubicBezTo>
                      <a:pt x="266" y="365"/>
                      <a:pt x="262" y="365"/>
                      <a:pt x="258" y="365"/>
                    </a:cubicBezTo>
                    <a:cubicBezTo>
                      <a:pt x="254" y="364"/>
                      <a:pt x="248" y="364"/>
                      <a:pt x="244" y="365"/>
                    </a:cubicBezTo>
                    <a:cubicBezTo>
                      <a:pt x="243" y="365"/>
                      <a:pt x="243" y="365"/>
                      <a:pt x="243" y="365"/>
                    </a:cubicBezTo>
                    <a:cubicBezTo>
                      <a:pt x="239" y="366"/>
                      <a:pt x="234" y="367"/>
                      <a:pt x="230" y="369"/>
                    </a:cubicBezTo>
                    <a:cubicBezTo>
                      <a:pt x="226" y="371"/>
                      <a:pt x="223" y="374"/>
                      <a:pt x="220" y="378"/>
                    </a:cubicBezTo>
                    <a:cubicBezTo>
                      <a:pt x="219" y="379"/>
                      <a:pt x="219" y="379"/>
                      <a:pt x="219" y="379"/>
                    </a:cubicBezTo>
                    <a:cubicBezTo>
                      <a:pt x="217" y="381"/>
                      <a:pt x="215" y="384"/>
                      <a:pt x="215" y="387"/>
                    </a:cubicBezTo>
                    <a:cubicBezTo>
                      <a:pt x="215" y="389"/>
                      <a:pt x="216" y="390"/>
                      <a:pt x="217" y="391"/>
                    </a:cubicBezTo>
                    <a:cubicBezTo>
                      <a:pt x="217" y="392"/>
                      <a:pt x="217" y="392"/>
                      <a:pt x="217" y="392"/>
                    </a:cubicBezTo>
                    <a:cubicBezTo>
                      <a:pt x="217" y="392"/>
                      <a:pt x="216" y="394"/>
                      <a:pt x="214" y="393"/>
                    </a:cubicBezTo>
                    <a:cubicBezTo>
                      <a:pt x="212" y="393"/>
                      <a:pt x="209" y="390"/>
                      <a:pt x="209" y="388"/>
                    </a:cubicBezTo>
                    <a:cubicBezTo>
                      <a:pt x="209" y="380"/>
                      <a:pt x="217" y="370"/>
                      <a:pt x="221" y="367"/>
                    </a:cubicBezTo>
                    <a:cubicBezTo>
                      <a:pt x="238" y="355"/>
                      <a:pt x="258" y="358"/>
                      <a:pt x="260" y="359"/>
                    </a:cubicBezTo>
                    <a:cubicBezTo>
                      <a:pt x="263" y="360"/>
                      <a:pt x="266" y="362"/>
                      <a:pt x="267" y="364"/>
                    </a:cubicBezTo>
                    <a:cubicBezTo>
                      <a:pt x="267" y="364"/>
                      <a:pt x="267" y="364"/>
                      <a:pt x="267" y="365"/>
                    </a:cubicBezTo>
                    <a:moveTo>
                      <a:pt x="284" y="361"/>
                    </a:moveTo>
                    <a:cubicBezTo>
                      <a:pt x="280" y="362"/>
                      <a:pt x="274" y="357"/>
                      <a:pt x="274" y="357"/>
                    </a:cubicBezTo>
                    <a:cubicBezTo>
                      <a:pt x="262" y="352"/>
                      <a:pt x="246" y="355"/>
                      <a:pt x="240" y="356"/>
                    </a:cubicBezTo>
                    <a:cubicBezTo>
                      <a:pt x="223" y="362"/>
                      <a:pt x="223" y="362"/>
                      <a:pt x="223" y="362"/>
                    </a:cubicBezTo>
                    <a:cubicBezTo>
                      <a:pt x="213" y="367"/>
                      <a:pt x="213" y="370"/>
                      <a:pt x="211" y="374"/>
                    </a:cubicBezTo>
                    <a:cubicBezTo>
                      <a:pt x="207" y="382"/>
                      <a:pt x="209" y="382"/>
                      <a:pt x="207" y="382"/>
                    </a:cubicBezTo>
                    <a:cubicBezTo>
                      <a:pt x="205" y="383"/>
                      <a:pt x="205" y="378"/>
                      <a:pt x="208" y="371"/>
                    </a:cubicBezTo>
                    <a:cubicBezTo>
                      <a:pt x="211" y="365"/>
                      <a:pt x="218" y="359"/>
                      <a:pt x="224" y="356"/>
                    </a:cubicBezTo>
                    <a:cubicBezTo>
                      <a:pt x="229" y="353"/>
                      <a:pt x="238" y="351"/>
                      <a:pt x="247" y="350"/>
                    </a:cubicBezTo>
                    <a:cubicBezTo>
                      <a:pt x="255" y="349"/>
                      <a:pt x="274" y="350"/>
                      <a:pt x="279" y="352"/>
                    </a:cubicBezTo>
                    <a:cubicBezTo>
                      <a:pt x="281" y="354"/>
                      <a:pt x="288" y="360"/>
                      <a:pt x="284" y="361"/>
                    </a:cubicBezTo>
                    <a:moveTo>
                      <a:pt x="302" y="360"/>
                    </a:moveTo>
                    <a:cubicBezTo>
                      <a:pt x="300" y="359"/>
                      <a:pt x="301" y="360"/>
                      <a:pt x="292" y="355"/>
                    </a:cubicBezTo>
                    <a:cubicBezTo>
                      <a:pt x="277" y="345"/>
                      <a:pt x="254" y="348"/>
                      <a:pt x="251" y="348"/>
                    </a:cubicBezTo>
                    <a:cubicBezTo>
                      <a:pt x="252" y="347"/>
                      <a:pt x="263" y="345"/>
                      <a:pt x="263" y="345"/>
                    </a:cubicBezTo>
                    <a:cubicBezTo>
                      <a:pt x="263" y="345"/>
                      <a:pt x="267" y="342"/>
                      <a:pt x="268" y="340"/>
                    </a:cubicBezTo>
                    <a:cubicBezTo>
                      <a:pt x="269" y="339"/>
                      <a:pt x="270" y="336"/>
                      <a:pt x="271" y="336"/>
                    </a:cubicBezTo>
                    <a:cubicBezTo>
                      <a:pt x="279" y="337"/>
                      <a:pt x="302" y="354"/>
                      <a:pt x="302" y="360"/>
                    </a:cubicBezTo>
                    <a:moveTo>
                      <a:pt x="299" y="344"/>
                    </a:moveTo>
                    <a:cubicBezTo>
                      <a:pt x="297" y="345"/>
                      <a:pt x="297" y="345"/>
                      <a:pt x="297" y="345"/>
                    </a:cubicBezTo>
                    <a:cubicBezTo>
                      <a:pt x="292" y="344"/>
                      <a:pt x="292" y="344"/>
                      <a:pt x="291" y="343"/>
                    </a:cubicBezTo>
                    <a:cubicBezTo>
                      <a:pt x="290" y="342"/>
                      <a:pt x="292" y="341"/>
                      <a:pt x="292" y="340"/>
                    </a:cubicBezTo>
                    <a:cubicBezTo>
                      <a:pt x="294" y="339"/>
                      <a:pt x="294" y="339"/>
                      <a:pt x="294" y="339"/>
                    </a:cubicBezTo>
                    <a:cubicBezTo>
                      <a:pt x="296" y="338"/>
                      <a:pt x="296" y="341"/>
                      <a:pt x="298" y="343"/>
                    </a:cubicBezTo>
                    <a:lnTo>
                      <a:pt x="299" y="344"/>
                    </a:lnTo>
                    <a:close/>
                    <a:moveTo>
                      <a:pt x="308" y="322"/>
                    </a:moveTo>
                    <a:cubicBezTo>
                      <a:pt x="324" y="318"/>
                      <a:pt x="333" y="320"/>
                      <a:pt x="335" y="321"/>
                    </a:cubicBezTo>
                    <a:cubicBezTo>
                      <a:pt x="333" y="322"/>
                      <a:pt x="326" y="324"/>
                      <a:pt x="321" y="325"/>
                    </a:cubicBezTo>
                    <a:cubicBezTo>
                      <a:pt x="317" y="326"/>
                      <a:pt x="315" y="326"/>
                      <a:pt x="314" y="327"/>
                    </a:cubicBezTo>
                    <a:cubicBezTo>
                      <a:pt x="313" y="328"/>
                      <a:pt x="312" y="327"/>
                      <a:pt x="310" y="327"/>
                    </a:cubicBezTo>
                    <a:cubicBezTo>
                      <a:pt x="308" y="327"/>
                      <a:pt x="309" y="327"/>
                      <a:pt x="307" y="328"/>
                    </a:cubicBezTo>
                    <a:cubicBezTo>
                      <a:pt x="303" y="329"/>
                      <a:pt x="294" y="334"/>
                      <a:pt x="289" y="339"/>
                    </a:cubicBezTo>
                    <a:cubicBezTo>
                      <a:pt x="288" y="340"/>
                      <a:pt x="288" y="340"/>
                      <a:pt x="288" y="340"/>
                    </a:cubicBezTo>
                    <a:cubicBezTo>
                      <a:pt x="287" y="341"/>
                      <a:pt x="284" y="338"/>
                      <a:pt x="284" y="338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3" y="338"/>
                      <a:pt x="283" y="337"/>
                      <a:pt x="282" y="337"/>
                    </a:cubicBezTo>
                    <a:cubicBezTo>
                      <a:pt x="284" y="334"/>
                      <a:pt x="292" y="328"/>
                      <a:pt x="294" y="327"/>
                    </a:cubicBezTo>
                    <a:cubicBezTo>
                      <a:pt x="298" y="324"/>
                      <a:pt x="304" y="322"/>
                      <a:pt x="308" y="322"/>
                    </a:cubicBezTo>
                    <a:moveTo>
                      <a:pt x="369" y="275"/>
                    </a:moveTo>
                    <a:cubicBezTo>
                      <a:pt x="366" y="275"/>
                      <a:pt x="346" y="274"/>
                      <a:pt x="338" y="276"/>
                    </a:cubicBezTo>
                    <a:cubicBezTo>
                      <a:pt x="338" y="277"/>
                      <a:pt x="337" y="277"/>
                      <a:pt x="337" y="277"/>
                    </a:cubicBezTo>
                    <a:cubicBezTo>
                      <a:pt x="335" y="278"/>
                      <a:pt x="335" y="278"/>
                      <a:pt x="335" y="278"/>
                    </a:cubicBezTo>
                    <a:cubicBezTo>
                      <a:pt x="327" y="282"/>
                      <a:pt x="324" y="284"/>
                      <a:pt x="324" y="287"/>
                    </a:cubicBezTo>
                    <a:cubicBezTo>
                      <a:pt x="324" y="288"/>
                      <a:pt x="324" y="288"/>
                      <a:pt x="324" y="288"/>
                    </a:cubicBezTo>
                    <a:cubicBezTo>
                      <a:pt x="325" y="287"/>
                      <a:pt x="325" y="287"/>
                      <a:pt x="325" y="287"/>
                    </a:cubicBezTo>
                    <a:cubicBezTo>
                      <a:pt x="331" y="285"/>
                      <a:pt x="338" y="284"/>
                      <a:pt x="344" y="285"/>
                    </a:cubicBezTo>
                    <a:cubicBezTo>
                      <a:pt x="345" y="286"/>
                      <a:pt x="345" y="286"/>
                      <a:pt x="345" y="286"/>
                    </a:cubicBezTo>
                    <a:cubicBezTo>
                      <a:pt x="347" y="287"/>
                      <a:pt x="349" y="288"/>
                      <a:pt x="350" y="288"/>
                    </a:cubicBezTo>
                    <a:cubicBezTo>
                      <a:pt x="345" y="289"/>
                      <a:pt x="338" y="290"/>
                      <a:pt x="337" y="290"/>
                    </a:cubicBezTo>
                    <a:cubicBezTo>
                      <a:pt x="332" y="292"/>
                      <a:pt x="316" y="301"/>
                      <a:pt x="312" y="305"/>
                    </a:cubicBezTo>
                    <a:cubicBezTo>
                      <a:pt x="306" y="310"/>
                      <a:pt x="306" y="310"/>
                      <a:pt x="306" y="310"/>
                    </a:cubicBezTo>
                    <a:cubicBezTo>
                      <a:pt x="298" y="320"/>
                      <a:pt x="289" y="327"/>
                      <a:pt x="289" y="327"/>
                    </a:cubicBezTo>
                    <a:cubicBezTo>
                      <a:pt x="282" y="327"/>
                      <a:pt x="295" y="314"/>
                      <a:pt x="298" y="311"/>
                    </a:cubicBezTo>
                    <a:cubicBezTo>
                      <a:pt x="305" y="306"/>
                      <a:pt x="305" y="306"/>
                      <a:pt x="305" y="306"/>
                    </a:cubicBezTo>
                    <a:cubicBezTo>
                      <a:pt x="312" y="301"/>
                      <a:pt x="312" y="296"/>
                      <a:pt x="312" y="296"/>
                    </a:cubicBezTo>
                    <a:cubicBezTo>
                      <a:pt x="313" y="295"/>
                      <a:pt x="317" y="292"/>
                      <a:pt x="318" y="292"/>
                    </a:cubicBezTo>
                    <a:cubicBezTo>
                      <a:pt x="319" y="291"/>
                      <a:pt x="319" y="291"/>
                      <a:pt x="319" y="291"/>
                    </a:cubicBezTo>
                    <a:cubicBezTo>
                      <a:pt x="319" y="290"/>
                      <a:pt x="319" y="290"/>
                      <a:pt x="319" y="290"/>
                    </a:cubicBezTo>
                    <a:cubicBezTo>
                      <a:pt x="319" y="290"/>
                      <a:pt x="320" y="289"/>
                      <a:pt x="320" y="289"/>
                    </a:cubicBezTo>
                    <a:cubicBezTo>
                      <a:pt x="320" y="289"/>
                      <a:pt x="320" y="289"/>
                      <a:pt x="319" y="288"/>
                    </a:cubicBezTo>
                    <a:cubicBezTo>
                      <a:pt x="319" y="288"/>
                      <a:pt x="318" y="288"/>
                      <a:pt x="318" y="288"/>
                    </a:cubicBezTo>
                    <a:cubicBezTo>
                      <a:pt x="318" y="288"/>
                      <a:pt x="317" y="288"/>
                      <a:pt x="316" y="288"/>
                    </a:cubicBezTo>
                    <a:cubicBezTo>
                      <a:pt x="319" y="286"/>
                      <a:pt x="323" y="283"/>
                      <a:pt x="325" y="281"/>
                    </a:cubicBezTo>
                    <a:cubicBezTo>
                      <a:pt x="325" y="280"/>
                      <a:pt x="326" y="279"/>
                      <a:pt x="326" y="278"/>
                    </a:cubicBezTo>
                    <a:cubicBezTo>
                      <a:pt x="326" y="278"/>
                      <a:pt x="323" y="276"/>
                      <a:pt x="320" y="278"/>
                    </a:cubicBezTo>
                    <a:cubicBezTo>
                      <a:pt x="320" y="278"/>
                      <a:pt x="320" y="277"/>
                      <a:pt x="320" y="277"/>
                    </a:cubicBezTo>
                    <a:cubicBezTo>
                      <a:pt x="320" y="276"/>
                      <a:pt x="320" y="274"/>
                      <a:pt x="321" y="272"/>
                    </a:cubicBezTo>
                    <a:cubicBezTo>
                      <a:pt x="321" y="270"/>
                      <a:pt x="322" y="269"/>
                      <a:pt x="323" y="268"/>
                    </a:cubicBezTo>
                    <a:cubicBezTo>
                      <a:pt x="327" y="264"/>
                      <a:pt x="333" y="261"/>
                      <a:pt x="338" y="260"/>
                    </a:cubicBezTo>
                    <a:cubicBezTo>
                      <a:pt x="338" y="260"/>
                      <a:pt x="351" y="258"/>
                      <a:pt x="352" y="261"/>
                    </a:cubicBezTo>
                    <a:cubicBezTo>
                      <a:pt x="348" y="263"/>
                      <a:pt x="344" y="265"/>
                      <a:pt x="341" y="266"/>
                    </a:cubicBezTo>
                    <a:cubicBezTo>
                      <a:pt x="338" y="268"/>
                      <a:pt x="338" y="268"/>
                      <a:pt x="338" y="268"/>
                    </a:cubicBezTo>
                    <a:cubicBezTo>
                      <a:pt x="337" y="269"/>
                      <a:pt x="337" y="269"/>
                      <a:pt x="337" y="269"/>
                    </a:cubicBezTo>
                    <a:cubicBezTo>
                      <a:pt x="337" y="270"/>
                      <a:pt x="337" y="270"/>
                      <a:pt x="337" y="270"/>
                    </a:cubicBezTo>
                    <a:cubicBezTo>
                      <a:pt x="338" y="271"/>
                      <a:pt x="349" y="270"/>
                      <a:pt x="349" y="270"/>
                    </a:cubicBezTo>
                    <a:cubicBezTo>
                      <a:pt x="364" y="267"/>
                      <a:pt x="368" y="271"/>
                      <a:pt x="370" y="273"/>
                    </a:cubicBezTo>
                    <a:cubicBezTo>
                      <a:pt x="368" y="273"/>
                      <a:pt x="372" y="275"/>
                      <a:pt x="369" y="2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3" name="Freeform 69">
                <a:extLst>
                  <a:ext uri="{FF2B5EF4-FFF2-40B4-BE49-F238E27FC236}">
                    <a16:creationId xmlns:a16="http://schemas.microsoft.com/office/drawing/2014/main" id="{2CAA7B40-1001-4209-82D7-0803F6BE014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6" y="7864"/>
                <a:ext cx="23" cy="70"/>
              </a:xfrm>
              <a:custGeom>
                <a:avLst/>
                <a:gdLst>
                  <a:gd name="T0" fmla="*/ 2 w 31"/>
                  <a:gd name="T1" fmla="*/ 0 h 94"/>
                  <a:gd name="T2" fmla="*/ 0 w 31"/>
                  <a:gd name="T3" fmla="*/ 0 h 94"/>
                  <a:gd name="T4" fmla="*/ 5 w 31"/>
                  <a:gd name="T5" fmla="*/ 8 h 94"/>
                  <a:gd name="T6" fmla="*/ 24 w 31"/>
                  <a:gd name="T7" fmla="*/ 53 h 94"/>
                  <a:gd name="T8" fmla="*/ 19 w 31"/>
                  <a:gd name="T9" fmla="*/ 91 h 94"/>
                  <a:gd name="T10" fmla="*/ 22 w 31"/>
                  <a:gd name="T11" fmla="*/ 93 h 94"/>
                  <a:gd name="T12" fmla="*/ 27 w 31"/>
                  <a:gd name="T13" fmla="*/ 42 h 94"/>
                  <a:gd name="T14" fmla="*/ 2 w 31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5" y="8"/>
                    </a:cubicBezTo>
                    <a:cubicBezTo>
                      <a:pt x="22" y="30"/>
                      <a:pt x="23" y="41"/>
                      <a:pt x="24" y="53"/>
                    </a:cubicBezTo>
                    <a:cubicBezTo>
                      <a:pt x="26" y="65"/>
                      <a:pt x="21" y="88"/>
                      <a:pt x="19" y="91"/>
                    </a:cubicBezTo>
                    <a:cubicBezTo>
                      <a:pt x="18" y="93"/>
                      <a:pt x="21" y="94"/>
                      <a:pt x="22" y="93"/>
                    </a:cubicBezTo>
                    <a:cubicBezTo>
                      <a:pt x="23" y="91"/>
                      <a:pt x="31" y="69"/>
                      <a:pt x="27" y="42"/>
                    </a:cubicBezTo>
                    <a:cubicBezTo>
                      <a:pt x="24" y="23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4" name="Freeform 70">
                <a:extLst>
                  <a:ext uri="{FF2B5EF4-FFF2-40B4-BE49-F238E27FC236}">
                    <a16:creationId xmlns:a16="http://schemas.microsoft.com/office/drawing/2014/main" id="{1CB913DF-D650-4D66-B042-CAD1C246198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7" y="7896"/>
                <a:ext cx="8" cy="35"/>
              </a:xfrm>
              <a:custGeom>
                <a:avLst/>
                <a:gdLst>
                  <a:gd name="T0" fmla="*/ 4 w 12"/>
                  <a:gd name="T1" fmla="*/ 2 h 47"/>
                  <a:gd name="T2" fmla="*/ 1 w 12"/>
                  <a:gd name="T3" fmla="*/ 4 h 47"/>
                  <a:gd name="T4" fmla="*/ 8 w 12"/>
                  <a:gd name="T5" fmla="*/ 22 h 47"/>
                  <a:gd name="T6" fmla="*/ 8 w 12"/>
                  <a:gd name="T7" fmla="*/ 44 h 47"/>
                  <a:gd name="T8" fmla="*/ 10 w 12"/>
                  <a:gd name="T9" fmla="*/ 45 h 47"/>
                  <a:gd name="T10" fmla="*/ 11 w 12"/>
                  <a:gd name="T11" fmla="*/ 21 h 47"/>
                  <a:gd name="T12" fmla="*/ 4 w 12"/>
                  <a:gd name="T13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4" y="2"/>
                    </a:moveTo>
                    <a:cubicBezTo>
                      <a:pt x="2" y="0"/>
                      <a:pt x="0" y="3"/>
                      <a:pt x="1" y="4"/>
                    </a:cubicBezTo>
                    <a:cubicBezTo>
                      <a:pt x="4" y="8"/>
                      <a:pt x="7" y="19"/>
                      <a:pt x="8" y="22"/>
                    </a:cubicBezTo>
                    <a:cubicBezTo>
                      <a:pt x="8" y="34"/>
                      <a:pt x="8" y="40"/>
                      <a:pt x="8" y="44"/>
                    </a:cubicBezTo>
                    <a:cubicBezTo>
                      <a:pt x="8" y="47"/>
                      <a:pt x="10" y="47"/>
                      <a:pt x="10" y="45"/>
                    </a:cubicBezTo>
                    <a:cubicBezTo>
                      <a:pt x="10" y="39"/>
                      <a:pt x="12" y="37"/>
                      <a:pt x="11" y="21"/>
                    </a:cubicBezTo>
                    <a:cubicBezTo>
                      <a:pt x="10" y="16"/>
                      <a:pt x="7" y="7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5" name="Freeform 71">
                <a:extLst>
                  <a:ext uri="{FF2B5EF4-FFF2-40B4-BE49-F238E27FC236}">
                    <a16:creationId xmlns:a16="http://schemas.microsoft.com/office/drawing/2014/main" id="{5761698D-DB62-4EB2-AE94-DF654FADEAA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92" y="7888"/>
                <a:ext cx="10" cy="44"/>
              </a:xfrm>
              <a:custGeom>
                <a:avLst/>
                <a:gdLst>
                  <a:gd name="T0" fmla="*/ 12 w 14"/>
                  <a:gd name="T1" fmla="*/ 22 h 59"/>
                  <a:gd name="T2" fmla="*/ 4 w 14"/>
                  <a:gd name="T3" fmla="*/ 3 h 59"/>
                  <a:gd name="T4" fmla="*/ 1 w 14"/>
                  <a:gd name="T5" fmla="*/ 5 h 59"/>
                  <a:gd name="T6" fmla="*/ 8 w 14"/>
                  <a:gd name="T7" fmla="*/ 23 h 59"/>
                  <a:gd name="T8" fmla="*/ 7 w 14"/>
                  <a:gd name="T9" fmla="*/ 56 h 59"/>
                  <a:gd name="T10" fmla="*/ 9 w 14"/>
                  <a:gd name="T11" fmla="*/ 57 h 59"/>
                  <a:gd name="T12" fmla="*/ 12 w 14"/>
                  <a:gd name="T13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2" y="22"/>
                    </a:moveTo>
                    <a:cubicBezTo>
                      <a:pt x="11" y="17"/>
                      <a:pt x="7" y="7"/>
                      <a:pt x="4" y="3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8" y="20"/>
                      <a:pt x="8" y="23"/>
                    </a:cubicBezTo>
                    <a:cubicBezTo>
                      <a:pt x="10" y="43"/>
                      <a:pt x="7" y="53"/>
                      <a:pt x="7" y="56"/>
                    </a:cubicBezTo>
                    <a:cubicBezTo>
                      <a:pt x="6" y="59"/>
                      <a:pt x="9" y="59"/>
                      <a:pt x="9" y="57"/>
                    </a:cubicBezTo>
                    <a:cubicBezTo>
                      <a:pt x="9" y="52"/>
                      <a:pt x="14" y="41"/>
                      <a:pt x="1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6" name="Freeform 72">
                <a:extLst>
                  <a:ext uri="{FF2B5EF4-FFF2-40B4-BE49-F238E27FC236}">
                    <a16:creationId xmlns:a16="http://schemas.microsoft.com/office/drawing/2014/main" id="{11E1D179-1957-4EAE-BA17-2BFA391C778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4" y="7864"/>
                <a:ext cx="23" cy="70"/>
              </a:xfrm>
              <a:custGeom>
                <a:avLst/>
                <a:gdLst>
                  <a:gd name="T0" fmla="*/ 12 w 31"/>
                  <a:gd name="T1" fmla="*/ 91 h 94"/>
                  <a:gd name="T2" fmla="*/ 7 w 31"/>
                  <a:gd name="T3" fmla="*/ 53 h 94"/>
                  <a:gd name="T4" fmla="*/ 26 w 31"/>
                  <a:gd name="T5" fmla="*/ 8 h 94"/>
                  <a:gd name="T6" fmla="*/ 31 w 31"/>
                  <a:gd name="T7" fmla="*/ 0 h 94"/>
                  <a:gd name="T8" fmla="*/ 30 w 31"/>
                  <a:gd name="T9" fmla="*/ 0 h 94"/>
                  <a:gd name="T10" fmla="*/ 4 w 31"/>
                  <a:gd name="T11" fmla="*/ 42 h 94"/>
                  <a:gd name="T12" fmla="*/ 9 w 31"/>
                  <a:gd name="T13" fmla="*/ 93 h 94"/>
                  <a:gd name="T14" fmla="*/ 12 w 31"/>
                  <a:gd name="T1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12" y="91"/>
                    </a:moveTo>
                    <a:cubicBezTo>
                      <a:pt x="10" y="88"/>
                      <a:pt x="5" y="65"/>
                      <a:pt x="7" y="53"/>
                    </a:cubicBezTo>
                    <a:cubicBezTo>
                      <a:pt x="8" y="41"/>
                      <a:pt x="9" y="30"/>
                      <a:pt x="26" y="8"/>
                    </a:cubicBezTo>
                    <a:cubicBezTo>
                      <a:pt x="29" y="4"/>
                      <a:pt x="31" y="1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7" y="0"/>
                      <a:pt x="7" y="23"/>
                      <a:pt x="4" y="42"/>
                    </a:cubicBezTo>
                    <a:cubicBezTo>
                      <a:pt x="0" y="69"/>
                      <a:pt x="8" y="91"/>
                      <a:pt x="9" y="93"/>
                    </a:cubicBezTo>
                    <a:cubicBezTo>
                      <a:pt x="10" y="94"/>
                      <a:pt x="13" y="93"/>
                      <a:pt x="12" y="9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7" name="Freeform 73">
                <a:extLst>
                  <a:ext uri="{FF2B5EF4-FFF2-40B4-BE49-F238E27FC236}">
                    <a16:creationId xmlns:a16="http://schemas.microsoft.com/office/drawing/2014/main" id="{411C46D8-8621-464F-819E-DEE76B35B1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7" y="7896"/>
                <a:ext cx="9" cy="35"/>
              </a:xfrm>
              <a:custGeom>
                <a:avLst/>
                <a:gdLst>
                  <a:gd name="T0" fmla="*/ 1 w 12"/>
                  <a:gd name="T1" fmla="*/ 21 h 47"/>
                  <a:gd name="T2" fmla="*/ 2 w 12"/>
                  <a:gd name="T3" fmla="*/ 45 h 47"/>
                  <a:gd name="T4" fmla="*/ 4 w 12"/>
                  <a:gd name="T5" fmla="*/ 44 h 47"/>
                  <a:gd name="T6" fmla="*/ 4 w 12"/>
                  <a:gd name="T7" fmla="*/ 22 h 47"/>
                  <a:gd name="T8" fmla="*/ 11 w 12"/>
                  <a:gd name="T9" fmla="*/ 4 h 47"/>
                  <a:gd name="T10" fmla="*/ 8 w 12"/>
                  <a:gd name="T11" fmla="*/ 2 h 47"/>
                  <a:gd name="T12" fmla="*/ 1 w 12"/>
                  <a:gd name="T13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" y="21"/>
                    </a:moveTo>
                    <a:cubicBezTo>
                      <a:pt x="0" y="37"/>
                      <a:pt x="2" y="39"/>
                      <a:pt x="2" y="45"/>
                    </a:cubicBezTo>
                    <a:cubicBezTo>
                      <a:pt x="2" y="47"/>
                      <a:pt x="4" y="47"/>
                      <a:pt x="4" y="44"/>
                    </a:cubicBezTo>
                    <a:cubicBezTo>
                      <a:pt x="4" y="40"/>
                      <a:pt x="4" y="34"/>
                      <a:pt x="4" y="22"/>
                    </a:cubicBezTo>
                    <a:cubicBezTo>
                      <a:pt x="5" y="19"/>
                      <a:pt x="8" y="8"/>
                      <a:pt x="11" y="4"/>
                    </a:cubicBezTo>
                    <a:cubicBezTo>
                      <a:pt x="12" y="3"/>
                      <a:pt x="10" y="0"/>
                      <a:pt x="8" y="2"/>
                    </a:cubicBezTo>
                    <a:cubicBezTo>
                      <a:pt x="5" y="7"/>
                      <a:pt x="2" y="16"/>
                      <a:pt x="1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8" name="Freeform 74">
                <a:extLst>
                  <a:ext uri="{FF2B5EF4-FFF2-40B4-BE49-F238E27FC236}">
                    <a16:creationId xmlns:a16="http://schemas.microsoft.com/office/drawing/2014/main" id="{F5997682-B3D8-4F68-81F7-AF31087D77D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0" y="7888"/>
                <a:ext cx="11" cy="44"/>
              </a:xfrm>
              <a:custGeom>
                <a:avLst/>
                <a:gdLst>
                  <a:gd name="T0" fmla="*/ 6 w 14"/>
                  <a:gd name="T1" fmla="*/ 23 h 59"/>
                  <a:gd name="T2" fmla="*/ 13 w 14"/>
                  <a:gd name="T3" fmla="*/ 5 h 59"/>
                  <a:gd name="T4" fmla="*/ 10 w 14"/>
                  <a:gd name="T5" fmla="*/ 3 h 59"/>
                  <a:gd name="T6" fmla="*/ 2 w 14"/>
                  <a:gd name="T7" fmla="*/ 22 h 59"/>
                  <a:gd name="T8" fmla="*/ 5 w 14"/>
                  <a:gd name="T9" fmla="*/ 57 h 59"/>
                  <a:gd name="T10" fmla="*/ 7 w 14"/>
                  <a:gd name="T11" fmla="*/ 56 h 59"/>
                  <a:gd name="T12" fmla="*/ 6 w 14"/>
                  <a:gd name="T13" fmla="*/ 2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23"/>
                    </a:moveTo>
                    <a:cubicBezTo>
                      <a:pt x="6" y="20"/>
                      <a:pt x="10" y="9"/>
                      <a:pt x="13" y="5"/>
                    </a:cubicBezTo>
                    <a:cubicBezTo>
                      <a:pt x="14" y="3"/>
                      <a:pt x="12" y="0"/>
                      <a:pt x="10" y="3"/>
                    </a:cubicBezTo>
                    <a:cubicBezTo>
                      <a:pt x="7" y="7"/>
                      <a:pt x="3" y="17"/>
                      <a:pt x="2" y="22"/>
                    </a:cubicBezTo>
                    <a:cubicBezTo>
                      <a:pt x="0" y="41"/>
                      <a:pt x="5" y="52"/>
                      <a:pt x="5" y="57"/>
                    </a:cubicBezTo>
                    <a:cubicBezTo>
                      <a:pt x="5" y="59"/>
                      <a:pt x="8" y="59"/>
                      <a:pt x="7" y="56"/>
                    </a:cubicBezTo>
                    <a:cubicBezTo>
                      <a:pt x="7" y="53"/>
                      <a:pt x="4" y="43"/>
                      <a:pt x="6" y="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9" name="Freeform 75">
                <a:extLst>
                  <a:ext uri="{FF2B5EF4-FFF2-40B4-BE49-F238E27FC236}">
                    <a16:creationId xmlns:a16="http://schemas.microsoft.com/office/drawing/2014/main" id="{21BE652E-4D9C-4FDA-A4B8-FB39AE64B30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4" y="7861"/>
                <a:ext cx="41" cy="42"/>
              </a:xfrm>
              <a:custGeom>
                <a:avLst/>
                <a:gdLst>
                  <a:gd name="T0" fmla="*/ 46 w 55"/>
                  <a:gd name="T1" fmla="*/ 23 h 56"/>
                  <a:gd name="T2" fmla="*/ 46 w 55"/>
                  <a:gd name="T3" fmla="*/ 23 h 56"/>
                  <a:gd name="T4" fmla="*/ 47 w 55"/>
                  <a:gd name="T5" fmla="*/ 26 h 56"/>
                  <a:gd name="T6" fmla="*/ 43 w 55"/>
                  <a:gd name="T7" fmla="*/ 30 h 56"/>
                  <a:gd name="T8" fmla="*/ 31 w 55"/>
                  <a:gd name="T9" fmla="*/ 35 h 56"/>
                  <a:gd name="T10" fmla="*/ 39 w 55"/>
                  <a:gd name="T11" fmla="*/ 20 h 56"/>
                  <a:gd name="T12" fmla="*/ 41 w 55"/>
                  <a:gd name="T13" fmla="*/ 16 h 56"/>
                  <a:gd name="T14" fmla="*/ 42 w 55"/>
                  <a:gd name="T15" fmla="*/ 16 h 56"/>
                  <a:gd name="T16" fmla="*/ 44 w 55"/>
                  <a:gd name="T17" fmla="*/ 19 h 56"/>
                  <a:gd name="T18" fmla="*/ 44 w 55"/>
                  <a:gd name="T19" fmla="*/ 19 h 56"/>
                  <a:gd name="T20" fmla="*/ 46 w 55"/>
                  <a:gd name="T21" fmla="*/ 19 h 56"/>
                  <a:gd name="T22" fmla="*/ 38 w 55"/>
                  <a:gd name="T23" fmla="*/ 0 h 56"/>
                  <a:gd name="T24" fmla="*/ 36 w 55"/>
                  <a:gd name="T25" fmla="*/ 1 h 56"/>
                  <a:gd name="T26" fmla="*/ 36 w 55"/>
                  <a:gd name="T27" fmla="*/ 1 h 56"/>
                  <a:gd name="T28" fmla="*/ 37 w 55"/>
                  <a:gd name="T29" fmla="*/ 5 h 56"/>
                  <a:gd name="T30" fmla="*/ 35 w 55"/>
                  <a:gd name="T31" fmla="*/ 12 h 56"/>
                  <a:gd name="T32" fmla="*/ 25 w 55"/>
                  <a:gd name="T33" fmla="*/ 30 h 56"/>
                  <a:gd name="T34" fmla="*/ 12 w 55"/>
                  <a:gd name="T35" fmla="*/ 26 h 56"/>
                  <a:gd name="T36" fmla="*/ 2 w 55"/>
                  <a:gd name="T37" fmla="*/ 18 h 56"/>
                  <a:gd name="T38" fmla="*/ 2 w 55"/>
                  <a:gd name="T39" fmla="*/ 18 h 56"/>
                  <a:gd name="T40" fmla="*/ 0 w 55"/>
                  <a:gd name="T41" fmla="*/ 19 h 56"/>
                  <a:gd name="T42" fmla="*/ 7 w 55"/>
                  <a:gd name="T43" fmla="*/ 35 h 56"/>
                  <a:gd name="T44" fmla="*/ 9 w 55"/>
                  <a:gd name="T45" fmla="*/ 34 h 56"/>
                  <a:gd name="T46" fmla="*/ 9 w 55"/>
                  <a:gd name="T47" fmla="*/ 34 h 56"/>
                  <a:gd name="T48" fmla="*/ 8 w 55"/>
                  <a:gd name="T49" fmla="*/ 30 h 56"/>
                  <a:gd name="T50" fmla="*/ 8 w 55"/>
                  <a:gd name="T51" fmla="*/ 30 h 56"/>
                  <a:gd name="T52" fmla="*/ 9 w 55"/>
                  <a:gd name="T53" fmla="*/ 30 h 56"/>
                  <a:gd name="T54" fmla="*/ 12 w 55"/>
                  <a:gd name="T55" fmla="*/ 30 h 56"/>
                  <a:gd name="T56" fmla="*/ 29 w 55"/>
                  <a:gd name="T57" fmla="*/ 36 h 56"/>
                  <a:gd name="T58" fmla="*/ 18 w 55"/>
                  <a:gd name="T59" fmla="*/ 40 h 56"/>
                  <a:gd name="T60" fmla="*/ 14 w 55"/>
                  <a:gd name="T61" fmla="*/ 42 h 56"/>
                  <a:gd name="T62" fmla="*/ 11 w 55"/>
                  <a:gd name="T63" fmla="*/ 38 h 56"/>
                  <a:gd name="T64" fmla="*/ 11 w 55"/>
                  <a:gd name="T65" fmla="*/ 38 h 56"/>
                  <a:gd name="T66" fmla="*/ 9 w 55"/>
                  <a:gd name="T67" fmla="*/ 39 h 56"/>
                  <a:gd name="T68" fmla="*/ 16 w 55"/>
                  <a:gd name="T69" fmla="*/ 56 h 56"/>
                  <a:gd name="T70" fmla="*/ 18 w 55"/>
                  <a:gd name="T71" fmla="*/ 55 h 56"/>
                  <a:gd name="T72" fmla="*/ 18 w 55"/>
                  <a:gd name="T73" fmla="*/ 55 h 56"/>
                  <a:gd name="T74" fmla="*/ 17 w 55"/>
                  <a:gd name="T75" fmla="*/ 52 h 56"/>
                  <a:gd name="T76" fmla="*/ 21 w 55"/>
                  <a:gd name="T77" fmla="*/ 48 h 56"/>
                  <a:gd name="T78" fmla="*/ 46 w 55"/>
                  <a:gd name="T79" fmla="*/ 37 h 56"/>
                  <a:gd name="T80" fmla="*/ 49 w 55"/>
                  <a:gd name="T81" fmla="*/ 36 h 56"/>
                  <a:gd name="T82" fmla="*/ 53 w 55"/>
                  <a:gd name="T83" fmla="*/ 40 h 56"/>
                  <a:gd name="T84" fmla="*/ 53 w 55"/>
                  <a:gd name="T85" fmla="*/ 41 h 56"/>
                  <a:gd name="T86" fmla="*/ 53 w 55"/>
                  <a:gd name="T87" fmla="*/ 40 h 56"/>
                  <a:gd name="T88" fmla="*/ 55 w 55"/>
                  <a:gd name="T89" fmla="*/ 40 h 56"/>
                  <a:gd name="T90" fmla="*/ 48 w 55"/>
                  <a:gd name="T91" fmla="*/ 22 h 56"/>
                  <a:gd name="T92" fmla="*/ 46 w 55"/>
                  <a:gd name="T93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5" h="56">
                    <a:moveTo>
                      <a:pt x="46" y="23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5"/>
                      <a:pt x="47" y="26"/>
                      <a:pt x="47" y="26"/>
                    </a:cubicBezTo>
                    <a:cubicBezTo>
                      <a:pt x="47" y="28"/>
                      <a:pt x="46" y="29"/>
                      <a:pt x="43" y="30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7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3" y="16"/>
                      <a:pt x="43" y="18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2"/>
                      <a:pt x="37" y="4"/>
                      <a:pt x="37" y="5"/>
                    </a:cubicBezTo>
                    <a:cubicBezTo>
                      <a:pt x="37" y="8"/>
                      <a:pt x="36" y="10"/>
                      <a:pt x="35" y="12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7" y="24"/>
                      <a:pt x="4" y="23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11" y="30"/>
                      <a:pt x="12" y="30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6" y="41"/>
                      <a:pt x="15" y="42"/>
                      <a:pt x="14" y="42"/>
                    </a:cubicBezTo>
                    <a:cubicBezTo>
                      <a:pt x="13" y="42"/>
                      <a:pt x="12" y="41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7" y="54"/>
                      <a:pt x="17" y="52"/>
                      <a:pt x="17" y="52"/>
                    </a:cubicBezTo>
                    <a:cubicBezTo>
                      <a:pt x="17" y="50"/>
                      <a:pt x="18" y="49"/>
                      <a:pt x="21" y="48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7" y="37"/>
                      <a:pt x="48" y="36"/>
                      <a:pt x="49" y="36"/>
                    </a:cubicBezTo>
                    <a:cubicBezTo>
                      <a:pt x="51" y="36"/>
                      <a:pt x="52" y="37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48" y="22"/>
                      <a:pt x="48" y="22"/>
                      <a:pt x="48" y="22"/>
                    </a:cubicBezTo>
                    <a:lnTo>
                      <a:pt x="4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0" name="Freeform 76">
                <a:extLst>
                  <a:ext uri="{FF2B5EF4-FFF2-40B4-BE49-F238E27FC236}">
                    <a16:creationId xmlns:a16="http://schemas.microsoft.com/office/drawing/2014/main" id="{1C7D9E19-116D-450D-A935-FD883F4F6FF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3" y="7835"/>
                <a:ext cx="36" cy="34"/>
              </a:xfrm>
              <a:custGeom>
                <a:avLst/>
                <a:gdLst>
                  <a:gd name="T0" fmla="*/ 37 w 48"/>
                  <a:gd name="T1" fmla="*/ 33 h 46"/>
                  <a:gd name="T2" fmla="*/ 48 w 48"/>
                  <a:gd name="T3" fmla="*/ 21 h 46"/>
                  <a:gd name="T4" fmla="*/ 47 w 48"/>
                  <a:gd name="T5" fmla="*/ 13 h 46"/>
                  <a:gd name="T6" fmla="*/ 34 w 48"/>
                  <a:gd name="T7" fmla="*/ 0 h 46"/>
                  <a:gd name="T8" fmla="*/ 28 w 48"/>
                  <a:gd name="T9" fmla="*/ 1 h 46"/>
                  <a:gd name="T10" fmla="*/ 8 w 48"/>
                  <a:gd name="T11" fmla="*/ 6 h 46"/>
                  <a:gd name="T12" fmla="*/ 5 w 48"/>
                  <a:gd name="T13" fmla="*/ 7 h 46"/>
                  <a:gd name="T14" fmla="*/ 1 w 48"/>
                  <a:gd name="T15" fmla="*/ 2 h 46"/>
                  <a:gd name="T16" fmla="*/ 1 w 48"/>
                  <a:gd name="T17" fmla="*/ 2 h 46"/>
                  <a:gd name="T18" fmla="*/ 0 w 48"/>
                  <a:gd name="T19" fmla="*/ 2 h 46"/>
                  <a:gd name="T20" fmla="*/ 4 w 48"/>
                  <a:gd name="T21" fmla="*/ 19 h 46"/>
                  <a:gd name="T22" fmla="*/ 6 w 48"/>
                  <a:gd name="T23" fmla="*/ 19 h 46"/>
                  <a:gd name="T24" fmla="*/ 6 w 48"/>
                  <a:gd name="T25" fmla="*/ 18 h 46"/>
                  <a:gd name="T26" fmla="*/ 5 w 48"/>
                  <a:gd name="T27" fmla="*/ 15 h 46"/>
                  <a:gd name="T28" fmla="*/ 10 w 48"/>
                  <a:gd name="T29" fmla="*/ 11 h 46"/>
                  <a:gd name="T30" fmla="*/ 30 w 48"/>
                  <a:gd name="T31" fmla="*/ 6 h 46"/>
                  <a:gd name="T32" fmla="*/ 35 w 48"/>
                  <a:gd name="T33" fmla="*/ 5 h 46"/>
                  <a:gd name="T34" fmla="*/ 40 w 48"/>
                  <a:gd name="T35" fmla="*/ 7 h 46"/>
                  <a:gd name="T36" fmla="*/ 40 w 48"/>
                  <a:gd name="T37" fmla="*/ 7 h 46"/>
                  <a:gd name="T38" fmla="*/ 43 w 48"/>
                  <a:gd name="T39" fmla="*/ 13 h 46"/>
                  <a:gd name="T40" fmla="*/ 44 w 48"/>
                  <a:gd name="T41" fmla="*/ 17 h 46"/>
                  <a:gd name="T42" fmla="*/ 43 w 48"/>
                  <a:gd name="T43" fmla="*/ 20 h 46"/>
                  <a:gd name="T44" fmla="*/ 43 w 48"/>
                  <a:gd name="T45" fmla="*/ 21 h 46"/>
                  <a:gd name="T46" fmla="*/ 35 w 48"/>
                  <a:gd name="T47" fmla="*/ 26 h 46"/>
                  <a:gd name="T48" fmla="*/ 15 w 48"/>
                  <a:gd name="T49" fmla="*/ 31 h 46"/>
                  <a:gd name="T50" fmla="*/ 12 w 48"/>
                  <a:gd name="T51" fmla="*/ 32 h 46"/>
                  <a:gd name="T52" fmla="*/ 8 w 48"/>
                  <a:gd name="T53" fmla="*/ 27 h 46"/>
                  <a:gd name="T54" fmla="*/ 8 w 48"/>
                  <a:gd name="T55" fmla="*/ 27 h 46"/>
                  <a:gd name="T56" fmla="*/ 6 w 48"/>
                  <a:gd name="T57" fmla="*/ 27 h 46"/>
                  <a:gd name="T58" fmla="*/ 11 w 48"/>
                  <a:gd name="T59" fmla="*/ 46 h 46"/>
                  <a:gd name="T60" fmla="*/ 13 w 48"/>
                  <a:gd name="T61" fmla="*/ 46 h 46"/>
                  <a:gd name="T62" fmla="*/ 13 w 48"/>
                  <a:gd name="T63" fmla="*/ 46 h 46"/>
                  <a:gd name="T64" fmla="*/ 13 w 48"/>
                  <a:gd name="T65" fmla="*/ 43 h 46"/>
                  <a:gd name="T66" fmla="*/ 17 w 48"/>
                  <a:gd name="T67" fmla="*/ 39 h 46"/>
                  <a:gd name="T68" fmla="*/ 37 w 48"/>
                  <a:gd name="T69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46">
                    <a:moveTo>
                      <a:pt x="37" y="33"/>
                    </a:moveTo>
                    <a:cubicBezTo>
                      <a:pt x="44" y="32"/>
                      <a:pt x="48" y="28"/>
                      <a:pt x="48" y="21"/>
                    </a:cubicBezTo>
                    <a:cubicBezTo>
                      <a:pt x="48" y="19"/>
                      <a:pt x="47" y="16"/>
                      <a:pt x="47" y="13"/>
                    </a:cubicBezTo>
                    <a:cubicBezTo>
                      <a:pt x="44" y="3"/>
                      <a:pt x="39" y="0"/>
                      <a:pt x="34" y="0"/>
                    </a:cubicBezTo>
                    <a:cubicBezTo>
                      <a:pt x="32" y="0"/>
                      <a:pt x="30" y="0"/>
                      <a:pt x="28" y="1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5" y="13"/>
                      <a:pt x="6" y="12"/>
                      <a:pt x="10" y="11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2" y="6"/>
                      <a:pt x="33" y="5"/>
                      <a:pt x="35" y="5"/>
                    </a:cubicBezTo>
                    <a:cubicBezTo>
                      <a:pt x="37" y="5"/>
                      <a:pt x="39" y="6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9"/>
                      <a:pt x="42" y="11"/>
                      <a:pt x="43" y="13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9"/>
                      <a:pt x="43" y="19"/>
                      <a:pt x="43" y="20"/>
                    </a:cubicBezTo>
                    <a:cubicBezTo>
                      <a:pt x="43" y="20"/>
                      <a:pt x="43" y="21"/>
                      <a:pt x="43" y="21"/>
                    </a:cubicBezTo>
                    <a:cubicBezTo>
                      <a:pt x="42" y="23"/>
                      <a:pt x="39" y="25"/>
                      <a:pt x="35" y="26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1"/>
                      <a:pt x="13" y="32"/>
                      <a:pt x="12" y="32"/>
                    </a:cubicBezTo>
                    <a:cubicBezTo>
                      <a:pt x="10" y="32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3" y="40"/>
                      <a:pt x="14" y="40"/>
                      <a:pt x="17" y="39"/>
                    </a:cubicBezTo>
                    <a:lnTo>
                      <a:pt x="37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1" name="Freeform 77">
                <a:extLst>
                  <a:ext uri="{FF2B5EF4-FFF2-40B4-BE49-F238E27FC236}">
                    <a16:creationId xmlns:a16="http://schemas.microsoft.com/office/drawing/2014/main" id="{CD24D3F8-A230-4893-AC52-70D5C1CB50C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94"/>
                <a:ext cx="35" cy="35"/>
              </a:xfrm>
              <a:custGeom>
                <a:avLst/>
                <a:gdLst>
                  <a:gd name="T0" fmla="*/ 8 w 47"/>
                  <a:gd name="T1" fmla="*/ 46 h 46"/>
                  <a:gd name="T2" fmla="*/ 7 w 47"/>
                  <a:gd name="T3" fmla="*/ 44 h 46"/>
                  <a:gd name="T4" fmla="*/ 12 w 47"/>
                  <a:gd name="T5" fmla="*/ 40 h 46"/>
                  <a:gd name="T6" fmla="*/ 39 w 47"/>
                  <a:gd name="T7" fmla="*/ 36 h 46"/>
                  <a:gd name="T8" fmla="*/ 41 w 47"/>
                  <a:gd name="T9" fmla="*/ 36 h 46"/>
                  <a:gd name="T10" fmla="*/ 45 w 47"/>
                  <a:gd name="T11" fmla="*/ 41 h 46"/>
                  <a:gd name="T12" fmla="*/ 45 w 47"/>
                  <a:gd name="T13" fmla="*/ 42 h 46"/>
                  <a:gd name="T14" fmla="*/ 46 w 47"/>
                  <a:gd name="T15" fmla="*/ 42 h 46"/>
                  <a:gd name="T16" fmla="*/ 47 w 47"/>
                  <a:gd name="T17" fmla="*/ 41 h 46"/>
                  <a:gd name="T18" fmla="*/ 45 w 47"/>
                  <a:gd name="T19" fmla="*/ 25 h 46"/>
                  <a:gd name="T20" fmla="*/ 43 w 47"/>
                  <a:gd name="T21" fmla="*/ 25 h 46"/>
                  <a:gd name="T22" fmla="*/ 43 w 47"/>
                  <a:gd name="T23" fmla="*/ 25 h 46"/>
                  <a:gd name="T24" fmla="*/ 44 w 47"/>
                  <a:gd name="T25" fmla="*/ 28 h 46"/>
                  <a:gd name="T26" fmla="*/ 39 w 47"/>
                  <a:gd name="T27" fmla="*/ 32 h 46"/>
                  <a:gd name="T28" fmla="*/ 11 w 47"/>
                  <a:gd name="T29" fmla="*/ 35 h 46"/>
                  <a:gd name="T30" fmla="*/ 44 w 47"/>
                  <a:gd name="T31" fmla="*/ 8 h 46"/>
                  <a:gd name="T32" fmla="*/ 43 w 47"/>
                  <a:gd name="T33" fmla="*/ 1 h 46"/>
                  <a:gd name="T34" fmla="*/ 9 w 47"/>
                  <a:gd name="T35" fmla="*/ 5 h 46"/>
                  <a:gd name="T36" fmla="*/ 6 w 47"/>
                  <a:gd name="T37" fmla="*/ 6 h 46"/>
                  <a:gd name="T38" fmla="*/ 2 w 47"/>
                  <a:gd name="T39" fmla="*/ 0 h 46"/>
                  <a:gd name="T40" fmla="*/ 2 w 47"/>
                  <a:gd name="T41" fmla="*/ 0 h 46"/>
                  <a:gd name="T42" fmla="*/ 0 w 47"/>
                  <a:gd name="T43" fmla="*/ 0 h 46"/>
                  <a:gd name="T44" fmla="*/ 2 w 47"/>
                  <a:gd name="T45" fmla="*/ 17 h 46"/>
                  <a:gd name="T46" fmla="*/ 4 w 47"/>
                  <a:gd name="T47" fmla="*/ 17 h 46"/>
                  <a:gd name="T48" fmla="*/ 4 w 47"/>
                  <a:gd name="T49" fmla="*/ 16 h 46"/>
                  <a:gd name="T50" fmla="*/ 4 w 47"/>
                  <a:gd name="T51" fmla="*/ 14 h 46"/>
                  <a:gd name="T52" fmla="*/ 9 w 47"/>
                  <a:gd name="T53" fmla="*/ 10 h 46"/>
                  <a:gd name="T54" fmla="*/ 35 w 47"/>
                  <a:gd name="T55" fmla="*/ 7 h 46"/>
                  <a:gd name="T56" fmla="*/ 4 w 47"/>
                  <a:gd name="T57" fmla="*/ 32 h 46"/>
                  <a:gd name="T58" fmla="*/ 6 w 47"/>
                  <a:gd name="T59" fmla="*/ 46 h 46"/>
                  <a:gd name="T60" fmla="*/ 8 w 47"/>
                  <a:gd name="T6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6">
                    <a:moveTo>
                      <a:pt x="8" y="46"/>
                    </a:moveTo>
                    <a:cubicBezTo>
                      <a:pt x="7" y="45"/>
                      <a:pt x="7" y="44"/>
                      <a:pt x="7" y="44"/>
                    </a:cubicBezTo>
                    <a:cubicBezTo>
                      <a:pt x="7" y="41"/>
                      <a:pt x="8" y="40"/>
                      <a:pt x="12" y="40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4" y="36"/>
                      <a:pt x="45" y="37"/>
                      <a:pt x="45" y="41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4" y="26"/>
                      <a:pt x="44" y="27"/>
                      <a:pt x="44" y="28"/>
                    </a:cubicBezTo>
                    <a:cubicBezTo>
                      <a:pt x="44" y="31"/>
                      <a:pt x="43" y="31"/>
                      <a:pt x="39" y="32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3" y="6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1"/>
                      <a:pt x="5" y="11"/>
                      <a:pt x="9" y="1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8" y="46"/>
                      <a:pt x="8" y="46"/>
                      <a:pt x="8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2" name="Freeform 78">
                <a:extLst>
                  <a:ext uri="{FF2B5EF4-FFF2-40B4-BE49-F238E27FC236}">
                    <a16:creationId xmlns:a16="http://schemas.microsoft.com/office/drawing/2014/main" id="{49897B95-1EA4-4D25-98CF-914F83CAE5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54"/>
                <a:ext cx="32" cy="31"/>
              </a:xfrm>
              <a:custGeom>
                <a:avLst/>
                <a:gdLst>
                  <a:gd name="T0" fmla="*/ 21 w 43"/>
                  <a:gd name="T1" fmla="*/ 42 h 42"/>
                  <a:gd name="T2" fmla="*/ 22 w 43"/>
                  <a:gd name="T3" fmla="*/ 42 h 42"/>
                  <a:gd name="T4" fmla="*/ 22 w 43"/>
                  <a:gd name="T5" fmla="*/ 42 h 42"/>
                  <a:gd name="T6" fmla="*/ 43 w 43"/>
                  <a:gd name="T7" fmla="*/ 23 h 42"/>
                  <a:gd name="T8" fmla="*/ 43 w 43"/>
                  <a:gd name="T9" fmla="*/ 21 h 42"/>
                  <a:gd name="T10" fmla="*/ 41 w 43"/>
                  <a:gd name="T11" fmla="*/ 6 h 42"/>
                  <a:gd name="T12" fmla="*/ 41 w 43"/>
                  <a:gd name="T13" fmla="*/ 6 h 42"/>
                  <a:gd name="T14" fmla="*/ 41 w 43"/>
                  <a:gd name="T15" fmla="*/ 6 h 42"/>
                  <a:gd name="T16" fmla="*/ 27 w 43"/>
                  <a:gd name="T17" fmla="*/ 5 h 42"/>
                  <a:gd name="T18" fmla="*/ 21 w 43"/>
                  <a:gd name="T19" fmla="*/ 1 h 42"/>
                  <a:gd name="T20" fmla="*/ 21 w 43"/>
                  <a:gd name="T21" fmla="*/ 0 h 42"/>
                  <a:gd name="T22" fmla="*/ 21 w 43"/>
                  <a:gd name="T23" fmla="*/ 0 h 42"/>
                  <a:gd name="T24" fmla="*/ 19 w 43"/>
                  <a:gd name="T25" fmla="*/ 0 h 42"/>
                  <a:gd name="T26" fmla="*/ 19 w 43"/>
                  <a:gd name="T27" fmla="*/ 19 h 42"/>
                  <a:gd name="T28" fmla="*/ 21 w 43"/>
                  <a:gd name="T29" fmla="*/ 19 h 42"/>
                  <a:gd name="T30" fmla="*/ 21 w 43"/>
                  <a:gd name="T31" fmla="*/ 18 h 42"/>
                  <a:gd name="T32" fmla="*/ 26 w 43"/>
                  <a:gd name="T33" fmla="*/ 13 h 42"/>
                  <a:gd name="T34" fmla="*/ 27 w 43"/>
                  <a:gd name="T35" fmla="*/ 13 h 42"/>
                  <a:gd name="T36" fmla="*/ 39 w 43"/>
                  <a:gd name="T37" fmla="*/ 14 h 42"/>
                  <a:gd name="T38" fmla="*/ 40 w 43"/>
                  <a:gd name="T39" fmla="*/ 19 h 42"/>
                  <a:gd name="T40" fmla="*/ 40 w 43"/>
                  <a:gd name="T41" fmla="*/ 20 h 42"/>
                  <a:gd name="T42" fmla="*/ 23 w 43"/>
                  <a:gd name="T43" fmla="*/ 34 h 42"/>
                  <a:gd name="T44" fmla="*/ 21 w 43"/>
                  <a:gd name="T45" fmla="*/ 34 h 42"/>
                  <a:gd name="T46" fmla="*/ 3 w 43"/>
                  <a:gd name="T47" fmla="*/ 22 h 42"/>
                  <a:gd name="T48" fmla="*/ 3 w 43"/>
                  <a:gd name="T49" fmla="*/ 22 h 42"/>
                  <a:gd name="T50" fmla="*/ 12 w 43"/>
                  <a:gd name="T51" fmla="*/ 9 h 42"/>
                  <a:gd name="T52" fmla="*/ 12 w 43"/>
                  <a:gd name="T53" fmla="*/ 9 h 42"/>
                  <a:gd name="T54" fmla="*/ 12 w 43"/>
                  <a:gd name="T55" fmla="*/ 7 h 42"/>
                  <a:gd name="T56" fmla="*/ 2 w 43"/>
                  <a:gd name="T57" fmla="*/ 7 h 42"/>
                  <a:gd name="T58" fmla="*/ 2 w 43"/>
                  <a:gd name="T59" fmla="*/ 7 h 42"/>
                  <a:gd name="T60" fmla="*/ 0 w 43"/>
                  <a:gd name="T61" fmla="*/ 22 h 42"/>
                  <a:gd name="T62" fmla="*/ 0 w 43"/>
                  <a:gd name="T63" fmla="*/ 23 h 42"/>
                  <a:gd name="T64" fmla="*/ 21 w 43"/>
                  <a:gd name="T6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21" y="42"/>
                    </a:move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32" y="42"/>
                      <a:pt x="43" y="38"/>
                      <a:pt x="43" y="23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13"/>
                      <a:pt x="42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2" y="5"/>
                      <a:pt x="21" y="4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4"/>
                      <a:pt x="22" y="13"/>
                      <a:pt x="26" y="13"/>
                    </a:cubicBezTo>
                    <a:cubicBezTo>
                      <a:pt x="26" y="13"/>
                      <a:pt x="26" y="13"/>
                      <a:pt x="27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31"/>
                      <a:pt x="33" y="34"/>
                      <a:pt x="23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3" y="33"/>
                      <a:pt x="3" y="3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2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5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0" y="38"/>
                      <a:pt x="9" y="42"/>
                      <a:pt x="21" y="4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3" name="Freeform 79">
                <a:extLst>
                  <a:ext uri="{FF2B5EF4-FFF2-40B4-BE49-F238E27FC236}">
                    <a16:creationId xmlns:a16="http://schemas.microsoft.com/office/drawing/2014/main" id="{26A44705-A751-4066-9D88-556206C5530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0" y="7723"/>
                <a:ext cx="35" cy="26"/>
              </a:xfrm>
              <a:custGeom>
                <a:avLst/>
                <a:gdLst>
                  <a:gd name="T0" fmla="*/ 2 w 47"/>
                  <a:gd name="T1" fmla="*/ 29 h 35"/>
                  <a:gd name="T2" fmla="*/ 6 w 47"/>
                  <a:gd name="T3" fmla="*/ 24 h 35"/>
                  <a:gd name="T4" fmla="*/ 8 w 47"/>
                  <a:gd name="T5" fmla="*/ 24 h 35"/>
                  <a:gd name="T6" fmla="*/ 35 w 47"/>
                  <a:gd name="T7" fmla="*/ 28 h 35"/>
                  <a:gd name="T8" fmla="*/ 39 w 47"/>
                  <a:gd name="T9" fmla="*/ 32 h 35"/>
                  <a:gd name="T10" fmla="*/ 39 w 47"/>
                  <a:gd name="T11" fmla="*/ 35 h 35"/>
                  <a:gd name="T12" fmla="*/ 39 w 47"/>
                  <a:gd name="T13" fmla="*/ 35 h 35"/>
                  <a:gd name="T14" fmla="*/ 39 w 47"/>
                  <a:gd name="T15" fmla="*/ 35 h 35"/>
                  <a:gd name="T16" fmla="*/ 41 w 47"/>
                  <a:gd name="T17" fmla="*/ 35 h 35"/>
                  <a:gd name="T18" fmla="*/ 47 w 47"/>
                  <a:gd name="T19" fmla="*/ 2 h 35"/>
                  <a:gd name="T20" fmla="*/ 37 w 47"/>
                  <a:gd name="T21" fmla="*/ 0 h 35"/>
                  <a:gd name="T22" fmla="*/ 36 w 47"/>
                  <a:gd name="T23" fmla="*/ 2 h 35"/>
                  <a:gd name="T24" fmla="*/ 36 w 47"/>
                  <a:gd name="T25" fmla="*/ 2 h 35"/>
                  <a:gd name="T26" fmla="*/ 42 w 47"/>
                  <a:gd name="T27" fmla="*/ 9 h 35"/>
                  <a:gd name="T28" fmla="*/ 42 w 47"/>
                  <a:gd name="T29" fmla="*/ 12 h 35"/>
                  <a:gd name="T30" fmla="*/ 41 w 47"/>
                  <a:gd name="T31" fmla="*/ 17 h 35"/>
                  <a:gd name="T32" fmla="*/ 38 w 47"/>
                  <a:gd name="T33" fmla="*/ 20 h 35"/>
                  <a:gd name="T34" fmla="*/ 36 w 47"/>
                  <a:gd name="T35" fmla="*/ 20 h 35"/>
                  <a:gd name="T36" fmla="*/ 10 w 47"/>
                  <a:gd name="T37" fmla="*/ 16 h 35"/>
                  <a:gd name="T38" fmla="*/ 5 w 47"/>
                  <a:gd name="T39" fmla="*/ 12 h 35"/>
                  <a:gd name="T40" fmla="*/ 5 w 47"/>
                  <a:gd name="T41" fmla="*/ 9 h 35"/>
                  <a:gd name="T42" fmla="*/ 5 w 47"/>
                  <a:gd name="T43" fmla="*/ 9 h 35"/>
                  <a:gd name="T44" fmla="*/ 3 w 47"/>
                  <a:gd name="T45" fmla="*/ 9 h 35"/>
                  <a:gd name="T46" fmla="*/ 0 w 47"/>
                  <a:gd name="T47" fmla="*/ 28 h 35"/>
                  <a:gd name="T48" fmla="*/ 2 w 47"/>
                  <a:gd name="T4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5">
                    <a:moveTo>
                      <a:pt x="2" y="29"/>
                    </a:moveTo>
                    <a:cubicBezTo>
                      <a:pt x="2" y="25"/>
                      <a:pt x="3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8" y="29"/>
                      <a:pt x="39" y="30"/>
                      <a:pt x="39" y="32"/>
                    </a:cubicBezTo>
                    <a:cubicBezTo>
                      <a:pt x="39" y="33"/>
                      <a:pt x="39" y="34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0" y="4"/>
                      <a:pt x="42" y="5"/>
                      <a:pt x="42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20"/>
                      <a:pt x="40" y="20"/>
                      <a:pt x="38" y="20"/>
                    </a:cubicBezTo>
                    <a:cubicBezTo>
                      <a:pt x="37" y="20"/>
                      <a:pt x="37" y="20"/>
                      <a:pt x="36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5"/>
                      <a:pt x="5" y="15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4" name="Freeform 80">
                <a:extLst>
                  <a:ext uri="{FF2B5EF4-FFF2-40B4-BE49-F238E27FC236}">
                    <a16:creationId xmlns:a16="http://schemas.microsoft.com/office/drawing/2014/main" id="{7D8D4454-BCEA-45BC-9575-A806BFA079F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21" y="7709"/>
                <a:ext cx="7" cy="7"/>
              </a:xfrm>
              <a:custGeom>
                <a:avLst/>
                <a:gdLst>
                  <a:gd name="T0" fmla="*/ 6 w 9"/>
                  <a:gd name="T1" fmla="*/ 0 h 10"/>
                  <a:gd name="T2" fmla="*/ 5 w 9"/>
                  <a:gd name="T3" fmla="*/ 0 h 10"/>
                  <a:gd name="T4" fmla="*/ 1 w 9"/>
                  <a:gd name="T5" fmla="*/ 2 h 10"/>
                  <a:gd name="T6" fmla="*/ 1 w 9"/>
                  <a:gd name="T7" fmla="*/ 2 h 10"/>
                  <a:gd name="T8" fmla="*/ 0 w 9"/>
                  <a:gd name="T9" fmla="*/ 4 h 10"/>
                  <a:gd name="T10" fmla="*/ 0 w 9"/>
                  <a:gd name="T11" fmla="*/ 5 h 10"/>
                  <a:gd name="T12" fmla="*/ 2 w 9"/>
                  <a:gd name="T13" fmla="*/ 9 h 10"/>
                  <a:gd name="T14" fmla="*/ 2 w 9"/>
                  <a:gd name="T15" fmla="*/ 9 h 10"/>
                  <a:gd name="T16" fmla="*/ 3 w 9"/>
                  <a:gd name="T17" fmla="*/ 10 h 10"/>
                  <a:gd name="T18" fmla="*/ 5 w 9"/>
                  <a:gd name="T19" fmla="*/ 10 h 10"/>
                  <a:gd name="T20" fmla="*/ 8 w 9"/>
                  <a:gd name="T21" fmla="*/ 8 h 10"/>
                  <a:gd name="T22" fmla="*/ 8 w 9"/>
                  <a:gd name="T23" fmla="*/ 7 h 10"/>
                  <a:gd name="T24" fmla="*/ 9 w 9"/>
                  <a:gd name="T25" fmla="*/ 6 h 10"/>
                  <a:gd name="T26" fmla="*/ 9 w 9"/>
                  <a:gd name="T27" fmla="*/ 5 h 10"/>
                  <a:gd name="T28" fmla="*/ 8 w 9"/>
                  <a:gd name="T29" fmla="*/ 1 h 10"/>
                  <a:gd name="T30" fmla="*/ 7 w 9"/>
                  <a:gd name="T31" fmla="*/ 1 h 10"/>
                  <a:gd name="T32" fmla="*/ 6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5" name="Freeform 81">
                <a:extLst>
                  <a:ext uri="{FF2B5EF4-FFF2-40B4-BE49-F238E27FC236}">
                    <a16:creationId xmlns:a16="http://schemas.microsoft.com/office/drawing/2014/main" id="{1EC91F96-ACB1-4B5A-8C7F-8F4EED96742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0" y="7658"/>
                <a:ext cx="37" cy="36"/>
              </a:xfrm>
              <a:custGeom>
                <a:avLst/>
                <a:gdLst>
                  <a:gd name="T0" fmla="*/ 2 w 49"/>
                  <a:gd name="T1" fmla="*/ 48 h 48"/>
                  <a:gd name="T2" fmla="*/ 10 w 49"/>
                  <a:gd name="T3" fmla="*/ 43 h 48"/>
                  <a:gd name="T4" fmla="*/ 47 w 49"/>
                  <a:gd name="T5" fmla="*/ 42 h 48"/>
                  <a:gd name="T6" fmla="*/ 49 w 49"/>
                  <a:gd name="T7" fmla="*/ 36 h 48"/>
                  <a:gd name="T8" fmla="*/ 22 w 49"/>
                  <a:gd name="T9" fmla="*/ 10 h 48"/>
                  <a:gd name="T10" fmla="*/ 19 w 49"/>
                  <a:gd name="T11" fmla="*/ 5 h 48"/>
                  <a:gd name="T12" fmla="*/ 20 w 49"/>
                  <a:gd name="T13" fmla="*/ 1 h 48"/>
                  <a:gd name="T14" fmla="*/ 20 w 49"/>
                  <a:gd name="T15" fmla="*/ 1 h 48"/>
                  <a:gd name="T16" fmla="*/ 18 w 49"/>
                  <a:gd name="T17" fmla="*/ 0 h 48"/>
                  <a:gd name="T18" fmla="*/ 12 w 49"/>
                  <a:gd name="T19" fmla="*/ 17 h 48"/>
                  <a:gd name="T20" fmla="*/ 13 w 49"/>
                  <a:gd name="T21" fmla="*/ 18 h 48"/>
                  <a:gd name="T22" fmla="*/ 14 w 49"/>
                  <a:gd name="T23" fmla="*/ 17 h 48"/>
                  <a:gd name="T24" fmla="*/ 17 w 49"/>
                  <a:gd name="T25" fmla="*/ 13 h 48"/>
                  <a:gd name="T26" fmla="*/ 17 w 49"/>
                  <a:gd name="T27" fmla="*/ 13 h 48"/>
                  <a:gd name="T28" fmla="*/ 20 w 49"/>
                  <a:gd name="T29" fmla="*/ 15 h 48"/>
                  <a:gd name="T30" fmla="*/ 41 w 49"/>
                  <a:gd name="T31" fmla="*/ 35 h 48"/>
                  <a:gd name="T32" fmla="*/ 12 w 49"/>
                  <a:gd name="T33" fmla="*/ 35 h 48"/>
                  <a:gd name="T34" fmla="*/ 9 w 49"/>
                  <a:gd name="T35" fmla="*/ 35 h 48"/>
                  <a:gd name="T36" fmla="*/ 8 w 49"/>
                  <a:gd name="T37" fmla="*/ 33 h 48"/>
                  <a:gd name="T38" fmla="*/ 9 w 49"/>
                  <a:gd name="T39" fmla="*/ 29 h 48"/>
                  <a:gd name="T40" fmla="*/ 9 w 49"/>
                  <a:gd name="T41" fmla="*/ 29 h 48"/>
                  <a:gd name="T42" fmla="*/ 7 w 49"/>
                  <a:gd name="T43" fmla="*/ 28 h 48"/>
                  <a:gd name="T44" fmla="*/ 0 w 49"/>
                  <a:gd name="T45" fmla="*/ 47 h 48"/>
                  <a:gd name="T46" fmla="*/ 2 w 49"/>
                  <a:gd name="T4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48">
                    <a:moveTo>
                      <a:pt x="2" y="48"/>
                    </a:moveTo>
                    <a:cubicBezTo>
                      <a:pt x="4" y="43"/>
                      <a:pt x="5" y="43"/>
                      <a:pt x="10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9" y="7"/>
                      <a:pt x="19" y="5"/>
                    </a:cubicBezTo>
                    <a:cubicBezTo>
                      <a:pt x="19" y="4"/>
                      <a:pt x="19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35"/>
                      <a:pt x="10" y="35"/>
                      <a:pt x="9" y="35"/>
                    </a:cubicBezTo>
                    <a:cubicBezTo>
                      <a:pt x="8" y="34"/>
                      <a:pt x="8" y="34"/>
                      <a:pt x="8" y="33"/>
                    </a:cubicBezTo>
                    <a:cubicBezTo>
                      <a:pt x="8" y="32"/>
                      <a:pt x="8" y="31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2" y="48"/>
                      <a:pt x="2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6" name="Freeform 82">
                <a:extLst>
                  <a:ext uri="{FF2B5EF4-FFF2-40B4-BE49-F238E27FC236}">
                    <a16:creationId xmlns:a16="http://schemas.microsoft.com/office/drawing/2014/main" id="{94B29429-A1C5-4436-9E94-7A331EE896C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17" y="7631"/>
                <a:ext cx="40" cy="37"/>
              </a:xfrm>
              <a:custGeom>
                <a:avLst/>
                <a:gdLst>
                  <a:gd name="T0" fmla="*/ 2 w 54"/>
                  <a:gd name="T1" fmla="*/ 29 h 49"/>
                  <a:gd name="T2" fmla="*/ 6 w 54"/>
                  <a:gd name="T3" fmla="*/ 26 h 49"/>
                  <a:gd name="T4" fmla="*/ 10 w 54"/>
                  <a:gd name="T5" fmla="*/ 27 h 49"/>
                  <a:gd name="T6" fmla="*/ 33 w 54"/>
                  <a:gd name="T7" fmla="*/ 41 h 49"/>
                  <a:gd name="T8" fmla="*/ 37 w 54"/>
                  <a:gd name="T9" fmla="*/ 44 h 49"/>
                  <a:gd name="T10" fmla="*/ 35 w 54"/>
                  <a:gd name="T11" fmla="*/ 48 h 49"/>
                  <a:gd name="T12" fmla="*/ 35 w 54"/>
                  <a:gd name="T13" fmla="*/ 48 h 49"/>
                  <a:gd name="T14" fmla="*/ 35 w 54"/>
                  <a:gd name="T15" fmla="*/ 49 h 49"/>
                  <a:gd name="T16" fmla="*/ 37 w 54"/>
                  <a:gd name="T17" fmla="*/ 49 h 49"/>
                  <a:gd name="T18" fmla="*/ 54 w 54"/>
                  <a:gd name="T19" fmla="*/ 20 h 49"/>
                  <a:gd name="T20" fmla="*/ 46 w 54"/>
                  <a:gd name="T21" fmla="*/ 15 h 49"/>
                  <a:gd name="T22" fmla="*/ 45 w 54"/>
                  <a:gd name="T23" fmla="*/ 17 h 49"/>
                  <a:gd name="T24" fmla="*/ 45 w 54"/>
                  <a:gd name="T25" fmla="*/ 17 h 49"/>
                  <a:gd name="T26" fmla="*/ 48 w 54"/>
                  <a:gd name="T27" fmla="*/ 22 h 49"/>
                  <a:gd name="T28" fmla="*/ 46 w 54"/>
                  <a:gd name="T29" fmla="*/ 27 h 49"/>
                  <a:gd name="T30" fmla="*/ 43 w 54"/>
                  <a:gd name="T31" fmla="*/ 32 h 49"/>
                  <a:gd name="T32" fmla="*/ 40 w 54"/>
                  <a:gd name="T33" fmla="*/ 35 h 49"/>
                  <a:gd name="T34" fmla="*/ 37 w 54"/>
                  <a:gd name="T35" fmla="*/ 34 h 49"/>
                  <a:gd name="T36" fmla="*/ 26 w 54"/>
                  <a:gd name="T37" fmla="*/ 27 h 49"/>
                  <a:gd name="T38" fmla="*/ 31 w 54"/>
                  <a:gd name="T39" fmla="*/ 20 h 49"/>
                  <a:gd name="T40" fmla="*/ 34 w 54"/>
                  <a:gd name="T41" fmla="*/ 16 h 49"/>
                  <a:gd name="T42" fmla="*/ 37 w 54"/>
                  <a:gd name="T43" fmla="*/ 18 h 49"/>
                  <a:gd name="T44" fmla="*/ 38 w 54"/>
                  <a:gd name="T45" fmla="*/ 18 h 49"/>
                  <a:gd name="T46" fmla="*/ 39 w 54"/>
                  <a:gd name="T47" fmla="*/ 16 h 49"/>
                  <a:gd name="T48" fmla="*/ 27 w 54"/>
                  <a:gd name="T49" fmla="*/ 9 h 49"/>
                  <a:gd name="T50" fmla="*/ 26 w 54"/>
                  <a:gd name="T51" fmla="*/ 11 h 49"/>
                  <a:gd name="T52" fmla="*/ 26 w 54"/>
                  <a:gd name="T53" fmla="*/ 11 h 49"/>
                  <a:gd name="T54" fmla="*/ 29 w 54"/>
                  <a:gd name="T55" fmla="*/ 14 h 49"/>
                  <a:gd name="T56" fmla="*/ 28 w 54"/>
                  <a:gd name="T57" fmla="*/ 18 h 49"/>
                  <a:gd name="T58" fmla="*/ 23 w 54"/>
                  <a:gd name="T59" fmla="*/ 26 h 49"/>
                  <a:gd name="T60" fmla="*/ 14 w 54"/>
                  <a:gd name="T61" fmla="*/ 20 h 49"/>
                  <a:gd name="T62" fmla="*/ 11 w 54"/>
                  <a:gd name="T63" fmla="*/ 17 h 49"/>
                  <a:gd name="T64" fmla="*/ 12 w 54"/>
                  <a:gd name="T65" fmla="*/ 15 h 49"/>
                  <a:gd name="T66" fmla="*/ 15 w 54"/>
                  <a:gd name="T67" fmla="*/ 11 h 49"/>
                  <a:gd name="T68" fmla="*/ 21 w 54"/>
                  <a:gd name="T69" fmla="*/ 5 h 49"/>
                  <a:gd name="T70" fmla="*/ 24 w 54"/>
                  <a:gd name="T71" fmla="*/ 6 h 49"/>
                  <a:gd name="T72" fmla="*/ 24 w 54"/>
                  <a:gd name="T73" fmla="*/ 6 h 49"/>
                  <a:gd name="T74" fmla="*/ 26 w 54"/>
                  <a:gd name="T75" fmla="*/ 4 h 49"/>
                  <a:gd name="T76" fmla="*/ 17 w 54"/>
                  <a:gd name="T77" fmla="*/ 0 h 49"/>
                  <a:gd name="T78" fmla="*/ 0 w 54"/>
                  <a:gd name="T79" fmla="*/ 28 h 49"/>
                  <a:gd name="T80" fmla="*/ 2 w 54"/>
                  <a:gd name="T81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49">
                    <a:moveTo>
                      <a:pt x="2" y="29"/>
                    </a:moveTo>
                    <a:cubicBezTo>
                      <a:pt x="4" y="27"/>
                      <a:pt x="5" y="26"/>
                      <a:pt x="6" y="26"/>
                    </a:cubicBezTo>
                    <a:cubicBezTo>
                      <a:pt x="7" y="26"/>
                      <a:pt x="8" y="26"/>
                      <a:pt x="10" y="27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6" y="42"/>
                      <a:pt x="37" y="43"/>
                      <a:pt x="37" y="44"/>
                    </a:cubicBezTo>
                    <a:cubicBezTo>
                      <a:pt x="37" y="45"/>
                      <a:pt x="36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7" y="18"/>
                      <a:pt x="48" y="20"/>
                      <a:pt x="48" y="22"/>
                    </a:cubicBezTo>
                    <a:cubicBezTo>
                      <a:pt x="48" y="23"/>
                      <a:pt x="47" y="25"/>
                      <a:pt x="46" y="27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2" y="34"/>
                      <a:pt x="41" y="35"/>
                      <a:pt x="40" y="35"/>
                    </a:cubicBezTo>
                    <a:cubicBezTo>
                      <a:pt x="40" y="35"/>
                      <a:pt x="39" y="34"/>
                      <a:pt x="37" y="34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7"/>
                      <a:pt x="33" y="16"/>
                      <a:pt x="34" y="16"/>
                    </a:cubicBezTo>
                    <a:cubicBezTo>
                      <a:pt x="35" y="16"/>
                      <a:pt x="36" y="17"/>
                      <a:pt x="37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8" y="12"/>
                      <a:pt x="29" y="13"/>
                      <a:pt x="29" y="14"/>
                    </a:cubicBezTo>
                    <a:cubicBezTo>
                      <a:pt x="29" y="15"/>
                      <a:pt x="29" y="16"/>
                      <a:pt x="28" y="1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1" y="18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5"/>
                      <a:pt x="23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7" name="Freeform 83">
                <a:extLst>
                  <a:ext uri="{FF2B5EF4-FFF2-40B4-BE49-F238E27FC236}">
                    <a16:creationId xmlns:a16="http://schemas.microsoft.com/office/drawing/2014/main" id="{F2ABBD38-422D-4053-8B88-EBA828C4C66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6" y="7600"/>
                <a:ext cx="37" cy="36"/>
              </a:xfrm>
              <a:custGeom>
                <a:avLst/>
                <a:gdLst>
                  <a:gd name="T0" fmla="*/ 9 w 50"/>
                  <a:gd name="T1" fmla="*/ 33 h 48"/>
                  <a:gd name="T2" fmla="*/ 9 w 50"/>
                  <a:gd name="T3" fmla="*/ 33 h 48"/>
                  <a:gd name="T4" fmla="*/ 6 w 50"/>
                  <a:gd name="T5" fmla="*/ 28 h 48"/>
                  <a:gd name="T6" fmla="*/ 9 w 50"/>
                  <a:gd name="T7" fmla="*/ 21 h 48"/>
                  <a:gd name="T8" fmla="*/ 11 w 50"/>
                  <a:gd name="T9" fmla="*/ 19 h 48"/>
                  <a:gd name="T10" fmla="*/ 35 w 50"/>
                  <a:gd name="T11" fmla="*/ 39 h 48"/>
                  <a:gd name="T12" fmla="*/ 38 w 50"/>
                  <a:gd name="T13" fmla="*/ 43 h 48"/>
                  <a:gd name="T14" fmla="*/ 36 w 50"/>
                  <a:gd name="T15" fmla="*/ 47 h 48"/>
                  <a:gd name="T16" fmla="*/ 36 w 50"/>
                  <a:gd name="T17" fmla="*/ 47 h 48"/>
                  <a:gd name="T18" fmla="*/ 36 w 50"/>
                  <a:gd name="T19" fmla="*/ 47 h 48"/>
                  <a:gd name="T20" fmla="*/ 37 w 50"/>
                  <a:gd name="T21" fmla="*/ 48 h 48"/>
                  <a:gd name="T22" fmla="*/ 50 w 50"/>
                  <a:gd name="T23" fmla="*/ 33 h 48"/>
                  <a:gd name="T24" fmla="*/ 48 w 50"/>
                  <a:gd name="T25" fmla="*/ 31 h 48"/>
                  <a:gd name="T26" fmla="*/ 48 w 50"/>
                  <a:gd name="T27" fmla="*/ 31 h 48"/>
                  <a:gd name="T28" fmla="*/ 44 w 50"/>
                  <a:gd name="T29" fmla="*/ 34 h 48"/>
                  <a:gd name="T30" fmla="*/ 40 w 50"/>
                  <a:gd name="T31" fmla="*/ 32 h 48"/>
                  <a:gd name="T32" fmla="*/ 16 w 50"/>
                  <a:gd name="T33" fmla="*/ 13 h 48"/>
                  <a:gd name="T34" fmla="*/ 17 w 50"/>
                  <a:gd name="T35" fmla="*/ 11 h 48"/>
                  <a:gd name="T36" fmla="*/ 24 w 50"/>
                  <a:gd name="T37" fmla="*/ 6 h 48"/>
                  <a:gd name="T38" fmla="*/ 28 w 50"/>
                  <a:gd name="T39" fmla="*/ 8 h 48"/>
                  <a:gd name="T40" fmla="*/ 29 w 50"/>
                  <a:gd name="T41" fmla="*/ 8 h 48"/>
                  <a:gd name="T42" fmla="*/ 30 w 50"/>
                  <a:gd name="T43" fmla="*/ 6 h 48"/>
                  <a:gd name="T44" fmla="*/ 22 w 50"/>
                  <a:gd name="T45" fmla="*/ 0 h 48"/>
                  <a:gd name="T46" fmla="*/ 0 w 50"/>
                  <a:gd name="T47" fmla="*/ 28 h 48"/>
                  <a:gd name="T48" fmla="*/ 7 w 50"/>
                  <a:gd name="T49" fmla="*/ 35 h 48"/>
                  <a:gd name="T50" fmla="*/ 9 w 50"/>
                  <a:gd name="T51" fmla="*/ 3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9" y="33"/>
                    </a:moveTo>
                    <a:cubicBezTo>
                      <a:pt x="9" y="33"/>
                      <a:pt x="9" y="33"/>
                      <a:pt x="9" y="33"/>
                    </a:cubicBezTo>
                    <a:cubicBezTo>
                      <a:pt x="7" y="31"/>
                      <a:pt x="6" y="29"/>
                      <a:pt x="6" y="28"/>
                    </a:cubicBezTo>
                    <a:cubicBezTo>
                      <a:pt x="6" y="26"/>
                      <a:pt x="7" y="24"/>
                      <a:pt x="9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40"/>
                      <a:pt x="38" y="41"/>
                      <a:pt x="38" y="43"/>
                    </a:cubicBezTo>
                    <a:cubicBezTo>
                      <a:pt x="38" y="44"/>
                      <a:pt x="37" y="45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6" y="34"/>
                      <a:pt x="45" y="34"/>
                      <a:pt x="44" y="34"/>
                    </a:cubicBezTo>
                    <a:cubicBezTo>
                      <a:pt x="43" y="34"/>
                      <a:pt x="42" y="34"/>
                      <a:pt x="40" y="3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8"/>
                      <a:pt x="22" y="6"/>
                      <a:pt x="24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7" y="35"/>
                      <a:pt x="7" y="35"/>
                      <a:pt x="7" y="35"/>
                    </a:cubicBezTo>
                    <a:lnTo>
                      <a:pt x="9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8" name="Freeform 84">
                <a:extLst>
                  <a:ext uri="{FF2B5EF4-FFF2-40B4-BE49-F238E27FC236}">
                    <a16:creationId xmlns:a16="http://schemas.microsoft.com/office/drawing/2014/main" id="{B712EBED-7E61-4970-A28E-E33B1ACD809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58" y="7577"/>
                <a:ext cx="40" cy="40"/>
              </a:xfrm>
              <a:custGeom>
                <a:avLst/>
                <a:gdLst>
                  <a:gd name="T0" fmla="*/ 2 w 54"/>
                  <a:gd name="T1" fmla="*/ 23 h 53"/>
                  <a:gd name="T2" fmla="*/ 6 w 54"/>
                  <a:gd name="T3" fmla="*/ 21 h 53"/>
                  <a:gd name="T4" fmla="*/ 10 w 54"/>
                  <a:gd name="T5" fmla="*/ 24 h 53"/>
                  <a:gd name="T6" fmla="*/ 28 w 54"/>
                  <a:gd name="T7" fmla="*/ 44 h 53"/>
                  <a:gd name="T8" fmla="*/ 30 w 54"/>
                  <a:gd name="T9" fmla="*/ 48 h 53"/>
                  <a:gd name="T10" fmla="*/ 27 w 54"/>
                  <a:gd name="T11" fmla="*/ 52 h 53"/>
                  <a:gd name="T12" fmla="*/ 27 w 54"/>
                  <a:gd name="T13" fmla="*/ 52 h 53"/>
                  <a:gd name="T14" fmla="*/ 27 w 54"/>
                  <a:gd name="T15" fmla="*/ 52 h 53"/>
                  <a:gd name="T16" fmla="*/ 28 w 54"/>
                  <a:gd name="T17" fmla="*/ 53 h 53"/>
                  <a:gd name="T18" fmla="*/ 54 w 54"/>
                  <a:gd name="T19" fmla="*/ 31 h 53"/>
                  <a:gd name="T20" fmla="*/ 48 w 54"/>
                  <a:gd name="T21" fmla="*/ 23 h 53"/>
                  <a:gd name="T22" fmla="*/ 46 w 54"/>
                  <a:gd name="T23" fmla="*/ 25 h 53"/>
                  <a:gd name="T24" fmla="*/ 46 w 54"/>
                  <a:gd name="T25" fmla="*/ 25 h 53"/>
                  <a:gd name="T26" fmla="*/ 48 w 54"/>
                  <a:gd name="T27" fmla="*/ 29 h 53"/>
                  <a:gd name="T28" fmla="*/ 44 w 54"/>
                  <a:gd name="T29" fmla="*/ 35 h 53"/>
                  <a:gd name="T30" fmla="*/ 39 w 54"/>
                  <a:gd name="T31" fmla="*/ 39 h 53"/>
                  <a:gd name="T32" fmla="*/ 37 w 54"/>
                  <a:gd name="T33" fmla="*/ 41 h 53"/>
                  <a:gd name="T34" fmla="*/ 34 w 54"/>
                  <a:gd name="T35" fmla="*/ 38 h 53"/>
                  <a:gd name="T36" fmla="*/ 25 w 54"/>
                  <a:gd name="T37" fmla="*/ 29 h 53"/>
                  <a:gd name="T38" fmla="*/ 32 w 54"/>
                  <a:gd name="T39" fmla="*/ 23 h 53"/>
                  <a:gd name="T40" fmla="*/ 35 w 54"/>
                  <a:gd name="T41" fmla="*/ 21 h 53"/>
                  <a:gd name="T42" fmla="*/ 39 w 54"/>
                  <a:gd name="T43" fmla="*/ 23 h 53"/>
                  <a:gd name="T44" fmla="*/ 39 w 54"/>
                  <a:gd name="T45" fmla="*/ 24 h 53"/>
                  <a:gd name="T46" fmla="*/ 41 w 54"/>
                  <a:gd name="T47" fmla="*/ 22 h 53"/>
                  <a:gd name="T48" fmla="*/ 32 w 54"/>
                  <a:gd name="T49" fmla="*/ 12 h 53"/>
                  <a:gd name="T50" fmla="*/ 30 w 54"/>
                  <a:gd name="T51" fmla="*/ 14 h 53"/>
                  <a:gd name="T52" fmla="*/ 30 w 54"/>
                  <a:gd name="T53" fmla="*/ 14 h 53"/>
                  <a:gd name="T54" fmla="*/ 32 w 54"/>
                  <a:gd name="T55" fmla="*/ 17 h 53"/>
                  <a:gd name="T56" fmla="*/ 30 w 54"/>
                  <a:gd name="T57" fmla="*/ 21 h 53"/>
                  <a:gd name="T58" fmla="*/ 23 w 54"/>
                  <a:gd name="T59" fmla="*/ 27 h 53"/>
                  <a:gd name="T60" fmla="*/ 16 w 54"/>
                  <a:gd name="T61" fmla="*/ 18 h 53"/>
                  <a:gd name="T62" fmla="*/ 14 w 54"/>
                  <a:gd name="T63" fmla="*/ 15 h 53"/>
                  <a:gd name="T64" fmla="*/ 16 w 54"/>
                  <a:gd name="T65" fmla="*/ 13 h 53"/>
                  <a:gd name="T66" fmla="*/ 19 w 54"/>
                  <a:gd name="T67" fmla="*/ 10 h 53"/>
                  <a:gd name="T68" fmla="*/ 26 w 54"/>
                  <a:gd name="T69" fmla="*/ 6 h 53"/>
                  <a:gd name="T70" fmla="*/ 30 w 54"/>
                  <a:gd name="T71" fmla="*/ 8 h 53"/>
                  <a:gd name="T72" fmla="*/ 30 w 54"/>
                  <a:gd name="T73" fmla="*/ 8 h 53"/>
                  <a:gd name="T74" fmla="*/ 32 w 54"/>
                  <a:gd name="T75" fmla="*/ 7 h 53"/>
                  <a:gd name="T76" fmla="*/ 25 w 54"/>
                  <a:gd name="T77" fmla="*/ 0 h 53"/>
                  <a:gd name="T78" fmla="*/ 0 w 54"/>
                  <a:gd name="T79" fmla="*/ 22 h 53"/>
                  <a:gd name="T80" fmla="*/ 2 w 54"/>
                  <a:gd name="T8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3">
                    <a:moveTo>
                      <a:pt x="2" y="23"/>
                    </a:moveTo>
                    <a:cubicBezTo>
                      <a:pt x="4" y="22"/>
                      <a:pt x="5" y="21"/>
                      <a:pt x="6" y="21"/>
                    </a:cubicBezTo>
                    <a:cubicBezTo>
                      <a:pt x="7" y="21"/>
                      <a:pt x="8" y="22"/>
                      <a:pt x="10" y="2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6"/>
                      <a:pt x="30" y="47"/>
                      <a:pt x="30" y="48"/>
                    </a:cubicBezTo>
                    <a:cubicBezTo>
                      <a:pt x="30" y="49"/>
                      <a:pt x="29" y="50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7" y="26"/>
                      <a:pt x="48" y="28"/>
                      <a:pt x="48" y="29"/>
                    </a:cubicBezTo>
                    <a:cubicBezTo>
                      <a:pt x="48" y="31"/>
                      <a:pt x="47" y="33"/>
                      <a:pt x="44" y="35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40"/>
                      <a:pt x="37" y="41"/>
                      <a:pt x="37" y="41"/>
                    </a:cubicBezTo>
                    <a:cubicBezTo>
                      <a:pt x="36" y="41"/>
                      <a:pt x="35" y="40"/>
                      <a:pt x="34" y="3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4" y="21"/>
                      <a:pt x="35" y="21"/>
                    </a:cubicBezTo>
                    <a:cubicBezTo>
                      <a:pt x="36" y="21"/>
                      <a:pt x="37" y="22"/>
                      <a:pt x="39" y="2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1" y="15"/>
                      <a:pt x="32" y="16"/>
                      <a:pt x="32" y="17"/>
                    </a:cubicBezTo>
                    <a:cubicBezTo>
                      <a:pt x="32" y="18"/>
                      <a:pt x="31" y="19"/>
                      <a:pt x="30" y="21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4" y="16"/>
                      <a:pt x="14" y="15"/>
                    </a:cubicBezTo>
                    <a:cubicBezTo>
                      <a:pt x="14" y="15"/>
                      <a:pt x="15" y="14"/>
                      <a:pt x="16" y="13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2" y="7"/>
                      <a:pt x="24" y="6"/>
                      <a:pt x="26" y="6"/>
                    </a:cubicBezTo>
                    <a:cubicBezTo>
                      <a:pt x="27" y="6"/>
                      <a:pt x="28" y="7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9" name="Freeform 85">
                <a:extLst>
                  <a:ext uri="{FF2B5EF4-FFF2-40B4-BE49-F238E27FC236}">
                    <a16:creationId xmlns:a16="http://schemas.microsoft.com/office/drawing/2014/main" id="{090D8DD6-6413-4DE6-BC38-15AF9E515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8" y="7552"/>
                <a:ext cx="41" cy="44"/>
              </a:xfrm>
              <a:custGeom>
                <a:avLst/>
                <a:gdLst>
                  <a:gd name="T0" fmla="*/ 1 w 55"/>
                  <a:gd name="T1" fmla="*/ 24 h 59"/>
                  <a:gd name="T2" fmla="*/ 5 w 55"/>
                  <a:gd name="T3" fmla="*/ 23 h 59"/>
                  <a:gd name="T4" fmla="*/ 8 w 55"/>
                  <a:gd name="T5" fmla="*/ 26 h 59"/>
                  <a:gd name="T6" fmla="*/ 22 w 55"/>
                  <a:gd name="T7" fmla="*/ 50 h 59"/>
                  <a:gd name="T8" fmla="*/ 23 w 55"/>
                  <a:gd name="T9" fmla="*/ 53 h 59"/>
                  <a:gd name="T10" fmla="*/ 19 w 55"/>
                  <a:gd name="T11" fmla="*/ 57 h 59"/>
                  <a:gd name="T12" fmla="*/ 19 w 55"/>
                  <a:gd name="T13" fmla="*/ 57 h 59"/>
                  <a:gd name="T14" fmla="*/ 19 w 55"/>
                  <a:gd name="T15" fmla="*/ 58 h 59"/>
                  <a:gd name="T16" fmla="*/ 20 w 55"/>
                  <a:gd name="T17" fmla="*/ 59 h 59"/>
                  <a:gd name="T18" fmla="*/ 35 w 55"/>
                  <a:gd name="T19" fmla="*/ 51 h 59"/>
                  <a:gd name="T20" fmla="*/ 34 w 55"/>
                  <a:gd name="T21" fmla="*/ 49 h 59"/>
                  <a:gd name="T22" fmla="*/ 33 w 55"/>
                  <a:gd name="T23" fmla="*/ 49 h 59"/>
                  <a:gd name="T24" fmla="*/ 30 w 55"/>
                  <a:gd name="T25" fmla="*/ 51 h 59"/>
                  <a:gd name="T26" fmla="*/ 26 w 55"/>
                  <a:gd name="T27" fmla="*/ 47 h 59"/>
                  <a:gd name="T28" fmla="*/ 12 w 55"/>
                  <a:gd name="T29" fmla="*/ 23 h 59"/>
                  <a:gd name="T30" fmla="*/ 49 w 55"/>
                  <a:gd name="T31" fmla="*/ 43 h 59"/>
                  <a:gd name="T32" fmla="*/ 55 w 55"/>
                  <a:gd name="T33" fmla="*/ 39 h 59"/>
                  <a:gd name="T34" fmla="*/ 38 w 55"/>
                  <a:gd name="T35" fmla="*/ 9 h 59"/>
                  <a:gd name="T36" fmla="*/ 37 w 55"/>
                  <a:gd name="T37" fmla="*/ 6 h 59"/>
                  <a:gd name="T38" fmla="*/ 40 w 55"/>
                  <a:gd name="T39" fmla="*/ 2 h 59"/>
                  <a:gd name="T40" fmla="*/ 41 w 55"/>
                  <a:gd name="T41" fmla="*/ 2 h 59"/>
                  <a:gd name="T42" fmla="*/ 40 w 55"/>
                  <a:gd name="T43" fmla="*/ 0 h 59"/>
                  <a:gd name="T44" fmla="*/ 25 w 55"/>
                  <a:gd name="T45" fmla="*/ 8 h 59"/>
                  <a:gd name="T46" fmla="*/ 26 w 55"/>
                  <a:gd name="T47" fmla="*/ 10 h 59"/>
                  <a:gd name="T48" fmla="*/ 26 w 55"/>
                  <a:gd name="T49" fmla="*/ 10 h 59"/>
                  <a:gd name="T50" fmla="*/ 30 w 55"/>
                  <a:gd name="T51" fmla="*/ 8 h 59"/>
                  <a:gd name="T52" fmla="*/ 34 w 55"/>
                  <a:gd name="T53" fmla="*/ 12 h 59"/>
                  <a:gd name="T54" fmla="*/ 47 w 55"/>
                  <a:gd name="T55" fmla="*/ 34 h 59"/>
                  <a:gd name="T56" fmla="*/ 12 w 55"/>
                  <a:gd name="T57" fmla="*/ 16 h 59"/>
                  <a:gd name="T58" fmla="*/ 0 w 55"/>
                  <a:gd name="T59" fmla="*/ 23 h 59"/>
                  <a:gd name="T60" fmla="*/ 0 w 55"/>
                  <a:gd name="T61" fmla="*/ 24 h 59"/>
                  <a:gd name="T62" fmla="*/ 1 w 55"/>
                  <a:gd name="T63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9">
                    <a:moveTo>
                      <a:pt x="1" y="24"/>
                    </a:moveTo>
                    <a:cubicBezTo>
                      <a:pt x="2" y="23"/>
                      <a:pt x="4" y="23"/>
                      <a:pt x="5" y="23"/>
                    </a:cubicBezTo>
                    <a:cubicBezTo>
                      <a:pt x="6" y="23"/>
                      <a:pt x="7" y="24"/>
                      <a:pt x="8" y="26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51"/>
                      <a:pt x="23" y="53"/>
                      <a:pt x="23" y="53"/>
                    </a:cubicBezTo>
                    <a:cubicBezTo>
                      <a:pt x="23" y="55"/>
                      <a:pt x="22" y="56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50"/>
                      <a:pt x="31" y="51"/>
                      <a:pt x="30" y="51"/>
                    </a:cubicBezTo>
                    <a:cubicBezTo>
                      <a:pt x="28" y="51"/>
                      <a:pt x="27" y="50"/>
                      <a:pt x="26" y="4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7" y="8"/>
                      <a:pt x="37" y="6"/>
                      <a:pt x="37" y="6"/>
                    </a:cubicBezTo>
                    <a:cubicBezTo>
                      <a:pt x="37" y="4"/>
                      <a:pt x="38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9" y="8"/>
                      <a:pt x="30" y="8"/>
                    </a:cubicBezTo>
                    <a:cubicBezTo>
                      <a:pt x="32" y="8"/>
                      <a:pt x="33" y="9"/>
                      <a:pt x="34" y="12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0" name="Freeform 86">
                <a:extLst>
                  <a:ext uri="{FF2B5EF4-FFF2-40B4-BE49-F238E27FC236}">
                    <a16:creationId xmlns:a16="http://schemas.microsoft.com/office/drawing/2014/main" id="{91BF7CFE-5190-40EA-8FF2-E369095869A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32" y="7542"/>
                <a:ext cx="27" cy="34"/>
              </a:xfrm>
              <a:custGeom>
                <a:avLst/>
                <a:gdLst>
                  <a:gd name="T0" fmla="*/ 11 w 36"/>
                  <a:gd name="T1" fmla="*/ 25 h 46"/>
                  <a:gd name="T2" fmla="*/ 28 w 36"/>
                  <a:gd name="T3" fmla="*/ 32 h 46"/>
                  <a:gd name="T4" fmla="*/ 28 w 36"/>
                  <a:gd name="T5" fmla="*/ 34 h 46"/>
                  <a:gd name="T6" fmla="*/ 21 w 36"/>
                  <a:gd name="T7" fmla="*/ 41 h 46"/>
                  <a:gd name="T8" fmla="*/ 17 w 36"/>
                  <a:gd name="T9" fmla="*/ 42 h 46"/>
                  <a:gd name="T10" fmla="*/ 8 w 36"/>
                  <a:gd name="T11" fmla="*/ 36 h 46"/>
                  <a:gd name="T12" fmla="*/ 8 w 36"/>
                  <a:gd name="T13" fmla="*/ 35 h 46"/>
                  <a:gd name="T14" fmla="*/ 5 w 36"/>
                  <a:gd name="T15" fmla="*/ 36 h 46"/>
                  <a:gd name="T16" fmla="*/ 9 w 36"/>
                  <a:gd name="T17" fmla="*/ 46 h 46"/>
                  <a:gd name="T18" fmla="*/ 9 w 36"/>
                  <a:gd name="T19" fmla="*/ 46 h 46"/>
                  <a:gd name="T20" fmla="*/ 21 w 36"/>
                  <a:gd name="T21" fmla="*/ 44 h 46"/>
                  <a:gd name="T22" fmla="*/ 35 w 36"/>
                  <a:gd name="T23" fmla="*/ 34 h 46"/>
                  <a:gd name="T24" fmla="*/ 35 w 36"/>
                  <a:gd name="T25" fmla="*/ 33 h 46"/>
                  <a:gd name="T26" fmla="*/ 36 w 36"/>
                  <a:gd name="T27" fmla="*/ 31 h 46"/>
                  <a:gd name="T28" fmla="*/ 35 w 36"/>
                  <a:gd name="T29" fmla="*/ 28 h 46"/>
                  <a:gd name="T30" fmla="*/ 27 w 36"/>
                  <a:gd name="T31" fmla="*/ 20 h 46"/>
                  <a:gd name="T32" fmla="*/ 7 w 36"/>
                  <a:gd name="T33" fmla="*/ 13 h 46"/>
                  <a:gd name="T34" fmla="*/ 7 w 36"/>
                  <a:gd name="T35" fmla="*/ 11 h 46"/>
                  <a:gd name="T36" fmla="*/ 14 w 36"/>
                  <a:gd name="T37" fmla="*/ 5 h 46"/>
                  <a:gd name="T38" fmla="*/ 18 w 36"/>
                  <a:gd name="T39" fmla="*/ 4 h 46"/>
                  <a:gd name="T40" fmla="*/ 25 w 36"/>
                  <a:gd name="T41" fmla="*/ 10 h 46"/>
                  <a:gd name="T42" fmla="*/ 25 w 36"/>
                  <a:gd name="T43" fmla="*/ 10 h 46"/>
                  <a:gd name="T44" fmla="*/ 26 w 36"/>
                  <a:gd name="T45" fmla="*/ 10 h 46"/>
                  <a:gd name="T46" fmla="*/ 28 w 36"/>
                  <a:gd name="T47" fmla="*/ 9 h 46"/>
                  <a:gd name="T48" fmla="*/ 25 w 36"/>
                  <a:gd name="T49" fmla="*/ 0 h 46"/>
                  <a:gd name="T50" fmla="*/ 24 w 36"/>
                  <a:gd name="T51" fmla="*/ 0 h 46"/>
                  <a:gd name="T52" fmla="*/ 13 w 36"/>
                  <a:gd name="T53" fmla="*/ 2 h 46"/>
                  <a:gd name="T54" fmla="*/ 1 w 36"/>
                  <a:gd name="T55" fmla="*/ 12 h 46"/>
                  <a:gd name="T56" fmla="*/ 0 w 36"/>
                  <a:gd name="T57" fmla="*/ 14 h 46"/>
                  <a:gd name="T58" fmla="*/ 1 w 36"/>
                  <a:gd name="T59" fmla="*/ 17 h 46"/>
                  <a:gd name="T60" fmla="*/ 11 w 36"/>
                  <a:gd name="T61" fmla="*/ 25 h 46"/>
                  <a:gd name="T62" fmla="*/ 1 w 36"/>
                  <a:gd name="T63" fmla="*/ 13 h 46"/>
                  <a:gd name="T64" fmla="*/ 1 w 36"/>
                  <a:gd name="T65" fmla="*/ 14 h 46"/>
                  <a:gd name="T66" fmla="*/ 1 w 36"/>
                  <a:gd name="T67" fmla="*/ 14 h 46"/>
                  <a:gd name="T68" fmla="*/ 1 w 36"/>
                  <a:gd name="T69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11" y="25"/>
                    </a:moveTo>
                    <a:cubicBezTo>
                      <a:pt x="18" y="26"/>
                      <a:pt x="26" y="26"/>
                      <a:pt x="28" y="32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8" y="37"/>
                      <a:pt x="26" y="40"/>
                      <a:pt x="21" y="41"/>
                    </a:cubicBezTo>
                    <a:cubicBezTo>
                      <a:pt x="19" y="41"/>
                      <a:pt x="18" y="42"/>
                      <a:pt x="17" y="42"/>
                    </a:cubicBezTo>
                    <a:cubicBezTo>
                      <a:pt x="11" y="42"/>
                      <a:pt x="9" y="38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6"/>
                      <a:pt x="16" y="46"/>
                      <a:pt x="21" y="44"/>
                    </a:cubicBezTo>
                    <a:cubicBezTo>
                      <a:pt x="29" y="42"/>
                      <a:pt x="34" y="39"/>
                      <a:pt x="35" y="34"/>
                    </a:cubicBezTo>
                    <a:cubicBezTo>
                      <a:pt x="35" y="34"/>
                      <a:pt x="35" y="33"/>
                      <a:pt x="35" y="33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4" y="23"/>
                      <a:pt x="31" y="21"/>
                      <a:pt x="27" y="20"/>
                    </a:cubicBezTo>
                    <a:cubicBezTo>
                      <a:pt x="21" y="18"/>
                      <a:pt x="9" y="18"/>
                      <a:pt x="7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7" y="9"/>
                      <a:pt x="9" y="6"/>
                      <a:pt x="14" y="5"/>
                    </a:cubicBezTo>
                    <a:cubicBezTo>
                      <a:pt x="15" y="5"/>
                      <a:pt x="17" y="4"/>
                      <a:pt x="18" y="4"/>
                    </a:cubicBezTo>
                    <a:cubicBezTo>
                      <a:pt x="22" y="4"/>
                      <a:pt x="24" y="7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6" y="4"/>
                      <a:pt x="2" y="7"/>
                      <a:pt x="1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21"/>
                      <a:pt x="6" y="23"/>
                      <a:pt x="11" y="25"/>
                    </a:cubicBezTo>
                    <a:moveTo>
                      <a:pt x="1" y="13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1" name="Freeform 87">
                <a:extLst>
                  <a:ext uri="{FF2B5EF4-FFF2-40B4-BE49-F238E27FC236}">
                    <a16:creationId xmlns:a16="http://schemas.microsoft.com/office/drawing/2014/main" id="{22387B33-D4F2-49AC-9CE8-B15D82DE9E9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65" y="7537"/>
                <a:ext cx="104" cy="46"/>
              </a:xfrm>
              <a:custGeom>
                <a:avLst/>
                <a:gdLst>
                  <a:gd name="T0" fmla="*/ 1 w 140"/>
                  <a:gd name="T1" fmla="*/ 4 h 62"/>
                  <a:gd name="T2" fmla="*/ 7 w 140"/>
                  <a:gd name="T3" fmla="*/ 36 h 62"/>
                  <a:gd name="T4" fmla="*/ 2 w 140"/>
                  <a:gd name="T5" fmla="*/ 42 h 62"/>
                  <a:gd name="T6" fmla="*/ 1 w 140"/>
                  <a:gd name="T7" fmla="*/ 42 h 62"/>
                  <a:gd name="T8" fmla="*/ 1 w 140"/>
                  <a:gd name="T9" fmla="*/ 44 h 62"/>
                  <a:gd name="T10" fmla="*/ 20 w 140"/>
                  <a:gd name="T11" fmla="*/ 41 h 62"/>
                  <a:gd name="T12" fmla="*/ 19 w 140"/>
                  <a:gd name="T13" fmla="*/ 41 h 62"/>
                  <a:gd name="T14" fmla="*/ 15 w 140"/>
                  <a:gd name="T15" fmla="*/ 23 h 62"/>
                  <a:gd name="T16" fmla="*/ 28 w 140"/>
                  <a:gd name="T17" fmla="*/ 40 h 62"/>
                  <a:gd name="T18" fmla="*/ 24 w 140"/>
                  <a:gd name="T19" fmla="*/ 41 h 62"/>
                  <a:gd name="T20" fmla="*/ 24 w 140"/>
                  <a:gd name="T21" fmla="*/ 43 h 62"/>
                  <a:gd name="T22" fmla="*/ 45 w 140"/>
                  <a:gd name="T23" fmla="*/ 42 h 62"/>
                  <a:gd name="T24" fmla="*/ 61 w 140"/>
                  <a:gd name="T25" fmla="*/ 43 h 62"/>
                  <a:gd name="T26" fmla="*/ 56 w 140"/>
                  <a:gd name="T27" fmla="*/ 41 h 62"/>
                  <a:gd name="T28" fmla="*/ 57 w 140"/>
                  <a:gd name="T29" fmla="*/ 38 h 62"/>
                  <a:gd name="T30" fmla="*/ 78 w 140"/>
                  <a:gd name="T31" fmla="*/ 36 h 62"/>
                  <a:gd name="T32" fmla="*/ 80 w 140"/>
                  <a:gd name="T33" fmla="*/ 44 h 62"/>
                  <a:gd name="T34" fmla="*/ 77 w 140"/>
                  <a:gd name="T35" fmla="*/ 47 h 62"/>
                  <a:gd name="T36" fmla="*/ 74 w 140"/>
                  <a:gd name="T37" fmla="*/ 46 h 62"/>
                  <a:gd name="T38" fmla="*/ 93 w 140"/>
                  <a:gd name="T39" fmla="*/ 52 h 62"/>
                  <a:gd name="T40" fmla="*/ 111 w 140"/>
                  <a:gd name="T41" fmla="*/ 62 h 62"/>
                  <a:gd name="T42" fmla="*/ 112 w 140"/>
                  <a:gd name="T43" fmla="*/ 60 h 62"/>
                  <a:gd name="T44" fmla="*/ 109 w 140"/>
                  <a:gd name="T45" fmla="*/ 52 h 62"/>
                  <a:gd name="T46" fmla="*/ 116 w 140"/>
                  <a:gd name="T47" fmla="*/ 43 h 62"/>
                  <a:gd name="T48" fmla="*/ 139 w 140"/>
                  <a:gd name="T49" fmla="*/ 41 h 62"/>
                  <a:gd name="T50" fmla="*/ 139 w 140"/>
                  <a:gd name="T51" fmla="*/ 38 h 62"/>
                  <a:gd name="T52" fmla="*/ 129 w 140"/>
                  <a:gd name="T53" fmla="*/ 24 h 62"/>
                  <a:gd name="T54" fmla="*/ 110 w 140"/>
                  <a:gd name="T55" fmla="*/ 17 h 62"/>
                  <a:gd name="T56" fmla="*/ 114 w 140"/>
                  <a:gd name="T57" fmla="*/ 21 h 62"/>
                  <a:gd name="T58" fmla="*/ 102 w 140"/>
                  <a:gd name="T59" fmla="*/ 49 h 62"/>
                  <a:gd name="T60" fmla="*/ 94 w 140"/>
                  <a:gd name="T61" fmla="*/ 51 h 62"/>
                  <a:gd name="T62" fmla="*/ 94 w 140"/>
                  <a:gd name="T63" fmla="*/ 52 h 62"/>
                  <a:gd name="T64" fmla="*/ 94 w 140"/>
                  <a:gd name="T65" fmla="*/ 50 h 62"/>
                  <a:gd name="T66" fmla="*/ 87 w 140"/>
                  <a:gd name="T67" fmla="*/ 43 h 62"/>
                  <a:gd name="T68" fmla="*/ 74 w 140"/>
                  <a:gd name="T69" fmla="*/ 5 h 62"/>
                  <a:gd name="T70" fmla="*/ 47 w 140"/>
                  <a:gd name="T71" fmla="*/ 40 h 62"/>
                  <a:gd name="T72" fmla="*/ 44 w 140"/>
                  <a:gd name="T73" fmla="*/ 40 h 62"/>
                  <a:gd name="T74" fmla="*/ 44 w 140"/>
                  <a:gd name="T75" fmla="*/ 40 h 62"/>
                  <a:gd name="T76" fmla="*/ 21 w 140"/>
                  <a:gd name="T77" fmla="*/ 20 h 62"/>
                  <a:gd name="T78" fmla="*/ 40 w 140"/>
                  <a:gd name="T79" fmla="*/ 2 h 62"/>
                  <a:gd name="T80" fmla="*/ 41 w 140"/>
                  <a:gd name="T81" fmla="*/ 0 h 62"/>
                  <a:gd name="T82" fmla="*/ 23 w 140"/>
                  <a:gd name="T83" fmla="*/ 3 h 62"/>
                  <a:gd name="T84" fmla="*/ 25 w 140"/>
                  <a:gd name="T85" fmla="*/ 3 h 62"/>
                  <a:gd name="T86" fmla="*/ 28 w 140"/>
                  <a:gd name="T87" fmla="*/ 4 h 62"/>
                  <a:gd name="T88" fmla="*/ 25 w 140"/>
                  <a:gd name="T89" fmla="*/ 7 h 62"/>
                  <a:gd name="T90" fmla="*/ 14 w 140"/>
                  <a:gd name="T91" fmla="*/ 9 h 62"/>
                  <a:gd name="T92" fmla="*/ 18 w 140"/>
                  <a:gd name="T93" fmla="*/ 3 h 62"/>
                  <a:gd name="T94" fmla="*/ 19 w 140"/>
                  <a:gd name="T95" fmla="*/ 1 h 62"/>
                  <a:gd name="T96" fmla="*/ 0 w 140"/>
                  <a:gd name="T97" fmla="*/ 4 h 62"/>
                  <a:gd name="T98" fmla="*/ 123 w 140"/>
                  <a:gd name="T99" fmla="*/ 25 h 62"/>
                  <a:gd name="T100" fmla="*/ 132 w 140"/>
                  <a:gd name="T101" fmla="*/ 33 h 62"/>
                  <a:gd name="T102" fmla="*/ 124 w 140"/>
                  <a:gd name="T103" fmla="*/ 43 h 62"/>
                  <a:gd name="T104" fmla="*/ 115 w 140"/>
                  <a:gd name="T105" fmla="*/ 39 h 62"/>
                  <a:gd name="T106" fmla="*/ 74 w 140"/>
                  <a:gd name="T107" fmla="*/ 13 h 62"/>
                  <a:gd name="T108" fmla="*/ 63 w 140"/>
                  <a:gd name="T10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" h="62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5" y="4"/>
                      <a:pt x="6" y="5"/>
                      <a:pt x="6" y="9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41"/>
                      <a:pt x="6" y="42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19" y="41"/>
                      <a:pt x="19" y="41"/>
                    </a:cubicBezTo>
                    <a:cubicBezTo>
                      <a:pt x="16" y="41"/>
                      <a:pt x="15" y="40"/>
                      <a:pt x="15" y="36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8"/>
                      <a:pt x="28" y="39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1"/>
                      <a:pt x="27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7" y="43"/>
                      <a:pt x="56" y="42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39"/>
                      <a:pt x="57" y="39"/>
                      <a:pt x="57" y="38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79" y="46"/>
                      <a:pt x="79" y="47"/>
                      <a:pt x="77" y="47"/>
                    </a:cubicBezTo>
                    <a:cubicBezTo>
                      <a:pt x="76" y="47"/>
                      <a:pt x="75" y="47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09" y="58"/>
                      <a:pt x="108" y="57"/>
                      <a:pt x="108" y="56"/>
                    </a:cubicBezTo>
                    <a:cubicBezTo>
                      <a:pt x="108" y="55"/>
                      <a:pt x="108" y="54"/>
                      <a:pt x="109" y="52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20" y="45"/>
                      <a:pt x="125" y="47"/>
                      <a:pt x="129" y="47"/>
                    </a:cubicBezTo>
                    <a:cubicBezTo>
                      <a:pt x="133" y="47"/>
                      <a:pt x="136" y="46"/>
                      <a:pt x="139" y="41"/>
                    </a:cubicBezTo>
                    <a:cubicBezTo>
                      <a:pt x="139" y="40"/>
                      <a:pt x="139" y="40"/>
                      <a:pt x="139" y="39"/>
                    </a:cubicBezTo>
                    <a:cubicBezTo>
                      <a:pt x="139" y="38"/>
                      <a:pt x="139" y="38"/>
                      <a:pt x="139" y="38"/>
                    </a:cubicBez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1"/>
                      <a:pt x="135" y="27"/>
                      <a:pt x="129" y="24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3" y="18"/>
                      <a:pt x="114" y="19"/>
                      <a:pt x="114" y="21"/>
                    </a:cubicBezTo>
                    <a:cubicBezTo>
                      <a:pt x="114" y="22"/>
                      <a:pt x="114" y="23"/>
                      <a:pt x="113" y="25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0" y="52"/>
                      <a:pt x="99" y="53"/>
                      <a:pt x="98" y="53"/>
                    </a:cubicBezTo>
                    <a:cubicBezTo>
                      <a:pt x="97" y="53"/>
                      <a:pt x="96" y="52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9" y="49"/>
                      <a:pt x="88" y="48"/>
                      <a:pt x="87" y="43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9"/>
                      <a:pt x="49" y="40"/>
                      <a:pt x="47" y="40"/>
                    </a:cubicBezTo>
                    <a:cubicBezTo>
                      <a:pt x="46" y="40"/>
                      <a:pt x="45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39" y="40"/>
                      <a:pt x="36" y="38"/>
                      <a:pt x="34" y="35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4"/>
                      <a:pt x="35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3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6"/>
                      <a:pt x="25" y="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4"/>
                      <a:pt x="15" y="4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  <a:moveTo>
                      <a:pt x="120" y="28"/>
                    </a:moveTo>
                    <a:cubicBezTo>
                      <a:pt x="121" y="26"/>
                      <a:pt x="122" y="25"/>
                      <a:pt x="123" y="25"/>
                    </a:cubicBezTo>
                    <a:cubicBezTo>
                      <a:pt x="124" y="25"/>
                      <a:pt x="125" y="25"/>
                      <a:pt x="126" y="26"/>
                    </a:cubicBezTo>
                    <a:cubicBezTo>
                      <a:pt x="130" y="28"/>
                      <a:pt x="132" y="30"/>
                      <a:pt x="132" y="33"/>
                    </a:cubicBezTo>
                    <a:cubicBezTo>
                      <a:pt x="132" y="34"/>
                      <a:pt x="132" y="36"/>
                      <a:pt x="131" y="37"/>
                    </a:cubicBezTo>
                    <a:cubicBezTo>
                      <a:pt x="129" y="41"/>
                      <a:pt x="127" y="43"/>
                      <a:pt x="124" y="43"/>
                    </a:cubicBezTo>
                    <a:cubicBezTo>
                      <a:pt x="122" y="43"/>
                      <a:pt x="119" y="42"/>
                      <a:pt x="117" y="40"/>
                    </a:cubicBezTo>
                    <a:cubicBezTo>
                      <a:pt x="115" y="39"/>
                      <a:pt x="115" y="39"/>
                      <a:pt x="115" y="39"/>
                    </a:cubicBezTo>
                    <a:lnTo>
                      <a:pt x="120" y="28"/>
                    </a:lnTo>
                    <a:close/>
                    <a:moveTo>
                      <a:pt x="74" y="1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63" y="29"/>
                      <a:pt x="63" y="29"/>
                      <a:pt x="63" y="29"/>
                    </a:cubicBezTo>
                    <a:lnTo>
                      <a:pt x="74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2" name="Freeform 88">
                <a:extLst>
                  <a:ext uri="{FF2B5EF4-FFF2-40B4-BE49-F238E27FC236}">
                    <a16:creationId xmlns:a16="http://schemas.microsoft.com/office/drawing/2014/main" id="{55D7C82B-0FE5-4523-A7E4-E4026DF3D18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2" y="7568"/>
                <a:ext cx="35" cy="32"/>
              </a:xfrm>
              <a:custGeom>
                <a:avLst/>
                <a:gdLst>
                  <a:gd name="T0" fmla="*/ 8 w 47"/>
                  <a:gd name="T1" fmla="*/ 22 h 43"/>
                  <a:gd name="T2" fmla="*/ 8 w 47"/>
                  <a:gd name="T3" fmla="*/ 21 h 43"/>
                  <a:gd name="T4" fmla="*/ 6 w 47"/>
                  <a:gd name="T5" fmla="*/ 20 h 43"/>
                  <a:gd name="T6" fmla="*/ 0 w 47"/>
                  <a:gd name="T7" fmla="*/ 29 h 43"/>
                  <a:gd name="T8" fmla="*/ 1 w 47"/>
                  <a:gd name="T9" fmla="*/ 29 h 43"/>
                  <a:gd name="T10" fmla="*/ 10 w 47"/>
                  <a:gd name="T11" fmla="*/ 38 h 43"/>
                  <a:gd name="T12" fmla="*/ 23 w 47"/>
                  <a:gd name="T13" fmla="*/ 43 h 43"/>
                  <a:gd name="T14" fmla="*/ 23 w 47"/>
                  <a:gd name="T15" fmla="*/ 43 h 43"/>
                  <a:gd name="T16" fmla="*/ 32 w 47"/>
                  <a:gd name="T17" fmla="*/ 39 h 43"/>
                  <a:gd name="T18" fmla="*/ 34 w 47"/>
                  <a:gd name="T19" fmla="*/ 33 h 43"/>
                  <a:gd name="T20" fmla="*/ 33 w 47"/>
                  <a:gd name="T21" fmla="*/ 30 h 43"/>
                  <a:gd name="T22" fmla="*/ 33 w 47"/>
                  <a:gd name="T23" fmla="*/ 30 h 43"/>
                  <a:gd name="T24" fmla="*/ 32 w 47"/>
                  <a:gd name="T25" fmla="*/ 27 h 43"/>
                  <a:gd name="T26" fmla="*/ 25 w 47"/>
                  <a:gd name="T27" fmla="*/ 10 h 43"/>
                  <a:gd name="T28" fmla="*/ 26 w 47"/>
                  <a:gd name="T29" fmla="*/ 7 h 43"/>
                  <a:gd name="T30" fmla="*/ 30 w 47"/>
                  <a:gd name="T31" fmla="*/ 5 h 43"/>
                  <a:gd name="T32" fmla="*/ 36 w 47"/>
                  <a:gd name="T33" fmla="*/ 8 h 43"/>
                  <a:gd name="T34" fmla="*/ 41 w 47"/>
                  <a:gd name="T35" fmla="*/ 15 h 43"/>
                  <a:gd name="T36" fmla="*/ 39 w 47"/>
                  <a:gd name="T37" fmla="*/ 20 h 43"/>
                  <a:gd name="T38" fmla="*/ 39 w 47"/>
                  <a:gd name="T39" fmla="*/ 20 h 43"/>
                  <a:gd name="T40" fmla="*/ 39 w 47"/>
                  <a:gd name="T41" fmla="*/ 20 h 43"/>
                  <a:gd name="T42" fmla="*/ 41 w 47"/>
                  <a:gd name="T43" fmla="*/ 21 h 43"/>
                  <a:gd name="T44" fmla="*/ 47 w 47"/>
                  <a:gd name="T45" fmla="*/ 13 h 43"/>
                  <a:gd name="T46" fmla="*/ 47 w 47"/>
                  <a:gd name="T47" fmla="*/ 13 h 43"/>
                  <a:gd name="T48" fmla="*/ 38 w 47"/>
                  <a:gd name="T49" fmla="*/ 5 h 43"/>
                  <a:gd name="T50" fmla="*/ 27 w 47"/>
                  <a:gd name="T51" fmla="*/ 0 h 43"/>
                  <a:gd name="T52" fmla="*/ 19 w 47"/>
                  <a:gd name="T53" fmla="*/ 4 h 43"/>
                  <a:gd name="T54" fmla="*/ 17 w 47"/>
                  <a:gd name="T55" fmla="*/ 10 h 43"/>
                  <a:gd name="T56" fmla="*/ 19 w 47"/>
                  <a:gd name="T57" fmla="*/ 17 h 43"/>
                  <a:gd name="T58" fmla="*/ 25 w 47"/>
                  <a:gd name="T59" fmla="*/ 32 h 43"/>
                  <a:gd name="T60" fmla="*/ 24 w 47"/>
                  <a:gd name="T61" fmla="*/ 36 h 43"/>
                  <a:gd name="T62" fmla="*/ 19 w 47"/>
                  <a:gd name="T63" fmla="*/ 38 h 43"/>
                  <a:gd name="T64" fmla="*/ 12 w 47"/>
                  <a:gd name="T65" fmla="*/ 35 h 43"/>
                  <a:gd name="T66" fmla="*/ 7 w 47"/>
                  <a:gd name="T67" fmla="*/ 27 h 43"/>
                  <a:gd name="T68" fmla="*/ 8 w 47"/>
                  <a:gd name="T6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43">
                    <a:moveTo>
                      <a:pt x="8" y="22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5" y="35"/>
                      <a:pt x="10" y="38"/>
                    </a:cubicBezTo>
                    <a:cubicBezTo>
                      <a:pt x="14" y="41"/>
                      <a:pt x="19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6" y="43"/>
                      <a:pt x="29" y="42"/>
                      <a:pt x="32" y="39"/>
                    </a:cubicBezTo>
                    <a:cubicBezTo>
                      <a:pt x="33" y="37"/>
                      <a:pt x="34" y="35"/>
                      <a:pt x="34" y="33"/>
                    </a:cubicBezTo>
                    <a:cubicBezTo>
                      <a:pt x="34" y="32"/>
                      <a:pt x="33" y="31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1" y="22"/>
                      <a:pt x="25" y="15"/>
                      <a:pt x="25" y="10"/>
                    </a:cubicBezTo>
                    <a:cubicBezTo>
                      <a:pt x="25" y="9"/>
                      <a:pt x="25" y="8"/>
                      <a:pt x="26" y="7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5"/>
                      <a:pt x="34" y="6"/>
                      <a:pt x="36" y="8"/>
                    </a:cubicBezTo>
                    <a:cubicBezTo>
                      <a:pt x="40" y="10"/>
                      <a:pt x="41" y="13"/>
                      <a:pt x="41" y="15"/>
                    </a:cubicBezTo>
                    <a:cubicBezTo>
                      <a:pt x="41" y="17"/>
                      <a:pt x="40" y="18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11"/>
                      <a:pt x="42" y="8"/>
                      <a:pt x="38" y="5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3" y="0"/>
                      <a:pt x="21" y="2"/>
                      <a:pt x="19" y="4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17" y="13"/>
                      <a:pt x="18" y="15"/>
                      <a:pt x="19" y="17"/>
                    </a:cubicBezTo>
                    <a:cubicBezTo>
                      <a:pt x="21" y="23"/>
                      <a:pt x="25" y="28"/>
                      <a:pt x="25" y="32"/>
                    </a:cubicBezTo>
                    <a:cubicBezTo>
                      <a:pt x="25" y="33"/>
                      <a:pt x="24" y="34"/>
                      <a:pt x="24" y="36"/>
                    </a:cubicBezTo>
                    <a:cubicBezTo>
                      <a:pt x="22" y="37"/>
                      <a:pt x="21" y="38"/>
                      <a:pt x="19" y="38"/>
                    </a:cubicBezTo>
                    <a:cubicBezTo>
                      <a:pt x="17" y="38"/>
                      <a:pt x="15" y="37"/>
                      <a:pt x="12" y="35"/>
                    </a:cubicBezTo>
                    <a:cubicBezTo>
                      <a:pt x="8" y="32"/>
                      <a:pt x="7" y="29"/>
                      <a:pt x="7" y="27"/>
                    </a:cubicBezTo>
                    <a:cubicBezTo>
                      <a:pt x="7" y="25"/>
                      <a:pt x="8" y="23"/>
                      <a:pt x="8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3" name="Freeform 89">
                <a:extLst>
                  <a:ext uri="{FF2B5EF4-FFF2-40B4-BE49-F238E27FC236}">
                    <a16:creationId xmlns:a16="http://schemas.microsoft.com/office/drawing/2014/main" id="{9BDB2B26-4999-4D6D-B69C-DB11B3EF7A0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82" y="7594"/>
                <a:ext cx="94" cy="124"/>
              </a:xfrm>
              <a:custGeom>
                <a:avLst/>
                <a:gdLst>
                  <a:gd name="T0" fmla="*/ 66 w 127"/>
                  <a:gd name="T1" fmla="*/ 95 h 166"/>
                  <a:gd name="T2" fmla="*/ 70 w 127"/>
                  <a:gd name="T3" fmla="*/ 93 h 166"/>
                  <a:gd name="T4" fmla="*/ 79 w 127"/>
                  <a:gd name="T5" fmla="*/ 114 h 166"/>
                  <a:gd name="T6" fmla="*/ 73 w 127"/>
                  <a:gd name="T7" fmla="*/ 112 h 166"/>
                  <a:gd name="T8" fmla="*/ 80 w 127"/>
                  <a:gd name="T9" fmla="*/ 131 h 166"/>
                  <a:gd name="T10" fmla="*/ 102 w 127"/>
                  <a:gd name="T11" fmla="*/ 166 h 166"/>
                  <a:gd name="T12" fmla="*/ 125 w 127"/>
                  <a:gd name="T13" fmla="*/ 137 h 166"/>
                  <a:gd name="T14" fmla="*/ 118 w 127"/>
                  <a:gd name="T15" fmla="*/ 120 h 166"/>
                  <a:gd name="T16" fmla="*/ 88 w 127"/>
                  <a:gd name="T17" fmla="*/ 134 h 166"/>
                  <a:gd name="T18" fmla="*/ 81 w 127"/>
                  <a:gd name="T19" fmla="*/ 130 h 166"/>
                  <a:gd name="T20" fmla="*/ 80 w 127"/>
                  <a:gd name="T21" fmla="*/ 126 h 166"/>
                  <a:gd name="T22" fmla="*/ 106 w 127"/>
                  <a:gd name="T23" fmla="*/ 88 h 166"/>
                  <a:gd name="T24" fmla="*/ 60 w 127"/>
                  <a:gd name="T25" fmla="*/ 84 h 166"/>
                  <a:gd name="T26" fmla="*/ 59 w 127"/>
                  <a:gd name="T27" fmla="*/ 78 h 166"/>
                  <a:gd name="T28" fmla="*/ 80 w 127"/>
                  <a:gd name="T29" fmla="*/ 56 h 166"/>
                  <a:gd name="T30" fmla="*/ 93 w 127"/>
                  <a:gd name="T31" fmla="*/ 61 h 166"/>
                  <a:gd name="T32" fmla="*/ 81 w 127"/>
                  <a:gd name="T33" fmla="*/ 47 h 166"/>
                  <a:gd name="T34" fmla="*/ 82 w 127"/>
                  <a:gd name="T35" fmla="*/ 51 h 166"/>
                  <a:gd name="T36" fmla="*/ 71 w 127"/>
                  <a:gd name="T37" fmla="*/ 42 h 166"/>
                  <a:gd name="T38" fmla="*/ 79 w 127"/>
                  <a:gd name="T39" fmla="*/ 43 h 166"/>
                  <a:gd name="T40" fmla="*/ 68 w 127"/>
                  <a:gd name="T41" fmla="*/ 28 h 166"/>
                  <a:gd name="T42" fmla="*/ 67 w 127"/>
                  <a:gd name="T43" fmla="*/ 36 h 166"/>
                  <a:gd name="T44" fmla="*/ 37 w 127"/>
                  <a:gd name="T45" fmla="*/ 49 h 166"/>
                  <a:gd name="T46" fmla="*/ 37 w 127"/>
                  <a:gd name="T47" fmla="*/ 48 h 166"/>
                  <a:gd name="T48" fmla="*/ 50 w 127"/>
                  <a:gd name="T49" fmla="*/ 4 h 166"/>
                  <a:gd name="T50" fmla="*/ 7 w 127"/>
                  <a:gd name="T51" fmla="*/ 15 h 166"/>
                  <a:gd name="T52" fmla="*/ 1 w 127"/>
                  <a:gd name="T53" fmla="*/ 12 h 166"/>
                  <a:gd name="T54" fmla="*/ 13 w 127"/>
                  <a:gd name="T55" fmla="*/ 24 h 166"/>
                  <a:gd name="T56" fmla="*/ 11 w 127"/>
                  <a:gd name="T57" fmla="*/ 19 h 166"/>
                  <a:gd name="T58" fmla="*/ 32 w 127"/>
                  <a:gd name="T59" fmla="*/ 28 h 166"/>
                  <a:gd name="T60" fmla="*/ 27 w 127"/>
                  <a:gd name="T61" fmla="*/ 37 h 166"/>
                  <a:gd name="T62" fmla="*/ 21 w 127"/>
                  <a:gd name="T63" fmla="*/ 35 h 166"/>
                  <a:gd name="T64" fmla="*/ 45 w 127"/>
                  <a:gd name="T65" fmla="*/ 66 h 166"/>
                  <a:gd name="T66" fmla="*/ 46 w 127"/>
                  <a:gd name="T67" fmla="*/ 61 h 166"/>
                  <a:gd name="T68" fmla="*/ 54 w 127"/>
                  <a:gd name="T69" fmla="*/ 67 h 166"/>
                  <a:gd name="T70" fmla="*/ 49 w 127"/>
                  <a:gd name="T71" fmla="*/ 68 h 166"/>
                  <a:gd name="T72" fmla="*/ 59 w 127"/>
                  <a:gd name="T73" fmla="*/ 86 h 166"/>
                  <a:gd name="T74" fmla="*/ 67 w 127"/>
                  <a:gd name="T75" fmla="*/ 99 h 166"/>
                  <a:gd name="T76" fmla="*/ 119 w 127"/>
                  <a:gd name="T77" fmla="*/ 134 h 166"/>
                  <a:gd name="T78" fmla="*/ 109 w 127"/>
                  <a:gd name="T79" fmla="*/ 156 h 166"/>
                  <a:gd name="T80" fmla="*/ 87 w 127"/>
                  <a:gd name="T81" fmla="*/ 145 h 166"/>
                  <a:gd name="T82" fmla="*/ 86 w 127"/>
                  <a:gd name="T83" fmla="*/ 107 h 166"/>
                  <a:gd name="T84" fmla="*/ 23 w 127"/>
                  <a:gd name="T85" fmla="*/ 14 h 166"/>
                  <a:gd name="T86" fmla="*/ 23 w 127"/>
                  <a:gd name="T87" fmla="*/ 1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7" h="166">
                    <a:moveTo>
                      <a:pt x="67" y="99"/>
                    </a:move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8"/>
                      <a:pt x="66" y="96"/>
                      <a:pt x="66" y="95"/>
                    </a:cubicBezTo>
                    <a:cubicBezTo>
                      <a:pt x="66" y="95"/>
                      <a:pt x="67" y="94"/>
                      <a:pt x="67" y="94"/>
                    </a:cubicBezTo>
                    <a:cubicBezTo>
                      <a:pt x="68" y="93"/>
                      <a:pt x="69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8" y="115"/>
                      <a:pt x="78" y="116"/>
                      <a:pt x="77" y="116"/>
                    </a:cubicBezTo>
                    <a:cubicBezTo>
                      <a:pt x="77" y="116"/>
                      <a:pt x="77" y="116"/>
                      <a:pt x="77" y="116"/>
                    </a:cubicBezTo>
                    <a:cubicBezTo>
                      <a:pt x="75" y="116"/>
                      <a:pt x="74" y="114"/>
                      <a:pt x="73" y="112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1" y="113"/>
                      <a:pt x="71" y="113"/>
                      <a:pt x="71" y="113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7" y="159"/>
                      <a:pt x="91" y="166"/>
                      <a:pt x="102" y="166"/>
                    </a:cubicBezTo>
                    <a:cubicBezTo>
                      <a:pt x="104" y="166"/>
                      <a:pt x="107" y="165"/>
                      <a:pt x="111" y="164"/>
                    </a:cubicBezTo>
                    <a:cubicBezTo>
                      <a:pt x="123" y="161"/>
                      <a:pt x="127" y="155"/>
                      <a:pt x="127" y="147"/>
                    </a:cubicBezTo>
                    <a:cubicBezTo>
                      <a:pt x="127" y="144"/>
                      <a:pt x="126" y="141"/>
                      <a:pt x="125" y="137"/>
                    </a:cubicBezTo>
                    <a:cubicBezTo>
                      <a:pt x="120" y="119"/>
                      <a:pt x="120" y="119"/>
                      <a:pt x="120" y="119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1"/>
                      <a:pt x="118" y="122"/>
                      <a:pt x="118" y="123"/>
                    </a:cubicBezTo>
                    <a:cubicBezTo>
                      <a:pt x="118" y="125"/>
                      <a:pt x="117" y="126"/>
                      <a:pt x="114" y="127"/>
                    </a:cubicBezTo>
                    <a:cubicBezTo>
                      <a:pt x="88" y="134"/>
                      <a:pt x="88" y="134"/>
                      <a:pt x="88" y="134"/>
                    </a:cubicBezTo>
                    <a:cubicBezTo>
                      <a:pt x="87" y="135"/>
                      <a:pt x="86" y="135"/>
                      <a:pt x="85" y="135"/>
                    </a:cubicBezTo>
                    <a:cubicBezTo>
                      <a:pt x="83" y="135"/>
                      <a:pt x="82" y="134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8"/>
                      <a:pt x="80" y="127"/>
                      <a:pt x="80" y="126"/>
                    </a:cubicBezTo>
                    <a:cubicBezTo>
                      <a:pt x="80" y="124"/>
                      <a:pt x="81" y="122"/>
                      <a:pt x="83" y="120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69" y="89"/>
                      <a:pt x="69" y="89"/>
                      <a:pt x="68" y="89"/>
                    </a:cubicBezTo>
                    <a:cubicBezTo>
                      <a:pt x="64" y="89"/>
                      <a:pt x="62" y="88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2"/>
                      <a:pt x="59" y="80"/>
                      <a:pt x="59" y="78"/>
                    </a:cubicBezTo>
                    <a:cubicBezTo>
                      <a:pt x="59" y="77"/>
                      <a:pt x="59" y="75"/>
                      <a:pt x="60" y="7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5" y="56"/>
                      <a:pt x="88" y="57"/>
                      <a:pt x="91" y="61"/>
                    </a:cubicBezTo>
                    <a:cubicBezTo>
                      <a:pt x="91" y="62"/>
                      <a:pt x="91" y="62"/>
                      <a:pt x="91" y="62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9"/>
                      <a:pt x="83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2" y="51"/>
                      <a:pt x="82" y="51"/>
                    </a:cubicBezTo>
                    <a:cubicBezTo>
                      <a:pt x="81" y="51"/>
                      <a:pt x="80" y="51"/>
                      <a:pt x="79" y="51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3" y="41"/>
                      <a:pt x="74" y="41"/>
                      <a:pt x="75" y="41"/>
                    </a:cubicBezTo>
                    <a:cubicBezTo>
                      <a:pt x="76" y="41"/>
                      <a:pt x="77" y="41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9" y="30"/>
                      <a:pt x="70" y="31"/>
                      <a:pt x="70" y="32"/>
                    </a:cubicBezTo>
                    <a:cubicBezTo>
                      <a:pt x="70" y="33"/>
                      <a:pt x="69" y="34"/>
                      <a:pt x="67" y="36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52"/>
                      <a:pt x="42" y="52"/>
                      <a:pt x="41" y="52"/>
                    </a:cubicBezTo>
                    <a:cubicBezTo>
                      <a:pt x="39" y="52"/>
                      <a:pt x="38" y="51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46"/>
                      <a:pt x="34" y="45"/>
                      <a:pt x="34" y="43"/>
                    </a:cubicBezTo>
                    <a:cubicBezTo>
                      <a:pt x="34" y="42"/>
                      <a:pt x="34" y="40"/>
                      <a:pt x="35" y="3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8" y="15"/>
                      <a:pt x="7" y="15"/>
                    </a:cubicBezTo>
                    <a:cubicBezTo>
                      <a:pt x="5" y="15"/>
                      <a:pt x="4" y="14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2"/>
                      <a:pt x="11" y="21"/>
                      <a:pt x="11" y="20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8" y="37"/>
                      <a:pt x="27" y="37"/>
                      <a:pt x="27" y="37"/>
                    </a:cubicBezTo>
                    <a:cubicBezTo>
                      <a:pt x="26" y="37"/>
                      <a:pt x="24" y="35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3"/>
                      <a:pt x="46" y="62"/>
                      <a:pt x="46" y="61"/>
                    </a:cubicBezTo>
                    <a:cubicBezTo>
                      <a:pt x="46" y="60"/>
                      <a:pt x="47" y="59"/>
                      <a:pt x="49" y="57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9"/>
                      <a:pt x="53" y="70"/>
                      <a:pt x="53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1" y="70"/>
                      <a:pt x="50" y="69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6" y="100"/>
                      <a:pt x="66" y="100"/>
                      <a:pt x="66" y="100"/>
                    </a:cubicBezTo>
                    <a:lnTo>
                      <a:pt x="67" y="99"/>
                    </a:lnTo>
                    <a:close/>
                    <a:moveTo>
                      <a:pt x="90" y="142"/>
                    </a:move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7" y="134"/>
                      <a:pt x="118" y="134"/>
                      <a:pt x="119" y="134"/>
                    </a:cubicBezTo>
                    <a:cubicBezTo>
                      <a:pt x="120" y="134"/>
                      <a:pt x="121" y="135"/>
                      <a:pt x="122" y="138"/>
                    </a:cubicBezTo>
                    <a:cubicBezTo>
                      <a:pt x="122" y="140"/>
                      <a:pt x="123" y="142"/>
                      <a:pt x="123" y="144"/>
                    </a:cubicBezTo>
                    <a:cubicBezTo>
                      <a:pt x="123" y="151"/>
                      <a:pt x="117" y="154"/>
                      <a:pt x="109" y="156"/>
                    </a:cubicBezTo>
                    <a:cubicBezTo>
                      <a:pt x="105" y="157"/>
                      <a:pt x="102" y="158"/>
                      <a:pt x="99" y="158"/>
                    </a:cubicBezTo>
                    <a:cubicBezTo>
                      <a:pt x="93" y="158"/>
                      <a:pt x="90" y="155"/>
                      <a:pt x="88" y="147"/>
                    </a:cubicBezTo>
                    <a:cubicBezTo>
                      <a:pt x="87" y="146"/>
                      <a:pt x="87" y="146"/>
                      <a:pt x="87" y="145"/>
                    </a:cubicBezTo>
                    <a:cubicBezTo>
                      <a:pt x="87" y="143"/>
                      <a:pt x="88" y="143"/>
                      <a:pt x="90" y="142"/>
                    </a:cubicBezTo>
                    <a:moveTo>
                      <a:pt x="100" y="92"/>
                    </a:moveTo>
                    <a:cubicBezTo>
                      <a:pt x="86" y="107"/>
                      <a:pt x="86" y="107"/>
                      <a:pt x="86" y="107"/>
                    </a:cubicBezTo>
                    <a:cubicBezTo>
                      <a:pt x="80" y="93"/>
                      <a:pt x="80" y="93"/>
                      <a:pt x="80" y="93"/>
                    </a:cubicBezTo>
                    <a:lnTo>
                      <a:pt x="100" y="92"/>
                    </a:lnTo>
                    <a:close/>
                    <a:moveTo>
                      <a:pt x="23" y="14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34" y="25"/>
                      <a:pt x="34" y="25"/>
                      <a:pt x="34" y="25"/>
                    </a:cubicBezTo>
                    <a:lnTo>
                      <a:pt x="2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4" name="Freeform 90">
                <a:extLst>
                  <a:ext uri="{FF2B5EF4-FFF2-40B4-BE49-F238E27FC236}">
                    <a16:creationId xmlns:a16="http://schemas.microsoft.com/office/drawing/2014/main" id="{FBFF8262-D8C7-48D1-92A8-1C2847533D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0" y="7722"/>
                <a:ext cx="35" cy="30"/>
              </a:xfrm>
              <a:custGeom>
                <a:avLst/>
                <a:gdLst>
                  <a:gd name="T0" fmla="*/ 6 w 47"/>
                  <a:gd name="T1" fmla="*/ 11 h 40"/>
                  <a:gd name="T2" fmla="*/ 2 w 47"/>
                  <a:gd name="T3" fmla="*/ 6 h 40"/>
                  <a:gd name="T4" fmla="*/ 2 w 47"/>
                  <a:gd name="T5" fmla="*/ 5 h 40"/>
                  <a:gd name="T6" fmla="*/ 2 w 47"/>
                  <a:gd name="T7" fmla="*/ 5 h 40"/>
                  <a:gd name="T8" fmla="*/ 0 w 47"/>
                  <a:gd name="T9" fmla="*/ 6 h 40"/>
                  <a:gd name="T10" fmla="*/ 5 w 47"/>
                  <a:gd name="T11" fmla="*/ 40 h 40"/>
                  <a:gd name="T12" fmla="*/ 15 w 47"/>
                  <a:gd name="T13" fmla="*/ 39 h 40"/>
                  <a:gd name="T14" fmla="*/ 14 w 47"/>
                  <a:gd name="T15" fmla="*/ 36 h 40"/>
                  <a:gd name="T16" fmla="*/ 14 w 47"/>
                  <a:gd name="T17" fmla="*/ 36 h 40"/>
                  <a:gd name="T18" fmla="*/ 13 w 47"/>
                  <a:gd name="T19" fmla="*/ 36 h 40"/>
                  <a:gd name="T20" fmla="*/ 7 w 47"/>
                  <a:gd name="T21" fmla="*/ 29 h 40"/>
                  <a:gd name="T22" fmla="*/ 6 w 47"/>
                  <a:gd name="T23" fmla="*/ 23 h 40"/>
                  <a:gd name="T24" fmla="*/ 6 w 47"/>
                  <a:gd name="T25" fmla="*/ 21 h 40"/>
                  <a:gd name="T26" fmla="*/ 10 w 47"/>
                  <a:gd name="T27" fmla="*/ 18 h 40"/>
                  <a:gd name="T28" fmla="*/ 22 w 47"/>
                  <a:gd name="T29" fmla="*/ 17 h 40"/>
                  <a:gd name="T30" fmla="*/ 24 w 47"/>
                  <a:gd name="T31" fmla="*/ 25 h 40"/>
                  <a:gd name="T32" fmla="*/ 24 w 47"/>
                  <a:gd name="T33" fmla="*/ 27 h 40"/>
                  <a:gd name="T34" fmla="*/ 19 w 47"/>
                  <a:gd name="T35" fmla="*/ 31 h 40"/>
                  <a:gd name="T36" fmla="*/ 19 w 47"/>
                  <a:gd name="T37" fmla="*/ 31 h 40"/>
                  <a:gd name="T38" fmla="*/ 20 w 47"/>
                  <a:gd name="T39" fmla="*/ 33 h 40"/>
                  <a:gd name="T40" fmla="*/ 33 w 47"/>
                  <a:gd name="T41" fmla="*/ 31 h 40"/>
                  <a:gd name="T42" fmla="*/ 32 w 47"/>
                  <a:gd name="T43" fmla="*/ 29 h 40"/>
                  <a:gd name="T44" fmla="*/ 32 w 47"/>
                  <a:gd name="T45" fmla="*/ 29 h 40"/>
                  <a:gd name="T46" fmla="*/ 30 w 47"/>
                  <a:gd name="T47" fmla="*/ 29 h 40"/>
                  <a:gd name="T48" fmla="*/ 27 w 47"/>
                  <a:gd name="T49" fmla="*/ 25 h 40"/>
                  <a:gd name="T50" fmla="*/ 25 w 47"/>
                  <a:gd name="T51" fmla="*/ 16 h 40"/>
                  <a:gd name="T52" fmla="*/ 36 w 47"/>
                  <a:gd name="T53" fmla="*/ 14 h 40"/>
                  <a:gd name="T54" fmla="*/ 38 w 47"/>
                  <a:gd name="T55" fmla="*/ 14 h 40"/>
                  <a:gd name="T56" fmla="*/ 41 w 47"/>
                  <a:gd name="T57" fmla="*/ 18 h 40"/>
                  <a:gd name="T58" fmla="*/ 42 w 47"/>
                  <a:gd name="T59" fmla="*/ 22 h 40"/>
                  <a:gd name="T60" fmla="*/ 42 w 47"/>
                  <a:gd name="T61" fmla="*/ 25 h 40"/>
                  <a:gd name="T62" fmla="*/ 37 w 47"/>
                  <a:gd name="T63" fmla="*/ 32 h 40"/>
                  <a:gd name="T64" fmla="*/ 37 w 47"/>
                  <a:gd name="T65" fmla="*/ 32 h 40"/>
                  <a:gd name="T66" fmla="*/ 37 w 47"/>
                  <a:gd name="T67" fmla="*/ 34 h 40"/>
                  <a:gd name="T68" fmla="*/ 47 w 47"/>
                  <a:gd name="T69" fmla="*/ 32 h 40"/>
                  <a:gd name="T70" fmla="*/ 42 w 47"/>
                  <a:gd name="T71" fmla="*/ 0 h 40"/>
                  <a:gd name="T72" fmla="*/ 40 w 47"/>
                  <a:gd name="T73" fmla="*/ 0 h 40"/>
                  <a:gd name="T74" fmla="*/ 40 w 47"/>
                  <a:gd name="T75" fmla="*/ 0 h 40"/>
                  <a:gd name="T76" fmla="*/ 40 w 47"/>
                  <a:gd name="T77" fmla="*/ 3 h 40"/>
                  <a:gd name="T78" fmla="*/ 35 w 47"/>
                  <a:gd name="T79" fmla="*/ 6 h 40"/>
                  <a:gd name="T80" fmla="*/ 8 w 47"/>
                  <a:gd name="T81" fmla="*/ 10 h 40"/>
                  <a:gd name="T82" fmla="*/ 6 w 47"/>
                  <a:gd name="T83" fmla="*/ 1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6" y="11"/>
                    </a:moveTo>
                    <a:cubicBezTo>
                      <a:pt x="3" y="11"/>
                      <a:pt x="3" y="10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3" y="36"/>
                    </a:cubicBezTo>
                    <a:cubicBezTo>
                      <a:pt x="10" y="36"/>
                      <a:pt x="8" y="35"/>
                      <a:pt x="7" y="29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9"/>
                      <a:pt x="6" y="19"/>
                      <a:pt x="10" y="1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7"/>
                      <a:pt x="24" y="27"/>
                    </a:cubicBezTo>
                    <a:cubicBezTo>
                      <a:pt x="24" y="30"/>
                      <a:pt x="23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0" y="29"/>
                    </a:cubicBezTo>
                    <a:cubicBezTo>
                      <a:pt x="28" y="29"/>
                      <a:pt x="27" y="28"/>
                      <a:pt x="27" y="2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8" y="14"/>
                    </a:cubicBezTo>
                    <a:cubicBezTo>
                      <a:pt x="40" y="14"/>
                      <a:pt x="41" y="15"/>
                      <a:pt x="41" y="18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4"/>
                      <a:pt x="42" y="25"/>
                    </a:cubicBezTo>
                    <a:cubicBezTo>
                      <a:pt x="42" y="30"/>
                      <a:pt x="40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40" y="2"/>
                      <a:pt x="40" y="3"/>
                    </a:cubicBezTo>
                    <a:cubicBezTo>
                      <a:pt x="40" y="5"/>
                      <a:pt x="39" y="6"/>
                      <a:pt x="35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5" name="Freeform 91">
                <a:extLst>
                  <a:ext uri="{FF2B5EF4-FFF2-40B4-BE49-F238E27FC236}">
                    <a16:creationId xmlns:a16="http://schemas.microsoft.com/office/drawing/2014/main" id="{466EB778-4AD0-4585-8F03-F6E01BABBE4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4" y="7759"/>
                <a:ext cx="32" cy="44"/>
              </a:xfrm>
              <a:custGeom>
                <a:avLst/>
                <a:gdLst>
                  <a:gd name="T0" fmla="*/ 36 w 43"/>
                  <a:gd name="T1" fmla="*/ 7 h 59"/>
                  <a:gd name="T2" fmla="*/ 35 w 43"/>
                  <a:gd name="T3" fmla="*/ 7 h 59"/>
                  <a:gd name="T4" fmla="*/ 8 w 43"/>
                  <a:gd name="T5" fmla="*/ 6 h 59"/>
                  <a:gd name="T6" fmla="*/ 3 w 43"/>
                  <a:gd name="T7" fmla="*/ 1 h 59"/>
                  <a:gd name="T8" fmla="*/ 3 w 43"/>
                  <a:gd name="T9" fmla="*/ 1 h 59"/>
                  <a:gd name="T10" fmla="*/ 3 w 43"/>
                  <a:gd name="T11" fmla="*/ 0 h 59"/>
                  <a:gd name="T12" fmla="*/ 3 w 43"/>
                  <a:gd name="T13" fmla="*/ 0 h 59"/>
                  <a:gd name="T14" fmla="*/ 1 w 43"/>
                  <a:gd name="T15" fmla="*/ 0 h 59"/>
                  <a:gd name="T16" fmla="*/ 1 w 43"/>
                  <a:gd name="T17" fmla="*/ 0 h 59"/>
                  <a:gd name="T18" fmla="*/ 1 w 43"/>
                  <a:gd name="T19" fmla="*/ 17 h 59"/>
                  <a:gd name="T20" fmla="*/ 3 w 43"/>
                  <a:gd name="T21" fmla="*/ 17 h 59"/>
                  <a:gd name="T22" fmla="*/ 3 w 43"/>
                  <a:gd name="T23" fmla="*/ 17 h 59"/>
                  <a:gd name="T24" fmla="*/ 8 w 43"/>
                  <a:gd name="T25" fmla="*/ 11 h 59"/>
                  <a:gd name="T26" fmla="*/ 8 w 43"/>
                  <a:gd name="T27" fmla="*/ 11 h 59"/>
                  <a:gd name="T28" fmla="*/ 37 w 43"/>
                  <a:gd name="T29" fmla="*/ 11 h 59"/>
                  <a:gd name="T30" fmla="*/ 1 w 43"/>
                  <a:gd name="T31" fmla="*/ 25 h 59"/>
                  <a:gd name="T32" fmla="*/ 1 w 43"/>
                  <a:gd name="T33" fmla="*/ 30 h 59"/>
                  <a:gd name="T34" fmla="*/ 37 w 43"/>
                  <a:gd name="T35" fmla="*/ 45 h 59"/>
                  <a:gd name="T36" fmla="*/ 8 w 43"/>
                  <a:gd name="T37" fmla="*/ 45 h 59"/>
                  <a:gd name="T38" fmla="*/ 2 w 43"/>
                  <a:gd name="T39" fmla="*/ 40 h 59"/>
                  <a:gd name="T40" fmla="*/ 2 w 43"/>
                  <a:gd name="T41" fmla="*/ 39 h 59"/>
                  <a:gd name="T42" fmla="*/ 2 w 43"/>
                  <a:gd name="T43" fmla="*/ 39 h 59"/>
                  <a:gd name="T44" fmla="*/ 1 w 43"/>
                  <a:gd name="T45" fmla="*/ 39 h 59"/>
                  <a:gd name="T46" fmla="*/ 0 w 43"/>
                  <a:gd name="T47" fmla="*/ 58 h 59"/>
                  <a:gd name="T48" fmla="*/ 2 w 43"/>
                  <a:gd name="T49" fmla="*/ 58 h 59"/>
                  <a:gd name="T50" fmla="*/ 2 w 43"/>
                  <a:gd name="T51" fmla="*/ 58 h 59"/>
                  <a:gd name="T52" fmla="*/ 7 w 43"/>
                  <a:gd name="T53" fmla="*/ 52 h 59"/>
                  <a:gd name="T54" fmla="*/ 8 w 43"/>
                  <a:gd name="T55" fmla="*/ 52 h 59"/>
                  <a:gd name="T56" fmla="*/ 35 w 43"/>
                  <a:gd name="T57" fmla="*/ 53 h 59"/>
                  <a:gd name="T58" fmla="*/ 40 w 43"/>
                  <a:gd name="T59" fmla="*/ 58 h 59"/>
                  <a:gd name="T60" fmla="*/ 40 w 43"/>
                  <a:gd name="T61" fmla="*/ 58 h 59"/>
                  <a:gd name="T62" fmla="*/ 40 w 43"/>
                  <a:gd name="T63" fmla="*/ 59 h 59"/>
                  <a:gd name="T64" fmla="*/ 42 w 43"/>
                  <a:gd name="T65" fmla="*/ 59 h 59"/>
                  <a:gd name="T66" fmla="*/ 42 w 43"/>
                  <a:gd name="T67" fmla="*/ 43 h 59"/>
                  <a:gd name="T68" fmla="*/ 9 w 43"/>
                  <a:gd name="T69" fmla="*/ 29 h 59"/>
                  <a:gd name="T70" fmla="*/ 43 w 43"/>
                  <a:gd name="T71" fmla="*/ 16 h 59"/>
                  <a:gd name="T72" fmla="*/ 43 w 43"/>
                  <a:gd name="T73" fmla="*/ 1 h 59"/>
                  <a:gd name="T74" fmla="*/ 41 w 43"/>
                  <a:gd name="T75" fmla="*/ 1 h 59"/>
                  <a:gd name="T76" fmla="*/ 41 w 43"/>
                  <a:gd name="T77" fmla="*/ 1 h 59"/>
                  <a:gd name="T78" fmla="*/ 36 w 43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9">
                    <a:moveTo>
                      <a:pt x="36" y="7"/>
                    </a:moveTo>
                    <a:cubicBezTo>
                      <a:pt x="35" y="7"/>
                      <a:pt x="35" y="7"/>
                      <a:pt x="35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3" y="5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2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3" y="45"/>
                      <a:pt x="3" y="44"/>
                      <a:pt x="2" y="40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3"/>
                      <a:pt x="3" y="52"/>
                      <a:pt x="7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9" y="53"/>
                      <a:pt x="40" y="54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6"/>
                      <a:pt x="40" y="7"/>
                      <a:pt x="36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6" name="Freeform 92">
                <a:extLst>
                  <a:ext uri="{FF2B5EF4-FFF2-40B4-BE49-F238E27FC236}">
                    <a16:creationId xmlns:a16="http://schemas.microsoft.com/office/drawing/2014/main" id="{6A65798B-6E8F-4C24-A6D6-A062D2DFCD5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2" y="7809"/>
                <a:ext cx="32" cy="20"/>
              </a:xfrm>
              <a:custGeom>
                <a:avLst/>
                <a:gdLst>
                  <a:gd name="T0" fmla="*/ 42 w 44"/>
                  <a:gd name="T1" fmla="*/ 6 h 26"/>
                  <a:gd name="T2" fmla="*/ 38 w 44"/>
                  <a:gd name="T3" fmla="*/ 11 h 26"/>
                  <a:gd name="T4" fmla="*/ 36 w 44"/>
                  <a:gd name="T5" fmla="*/ 11 h 26"/>
                  <a:gd name="T6" fmla="*/ 9 w 44"/>
                  <a:gd name="T7" fmla="*/ 7 h 26"/>
                  <a:gd name="T8" fmla="*/ 4 w 44"/>
                  <a:gd name="T9" fmla="*/ 3 h 26"/>
                  <a:gd name="T10" fmla="*/ 4 w 44"/>
                  <a:gd name="T11" fmla="*/ 0 h 26"/>
                  <a:gd name="T12" fmla="*/ 4 w 44"/>
                  <a:gd name="T13" fmla="*/ 0 h 26"/>
                  <a:gd name="T14" fmla="*/ 4 w 44"/>
                  <a:gd name="T15" fmla="*/ 0 h 26"/>
                  <a:gd name="T16" fmla="*/ 2 w 44"/>
                  <a:gd name="T17" fmla="*/ 0 h 26"/>
                  <a:gd name="T18" fmla="*/ 0 w 44"/>
                  <a:gd name="T19" fmla="*/ 19 h 26"/>
                  <a:gd name="T20" fmla="*/ 1 w 44"/>
                  <a:gd name="T21" fmla="*/ 20 h 26"/>
                  <a:gd name="T22" fmla="*/ 2 w 44"/>
                  <a:gd name="T23" fmla="*/ 20 h 26"/>
                  <a:gd name="T24" fmla="*/ 5 w 44"/>
                  <a:gd name="T25" fmla="*/ 14 h 26"/>
                  <a:gd name="T26" fmla="*/ 8 w 44"/>
                  <a:gd name="T27" fmla="*/ 15 h 26"/>
                  <a:gd name="T28" fmla="*/ 34 w 44"/>
                  <a:gd name="T29" fmla="*/ 19 h 26"/>
                  <a:gd name="T30" fmla="*/ 39 w 44"/>
                  <a:gd name="T31" fmla="*/ 23 h 26"/>
                  <a:gd name="T32" fmla="*/ 39 w 44"/>
                  <a:gd name="T33" fmla="*/ 25 h 26"/>
                  <a:gd name="T34" fmla="*/ 39 w 44"/>
                  <a:gd name="T35" fmla="*/ 25 h 26"/>
                  <a:gd name="T36" fmla="*/ 41 w 44"/>
                  <a:gd name="T37" fmla="*/ 26 h 26"/>
                  <a:gd name="T38" fmla="*/ 44 w 44"/>
                  <a:gd name="T39" fmla="*/ 6 h 26"/>
                  <a:gd name="T40" fmla="*/ 42 w 44"/>
                  <a:gd name="T4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6">
                    <a:moveTo>
                      <a:pt x="42" y="6"/>
                    </a:moveTo>
                    <a:cubicBezTo>
                      <a:pt x="41" y="10"/>
                      <a:pt x="41" y="11"/>
                      <a:pt x="38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4" y="5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8" y="19"/>
                      <a:pt x="39" y="20"/>
                      <a:pt x="39" y="23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6"/>
                      <a:pt x="42" y="6"/>
                      <a:pt x="4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7" name="Freeform 93">
                <a:extLst>
                  <a:ext uri="{FF2B5EF4-FFF2-40B4-BE49-F238E27FC236}">
                    <a16:creationId xmlns:a16="http://schemas.microsoft.com/office/drawing/2014/main" id="{53795007-F0F1-4249-8B0A-0D92977E7ED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44" y="7830"/>
                <a:ext cx="37" cy="32"/>
              </a:xfrm>
              <a:custGeom>
                <a:avLst/>
                <a:gdLst>
                  <a:gd name="T0" fmla="*/ 47 w 49"/>
                  <a:gd name="T1" fmla="*/ 11 h 43"/>
                  <a:gd name="T2" fmla="*/ 43 w 49"/>
                  <a:gd name="T3" fmla="*/ 15 h 43"/>
                  <a:gd name="T4" fmla="*/ 40 w 49"/>
                  <a:gd name="T5" fmla="*/ 15 h 43"/>
                  <a:gd name="T6" fmla="*/ 14 w 49"/>
                  <a:gd name="T7" fmla="*/ 8 h 43"/>
                  <a:gd name="T8" fmla="*/ 10 w 49"/>
                  <a:gd name="T9" fmla="*/ 4 h 43"/>
                  <a:gd name="T10" fmla="*/ 10 w 49"/>
                  <a:gd name="T11" fmla="*/ 1 h 43"/>
                  <a:gd name="T12" fmla="*/ 10 w 49"/>
                  <a:gd name="T13" fmla="*/ 1 h 43"/>
                  <a:gd name="T14" fmla="*/ 10 w 49"/>
                  <a:gd name="T15" fmla="*/ 1 h 43"/>
                  <a:gd name="T16" fmla="*/ 8 w 49"/>
                  <a:gd name="T17" fmla="*/ 0 h 43"/>
                  <a:gd name="T18" fmla="*/ 0 w 49"/>
                  <a:gd name="T19" fmla="*/ 33 h 43"/>
                  <a:gd name="T20" fmla="*/ 9 w 49"/>
                  <a:gd name="T21" fmla="*/ 36 h 43"/>
                  <a:gd name="T22" fmla="*/ 9 w 49"/>
                  <a:gd name="T23" fmla="*/ 34 h 43"/>
                  <a:gd name="T24" fmla="*/ 9 w 49"/>
                  <a:gd name="T25" fmla="*/ 34 h 43"/>
                  <a:gd name="T26" fmla="*/ 5 w 49"/>
                  <a:gd name="T27" fmla="*/ 28 h 43"/>
                  <a:gd name="T28" fmla="*/ 5 w 49"/>
                  <a:gd name="T29" fmla="*/ 25 h 43"/>
                  <a:gd name="T30" fmla="*/ 7 w 49"/>
                  <a:gd name="T31" fmla="*/ 18 h 43"/>
                  <a:gd name="T32" fmla="*/ 9 w 49"/>
                  <a:gd name="T33" fmla="*/ 15 h 43"/>
                  <a:gd name="T34" fmla="*/ 12 w 49"/>
                  <a:gd name="T35" fmla="*/ 16 h 43"/>
                  <a:gd name="T36" fmla="*/ 24 w 49"/>
                  <a:gd name="T37" fmla="*/ 19 h 43"/>
                  <a:gd name="T38" fmla="*/ 22 w 49"/>
                  <a:gd name="T39" fmla="*/ 27 h 43"/>
                  <a:gd name="T40" fmla="*/ 19 w 49"/>
                  <a:gd name="T41" fmla="*/ 31 h 43"/>
                  <a:gd name="T42" fmla="*/ 16 w 49"/>
                  <a:gd name="T43" fmla="*/ 31 h 43"/>
                  <a:gd name="T44" fmla="*/ 16 w 49"/>
                  <a:gd name="T45" fmla="*/ 31 h 43"/>
                  <a:gd name="T46" fmla="*/ 15 w 49"/>
                  <a:gd name="T47" fmla="*/ 33 h 43"/>
                  <a:gd name="T48" fmla="*/ 28 w 49"/>
                  <a:gd name="T49" fmla="*/ 37 h 43"/>
                  <a:gd name="T50" fmla="*/ 29 w 49"/>
                  <a:gd name="T51" fmla="*/ 34 h 43"/>
                  <a:gd name="T52" fmla="*/ 29 w 49"/>
                  <a:gd name="T53" fmla="*/ 34 h 43"/>
                  <a:gd name="T54" fmla="*/ 25 w 49"/>
                  <a:gd name="T55" fmla="*/ 31 h 43"/>
                  <a:gd name="T56" fmla="*/ 25 w 49"/>
                  <a:gd name="T57" fmla="*/ 28 h 43"/>
                  <a:gd name="T58" fmla="*/ 27 w 49"/>
                  <a:gd name="T59" fmla="*/ 20 h 43"/>
                  <a:gd name="T60" fmla="*/ 38 w 49"/>
                  <a:gd name="T61" fmla="*/ 22 h 43"/>
                  <a:gd name="T62" fmla="*/ 41 w 49"/>
                  <a:gd name="T63" fmla="*/ 25 h 43"/>
                  <a:gd name="T64" fmla="*/ 41 w 49"/>
                  <a:gd name="T65" fmla="*/ 27 h 43"/>
                  <a:gd name="T66" fmla="*/ 40 w 49"/>
                  <a:gd name="T67" fmla="*/ 32 h 43"/>
                  <a:gd name="T68" fmla="*/ 34 w 49"/>
                  <a:gd name="T69" fmla="*/ 39 h 43"/>
                  <a:gd name="T70" fmla="*/ 32 w 49"/>
                  <a:gd name="T71" fmla="*/ 39 h 43"/>
                  <a:gd name="T72" fmla="*/ 32 w 49"/>
                  <a:gd name="T73" fmla="*/ 38 h 43"/>
                  <a:gd name="T74" fmla="*/ 31 w 49"/>
                  <a:gd name="T75" fmla="*/ 41 h 43"/>
                  <a:gd name="T76" fmla="*/ 40 w 49"/>
                  <a:gd name="T77" fmla="*/ 43 h 43"/>
                  <a:gd name="T78" fmla="*/ 49 w 49"/>
                  <a:gd name="T79" fmla="*/ 11 h 43"/>
                  <a:gd name="T80" fmla="*/ 47 w 49"/>
                  <a:gd name="T81" fmla="*/ 10 h 43"/>
                  <a:gd name="T82" fmla="*/ 47 w 49"/>
                  <a:gd name="T83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9" h="43">
                    <a:moveTo>
                      <a:pt x="47" y="11"/>
                    </a:moveTo>
                    <a:cubicBezTo>
                      <a:pt x="46" y="14"/>
                      <a:pt x="45" y="15"/>
                      <a:pt x="43" y="15"/>
                    </a:cubicBezTo>
                    <a:cubicBezTo>
                      <a:pt x="42" y="15"/>
                      <a:pt x="41" y="15"/>
                      <a:pt x="40" y="1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7"/>
                      <a:pt x="10" y="6"/>
                      <a:pt x="10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3"/>
                      <a:pt x="5" y="31"/>
                      <a:pt x="5" y="28"/>
                    </a:cubicBezTo>
                    <a:cubicBezTo>
                      <a:pt x="5" y="27"/>
                      <a:pt x="5" y="26"/>
                      <a:pt x="5" y="2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6"/>
                      <a:pt x="8" y="15"/>
                      <a:pt x="9" y="15"/>
                    </a:cubicBezTo>
                    <a:cubicBezTo>
                      <a:pt x="10" y="15"/>
                      <a:pt x="11" y="15"/>
                      <a:pt x="12" y="16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31"/>
                      <a:pt x="20" y="31"/>
                      <a:pt x="19" y="31"/>
                    </a:cubicBezTo>
                    <a:cubicBezTo>
                      <a:pt x="18" y="31"/>
                      <a:pt x="17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6" y="33"/>
                      <a:pt x="25" y="33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8"/>
                      <a:pt x="36" y="39"/>
                      <a:pt x="34" y="39"/>
                    </a:cubicBezTo>
                    <a:cubicBezTo>
                      <a:pt x="33" y="39"/>
                      <a:pt x="33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10"/>
                      <a:pt x="47" y="10"/>
                      <a:pt x="47" y="10"/>
                    </a:cubicBezTo>
                    <a:lnTo>
                      <a:pt x="4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8" name="Freeform 94">
                <a:extLst>
                  <a:ext uri="{FF2B5EF4-FFF2-40B4-BE49-F238E27FC236}">
                    <a16:creationId xmlns:a16="http://schemas.microsoft.com/office/drawing/2014/main" id="{7C190638-2FF8-4EE8-92DC-9C04A8A64A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30" y="7861"/>
                <a:ext cx="40" cy="45"/>
              </a:xfrm>
              <a:custGeom>
                <a:avLst/>
                <a:gdLst>
                  <a:gd name="T0" fmla="*/ 54 w 54"/>
                  <a:gd name="T1" fmla="*/ 17 h 59"/>
                  <a:gd name="T2" fmla="*/ 53 w 54"/>
                  <a:gd name="T3" fmla="*/ 16 h 59"/>
                  <a:gd name="T4" fmla="*/ 53 w 54"/>
                  <a:gd name="T5" fmla="*/ 17 h 59"/>
                  <a:gd name="T6" fmla="*/ 49 w 54"/>
                  <a:gd name="T7" fmla="*/ 21 h 59"/>
                  <a:gd name="T8" fmla="*/ 45 w 54"/>
                  <a:gd name="T9" fmla="*/ 20 h 59"/>
                  <a:gd name="T10" fmla="*/ 21 w 54"/>
                  <a:gd name="T11" fmla="*/ 9 h 59"/>
                  <a:gd name="T12" fmla="*/ 17 w 54"/>
                  <a:gd name="T13" fmla="*/ 5 h 59"/>
                  <a:gd name="T14" fmla="*/ 18 w 54"/>
                  <a:gd name="T15" fmla="*/ 1 h 59"/>
                  <a:gd name="T16" fmla="*/ 18 w 54"/>
                  <a:gd name="T17" fmla="*/ 1 h 59"/>
                  <a:gd name="T18" fmla="*/ 18 w 54"/>
                  <a:gd name="T19" fmla="*/ 1 h 59"/>
                  <a:gd name="T20" fmla="*/ 16 w 54"/>
                  <a:gd name="T21" fmla="*/ 0 h 59"/>
                  <a:gd name="T22" fmla="*/ 9 w 54"/>
                  <a:gd name="T23" fmla="*/ 16 h 59"/>
                  <a:gd name="T24" fmla="*/ 11 w 54"/>
                  <a:gd name="T25" fmla="*/ 17 h 59"/>
                  <a:gd name="T26" fmla="*/ 11 w 54"/>
                  <a:gd name="T27" fmla="*/ 16 h 59"/>
                  <a:gd name="T28" fmla="*/ 15 w 54"/>
                  <a:gd name="T29" fmla="*/ 12 h 59"/>
                  <a:gd name="T30" fmla="*/ 19 w 54"/>
                  <a:gd name="T31" fmla="*/ 13 h 59"/>
                  <a:gd name="T32" fmla="*/ 44 w 54"/>
                  <a:gd name="T33" fmla="*/ 24 h 59"/>
                  <a:gd name="T34" fmla="*/ 3 w 54"/>
                  <a:gd name="T35" fmla="*/ 31 h 59"/>
                  <a:gd name="T36" fmla="*/ 0 w 54"/>
                  <a:gd name="T37" fmla="*/ 37 h 59"/>
                  <a:gd name="T38" fmla="*/ 32 w 54"/>
                  <a:gd name="T39" fmla="*/ 51 h 59"/>
                  <a:gd name="T40" fmla="*/ 36 w 54"/>
                  <a:gd name="T41" fmla="*/ 55 h 59"/>
                  <a:gd name="T42" fmla="*/ 34 w 54"/>
                  <a:gd name="T43" fmla="*/ 58 h 59"/>
                  <a:gd name="T44" fmla="*/ 34 w 54"/>
                  <a:gd name="T45" fmla="*/ 59 h 59"/>
                  <a:gd name="T46" fmla="*/ 36 w 54"/>
                  <a:gd name="T47" fmla="*/ 59 h 59"/>
                  <a:gd name="T48" fmla="*/ 43 w 54"/>
                  <a:gd name="T49" fmla="*/ 44 h 59"/>
                  <a:gd name="T50" fmla="*/ 41 w 54"/>
                  <a:gd name="T51" fmla="*/ 43 h 59"/>
                  <a:gd name="T52" fmla="*/ 41 w 54"/>
                  <a:gd name="T53" fmla="*/ 44 h 59"/>
                  <a:gd name="T54" fmla="*/ 37 w 54"/>
                  <a:gd name="T55" fmla="*/ 48 h 59"/>
                  <a:gd name="T56" fmla="*/ 33 w 54"/>
                  <a:gd name="T57" fmla="*/ 47 h 59"/>
                  <a:gd name="T58" fmla="*/ 10 w 54"/>
                  <a:gd name="T59" fmla="*/ 37 h 59"/>
                  <a:gd name="T60" fmla="*/ 49 w 54"/>
                  <a:gd name="T61" fmla="*/ 30 h 59"/>
                  <a:gd name="T62" fmla="*/ 54 w 54"/>
                  <a:gd name="T6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59">
                    <a:moveTo>
                      <a:pt x="54" y="17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9"/>
                      <a:pt x="50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8"/>
                      <a:pt x="17" y="7"/>
                      <a:pt x="17" y="5"/>
                    </a:cubicBezTo>
                    <a:cubicBezTo>
                      <a:pt x="17" y="4"/>
                      <a:pt x="17" y="3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3"/>
                      <a:pt x="13" y="12"/>
                      <a:pt x="15" y="12"/>
                    </a:cubicBezTo>
                    <a:cubicBezTo>
                      <a:pt x="16" y="12"/>
                      <a:pt x="17" y="13"/>
                      <a:pt x="19" y="1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4" y="52"/>
                      <a:pt x="36" y="53"/>
                      <a:pt x="36" y="55"/>
                    </a:cubicBezTo>
                    <a:cubicBezTo>
                      <a:pt x="36" y="56"/>
                      <a:pt x="35" y="57"/>
                      <a:pt x="34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7"/>
                      <a:pt x="39" y="48"/>
                      <a:pt x="37" y="48"/>
                    </a:cubicBezTo>
                    <a:cubicBezTo>
                      <a:pt x="36" y="48"/>
                      <a:pt x="35" y="47"/>
                      <a:pt x="33" y="4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5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9" name="Freeform 95">
                <a:extLst>
                  <a:ext uri="{FF2B5EF4-FFF2-40B4-BE49-F238E27FC236}">
                    <a16:creationId xmlns:a16="http://schemas.microsoft.com/office/drawing/2014/main" id="{48C7AE50-599D-494F-B2B1-76A97A71F6D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45" y="7603"/>
                <a:ext cx="83" cy="79"/>
              </a:xfrm>
              <a:custGeom>
                <a:avLst/>
                <a:gdLst>
                  <a:gd name="T0" fmla="*/ 64 w 112"/>
                  <a:gd name="T1" fmla="*/ 89 h 105"/>
                  <a:gd name="T2" fmla="*/ 93 w 112"/>
                  <a:gd name="T3" fmla="*/ 102 h 105"/>
                  <a:gd name="T4" fmla="*/ 97 w 112"/>
                  <a:gd name="T5" fmla="*/ 97 h 105"/>
                  <a:gd name="T6" fmla="*/ 87 w 112"/>
                  <a:gd name="T7" fmla="*/ 71 h 105"/>
                  <a:gd name="T8" fmla="*/ 88 w 112"/>
                  <a:gd name="T9" fmla="*/ 62 h 105"/>
                  <a:gd name="T10" fmla="*/ 108 w 112"/>
                  <a:gd name="T11" fmla="*/ 46 h 105"/>
                  <a:gd name="T12" fmla="*/ 105 w 112"/>
                  <a:gd name="T13" fmla="*/ 38 h 105"/>
                  <a:gd name="T14" fmla="*/ 81 w 112"/>
                  <a:gd name="T15" fmla="*/ 39 h 105"/>
                  <a:gd name="T16" fmla="*/ 74 w 112"/>
                  <a:gd name="T17" fmla="*/ 33 h 105"/>
                  <a:gd name="T18" fmla="*/ 61 w 112"/>
                  <a:gd name="T19" fmla="*/ 5 h 105"/>
                  <a:gd name="T20" fmla="*/ 53 w 112"/>
                  <a:gd name="T21" fmla="*/ 5 h 105"/>
                  <a:gd name="T22" fmla="*/ 45 w 112"/>
                  <a:gd name="T23" fmla="*/ 31 h 105"/>
                  <a:gd name="T24" fmla="*/ 34 w 112"/>
                  <a:gd name="T25" fmla="*/ 38 h 105"/>
                  <a:gd name="T26" fmla="*/ 6 w 112"/>
                  <a:gd name="T27" fmla="*/ 38 h 105"/>
                  <a:gd name="T28" fmla="*/ 5 w 112"/>
                  <a:gd name="T29" fmla="*/ 47 h 105"/>
                  <a:gd name="T30" fmla="*/ 26 w 112"/>
                  <a:gd name="T31" fmla="*/ 61 h 105"/>
                  <a:gd name="T32" fmla="*/ 30 w 112"/>
                  <a:gd name="T33" fmla="*/ 74 h 105"/>
                  <a:gd name="T34" fmla="*/ 22 w 112"/>
                  <a:gd name="T35" fmla="*/ 98 h 105"/>
                  <a:gd name="T36" fmla="*/ 28 w 112"/>
                  <a:gd name="T37" fmla="*/ 103 h 105"/>
                  <a:gd name="T38" fmla="*/ 52 w 112"/>
                  <a:gd name="T39" fmla="*/ 89 h 105"/>
                  <a:gd name="T40" fmla="*/ 64 w 112"/>
                  <a:gd name="T41" fmla="*/ 89 h 105"/>
                  <a:gd name="T42" fmla="*/ 33 w 112"/>
                  <a:gd name="T43" fmla="*/ 86 h 105"/>
                  <a:gd name="T44" fmla="*/ 40 w 112"/>
                  <a:gd name="T45" fmla="*/ 67 h 105"/>
                  <a:gd name="T46" fmla="*/ 37 w 112"/>
                  <a:gd name="T47" fmla="*/ 59 h 105"/>
                  <a:gd name="T48" fmla="*/ 19 w 112"/>
                  <a:gd name="T49" fmla="*/ 49 h 105"/>
                  <a:gd name="T50" fmla="*/ 20 w 112"/>
                  <a:gd name="T51" fmla="*/ 45 h 105"/>
                  <a:gd name="T52" fmla="*/ 41 w 112"/>
                  <a:gd name="T53" fmla="*/ 46 h 105"/>
                  <a:gd name="T54" fmla="*/ 49 w 112"/>
                  <a:gd name="T55" fmla="*/ 41 h 105"/>
                  <a:gd name="T56" fmla="*/ 55 w 112"/>
                  <a:gd name="T57" fmla="*/ 21 h 105"/>
                  <a:gd name="T58" fmla="*/ 60 w 112"/>
                  <a:gd name="T59" fmla="*/ 20 h 105"/>
                  <a:gd name="T60" fmla="*/ 67 w 112"/>
                  <a:gd name="T61" fmla="*/ 42 h 105"/>
                  <a:gd name="T62" fmla="*/ 73 w 112"/>
                  <a:gd name="T63" fmla="*/ 47 h 105"/>
                  <a:gd name="T64" fmla="*/ 92 w 112"/>
                  <a:gd name="T65" fmla="*/ 45 h 105"/>
                  <a:gd name="T66" fmla="*/ 94 w 112"/>
                  <a:gd name="T67" fmla="*/ 49 h 105"/>
                  <a:gd name="T68" fmla="*/ 78 w 112"/>
                  <a:gd name="T69" fmla="*/ 59 h 105"/>
                  <a:gd name="T70" fmla="*/ 76 w 112"/>
                  <a:gd name="T71" fmla="*/ 67 h 105"/>
                  <a:gd name="T72" fmla="*/ 86 w 112"/>
                  <a:gd name="T73" fmla="*/ 87 h 105"/>
                  <a:gd name="T74" fmla="*/ 83 w 112"/>
                  <a:gd name="T75" fmla="*/ 90 h 105"/>
                  <a:gd name="T76" fmla="*/ 63 w 112"/>
                  <a:gd name="T77" fmla="*/ 77 h 105"/>
                  <a:gd name="T78" fmla="*/ 54 w 112"/>
                  <a:gd name="T79" fmla="*/ 77 h 105"/>
                  <a:gd name="T80" fmla="*/ 37 w 112"/>
                  <a:gd name="T81" fmla="*/ 90 h 105"/>
                  <a:gd name="T82" fmla="*/ 33 w 112"/>
                  <a:gd name="T83" fmla="*/ 8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2" h="105">
                    <a:moveTo>
                      <a:pt x="64" y="89"/>
                    </a:moveTo>
                    <a:cubicBezTo>
                      <a:pt x="93" y="102"/>
                      <a:pt x="93" y="102"/>
                      <a:pt x="93" y="102"/>
                    </a:cubicBezTo>
                    <a:cubicBezTo>
                      <a:pt x="97" y="104"/>
                      <a:pt x="99" y="101"/>
                      <a:pt x="97" y="97"/>
                    </a:cubicBezTo>
                    <a:cubicBezTo>
                      <a:pt x="87" y="71"/>
                      <a:pt x="87" y="71"/>
                      <a:pt x="87" y="71"/>
                    </a:cubicBezTo>
                    <a:cubicBezTo>
                      <a:pt x="85" y="68"/>
                      <a:pt x="85" y="65"/>
                      <a:pt x="88" y="6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12" y="43"/>
                      <a:pt x="111" y="38"/>
                      <a:pt x="105" y="38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7" y="39"/>
                      <a:pt x="75" y="38"/>
                      <a:pt x="74" y="33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0"/>
                      <a:pt x="55" y="0"/>
                      <a:pt x="53" y="5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3" y="35"/>
                      <a:pt x="41" y="37"/>
                      <a:pt x="34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2" y="39"/>
                      <a:pt x="0" y="44"/>
                      <a:pt x="5" y="47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31" y="64"/>
                      <a:pt x="32" y="67"/>
                      <a:pt x="30" y="74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1" y="102"/>
                      <a:pt x="24" y="105"/>
                      <a:pt x="28" y="103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8" y="86"/>
                      <a:pt x="61" y="88"/>
                      <a:pt x="64" y="89"/>
                    </a:cubicBezTo>
                    <a:moveTo>
                      <a:pt x="33" y="86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4"/>
                      <a:pt x="40" y="61"/>
                      <a:pt x="37" y="5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6" y="47"/>
                      <a:pt x="17" y="44"/>
                      <a:pt x="20" y="4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4" y="45"/>
                      <a:pt x="48" y="44"/>
                      <a:pt x="49" y="4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18"/>
                      <a:pt x="59" y="18"/>
                      <a:pt x="60" y="20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4"/>
                      <a:pt x="69" y="47"/>
                      <a:pt x="73" y="47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5" y="45"/>
                      <a:pt x="96" y="48"/>
                      <a:pt x="94" y="4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5" y="61"/>
                      <a:pt x="74" y="64"/>
                      <a:pt x="76" y="67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87" y="89"/>
                      <a:pt x="86" y="91"/>
                      <a:pt x="83" y="90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1" y="76"/>
                      <a:pt x="57" y="76"/>
                      <a:pt x="54" y="77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4" y="92"/>
                      <a:pt x="32" y="90"/>
                      <a:pt x="33" y="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0" name="Freeform 96">
                <a:extLst>
                  <a:ext uri="{FF2B5EF4-FFF2-40B4-BE49-F238E27FC236}">
                    <a16:creationId xmlns:a16="http://schemas.microsoft.com/office/drawing/2014/main" id="{04CCC825-9DE8-4EA2-BFC3-DC35837CDD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00" y="8102"/>
                <a:ext cx="38" cy="53"/>
              </a:xfrm>
              <a:custGeom>
                <a:avLst/>
                <a:gdLst>
                  <a:gd name="T0" fmla="*/ 48 w 50"/>
                  <a:gd name="T1" fmla="*/ 0 h 70"/>
                  <a:gd name="T2" fmla="*/ 2 w 50"/>
                  <a:gd name="T3" fmla="*/ 0 h 70"/>
                  <a:gd name="T4" fmla="*/ 0 w 50"/>
                  <a:gd name="T5" fmla="*/ 3 h 70"/>
                  <a:gd name="T6" fmla="*/ 0 w 50"/>
                  <a:gd name="T7" fmla="*/ 5 h 70"/>
                  <a:gd name="T8" fmla="*/ 2 w 50"/>
                  <a:gd name="T9" fmla="*/ 8 h 70"/>
                  <a:gd name="T10" fmla="*/ 21 w 50"/>
                  <a:gd name="T11" fmla="*/ 8 h 70"/>
                  <a:gd name="T12" fmla="*/ 21 w 50"/>
                  <a:gd name="T13" fmla="*/ 68 h 70"/>
                  <a:gd name="T14" fmla="*/ 25 w 50"/>
                  <a:gd name="T15" fmla="*/ 70 h 70"/>
                  <a:gd name="T16" fmla="*/ 26 w 50"/>
                  <a:gd name="T17" fmla="*/ 70 h 70"/>
                  <a:gd name="T18" fmla="*/ 30 w 50"/>
                  <a:gd name="T19" fmla="*/ 68 h 70"/>
                  <a:gd name="T20" fmla="*/ 30 w 50"/>
                  <a:gd name="T21" fmla="*/ 8 h 70"/>
                  <a:gd name="T22" fmla="*/ 48 w 50"/>
                  <a:gd name="T23" fmla="*/ 8 h 70"/>
                  <a:gd name="T24" fmla="*/ 50 w 50"/>
                  <a:gd name="T25" fmla="*/ 5 h 70"/>
                  <a:gd name="T26" fmla="*/ 50 w 50"/>
                  <a:gd name="T27" fmla="*/ 3 h 70"/>
                  <a:gd name="T28" fmla="*/ 48 w 50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70">
                    <a:moveTo>
                      <a:pt x="4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2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0"/>
                      <a:pt x="30" y="69"/>
                      <a:pt x="30" y="6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8"/>
                      <a:pt x="50" y="7"/>
                      <a:pt x="50" y="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1" name="Freeform 97">
                <a:extLst>
                  <a:ext uri="{FF2B5EF4-FFF2-40B4-BE49-F238E27FC236}">
                    <a16:creationId xmlns:a16="http://schemas.microsoft.com/office/drawing/2014/main" id="{CF18AF4E-D62C-44F4-99EC-0E4E04C234C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49" y="8102"/>
                <a:ext cx="40" cy="53"/>
              </a:xfrm>
              <a:custGeom>
                <a:avLst/>
                <a:gdLst>
                  <a:gd name="T0" fmla="*/ 50 w 54"/>
                  <a:gd name="T1" fmla="*/ 0 h 70"/>
                  <a:gd name="T2" fmla="*/ 49 w 54"/>
                  <a:gd name="T3" fmla="*/ 0 h 70"/>
                  <a:gd name="T4" fmla="*/ 45 w 54"/>
                  <a:gd name="T5" fmla="*/ 2 h 70"/>
                  <a:gd name="T6" fmla="*/ 45 w 54"/>
                  <a:gd name="T7" fmla="*/ 31 h 70"/>
                  <a:gd name="T8" fmla="*/ 9 w 54"/>
                  <a:gd name="T9" fmla="*/ 31 h 70"/>
                  <a:gd name="T10" fmla="*/ 9 w 54"/>
                  <a:gd name="T11" fmla="*/ 2 h 70"/>
                  <a:gd name="T12" fmla="*/ 5 w 54"/>
                  <a:gd name="T13" fmla="*/ 0 h 70"/>
                  <a:gd name="T14" fmla="*/ 4 w 54"/>
                  <a:gd name="T15" fmla="*/ 0 h 70"/>
                  <a:gd name="T16" fmla="*/ 0 w 54"/>
                  <a:gd name="T17" fmla="*/ 2 h 70"/>
                  <a:gd name="T18" fmla="*/ 0 w 54"/>
                  <a:gd name="T19" fmla="*/ 68 h 70"/>
                  <a:gd name="T20" fmla="*/ 4 w 54"/>
                  <a:gd name="T21" fmla="*/ 70 h 70"/>
                  <a:gd name="T22" fmla="*/ 5 w 54"/>
                  <a:gd name="T23" fmla="*/ 70 h 70"/>
                  <a:gd name="T24" fmla="*/ 9 w 54"/>
                  <a:gd name="T25" fmla="*/ 68 h 70"/>
                  <a:gd name="T26" fmla="*/ 9 w 54"/>
                  <a:gd name="T27" fmla="*/ 38 h 70"/>
                  <a:gd name="T28" fmla="*/ 45 w 54"/>
                  <a:gd name="T29" fmla="*/ 38 h 70"/>
                  <a:gd name="T30" fmla="*/ 45 w 54"/>
                  <a:gd name="T31" fmla="*/ 68 h 70"/>
                  <a:gd name="T32" fmla="*/ 49 w 54"/>
                  <a:gd name="T33" fmla="*/ 70 h 70"/>
                  <a:gd name="T34" fmla="*/ 50 w 54"/>
                  <a:gd name="T35" fmla="*/ 70 h 70"/>
                  <a:gd name="T36" fmla="*/ 54 w 54"/>
                  <a:gd name="T37" fmla="*/ 68 h 70"/>
                  <a:gd name="T38" fmla="*/ 54 w 54"/>
                  <a:gd name="T39" fmla="*/ 2 h 70"/>
                  <a:gd name="T40" fmla="*/ 50 w 54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70">
                    <a:moveTo>
                      <a:pt x="5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9"/>
                      <a:pt x="46" y="70"/>
                      <a:pt x="49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3" y="70"/>
                      <a:pt x="54" y="69"/>
                      <a:pt x="54" y="6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2" name="Freeform 98">
                <a:extLst>
                  <a:ext uri="{FF2B5EF4-FFF2-40B4-BE49-F238E27FC236}">
                    <a16:creationId xmlns:a16="http://schemas.microsoft.com/office/drawing/2014/main" id="{F2CE0B71-92A3-4F97-8EE4-1719B44C35F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3" name="Freeform 99">
                <a:extLst>
                  <a:ext uri="{FF2B5EF4-FFF2-40B4-BE49-F238E27FC236}">
                    <a16:creationId xmlns:a16="http://schemas.microsoft.com/office/drawing/2014/main" id="{EBC387D5-C514-4011-A9B8-BFB3BC6A766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69" y="8102"/>
                <a:ext cx="37" cy="53"/>
              </a:xfrm>
              <a:custGeom>
                <a:avLst/>
                <a:gdLst>
                  <a:gd name="T0" fmla="*/ 41 w 49"/>
                  <a:gd name="T1" fmla="*/ 48 h 70"/>
                  <a:gd name="T2" fmla="*/ 32 w 49"/>
                  <a:gd name="T3" fmla="*/ 35 h 70"/>
                  <a:gd name="T4" fmla="*/ 32 w 49"/>
                  <a:gd name="T5" fmla="*/ 35 h 70"/>
                  <a:gd name="T6" fmla="*/ 43 w 49"/>
                  <a:gd name="T7" fmla="*/ 18 h 70"/>
                  <a:gd name="T8" fmla="*/ 19 w 49"/>
                  <a:gd name="T9" fmla="*/ 0 h 70"/>
                  <a:gd name="T10" fmla="*/ 3 w 49"/>
                  <a:gd name="T11" fmla="*/ 0 h 70"/>
                  <a:gd name="T12" fmla="*/ 0 w 49"/>
                  <a:gd name="T13" fmla="*/ 3 h 70"/>
                  <a:gd name="T14" fmla="*/ 0 w 49"/>
                  <a:gd name="T15" fmla="*/ 68 h 70"/>
                  <a:gd name="T16" fmla="*/ 4 w 49"/>
                  <a:gd name="T17" fmla="*/ 70 h 70"/>
                  <a:gd name="T18" fmla="*/ 4 w 49"/>
                  <a:gd name="T19" fmla="*/ 70 h 70"/>
                  <a:gd name="T20" fmla="*/ 8 w 49"/>
                  <a:gd name="T21" fmla="*/ 68 h 70"/>
                  <a:gd name="T22" fmla="*/ 8 w 49"/>
                  <a:gd name="T23" fmla="*/ 39 h 70"/>
                  <a:gd name="T24" fmla="*/ 17 w 49"/>
                  <a:gd name="T25" fmla="*/ 39 h 70"/>
                  <a:gd name="T26" fmla="*/ 32 w 49"/>
                  <a:gd name="T27" fmla="*/ 49 h 70"/>
                  <a:gd name="T28" fmla="*/ 40 w 49"/>
                  <a:gd name="T29" fmla="*/ 69 h 70"/>
                  <a:gd name="T30" fmla="*/ 44 w 49"/>
                  <a:gd name="T31" fmla="*/ 70 h 70"/>
                  <a:gd name="T32" fmla="*/ 45 w 49"/>
                  <a:gd name="T33" fmla="*/ 70 h 70"/>
                  <a:gd name="T34" fmla="*/ 49 w 49"/>
                  <a:gd name="T35" fmla="*/ 69 h 70"/>
                  <a:gd name="T36" fmla="*/ 48 w 49"/>
                  <a:gd name="T37" fmla="*/ 67 h 70"/>
                  <a:gd name="T38" fmla="*/ 41 w 49"/>
                  <a:gd name="T39" fmla="*/ 48 h 70"/>
                  <a:gd name="T40" fmla="*/ 21 w 49"/>
                  <a:gd name="T41" fmla="*/ 32 h 70"/>
                  <a:gd name="T42" fmla="*/ 8 w 49"/>
                  <a:gd name="T43" fmla="*/ 32 h 70"/>
                  <a:gd name="T44" fmla="*/ 8 w 49"/>
                  <a:gd name="T45" fmla="*/ 8 h 70"/>
                  <a:gd name="T46" fmla="*/ 21 w 49"/>
                  <a:gd name="T47" fmla="*/ 8 h 70"/>
                  <a:gd name="T48" fmla="*/ 34 w 49"/>
                  <a:gd name="T49" fmla="*/ 20 h 70"/>
                  <a:gd name="T50" fmla="*/ 21 w 49"/>
                  <a:gd name="T51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0">
                    <a:moveTo>
                      <a:pt x="41" y="48"/>
                    </a:moveTo>
                    <a:cubicBezTo>
                      <a:pt x="38" y="41"/>
                      <a:pt x="36" y="37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9" y="32"/>
                      <a:pt x="43" y="27"/>
                      <a:pt x="43" y="18"/>
                    </a:cubicBezTo>
                    <a:cubicBezTo>
                      <a:pt x="43" y="6"/>
                      <a:pt x="35" y="0"/>
                      <a:pt x="1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25" y="39"/>
                      <a:pt x="29" y="41"/>
                      <a:pt x="32" y="4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70"/>
                      <a:pt x="42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70"/>
                      <a:pt x="49" y="69"/>
                    </a:cubicBezTo>
                    <a:cubicBezTo>
                      <a:pt x="49" y="68"/>
                      <a:pt x="49" y="68"/>
                      <a:pt x="48" y="67"/>
                    </a:cubicBezTo>
                    <a:lnTo>
                      <a:pt x="41" y="48"/>
                    </a:lnTo>
                    <a:close/>
                    <a:moveTo>
                      <a:pt x="21" y="32"/>
                    </a:moveTo>
                    <a:cubicBezTo>
                      <a:pt x="8" y="32"/>
                      <a:pt x="8" y="32"/>
                      <a:pt x="8" y="3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9" y="8"/>
                      <a:pt x="34" y="12"/>
                      <a:pt x="34" y="20"/>
                    </a:cubicBezTo>
                    <a:cubicBezTo>
                      <a:pt x="34" y="26"/>
                      <a:pt x="29" y="32"/>
                      <a:pt x="21" y="3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4" name="Freeform 100">
                <a:extLst>
                  <a:ext uri="{FF2B5EF4-FFF2-40B4-BE49-F238E27FC236}">
                    <a16:creationId xmlns:a16="http://schemas.microsoft.com/office/drawing/2014/main" id="{5238D771-D8FB-44D3-B1EA-7CB62DBCD49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4" y="8102"/>
                <a:ext cx="45" cy="53"/>
              </a:xfrm>
              <a:custGeom>
                <a:avLst/>
                <a:gdLst>
                  <a:gd name="T0" fmla="*/ 30 w 61"/>
                  <a:gd name="T1" fmla="*/ 0 h 71"/>
                  <a:gd name="T2" fmla="*/ 0 w 61"/>
                  <a:gd name="T3" fmla="*/ 35 h 71"/>
                  <a:gd name="T4" fmla="*/ 30 w 61"/>
                  <a:gd name="T5" fmla="*/ 71 h 71"/>
                  <a:gd name="T6" fmla="*/ 61 w 61"/>
                  <a:gd name="T7" fmla="*/ 35 h 71"/>
                  <a:gd name="T8" fmla="*/ 30 w 61"/>
                  <a:gd name="T9" fmla="*/ 0 h 71"/>
                  <a:gd name="T10" fmla="*/ 30 w 61"/>
                  <a:gd name="T11" fmla="*/ 63 h 71"/>
                  <a:gd name="T12" fmla="*/ 9 w 61"/>
                  <a:gd name="T13" fmla="*/ 35 h 71"/>
                  <a:gd name="T14" fmla="*/ 30 w 61"/>
                  <a:gd name="T15" fmla="*/ 7 h 71"/>
                  <a:gd name="T16" fmla="*/ 52 w 61"/>
                  <a:gd name="T17" fmla="*/ 35 h 71"/>
                  <a:gd name="T18" fmla="*/ 30 w 61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1">
                    <a:moveTo>
                      <a:pt x="30" y="0"/>
                    </a:moveTo>
                    <a:cubicBezTo>
                      <a:pt x="10" y="0"/>
                      <a:pt x="0" y="12"/>
                      <a:pt x="0" y="35"/>
                    </a:cubicBezTo>
                    <a:cubicBezTo>
                      <a:pt x="0" y="58"/>
                      <a:pt x="10" y="71"/>
                      <a:pt x="30" y="71"/>
                    </a:cubicBezTo>
                    <a:cubicBezTo>
                      <a:pt x="50" y="71"/>
                      <a:pt x="61" y="58"/>
                      <a:pt x="61" y="35"/>
                    </a:cubicBezTo>
                    <a:cubicBezTo>
                      <a:pt x="61" y="12"/>
                      <a:pt x="50" y="0"/>
                      <a:pt x="30" y="0"/>
                    </a:cubicBezTo>
                    <a:moveTo>
                      <a:pt x="30" y="63"/>
                    </a:moveTo>
                    <a:cubicBezTo>
                      <a:pt x="16" y="63"/>
                      <a:pt x="9" y="53"/>
                      <a:pt x="9" y="35"/>
                    </a:cubicBezTo>
                    <a:cubicBezTo>
                      <a:pt x="9" y="17"/>
                      <a:pt x="16" y="7"/>
                      <a:pt x="30" y="7"/>
                    </a:cubicBezTo>
                    <a:cubicBezTo>
                      <a:pt x="44" y="7"/>
                      <a:pt x="52" y="17"/>
                      <a:pt x="52" y="35"/>
                    </a:cubicBezTo>
                    <a:cubicBezTo>
                      <a:pt x="52" y="53"/>
                      <a:pt x="44" y="63"/>
                      <a:pt x="30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5" name="Freeform 101">
                <a:extLst>
                  <a:ext uri="{FF2B5EF4-FFF2-40B4-BE49-F238E27FC236}">
                    <a16:creationId xmlns:a16="http://schemas.microsoft.com/office/drawing/2014/main" id="{53C13B47-884B-4150-864A-0824BCD1A53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8" y="8102"/>
                <a:ext cx="38" cy="53"/>
              </a:xfrm>
              <a:custGeom>
                <a:avLst/>
                <a:gdLst>
                  <a:gd name="T0" fmla="*/ 47 w 52"/>
                  <a:gd name="T1" fmla="*/ 0 h 70"/>
                  <a:gd name="T2" fmla="*/ 43 w 52"/>
                  <a:gd name="T3" fmla="*/ 2 h 70"/>
                  <a:gd name="T4" fmla="*/ 26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4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1 w 52"/>
                  <a:gd name="T17" fmla="*/ 34 h 70"/>
                  <a:gd name="T18" fmla="*/ 21 w 52"/>
                  <a:gd name="T19" fmla="*/ 68 h 70"/>
                  <a:gd name="T20" fmla="*/ 25 w 52"/>
                  <a:gd name="T21" fmla="*/ 70 h 70"/>
                  <a:gd name="T22" fmla="*/ 26 w 52"/>
                  <a:gd name="T23" fmla="*/ 70 h 70"/>
                  <a:gd name="T24" fmla="*/ 30 w 52"/>
                  <a:gd name="T25" fmla="*/ 68 h 70"/>
                  <a:gd name="T26" fmla="*/ 30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7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7" y="0"/>
                    </a:moveTo>
                    <a:cubicBezTo>
                      <a:pt x="45" y="0"/>
                      <a:pt x="43" y="1"/>
                      <a:pt x="43" y="2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3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9" y="70"/>
                      <a:pt x="30" y="69"/>
                      <a:pt x="30" y="6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6" name="Freeform 102">
                <a:extLst>
                  <a:ext uri="{FF2B5EF4-FFF2-40B4-BE49-F238E27FC236}">
                    <a16:creationId xmlns:a16="http://schemas.microsoft.com/office/drawing/2014/main" id="{AE38F94C-B935-4955-B227-2E4A29A1346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11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1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5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9" y="70"/>
                      <a:pt x="9" y="69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9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7" name="Freeform 103">
                <a:extLst>
                  <a:ext uri="{FF2B5EF4-FFF2-40B4-BE49-F238E27FC236}">
                    <a16:creationId xmlns:a16="http://schemas.microsoft.com/office/drawing/2014/main" id="{52BF333A-4854-4926-9F21-C62D521CAF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5" y="8102"/>
                <a:ext cx="28" cy="53"/>
              </a:xfrm>
              <a:custGeom>
                <a:avLst/>
                <a:gdLst>
                  <a:gd name="T0" fmla="*/ 36 w 38"/>
                  <a:gd name="T1" fmla="*/ 62 h 70"/>
                  <a:gd name="T2" fmla="*/ 9 w 38"/>
                  <a:gd name="T3" fmla="*/ 62 h 70"/>
                  <a:gd name="T4" fmla="*/ 9 w 38"/>
                  <a:gd name="T5" fmla="*/ 2 h 70"/>
                  <a:gd name="T6" fmla="*/ 5 w 38"/>
                  <a:gd name="T7" fmla="*/ 0 h 70"/>
                  <a:gd name="T8" fmla="*/ 4 w 38"/>
                  <a:gd name="T9" fmla="*/ 0 h 70"/>
                  <a:gd name="T10" fmla="*/ 0 w 38"/>
                  <a:gd name="T11" fmla="*/ 2 h 70"/>
                  <a:gd name="T12" fmla="*/ 0 w 38"/>
                  <a:gd name="T13" fmla="*/ 67 h 70"/>
                  <a:gd name="T14" fmla="*/ 3 w 38"/>
                  <a:gd name="T15" fmla="*/ 70 h 70"/>
                  <a:gd name="T16" fmla="*/ 36 w 38"/>
                  <a:gd name="T17" fmla="*/ 70 h 70"/>
                  <a:gd name="T18" fmla="*/ 38 w 38"/>
                  <a:gd name="T19" fmla="*/ 67 h 70"/>
                  <a:gd name="T20" fmla="*/ 38 w 38"/>
                  <a:gd name="T21" fmla="*/ 65 h 70"/>
                  <a:gd name="T22" fmla="*/ 36 w 38"/>
                  <a:gd name="T23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6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0"/>
                      <a:pt x="38" y="69"/>
                      <a:pt x="38" y="67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3"/>
                      <a:pt x="37" y="62"/>
                      <a:pt x="36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8" name="Freeform 104">
                <a:extLst>
                  <a:ext uri="{FF2B5EF4-FFF2-40B4-BE49-F238E27FC236}">
                    <a16:creationId xmlns:a16="http://schemas.microsoft.com/office/drawing/2014/main" id="{FB155252-BF7E-443C-8935-E3385059076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19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9" name="Freeform 105">
                <a:extLst>
                  <a:ext uri="{FF2B5EF4-FFF2-40B4-BE49-F238E27FC236}">
                    <a16:creationId xmlns:a16="http://schemas.microsoft.com/office/drawing/2014/main" id="{438D1E25-61F9-4CCB-BE11-29270B50069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7" y="8102"/>
                <a:ext cx="63" cy="53"/>
              </a:xfrm>
              <a:custGeom>
                <a:avLst/>
                <a:gdLst>
                  <a:gd name="T0" fmla="*/ 80 w 84"/>
                  <a:gd name="T1" fmla="*/ 0 h 70"/>
                  <a:gd name="T2" fmla="*/ 80 w 84"/>
                  <a:gd name="T3" fmla="*/ 0 h 70"/>
                  <a:gd name="T4" fmla="*/ 76 w 84"/>
                  <a:gd name="T5" fmla="*/ 2 h 70"/>
                  <a:gd name="T6" fmla="*/ 61 w 84"/>
                  <a:gd name="T7" fmla="*/ 60 h 70"/>
                  <a:gd name="T8" fmla="*/ 60 w 84"/>
                  <a:gd name="T9" fmla="*/ 51 h 70"/>
                  <a:gd name="T10" fmla="*/ 47 w 84"/>
                  <a:gd name="T11" fmla="*/ 2 h 70"/>
                  <a:gd name="T12" fmla="*/ 43 w 84"/>
                  <a:gd name="T13" fmla="*/ 0 h 70"/>
                  <a:gd name="T14" fmla="*/ 42 w 84"/>
                  <a:gd name="T15" fmla="*/ 0 h 70"/>
                  <a:gd name="T16" fmla="*/ 38 w 84"/>
                  <a:gd name="T17" fmla="*/ 2 h 70"/>
                  <a:gd name="T18" fmla="*/ 23 w 84"/>
                  <a:gd name="T19" fmla="*/ 60 h 70"/>
                  <a:gd name="T20" fmla="*/ 22 w 84"/>
                  <a:gd name="T21" fmla="*/ 51 h 70"/>
                  <a:gd name="T22" fmla="*/ 9 w 84"/>
                  <a:gd name="T23" fmla="*/ 2 h 70"/>
                  <a:gd name="T24" fmla="*/ 5 w 84"/>
                  <a:gd name="T25" fmla="*/ 0 h 70"/>
                  <a:gd name="T26" fmla="*/ 4 w 84"/>
                  <a:gd name="T27" fmla="*/ 0 h 70"/>
                  <a:gd name="T28" fmla="*/ 0 w 84"/>
                  <a:gd name="T29" fmla="*/ 2 h 70"/>
                  <a:gd name="T30" fmla="*/ 0 w 84"/>
                  <a:gd name="T31" fmla="*/ 3 h 70"/>
                  <a:gd name="T32" fmla="*/ 17 w 84"/>
                  <a:gd name="T33" fmla="*/ 69 h 70"/>
                  <a:gd name="T34" fmla="*/ 21 w 84"/>
                  <a:gd name="T35" fmla="*/ 70 h 70"/>
                  <a:gd name="T36" fmla="*/ 25 w 84"/>
                  <a:gd name="T37" fmla="*/ 70 h 70"/>
                  <a:gd name="T38" fmla="*/ 29 w 84"/>
                  <a:gd name="T39" fmla="*/ 69 h 70"/>
                  <a:gd name="T40" fmla="*/ 40 w 84"/>
                  <a:gd name="T41" fmla="*/ 28 h 70"/>
                  <a:gd name="T42" fmla="*/ 42 w 84"/>
                  <a:gd name="T43" fmla="*/ 15 h 70"/>
                  <a:gd name="T44" fmla="*/ 44 w 84"/>
                  <a:gd name="T45" fmla="*/ 28 h 70"/>
                  <a:gd name="T46" fmla="*/ 55 w 84"/>
                  <a:gd name="T47" fmla="*/ 69 h 70"/>
                  <a:gd name="T48" fmla="*/ 59 w 84"/>
                  <a:gd name="T49" fmla="*/ 70 h 70"/>
                  <a:gd name="T50" fmla="*/ 63 w 84"/>
                  <a:gd name="T51" fmla="*/ 70 h 70"/>
                  <a:gd name="T52" fmla="*/ 67 w 84"/>
                  <a:gd name="T53" fmla="*/ 69 h 70"/>
                  <a:gd name="T54" fmla="*/ 84 w 84"/>
                  <a:gd name="T55" fmla="*/ 3 h 70"/>
                  <a:gd name="T56" fmla="*/ 84 w 84"/>
                  <a:gd name="T57" fmla="*/ 2 h 70"/>
                  <a:gd name="T58" fmla="*/ 80 w 84"/>
                  <a:gd name="T5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70"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78" y="0"/>
                      <a:pt x="76" y="1"/>
                      <a:pt x="76" y="2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1" y="60"/>
                      <a:pt x="60" y="54"/>
                      <a:pt x="60" y="5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5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38" y="1"/>
                      <a:pt x="38" y="2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2" y="53"/>
                      <a:pt x="22" y="5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9" y="70"/>
                      <a:pt x="21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9" y="70"/>
                      <a:pt x="29" y="6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70"/>
                      <a:pt x="57" y="70"/>
                      <a:pt x="59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5" y="70"/>
                      <a:pt x="67" y="70"/>
                      <a:pt x="67" y="69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4" y="1"/>
                      <a:pt x="83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0" name="Freeform 106">
                <a:extLst>
                  <a:ext uri="{FF2B5EF4-FFF2-40B4-BE49-F238E27FC236}">
                    <a16:creationId xmlns:a16="http://schemas.microsoft.com/office/drawing/2014/main" id="{6AFC78E1-6098-4A95-B9D9-8D6D27B853A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31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1" name="Freeform 107">
                <a:extLst>
                  <a:ext uri="{FF2B5EF4-FFF2-40B4-BE49-F238E27FC236}">
                    <a16:creationId xmlns:a16="http://schemas.microsoft.com/office/drawing/2014/main" id="{1598336D-A7A5-48D1-AF57-3CE1A9A6359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74" y="8102"/>
                <a:ext cx="40" cy="53"/>
              </a:xfrm>
              <a:custGeom>
                <a:avLst/>
                <a:gdLst>
                  <a:gd name="T0" fmla="*/ 23 w 53"/>
                  <a:gd name="T1" fmla="*/ 0 h 70"/>
                  <a:gd name="T2" fmla="*/ 3 w 53"/>
                  <a:gd name="T3" fmla="*/ 0 h 70"/>
                  <a:gd name="T4" fmla="*/ 0 w 53"/>
                  <a:gd name="T5" fmla="*/ 3 h 70"/>
                  <a:gd name="T6" fmla="*/ 0 w 53"/>
                  <a:gd name="T7" fmla="*/ 67 h 70"/>
                  <a:gd name="T8" fmla="*/ 3 w 53"/>
                  <a:gd name="T9" fmla="*/ 70 h 70"/>
                  <a:gd name="T10" fmla="*/ 23 w 53"/>
                  <a:gd name="T11" fmla="*/ 70 h 70"/>
                  <a:gd name="T12" fmla="*/ 53 w 53"/>
                  <a:gd name="T13" fmla="*/ 35 h 70"/>
                  <a:gd name="T14" fmla="*/ 23 w 53"/>
                  <a:gd name="T15" fmla="*/ 0 h 70"/>
                  <a:gd name="T16" fmla="*/ 22 w 53"/>
                  <a:gd name="T17" fmla="*/ 62 h 70"/>
                  <a:gd name="T18" fmla="*/ 8 w 53"/>
                  <a:gd name="T19" fmla="*/ 62 h 70"/>
                  <a:gd name="T20" fmla="*/ 8 w 53"/>
                  <a:gd name="T21" fmla="*/ 8 h 70"/>
                  <a:gd name="T22" fmla="*/ 22 w 53"/>
                  <a:gd name="T23" fmla="*/ 8 h 70"/>
                  <a:gd name="T24" fmla="*/ 44 w 53"/>
                  <a:gd name="T25" fmla="*/ 35 h 70"/>
                  <a:gd name="T26" fmla="*/ 22 w 53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3" y="61"/>
                      <a:pt x="53" y="35"/>
                    </a:cubicBezTo>
                    <a:cubicBezTo>
                      <a:pt x="53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4" y="8"/>
                      <a:pt x="44" y="15"/>
                      <a:pt x="44" y="35"/>
                    </a:cubicBezTo>
                    <a:cubicBezTo>
                      <a:pt x="44" y="55"/>
                      <a:pt x="34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2" name="Freeform 108">
                <a:extLst>
                  <a:ext uri="{FF2B5EF4-FFF2-40B4-BE49-F238E27FC236}">
                    <a16:creationId xmlns:a16="http://schemas.microsoft.com/office/drawing/2014/main" id="{48C4CBBA-BE65-4AEF-8209-20342BF084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28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3" name="Freeform 109">
                <a:extLst>
                  <a:ext uri="{FF2B5EF4-FFF2-40B4-BE49-F238E27FC236}">
                    <a16:creationId xmlns:a16="http://schemas.microsoft.com/office/drawing/2014/main" id="{91670A12-0518-4F54-8349-372BA38225B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47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5" y="7"/>
                      <a:pt x="23" y="7"/>
                    </a:cubicBezTo>
                    <a:cubicBezTo>
                      <a:pt x="31" y="7"/>
                      <a:pt x="34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4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4" name="Freeform 110">
                <a:extLst>
                  <a:ext uri="{FF2B5EF4-FFF2-40B4-BE49-F238E27FC236}">
                    <a16:creationId xmlns:a16="http://schemas.microsoft.com/office/drawing/2014/main" id="{41D2DAB9-CE95-4716-AA95-06D6614D85B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1" y="8102"/>
                <a:ext cx="40" cy="53"/>
              </a:xfrm>
              <a:custGeom>
                <a:avLst/>
                <a:gdLst>
                  <a:gd name="T0" fmla="*/ 49 w 53"/>
                  <a:gd name="T1" fmla="*/ 0 h 70"/>
                  <a:gd name="T2" fmla="*/ 48 w 53"/>
                  <a:gd name="T3" fmla="*/ 0 h 70"/>
                  <a:gd name="T4" fmla="*/ 44 w 53"/>
                  <a:gd name="T5" fmla="*/ 2 h 70"/>
                  <a:gd name="T6" fmla="*/ 44 w 53"/>
                  <a:gd name="T7" fmla="*/ 31 h 70"/>
                  <a:gd name="T8" fmla="*/ 8 w 53"/>
                  <a:gd name="T9" fmla="*/ 31 h 70"/>
                  <a:gd name="T10" fmla="*/ 8 w 53"/>
                  <a:gd name="T11" fmla="*/ 2 h 70"/>
                  <a:gd name="T12" fmla="*/ 4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38 h 70"/>
                  <a:gd name="T28" fmla="*/ 44 w 53"/>
                  <a:gd name="T29" fmla="*/ 38 h 70"/>
                  <a:gd name="T30" fmla="*/ 44 w 53"/>
                  <a:gd name="T31" fmla="*/ 68 h 70"/>
                  <a:gd name="T32" fmla="*/ 48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4" y="1"/>
                      <a:pt x="44" y="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9"/>
                      <a:pt x="46" y="70"/>
                      <a:pt x="48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5" name="Freeform 111">
                <a:extLst>
                  <a:ext uri="{FF2B5EF4-FFF2-40B4-BE49-F238E27FC236}">
                    <a16:creationId xmlns:a16="http://schemas.microsoft.com/office/drawing/2014/main" id="{5EE4E097-7186-423E-A19E-23924B713B36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562" y="8102"/>
                <a:ext cx="43" cy="53"/>
              </a:xfrm>
              <a:custGeom>
                <a:avLst/>
                <a:gdLst>
                  <a:gd name="T0" fmla="*/ 34 w 58"/>
                  <a:gd name="T1" fmla="*/ 2 h 70"/>
                  <a:gd name="T2" fmla="*/ 31 w 58"/>
                  <a:gd name="T3" fmla="*/ 0 h 70"/>
                  <a:gd name="T4" fmla="*/ 28 w 58"/>
                  <a:gd name="T5" fmla="*/ 0 h 70"/>
                  <a:gd name="T6" fmla="*/ 24 w 58"/>
                  <a:gd name="T7" fmla="*/ 2 h 70"/>
                  <a:gd name="T8" fmla="*/ 0 w 58"/>
                  <a:gd name="T9" fmla="*/ 67 h 70"/>
                  <a:gd name="T10" fmla="*/ 0 w 58"/>
                  <a:gd name="T11" fmla="*/ 68 h 70"/>
                  <a:gd name="T12" fmla="*/ 4 w 58"/>
                  <a:gd name="T13" fmla="*/ 70 h 70"/>
                  <a:gd name="T14" fmla="*/ 5 w 58"/>
                  <a:gd name="T15" fmla="*/ 70 h 70"/>
                  <a:gd name="T16" fmla="*/ 9 w 58"/>
                  <a:gd name="T17" fmla="*/ 69 h 70"/>
                  <a:gd name="T18" fmla="*/ 14 w 58"/>
                  <a:gd name="T19" fmla="*/ 52 h 70"/>
                  <a:gd name="T20" fmla="*/ 43 w 58"/>
                  <a:gd name="T21" fmla="*/ 52 h 70"/>
                  <a:gd name="T22" fmla="*/ 49 w 58"/>
                  <a:gd name="T23" fmla="*/ 69 h 70"/>
                  <a:gd name="T24" fmla="*/ 53 w 58"/>
                  <a:gd name="T25" fmla="*/ 70 h 70"/>
                  <a:gd name="T26" fmla="*/ 54 w 58"/>
                  <a:gd name="T27" fmla="*/ 70 h 70"/>
                  <a:gd name="T28" fmla="*/ 58 w 58"/>
                  <a:gd name="T29" fmla="*/ 68 h 70"/>
                  <a:gd name="T30" fmla="*/ 58 w 58"/>
                  <a:gd name="T31" fmla="*/ 67 h 70"/>
                  <a:gd name="T32" fmla="*/ 34 w 58"/>
                  <a:gd name="T33" fmla="*/ 2 h 70"/>
                  <a:gd name="T34" fmla="*/ 17 w 58"/>
                  <a:gd name="T35" fmla="*/ 45 h 70"/>
                  <a:gd name="T36" fmla="*/ 27 w 58"/>
                  <a:gd name="T37" fmla="*/ 15 h 70"/>
                  <a:gd name="T38" fmla="*/ 29 w 58"/>
                  <a:gd name="T39" fmla="*/ 9 h 70"/>
                  <a:gd name="T40" fmla="*/ 30 w 58"/>
                  <a:gd name="T41" fmla="*/ 15 h 70"/>
                  <a:gd name="T42" fmla="*/ 41 w 58"/>
                  <a:gd name="T43" fmla="*/ 45 h 70"/>
                  <a:gd name="T44" fmla="*/ 17 w 58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70">
                    <a:moveTo>
                      <a:pt x="34" y="2"/>
                    </a:moveTo>
                    <a:cubicBezTo>
                      <a:pt x="34" y="1"/>
                      <a:pt x="32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0" y="70"/>
                      <a:pt x="51" y="70"/>
                      <a:pt x="53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8" y="69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lnTo>
                      <a:pt x="34" y="2"/>
                    </a:lnTo>
                    <a:close/>
                    <a:moveTo>
                      <a:pt x="17" y="4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6" name="Freeform 112">
                <a:extLst>
                  <a:ext uri="{FF2B5EF4-FFF2-40B4-BE49-F238E27FC236}">
                    <a16:creationId xmlns:a16="http://schemas.microsoft.com/office/drawing/2014/main" id="{C1930855-5D7F-4208-B38A-87A4168B19B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3" y="8102"/>
                <a:ext cx="39" cy="53"/>
              </a:xfrm>
              <a:custGeom>
                <a:avLst/>
                <a:gdLst>
                  <a:gd name="T0" fmla="*/ 49 w 52"/>
                  <a:gd name="T1" fmla="*/ 58 h 71"/>
                  <a:gd name="T2" fmla="*/ 32 w 52"/>
                  <a:gd name="T3" fmla="*/ 63 h 71"/>
                  <a:gd name="T4" fmla="*/ 9 w 52"/>
                  <a:gd name="T5" fmla="*/ 35 h 71"/>
                  <a:gd name="T6" fmla="*/ 32 w 52"/>
                  <a:gd name="T7" fmla="*/ 7 h 71"/>
                  <a:gd name="T8" fmla="*/ 47 w 52"/>
                  <a:gd name="T9" fmla="*/ 12 h 71"/>
                  <a:gd name="T10" fmla="*/ 51 w 52"/>
                  <a:gd name="T11" fmla="*/ 6 h 71"/>
                  <a:gd name="T12" fmla="*/ 32 w 52"/>
                  <a:gd name="T13" fmla="*/ 0 h 71"/>
                  <a:gd name="T14" fmla="*/ 0 w 52"/>
                  <a:gd name="T15" fmla="*/ 35 h 71"/>
                  <a:gd name="T16" fmla="*/ 32 w 52"/>
                  <a:gd name="T17" fmla="*/ 71 h 71"/>
                  <a:gd name="T18" fmla="*/ 52 w 52"/>
                  <a:gd name="T19" fmla="*/ 63 h 71"/>
                  <a:gd name="T20" fmla="*/ 49 w 52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1">
                    <a:moveTo>
                      <a:pt x="49" y="58"/>
                    </a:moveTo>
                    <a:cubicBezTo>
                      <a:pt x="47" y="58"/>
                      <a:pt x="42" y="63"/>
                      <a:pt x="32" y="63"/>
                    </a:cubicBezTo>
                    <a:cubicBezTo>
                      <a:pt x="16" y="63"/>
                      <a:pt x="9" y="54"/>
                      <a:pt x="9" y="35"/>
                    </a:cubicBezTo>
                    <a:cubicBezTo>
                      <a:pt x="9" y="16"/>
                      <a:pt x="16" y="7"/>
                      <a:pt x="32" y="7"/>
                    </a:cubicBezTo>
                    <a:cubicBezTo>
                      <a:pt x="42" y="7"/>
                      <a:pt x="46" y="12"/>
                      <a:pt x="47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0" y="71"/>
                      <a:pt x="32" y="71"/>
                    </a:cubicBezTo>
                    <a:cubicBezTo>
                      <a:pt x="43" y="71"/>
                      <a:pt x="52" y="66"/>
                      <a:pt x="52" y="63"/>
                    </a:cubicBezTo>
                    <a:cubicBezTo>
                      <a:pt x="52" y="62"/>
                      <a:pt x="50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7" name="Freeform 113">
                <a:extLst>
                  <a:ext uri="{FF2B5EF4-FFF2-40B4-BE49-F238E27FC236}">
                    <a16:creationId xmlns:a16="http://schemas.microsoft.com/office/drawing/2014/main" id="{104553AD-29A6-4802-9665-E3952C5F0115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58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0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4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8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8" name="Freeform 114">
                <a:extLst>
                  <a:ext uri="{FF2B5EF4-FFF2-40B4-BE49-F238E27FC236}">
                    <a16:creationId xmlns:a16="http://schemas.microsoft.com/office/drawing/2014/main" id="{4FF5D95F-D3CB-4E0D-BCB0-C8D9DCF22D9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12" y="8102"/>
                <a:ext cx="40" cy="53"/>
              </a:xfrm>
              <a:custGeom>
                <a:avLst/>
                <a:gdLst>
                  <a:gd name="T0" fmla="*/ 23 w 54"/>
                  <a:gd name="T1" fmla="*/ 0 h 70"/>
                  <a:gd name="T2" fmla="*/ 3 w 54"/>
                  <a:gd name="T3" fmla="*/ 0 h 70"/>
                  <a:gd name="T4" fmla="*/ 0 w 54"/>
                  <a:gd name="T5" fmla="*/ 3 h 70"/>
                  <a:gd name="T6" fmla="*/ 0 w 54"/>
                  <a:gd name="T7" fmla="*/ 67 h 70"/>
                  <a:gd name="T8" fmla="*/ 3 w 54"/>
                  <a:gd name="T9" fmla="*/ 70 h 70"/>
                  <a:gd name="T10" fmla="*/ 23 w 54"/>
                  <a:gd name="T11" fmla="*/ 70 h 70"/>
                  <a:gd name="T12" fmla="*/ 54 w 54"/>
                  <a:gd name="T13" fmla="*/ 35 h 70"/>
                  <a:gd name="T14" fmla="*/ 23 w 54"/>
                  <a:gd name="T15" fmla="*/ 0 h 70"/>
                  <a:gd name="T16" fmla="*/ 22 w 54"/>
                  <a:gd name="T17" fmla="*/ 62 h 70"/>
                  <a:gd name="T18" fmla="*/ 9 w 54"/>
                  <a:gd name="T19" fmla="*/ 62 h 70"/>
                  <a:gd name="T20" fmla="*/ 9 w 54"/>
                  <a:gd name="T21" fmla="*/ 8 h 70"/>
                  <a:gd name="T22" fmla="*/ 22 w 54"/>
                  <a:gd name="T23" fmla="*/ 8 h 70"/>
                  <a:gd name="T24" fmla="*/ 45 w 54"/>
                  <a:gd name="T25" fmla="*/ 35 h 70"/>
                  <a:gd name="T26" fmla="*/ 22 w 54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4" y="61"/>
                      <a:pt x="54" y="35"/>
                    </a:cubicBezTo>
                    <a:cubicBezTo>
                      <a:pt x="54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5" y="8"/>
                      <a:pt x="45" y="15"/>
                      <a:pt x="45" y="35"/>
                    </a:cubicBezTo>
                    <a:cubicBezTo>
                      <a:pt x="45" y="55"/>
                      <a:pt x="35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9" name="Freeform 115">
                <a:extLst>
                  <a:ext uri="{FF2B5EF4-FFF2-40B4-BE49-F238E27FC236}">
                    <a16:creationId xmlns:a16="http://schemas.microsoft.com/office/drawing/2014/main" id="{269E543B-FF4C-41F5-9A05-CB11AD91372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66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0" name="Freeform 116">
                <a:extLst>
                  <a:ext uri="{FF2B5EF4-FFF2-40B4-BE49-F238E27FC236}">
                    <a16:creationId xmlns:a16="http://schemas.microsoft.com/office/drawing/2014/main" id="{0307B563-E8A0-476B-B517-D71F0D10144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08" y="8102"/>
                <a:ext cx="49" cy="53"/>
              </a:xfrm>
              <a:custGeom>
                <a:avLst/>
                <a:gdLst>
                  <a:gd name="T0" fmla="*/ 62 w 66"/>
                  <a:gd name="T1" fmla="*/ 0 h 70"/>
                  <a:gd name="T2" fmla="*/ 59 w 66"/>
                  <a:gd name="T3" fmla="*/ 0 h 70"/>
                  <a:gd name="T4" fmla="*/ 55 w 66"/>
                  <a:gd name="T5" fmla="*/ 2 h 70"/>
                  <a:gd name="T6" fmla="*/ 36 w 66"/>
                  <a:gd name="T7" fmla="*/ 35 h 70"/>
                  <a:gd name="T8" fmla="*/ 33 w 66"/>
                  <a:gd name="T9" fmla="*/ 41 h 70"/>
                  <a:gd name="T10" fmla="*/ 31 w 66"/>
                  <a:gd name="T11" fmla="*/ 35 h 70"/>
                  <a:gd name="T12" fmla="*/ 12 w 66"/>
                  <a:gd name="T13" fmla="*/ 2 h 70"/>
                  <a:gd name="T14" fmla="*/ 8 w 66"/>
                  <a:gd name="T15" fmla="*/ 0 h 70"/>
                  <a:gd name="T16" fmla="*/ 4 w 66"/>
                  <a:gd name="T17" fmla="*/ 0 h 70"/>
                  <a:gd name="T18" fmla="*/ 0 w 66"/>
                  <a:gd name="T19" fmla="*/ 2 h 70"/>
                  <a:gd name="T20" fmla="*/ 0 w 66"/>
                  <a:gd name="T21" fmla="*/ 68 h 70"/>
                  <a:gd name="T22" fmla="*/ 4 w 66"/>
                  <a:gd name="T23" fmla="*/ 70 h 70"/>
                  <a:gd name="T24" fmla="*/ 5 w 66"/>
                  <a:gd name="T25" fmla="*/ 70 h 70"/>
                  <a:gd name="T26" fmla="*/ 9 w 66"/>
                  <a:gd name="T27" fmla="*/ 68 h 70"/>
                  <a:gd name="T28" fmla="*/ 9 w 66"/>
                  <a:gd name="T29" fmla="*/ 14 h 70"/>
                  <a:gd name="T30" fmla="*/ 29 w 66"/>
                  <a:gd name="T31" fmla="*/ 49 h 70"/>
                  <a:gd name="T32" fmla="*/ 31 w 66"/>
                  <a:gd name="T33" fmla="*/ 51 h 70"/>
                  <a:gd name="T34" fmla="*/ 35 w 66"/>
                  <a:gd name="T35" fmla="*/ 51 h 70"/>
                  <a:gd name="T36" fmla="*/ 38 w 66"/>
                  <a:gd name="T37" fmla="*/ 49 h 70"/>
                  <a:gd name="T38" fmla="*/ 58 w 66"/>
                  <a:gd name="T39" fmla="*/ 15 h 70"/>
                  <a:gd name="T40" fmla="*/ 58 w 66"/>
                  <a:gd name="T41" fmla="*/ 68 h 70"/>
                  <a:gd name="T42" fmla="*/ 61 w 66"/>
                  <a:gd name="T43" fmla="*/ 70 h 70"/>
                  <a:gd name="T44" fmla="*/ 62 w 66"/>
                  <a:gd name="T45" fmla="*/ 70 h 70"/>
                  <a:gd name="T46" fmla="*/ 66 w 66"/>
                  <a:gd name="T47" fmla="*/ 68 h 70"/>
                  <a:gd name="T48" fmla="*/ 66 w 66"/>
                  <a:gd name="T49" fmla="*/ 2 h 70"/>
                  <a:gd name="T50" fmla="*/ 62 w 66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70">
                    <a:moveTo>
                      <a:pt x="62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0"/>
                      <a:pt x="55" y="1"/>
                      <a:pt x="55" y="2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50"/>
                      <a:pt x="30" y="51"/>
                      <a:pt x="31" y="51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51"/>
                      <a:pt x="37" y="50"/>
                      <a:pt x="38" y="49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9"/>
                      <a:pt x="59" y="70"/>
                      <a:pt x="6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5" y="70"/>
                      <a:pt x="66" y="69"/>
                      <a:pt x="66" y="6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5" y="0"/>
                      <a:pt x="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1" name="Freeform 117">
                <a:extLst>
                  <a:ext uri="{FF2B5EF4-FFF2-40B4-BE49-F238E27FC236}">
                    <a16:creationId xmlns:a16="http://schemas.microsoft.com/office/drawing/2014/main" id="{B66979EC-7B12-4CC8-BE08-A37E1F086A8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68" y="8102"/>
                <a:ext cx="38" cy="53"/>
              </a:xfrm>
              <a:custGeom>
                <a:avLst/>
                <a:gdLst>
                  <a:gd name="T0" fmla="*/ 48 w 52"/>
                  <a:gd name="T1" fmla="*/ 0 h 70"/>
                  <a:gd name="T2" fmla="*/ 43 w 52"/>
                  <a:gd name="T3" fmla="*/ 2 h 70"/>
                  <a:gd name="T4" fmla="*/ 27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5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2 w 52"/>
                  <a:gd name="T17" fmla="*/ 34 h 70"/>
                  <a:gd name="T18" fmla="*/ 22 w 52"/>
                  <a:gd name="T19" fmla="*/ 68 h 70"/>
                  <a:gd name="T20" fmla="*/ 26 w 52"/>
                  <a:gd name="T21" fmla="*/ 70 h 70"/>
                  <a:gd name="T22" fmla="*/ 27 w 52"/>
                  <a:gd name="T23" fmla="*/ 70 h 70"/>
                  <a:gd name="T24" fmla="*/ 31 w 52"/>
                  <a:gd name="T25" fmla="*/ 68 h 70"/>
                  <a:gd name="T26" fmla="*/ 31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8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8" y="0"/>
                    </a:moveTo>
                    <a:cubicBezTo>
                      <a:pt x="46" y="0"/>
                      <a:pt x="44" y="1"/>
                      <a:pt x="43" y="2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2" y="69"/>
                      <a:pt x="23" y="70"/>
                      <a:pt x="26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9" y="70"/>
                      <a:pt x="31" y="69"/>
                      <a:pt x="31" y="68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2" name="Freeform 118">
                <a:extLst>
                  <a:ext uri="{FF2B5EF4-FFF2-40B4-BE49-F238E27FC236}">
                    <a16:creationId xmlns:a16="http://schemas.microsoft.com/office/drawing/2014/main" id="{F9873D9C-4ADE-41D2-8A06-A546C10828E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35" y="8102"/>
                <a:ext cx="46" cy="53"/>
              </a:xfrm>
              <a:custGeom>
                <a:avLst/>
                <a:gdLst>
                  <a:gd name="T0" fmla="*/ 31 w 62"/>
                  <a:gd name="T1" fmla="*/ 0 h 71"/>
                  <a:gd name="T2" fmla="*/ 0 w 62"/>
                  <a:gd name="T3" fmla="*/ 35 h 71"/>
                  <a:gd name="T4" fmla="*/ 31 w 62"/>
                  <a:gd name="T5" fmla="*/ 71 h 71"/>
                  <a:gd name="T6" fmla="*/ 62 w 62"/>
                  <a:gd name="T7" fmla="*/ 35 h 71"/>
                  <a:gd name="T8" fmla="*/ 31 w 62"/>
                  <a:gd name="T9" fmla="*/ 0 h 71"/>
                  <a:gd name="T10" fmla="*/ 31 w 62"/>
                  <a:gd name="T11" fmla="*/ 63 h 71"/>
                  <a:gd name="T12" fmla="*/ 10 w 62"/>
                  <a:gd name="T13" fmla="*/ 35 h 71"/>
                  <a:gd name="T14" fmla="*/ 31 w 62"/>
                  <a:gd name="T15" fmla="*/ 7 h 71"/>
                  <a:gd name="T16" fmla="*/ 53 w 62"/>
                  <a:gd name="T17" fmla="*/ 35 h 71"/>
                  <a:gd name="T18" fmla="*/ 31 w 62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1">
                    <a:moveTo>
                      <a:pt x="31" y="0"/>
                    </a:moveTo>
                    <a:cubicBezTo>
                      <a:pt x="11" y="0"/>
                      <a:pt x="0" y="12"/>
                      <a:pt x="0" y="35"/>
                    </a:cubicBezTo>
                    <a:cubicBezTo>
                      <a:pt x="0" y="58"/>
                      <a:pt x="11" y="71"/>
                      <a:pt x="31" y="71"/>
                    </a:cubicBezTo>
                    <a:cubicBezTo>
                      <a:pt x="51" y="71"/>
                      <a:pt x="62" y="58"/>
                      <a:pt x="62" y="35"/>
                    </a:cubicBezTo>
                    <a:cubicBezTo>
                      <a:pt x="62" y="12"/>
                      <a:pt x="51" y="0"/>
                      <a:pt x="31" y="0"/>
                    </a:cubicBezTo>
                    <a:moveTo>
                      <a:pt x="31" y="63"/>
                    </a:moveTo>
                    <a:cubicBezTo>
                      <a:pt x="17" y="63"/>
                      <a:pt x="10" y="53"/>
                      <a:pt x="10" y="35"/>
                    </a:cubicBezTo>
                    <a:cubicBezTo>
                      <a:pt x="10" y="17"/>
                      <a:pt x="17" y="7"/>
                      <a:pt x="31" y="7"/>
                    </a:cubicBezTo>
                    <a:cubicBezTo>
                      <a:pt x="45" y="7"/>
                      <a:pt x="53" y="17"/>
                      <a:pt x="53" y="35"/>
                    </a:cubicBezTo>
                    <a:cubicBezTo>
                      <a:pt x="53" y="53"/>
                      <a:pt x="45" y="63"/>
                      <a:pt x="31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3" name="Freeform 119">
                <a:extLst>
                  <a:ext uri="{FF2B5EF4-FFF2-40B4-BE49-F238E27FC236}">
                    <a16:creationId xmlns:a16="http://schemas.microsoft.com/office/drawing/2014/main" id="{DB5E0A8E-DCE9-40C8-A4DC-5CD503E7845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94" y="8102"/>
                <a:ext cx="28" cy="53"/>
              </a:xfrm>
              <a:custGeom>
                <a:avLst/>
                <a:gdLst>
                  <a:gd name="T0" fmla="*/ 35 w 37"/>
                  <a:gd name="T1" fmla="*/ 0 h 70"/>
                  <a:gd name="T2" fmla="*/ 3 w 37"/>
                  <a:gd name="T3" fmla="*/ 0 h 70"/>
                  <a:gd name="T4" fmla="*/ 0 w 37"/>
                  <a:gd name="T5" fmla="*/ 3 h 70"/>
                  <a:gd name="T6" fmla="*/ 0 w 37"/>
                  <a:gd name="T7" fmla="*/ 68 h 70"/>
                  <a:gd name="T8" fmla="*/ 4 w 37"/>
                  <a:gd name="T9" fmla="*/ 70 h 70"/>
                  <a:gd name="T10" fmla="*/ 5 w 37"/>
                  <a:gd name="T11" fmla="*/ 70 h 70"/>
                  <a:gd name="T12" fmla="*/ 9 w 37"/>
                  <a:gd name="T13" fmla="*/ 68 h 70"/>
                  <a:gd name="T14" fmla="*/ 9 w 37"/>
                  <a:gd name="T15" fmla="*/ 38 h 70"/>
                  <a:gd name="T16" fmla="*/ 33 w 37"/>
                  <a:gd name="T17" fmla="*/ 38 h 70"/>
                  <a:gd name="T18" fmla="*/ 35 w 37"/>
                  <a:gd name="T19" fmla="*/ 35 h 70"/>
                  <a:gd name="T20" fmla="*/ 35 w 37"/>
                  <a:gd name="T21" fmla="*/ 34 h 70"/>
                  <a:gd name="T22" fmla="*/ 33 w 37"/>
                  <a:gd name="T23" fmla="*/ 31 h 70"/>
                  <a:gd name="T24" fmla="*/ 9 w 37"/>
                  <a:gd name="T25" fmla="*/ 31 h 70"/>
                  <a:gd name="T26" fmla="*/ 9 w 37"/>
                  <a:gd name="T27" fmla="*/ 8 h 70"/>
                  <a:gd name="T28" fmla="*/ 35 w 37"/>
                  <a:gd name="T29" fmla="*/ 8 h 70"/>
                  <a:gd name="T30" fmla="*/ 37 w 37"/>
                  <a:gd name="T31" fmla="*/ 5 h 70"/>
                  <a:gd name="T32" fmla="*/ 37 w 37"/>
                  <a:gd name="T33" fmla="*/ 3 h 70"/>
                  <a:gd name="T34" fmla="*/ 35 w 37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70">
                    <a:moveTo>
                      <a:pt x="3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8"/>
                      <a:pt x="35" y="37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2"/>
                      <a:pt x="34" y="31"/>
                      <a:pt x="33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8"/>
                      <a:pt x="37" y="7"/>
                      <a:pt x="37" y="5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4" name="Freeform 120">
                <a:extLst>
                  <a:ext uri="{FF2B5EF4-FFF2-40B4-BE49-F238E27FC236}">
                    <a16:creationId xmlns:a16="http://schemas.microsoft.com/office/drawing/2014/main" id="{E675AB81-7F46-4056-96C5-BA82665446D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50" y="8102"/>
                <a:ext cx="32" cy="53"/>
              </a:xfrm>
              <a:custGeom>
                <a:avLst/>
                <a:gdLst>
                  <a:gd name="T0" fmla="*/ 11 w 43"/>
                  <a:gd name="T1" fmla="*/ 19 h 71"/>
                  <a:gd name="T2" fmla="*/ 23 w 43"/>
                  <a:gd name="T3" fmla="*/ 7 h 71"/>
                  <a:gd name="T4" fmla="*/ 36 w 43"/>
                  <a:gd name="T5" fmla="*/ 11 h 71"/>
                  <a:gd name="T6" fmla="*/ 40 w 43"/>
                  <a:gd name="T7" fmla="*/ 6 h 71"/>
                  <a:gd name="T8" fmla="*/ 24 w 43"/>
                  <a:gd name="T9" fmla="*/ 0 h 71"/>
                  <a:gd name="T10" fmla="*/ 2 w 43"/>
                  <a:gd name="T11" fmla="*/ 18 h 71"/>
                  <a:gd name="T12" fmla="*/ 34 w 43"/>
                  <a:gd name="T13" fmla="*/ 51 h 71"/>
                  <a:gd name="T14" fmla="*/ 21 w 43"/>
                  <a:gd name="T15" fmla="*/ 63 h 71"/>
                  <a:gd name="T16" fmla="*/ 4 w 43"/>
                  <a:gd name="T17" fmla="*/ 58 h 71"/>
                  <a:gd name="T18" fmla="*/ 0 w 43"/>
                  <a:gd name="T19" fmla="*/ 63 h 71"/>
                  <a:gd name="T20" fmla="*/ 21 w 43"/>
                  <a:gd name="T21" fmla="*/ 71 h 71"/>
                  <a:gd name="T22" fmla="*/ 43 w 43"/>
                  <a:gd name="T23" fmla="*/ 51 h 71"/>
                  <a:gd name="T24" fmla="*/ 11 w 43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71">
                    <a:moveTo>
                      <a:pt x="11" y="19"/>
                    </a:moveTo>
                    <a:cubicBezTo>
                      <a:pt x="11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40" y="7"/>
                      <a:pt x="40" y="6"/>
                    </a:cubicBezTo>
                    <a:cubicBezTo>
                      <a:pt x="40" y="2"/>
                      <a:pt x="29" y="0"/>
                      <a:pt x="24" y="0"/>
                    </a:cubicBezTo>
                    <a:cubicBezTo>
                      <a:pt x="10" y="0"/>
                      <a:pt x="2" y="7"/>
                      <a:pt x="2" y="18"/>
                    </a:cubicBezTo>
                    <a:cubicBezTo>
                      <a:pt x="2" y="41"/>
                      <a:pt x="34" y="34"/>
                      <a:pt x="34" y="51"/>
                    </a:cubicBezTo>
                    <a:cubicBezTo>
                      <a:pt x="34" y="58"/>
                      <a:pt x="28" y="63"/>
                      <a:pt x="21" y="63"/>
                    </a:cubicBezTo>
                    <a:cubicBezTo>
                      <a:pt x="11" y="63"/>
                      <a:pt x="5" y="58"/>
                      <a:pt x="4" y="58"/>
                    </a:cubicBezTo>
                    <a:cubicBezTo>
                      <a:pt x="3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1" y="71"/>
                    </a:cubicBezTo>
                    <a:cubicBezTo>
                      <a:pt x="34" y="71"/>
                      <a:pt x="43" y="63"/>
                      <a:pt x="43" y="51"/>
                    </a:cubicBezTo>
                    <a:cubicBezTo>
                      <a:pt x="43" y="26"/>
                      <a:pt x="11" y="33"/>
                      <a:pt x="11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5" name="Freeform 121">
                <a:extLst>
                  <a:ext uri="{FF2B5EF4-FFF2-40B4-BE49-F238E27FC236}">
                    <a16:creationId xmlns:a16="http://schemas.microsoft.com/office/drawing/2014/main" id="{87643297-863F-4135-93D7-91C564977FD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9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3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3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3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6" name="Freeform 122">
                <a:extLst>
                  <a:ext uri="{FF2B5EF4-FFF2-40B4-BE49-F238E27FC236}">
                    <a16:creationId xmlns:a16="http://schemas.microsoft.com/office/drawing/2014/main" id="{DA26C479-B4B5-41D9-9661-7A0609D1447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42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7" name="Freeform 123">
                <a:extLst>
                  <a:ext uri="{FF2B5EF4-FFF2-40B4-BE49-F238E27FC236}">
                    <a16:creationId xmlns:a16="http://schemas.microsoft.com/office/drawing/2014/main" id="{B68996E4-0177-429D-85BF-4655EF26691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6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8" name="Freeform 124">
                <a:extLst>
                  <a:ext uri="{FF2B5EF4-FFF2-40B4-BE49-F238E27FC236}">
                    <a16:creationId xmlns:a16="http://schemas.microsoft.com/office/drawing/2014/main" id="{DC42A7BE-5E53-414B-AF38-52C851E1F6D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09" y="8102"/>
                <a:ext cx="39" cy="53"/>
              </a:xfrm>
              <a:custGeom>
                <a:avLst/>
                <a:gdLst>
                  <a:gd name="T0" fmla="*/ 49 w 53"/>
                  <a:gd name="T1" fmla="*/ 0 h 70"/>
                  <a:gd name="T2" fmla="*/ 49 w 53"/>
                  <a:gd name="T3" fmla="*/ 0 h 70"/>
                  <a:gd name="T4" fmla="*/ 45 w 53"/>
                  <a:gd name="T5" fmla="*/ 2 h 70"/>
                  <a:gd name="T6" fmla="*/ 45 w 53"/>
                  <a:gd name="T7" fmla="*/ 56 h 70"/>
                  <a:gd name="T8" fmla="*/ 42 w 53"/>
                  <a:gd name="T9" fmla="*/ 50 h 70"/>
                  <a:gd name="T10" fmla="*/ 10 w 53"/>
                  <a:gd name="T11" fmla="*/ 2 h 70"/>
                  <a:gd name="T12" fmla="*/ 6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14 h 70"/>
                  <a:gd name="T28" fmla="*/ 11 w 53"/>
                  <a:gd name="T29" fmla="*/ 19 h 70"/>
                  <a:gd name="T30" fmla="*/ 44 w 53"/>
                  <a:gd name="T31" fmla="*/ 69 h 70"/>
                  <a:gd name="T32" fmla="*/ 47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5" y="70"/>
                      <a:pt x="47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9" name="Freeform 125">
                <a:extLst>
                  <a:ext uri="{FF2B5EF4-FFF2-40B4-BE49-F238E27FC236}">
                    <a16:creationId xmlns:a16="http://schemas.microsoft.com/office/drawing/2014/main" id="{3B788A97-932B-4460-82A9-0B62073DD74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6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2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2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0" name="Freeform 126">
                <a:extLst>
                  <a:ext uri="{FF2B5EF4-FFF2-40B4-BE49-F238E27FC236}">
                    <a16:creationId xmlns:a16="http://schemas.microsoft.com/office/drawing/2014/main" id="{9390E360-8135-449B-9FBD-9E120C8251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3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1" name="Freeform 127">
                <a:extLst>
                  <a:ext uri="{FF2B5EF4-FFF2-40B4-BE49-F238E27FC236}">
                    <a16:creationId xmlns:a16="http://schemas.microsoft.com/office/drawing/2014/main" id="{ECBB6AD7-6840-4433-AEEB-29F674F5073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52" y="8102"/>
                <a:ext cx="31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2" name="Freeform 128">
                <a:extLst>
                  <a:ext uri="{FF2B5EF4-FFF2-40B4-BE49-F238E27FC236}">
                    <a16:creationId xmlns:a16="http://schemas.microsoft.com/office/drawing/2014/main" id="{CFE2A526-8F99-43E2-83D1-34CF736F671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403" y="7563"/>
                <a:ext cx="146" cy="196"/>
              </a:xfrm>
              <a:custGeom>
                <a:avLst/>
                <a:gdLst>
                  <a:gd name="T0" fmla="*/ 197 w 197"/>
                  <a:gd name="T1" fmla="*/ 188 h 262"/>
                  <a:gd name="T2" fmla="*/ 154 w 197"/>
                  <a:gd name="T3" fmla="*/ 127 h 262"/>
                  <a:gd name="T4" fmla="*/ 189 w 197"/>
                  <a:gd name="T5" fmla="*/ 72 h 262"/>
                  <a:gd name="T6" fmla="*/ 100 w 197"/>
                  <a:gd name="T7" fmla="*/ 0 h 262"/>
                  <a:gd name="T8" fmla="*/ 0 w 197"/>
                  <a:gd name="T9" fmla="*/ 0 h 262"/>
                  <a:gd name="T10" fmla="*/ 0 w 197"/>
                  <a:gd name="T11" fmla="*/ 262 h 262"/>
                  <a:gd name="T12" fmla="*/ 109 w 197"/>
                  <a:gd name="T13" fmla="*/ 262 h 262"/>
                  <a:gd name="T14" fmla="*/ 197 w 197"/>
                  <a:gd name="T15" fmla="*/ 188 h 262"/>
                  <a:gd name="T16" fmla="*/ 53 w 197"/>
                  <a:gd name="T17" fmla="*/ 46 h 262"/>
                  <a:gd name="T18" fmla="*/ 97 w 197"/>
                  <a:gd name="T19" fmla="*/ 46 h 262"/>
                  <a:gd name="T20" fmla="*/ 137 w 197"/>
                  <a:gd name="T21" fmla="*/ 77 h 262"/>
                  <a:gd name="T22" fmla="*/ 97 w 197"/>
                  <a:gd name="T23" fmla="*/ 108 h 262"/>
                  <a:gd name="T24" fmla="*/ 53 w 197"/>
                  <a:gd name="T25" fmla="*/ 108 h 262"/>
                  <a:gd name="T26" fmla="*/ 53 w 197"/>
                  <a:gd name="T27" fmla="*/ 46 h 262"/>
                  <a:gd name="T28" fmla="*/ 53 w 197"/>
                  <a:gd name="T29" fmla="*/ 216 h 262"/>
                  <a:gd name="T30" fmla="*/ 53 w 197"/>
                  <a:gd name="T31" fmla="*/ 150 h 262"/>
                  <a:gd name="T32" fmla="*/ 104 w 197"/>
                  <a:gd name="T33" fmla="*/ 150 h 262"/>
                  <a:gd name="T34" fmla="*/ 143 w 197"/>
                  <a:gd name="T35" fmla="*/ 183 h 262"/>
                  <a:gd name="T36" fmla="*/ 104 w 197"/>
                  <a:gd name="T37" fmla="*/ 216 h 262"/>
                  <a:gd name="T38" fmla="*/ 53 w 197"/>
                  <a:gd name="T39" fmla="*/ 21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262">
                    <a:moveTo>
                      <a:pt x="197" y="188"/>
                    </a:moveTo>
                    <a:cubicBezTo>
                      <a:pt x="197" y="159"/>
                      <a:pt x="179" y="135"/>
                      <a:pt x="154" y="127"/>
                    </a:cubicBezTo>
                    <a:cubicBezTo>
                      <a:pt x="173" y="120"/>
                      <a:pt x="189" y="100"/>
                      <a:pt x="189" y="72"/>
                    </a:cubicBezTo>
                    <a:cubicBezTo>
                      <a:pt x="189" y="25"/>
                      <a:pt x="155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2"/>
                      <a:pt x="0" y="262"/>
                      <a:pt x="0" y="262"/>
                    </a:cubicBezTo>
                    <a:cubicBezTo>
                      <a:pt x="109" y="262"/>
                      <a:pt x="109" y="262"/>
                      <a:pt x="109" y="262"/>
                    </a:cubicBezTo>
                    <a:cubicBezTo>
                      <a:pt x="164" y="262"/>
                      <a:pt x="197" y="236"/>
                      <a:pt x="197" y="188"/>
                    </a:cubicBezTo>
                    <a:moveTo>
                      <a:pt x="53" y="46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123" y="46"/>
                      <a:pt x="137" y="56"/>
                      <a:pt x="137" y="77"/>
                    </a:cubicBezTo>
                    <a:cubicBezTo>
                      <a:pt x="137" y="98"/>
                      <a:pt x="123" y="108"/>
                      <a:pt x="97" y="108"/>
                    </a:cubicBezTo>
                    <a:cubicBezTo>
                      <a:pt x="53" y="108"/>
                      <a:pt x="53" y="108"/>
                      <a:pt x="53" y="108"/>
                    </a:cubicBezTo>
                    <a:lnTo>
                      <a:pt x="53" y="46"/>
                    </a:lnTo>
                    <a:close/>
                    <a:moveTo>
                      <a:pt x="53" y="216"/>
                    </a:moveTo>
                    <a:cubicBezTo>
                      <a:pt x="53" y="150"/>
                      <a:pt x="53" y="150"/>
                      <a:pt x="53" y="150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30" y="150"/>
                      <a:pt x="143" y="163"/>
                      <a:pt x="143" y="183"/>
                    </a:cubicBezTo>
                    <a:cubicBezTo>
                      <a:pt x="143" y="203"/>
                      <a:pt x="130" y="216"/>
                      <a:pt x="104" y="216"/>
                    </a:cubicBezTo>
                    <a:lnTo>
                      <a:pt x="53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3" name="Freeform 129">
                <a:extLst>
                  <a:ext uri="{FF2B5EF4-FFF2-40B4-BE49-F238E27FC236}">
                    <a16:creationId xmlns:a16="http://schemas.microsoft.com/office/drawing/2014/main" id="{422422E9-7E29-4DCF-8F9F-637A863F595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574" y="7613"/>
                <a:ext cx="133" cy="149"/>
              </a:xfrm>
              <a:custGeom>
                <a:avLst/>
                <a:gdLst>
                  <a:gd name="T0" fmla="*/ 93 w 179"/>
                  <a:gd name="T1" fmla="*/ 199 h 199"/>
                  <a:gd name="T2" fmla="*/ 177 w 179"/>
                  <a:gd name="T3" fmla="*/ 133 h 199"/>
                  <a:gd name="T4" fmla="*/ 128 w 179"/>
                  <a:gd name="T5" fmla="*/ 133 h 199"/>
                  <a:gd name="T6" fmla="*/ 93 w 179"/>
                  <a:gd name="T7" fmla="*/ 157 h 199"/>
                  <a:gd name="T8" fmla="*/ 52 w 179"/>
                  <a:gd name="T9" fmla="*/ 111 h 199"/>
                  <a:gd name="T10" fmla="*/ 179 w 179"/>
                  <a:gd name="T11" fmla="*/ 111 h 199"/>
                  <a:gd name="T12" fmla="*/ 179 w 179"/>
                  <a:gd name="T13" fmla="*/ 95 h 199"/>
                  <a:gd name="T14" fmla="*/ 92 w 179"/>
                  <a:gd name="T15" fmla="*/ 0 h 199"/>
                  <a:gd name="T16" fmla="*/ 0 w 179"/>
                  <a:gd name="T17" fmla="*/ 100 h 199"/>
                  <a:gd name="T18" fmla="*/ 93 w 179"/>
                  <a:gd name="T19" fmla="*/ 199 h 199"/>
                  <a:gd name="T20" fmla="*/ 93 w 179"/>
                  <a:gd name="T21" fmla="*/ 43 h 199"/>
                  <a:gd name="T22" fmla="*/ 127 w 179"/>
                  <a:gd name="T23" fmla="*/ 79 h 199"/>
                  <a:gd name="T24" fmla="*/ 53 w 179"/>
                  <a:gd name="T25" fmla="*/ 79 h 199"/>
                  <a:gd name="T26" fmla="*/ 93 w 179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9">
                    <a:moveTo>
                      <a:pt x="93" y="199"/>
                    </a:moveTo>
                    <a:cubicBezTo>
                      <a:pt x="141" y="199"/>
                      <a:pt x="171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1" y="157"/>
                      <a:pt x="93" y="157"/>
                    </a:cubicBezTo>
                    <a:cubicBezTo>
                      <a:pt x="70" y="157"/>
                      <a:pt x="53" y="140"/>
                      <a:pt x="52" y="111"/>
                    </a:cubicBezTo>
                    <a:cubicBezTo>
                      <a:pt x="179" y="111"/>
                      <a:pt x="179" y="111"/>
                      <a:pt x="179" y="111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39"/>
                      <a:pt x="148" y="0"/>
                      <a:pt x="92" y="0"/>
                    </a:cubicBezTo>
                    <a:cubicBezTo>
                      <a:pt x="39" y="0"/>
                      <a:pt x="0" y="42"/>
                      <a:pt x="0" y="100"/>
                    </a:cubicBezTo>
                    <a:cubicBezTo>
                      <a:pt x="0" y="159"/>
                      <a:pt x="38" y="199"/>
                      <a:pt x="93" y="199"/>
                    </a:cubicBezTo>
                    <a:moveTo>
                      <a:pt x="93" y="43"/>
                    </a:moveTo>
                    <a:cubicBezTo>
                      <a:pt x="114" y="43"/>
                      <a:pt x="126" y="59"/>
                      <a:pt x="127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8" y="56"/>
                      <a:pt x="72" y="43"/>
                      <a:pt x="93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4" name="Oval 130">
                <a:extLst>
                  <a:ext uri="{FF2B5EF4-FFF2-40B4-BE49-F238E27FC236}">
                    <a16:creationId xmlns:a16="http://schemas.microsoft.com/office/drawing/2014/main" id="{3BE4133A-9E2C-4895-B76B-1F6EDEB209A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28" y="7553"/>
                <a:ext cx="47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5" name="Rectangle 131">
                <a:extLst>
                  <a:ext uri="{FF2B5EF4-FFF2-40B4-BE49-F238E27FC236}">
                    <a16:creationId xmlns:a16="http://schemas.microsoft.com/office/drawing/2014/main" id="{A67637E9-769B-442B-AE66-7443C09EA3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32" y="7617"/>
                <a:ext cx="39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6" name="Freeform 132">
                <a:extLst>
                  <a:ext uri="{FF2B5EF4-FFF2-40B4-BE49-F238E27FC236}">
                    <a16:creationId xmlns:a16="http://schemas.microsoft.com/office/drawing/2014/main" id="{8A58F28A-CB0D-4CBD-9F4F-190C0ED766B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87" y="7617"/>
                <a:ext cx="64" cy="197"/>
              </a:xfrm>
              <a:custGeom>
                <a:avLst/>
                <a:gdLst>
                  <a:gd name="T0" fmla="*/ 87 w 87"/>
                  <a:gd name="T1" fmla="*/ 198 h 265"/>
                  <a:gd name="T2" fmla="*/ 87 w 87"/>
                  <a:gd name="T3" fmla="*/ 0 h 265"/>
                  <a:gd name="T4" fmla="*/ 34 w 87"/>
                  <a:gd name="T5" fmla="*/ 0 h 265"/>
                  <a:gd name="T6" fmla="*/ 34 w 87"/>
                  <a:gd name="T7" fmla="*/ 197 h 265"/>
                  <a:gd name="T8" fmla="*/ 11 w 87"/>
                  <a:gd name="T9" fmla="*/ 222 h 265"/>
                  <a:gd name="T10" fmla="*/ 0 w 87"/>
                  <a:gd name="T11" fmla="*/ 220 h 265"/>
                  <a:gd name="T12" fmla="*/ 0 w 87"/>
                  <a:gd name="T13" fmla="*/ 263 h 265"/>
                  <a:gd name="T14" fmla="*/ 20 w 87"/>
                  <a:gd name="T15" fmla="*/ 265 h 265"/>
                  <a:gd name="T16" fmla="*/ 87 w 87"/>
                  <a:gd name="T17" fmla="*/ 19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65">
                    <a:moveTo>
                      <a:pt x="87" y="198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4" y="214"/>
                      <a:pt x="27" y="222"/>
                      <a:pt x="11" y="222"/>
                    </a:cubicBezTo>
                    <a:cubicBezTo>
                      <a:pt x="7" y="222"/>
                      <a:pt x="3" y="221"/>
                      <a:pt x="0" y="220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5" y="264"/>
                      <a:pt x="13" y="265"/>
                      <a:pt x="20" y="265"/>
                    </a:cubicBezTo>
                    <a:cubicBezTo>
                      <a:pt x="64" y="265"/>
                      <a:pt x="87" y="240"/>
                      <a:pt x="87" y="1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7" name="Oval 133">
                <a:extLst>
                  <a:ext uri="{FF2B5EF4-FFF2-40B4-BE49-F238E27FC236}">
                    <a16:creationId xmlns:a16="http://schemas.microsoft.com/office/drawing/2014/main" id="{4A0FC02C-08FE-4ED9-BF14-FD36ED530C4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08" y="7553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8" name="Freeform 134">
                <a:extLst>
                  <a:ext uri="{FF2B5EF4-FFF2-40B4-BE49-F238E27FC236}">
                    <a16:creationId xmlns:a16="http://schemas.microsoft.com/office/drawing/2014/main" id="{1BA96F72-FB5F-4E24-9D8E-38102560A7E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76" y="7613"/>
                <a:ext cx="133" cy="149"/>
              </a:xfrm>
              <a:custGeom>
                <a:avLst/>
                <a:gdLst>
                  <a:gd name="T0" fmla="*/ 177 w 178"/>
                  <a:gd name="T1" fmla="*/ 133 h 199"/>
                  <a:gd name="T2" fmla="*/ 128 w 178"/>
                  <a:gd name="T3" fmla="*/ 133 h 199"/>
                  <a:gd name="T4" fmla="*/ 92 w 178"/>
                  <a:gd name="T5" fmla="*/ 157 h 199"/>
                  <a:gd name="T6" fmla="*/ 51 w 178"/>
                  <a:gd name="T7" fmla="*/ 111 h 199"/>
                  <a:gd name="T8" fmla="*/ 178 w 178"/>
                  <a:gd name="T9" fmla="*/ 111 h 199"/>
                  <a:gd name="T10" fmla="*/ 178 w 178"/>
                  <a:gd name="T11" fmla="*/ 95 h 199"/>
                  <a:gd name="T12" fmla="*/ 92 w 178"/>
                  <a:gd name="T13" fmla="*/ 0 h 199"/>
                  <a:gd name="T14" fmla="*/ 0 w 178"/>
                  <a:gd name="T15" fmla="*/ 100 h 199"/>
                  <a:gd name="T16" fmla="*/ 92 w 178"/>
                  <a:gd name="T17" fmla="*/ 199 h 199"/>
                  <a:gd name="T18" fmla="*/ 177 w 178"/>
                  <a:gd name="T19" fmla="*/ 133 h 199"/>
                  <a:gd name="T20" fmla="*/ 92 w 178"/>
                  <a:gd name="T21" fmla="*/ 43 h 199"/>
                  <a:gd name="T22" fmla="*/ 126 w 178"/>
                  <a:gd name="T23" fmla="*/ 79 h 199"/>
                  <a:gd name="T24" fmla="*/ 52 w 178"/>
                  <a:gd name="T25" fmla="*/ 79 h 199"/>
                  <a:gd name="T26" fmla="*/ 92 w 178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177" y="133"/>
                    </a:move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2" y="0"/>
                    </a:cubicBezTo>
                    <a:cubicBezTo>
                      <a:pt x="38" y="0"/>
                      <a:pt x="0" y="42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moveTo>
                      <a:pt x="92" y="43"/>
                    </a:moveTo>
                    <a:cubicBezTo>
                      <a:pt x="114" y="43"/>
                      <a:pt x="126" y="59"/>
                      <a:pt x="126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7" y="56"/>
                      <a:pt x="72" y="43"/>
                      <a:pt x="92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9" name="Freeform 135">
                <a:extLst>
                  <a:ext uri="{FF2B5EF4-FFF2-40B4-BE49-F238E27FC236}">
                    <a16:creationId xmlns:a16="http://schemas.microsoft.com/office/drawing/2014/main" id="{B8C62EBA-F312-488F-AF48-1DFC7F73E74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34" y="7613"/>
                <a:ext cx="85" cy="146"/>
              </a:xfrm>
              <a:custGeom>
                <a:avLst/>
                <a:gdLst>
                  <a:gd name="T0" fmla="*/ 53 w 115"/>
                  <a:gd name="T1" fmla="*/ 77 h 195"/>
                  <a:gd name="T2" fmla="*/ 89 w 115"/>
                  <a:gd name="T3" fmla="*/ 50 h 195"/>
                  <a:gd name="T4" fmla="*/ 115 w 115"/>
                  <a:gd name="T5" fmla="*/ 57 h 195"/>
                  <a:gd name="T6" fmla="*/ 115 w 115"/>
                  <a:gd name="T7" fmla="*/ 4 h 195"/>
                  <a:gd name="T8" fmla="*/ 95 w 115"/>
                  <a:gd name="T9" fmla="*/ 0 h 195"/>
                  <a:gd name="T10" fmla="*/ 53 w 115"/>
                  <a:gd name="T11" fmla="*/ 23 h 195"/>
                  <a:gd name="T12" fmla="*/ 53 w 115"/>
                  <a:gd name="T13" fmla="*/ 5 h 195"/>
                  <a:gd name="T14" fmla="*/ 0 w 115"/>
                  <a:gd name="T15" fmla="*/ 5 h 195"/>
                  <a:gd name="T16" fmla="*/ 0 w 115"/>
                  <a:gd name="T17" fmla="*/ 195 h 195"/>
                  <a:gd name="T18" fmla="*/ 53 w 115"/>
                  <a:gd name="T19" fmla="*/ 195 h 195"/>
                  <a:gd name="T20" fmla="*/ 53 w 115"/>
                  <a:gd name="T21" fmla="*/ 7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195">
                    <a:moveTo>
                      <a:pt x="53" y="77"/>
                    </a:moveTo>
                    <a:cubicBezTo>
                      <a:pt x="57" y="60"/>
                      <a:pt x="71" y="50"/>
                      <a:pt x="89" y="50"/>
                    </a:cubicBezTo>
                    <a:cubicBezTo>
                      <a:pt x="99" y="50"/>
                      <a:pt x="108" y="52"/>
                      <a:pt x="115" y="57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2" y="2"/>
                      <a:pt x="104" y="0"/>
                      <a:pt x="95" y="0"/>
                    </a:cubicBezTo>
                    <a:cubicBezTo>
                      <a:pt x="77" y="0"/>
                      <a:pt x="61" y="10"/>
                      <a:pt x="53" y="23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3" y="195"/>
                      <a:pt x="53" y="195"/>
                      <a:pt x="53" y="195"/>
                    </a:cubicBezTo>
                    <a:lnTo>
                      <a:pt x="53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0" name="Rectangle 136">
                <a:extLst>
                  <a:ext uri="{FF2B5EF4-FFF2-40B4-BE49-F238E27FC236}">
                    <a16:creationId xmlns:a16="http://schemas.microsoft.com/office/drawing/2014/main" id="{45FF0B16-5B0F-45DE-B322-16F39B13990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403" y="7841"/>
                <a:ext cx="41" cy="1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1" name="Freeform 137">
                <a:extLst>
                  <a:ext uri="{FF2B5EF4-FFF2-40B4-BE49-F238E27FC236}">
                    <a16:creationId xmlns:a16="http://schemas.microsoft.com/office/drawing/2014/main" id="{40341A87-14BF-4BEE-BF76-D87E5EC9CE1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79" y="7891"/>
                <a:ext cx="128" cy="146"/>
              </a:xfrm>
              <a:custGeom>
                <a:avLst/>
                <a:gdLst>
                  <a:gd name="T0" fmla="*/ 104 w 171"/>
                  <a:gd name="T1" fmla="*/ 0 h 195"/>
                  <a:gd name="T2" fmla="*/ 52 w 171"/>
                  <a:gd name="T3" fmla="*/ 22 h 195"/>
                  <a:gd name="T4" fmla="*/ 52 w 171"/>
                  <a:gd name="T5" fmla="*/ 5 h 195"/>
                  <a:gd name="T6" fmla="*/ 0 w 171"/>
                  <a:gd name="T7" fmla="*/ 5 h 195"/>
                  <a:gd name="T8" fmla="*/ 0 w 171"/>
                  <a:gd name="T9" fmla="*/ 195 h 195"/>
                  <a:gd name="T10" fmla="*/ 52 w 171"/>
                  <a:gd name="T11" fmla="*/ 195 h 195"/>
                  <a:gd name="T12" fmla="*/ 52 w 171"/>
                  <a:gd name="T13" fmla="*/ 74 h 195"/>
                  <a:gd name="T14" fmla="*/ 87 w 171"/>
                  <a:gd name="T15" fmla="*/ 48 h 195"/>
                  <a:gd name="T16" fmla="*/ 118 w 171"/>
                  <a:gd name="T17" fmla="*/ 82 h 195"/>
                  <a:gd name="T18" fmla="*/ 118 w 171"/>
                  <a:gd name="T19" fmla="*/ 195 h 195"/>
                  <a:gd name="T20" fmla="*/ 171 w 171"/>
                  <a:gd name="T21" fmla="*/ 195 h 195"/>
                  <a:gd name="T22" fmla="*/ 171 w 171"/>
                  <a:gd name="T23" fmla="*/ 71 h 195"/>
                  <a:gd name="T24" fmla="*/ 104 w 171"/>
                  <a:gd name="T2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1" h="195">
                    <a:moveTo>
                      <a:pt x="104" y="0"/>
                    </a:moveTo>
                    <a:cubicBezTo>
                      <a:pt x="81" y="0"/>
                      <a:pt x="63" y="10"/>
                      <a:pt x="52" y="2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7" y="58"/>
                      <a:pt x="71" y="48"/>
                      <a:pt x="87" y="48"/>
                    </a:cubicBezTo>
                    <a:cubicBezTo>
                      <a:pt x="108" y="48"/>
                      <a:pt x="118" y="62"/>
                      <a:pt x="118" y="82"/>
                    </a:cubicBez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71" y="195"/>
                      <a:pt x="171" y="195"/>
                      <a:pt x="171" y="195"/>
                    </a:cubicBezTo>
                    <a:cubicBezTo>
                      <a:pt x="171" y="71"/>
                      <a:pt x="171" y="71"/>
                      <a:pt x="171" y="71"/>
                    </a:cubicBezTo>
                    <a:cubicBezTo>
                      <a:pt x="171" y="28"/>
                      <a:pt x="14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2" name="Freeform 138">
                <a:extLst>
                  <a:ext uri="{FF2B5EF4-FFF2-40B4-BE49-F238E27FC236}">
                    <a16:creationId xmlns:a16="http://schemas.microsoft.com/office/drawing/2014/main" id="{8313B026-5C6D-447A-8108-60F38C28BD9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30" y="7891"/>
                <a:ext cx="121" cy="149"/>
              </a:xfrm>
              <a:custGeom>
                <a:avLst/>
                <a:gdLst>
                  <a:gd name="T0" fmla="*/ 84 w 162"/>
                  <a:gd name="T1" fmla="*/ 159 h 199"/>
                  <a:gd name="T2" fmla="*/ 52 w 162"/>
                  <a:gd name="T3" fmla="*/ 138 h 199"/>
                  <a:gd name="T4" fmla="*/ 0 w 162"/>
                  <a:gd name="T5" fmla="*/ 138 h 199"/>
                  <a:gd name="T6" fmla="*/ 84 w 162"/>
                  <a:gd name="T7" fmla="*/ 199 h 199"/>
                  <a:gd name="T8" fmla="*/ 162 w 162"/>
                  <a:gd name="T9" fmla="*/ 138 h 199"/>
                  <a:gd name="T10" fmla="*/ 112 w 162"/>
                  <a:gd name="T11" fmla="*/ 82 h 199"/>
                  <a:gd name="T12" fmla="*/ 72 w 162"/>
                  <a:gd name="T13" fmla="*/ 73 h 199"/>
                  <a:gd name="T14" fmla="*/ 55 w 162"/>
                  <a:gd name="T15" fmla="*/ 58 h 199"/>
                  <a:gd name="T16" fmla="*/ 81 w 162"/>
                  <a:gd name="T17" fmla="*/ 40 h 199"/>
                  <a:gd name="T18" fmla="*/ 110 w 162"/>
                  <a:gd name="T19" fmla="*/ 59 h 199"/>
                  <a:gd name="T20" fmla="*/ 161 w 162"/>
                  <a:gd name="T21" fmla="*/ 59 h 199"/>
                  <a:gd name="T22" fmla="*/ 80 w 162"/>
                  <a:gd name="T23" fmla="*/ 0 h 199"/>
                  <a:gd name="T24" fmla="*/ 4 w 162"/>
                  <a:gd name="T25" fmla="*/ 62 h 199"/>
                  <a:gd name="T26" fmla="*/ 53 w 162"/>
                  <a:gd name="T27" fmla="*/ 116 h 199"/>
                  <a:gd name="T28" fmla="*/ 92 w 162"/>
                  <a:gd name="T29" fmla="*/ 124 h 199"/>
                  <a:gd name="T30" fmla="*/ 111 w 162"/>
                  <a:gd name="T31" fmla="*/ 141 h 199"/>
                  <a:gd name="T32" fmla="*/ 84 w 162"/>
                  <a:gd name="T33" fmla="*/ 15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99">
                    <a:moveTo>
                      <a:pt x="84" y="159"/>
                    </a:moveTo>
                    <a:cubicBezTo>
                      <a:pt x="68" y="159"/>
                      <a:pt x="56" y="152"/>
                      <a:pt x="52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5" y="177"/>
                      <a:pt x="38" y="199"/>
                      <a:pt x="84" y="199"/>
                    </a:cubicBezTo>
                    <a:cubicBezTo>
                      <a:pt x="129" y="199"/>
                      <a:pt x="162" y="176"/>
                      <a:pt x="162" y="138"/>
                    </a:cubicBezTo>
                    <a:cubicBezTo>
                      <a:pt x="162" y="109"/>
                      <a:pt x="145" y="90"/>
                      <a:pt x="112" y="8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60" y="70"/>
                      <a:pt x="55" y="66"/>
                      <a:pt x="55" y="58"/>
                    </a:cubicBezTo>
                    <a:cubicBezTo>
                      <a:pt x="55" y="46"/>
                      <a:pt x="68" y="40"/>
                      <a:pt x="81" y="40"/>
                    </a:cubicBezTo>
                    <a:cubicBezTo>
                      <a:pt x="98" y="40"/>
                      <a:pt x="107" y="48"/>
                      <a:pt x="110" y="59"/>
                    </a:cubicBezTo>
                    <a:cubicBezTo>
                      <a:pt x="161" y="59"/>
                      <a:pt x="161" y="59"/>
                      <a:pt x="161" y="59"/>
                    </a:cubicBezTo>
                    <a:cubicBezTo>
                      <a:pt x="154" y="23"/>
                      <a:pt x="128" y="0"/>
                      <a:pt x="80" y="0"/>
                    </a:cubicBezTo>
                    <a:cubicBezTo>
                      <a:pt x="37" y="0"/>
                      <a:pt x="4" y="25"/>
                      <a:pt x="4" y="62"/>
                    </a:cubicBezTo>
                    <a:cubicBezTo>
                      <a:pt x="4" y="94"/>
                      <a:pt x="24" y="109"/>
                      <a:pt x="53" y="116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105" y="128"/>
                      <a:pt x="111" y="132"/>
                      <a:pt x="111" y="141"/>
                    </a:cubicBezTo>
                    <a:cubicBezTo>
                      <a:pt x="111" y="153"/>
                      <a:pt x="100" y="159"/>
                      <a:pt x="84" y="15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3" name="Freeform 139">
                <a:extLst>
                  <a:ext uri="{FF2B5EF4-FFF2-40B4-BE49-F238E27FC236}">
                    <a16:creationId xmlns:a16="http://schemas.microsoft.com/office/drawing/2014/main" id="{4D968A1E-6C07-42E3-B38D-6F0A554A6C5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65" y="7856"/>
                <a:ext cx="94" cy="184"/>
              </a:xfrm>
              <a:custGeom>
                <a:avLst/>
                <a:gdLst>
                  <a:gd name="T0" fmla="*/ 29 w 126"/>
                  <a:gd name="T1" fmla="*/ 185 h 246"/>
                  <a:gd name="T2" fmla="*/ 92 w 126"/>
                  <a:gd name="T3" fmla="*/ 246 h 246"/>
                  <a:gd name="T4" fmla="*/ 126 w 126"/>
                  <a:gd name="T5" fmla="*/ 240 h 246"/>
                  <a:gd name="T6" fmla="*/ 126 w 126"/>
                  <a:gd name="T7" fmla="*/ 193 h 246"/>
                  <a:gd name="T8" fmla="*/ 103 w 126"/>
                  <a:gd name="T9" fmla="*/ 199 h 246"/>
                  <a:gd name="T10" fmla="*/ 81 w 126"/>
                  <a:gd name="T11" fmla="*/ 178 h 246"/>
                  <a:gd name="T12" fmla="*/ 81 w 126"/>
                  <a:gd name="T13" fmla="*/ 94 h 246"/>
                  <a:gd name="T14" fmla="*/ 123 w 126"/>
                  <a:gd name="T15" fmla="*/ 94 h 246"/>
                  <a:gd name="T16" fmla="*/ 123 w 126"/>
                  <a:gd name="T17" fmla="*/ 52 h 246"/>
                  <a:gd name="T18" fmla="*/ 81 w 126"/>
                  <a:gd name="T19" fmla="*/ 52 h 246"/>
                  <a:gd name="T20" fmla="*/ 81 w 126"/>
                  <a:gd name="T21" fmla="*/ 0 h 246"/>
                  <a:gd name="T22" fmla="*/ 29 w 126"/>
                  <a:gd name="T23" fmla="*/ 0 h 246"/>
                  <a:gd name="T24" fmla="*/ 29 w 126"/>
                  <a:gd name="T25" fmla="*/ 52 h 246"/>
                  <a:gd name="T26" fmla="*/ 0 w 126"/>
                  <a:gd name="T27" fmla="*/ 52 h 246"/>
                  <a:gd name="T28" fmla="*/ 0 w 126"/>
                  <a:gd name="T29" fmla="*/ 94 h 246"/>
                  <a:gd name="T30" fmla="*/ 29 w 126"/>
                  <a:gd name="T31" fmla="*/ 94 h 246"/>
                  <a:gd name="T32" fmla="*/ 29 w 126"/>
                  <a:gd name="T33" fmla="*/ 185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29" y="185"/>
                    </a:move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lnTo>
                      <a:pt x="29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4" name="Rectangle 140">
                <a:extLst>
                  <a:ext uri="{FF2B5EF4-FFF2-40B4-BE49-F238E27FC236}">
                    <a16:creationId xmlns:a16="http://schemas.microsoft.com/office/drawing/2014/main" id="{39D6D5AB-6A0D-431F-9273-898D52E9E29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7" y="7895"/>
                <a:ext cx="40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5" name="Oval 141">
                <a:extLst>
                  <a:ext uri="{FF2B5EF4-FFF2-40B4-BE49-F238E27FC236}">
                    <a16:creationId xmlns:a16="http://schemas.microsoft.com/office/drawing/2014/main" id="{BB97548C-9EC6-477B-AF97-699EE162769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4" y="7831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6" name="Freeform 142">
                <a:extLst>
                  <a:ext uri="{FF2B5EF4-FFF2-40B4-BE49-F238E27FC236}">
                    <a16:creationId xmlns:a16="http://schemas.microsoft.com/office/drawing/2014/main" id="{4489DFCD-6B7C-4FD3-B4E8-6554E24BE1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48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7" name="Freeform 143">
                <a:extLst>
                  <a:ext uri="{FF2B5EF4-FFF2-40B4-BE49-F238E27FC236}">
                    <a16:creationId xmlns:a16="http://schemas.microsoft.com/office/drawing/2014/main" id="{06DFD916-D23A-4B59-9ACC-ECC593C7D0D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7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8" name="Freeform 144">
                <a:extLst>
                  <a:ext uri="{FF2B5EF4-FFF2-40B4-BE49-F238E27FC236}">
                    <a16:creationId xmlns:a16="http://schemas.microsoft.com/office/drawing/2014/main" id="{A97A0CDB-496E-4D5C-B865-9CA291A79BF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329" y="7891"/>
                <a:ext cx="133" cy="149"/>
              </a:xfrm>
              <a:custGeom>
                <a:avLst/>
                <a:gdLst>
                  <a:gd name="T0" fmla="*/ 91 w 178"/>
                  <a:gd name="T1" fmla="*/ 0 h 199"/>
                  <a:gd name="T2" fmla="*/ 0 w 178"/>
                  <a:gd name="T3" fmla="*/ 100 h 199"/>
                  <a:gd name="T4" fmla="*/ 92 w 178"/>
                  <a:gd name="T5" fmla="*/ 199 h 199"/>
                  <a:gd name="T6" fmla="*/ 177 w 178"/>
                  <a:gd name="T7" fmla="*/ 133 h 199"/>
                  <a:gd name="T8" fmla="*/ 128 w 178"/>
                  <a:gd name="T9" fmla="*/ 133 h 199"/>
                  <a:gd name="T10" fmla="*/ 92 w 178"/>
                  <a:gd name="T11" fmla="*/ 157 h 199"/>
                  <a:gd name="T12" fmla="*/ 51 w 178"/>
                  <a:gd name="T13" fmla="*/ 111 h 199"/>
                  <a:gd name="T14" fmla="*/ 178 w 178"/>
                  <a:gd name="T15" fmla="*/ 111 h 199"/>
                  <a:gd name="T16" fmla="*/ 178 w 178"/>
                  <a:gd name="T17" fmla="*/ 95 h 199"/>
                  <a:gd name="T18" fmla="*/ 91 w 178"/>
                  <a:gd name="T19" fmla="*/ 0 h 199"/>
                  <a:gd name="T20" fmla="*/ 52 w 178"/>
                  <a:gd name="T21" fmla="*/ 79 h 199"/>
                  <a:gd name="T22" fmla="*/ 92 w 178"/>
                  <a:gd name="T23" fmla="*/ 43 h 199"/>
                  <a:gd name="T24" fmla="*/ 126 w 178"/>
                  <a:gd name="T25" fmla="*/ 79 h 199"/>
                  <a:gd name="T26" fmla="*/ 52 w 178"/>
                  <a:gd name="T27" fmla="*/ 7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91" y="0"/>
                    </a:moveTo>
                    <a:cubicBezTo>
                      <a:pt x="38" y="0"/>
                      <a:pt x="0" y="43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3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1" y="0"/>
                    </a:cubicBezTo>
                    <a:moveTo>
                      <a:pt x="52" y="79"/>
                    </a:moveTo>
                    <a:cubicBezTo>
                      <a:pt x="57" y="56"/>
                      <a:pt x="71" y="43"/>
                      <a:pt x="92" y="43"/>
                    </a:cubicBezTo>
                    <a:cubicBezTo>
                      <a:pt x="114" y="43"/>
                      <a:pt x="126" y="59"/>
                      <a:pt x="126" y="79"/>
                    </a:cubicBezTo>
                    <a:lnTo>
                      <a:pt x="52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9" name="Freeform 145">
                <a:extLst>
                  <a:ext uri="{FF2B5EF4-FFF2-40B4-BE49-F238E27FC236}">
                    <a16:creationId xmlns:a16="http://schemas.microsoft.com/office/drawing/2014/main" id="{F021EAB7-2613-4407-AD5F-4CFA21CBEC5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396" y="8105"/>
                <a:ext cx="45" cy="50"/>
              </a:xfrm>
              <a:custGeom>
                <a:avLst/>
                <a:gdLst>
                  <a:gd name="T0" fmla="*/ 30 w 60"/>
                  <a:gd name="T1" fmla="*/ 0 h 67"/>
                  <a:gd name="T2" fmla="*/ 0 w 60"/>
                  <a:gd name="T3" fmla="*/ 33 h 67"/>
                  <a:gd name="T4" fmla="*/ 30 w 60"/>
                  <a:gd name="T5" fmla="*/ 67 h 67"/>
                  <a:gd name="T6" fmla="*/ 60 w 60"/>
                  <a:gd name="T7" fmla="*/ 33 h 67"/>
                  <a:gd name="T8" fmla="*/ 30 w 60"/>
                  <a:gd name="T9" fmla="*/ 0 h 67"/>
                  <a:gd name="T10" fmla="*/ 30 w 60"/>
                  <a:gd name="T11" fmla="*/ 57 h 67"/>
                  <a:gd name="T12" fmla="*/ 11 w 60"/>
                  <a:gd name="T13" fmla="*/ 33 h 67"/>
                  <a:gd name="T14" fmla="*/ 30 w 60"/>
                  <a:gd name="T15" fmla="*/ 10 h 67"/>
                  <a:gd name="T16" fmla="*/ 49 w 60"/>
                  <a:gd name="T17" fmla="*/ 33 h 67"/>
                  <a:gd name="T18" fmla="*/ 30 w 60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67">
                    <a:moveTo>
                      <a:pt x="30" y="0"/>
                    </a:move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7" y="67"/>
                      <a:pt x="60" y="53"/>
                      <a:pt x="60" y="33"/>
                    </a:cubicBezTo>
                    <a:cubicBezTo>
                      <a:pt x="60" y="14"/>
                      <a:pt x="47" y="0"/>
                      <a:pt x="30" y="0"/>
                    </a:cubicBezTo>
                    <a:moveTo>
                      <a:pt x="30" y="57"/>
                    </a:moveTo>
                    <a:cubicBezTo>
                      <a:pt x="19" y="57"/>
                      <a:pt x="11" y="47"/>
                      <a:pt x="11" y="33"/>
                    </a:cubicBezTo>
                    <a:cubicBezTo>
                      <a:pt x="11" y="20"/>
                      <a:pt x="19" y="10"/>
                      <a:pt x="30" y="10"/>
                    </a:cubicBezTo>
                    <a:cubicBezTo>
                      <a:pt x="41" y="10"/>
                      <a:pt x="49" y="20"/>
                      <a:pt x="49" y="33"/>
                    </a:cubicBezTo>
                    <a:cubicBezTo>
                      <a:pt x="49" y="47"/>
                      <a:pt x="41" y="57"/>
                      <a:pt x="30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0" name="Freeform 146">
                <a:extLst>
                  <a:ext uri="{FF2B5EF4-FFF2-40B4-BE49-F238E27FC236}">
                    <a16:creationId xmlns:a16="http://schemas.microsoft.com/office/drawing/2014/main" id="{2E9B372A-DADC-45E4-8D46-B2A9A79AF9E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5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8 w 31"/>
                  <a:gd name="T3" fmla="*/ 49 h 49"/>
                  <a:gd name="T4" fmla="*/ 8 w 31"/>
                  <a:gd name="T5" fmla="*/ 30 h 49"/>
                  <a:gd name="T6" fmla="*/ 29 w 31"/>
                  <a:gd name="T7" fmla="*/ 30 h 49"/>
                  <a:gd name="T8" fmla="*/ 29 w 31"/>
                  <a:gd name="T9" fmla="*/ 22 h 49"/>
                  <a:gd name="T10" fmla="*/ 8 w 31"/>
                  <a:gd name="T11" fmla="*/ 22 h 49"/>
                  <a:gd name="T12" fmla="*/ 8 w 31"/>
                  <a:gd name="T13" fmla="*/ 8 h 49"/>
                  <a:gd name="T14" fmla="*/ 31 w 31"/>
                  <a:gd name="T15" fmla="*/ 8 h 49"/>
                  <a:gd name="T16" fmla="*/ 31 w 31"/>
                  <a:gd name="T17" fmla="*/ 0 h 49"/>
                  <a:gd name="T18" fmla="*/ 0 w 31"/>
                  <a:gd name="T19" fmla="*/ 0 h 49"/>
                  <a:gd name="T20" fmla="*/ 0 w 31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8" y="49"/>
                    </a:lnTo>
                    <a:lnTo>
                      <a:pt x="8" y="30"/>
                    </a:lnTo>
                    <a:lnTo>
                      <a:pt x="29" y="30"/>
                    </a:lnTo>
                    <a:lnTo>
                      <a:pt x="29" y="22"/>
                    </a:lnTo>
                    <a:lnTo>
                      <a:pt x="8" y="22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1" name="Freeform 147">
                <a:extLst>
                  <a:ext uri="{FF2B5EF4-FFF2-40B4-BE49-F238E27FC236}">
                    <a16:creationId xmlns:a16="http://schemas.microsoft.com/office/drawing/2014/main" id="{5C77EA46-084F-43AA-9C91-BFF8602A106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22" y="8105"/>
                <a:ext cx="30" cy="49"/>
              </a:xfrm>
              <a:custGeom>
                <a:avLst/>
                <a:gdLst>
                  <a:gd name="T0" fmla="*/ 0 w 30"/>
                  <a:gd name="T1" fmla="*/ 49 h 49"/>
                  <a:gd name="T2" fmla="*/ 30 w 30"/>
                  <a:gd name="T3" fmla="*/ 49 h 49"/>
                  <a:gd name="T4" fmla="*/ 30 w 30"/>
                  <a:gd name="T5" fmla="*/ 41 h 49"/>
                  <a:gd name="T6" fmla="*/ 7 w 30"/>
                  <a:gd name="T7" fmla="*/ 41 h 49"/>
                  <a:gd name="T8" fmla="*/ 7 w 30"/>
                  <a:gd name="T9" fmla="*/ 27 h 49"/>
                  <a:gd name="T10" fmla="*/ 29 w 30"/>
                  <a:gd name="T11" fmla="*/ 27 h 49"/>
                  <a:gd name="T12" fmla="*/ 29 w 30"/>
                  <a:gd name="T13" fmla="*/ 21 h 49"/>
                  <a:gd name="T14" fmla="*/ 7 w 30"/>
                  <a:gd name="T15" fmla="*/ 21 h 49"/>
                  <a:gd name="T16" fmla="*/ 7 w 30"/>
                  <a:gd name="T17" fmla="*/ 8 h 49"/>
                  <a:gd name="T18" fmla="*/ 30 w 30"/>
                  <a:gd name="T19" fmla="*/ 8 h 49"/>
                  <a:gd name="T20" fmla="*/ 30 w 30"/>
                  <a:gd name="T21" fmla="*/ 0 h 49"/>
                  <a:gd name="T22" fmla="*/ 0 w 30"/>
                  <a:gd name="T23" fmla="*/ 0 h 49"/>
                  <a:gd name="T24" fmla="*/ 0 w 30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9">
                    <a:moveTo>
                      <a:pt x="0" y="49"/>
                    </a:moveTo>
                    <a:lnTo>
                      <a:pt x="30" y="49"/>
                    </a:lnTo>
                    <a:lnTo>
                      <a:pt x="30" y="41"/>
                    </a:lnTo>
                    <a:lnTo>
                      <a:pt x="7" y="41"/>
                    </a:lnTo>
                    <a:lnTo>
                      <a:pt x="7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7" y="21"/>
                    </a:lnTo>
                    <a:lnTo>
                      <a:pt x="7" y="8"/>
                    </a:lnTo>
                    <a:lnTo>
                      <a:pt x="30" y="8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2" name="Freeform 148">
                <a:extLst>
                  <a:ext uri="{FF2B5EF4-FFF2-40B4-BE49-F238E27FC236}">
                    <a16:creationId xmlns:a16="http://schemas.microsoft.com/office/drawing/2014/main" id="{3CAEC53C-0915-40C7-9BB5-E6710D595BA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65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4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4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7" y="10"/>
                      <a:pt x="42" y="15"/>
                      <a:pt x="44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3" y="0"/>
                      <a:pt x="29" y="0"/>
                    </a:cubicBez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3" y="67"/>
                      <a:pt x="53" y="58"/>
                      <a:pt x="5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52"/>
                      <a:pt x="37" y="57"/>
                      <a:pt x="29" y="57"/>
                    </a:cubicBezTo>
                    <a:cubicBezTo>
                      <a:pt x="17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3" name="Freeform 149">
                <a:extLst>
                  <a:ext uri="{FF2B5EF4-FFF2-40B4-BE49-F238E27FC236}">
                    <a16:creationId xmlns:a16="http://schemas.microsoft.com/office/drawing/2014/main" id="{2D7EE036-98D2-4A94-A42B-EFAD2C4C395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617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4" name="Freeform 150">
                <a:extLst>
                  <a:ext uri="{FF2B5EF4-FFF2-40B4-BE49-F238E27FC236}">
                    <a16:creationId xmlns:a16="http://schemas.microsoft.com/office/drawing/2014/main" id="{DAD4DBA7-ACB2-4AFB-AD19-A1D779DEE3F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75" y="8105"/>
                <a:ext cx="31" cy="49"/>
              </a:xfrm>
              <a:custGeom>
                <a:avLst/>
                <a:gdLst>
                  <a:gd name="T0" fmla="*/ 8 w 31"/>
                  <a:gd name="T1" fmla="*/ 0 h 49"/>
                  <a:gd name="T2" fmla="*/ 0 w 31"/>
                  <a:gd name="T3" fmla="*/ 0 h 49"/>
                  <a:gd name="T4" fmla="*/ 0 w 31"/>
                  <a:gd name="T5" fmla="*/ 49 h 49"/>
                  <a:gd name="T6" fmla="*/ 31 w 31"/>
                  <a:gd name="T7" fmla="*/ 49 h 49"/>
                  <a:gd name="T8" fmla="*/ 31 w 31"/>
                  <a:gd name="T9" fmla="*/ 41 h 49"/>
                  <a:gd name="T10" fmla="*/ 8 w 31"/>
                  <a:gd name="T11" fmla="*/ 41 h 49"/>
                  <a:gd name="T12" fmla="*/ 8 w 31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9">
                    <a:moveTo>
                      <a:pt x="8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5" name="Freeform 151">
                <a:extLst>
                  <a:ext uri="{FF2B5EF4-FFF2-40B4-BE49-F238E27FC236}">
                    <a16:creationId xmlns:a16="http://schemas.microsoft.com/office/drawing/2014/main" id="{2E5DD8D8-3EC4-4710-A09A-B18027B73D0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715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6" name="Freeform 152">
                <a:extLst>
                  <a:ext uri="{FF2B5EF4-FFF2-40B4-BE49-F238E27FC236}">
                    <a16:creationId xmlns:a16="http://schemas.microsoft.com/office/drawing/2014/main" id="{4465EA92-2784-45E0-9625-539F2B9D2AD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1" y="8105"/>
                <a:ext cx="43" cy="50"/>
              </a:xfrm>
              <a:custGeom>
                <a:avLst/>
                <a:gdLst>
                  <a:gd name="T0" fmla="*/ 33 w 57"/>
                  <a:gd name="T1" fmla="*/ 42 h 67"/>
                  <a:gd name="T2" fmla="*/ 47 w 57"/>
                  <a:gd name="T3" fmla="*/ 42 h 67"/>
                  <a:gd name="T4" fmla="*/ 30 w 57"/>
                  <a:gd name="T5" fmla="*/ 57 h 67"/>
                  <a:gd name="T6" fmla="*/ 11 w 57"/>
                  <a:gd name="T7" fmla="*/ 33 h 67"/>
                  <a:gd name="T8" fmla="*/ 29 w 57"/>
                  <a:gd name="T9" fmla="*/ 10 h 67"/>
                  <a:gd name="T10" fmla="*/ 45 w 57"/>
                  <a:gd name="T11" fmla="*/ 21 h 67"/>
                  <a:gd name="T12" fmla="*/ 56 w 57"/>
                  <a:gd name="T13" fmla="*/ 21 h 67"/>
                  <a:gd name="T14" fmla="*/ 29 w 57"/>
                  <a:gd name="T15" fmla="*/ 0 h 67"/>
                  <a:gd name="T16" fmla="*/ 0 w 57"/>
                  <a:gd name="T17" fmla="*/ 33 h 67"/>
                  <a:gd name="T18" fmla="*/ 30 w 57"/>
                  <a:gd name="T19" fmla="*/ 67 h 67"/>
                  <a:gd name="T20" fmla="*/ 57 w 57"/>
                  <a:gd name="T21" fmla="*/ 37 h 67"/>
                  <a:gd name="T22" fmla="*/ 57 w 57"/>
                  <a:gd name="T23" fmla="*/ 32 h 67"/>
                  <a:gd name="T24" fmla="*/ 33 w 57"/>
                  <a:gd name="T25" fmla="*/ 32 h 67"/>
                  <a:gd name="T26" fmla="*/ 33 w 57"/>
                  <a:gd name="T27" fmla="*/ 4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7">
                    <a:moveTo>
                      <a:pt x="33" y="42"/>
                    </a:moveTo>
                    <a:cubicBezTo>
                      <a:pt x="47" y="42"/>
                      <a:pt x="47" y="42"/>
                      <a:pt x="47" y="42"/>
                    </a:cubicBezTo>
                    <a:cubicBezTo>
                      <a:pt x="45" y="51"/>
                      <a:pt x="39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38" y="10"/>
                      <a:pt x="42" y="15"/>
                      <a:pt x="45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5" y="67"/>
                      <a:pt x="57" y="55"/>
                      <a:pt x="57" y="37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33" y="32"/>
                      <a:pt x="33" y="32"/>
                      <a:pt x="33" y="32"/>
                    </a:cubicBezTo>
                    <a:lnTo>
                      <a:pt x="33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7" name="Rectangle 153">
                <a:extLst>
                  <a:ext uri="{FF2B5EF4-FFF2-40B4-BE49-F238E27FC236}">
                    <a16:creationId xmlns:a16="http://schemas.microsoft.com/office/drawing/2014/main" id="{9F09B7EE-82C3-4087-83CE-635D3337E47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28" y="8105"/>
                <a:ext cx="7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8" name="Freeform 154">
                <a:extLst>
                  <a:ext uri="{FF2B5EF4-FFF2-40B4-BE49-F238E27FC236}">
                    <a16:creationId xmlns:a16="http://schemas.microsoft.com/office/drawing/2014/main" id="{6763C5EC-4243-45E5-AAAB-FA28CCE4D17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49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5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5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8" y="10"/>
                      <a:pt x="42" y="15"/>
                      <a:pt x="4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29" y="67"/>
                    </a:cubicBezTo>
                    <a:cubicBezTo>
                      <a:pt x="44" y="67"/>
                      <a:pt x="53" y="58"/>
                      <a:pt x="5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2" y="52"/>
                      <a:pt x="38" y="57"/>
                      <a:pt x="29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9" name="Freeform 155">
                <a:extLst>
                  <a:ext uri="{FF2B5EF4-FFF2-40B4-BE49-F238E27FC236}">
                    <a16:creationId xmlns:a16="http://schemas.microsoft.com/office/drawing/2014/main" id="{D8D38A18-743E-4CD0-A886-3682614DFD9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99" y="8105"/>
                <a:ext cx="45" cy="49"/>
              </a:xfrm>
              <a:custGeom>
                <a:avLst/>
                <a:gdLst>
                  <a:gd name="T0" fmla="*/ 19 w 45"/>
                  <a:gd name="T1" fmla="*/ 0 h 49"/>
                  <a:gd name="T2" fmla="*/ 0 w 45"/>
                  <a:gd name="T3" fmla="*/ 49 h 49"/>
                  <a:gd name="T4" fmla="*/ 8 w 45"/>
                  <a:gd name="T5" fmla="*/ 49 h 49"/>
                  <a:gd name="T6" fmla="*/ 14 w 45"/>
                  <a:gd name="T7" fmla="*/ 36 h 49"/>
                  <a:gd name="T8" fmla="*/ 31 w 45"/>
                  <a:gd name="T9" fmla="*/ 36 h 49"/>
                  <a:gd name="T10" fmla="*/ 37 w 45"/>
                  <a:gd name="T11" fmla="*/ 49 h 49"/>
                  <a:gd name="T12" fmla="*/ 45 w 45"/>
                  <a:gd name="T13" fmla="*/ 49 h 49"/>
                  <a:gd name="T14" fmla="*/ 26 w 45"/>
                  <a:gd name="T15" fmla="*/ 0 h 49"/>
                  <a:gd name="T16" fmla="*/ 19 w 45"/>
                  <a:gd name="T17" fmla="*/ 0 h 49"/>
                  <a:gd name="T18" fmla="*/ 16 w 45"/>
                  <a:gd name="T19" fmla="*/ 28 h 49"/>
                  <a:gd name="T20" fmla="*/ 22 w 45"/>
                  <a:gd name="T21" fmla="*/ 11 h 49"/>
                  <a:gd name="T22" fmla="*/ 29 w 45"/>
                  <a:gd name="T23" fmla="*/ 28 h 49"/>
                  <a:gd name="T24" fmla="*/ 16 w 45"/>
                  <a:gd name="T25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9">
                    <a:moveTo>
                      <a:pt x="19" y="0"/>
                    </a:moveTo>
                    <a:lnTo>
                      <a:pt x="0" y="49"/>
                    </a:lnTo>
                    <a:lnTo>
                      <a:pt x="8" y="49"/>
                    </a:lnTo>
                    <a:lnTo>
                      <a:pt x="14" y="36"/>
                    </a:lnTo>
                    <a:lnTo>
                      <a:pt x="31" y="36"/>
                    </a:lnTo>
                    <a:lnTo>
                      <a:pt x="37" y="49"/>
                    </a:lnTo>
                    <a:lnTo>
                      <a:pt x="45" y="49"/>
                    </a:lnTo>
                    <a:lnTo>
                      <a:pt x="26" y="0"/>
                    </a:lnTo>
                    <a:lnTo>
                      <a:pt x="19" y="0"/>
                    </a:lnTo>
                    <a:close/>
                    <a:moveTo>
                      <a:pt x="16" y="28"/>
                    </a:moveTo>
                    <a:lnTo>
                      <a:pt x="22" y="11"/>
                    </a:lnTo>
                    <a:lnTo>
                      <a:pt x="29" y="28"/>
                    </a:lnTo>
                    <a:lnTo>
                      <a:pt x="16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0" name="Freeform 156">
                <a:extLst>
                  <a:ext uri="{FF2B5EF4-FFF2-40B4-BE49-F238E27FC236}">
                    <a16:creationId xmlns:a16="http://schemas.microsoft.com/office/drawing/2014/main" id="{0587E227-4BD8-481C-A81C-DFA43553F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6" y="8105"/>
                <a:ext cx="32" cy="49"/>
              </a:xfrm>
              <a:custGeom>
                <a:avLst/>
                <a:gdLst>
                  <a:gd name="T0" fmla="*/ 9 w 32"/>
                  <a:gd name="T1" fmla="*/ 0 h 49"/>
                  <a:gd name="T2" fmla="*/ 0 w 32"/>
                  <a:gd name="T3" fmla="*/ 0 h 49"/>
                  <a:gd name="T4" fmla="*/ 0 w 32"/>
                  <a:gd name="T5" fmla="*/ 49 h 49"/>
                  <a:gd name="T6" fmla="*/ 32 w 32"/>
                  <a:gd name="T7" fmla="*/ 49 h 49"/>
                  <a:gd name="T8" fmla="*/ 32 w 32"/>
                  <a:gd name="T9" fmla="*/ 41 h 49"/>
                  <a:gd name="T10" fmla="*/ 9 w 32"/>
                  <a:gd name="T11" fmla="*/ 41 h 49"/>
                  <a:gd name="T12" fmla="*/ 9 w 3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9">
                    <a:moveTo>
                      <a:pt x="9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2" y="49"/>
                    </a:lnTo>
                    <a:lnTo>
                      <a:pt x="32" y="41"/>
                    </a:lnTo>
                    <a:lnTo>
                      <a:pt x="9" y="41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1" name="Freeform 157">
                <a:extLst>
                  <a:ext uri="{FF2B5EF4-FFF2-40B4-BE49-F238E27FC236}">
                    <a16:creationId xmlns:a16="http://schemas.microsoft.com/office/drawing/2014/main" id="{F769301F-5487-4535-8039-AFA5A5D2CF6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2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31 w 31"/>
                  <a:gd name="T3" fmla="*/ 49 h 49"/>
                  <a:gd name="T4" fmla="*/ 31 w 31"/>
                  <a:gd name="T5" fmla="*/ 41 h 49"/>
                  <a:gd name="T6" fmla="*/ 8 w 31"/>
                  <a:gd name="T7" fmla="*/ 41 h 49"/>
                  <a:gd name="T8" fmla="*/ 8 w 31"/>
                  <a:gd name="T9" fmla="*/ 27 h 49"/>
                  <a:gd name="T10" fmla="*/ 29 w 31"/>
                  <a:gd name="T11" fmla="*/ 27 h 49"/>
                  <a:gd name="T12" fmla="*/ 29 w 31"/>
                  <a:gd name="T13" fmla="*/ 21 h 49"/>
                  <a:gd name="T14" fmla="*/ 8 w 31"/>
                  <a:gd name="T15" fmla="*/ 21 h 49"/>
                  <a:gd name="T16" fmla="*/ 8 w 31"/>
                  <a:gd name="T17" fmla="*/ 8 h 49"/>
                  <a:gd name="T18" fmla="*/ 31 w 31"/>
                  <a:gd name="T19" fmla="*/ 8 h 49"/>
                  <a:gd name="T20" fmla="*/ 31 w 31"/>
                  <a:gd name="T21" fmla="*/ 0 h 49"/>
                  <a:gd name="T22" fmla="*/ 0 w 31"/>
                  <a:gd name="T23" fmla="*/ 0 h 49"/>
                  <a:gd name="T24" fmla="*/ 0 w 31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8" y="21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2" name="Freeform 158">
                <a:extLst>
                  <a:ext uri="{FF2B5EF4-FFF2-40B4-BE49-F238E27FC236}">
                    <a16:creationId xmlns:a16="http://schemas.microsoft.com/office/drawing/2014/main" id="{6CC585F0-7497-4102-BDF2-E2EBFC64E7A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3" name="Freeform 159">
                <a:extLst>
                  <a:ext uri="{FF2B5EF4-FFF2-40B4-BE49-F238E27FC236}">
                    <a16:creationId xmlns:a16="http://schemas.microsoft.com/office/drawing/2014/main" id="{732E0CAC-A41D-428A-844E-CF335408981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12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4" name="Freeform 160">
                <a:extLst>
                  <a:ext uri="{FF2B5EF4-FFF2-40B4-BE49-F238E27FC236}">
                    <a16:creationId xmlns:a16="http://schemas.microsoft.com/office/drawing/2014/main" id="{6222696A-92CB-46AA-8A11-7107DA4131D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77" y="8105"/>
                <a:ext cx="39" cy="49"/>
              </a:xfrm>
              <a:custGeom>
                <a:avLst/>
                <a:gdLst>
                  <a:gd name="T0" fmla="*/ 32 w 39"/>
                  <a:gd name="T1" fmla="*/ 34 h 49"/>
                  <a:gd name="T2" fmla="*/ 9 w 39"/>
                  <a:gd name="T3" fmla="*/ 0 h 49"/>
                  <a:gd name="T4" fmla="*/ 0 w 39"/>
                  <a:gd name="T5" fmla="*/ 0 h 49"/>
                  <a:gd name="T6" fmla="*/ 0 w 39"/>
                  <a:gd name="T7" fmla="*/ 49 h 49"/>
                  <a:gd name="T8" fmla="*/ 9 w 39"/>
                  <a:gd name="T9" fmla="*/ 49 h 49"/>
                  <a:gd name="T10" fmla="*/ 9 w 39"/>
                  <a:gd name="T11" fmla="*/ 14 h 49"/>
                  <a:gd name="T12" fmla="*/ 33 w 39"/>
                  <a:gd name="T13" fmla="*/ 49 h 49"/>
                  <a:gd name="T14" fmla="*/ 39 w 39"/>
                  <a:gd name="T15" fmla="*/ 49 h 49"/>
                  <a:gd name="T16" fmla="*/ 39 w 39"/>
                  <a:gd name="T17" fmla="*/ 0 h 49"/>
                  <a:gd name="T18" fmla="*/ 32 w 39"/>
                  <a:gd name="T19" fmla="*/ 0 h 49"/>
                  <a:gd name="T20" fmla="*/ 32 w 39"/>
                  <a:gd name="T21" fmla="*/ 3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9">
                    <a:moveTo>
                      <a:pt x="32" y="34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9" y="49"/>
                    </a:lnTo>
                    <a:lnTo>
                      <a:pt x="9" y="14"/>
                    </a:lnTo>
                    <a:lnTo>
                      <a:pt x="33" y="49"/>
                    </a:lnTo>
                    <a:lnTo>
                      <a:pt x="39" y="49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32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5" name="Freeform 161">
                <a:extLst>
                  <a:ext uri="{FF2B5EF4-FFF2-40B4-BE49-F238E27FC236}">
                    <a16:creationId xmlns:a16="http://schemas.microsoft.com/office/drawing/2014/main" id="{326A607A-ADD5-4D26-8900-CDD458D4824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23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6" name="Freeform 162">
                <a:extLst>
                  <a:ext uri="{FF2B5EF4-FFF2-40B4-BE49-F238E27FC236}">
                    <a16:creationId xmlns:a16="http://schemas.microsoft.com/office/drawing/2014/main" id="{BDC53B39-552E-4DC6-ABAC-83200A84DA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88" y="8105"/>
                <a:ext cx="47" cy="49"/>
              </a:xfrm>
              <a:custGeom>
                <a:avLst/>
                <a:gdLst>
                  <a:gd name="T0" fmla="*/ 23 w 47"/>
                  <a:gd name="T1" fmla="*/ 38 h 49"/>
                  <a:gd name="T2" fmla="*/ 9 w 47"/>
                  <a:gd name="T3" fmla="*/ 0 h 49"/>
                  <a:gd name="T4" fmla="*/ 0 w 47"/>
                  <a:gd name="T5" fmla="*/ 0 h 49"/>
                  <a:gd name="T6" fmla="*/ 0 w 47"/>
                  <a:gd name="T7" fmla="*/ 49 h 49"/>
                  <a:gd name="T8" fmla="*/ 8 w 47"/>
                  <a:gd name="T9" fmla="*/ 49 h 49"/>
                  <a:gd name="T10" fmla="*/ 8 w 47"/>
                  <a:gd name="T11" fmla="*/ 15 h 49"/>
                  <a:gd name="T12" fmla="*/ 20 w 47"/>
                  <a:gd name="T13" fmla="*/ 49 h 49"/>
                  <a:gd name="T14" fmla="*/ 26 w 47"/>
                  <a:gd name="T15" fmla="*/ 49 h 49"/>
                  <a:gd name="T16" fmla="*/ 39 w 47"/>
                  <a:gd name="T17" fmla="*/ 15 h 49"/>
                  <a:gd name="T18" fmla="*/ 39 w 47"/>
                  <a:gd name="T19" fmla="*/ 49 h 49"/>
                  <a:gd name="T20" fmla="*/ 47 w 47"/>
                  <a:gd name="T21" fmla="*/ 49 h 49"/>
                  <a:gd name="T22" fmla="*/ 47 w 47"/>
                  <a:gd name="T23" fmla="*/ 0 h 49"/>
                  <a:gd name="T24" fmla="*/ 38 w 47"/>
                  <a:gd name="T25" fmla="*/ 0 h 49"/>
                  <a:gd name="T26" fmla="*/ 23 w 47"/>
                  <a:gd name="T2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9">
                    <a:moveTo>
                      <a:pt x="23" y="38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8" y="49"/>
                    </a:lnTo>
                    <a:lnTo>
                      <a:pt x="8" y="15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39" y="15"/>
                    </a:lnTo>
                    <a:lnTo>
                      <a:pt x="39" y="49"/>
                    </a:lnTo>
                    <a:lnTo>
                      <a:pt x="47" y="49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3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7" name="Rectangle 163">
                <a:extLst>
                  <a:ext uri="{FF2B5EF4-FFF2-40B4-BE49-F238E27FC236}">
                    <a16:creationId xmlns:a16="http://schemas.microsoft.com/office/drawing/2014/main" id="{35AA5BC3-91B9-495C-A8FF-874BCD205B9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8105"/>
                <a:ext cx="8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8" name="Freeform 164">
                <a:extLst>
                  <a:ext uri="{FF2B5EF4-FFF2-40B4-BE49-F238E27FC236}">
                    <a16:creationId xmlns:a16="http://schemas.microsoft.com/office/drawing/2014/main" id="{766D2FE9-A76E-4A9E-8CEF-B60E2815599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73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9" name="Freeform 165">
                <a:extLst>
                  <a:ext uri="{FF2B5EF4-FFF2-40B4-BE49-F238E27FC236}">
                    <a16:creationId xmlns:a16="http://schemas.microsoft.com/office/drawing/2014/main" id="{6D564E01-1C2C-4AA5-9723-A74CF4E7CB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5" y="8105"/>
                <a:ext cx="36" cy="50"/>
              </a:xfrm>
              <a:custGeom>
                <a:avLst/>
                <a:gdLst>
                  <a:gd name="T0" fmla="*/ 31 w 48"/>
                  <a:gd name="T1" fmla="*/ 29 h 67"/>
                  <a:gd name="T2" fmla="*/ 20 w 48"/>
                  <a:gd name="T3" fmla="*/ 27 h 67"/>
                  <a:gd name="T4" fmla="*/ 12 w 48"/>
                  <a:gd name="T5" fmla="*/ 18 h 67"/>
                  <a:gd name="T6" fmla="*/ 23 w 48"/>
                  <a:gd name="T7" fmla="*/ 10 h 67"/>
                  <a:gd name="T8" fmla="*/ 37 w 48"/>
                  <a:gd name="T9" fmla="*/ 18 h 67"/>
                  <a:gd name="T10" fmla="*/ 48 w 48"/>
                  <a:gd name="T11" fmla="*/ 18 h 67"/>
                  <a:gd name="T12" fmla="*/ 23 w 48"/>
                  <a:gd name="T13" fmla="*/ 0 h 67"/>
                  <a:gd name="T14" fmla="*/ 1 w 48"/>
                  <a:gd name="T15" fmla="*/ 19 h 67"/>
                  <a:gd name="T16" fmla="*/ 17 w 48"/>
                  <a:gd name="T17" fmla="*/ 37 h 67"/>
                  <a:gd name="T18" fmla="*/ 28 w 48"/>
                  <a:gd name="T19" fmla="*/ 39 h 67"/>
                  <a:gd name="T20" fmla="*/ 38 w 48"/>
                  <a:gd name="T21" fmla="*/ 48 h 67"/>
                  <a:gd name="T22" fmla="*/ 25 w 48"/>
                  <a:gd name="T23" fmla="*/ 57 h 67"/>
                  <a:gd name="T24" fmla="*/ 11 w 48"/>
                  <a:gd name="T25" fmla="*/ 48 h 67"/>
                  <a:gd name="T26" fmla="*/ 0 w 48"/>
                  <a:gd name="T27" fmla="*/ 48 h 67"/>
                  <a:gd name="T28" fmla="*/ 25 w 48"/>
                  <a:gd name="T29" fmla="*/ 67 h 67"/>
                  <a:gd name="T30" fmla="*/ 48 w 48"/>
                  <a:gd name="T31" fmla="*/ 47 h 67"/>
                  <a:gd name="T32" fmla="*/ 31 w 48"/>
                  <a:gd name="T33" fmla="*/ 2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7">
                    <a:moveTo>
                      <a:pt x="31" y="29"/>
                    </a:moveTo>
                    <a:cubicBezTo>
                      <a:pt x="20" y="27"/>
                      <a:pt x="20" y="27"/>
                      <a:pt x="20" y="27"/>
                    </a:cubicBezTo>
                    <a:cubicBezTo>
                      <a:pt x="14" y="25"/>
                      <a:pt x="12" y="23"/>
                      <a:pt x="12" y="18"/>
                    </a:cubicBezTo>
                    <a:cubicBezTo>
                      <a:pt x="12" y="13"/>
                      <a:pt x="16" y="10"/>
                      <a:pt x="23" y="10"/>
                    </a:cubicBezTo>
                    <a:cubicBezTo>
                      <a:pt x="31" y="10"/>
                      <a:pt x="35" y="13"/>
                      <a:pt x="3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7"/>
                      <a:pt x="37" y="0"/>
                      <a:pt x="23" y="0"/>
                    </a:cubicBezTo>
                    <a:cubicBezTo>
                      <a:pt x="10" y="0"/>
                      <a:pt x="1" y="9"/>
                      <a:pt x="1" y="19"/>
                    </a:cubicBezTo>
                    <a:cubicBezTo>
                      <a:pt x="1" y="30"/>
                      <a:pt x="9" y="35"/>
                      <a:pt x="17" y="37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5" y="41"/>
                      <a:pt x="38" y="43"/>
                      <a:pt x="38" y="48"/>
                    </a:cubicBezTo>
                    <a:cubicBezTo>
                      <a:pt x="38" y="54"/>
                      <a:pt x="33" y="57"/>
                      <a:pt x="25" y="57"/>
                    </a:cubicBezTo>
                    <a:cubicBezTo>
                      <a:pt x="18" y="57"/>
                      <a:pt x="13" y="54"/>
                      <a:pt x="1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12" y="67"/>
                      <a:pt x="25" y="67"/>
                    </a:cubicBezTo>
                    <a:cubicBezTo>
                      <a:pt x="38" y="67"/>
                      <a:pt x="48" y="59"/>
                      <a:pt x="48" y="47"/>
                    </a:cubicBezTo>
                    <a:cubicBezTo>
                      <a:pt x="48" y="38"/>
                      <a:pt x="41" y="32"/>
                      <a:pt x="31" y="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0" name="Freeform 166">
                <a:extLst>
                  <a:ext uri="{FF2B5EF4-FFF2-40B4-BE49-F238E27FC236}">
                    <a16:creationId xmlns:a16="http://schemas.microsoft.com/office/drawing/2014/main" id="{31FDDCE4-0480-4583-8A06-297B4BC71B3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7895"/>
                <a:ext cx="144" cy="144"/>
              </a:xfrm>
              <a:custGeom>
                <a:avLst/>
                <a:gdLst>
                  <a:gd name="T0" fmla="*/ 191 w 193"/>
                  <a:gd name="T1" fmla="*/ 189 h 193"/>
                  <a:gd name="T2" fmla="*/ 193 w 193"/>
                  <a:gd name="T3" fmla="*/ 188 h 193"/>
                  <a:gd name="T4" fmla="*/ 193 w 193"/>
                  <a:gd name="T5" fmla="*/ 146 h 193"/>
                  <a:gd name="T6" fmla="*/ 189 w 193"/>
                  <a:gd name="T7" fmla="*/ 147 h 193"/>
                  <a:gd name="T8" fmla="*/ 180 w 193"/>
                  <a:gd name="T9" fmla="*/ 147 h 193"/>
                  <a:gd name="T10" fmla="*/ 171 w 193"/>
                  <a:gd name="T11" fmla="*/ 130 h 193"/>
                  <a:gd name="T12" fmla="*/ 171 w 193"/>
                  <a:gd name="T13" fmla="*/ 0 h 193"/>
                  <a:gd name="T14" fmla="*/ 120 w 193"/>
                  <a:gd name="T15" fmla="*/ 0 h 193"/>
                  <a:gd name="T16" fmla="*/ 120 w 193"/>
                  <a:gd name="T17" fmla="*/ 108 h 193"/>
                  <a:gd name="T18" fmla="*/ 84 w 193"/>
                  <a:gd name="T19" fmla="*/ 147 h 193"/>
                  <a:gd name="T20" fmla="*/ 51 w 193"/>
                  <a:gd name="T21" fmla="*/ 110 h 193"/>
                  <a:gd name="T22" fmla="*/ 51 w 193"/>
                  <a:gd name="T23" fmla="*/ 0 h 193"/>
                  <a:gd name="T24" fmla="*/ 0 w 193"/>
                  <a:gd name="T25" fmla="*/ 0 h 193"/>
                  <a:gd name="T26" fmla="*/ 0 w 193"/>
                  <a:gd name="T27" fmla="*/ 116 h 193"/>
                  <a:gd name="T28" fmla="*/ 73 w 193"/>
                  <a:gd name="T29" fmla="*/ 193 h 193"/>
                  <a:gd name="T30" fmla="*/ 127 w 193"/>
                  <a:gd name="T31" fmla="*/ 170 h 193"/>
                  <a:gd name="T32" fmla="*/ 139 w 193"/>
                  <a:gd name="T33" fmla="*/ 184 h 193"/>
                  <a:gd name="T34" fmla="*/ 168 w 193"/>
                  <a:gd name="T35" fmla="*/ 192 h 193"/>
                  <a:gd name="T36" fmla="*/ 191 w 193"/>
                  <a:gd name="T37" fmla="*/ 18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3" h="193">
                    <a:moveTo>
                      <a:pt x="191" y="189"/>
                    </a:move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6"/>
                      <a:pt x="193" y="146"/>
                      <a:pt x="193" y="146"/>
                    </a:cubicBezTo>
                    <a:cubicBezTo>
                      <a:pt x="189" y="147"/>
                      <a:pt x="189" y="147"/>
                      <a:pt x="189" y="147"/>
                    </a:cubicBezTo>
                    <a:cubicBezTo>
                      <a:pt x="186" y="147"/>
                      <a:pt x="183" y="147"/>
                      <a:pt x="180" y="147"/>
                    </a:cubicBezTo>
                    <a:cubicBezTo>
                      <a:pt x="175" y="147"/>
                      <a:pt x="171" y="146"/>
                      <a:pt x="171" y="13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31"/>
                      <a:pt x="105" y="147"/>
                      <a:pt x="84" y="147"/>
                    </a:cubicBezTo>
                    <a:cubicBezTo>
                      <a:pt x="63" y="147"/>
                      <a:pt x="51" y="133"/>
                      <a:pt x="51" y="11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63"/>
                      <a:pt x="28" y="193"/>
                      <a:pt x="73" y="193"/>
                    </a:cubicBezTo>
                    <a:cubicBezTo>
                      <a:pt x="103" y="193"/>
                      <a:pt x="119" y="181"/>
                      <a:pt x="127" y="170"/>
                    </a:cubicBezTo>
                    <a:cubicBezTo>
                      <a:pt x="130" y="176"/>
                      <a:pt x="134" y="180"/>
                      <a:pt x="139" y="184"/>
                    </a:cubicBezTo>
                    <a:cubicBezTo>
                      <a:pt x="146" y="190"/>
                      <a:pt x="156" y="192"/>
                      <a:pt x="168" y="192"/>
                    </a:cubicBezTo>
                    <a:cubicBezTo>
                      <a:pt x="175" y="192"/>
                      <a:pt x="184" y="192"/>
                      <a:pt x="191" y="18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1" name="Oval 167">
                <a:extLst>
                  <a:ext uri="{FF2B5EF4-FFF2-40B4-BE49-F238E27FC236}">
                    <a16:creationId xmlns:a16="http://schemas.microsoft.com/office/drawing/2014/main" id="{E8E98622-E44F-4949-8F75-4AC4A092262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2" name="Freeform 168">
                <a:extLst>
                  <a:ext uri="{FF2B5EF4-FFF2-40B4-BE49-F238E27FC236}">
                    <a16:creationId xmlns:a16="http://schemas.microsoft.com/office/drawing/2014/main" id="{D0CAEFB8-B3C6-4E29-9EC1-D18727B41BE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4" y="7657"/>
                <a:ext cx="6" cy="8"/>
              </a:xfrm>
              <a:custGeom>
                <a:avLst/>
                <a:gdLst>
                  <a:gd name="T0" fmla="*/ 3 w 8"/>
                  <a:gd name="T1" fmla="*/ 11 h 11"/>
                  <a:gd name="T2" fmla="*/ 8 w 8"/>
                  <a:gd name="T3" fmla="*/ 6 h 11"/>
                  <a:gd name="T4" fmla="*/ 3 w 8"/>
                  <a:gd name="T5" fmla="*/ 0 h 11"/>
                  <a:gd name="T6" fmla="*/ 0 w 8"/>
                  <a:gd name="T7" fmla="*/ 1 h 11"/>
                  <a:gd name="T8" fmla="*/ 0 w 8"/>
                  <a:gd name="T9" fmla="*/ 11 h 11"/>
                  <a:gd name="T10" fmla="*/ 3 w 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6" y="11"/>
                      <a:pt x="8" y="9"/>
                      <a:pt x="8" y="6"/>
                    </a:cubicBezTo>
                    <a:cubicBezTo>
                      <a:pt x="8" y="2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4"/>
                      <a:pt x="0" y="8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3" name="Oval 169">
                <a:extLst>
                  <a:ext uri="{FF2B5EF4-FFF2-40B4-BE49-F238E27FC236}">
                    <a16:creationId xmlns:a16="http://schemas.microsoft.com/office/drawing/2014/main" id="{D38ADB5E-925C-42C6-B6DA-4156B83472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80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4" name="Oval 170">
                <a:extLst>
                  <a:ext uri="{FF2B5EF4-FFF2-40B4-BE49-F238E27FC236}">
                    <a16:creationId xmlns:a16="http://schemas.microsoft.com/office/drawing/2014/main" id="{48D593C6-2577-4710-B78E-BB1F5C03093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3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5" name="Oval 171">
                <a:extLst>
                  <a:ext uri="{FF2B5EF4-FFF2-40B4-BE49-F238E27FC236}">
                    <a16:creationId xmlns:a16="http://schemas.microsoft.com/office/drawing/2014/main" id="{C60C010E-FD6D-4AD2-A8C5-48A517F2E50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6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6" name="Oval 172">
                <a:extLst>
                  <a:ext uri="{FF2B5EF4-FFF2-40B4-BE49-F238E27FC236}">
                    <a16:creationId xmlns:a16="http://schemas.microsoft.com/office/drawing/2014/main" id="{1F7380A0-395B-42AD-A1A7-6A484962323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8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7" name="Oval 173">
                <a:extLst>
                  <a:ext uri="{FF2B5EF4-FFF2-40B4-BE49-F238E27FC236}">
                    <a16:creationId xmlns:a16="http://schemas.microsoft.com/office/drawing/2014/main" id="{C0D5A409-B0A2-444A-9F5D-0A18C69E16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9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8" name="Oval 174">
                <a:extLst>
                  <a:ext uri="{FF2B5EF4-FFF2-40B4-BE49-F238E27FC236}">
                    <a16:creationId xmlns:a16="http://schemas.microsoft.com/office/drawing/2014/main" id="{AF663F68-7DC2-40B7-BDE9-B4CF9223CD0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7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9" name="Oval 175">
                <a:extLst>
                  <a:ext uri="{FF2B5EF4-FFF2-40B4-BE49-F238E27FC236}">
                    <a16:creationId xmlns:a16="http://schemas.microsoft.com/office/drawing/2014/main" id="{BB8F0DAC-CA0F-4648-95AD-B2611E24AE3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3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0" name="Oval 176">
                <a:extLst>
                  <a:ext uri="{FF2B5EF4-FFF2-40B4-BE49-F238E27FC236}">
                    <a16:creationId xmlns:a16="http://schemas.microsoft.com/office/drawing/2014/main" id="{EBE58CE9-14C6-43D0-BBDD-04C223BD64E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69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1" name="Oval 177">
                <a:extLst>
                  <a:ext uri="{FF2B5EF4-FFF2-40B4-BE49-F238E27FC236}">
                    <a16:creationId xmlns:a16="http://schemas.microsoft.com/office/drawing/2014/main" id="{BDFC1853-564A-4581-B590-019B1125BC8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2" name="Oval 178">
                <a:extLst>
                  <a:ext uri="{FF2B5EF4-FFF2-40B4-BE49-F238E27FC236}">
                    <a16:creationId xmlns:a16="http://schemas.microsoft.com/office/drawing/2014/main" id="{8804EA44-7155-4DDB-9EB9-84C326AE4E4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50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3" name="Oval 179">
                <a:extLst>
                  <a:ext uri="{FF2B5EF4-FFF2-40B4-BE49-F238E27FC236}">
                    <a16:creationId xmlns:a16="http://schemas.microsoft.com/office/drawing/2014/main" id="{BE900DCE-EDBA-48A8-B991-3611C0C8D54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0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4" name="Oval 180">
                <a:extLst>
                  <a:ext uri="{FF2B5EF4-FFF2-40B4-BE49-F238E27FC236}">
                    <a16:creationId xmlns:a16="http://schemas.microsoft.com/office/drawing/2014/main" id="{F1CC1E22-C4ED-4904-90B1-B43C2F90BC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5" y="77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5" name="Oval 181">
                <a:extLst>
                  <a:ext uri="{FF2B5EF4-FFF2-40B4-BE49-F238E27FC236}">
                    <a16:creationId xmlns:a16="http://schemas.microsoft.com/office/drawing/2014/main" id="{952EF1ED-695A-4ABF-B4E0-2E5D53707A0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9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6" name="Oval 182">
                <a:extLst>
                  <a:ext uri="{FF2B5EF4-FFF2-40B4-BE49-F238E27FC236}">
                    <a16:creationId xmlns:a16="http://schemas.microsoft.com/office/drawing/2014/main" id="{9F7866B7-2C68-464E-99E3-C41B67A9759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2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7" name="Oval 183">
                <a:extLst>
                  <a:ext uri="{FF2B5EF4-FFF2-40B4-BE49-F238E27FC236}">
                    <a16:creationId xmlns:a16="http://schemas.microsoft.com/office/drawing/2014/main" id="{719F7DFA-88C1-4DE1-8DBD-441103DD7B9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1" y="75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8" name="Oval 184">
                <a:extLst>
                  <a:ext uri="{FF2B5EF4-FFF2-40B4-BE49-F238E27FC236}">
                    <a16:creationId xmlns:a16="http://schemas.microsoft.com/office/drawing/2014/main" id="{1127D76B-897A-4144-9309-2A0E95156DB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6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9" name="Oval 185">
                <a:extLst>
                  <a:ext uri="{FF2B5EF4-FFF2-40B4-BE49-F238E27FC236}">
                    <a16:creationId xmlns:a16="http://schemas.microsoft.com/office/drawing/2014/main" id="{1F7BF2AF-94CF-45A6-87F8-37E893CB5D5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3" y="76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0" name="Oval 186">
                <a:extLst>
                  <a:ext uri="{FF2B5EF4-FFF2-40B4-BE49-F238E27FC236}">
                    <a16:creationId xmlns:a16="http://schemas.microsoft.com/office/drawing/2014/main" id="{6753F1CD-C912-4E32-AD78-41F03067F24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0" y="777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1" name="Oval 187">
                <a:extLst>
                  <a:ext uri="{FF2B5EF4-FFF2-40B4-BE49-F238E27FC236}">
                    <a16:creationId xmlns:a16="http://schemas.microsoft.com/office/drawing/2014/main" id="{48AA7200-3251-4F00-AB5B-A5C86A4D7D9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0" y="77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2" name="Oval 188">
                <a:extLst>
                  <a:ext uri="{FF2B5EF4-FFF2-40B4-BE49-F238E27FC236}">
                    <a16:creationId xmlns:a16="http://schemas.microsoft.com/office/drawing/2014/main" id="{4A270E34-E629-46A4-95E6-04978D0C309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3" name="Freeform 189">
                <a:extLst>
                  <a:ext uri="{FF2B5EF4-FFF2-40B4-BE49-F238E27FC236}">
                    <a16:creationId xmlns:a16="http://schemas.microsoft.com/office/drawing/2014/main" id="{703022C2-066A-49D3-8E24-AACFEA9F545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8" y="7761"/>
                <a:ext cx="9" cy="8"/>
              </a:xfrm>
              <a:custGeom>
                <a:avLst/>
                <a:gdLst>
                  <a:gd name="T0" fmla="*/ 6 w 12"/>
                  <a:gd name="T1" fmla="*/ 0 h 11"/>
                  <a:gd name="T2" fmla="*/ 0 w 12"/>
                  <a:gd name="T3" fmla="*/ 6 h 11"/>
                  <a:gd name="T4" fmla="*/ 5 w 12"/>
                  <a:gd name="T5" fmla="*/ 11 h 11"/>
                  <a:gd name="T6" fmla="*/ 12 w 12"/>
                  <a:gd name="T7" fmla="*/ 4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8"/>
                      <a:pt x="3" y="11"/>
                      <a:pt x="5" y="11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4" name="Oval 190">
                <a:extLst>
                  <a:ext uri="{FF2B5EF4-FFF2-40B4-BE49-F238E27FC236}">
                    <a16:creationId xmlns:a16="http://schemas.microsoft.com/office/drawing/2014/main" id="{D8FB5FF6-37F8-41B1-B412-B995B6BA5B6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8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5" name="Oval 191">
                <a:extLst>
                  <a:ext uri="{FF2B5EF4-FFF2-40B4-BE49-F238E27FC236}">
                    <a16:creationId xmlns:a16="http://schemas.microsoft.com/office/drawing/2014/main" id="{91817166-4ADC-4143-BD19-A2A3E60238A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6" name="Oval 192">
                <a:extLst>
                  <a:ext uri="{FF2B5EF4-FFF2-40B4-BE49-F238E27FC236}">
                    <a16:creationId xmlns:a16="http://schemas.microsoft.com/office/drawing/2014/main" id="{832B7CFC-71E2-40F2-9760-34D62A9C25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2" y="756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7" name="Oval 193">
                <a:extLst>
                  <a:ext uri="{FF2B5EF4-FFF2-40B4-BE49-F238E27FC236}">
                    <a16:creationId xmlns:a16="http://schemas.microsoft.com/office/drawing/2014/main" id="{09914E67-EC07-4F4B-BE97-1206EF3DB08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77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8" name="Oval 194">
                <a:extLst>
                  <a:ext uri="{FF2B5EF4-FFF2-40B4-BE49-F238E27FC236}">
                    <a16:creationId xmlns:a16="http://schemas.microsoft.com/office/drawing/2014/main" id="{8D910A85-3292-4FFD-98C6-EED08155CB4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76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9" name="Oval 195">
                <a:extLst>
                  <a:ext uri="{FF2B5EF4-FFF2-40B4-BE49-F238E27FC236}">
                    <a16:creationId xmlns:a16="http://schemas.microsoft.com/office/drawing/2014/main" id="{1D3CB1E1-B2AA-409F-9FCC-9E19134D488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67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0" name="Oval 196">
                <a:extLst>
                  <a:ext uri="{FF2B5EF4-FFF2-40B4-BE49-F238E27FC236}">
                    <a16:creationId xmlns:a16="http://schemas.microsoft.com/office/drawing/2014/main" id="{EFF83E25-625C-4BDD-BACF-E1BF8BFF69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1" name="Oval 197">
                <a:extLst>
                  <a:ext uri="{FF2B5EF4-FFF2-40B4-BE49-F238E27FC236}">
                    <a16:creationId xmlns:a16="http://schemas.microsoft.com/office/drawing/2014/main" id="{D1BDB47E-D24A-46F0-8DCB-EC199B98669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1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2" name="Oval 198">
                <a:extLst>
                  <a:ext uri="{FF2B5EF4-FFF2-40B4-BE49-F238E27FC236}">
                    <a16:creationId xmlns:a16="http://schemas.microsoft.com/office/drawing/2014/main" id="{51FBD863-AFD3-4AFB-9950-61CB5BD919E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6" y="772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3" name="Oval 199">
                <a:extLst>
                  <a:ext uri="{FF2B5EF4-FFF2-40B4-BE49-F238E27FC236}">
                    <a16:creationId xmlns:a16="http://schemas.microsoft.com/office/drawing/2014/main" id="{16FD2820-8D51-4839-987A-D78FB46C6C3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4" name="Oval 200">
                <a:extLst>
                  <a:ext uri="{FF2B5EF4-FFF2-40B4-BE49-F238E27FC236}">
                    <a16:creationId xmlns:a16="http://schemas.microsoft.com/office/drawing/2014/main" id="{58EBC88F-0536-4BC5-84D7-D60E7B15DFF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9" y="781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5" name="Oval 201">
                <a:extLst>
                  <a:ext uri="{FF2B5EF4-FFF2-40B4-BE49-F238E27FC236}">
                    <a16:creationId xmlns:a16="http://schemas.microsoft.com/office/drawing/2014/main" id="{B6271E5D-0268-45CE-932D-5D3AD4019BC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1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6" name="Oval 202">
                <a:extLst>
                  <a:ext uri="{FF2B5EF4-FFF2-40B4-BE49-F238E27FC236}">
                    <a16:creationId xmlns:a16="http://schemas.microsoft.com/office/drawing/2014/main" id="{D91E3CFA-AC98-4929-ACB3-E8BCA8615A3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56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7" name="Freeform 203">
                <a:extLst>
                  <a:ext uri="{FF2B5EF4-FFF2-40B4-BE49-F238E27FC236}">
                    <a16:creationId xmlns:a16="http://schemas.microsoft.com/office/drawing/2014/main" id="{28973A17-95F1-4DD8-8FD2-A5958FFA336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0" y="7771"/>
                <a:ext cx="8" cy="8"/>
              </a:xfrm>
              <a:custGeom>
                <a:avLst/>
                <a:gdLst>
                  <a:gd name="T0" fmla="*/ 0 w 10"/>
                  <a:gd name="T1" fmla="*/ 6 h 10"/>
                  <a:gd name="T2" fmla="*/ 2 w 10"/>
                  <a:gd name="T3" fmla="*/ 10 h 10"/>
                  <a:gd name="T4" fmla="*/ 10 w 10"/>
                  <a:gd name="T5" fmla="*/ 2 h 10"/>
                  <a:gd name="T6" fmla="*/ 6 w 10"/>
                  <a:gd name="T7" fmla="*/ 0 h 10"/>
                  <a:gd name="T8" fmla="*/ 0 w 10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0" y="8"/>
                      <a:pt x="1" y="9"/>
                      <a:pt x="2" y="10"/>
                    </a:cubicBezTo>
                    <a:cubicBezTo>
                      <a:pt x="5" y="8"/>
                      <a:pt x="7" y="5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8" name="Oval 204">
                <a:extLst>
                  <a:ext uri="{FF2B5EF4-FFF2-40B4-BE49-F238E27FC236}">
                    <a16:creationId xmlns:a16="http://schemas.microsoft.com/office/drawing/2014/main" id="{B85EAD1B-5D11-4970-991E-51A96FFBA8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5" y="767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grpSp>
          <p:nvGrpSpPr>
            <p:cNvPr id="18" name="Group 406">
              <a:extLst>
                <a:ext uri="{FF2B5EF4-FFF2-40B4-BE49-F238E27FC236}">
                  <a16:creationId xmlns:a16="http://schemas.microsoft.com/office/drawing/2014/main" id="{F4195C7D-67C8-4B61-92FC-9A5B0C3221F5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3471863" y="11942763"/>
              <a:ext cx="525463" cy="471488"/>
              <a:chOff x="2187" y="7523"/>
              <a:chExt cx="331" cy="297"/>
            </a:xfrm>
            <a:grpFill/>
          </p:grpSpPr>
          <p:sp>
            <p:nvSpPr>
              <p:cNvPr id="119" name="Oval 206">
                <a:extLst>
                  <a:ext uri="{FF2B5EF4-FFF2-40B4-BE49-F238E27FC236}">
                    <a16:creationId xmlns:a16="http://schemas.microsoft.com/office/drawing/2014/main" id="{752B5938-4826-4A85-A0FD-ECFA571E267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4" y="77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" name="Oval 207">
                <a:extLst>
                  <a:ext uri="{FF2B5EF4-FFF2-40B4-BE49-F238E27FC236}">
                    <a16:creationId xmlns:a16="http://schemas.microsoft.com/office/drawing/2014/main" id="{549A412F-ABF1-4D7A-BF79-164656ABA5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0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" name="Oval 208">
                <a:extLst>
                  <a:ext uri="{FF2B5EF4-FFF2-40B4-BE49-F238E27FC236}">
                    <a16:creationId xmlns:a16="http://schemas.microsoft.com/office/drawing/2014/main" id="{A25652EF-DFFC-43B6-B73B-10CAA4FA789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0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" name="Oval 209">
                <a:extLst>
                  <a:ext uri="{FF2B5EF4-FFF2-40B4-BE49-F238E27FC236}">
                    <a16:creationId xmlns:a16="http://schemas.microsoft.com/office/drawing/2014/main" id="{DE051FF5-50C4-4AD0-8AA6-9977851B22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" name="Oval 210">
                <a:extLst>
                  <a:ext uri="{FF2B5EF4-FFF2-40B4-BE49-F238E27FC236}">
                    <a16:creationId xmlns:a16="http://schemas.microsoft.com/office/drawing/2014/main" id="{7721CF79-E122-4408-830C-8688EFBE171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" name="Oval 211">
                <a:extLst>
                  <a:ext uri="{FF2B5EF4-FFF2-40B4-BE49-F238E27FC236}">
                    <a16:creationId xmlns:a16="http://schemas.microsoft.com/office/drawing/2014/main" id="{E594C539-D4CD-4269-A3D4-0C2C37F355C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8" y="77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" name="Oval 212">
                <a:extLst>
                  <a:ext uri="{FF2B5EF4-FFF2-40B4-BE49-F238E27FC236}">
                    <a16:creationId xmlns:a16="http://schemas.microsoft.com/office/drawing/2014/main" id="{F115A9FE-A18E-4727-BBB9-B74E66806AC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6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" name="Oval 213">
                <a:extLst>
                  <a:ext uri="{FF2B5EF4-FFF2-40B4-BE49-F238E27FC236}">
                    <a16:creationId xmlns:a16="http://schemas.microsoft.com/office/drawing/2014/main" id="{685BD6A8-3592-40D5-9AE4-819D034C87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2" y="76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" name="Oval 214">
                <a:extLst>
                  <a:ext uri="{FF2B5EF4-FFF2-40B4-BE49-F238E27FC236}">
                    <a16:creationId xmlns:a16="http://schemas.microsoft.com/office/drawing/2014/main" id="{D319385D-3729-4EFB-B19F-54C5830477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7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8" name="Freeform 215">
                <a:extLst>
                  <a:ext uri="{FF2B5EF4-FFF2-40B4-BE49-F238E27FC236}">
                    <a16:creationId xmlns:a16="http://schemas.microsoft.com/office/drawing/2014/main" id="{09D0FCEF-4E75-4496-A529-B0C21A7336F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78" y="7752"/>
                <a:ext cx="8" cy="8"/>
              </a:xfrm>
              <a:custGeom>
                <a:avLst/>
                <a:gdLst>
                  <a:gd name="T0" fmla="*/ 0 w 10"/>
                  <a:gd name="T1" fmla="*/ 6 h 11"/>
                  <a:gd name="T2" fmla="*/ 3 w 10"/>
                  <a:gd name="T3" fmla="*/ 11 h 11"/>
                  <a:gd name="T4" fmla="*/ 10 w 10"/>
                  <a:gd name="T5" fmla="*/ 1 h 11"/>
                  <a:gd name="T6" fmla="*/ 6 w 10"/>
                  <a:gd name="T7" fmla="*/ 0 h 11"/>
                  <a:gd name="T8" fmla="*/ 0 w 10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cubicBezTo>
                      <a:pt x="0" y="8"/>
                      <a:pt x="1" y="9"/>
                      <a:pt x="3" y="11"/>
                    </a:cubicBezTo>
                    <a:cubicBezTo>
                      <a:pt x="5" y="8"/>
                      <a:pt x="8" y="4"/>
                      <a:pt x="10" y="1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9" name="Oval 216">
                <a:extLst>
                  <a:ext uri="{FF2B5EF4-FFF2-40B4-BE49-F238E27FC236}">
                    <a16:creationId xmlns:a16="http://schemas.microsoft.com/office/drawing/2014/main" id="{DD3F75E7-C234-4C7F-A4D5-C9E15A49D75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0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0" name="Oval 217">
                <a:extLst>
                  <a:ext uri="{FF2B5EF4-FFF2-40B4-BE49-F238E27FC236}">
                    <a16:creationId xmlns:a16="http://schemas.microsoft.com/office/drawing/2014/main" id="{27A1CD9D-5B96-4278-BDC5-6227F182BA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1" y="766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1" name="Oval 218">
                <a:extLst>
                  <a:ext uri="{FF2B5EF4-FFF2-40B4-BE49-F238E27FC236}">
                    <a16:creationId xmlns:a16="http://schemas.microsoft.com/office/drawing/2014/main" id="{84704733-1E9F-4974-AC27-2316D742B4B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2" name="Oval 219">
                <a:extLst>
                  <a:ext uri="{FF2B5EF4-FFF2-40B4-BE49-F238E27FC236}">
                    <a16:creationId xmlns:a16="http://schemas.microsoft.com/office/drawing/2014/main" id="{95B11443-769D-4204-BA6A-77BDDB552F6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4" y="769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3" name="Oval 220">
                <a:extLst>
                  <a:ext uri="{FF2B5EF4-FFF2-40B4-BE49-F238E27FC236}">
                    <a16:creationId xmlns:a16="http://schemas.microsoft.com/office/drawing/2014/main" id="{01DE8CCA-64B0-469F-987E-861792FE42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71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4" name="Oval 221">
                <a:extLst>
                  <a:ext uri="{FF2B5EF4-FFF2-40B4-BE49-F238E27FC236}">
                    <a16:creationId xmlns:a16="http://schemas.microsoft.com/office/drawing/2014/main" id="{4800A487-E653-4D28-9A11-EA4D9F58791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7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5" name="Oval 222">
                <a:extLst>
                  <a:ext uri="{FF2B5EF4-FFF2-40B4-BE49-F238E27FC236}">
                    <a16:creationId xmlns:a16="http://schemas.microsoft.com/office/drawing/2014/main" id="{C2B3C9A7-8947-48A4-9E34-AC64ABF914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4" y="770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6" name="Oval 223">
                <a:extLst>
                  <a:ext uri="{FF2B5EF4-FFF2-40B4-BE49-F238E27FC236}">
                    <a16:creationId xmlns:a16="http://schemas.microsoft.com/office/drawing/2014/main" id="{FF16F1F8-ED7F-4501-A2D7-1092ABC329C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4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7" name="Oval 224">
                <a:extLst>
                  <a:ext uri="{FF2B5EF4-FFF2-40B4-BE49-F238E27FC236}">
                    <a16:creationId xmlns:a16="http://schemas.microsoft.com/office/drawing/2014/main" id="{80D360DB-B86B-4D23-9178-D3F55A67927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3" y="769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8" name="Oval 225">
                <a:extLst>
                  <a:ext uri="{FF2B5EF4-FFF2-40B4-BE49-F238E27FC236}">
                    <a16:creationId xmlns:a16="http://schemas.microsoft.com/office/drawing/2014/main" id="{DC6E3100-657E-487E-8725-A738AAEB37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9" name="Oval 226">
                <a:extLst>
                  <a:ext uri="{FF2B5EF4-FFF2-40B4-BE49-F238E27FC236}">
                    <a16:creationId xmlns:a16="http://schemas.microsoft.com/office/drawing/2014/main" id="{58853F43-A817-4DCD-8765-15E505CFCC4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74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0" name="Oval 227">
                <a:extLst>
                  <a:ext uri="{FF2B5EF4-FFF2-40B4-BE49-F238E27FC236}">
                    <a16:creationId xmlns:a16="http://schemas.microsoft.com/office/drawing/2014/main" id="{1B80A3FF-100A-43B1-A99A-7F46203029D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75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1" name="Oval 228">
                <a:extLst>
                  <a:ext uri="{FF2B5EF4-FFF2-40B4-BE49-F238E27FC236}">
                    <a16:creationId xmlns:a16="http://schemas.microsoft.com/office/drawing/2014/main" id="{AABD393C-BFA8-4C17-AC77-27C93788736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57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2" name="Oval 229">
                <a:extLst>
                  <a:ext uri="{FF2B5EF4-FFF2-40B4-BE49-F238E27FC236}">
                    <a16:creationId xmlns:a16="http://schemas.microsoft.com/office/drawing/2014/main" id="{4453BA16-E545-43E8-BB0A-1D753F8B05E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9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3" name="Oval 230">
                <a:extLst>
                  <a:ext uri="{FF2B5EF4-FFF2-40B4-BE49-F238E27FC236}">
                    <a16:creationId xmlns:a16="http://schemas.microsoft.com/office/drawing/2014/main" id="{4DED8848-D584-42B1-9C25-121C996697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4" name="Oval 231">
                <a:extLst>
                  <a:ext uri="{FF2B5EF4-FFF2-40B4-BE49-F238E27FC236}">
                    <a16:creationId xmlns:a16="http://schemas.microsoft.com/office/drawing/2014/main" id="{0A57AE89-4DC3-4E43-A205-3FCB2F5F19E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0" y="77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5" name="Oval 232">
                <a:extLst>
                  <a:ext uri="{FF2B5EF4-FFF2-40B4-BE49-F238E27FC236}">
                    <a16:creationId xmlns:a16="http://schemas.microsoft.com/office/drawing/2014/main" id="{53B922B3-D16E-4EDE-91E3-5BC27345AC0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4" y="76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6" name="Oval 233">
                <a:extLst>
                  <a:ext uri="{FF2B5EF4-FFF2-40B4-BE49-F238E27FC236}">
                    <a16:creationId xmlns:a16="http://schemas.microsoft.com/office/drawing/2014/main" id="{B771829B-FD69-44B3-A783-E48E267852A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8" y="778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7" name="Oval 234">
                <a:extLst>
                  <a:ext uri="{FF2B5EF4-FFF2-40B4-BE49-F238E27FC236}">
                    <a16:creationId xmlns:a16="http://schemas.microsoft.com/office/drawing/2014/main" id="{26783095-9904-465B-BBD0-643B75E895B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1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8" name="Oval 235">
                <a:extLst>
                  <a:ext uri="{FF2B5EF4-FFF2-40B4-BE49-F238E27FC236}">
                    <a16:creationId xmlns:a16="http://schemas.microsoft.com/office/drawing/2014/main" id="{21A2320E-2673-40F4-BE7E-F7D5AA8DDF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9" name="Oval 236">
                <a:extLst>
                  <a:ext uri="{FF2B5EF4-FFF2-40B4-BE49-F238E27FC236}">
                    <a16:creationId xmlns:a16="http://schemas.microsoft.com/office/drawing/2014/main" id="{C9F05D5C-3B92-473A-8C25-C2674DBA48A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81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0" name="Oval 237">
                <a:extLst>
                  <a:ext uri="{FF2B5EF4-FFF2-40B4-BE49-F238E27FC236}">
                    <a16:creationId xmlns:a16="http://schemas.microsoft.com/office/drawing/2014/main" id="{9BD3863F-484C-42B8-9115-9C129CD75B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1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1" name="Oval 238">
                <a:extLst>
                  <a:ext uri="{FF2B5EF4-FFF2-40B4-BE49-F238E27FC236}">
                    <a16:creationId xmlns:a16="http://schemas.microsoft.com/office/drawing/2014/main" id="{A77397C4-5082-4983-8FBD-B58D6F68A1D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2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2" name="Oval 239">
                <a:extLst>
                  <a:ext uri="{FF2B5EF4-FFF2-40B4-BE49-F238E27FC236}">
                    <a16:creationId xmlns:a16="http://schemas.microsoft.com/office/drawing/2014/main" id="{799F5F67-FCFF-4F9C-93B2-0F5AAEBBC6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1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3" name="Oval 240">
                <a:extLst>
                  <a:ext uri="{FF2B5EF4-FFF2-40B4-BE49-F238E27FC236}">
                    <a16:creationId xmlns:a16="http://schemas.microsoft.com/office/drawing/2014/main" id="{2E025C23-C64F-44DA-8109-F84C061408C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7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4" name="Oval 241">
                <a:extLst>
                  <a:ext uri="{FF2B5EF4-FFF2-40B4-BE49-F238E27FC236}">
                    <a16:creationId xmlns:a16="http://schemas.microsoft.com/office/drawing/2014/main" id="{D9B4242D-7199-4293-8C8A-C5D0EB6315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7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5" name="Oval 242">
                <a:extLst>
                  <a:ext uri="{FF2B5EF4-FFF2-40B4-BE49-F238E27FC236}">
                    <a16:creationId xmlns:a16="http://schemas.microsoft.com/office/drawing/2014/main" id="{96E7087C-241C-445A-8B18-C2DB16E6EBA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7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6" name="Oval 243">
                <a:extLst>
                  <a:ext uri="{FF2B5EF4-FFF2-40B4-BE49-F238E27FC236}">
                    <a16:creationId xmlns:a16="http://schemas.microsoft.com/office/drawing/2014/main" id="{0A1C3709-BEE6-40C3-A4C3-9AFB02A1075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5" y="770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7" name="Oval 244">
                <a:extLst>
                  <a:ext uri="{FF2B5EF4-FFF2-40B4-BE49-F238E27FC236}">
                    <a16:creationId xmlns:a16="http://schemas.microsoft.com/office/drawing/2014/main" id="{8F7004C1-56BB-4130-BFD0-7A84F54AD33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9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8" name="Oval 245">
                <a:extLst>
                  <a:ext uri="{FF2B5EF4-FFF2-40B4-BE49-F238E27FC236}">
                    <a16:creationId xmlns:a16="http://schemas.microsoft.com/office/drawing/2014/main" id="{9A15EFB8-B591-49E2-BE92-B839E40289F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9" y="774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9" name="Oval 246">
                <a:extLst>
                  <a:ext uri="{FF2B5EF4-FFF2-40B4-BE49-F238E27FC236}">
                    <a16:creationId xmlns:a16="http://schemas.microsoft.com/office/drawing/2014/main" id="{0D020525-154C-4D98-9716-8B52019C93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0" name="Oval 247">
                <a:extLst>
                  <a:ext uri="{FF2B5EF4-FFF2-40B4-BE49-F238E27FC236}">
                    <a16:creationId xmlns:a16="http://schemas.microsoft.com/office/drawing/2014/main" id="{BADF1349-1ADD-41F1-9BBF-2A34003E11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198" y="762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1" name="Oval 248">
                <a:extLst>
                  <a:ext uri="{FF2B5EF4-FFF2-40B4-BE49-F238E27FC236}">
                    <a16:creationId xmlns:a16="http://schemas.microsoft.com/office/drawing/2014/main" id="{6AA815E8-6509-4D63-908B-E94FB63E585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7" y="76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2" name="Freeform 249">
                <a:extLst>
                  <a:ext uri="{FF2B5EF4-FFF2-40B4-BE49-F238E27FC236}">
                    <a16:creationId xmlns:a16="http://schemas.microsoft.com/office/drawing/2014/main" id="{C0FC40D1-983F-4758-A525-6E15BC16429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04" y="7810"/>
                <a:ext cx="8" cy="6"/>
              </a:xfrm>
              <a:custGeom>
                <a:avLst/>
                <a:gdLst>
                  <a:gd name="T0" fmla="*/ 11 w 11"/>
                  <a:gd name="T1" fmla="*/ 5 h 8"/>
                  <a:gd name="T2" fmla="*/ 5 w 11"/>
                  <a:gd name="T3" fmla="*/ 0 h 8"/>
                  <a:gd name="T4" fmla="*/ 0 w 11"/>
                  <a:gd name="T5" fmla="*/ 5 h 8"/>
                  <a:gd name="T6" fmla="*/ 10 w 11"/>
                  <a:gd name="T7" fmla="*/ 8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3" y="6"/>
                      <a:pt x="7" y="7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3" name="Oval 250">
                <a:extLst>
                  <a:ext uri="{FF2B5EF4-FFF2-40B4-BE49-F238E27FC236}">
                    <a16:creationId xmlns:a16="http://schemas.microsoft.com/office/drawing/2014/main" id="{819FDA09-D863-4F0C-9DDB-A8FBB726AC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9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4" name="Oval 251">
                <a:extLst>
                  <a:ext uri="{FF2B5EF4-FFF2-40B4-BE49-F238E27FC236}">
                    <a16:creationId xmlns:a16="http://schemas.microsoft.com/office/drawing/2014/main" id="{2BFA348E-1026-42F5-9EBB-203BDEC6BB2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3" y="770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5" name="Oval 252">
                <a:extLst>
                  <a:ext uri="{FF2B5EF4-FFF2-40B4-BE49-F238E27FC236}">
                    <a16:creationId xmlns:a16="http://schemas.microsoft.com/office/drawing/2014/main" id="{53AA1CCA-D825-4ED7-97B2-8E62F4F940F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1" y="767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6" name="Oval 253">
                <a:extLst>
                  <a:ext uri="{FF2B5EF4-FFF2-40B4-BE49-F238E27FC236}">
                    <a16:creationId xmlns:a16="http://schemas.microsoft.com/office/drawing/2014/main" id="{36A2C32E-0278-4261-9EBD-FF5E0371047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74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7" name="Oval 254">
                <a:extLst>
                  <a:ext uri="{FF2B5EF4-FFF2-40B4-BE49-F238E27FC236}">
                    <a16:creationId xmlns:a16="http://schemas.microsoft.com/office/drawing/2014/main" id="{EAE4358E-FD54-4395-A8E0-B0EF257493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8" name="Oval 255">
                <a:extLst>
                  <a:ext uri="{FF2B5EF4-FFF2-40B4-BE49-F238E27FC236}">
                    <a16:creationId xmlns:a16="http://schemas.microsoft.com/office/drawing/2014/main" id="{B2148135-3C8B-414F-9494-267B371CE8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3" y="776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9" name="Oval 256">
                <a:extLst>
                  <a:ext uri="{FF2B5EF4-FFF2-40B4-BE49-F238E27FC236}">
                    <a16:creationId xmlns:a16="http://schemas.microsoft.com/office/drawing/2014/main" id="{EDB7315A-1C00-4BDC-857F-65BDE88AD6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65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0" name="Oval 257">
                <a:extLst>
                  <a:ext uri="{FF2B5EF4-FFF2-40B4-BE49-F238E27FC236}">
                    <a16:creationId xmlns:a16="http://schemas.microsoft.com/office/drawing/2014/main" id="{06ABAA6E-DD8F-4BF9-BDEE-A61659C291E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9" y="765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1" name="Oval 258">
                <a:extLst>
                  <a:ext uri="{FF2B5EF4-FFF2-40B4-BE49-F238E27FC236}">
                    <a16:creationId xmlns:a16="http://schemas.microsoft.com/office/drawing/2014/main" id="{C49FB1AC-5AEF-42E2-9047-EF049E53A2A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0" y="76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2" name="Freeform 259">
                <a:extLst>
                  <a:ext uri="{FF2B5EF4-FFF2-40B4-BE49-F238E27FC236}">
                    <a16:creationId xmlns:a16="http://schemas.microsoft.com/office/drawing/2014/main" id="{1EBE8F9B-AF51-4039-B767-D41F181E5A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46" y="7779"/>
                <a:ext cx="9" cy="9"/>
              </a:xfrm>
              <a:custGeom>
                <a:avLst/>
                <a:gdLst>
                  <a:gd name="T0" fmla="*/ 8 w 12"/>
                  <a:gd name="T1" fmla="*/ 12 h 12"/>
                  <a:gd name="T2" fmla="*/ 12 w 12"/>
                  <a:gd name="T3" fmla="*/ 6 h 12"/>
                  <a:gd name="T4" fmla="*/ 6 w 12"/>
                  <a:gd name="T5" fmla="*/ 0 h 12"/>
                  <a:gd name="T6" fmla="*/ 0 w 12"/>
                  <a:gd name="T7" fmla="*/ 6 h 12"/>
                  <a:gd name="T8" fmla="*/ 0 w 12"/>
                  <a:gd name="T9" fmla="*/ 6 h 12"/>
                  <a:gd name="T10" fmla="*/ 8 w 1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3" name="Oval 260">
                <a:extLst>
                  <a:ext uri="{FF2B5EF4-FFF2-40B4-BE49-F238E27FC236}">
                    <a16:creationId xmlns:a16="http://schemas.microsoft.com/office/drawing/2014/main" id="{34BB07BA-6C9B-4DAD-9352-FE6B4414217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1" y="769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4" name="Oval 261">
                <a:extLst>
                  <a:ext uri="{FF2B5EF4-FFF2-40B4-BE49-F238E27FC236}">
                    <a16:creationId xmlns:a16="http://schemas.microsoft.com/office/drawing/2014/main" id="{F5D23A46-3697-4809-A167-9A27A4CCE2C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1" y="779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5" name="Oval 262">
                <a:extLst>
                  <a:ext uri="{FF2B5EF4-FFF2-40B4-BE49-F238E27FC236}">
                    <a16:creationId xmlns:a16="http://schemas.microsoft.com/office/drawing/2014/main" id="{D9169701-43D2-4C5B-8AAF-D3C9E84CC1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9" y="778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6" name="Oval 263">
                <a:extLst>
                  <a:ext uri="{FF2B5EF4-FFF2-40B4-BE49-F238E27FC236}">
                    <a16:creationId xmlns:a16="http://schemas.microsoft.com/office/drawing/2014/main" id="{D7100DDD-11C1-4932-A5F3-4214EF5F01B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8" y="762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7" name="Oval 264">
                <a:extLst>
                  <a:ext uri="{FF2B5EF4-FFF2-40B4-BE49-F238E27FC236}">
                    <a16:creationId xmlns:a16="http://schemas.microsoft.com/office/drawing/2014/main" id="{AC7DC1AA-F8F7-46B0-9880-68A3DD4303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6" y="75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8" name="Freeform 265">
                <a:extLst>
                  <a:ext uri="{FF2B5EF4-FFF2-40B4-BE49-F238E27FC236}">
                    <a16:creationId xmlns:a16="http://schemas.microsoft.com/office/drawing/2014/main" id="{82BDC470-8700-4B73-AA4C-6A7D886BF46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69" y="7794"/>
                <a:ext cx="8" cy="9"/>
              </a:xfrm>
              <a:custGeom>
                <a:avLst/>
                <a:gdLst>
                  <a:gd name="T0" fmla="*/ 11 w 11"/>
                  <a:gd name="T1" fmla="*/ 6 h 11"/>
                  <a:gd name="T2" fmla="*/ 5 w 11"/>
                  <a:gd name="T3" fmla="*/ 0 h 11"/>
                  <a:gd name="T4" fmla="*/ 0 w 11"/>
                  <a:gd name="T5" fmla="*/ 6 h 11"/>
                  <a:gd name="T6" fmla="*/ 9 w 11"/>
                  <a:gd name="T7" fmla="*/ 11 h 11"/>
                  <a:gd name="T8" fmla="*/ 11 w 11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0" y="9"/>
                      <a:pt x="11" y="8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9" name="Oval 266">
                <a:extLst>
                  <a:ext uri="{FF2B5EF4-FFF2-40B4-BE49-F238E27FC236}">
                    <a16:creationId xmlns:a16="http://schemas.microsoft.com/office/drawing/2014/main" id="{F07C92D5-6823-4874-AB38-E7D6418ABA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0" name="Oval 267">
                <a:extLst>
                  <a:ext uri="{FF2B5EF4-FFF2-40B4-BE49-F238E27FC236}">
                    <a16:creationId xmlns:a16="http://schemas.microsoft.com/office/drawing/2014/main" id="{C30B1A3E-5C64-4B0C-A788-EB03E81B94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75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1" name="Oval 268">
                <a:extLst>
                  <a:ext uri="{FF2B5EF4-FFF2-40B4-BE49-F238E27FC236}">
                    <a16:creationId xmlns:a16="http://schemas.microsoft.com/office/drawing/2014/main" id="{DE6BD4FC-D149-40E9-BFF4-FAE62C75ACA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55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2" name="Oval 269">
                <a:extLst>
                  <a:ext uri="{FF2B5EF4-FFF2-40B4-BE49-F238E27FC236}">
                    <a16:creationId xmlns:a16="http://schemas.microsoft.com/office/drawing/2014/main" id="{0FCD5B2D-1FA0-408A-B50B-ED281CC3453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7" y="77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3" name="Oval 270">
                <a:extLst>
                  <a:ext uri="{FF2B5EF4-FFF2-40B4-BE49-F238E27FC236}">
                    <a16:creationId xmlns:a16="http://schemas.microsoft.com/office/drawing/2014/main" id="{CA26FD07-3432-4C56-ABFF-11304283D3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3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4" name="Oval 271">
                <a:extLst>
                  <a:ext uri="{FF2B5EF4-FFF2-40B4-BE49-F238E27FC236}">
                    <a16:creationId xmlns:a16="http://schemas.microsoft.com/office/drawing/2014/main" id="{D44FD2C0-A3AC-4F84-933C-7AF6B71358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5" y="77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5" name="Oval 272">
                <a:extLst>
                  <a:ext uri="{FF2B5EF4-FFF2-40B4-BE49-F238E27FC236}">
                    <a16:creationId xmlns:a16="http://schemas.microsoft.com/office/drawing/2014/main" id="{84E1C6FD-ADCC-4A36-A08F-9E557018083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8" y="765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6" name="Oval 273">
                <a:extLst>
                  <a:ext uri="{FF2B5EF4-FFF2-40B4-BE49-F238E27FC236}">
                    <a16:creationId xmlns:a16="http://schemas.microsoft.com/office/drawing/2014/main" id="{1D256C52-B862-4B97-A5D7-6EC5A442F60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7" y="77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7" name="Oval 274">
                <a:extLst>
                  <a:ext uri="{FF2B5EF4-FFF2-40B4-BE49-F238E27FC236}">
                    <a16:creationId xmlns:a16="http://schemas.microsoft.com/office/drawing/2014/main" id="{6828F662-7A03-498D-B602-21E27191736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0" y="780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8" name="Oval 275">
                <a:extLst>
                  <a:ext uri="{FF2B5EF4-FFF2-40B4-BE49-F238E27FC236}">
                    <a16:creationId xmlns:a16="http://schemas.microsoft.com/office/drawing/2014/main" id="{348EE3A8-1FF5-41B3-871F-6EDF9170B9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2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9" name="Oval 276">
                <a:extLst>
                  <a:ext uri="{FF2B5EF4-FFF2-40B4-BE49-F238E27FC236}">
                    <a16:creationId xmlns:a16="http://schemas.microsoft.com/office/drawing/2014/main" id="{6E80A33A-9593-438E-8AAA-81C64316FC9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8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0" name="Oval 277">
                <a:extLst>
                  <a:ext uri="{FF2B5EF4-FFF2-40B4-BE49-F238E27FC236}">
                    <a16:creationId xmlns:a16="http://schemas.microsoft.com/office/drawing/2014/main" id="{3801A87C-4BF5-4EF4-B960-E4D1CDEF7A5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1" name="Oval 278">
                <a:extLst>
                  <a:ext uri="{FF2B5EF4-FFF2-40B4-BE49-F238E27FC236}">
                    <a16:creationId xmlns:a16="http://schemas.microsoft.com/office/drawing/2014/main" id="{C16C7E7A-DCE4-4AC1-A516-BA9317C13C7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2" name="Oval 279">
                <a:extLst>
                  <a:ext uri="{FF2B5EF4-FFF2-40B4-BE49-F238E27FC236}">
                    <a16:creationId xmlns:a16="http://schemas.microsoft.com/office/drawing/2014/main" id="{4CD86A5F-BF02-4C2B-846E-D3FCC411E78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5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3" name="Oval 280">
                <a:extLst>
                  <a:ext uri="{FF2B5EF4-FFF2-40B4-BE49-F238E27FC236}">
                    <a16:creationId xmlns:a16="http://schemas.microsoft.com/office/drawing/2014/main" id="{A0AA3924-941B-4CF9-AC9B-4253AF98FFD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3" y="760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4" name="Freeform 281">
                <a:extLst>
                  <a:ext uri="{FF2B5EF4-FFF2-40B4-BE49-F238E27FC236}">
                    <a16:creationId xmlns:a16="http://schemas.microsoft.com/office/drawing/2014/main" id="{E9AF82FB-515F-43F6-9DF1-567B60FCB0A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91" y="7700"/>
                <a:ext cx="5" cy="8"/>
              </a:xfrm>
              <a:custGeom>
                <a:avLst/>
                <a:gdLst>
                  <a:gd name="T0" fmla="*/ 7 w 7"/>
                  <a:gd name="T1" fmla="*/ 6 h 11"/>
                  <a:gd name="T2" fmla="*/ 2 w 7"/>
                  <a:gd name="T3" fmla="*/ 0 h 11"/>
                  <a:gd name="T4" fmla="*/ 0 w 7"/>
                  <a:gd name="T5" fmla="*/ 1 h 11"/>
                  <a:gd name="T6" fmla="*/ 3 w 7"/>
                  <a:gd name="T7" fmla="*/ 11 h 11"/>
                  <a:gd name="T8" fmla="*/ 7 w 7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6"/>
                    </a:moveTo>
                    <a:cubicBezTo>
                      <a:pt x="7" y="3"/>
                      <a:pt x="5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6" y="11"/>
                      <a:pt x="7" y="9"/>
                      <a:pt x="7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5" name="Oval 282">
                <a:extLst>
                  <a:ext uri="{FF2B5EF4-FFF2-40B4-BE49-F238E27FC236}">
                    <a16:creationId xmlns:a16="http://schemas.microsoft.com/office/drawing/2014/main" id="{3C408F42-56AE-4FEB-8EA4-270F1E31D6A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6" name="Oval 283">
                <a:extLst>
                  <a:ext uri="{FF2B5EF4-FFF2-40B4-BE49-F238E27FC236}">
                    <a16:creationId xmlns:a16="http://schemas.microsoft.com/office/drawing/2014/main" id="{8F24D64A-258F-4093-868E-30C9674136E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8" y="775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7" name="Oval 284">
                <a:extLst>
                  <a:ext uri="{FF2B5EF4-FFF2-40B4-BE49-F238E27FC236}">
                    <a16:creationId xmlns:a16="http://schemas.microsoft.com/office/drawing/2014/main" id="{5BC712F2-9857-484A-85B9-A1ED1464483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2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8" name="Oval 285">
                <a:extLst>
                  <a:ext uri="{FF2B5EF4-FFF2-40B4-BE49-F238E27FC236}">
                    <a16:creationId xmlns:a16="http://schemas.microsoft.com/office/drawing/2014/main" id="{C35B71A8-2FE2-48AB-831F-1B3060A7563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70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9" name="Oval 286">
                <a:extLst>
                  <a:ext uri="{FF2B5EF4-FFF2-40B4-BE49-F238E27FC236}">
                    <a16:creationId xmlns:a16="http://schemas.microsoft.com/office/drawing/2014/main" id="{A4CC9243-7553-4017-AA21-F5BF4ABB81C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4" y="75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0" name="Freeform 287">
                <a:extLst>
                  <a:ext uri="{FF2B5EF4-FFF2-40B4-BE49-F238E27FC236}">
                    <a16:creationId xmlns:a16="http://schemas.microsoft.com/office/drawing/2014/main" id="{1E632ACA-17AD-43BC-BD73-1187031650B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0" y="7802"/>
                <a:ext cx="9" cy="7"/>
              </a:xfrm>
              <a:custGeom>
                <a:avLst/>
                <a:gdLst>
                  <a:gd name="T0" fmla="*/ 12 w 12"/>
                  <a:gd name="T1" fmla="*/ 6 h 10"/>
                  <a:gd name="T2" fmla="*/ 12 w 12"/>
                  <a:gd name="T3" fmla="*/ 6 h 10"/>
                  <a:gd name="T4" fmla="*/ 6 w 12"/>
                  <a:gd name="T5" fmla="*/ 0 h 10"/>
                  <a:gd name="T6" fmla="*/ 0 w 12"/>
                  <a:gd name="T7" fmla="*/ 6 h 10"/>
                  <a:gd name="T8" fmla="*/ 2 w 12"/>
                  <a:gd name="T9" fmla="*/ 10 h 10"/>
                  <a:gd name="T10" fmla="*/ 12 w 12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5" y="9"/>
                      <a:pt x="9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1" name="Oval 288">
                <a:extLst>
                  <a:ext uri="{FF2B5EF4-FFF2-40B4-BE49-F238E27FC236}">
                    <a16:creationId xmlns:a16="http://schemas.microsoft.com/office/drawing/2014/main" id="{68F61D2A-60DF-4823-9A1E-B4C200F12DA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8" y="761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2" name="Oval 289">
                <a:extLst>
                  <a:ext uri="{FF2B5EF4-FFF2-40B4-BE49-F238E27FC236}">
                    <a16:creationId xmlns:a16="http://schemas.microsoft.com/office/drawing/2014/main" id="{771B199B-4846-4FCC-9F56-2349A9CDAF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3" y="773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3" name="Oval 290">
                <a:extLst>
                  <a:ext uri="{FF2B5EF4-FFF2-40B4-BE49-F238E27FC236}">
                    <a16:creationId xmlns:a16="http://schemas.microsoft.com/office/drawing/2014/main" id="{ABCD80D6-AECF-493B-8C5B-ECDB45187C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2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4" name="Oval 291">
                <a:extLst>
                  <a:ext uri="{FF2B5EF4-FFF2-40B4-BE49-F238E27FC236}">
                    <a16:creationId xmlns:a16="http://schemas.microsoft.com/office/drawing/2014/main" id="{DAD5355E-2C90-4B24-9B33-A2E899460EA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4" y="766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5" name="Oval 292">
                <a:extLst>
                  <a:ext uri="{FF2B5EF4-FFF2-40B4-BE49-F238E27FC236}">
                    <a16:creationId xmlns:a16="http://schemas.microsoft.com/office/drawing/2014/main" id="{771D2D43-7012-4CCB-B5EB-21C3DAB2F24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5" y="774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6" name="Oval 293">
                <a:extLst>
                  <a:ext uri="{FF2B5EF4-FFF2-40B4-BE49-F238E27FC236}">
                    <a16:creationId xmlns:a16="http://schemas.microsoft.com/office/drawing/2014/main" id="{DD136580-88B2-4E9F-B622-6492930DB51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52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7" name="Oval 294">
                <a:extLst>
                  <a:ext uri="{FF2B5EF4-FFF2-40B4-BE49-F238E27FC236}">
                    <a16:creationId xmlns:a16="http://schemas.microsoft.com/office/drawing/2014/main" id="{9F1C907E-3555-454C-97F7-F08CAE51EC2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2" y="757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8" name="Oval 295">
                <a:extLst>
                  <a:ext uri="{FF2B5EF4-FFF2-40B4-BE49-F238E27FC236}">
                    <a16:creationId xmlns:a16="http://schemas.microsoft.com/office/drawing/2014/main" id="{DAFCF235-59C8-454F-AD41-61CB08300B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2" y="771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9" name="Oval 296">
                <a:extLst>
                  <a:ext uri="{FF2B5EF4-FFF2-40B4-BE49-F238E27FC236}">
                    <a16:creationId xmlns:a16="http://schemas.microsoft.com/office/drawing/2014/main" id="{A991F505-DC43-431B-B499-A49FDB4F9D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2" y="76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0" name="Oval 297">
                <a:extLst>
                  <a:ext uri="{FF2B5EF4-FFF2-40B4-BE49-F238E27FC236}">
                    <a16:creationId xmlns:a16="http://schemas.microsoft.com/office/drawing/2014/main" id="{66804302-73DE-4A8B-BB5A-529F7AD592C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0" y="76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1" name="Oval 298">
                <a:extLst>
                  <a:ext uri="{FF2B5EF4-FFF2-40B4-BE49-F238E27FC236}">
                    <a16:creationId xmlns:a16="http://schemas.microsoft.com/office/drawing/2014/main" id="{F0241A1E-1F44-4C1D-A1ED-BF597B57CC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5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2" name="Oval 299">
                <a:extLst>
                  <a:ext uri="{FF2B5EF4-FFF2-40B4-BE49-F238E27FC236}">
                    <a16:creationId xmlns:a16="http://schemas.microsoft.com/office/drawing/2014/main" id="{4AF6A9EE-6266-4812-9D3F-EF0B8205C97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2" y="767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3" name="Oval 300">
                <a:extLst>
                  <a:ext uri="{FF2B5EF4-FFF2-40B4-BE49-F238E27FC236}">
                    <a16:creationId xmlns:a16="http://schemas.microsoft.com/office/drawing/2014/main" id="{192FC844-95F9-415F-8949-A06A687AF9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8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4" name="Oval 301">
                <a:extLst>
                  <a:ext uri="{FF2B5EF4-FFF2-40B4-BE49-F238E27FC236}">
                    <a16:creationId xmlns:a16="http://schemas.microsoft.com/office/drawing/2014/main" id="{B9DD128E-CE67-4DBF-8A81-6C9EE925DCB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5" name="Oval 302">
                <a:extLst>
                  <a:ext uri="{FF2B5EF4-FFF2-40B4-BE49-F238E27FC236}">
                    <a16:creationId xmlns:a16="http://schemas.microsoft.com/office/drawing/2014/main" id="{4B93327A-C7E2-4729-8226-33E5217B00B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0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6" name="Oval 303">
                <a:extLst>
                  <a:ext uri="{FF2B5EF4-FFF2-40B4-BE49-F238E27FC236}">
                    <a16:creationId xmlns:a16="http://schemas.microsoft.com/office/drawing/2014/main" id="{4BCCD18E-55E2-48EA-909B-BF6C8472605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9" y="757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7" name="Oval 304">
                <a:extLst>
                  <a:ext uri="{FF2B5EF4-FFF2-40B4-BE49-F238E27FC236}">
                    <a16:creationId xmlns:a16="http://schemas.microsoft.com/office/drawing/2014/main" id="{13B729FC-32F2-4E58-A5DB-E87A1289601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75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8" name="Oval 305">
                <a:extLst>
                  <a:ext uri="{FF2B5EF4-FFF2-40B4-BE49-F238E27FC236}">
                    <a16:creationId xmlns:a16="http://schemas.microsoft.com/office/drawing/2014/main" id="{4FC205A6-489E-48EE-8159-A714FABB197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4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9" name="Oval 306">
                <a:extLst>
                  <a:ext uri="{FF2B5EF4-FFF2-40B4-BE49-F238E27FC236}">
                    <a16:creationId xmlns:a16="http://schemas.microsoft.com/office/drawing/2014/main" id="{EF1F6806-3C31-4F6E-8C32-48A0B2E57E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6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0" name="Oval 307">
                <a:extLst>
                  <a:ext uri="{FF2B5EF4-FFF2-40B4-BE49-F238E27FC236}">
                    <a16:creationId xmlns:a16="http://schemas.microsoft.com/office/drawing/2014/main" id="{62A704A0-3189-4D33-A67B-3DC6F785C5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8" y="778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1" name="Oval 308">
                <a:extLst>
                  <a:ext uri="{FF2B5EF4-FFF2-40B4-BE49-F238E27FC236}">
                    <a16:creationId xmlns:a16="http://schemas.microsoft.com/office/drawing/2014/main" id="{AB8FE12F-4EA5-41F8-BCDF-93141F461DB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7" y="76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2" name="Oval 309">
                <a:extLst>
                  <a:ext uri="{FF2B5EF4-FFF2-40B4-BE49-F238E27FC236}">
                    <a16:creationId xmlns:a16="http://schemas.microsoft.com/office/drawing/2014/main" id="{6CAD26E2-7A9F-458E-97DA-3079498DF31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7" y="756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3" name="Oval 310">
                <a:extLst>
                  <a:ext uri="{FF2B5EF4-FFF2-40B4-BE49-F238E27FC236}">
                    <a16:creationId xmlns:a16="http://schemas.microsoft.com/office/drawing/2014/main" id="{27501C4A-E7B0-41F0-9BD0-B126D53562A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7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4" name="Oval 311">
                <a:extLst>
                  <a:ext uri="{FF2B5EF4-FFF2-40B4-BE49-F238E27FC236}">
                    <a16:creationId xmlns:a16="http://schemas.microsoft.com/office/drawing/2014/main" id="{DFDFE86D-0D7B-4A1B-9B3B-5E74FF4F9D7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5" name="Oval 312">
                <a:extLst>
                  <a:ext uri="{FF2B5EF4-FFF2-40B4-BE49-F238E27FC236}">
                    <a16:creationId xmlns:a16="http://schemas.microsoft.com/office/drawing/2014/main" id="{8F387BDA-653B-442D-81B8-94116E803ED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9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6" name="Oval 313">
                <a:extLst>
                  <a:ext uri="{FF2B5EF4-FFF2-40B4-BE49-F238E27FC236}">
                    <a16:creationId xmlns:a16="http://schemas.microsoft.com/office/drawing/2014/main" id="{9049A0E0-3AB4-4A54-A836-1E7CAFF9507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0" y="76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7" name="Oval 314">
                <a:extLst>
                  <a:ext uri="{FF2B5EF4-FFF2-40B4-BE49-F238E27FC236}">
                    <a16:creationId xmlns:a16="http://schemas.microsoft.com/office/drawing/2014/main" id="{7E72B902-95B8-43DB-BBA1-B0FAFAF7C38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5" y="768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8" name="Oval 315">
                <a:extLst>
                  <a:ext uri="{FF2B5EF4-FFF2-40B4-BE49-F238E27FC236}">
                    <a16:creationId xmlns:a16="http://schemas.microsoft.com/office/drawing/2014/main" id="{B2EA86D4-9909-4A94-A3D7-AC1F96A20F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9" name="Oval 316">
                <a:extLst>
                  <a:ext uri="{FF2B5EF4-FFF2-40B4-BE49-F238E27FC236}">
                    <a16:creationId xmlns:a16="http://schemas.microsoft.com/office/drawing/2014/main" id="{2277F912-BCA6-4822-94BE-98670AEC1B1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0" name="Oval 317">
                <a:extLst>
                  <a:ext uri="{FF2B5EF4-FFF2-40B4-BE49-F238E27FC236}">
                    <a16:creationId xmlns:a16="http://schemas.microsoft.com/office/drawing/2014/main" id="{637794EF-D42E-4C1D-9E91-FC38694AE5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1" name="Freeform 318">
                <a:extLst>
                  <a:ext uri="{FF2B5EF4-FFF2-40B4-BE49-F238E27FC236}">
                    <a16:creationId xmlns:a16="http://schemas.microsoft.com/office/drawing/2014/main" id="{DF4B3068-97E2-4A5F-8510-E7511C52E6F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3" y="7797"/>
                <a:ext cx="8" cy="7"/>
              </a:xfrm>
              <a:custGeom>
                <a:avLst/>
                <a:gdLst>
                  <a:gd name="T0" fmla="*/ 11 w 11"/>
                  <a:gd name="T1" fmla="*/ 4 h 9"/>
                  <a:gd name="T2" fmla="*/ 6 w 11"/>
                  <a:gd name="T3" fmla="*/ 0 h 9"/>
                  <a:gd name="T4" fmla="*/ 0 w 11"/>
                  <a:gd name="T5" fmla="*/ 6 h 9"/>
                  <a:gd name="T6" fmla="*/ 1 w 11"/>
                  <a:gd name="T7" fmla="*/ 9 h 9"/>
                  <a:gd name="T8" fmla="*/ 11 w 11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2"/>
                      <a:pt x="8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7"/>
                      <a:pt x="8" y="6"/>
                      <a:pt x="1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2" name="Oval 319">
                <a:extLst>
                  <a:ext uri="{FF2B5EF4-FFF2-40B4-BE49-F238E27FC236}">
                    <a16:creationId xmlns:a16="http://schemas.microsoft.com/office/drawing/2014/main" id="{5E2DB553-6419-455E-A6E2-CFA7CBC0C5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63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3" name="Oval 320">
                <a:extLst>
                  <a:ext uri="{FF2B5EF4-FFF2-40B4-BE49-F238E27FC236}">
                    <a16:creationId xmlns:a16="http://schemas.microsoft.com/office/drawing/2014/main" id="{A1BFF977-CBB7-48CA-8603-15E773A13B6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4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4" name="Oval 321">
                <a:extLst>
                  <a:ext uri="{FF2B5EF4-FFF2-40B4-BE49-F238E27FC236}">
                    <a16:creationId xmlns:a16="http://schemas.microsoft.com/office/drawing/2014/main" id="{925427D7-62D2-491F-BAD7-28662F18A0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3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5" name="Freeform 322">
                <a:extLst>
                  <a:ext uri="{FF2B5EF4-FFF2-40B4-BE49-F238E27FC236}">
                    <a16:creationId xmlns:a16="http://schemas.microsoft.com/office/drawing/2014/main" id="{9A7F848B-A339-47C5-9AB4-89AAD6637EB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6" y="7810"/>
                <a:ext cx="8" cy="7"/>
              </a:xfrm>
              <a:custGeom>
                <a:avLst/>
                <a:gdLst>
                  <a:gd name="T0" fmla="*/ 11 w 11"/>
                  <a:gd name="T1" fmla="*/ 6 h 9"/>
                  <a:gd name="T2" fmla="*/ 11 w 11"/>
                  <a:gd name="T3" fmla="*/ 6 h 9"/>
                  <a:gd name="T4" fmla="*/ 5 w 11"/>
                  <a:gd name="T5" fmla="*/ 0 h 9"/>
                  <a:gd name="T6" fmla="*/ 0 w 11"/>
                  <a:gd name="T7" fmla="*/ 6 h 9"/>
                  <a:gd name="T8" fmla="*/ 1 w 11"/>
                  <a:gd name="T9" fmla="*/ 9 h 9"/>
                  <a:gd name="T10" fmla="*/ 11 w 11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8"/>
                      <a:pt x="8" y="7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6" name="Oval 323">
                <a:extLst>
                  <a:ext uri="{FF2B5EF4-FFF2-40B4-BE49-F238E27FC236}">
                    <a16:creationId xmlns:a16="http://schemas.microsoft.com/office/drawing/2014/main" id="{3CBB8BA7-0E22-4A7B-8559-5CEA8216E21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2" y="769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7" name="Oval 324">
                <a:extLst>
                  <a:ext uri="{FF2B5EF4-FFF2-40B4-BE49-F238E27FC236}">
                    <a16:creationId xmlns:a16="http://schemas.microsoft.com/office/drawing/2014/main" id="{E5BAA39F-DE61-4352-A505-F415B03298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8" name="Freeform 325">
                <a:extLst>
                  <a:ext uri="{FF2B5EF4-FFF2-40B4-BE49-F238E27FC236}">
                    <a16:creationId xmlns:a16="http://schemas.microsoft.com/office/drawing/2014/main" id="{EFED4E17-A419-4333-BFE7-DE6027FE757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27" y="7764"/>
                <a:ext cx="7" cy="7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2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3"/>
                      <a:pt x="7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9" name="Oval 326">
                <a:extLst>
                  <a:ext uri="{FF2B5EF4-FFF2-40B4-BE49-F238E27FC236}">
                    <a16:creationId xmlns:a16="http://schemas.microsoft.com/office/drawing/2014/main" id="{83B852CD-DA7E-46B9-9FBA-EBB153B569A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0" name="Oval 327">
                <a:extLst>
                  <a:ext uri="{FF2B5EF4-FFF2-40B4-BE49-F238E27FC236}">
                    <a16:creationId xmlns:a16="http://schemas.microsoft.com/office/drawing/2014/main" id="{FDC2CB2D-9F20-4133-9730-781FBAD43A8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9" y="769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1" name="Freeform 328">
                <a:extLst>
                  <a:ext uri="{FF2B5EF4-FFF2-40B4-BE49-F238E27FC236}">
                    <a16:creationId xmlns:a16="http://schemas.microsoft.com/office/drawing/2014/main" id="{BAB7292E-8C8A-4C08-96F3-8BC857EC5E4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36" y="7770"/>
                <a:ext cx="8" cy="9"/>
              </a:xfrm>
              <a:custGeom>
                <a:avLst/>
                <a:gdLst>
                  <a:gd name="T0" fmla="*/ 12 w 12"/>
                  <a:gd name="T1" fmla="*/ 6 h 11"/>
                  <a:gd name="T2" fmla="*/ 6 w 12"/>
                  <a:gd name="T3" fmla="*/ 0 h 11"/>
                  <a:gd name="T4" fmla="*/ 0 w 12"/>
                  <a:gd name="T5" fmla="*/ 5 h 11"/>
                  <a:gd name="T6" fmla="*/ 7 w 12"/>
                  <a:gd name="T7" fmla="*/ 11 h 11"/>
                  <a:gd name="T8" fmla="*/ 12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3" y="7"/>
                      <a:pt x="5" y="9"/>
                      <a:pt x="7" y="11"/>
                    </a:cubicBezTo>
                    <a:cubicBezTo>
                      <a:pt x="10" y="10"/>
                      <a:pt x="12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2" name="Oval 329">
                <a:extLst>
                  <a:ext uri="{FF2B5EF4-FFF2-40B4-BE49-F238E27FC236}">
                    <a16:creationId xmlns:a16="http://schemas.microsoft.com/office/drawing/2014/main" id="{CC19B20E-7C16-4121-A838-37235455D14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2" y="768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3" name="Oval 330">
                <a:extLst>
                  <a:ext uri="{FF2B5EF4-FFF2-40B4-BE49-F238E27FC236}">
                    <a16:creationId xmlns:a16="http://schemas.microsoft.com/office/drawing/2014/main" id="{FD2698A7-FD55-43E0-A780-B27710A27B4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3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4" name="Oval 331">
                <a:extLst>
                  <a:ext uri="{FF2B5EF4-FFF2-40B4-BE49-F238E27FC236}">
                    <a16:creationId xmlns:a16="http://schemas.microsoft.com/office/drawing/2014/main" id="{DD6FDA75-14B4-4486-A120-290DDAA8F1F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5" y="776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5" name="Oval 332">
                <a:extLst>
                  <a:ext uri="{FF2B5EF4-FFF2-40B4-BE49-F238E27FC236}">
                    <a16:creationId xmlns:a16="http://schemas.microsoft.com/office/drawing/2014/main" id="{4176B37C-CA1C-49E4-A208-57B7C43773A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3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6" name="Oval 333">
                <a:extLst>
                  <a:ext uri="{FF2B5EF4-FFF2-40B4-BE49-F238E27FC236}">
                    <a16:creationId xmlns:a16="http://schemas.microsoft.com/office/drawing/2014/main" id="{686927D9-04BE-4BAE-9FC3-D3DA50AFAD4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6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7" name="Oval 334">
                <a:extLst>
                  <a:ext uri="{FF2B5EF4-FFF2-40B4-BE49-F238E27FC236}">
                    <a16:creationId xmlns:a16="http://schemas.microsoft.com/office/drawing/2014/main" id="{4B1C6D17-6D72-4662-985E-6E3BC5BCE6B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5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8" name="Oval 335">
                <a:extLst>
                  <a:ext uri="{FF2B5EF4-FFF2-40B4-BE49-F238E27FC236}">
                    <a16:creationId xmlns:a16="http://schemas.microsoft.com/office/drawing/2014/main" id="{C0B8C5BB-836F-4307-B6E3-A4E5EF59311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9" name="Oval 336">
                <a:extLst>
                  <a:ext uri="{FF2B5EF4-FFF2-40B4-BE49-F238E27FC236}">
                    <a16:creationId xmlns:a16="http://schemas.microsoft.com/office/drawing/2014/main" id="{8E235597-14B3-44DC-8C0E-B86A7DF645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2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0" name="Oval 337">
                <a:extLst>
                  <a:ext uri="{FF2B5EF4-FFF2-40B4-BE49-F238E27FC236}">
                    <a16:creationId xmlns:a16="http://schemas.microsoft.com/office/drawing/2014/main" id="{04583F3B-DA68-4657-BC42-106ABD529DE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2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1" name="Oval 338">
                <a:extLst>
                  <a:ext uri="{FF2B5EF4-FFF2-40B4-BE49-F238E27FC236}">
                    <a16:creationId xmlns:a16="http://schemas.microsoft.com/office/drawing/2014/main" id="{A66DDAD0-F881-4B58-9388-71CC01722B6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5" y="75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2" name="Freeform 339">
                <a:extLst>
                  <a:ext uri="{FF2B5EF4-FFF2-40B4-BE49-F238E27FC236}">
                    <a16:creationId xmlns:a16="http://schemas.microsoft.com/office/drawing/2014/main" id="{8A05C467-826A-408C-B3C6-97AF6B6D4A7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7" y="7685"/>
                <a:ext cx="8" cy="9"/>
              </a:xfrm>
              <a:custGeom>
                <a:avLst/>
                <a:gdLst>
                  <a:gd name="T0" fmla="*/ 10 w 10"/>
                  <a:gd name="T1" fmla="*/ 5 h 11"/>
                  <a:gd name="T2" fmla="*/ 4 w 10"/>
                  <a:gd name="T3" fmla="*/ 0 h 11"/>
                  <a:gd name="T4" fmla="*/ 0 w 10"/>
                  <a:gd name="T5" fmla="*/ 1 h 11"/>
                  <a:gd name="T6" fmla="*/ 3 w 10"/>
                  <a:gd name="T7" fmla="*/ 11 h 11"/>
                  <a:gd name="T8" fmla="*/ 4 w 10"/>
                  <a:gd name="T9" fmla="*/ 11 h 11"/>
                  <a:gd name="T10" fmla="*/ 10 w 10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5"/>
                    </a:moveTo>
                    <a:cubicBezTo>
                      <a:pt x="10" y="2"/>
                      <a:pt x="7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7" y="11"/>
                      <a:pt x="10" y="9"/>
                      <a:pt x="1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3" name="Oval 340">
                <a:extLst>
                  <a:ext uri="{FF2B5EF4-FFF2-40B4-BE49-F238E27FC236}">
                    <a16:creationId xmlns:a16="http://schemas.microsoft.com/office/drawing/2014/main" id="{0A8C0B83-9B0D-4893-B92E-7A2C870DBAA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803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4" name="Oval 341">
                <a:extLst>
                  <a:ext uri="{FF2B5EF4-FFF2-40B4-BE49-F238E27FC236}">
                    <a16:creationId xmlns:a16="http://schemas.microsoft.com/office/drawing/2014/main" id="{A438DCC4-94FF-4F56-9765-E19442D2F5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5" y="765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5" name="Freeform 342">
                <a:extLst>
                  <a:ext uri="{FF2B5EF4-FFF2-40B4-BE49-F238E27FC236}">
                    <a16:creationId xmlns:a16="http://schemas.microsoft.com/office/drawing/2014/main" id="{01158C4D-0F82-47AF-BEA1-0181D0F8F38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1" y="7815"/>
                <a:ext cx="9" cy="5"/>
              </a:xfrm>
              <a:custGeom>
                <a:avLst/>
                <a:gdLst>
                  <a:gd name="T0" fmla="*/ 12 w 12"/>
                  <a:gd name="T1" fmla="*/ 6 h 7"/>
                  <a:gd name="T2" fmla="*/ 6 w 12"/>
                  <a:gd name="T3" fmla="*/ 0 h 7"/>
                  <a:gd name="T4" fmla="*/ 0 w 12"/>
                  <a:gd name="T5" fmla="*/ 6 h 7"/>
                  <a:gd name="T6" fmla="*/ 0 w 12"/>
                  <a:gd name="T7" fmla="*/ 7 h 7"/>
                  <a:gd name="T8" fmla="*/ 12 w 12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4" y="6"/>
                      <a:pt x="8" y="6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6" name="Freeform 343">
                <a:extLst>
                  <a:ext uri="{FF2B5EF4-FFF2-40B4-BE49-F238E27FC236}">
                    <a16:creationId xmlns:a16="http://schemas.microsoft.com/office/drawing/2014/main" id="{F6174AA5-CDB6-4E66-B5F6-5893DB60C8B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95" y="7718"/>
                <a:ext cx="8" cy="9"/>
              </a:xfrm>
              <a:custGeom>
                <a:avLst/>
                <a:gdLst>
                  <a:gd name="T0" fmla="*/ 6 w 11"/>
                  <a:gd name="T1" fmla="*/ 0 h 12"/>
                  <a:gd name="T2" fmla="*/ 0 w 11"/>
                  <a:gd name="T3" fmla="*/ 6 h 12"/>
                  <a:gd name="T4" fmla="*/ 6 w 11"/>
                  <a:gd name="T5" fmla="*/ 12 h 12"/>
                  <a:gd name="T6" fmla="*/ 8 w 11"/>
                  <a:gd name="T7" fmla="*/ 11 h 12"/>
                  <a:gd name="T8" fmla="*/ 11 w 11"/>
                  <a:gd name="T9" fmla="*/ 5 h 12"/>
                  <a:gd name="T10" fmla="*/ 6 w 1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7" y="12"/>
                      <a:pt x="7" y="12"/>
                      <a:pt x="8" y="11"/>
                    </a:cubicBezTo>
                    <a:cubicBezTo>
                      <a:pt x="9" y="9"/>
                      <a:pt x="10" y="7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7" name="Oval 344">
                <a:extLst>
                  <a:ext uri="{FF2B5EF4-FFF2-40B4-BE49-F238E27FC236}">
                    <a16:creationId xmlns:a16="http://schemas.microsoft.com/office/drawing/2014/main" id="{98272447-E8A4-448F-A15D-99C437CAFC9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67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8" name="Oval 345">
                <a:extLst>
                  <a:ext uri="{FF2B5EF4-FFF2-40B4-BE49-F238E27FC236}">
                    <a16:creationId xmlns:a16="http://schemas.microsoft.com/office/drawing/2014/main" id="{62A06876-CB4E-4E5A-8DF7-19CCC2E63BE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9" name="Oval 346">
                <a:extLst>
                  <a:ext uri="{FF2B5EF4-FFF2-40B4-BE49-F238E27FC236}">
                    <a16:creationId xmlns:a16="http://schemas.microsoft.com/office/drawing/2014/main" id="{AC4C7EAF-85DE-4FD6-947A-39CA3FDCA65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9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0" name="Oval 347">
                <a:extLst>
                  <a:ext uri="{FF2B5EF4-FFF2-40B4-BE49-F238E27FC236}">
                    <a16:creationId xmlns:a16="http://schemas.microsoft.com/office/drawing/2014/main" id="{7863C90D-B421-4A81-B35C-9DA4B1115D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3" y="77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1" name="Oval 348">
                <a:extLst>
                  <a:ext uri="{FF2B5EF4-FFF2-40B4-BE49-F238E27FC236}">
                    <a16:creationId xmlns:a16="http://schemas.microsoft.com/office/drawing/2014/main" id="{A84FDE1D-1E98-4FE0-A546-AC7C0B61E34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0" y="771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2" name="Oval 349">
                <a:extLst>
                  <a:ext uri="{FF2B5EF4-FFF2-40B4-BE49-F238E27FC236}">
                    <a16:creationId xmlns:a16="http://schemas.microsoft.com/office/drawing/2014/main" id="{88C3D4BE-C052-4F40-BD45-784238CF120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5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3" name="Oval 350">
                <a:extLst>
                  <a:ext uri="{FF2B5EF4-FFF2-40B4-BE49-F238E27FC236}">
                    <a16:creationId xmlns:a16="http://schemas.microsoft.com/office/drawing/2014/main" id="{BF18C062-642A-47F9-9AE1-652D1FE326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6" y="77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4" name="Oval 351">
                <a:extLst>
                  <a:ext uri="{FF2B5EF4-FFF2-40B4-BE49-F238E27FC236}">
                    <a16:creationId xmlns:a16="http://schemas.microsoft.com/office/drawing/2014/main" id="{7419AA2B-6890-42CA-9785-19E554AF7C8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8" y="77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5" name="Oval 352">
                <a:extLst>
                  <a:ext uri="{FF2B5EF4-FFF2-40B4-BE49-F238E27FC236}">
                    <a16:creationId xmlns:a16="http://schemas.microsoft.com/office/drawing/2014/main" id="{84285903-E3F8-41D2-B981-ED28B19C5F8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77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6" name="Freeform 353">
                <a:extLst>
                  <a:ext uri="{FF2B5EF4-FFF2-40B4-BE49-F238E27FC236}">
                    <a16:creationId xmlns:a16="http://schemas.microsoft.com/office/drawing/2014/main" id="{51B018E2-A46A-41EF-BDBA-A34E8D89D0F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36" y="7790"/>
                <a:ext cx="8" cy="7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5 h 9"/>
                  <a:gd name="T4" fmla="*/ 2 w 11"/>
                  <a:gd name="T5" fmla="*/ 9 h 9"/>
                  <a:gd name="T6" fmla="*/ 11 w 11"/>
                  <a:gd name="T7" fmla="*/ 3 h 9"/>
                  <a:gd name="T8" fmla="*/ 6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5" y="7"/>
                      <a:pt x="8" y="6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7" name="Oval 354">
                <a:extLst>
                  <a:ext uri="{FF2B5EF4-FFF2-40B4-BE49-F238E27FC236}">
                    <a16:creationId xmlns:a16="http://schemas.microsoft.com/office/drawing/2014/main" id="{FD2350B5-1FCF-4A7F-8742-7CAB685A003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7" y="76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8" name="Oval 355">
                <a:extLst>
                  <a:ext uri="{FF2B5EF4-FFF2-40B4-BE49-F238E27FC236}">
                    <a16:creationId xmlns:a16="http://schemas.microsoft.com/office/drawing/2014/main" id="{349B5020-301C-4E83-9B5C-328515D2991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7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9" name="Oval 356">
                <a:extLst>
                  <a:ext uri="{FF2B5EF4-FFF2-40B4-BE49-F238E27FC236}">
                    <a16:creationId xmlns:a16="http://schemas.microsoft.com/office/drawing/2014/main" id="{BBBFAF43-A790-4170-B9AD-798A42744B5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4" y="776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0" name="Oval 357">
                <a:extLst>
                  <a:ext uri="{FF2B5EF4-FFF2-40B4-BE49-F238E27FC236}">
                    <a16:creationId xmlns:a16="http://schemas.microsoft.com/office/drawing/2014/main" id="{B6AE4DD7-1B67-4EF1-B879-C67E65DDB01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3" y="76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1" name="Oval 358">
                <a:extLst>
                  <a:ext uri="{FF2B5EF4-FFF2-40B4-BE49-F238E27FC236}">
                    <a16:creationId xmlns:a16="http://schemas.microsoft.com/office/drawing/2014/main" id="{528EA992-00A4-4441-86BD-67D8E5C7E9C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6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2" name="Oval 359">
                <a:extLst>
                  <a:ext uri="{FF2B5EF4-FFF2-40B4-BE49-F238E27FC236}">
                    <a16:creationId xmlns:a16="http://schemas.microsoft.com/office/drawing/2014/main" id="{7174CF3C-4C3B-4C76-97EF-F615E772431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8" y="773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3" name="Oval 360">
                <a:extLst>
                  <a:ext uri="{FF2B5EF4-FFF2-40B4-BE49-F238E27FC236}">
                    <a16:creationId xmlns:a16="http://schemas.microsoft.com/office/drawing/2014/main" id="{32336F5E-A10F-46BC-A54A-11265D3BD27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64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4" name="Freeform 361">
                <a:extLst>
                  <a:ext uri="{FF2B5EF4-FFF2-40B4-BE49-F238E27FC236}">
                    <a16:creationId xmlns:a16="http://schemas.microsoft.com/office/drawing/2014/main" id="{39C77F29-4938-4FB6-BDB7-A465517BAB0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3" y="7743"/>
                <a:ext cx="8" cy="9"/>
              </a:xfrm>
              <a:custGeom>
                <a:avLst/>
                <a:gdLst>
                  <a:gd name="T0" fmla="*/ 5 w 11"/>
                  <a:gd name="T1" fmla="*/ 12 h 12"/>
                  <a:gd name="T2" fmla="*/ 11 w 11"/>
                  <a:gd name="T3" fmla="*/ 6 h 12"/>
                  <a:gd name="T4" fmla="*/ 5 w 11"/>
                  <a:gd name="T5" fmla="*/ 0 h 12"/>
                  <a:gd name="T6" fmla="*/ 0 w 11"/>
                  <a:gd name="T7" fmla="*/ 6 h 12"/>
                  <a:gd name="T8" fmla="*/ 4 w 11"/>
                  <a:gd name="T9" fmla="*/ 11 h 12"/>
                  <a:gd name="T10" fmla="*/ 5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8"/>
                      <a:pt x="3" y="10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5" name="Freeform 362">
                <a:extLst>
                  <a:ext uri="{FF2B5EF4-FFF2-40B4-BE49-F238E27FC236}">
                    <a16:creationId xmlns:a16="http://schemas.microsoft.com/office/drawing/2014/main" id="{123C05C5-21E7-4607-85D5-8D3D3F797ED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9" y="7754"/>
                <a:ext cx="7" cy="8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1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2"/>
                      <a:pt x="7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6" name="Oval 363">
                <a:extLst>
                  <a:ext uri="{FF2B5EF4-FFF2-40B4-BE49-F238E27FC236}">
                    <a16:creationId xmlns:a16="http://schemas.microsoft.com/office/drawing/2014/main" id="{57BC93D2-F87D-420D-AEAB-D1403C643EE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6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7" name="Oval 364">
                <a:extLst>
                  <a:ext uri="{FF2B5EF4-FFF2-40B4-BE49-F238E27FC236}">
                    <a16:creationId xmlns:a16="http://schemas.microsoft.com/office/drawing/2014/main" id="{BC31D6CA-F756-4E80-99F9-9615C87FBAF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8" name="Oval 365">
                <a:extLst>
                  <a:ext uri="{FF2B5EF4-FFF2-40B4-BE49-F238E27FC236}">
                    <a16:creationId xmlns:a16="http://schemas.microsoft.com/office/drawing/2014/main" id="{CF10A182-26CE-48FD-A295-BE9188A004A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7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9" name="Oval 366">
                <a:extLst>
                  <a:ext uri="{FF2B5EF4-FFF2-40B4-BE49-F238E27FC236}">
                    <a16:creationId xmlns:a16="http://schemas.microsoft.com/office/drawing/2014/main" id="{CDEE6B65-7A48-42EC-8A3F-BAE3A88AEF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2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0" name="Oval 367">
                <a:extLst>
                  <a:ext uri="{FF2B5EF4-FFF2-40B4-BE49-F238E27FC236}">
                    <a16:creationId xmlns:a16="http://schemas.microsoft.com/office/drawing/2014/main" id="{C6FE52EF-8BC0-43A4-865F-0842DD6A81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1" name="Oval 368">
                <a:extLst>
                  <a:ext uri="{FF2B5EF4-FFF2-40B4-BE49-F238E27FC236}">
                    <a16:creationId xmlns:a16="http://schemas.microsoft.com/office/drawing/2014/main" id="{E38B95E7-4C23-4403-B950-5FAEA76FDC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1" y="76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2" name="Freeform 369">
                <a:extLst>
                  <a:ext uri="{FF2B5EF4-FFF2-40B4-BE49-F238E27FC236}">
                    <a16:creationId xmlns:a16="http://schemas.microsoft.com/office/drawing/2014/main" id="{5CF562D7-8DE8-438A-93F1-40BBEE800D7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06" y="7697"/>
                <a:ext cx="6" cy="9"/>
              </a:xfrm>
              <a:custGeom>
                <a:avLst/>
                <a:gdLst>
                  <a:gd name="T0" fmla="*/ 0 w 8"/>
                  <a:gd name="T1" fmla="*/ 6 h 12"/>
                  <a:gd name="T2" fmla="*/ 5 w 8"/>
                  <a:gd name="T3" fmla="*/ 12 h 12"/>
                  <a:gd name="T4" fmla="*/ 8 w 8"/>
                  <a:gd name="T5" fmla="*/ 1 h 12"/>
                  <a:gd name="T6" fmla="*/ 6 w 8"/>
                  <a:gd name="T7" fmla="*/ 0 h 12"/>
                  <a:gd name="T8" fmla="*/ 0 w 8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6"/>
                    </a:moveTo>
                    <a:cubicBezTo>
                      <a:pt x="0" y="9"/>
                      <a:pt x="2" y="11"/>
                      <a:pt x="5" y="12"/>
                    </a:cubicBezTo>
                    <a:cubicBezTo>
                      <a:pt x="6" y="8"/>
                      <a:pt x="7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3" name="Oval 370">
                <a:extLst>
                  <a:ext uri="{FF2B5EF4-FFF2-40B4-BE49-F238E27FC236}">
                    <a16:creationId xmlns:a16="http://schemas.microsoft.com/office/drawing/2014/main" id="{55751E04-55AB-4F84-A281-5CF68E23F65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9" y="773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4" name="Oval 371">
                <a:extLst>
                  <a:ext uri="{FF2B5EF4-FFF2-40B4-BE49-F238E27FC236}">
                    <a16:creationId xmlns:a16="http://schemas.microsoft.com/office/drawing/2014/main" id="{8B9B38BF-18AB-47A6-829F-82EE9CA2457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6" y="77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5" name="Oval 372">
                <a:extLst>
                  <a:ext uri="{FF2B5EF4-FFF2-40B4-BE49-F238E27FC236}">
                    <a16:creationId xmlns:a16="http://schemas.microsoft.com/office/drawing/2014/main" id="{BE70AAAD-4351-4DCE-B729-FB966168933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58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6" name="Oval 373">
                <a:extLst>
                  <a:ext uri="{FF2B5EF4-FFF2-40B4-BE49-F238E27FC236}">
                    <a16:creationId xmlns:a16="http://schemas.microsoft.com/office/drawing/2014/main" id="{80DD8FC2-9C5C-4AD4-BD87-2BC039732E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4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7" name="Oval 374">
                <a:extLst>
                  <a:ext uri="{FF2B5EF4-FFF2-40B4-BE49-F238E27FC236}">
                    <a16:creationId xmlns:a16="http://schemas.microsoft.com/office/drawing/2014/main" id="{823DD078-9C41-4B34-8D40-404C9F0ACB8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3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8" name="Oval 375">
                <a:extLst>
                  <a:ext uri="{FF2B5EF4-FFF2-40B4-BE49-F238E27FC236}">
                    <a16:creationId xmlns:a16="http://schemas.microsoft.com/office/drawing/2014/main" id="{3EB7B773-0EF7-4A7B-8129-733C4BD130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61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9" name="Oval 376">
                <a:extLst>
                  <a:ext uri="{FF2B5EF4-FFF2-40B4-BE49-F238E27FC236}">
                    <a16:creationId xmlns:a16="http://schemas.microsoft.com/office/drawing/2014/main" id="{C6CBC233-DD3B-465A-9403-BFDFD9D8DA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56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0" name="Freeform 377">
                <a:extLst>
                  <a:ext uri="{FF2B5EF4-FFF2-40B4-BE49-F238E27FC236}">
                    <a16:creationId xmlns:a16="http://schemas.microsoft.com/office/drawing/2014/main" id="{B26C88BD-3C48-4E71-93AD-9732D9635FD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64"/>
                <a:ext cx="6" cy="8"/>
              </a:xfrm>
              <a:custGeom>
                <a:avLst/>
                <a:gdLst>
                  <a:gd name="T0" fmla="*/ 0 w 8"/>
                  <a:gd name="T1" fmla="*/ 5 h 11"/>
                  <a:gd name="T2" fmla="*/ 6 w 8"/>
                  <a:gd name="T3" fmla="*/ 11 h 11"/>
                  <a:gd name="T4" fmla="*/ 7 w 8"/>
                  <a:gd name="T5" fmla="*/ 11 h 11"/>
                  <a:gd name="T6" fmla="*/ 8 w 8"/>
                  <a:gd name="T7" fmla="*/ 0 h 11"/>
                  <a:gd name="T8" fmla="*/ 6 w 8"/>
                  <a:gd name="T9" fmla="*/ 0 h 11"/>
                  <a:gd name="T10" fmla="*/ 0 w 8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5"/>
                    </a:moveTo>
                    <a:cubicBezTo>
                      <a:pt x="0" y="9"/>
                      <a:pt x="2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7"/>
                      <a:pt x="8" y="4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1" name="Oval 378">
                <a:extLst>
                  <a:ext uri="{FF2B5EF4-FFF2-40B4-BE49-F238E27FC236}">
                    <a16:creationId xmlns:a16="http://schemas.microsoft.com/office/drawing/2014/main" id="{1BB7FECD-10E3-4F8A-ADF0-A6CC31BC56E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2" name="Freeform 379">
                <a:extLst>
                  <a:ext uri="{FF2B5EF4-FFF2-40B4-BE49-F238E27FC236}">
                    <a16:creationId xmlns:a16="http://schemas.microsoft.com/office/drawing/2014/main" id="{FCC76281-49EB-4C8F-B71D-664432E3440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37"/>
                <a:ext cx="6" cy="8"/>
              </a:xfrm>
              <a:custGeom>
                <a:avLst/>
                <a:gdLst>
                  <a:gd name="T0" fmla="*/ 6 w 9"/>
                  <a:gd name="T1" fmla="*/ 0 h 11"/>
                  <a:gd name="T2" fmla="*/ 0 w 9"/>
                  <a:gd name="T3" fmla="*/ 6 h 11"/>
                  <a:gd name="T4" fmla="*/ 6 w 9"/>
                  <a:gd name="T5" fmla="*/ 11 h 11"/>
                  <a:gd name="T6" fmla="*/ 9 w 9"/>
                  <a:gd name="T7" fmla="*/ 10 h 11"/>
                  <a:gd name="T8" fmla="*/ 8 w 9"/>
                  <a:gd name="T9" fmla="*/ 1 h 11"/>
                  <a:gd name="T10" fmla="*/ 6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9" y="7"/>
                      <a:pt x="9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3" name="Oval 380">
                <a:extLst>
                  <a:ext uri="{FF2B5EF4-FFF2-40B4-BE49-F238E27FC236}">
                    <a16:creationId xmlns:a16="http://schemas.microsoft.com/office/drawing/2014/main" id="{9CAB14A5-7F9E-41CA-B590-83C66D429B9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6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4" name="Oval 381">
                <a:extLst>
                  <a:ext uri="{FF2B5EF4-FFF2-40B4-BE49-F238E27FC236}">
                    <a16:creationId xmlns:a16="http://schemas.microsoft.com/office/drawing/2014/main" id="{8CCDD93F-46AA-40FE-9250-6940EF4F09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5" name="Oval 382">
                <a:extLst>
                  <a:ext uri="{FF2B5EF4-FFF2-40B4-BE49-F238E27FC236}">
                    <a16:creationId xmlns:a16="http://schemas.microsoft.com/office/drawing/2014/main" id="{FE59FFC7-9980-4C33-A17E-D9C5147B4C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6" name="Oval 383">
                <a:extLst>
                  <a:ext uri="{FF2B5EF4-FFF2-40B4-BE49-F238E27FC236}">
                    <a16:creationId xmlns:a16="http://schemas.microsoft.com/office/drawing/2014/main" id="{DE55525D-0589-47B4-9975-97FEDDD01E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8" y="765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7" name="Oval 384">
                <a:extLst>
                  <a:ext uri="{FF2B5EF4-FFF2-40B4-BE49-F238E27FC236}">
                    <a16:creationId xmlns:a16="http://schemas.microsoft.com/office/drawing/2014/main" id="{70F693E4-4B8E-4971-95C3-B0E5DB814C3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5" y="774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8" name="Oval 385">
                <a:extLst>
                  <a:ext uri="{FF2B5EF4-FFF2-40B4-BE49-F238E27FC236}">
                    <a16:creationId xmlns:a16="http://schemas.microsoft.com/office/drawing/2014/main" id="{54C780FB-285C-40F0-9264-EE9824D9334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64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9" name="Oval 386">
                <a:extLst>
                  <a:ext uri="{FF2B5EF4-FFF2-40B4-BE49-F238E27FC236}">
                    <a16:creationId xmlns:a16="http://schemas.microsoft.com/office/drawing/2014/main" id="{C30A1F72-C475-484C-8037-81851811BA4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0" name="Oval 387">
                <a:extLst>
                  <a:ext uri="{FF2B5EF4-FFF2-40B4-BE49-F238E27FC236}">
                    <a16:creationId xmlns:a16="http://schemas.microsoft.com/office/drawing/2014/main" id="{6A700D55-C9A0-4AA5-8DC4-64652A9FA23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74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1" name="Oval 388">
                <a:extLst>
                  <a:ext uri="{FF2B5EF4-FFF2-40B4-BE49-F238E27FC236}">
                    <a16:creationId xmlns:a16="http://schemas.microsoft.com/office/drawing/2014/main" id="{93EB68ED-98F1-4A53-878D-FCC4F9F1ED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2" name="Oval 389">
                <a:extLst>
                  <a:ext uri="{FF2B5EF4-FFF2-40B4-BE49-F238E27FC236}">
                    <a16:creationId xmlns:a16="http://schemas.microsoft.com/office/drawing/2014/main" id="{B3FE6009-374A-4A17-A9EB-DC7E440654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68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3" name="Oval 390">
                <a:extLst>
                  <a:ext uri="{FF2B5EF4-FFF2-40B4-BE49-F238E27FC236}">
                    <a16:creationId xmlns:a16="http://schemas.microsoft.com/office/drawing/2014/main" id="{41079685-18D6-47AE-8A40-FC77BDFEAF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8" y="77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4" name="Oval 391">
                <a:extLst>
                  <a:ext uri="{FF2B5EF4-FFF2-40B4-BE49-F238E27FC236}">
                    <a16:creationId xmlns:a16="http://schemas.microsoft.com/office/drawing/2014/main" id="{1E68A543-25EF-4634-92FC-A2077962F3C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4" y="753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5" name="Oval 392">
                <a:extLst>
                  <a:ext uri="{FF2B5EF4-FFF2-40B4-BE49-F238E27FC236}">
                    <a16:creationId xmlns:a16="http://schemas.microsoft.com/office/drawing/2014/main" id="{95CCCA84-9DFC-48ED-A574-511661188EC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6" name="Oval 393">
                <a:extLst>
                  <a:ext uri="{FF2B5EF4-FFF2-40B4-BE49-F238E27FC236}">
                    <a16:creationId xmlns:a16="http://schemas.microsoft.com/office/drawing/2014/main" id="{D8F021DC-901C-44A7-A8DE-71B7B7DE6F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6" y="76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7" name="Oval 394">
                <a:extLst>
                  <a:ext uri="{FF2B5EF4-FFF2-40B4-BE49-F238E27FC236}">
                    <a16:creationId xmlns:a16="http://schemas.microsoft.com/office/drawing/2014/main" id="{A977A686-8575-44AA-8D93-A29D9AC7DE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4" y="767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8" name="Oval 395">
                <a:extLst>
                  <a:ext uri="{FF2B5EF4-FFF2-40B4-BE49-F238E27FC236}">
                    <a16:creationId xmlns:a16="http://schemas.microsoft.com/office/drawing/2014/main" id="{C973A500-B68E-4CA6-A235-8CF4821B835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74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9" name="Oval 396">
                <a:extLst>
                  <a:ext uri="{FF2B5EF4-FFF2-40B4-BE49-F238E27FC236}">
                    <a16:creationId xmlns:a16="http://schemas.microsoft.com/office/drawing/2014/main" id="{E71ADDFE-6322-4C2A-AF5D-D5621CD1CD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4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0" name="Oval 397">
                <a:extLst>
                  <a:ext uri="{FF2B5EF4-FFF2-40B4-BE49-F238E27FC236}">
                    <a16:creationId xmlns:a16="http://schemas.microsoft.com/office/drawing/2014/main" id="{F9D9FE45-F7A6-4B29-BA8F-00C8C78A34B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77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1" name="Oval 398">
                <a:extLst>
                  <a:ext uri="{FF2B5EF4-FFF2-40B4-BE49-F238E27FC236}">
                    <a16:creationId xmlns:a16="http://schemas.microsoft.com/office/drawing/2014/main" id="{CFDE142B-0C0E-467C-95F9-1F1C34CEE9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9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2" name="Oval 399">
                <a:extLst>
                  <a:ext uri="{FF2B5EF4-FFF2-40B4-BE49-F238E27FC236}">
                    <a16:creationId xmlns:a16="http://schemas.microsoft.com/office/drawing/2014/main" id="{CA4D3C72-1F5C-470C-A2EE-DE2392A8BB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73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3" name="Oval 400">
                <a:extLst>
                  <a:ext uri="{FF2B5EF4-FFF2-40B4-BE49-F238E27FC236}">
                    <a16:creationId xmlns:a16="http://schemas.microsoft.com/office/drawing/2014/main" id="{DFDF3D15-4F61-445B-939C-4A4A875F60D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9" y="774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4" name="Oval 401">
                <a:extLst>
                  <a:ext uri="{FF2B5EF4-FFF2-40B4-BE49-F238E27FC236}">
                    <a16:creationId xmlns:a16="http://schemas.microsoft.com/office/drawing/2014/main" id="{850CF124-5A7F-4421-898F-961E89DBE49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9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5" name="Oval 402">
                <a:extLst>
                  <a:ext uri="{FF2B5EF4-FFF2-40B4-BE49-F238E27FC236}">
                    <a16:creationId xmlns:a16="http://schemas.microsoft.com/office/drawing/2014/main" id="{A014D501-ED45-4F1F-A6ED-46B3D2EA9C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74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6" name="Oval 403">
                <a:extLst>
                  <a:ext uri="{FF2B5EF4-FFF2-40B4-BE49-F238E27FC236}">
                    <a16:creationId xmlns:a16="http://schemas.microsoft.com/office/drawing/2014/main" id="{DAF4CC17-5033-4E54-A655-7308BFF5F2C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1" y="772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7" name="Freeform 404">
                <a:extLst>
                  <a:ext uri="{FF2B5EF4-FFF2-40B4-BE49-F238E27FC236}">
                    <a16:creationId xmlns:a16="http://schemas.microsoft.com/office/drawing/2014/main" id="{1F38F78D-86F2-4864-8AAD-35484EC8A6A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04" y="7730"/>
                <a:ext cx="6" cy="8"/>
              </a:xfrm>
              <a:custGeom>
                <a:avLst/>
                <a:gdLst>
                  <a:gd name="T0" fmla="*/ 8 w 8"/>
                  <a:gd name="T1" fmla="*/ 6 h 11"/>
                  <a:gd name="T2" fmla="*/ 3 w 8"/>
                  <a:gd name="T3" fmla="*/ 0 h 11"/>
                  <a:gd name="T4" fmla="*/ 0 w 8"/>
                  <a:gd name="T5" fmla="*/ 1 h 11"/>
                  <a:gd name="T6" fmla="*/ 5 w 8"/>
                  <a:gd name="T7" fmla="*/ 11 h 11"/>
                  <a:gd name="T8" fmla="*/ 8 w 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6"/>
                    </a:moveTo>
                    <a:cubicBezTo>
                      <a:pt x="8" y="2"/>
                      <a:pt x="6" y="0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7" y="10"/>
                      <a:pt x="8" y="8"/>
                      <a:pt x="8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8" name="Oval 405">
                <a:extLst>
                  <a:ext uri="{FF2B5EF4-FFF2-40B4-BE49-F238E27FC236}">
                    <a16:creationId xmlns:a16="http://schemas.microsoft.com/office/drawing/2014/main" id="{A6B25F2F-9AF2-438C-9D02-E962E05CD04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sp>
          <p:nvSpPr>
            <p:cNvPr id="19" name="Oval 407">
              <a:extLst>
                <a:ext uri="{FF2B5EF4-FFF2-40B4-BE49-F238E27FC236}">
                  <a16:creationId xmlns:a16="http://schemas.microsoft.com/office/drawing/2014/main" id="{A7E14437-1337-4B6B-9679-411C26E9BBE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" name="Oval 408">
              <a:extLst>
                <a:ext uri="{FF2B5EF4-FFF2-40B4-BE49-F238E27FC236}">
                  <a16:creationId xmlns:a16="http://schemas.microsoft.com/office/drawing/2014/main" id="{0D6AD8F6-F119-42A6-A581-135E84F684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7301" y="123634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" name="Oval 409">
              <a:extLst>
                <a:ext uri="{FF2B5EF4-FFF2-40B4-BE49-F238E27FC236}">
                  <a16:creationId xmlns:a16="http://schemas.microsoft.com/office/drawing/2014/main" id="{E325A0FA-D4FD-48E6-AD75-D7EF9618B8F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17913" y="1206341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" name="Oval 410">
              <a:extLst>
                <a:ext uri="{FF2B5EF4-FFF2-40B4-BE49-F238E27FC236}">
                  <a16:creationId xmlns:a16="http://schemas.microsoft.com/office/drawing/2014/main" id="{D66E1F37-1AC7-4227-B4CE-962263A86AF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8088" y="1231265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" name="Oval 411">
              <a:extLst>
                <a:ext uri="{FF2B5EF4-FFF2-40B4-BE49-F238E27FC236}">
                  <a16:creationId xmlns:a16="http://schemas.microsoft.com/office/drawing/2014/main" id="{EACBD334-D7F1-474D-B27C-818CE8FEE77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2363" y="121808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" name="Oval 412">
              <a:extLst>
                <a:ext uri="{FF2B5EF4-FFF2-40B4-BE49-F238E27FC236}">
                  <a16:creationId xmlns:a16="http://schemas.microsoft.com/office/drawing/2014/main" id="{F0A48C6D-F28C-4D55-B4EB-27A60D8013F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25876" y="122697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5" name="Oval 413">
              <a:extLst>
                <a:ext uri="{FF2B5EF4-FFF2-40B4-BE49-F238E27FC236}">
                  <a16:creationId xmlns:a16="http://schemas.microsoft.com/office/drawing/2014/main" id="{A84BCCC6-3DF0-4997-9220-ED5A3982B49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14776" y="121697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6" name="Oval 414">
              <a:extLst>
                <a:ext uri="{FF2B5EF4-FFF2-40B4-BE49-F238E27FC236}">
                  <a16:creationId xmlns:a16="http://schemas.microsoft.com/office/drawing/2014/main" id="{26D148DE-3DFE-4600-B585-59A1A1DD3B7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6038" y="119491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7" name="Freeform 415">
              <a:extLst>
                <a:ext uri="{FF2B5EF4-FFF2-40B4-BE49-F238E27FC236}">
                  <a16:creationId xmlns:a16="http://schemas.microsoft.com/office/drawing/2014/main" id="{CB2E7D1E-A985-4983-9F5D-E4E19CC6E6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1401" y="12365038"/>
              <a:ext cx="12700" cy="9525"/>
            </a:xfrm>
            <a:custGeom>
              <a:avLst/>
              <a:gdLst>
                <a:gd name="T0" fmla="*/ 10 w 10"/>
                <a:gd name="T1" fmla="*/ 6 h 8"/>
                <a:gd name="T2" fmla="*/ 4 w 10"/>
                <a:gd name="T3" fmla="*/ 0 h 8"/>
                <a:gd name="T4" fmla="*/ 0 w 10"/>
                <a:gd name="T5" fmla="*/ 2 h 8"/>
                <a:gd name="T6" fmla="*/ 9 w 10"/>
                <a:gd name="T7" fmla="*/ 8 h 8"/>
                <a:gd name="T8" fmla="*/ 10 w 10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0" y="7"/>
                    <a:pt x="10" y="7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8" name="Oval 416">
              <a:extLst>
                <a:ext uri="{FF2B5EF4-FFF2-40B4-BE49-F238E27FC236}">
                  <a16:creationId xmlns:a16="http://schemas.microsoft.com/office/drawing/2014/main" id="{46D8A444-47BB-4723-B647-57AA9365B8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6176" y="123571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9" name="Oval 417">
              <a:extLst>
                <a:ext uri="{FF2B5EF4-FFF2-40B4-BE49-F238E27FC236}">
                  <a16:creationId xmlns:a16="http://schemas.microsoft.com/office/drawing/2014/main" id="{101F9EDF-CCA7-4693-ABD5-BC482ADB46A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89376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0" name="Oval 418">
              <a:extLst>
                <a:ext uri="{FF2B5EF4-FFF2-40B4-BE49-F238E27FC236}">
                  <a16:creationId xmlns:a16="http://schemas.microsoft.com/office/drawing/2014/main" id="{B95A0D13-6B2C-4C58-8205-07DC3BDF6F7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5563" y="12096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1" name="Oval 419">
              <a:extLst>
                <a:ext uri="{FF2B5EF4-FFF2-40B4-BE49-F238E27FC236}">
                  <a16:creationId xmlns:a16="http://schemas.microsoft.com/office/drawing/2014/main" id="{014A0FA4-8EA9-45D8-8D9D-9BFFA8A847B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23063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2" name="Oval 420">
              <a:extLst>
                <a:ext uri="{FF2B5EF4-FFF2-40B4-BE49-F238E27FC236}">
                  <a16:creationId xmlns:a16="http://schemas.microsoft.com/office/drawing/2014/main" id="{F848A9F5-ADE0-4FB4-B89C-CD2F683C58B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21076" y="121840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3" name="Oval 421">
              <a:extLst>
                <a:ext uri="{FF2B5EF4-FFF2-40B4-BE49-F238E27FC236}">
                  <a16:creationId xmlns:a16="http://schemas.microsoft.com/office/drawing/2014/main" id="{4F907F57-A714-44ED-844F-9AEF6C56BA0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8063" y="121539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4" name="Oval 422">
              <a:extLst>
                <a:ext uri="{FF2B5EF4-FFF2-40B4-BE49-F238E27FC236}">
                  <a16:creationId xmlns:a16="http://schemas.microsoft.com/office/drawing/2014/main" id="{946811F6-92A1-4D58-8DBB-0BB95B3AB50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8076" y="12082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5" name="Oval 423">
              <a:extLst>
                <a:ext uri="{FF2B5EF4-FFF2-40B4-BE49-F238E27FC236}">
                  <a16:creationId xmlns:a16="http://schemas.microsoft.com/office/drawing/2014/main" id="{DDA93B1C-77B9-4CCF-BF0D-B76B5D16DAB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9688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6" name="Oval 424">
              <a:extLst>
                <a:ext uri="{FF2B5EF4-FFF2-40B4-BE49-F238E27FC236}">
                  <a16:creationId xmlns:a16="http://schemas.microsoft.com/office/drawing/2014/main" id="{408F06B0-0922-454E-9A8F-6DC8B5916D5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7" name="Oval 425">
              <a:extLst>
                <a:ext uri="{FF2B5EF4-FFF2-40B4-BE49-F238E27FC236}">
                  <a16:creationId xmlns:a16="http://schemas.microsoft.com/office/drawing/2014/main" id="{C4D348B7-3CD7-4FEF-A4A0-ADDD6CA901D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03613" y="12015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8" name="Oval 426">
              <a:extLst>
                <a:ext uri="{FF2B5EF4-FFF2-40B4-BE49-F238E27FC236}">
                  <a16:creationId xmlns:a16="http://schemas.microsoft.com/office/drawing/2014/main" id="{618B1E4E-34FF-4520-BC4C-A5981F45947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7763" y="11952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9" name="Oval 427">
              <a:extLst>
                <a:ext uri="{FF2B5EF4-FFF2-40B4-BE49-F238E27FC236}">
                  <a16:creationId xmlns:a16="http://schemas.microsoft.com/office/drawing/2014/main" id="{6F711548-5304-4F1F-8296-AF746D05E40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4601" y="123825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0" name="Oval 428">
              <a:extLst>
                <a:ext uri="{FF2B5EF4-FFF2-40B4-BE49-F238E27FC236}">
                  <a16:creationId xmlns:a16="http://schemas.microsoft.com/office/drawing/2014/main" id="{104DFAD3-9463-46F0-9B72-E8CC845155E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8726" y="12396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1" name="Oval 429">
              <a:extLst>
                <a:ext uri="{FF2B5EF4-FFF2-40B4-BE49-F238E27FC236}">
                  <a16:creationId xmlns:a16="http://schemas.microsoft.com/office/drawing/2014/main" id="{3E06F8E8-8C1D-461C-B284-5377DFDE649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43351" y="122348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2" name="Oval 430">
              <a:extLst>
                <a:ext uri="{FF2B5EF4-FFF2-40B4-BE49-F238E27FC236}">
                  <a16:creationId xmlns:a16="http://schemas.microsoft.com/office/drawing/2014/main" id="{3CA6C972-D178-4BB9-A14C-0BC2054040A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1263" y="123904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3" name="Oval 431">
              <a:extLst>
                <a:ext uri="{FF2B5EF4-FFF2-40B4-BE49-F238E27FC236}">
                  <a16:creationId xmlns:a16="http://schemas.microsoft.com/office/drawing/2014/main" id="{2061DF63-2990-45E0-840E-3CB2DEC1549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197451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4" name="Oval 432">
              <a:extLst>
                <a:ext uri="{FF2B5EF4-FFF2-40B4-BE49-F238E27FC236}">
                  <a16:creationId xmlns:a16="http://schemas.microsoft.com/office/drawing/2014/main" id="{1AF5A3BC-0FF4-4A9E-AE9F-1F0C82A32C2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63938" y="120792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5" name="Oval 433">
              <a:extLst>
                <a:ext uri="{FF2B5EF4-FFF2-40B4-BE49-F238E27FC236}">
                  <a16:creationId xmlns:a16="http://schemas.microsoft.com/office/drawing/2014/main" id="{D7E924F6-3C36-4F7B-9270-C92C133ABDC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9651" y="122586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6" name="Freeform 434">
              <a:extLst>
                <a:ext uri="{FF2B5EF4-FFF2-40B4-BE49-F238E27FC236}">
                  <a16:creationId xmlns:a16="http://schemas.microsoft.com/office/drawing/2014/main" id="{85BD2DDA-2C23-4C53-8535-C4AB934CA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57638" y="12271375"/>
              <a:ext cx="9525" cy="12700"/>
            </a:xfrm>
            <a:custGeom>
              <a:avLst/>
              <a:gdLst>
                <a:gd name="T0" fmla="*/ 0 w 8"/>
                <a:gd name="T1" fmla="*/ 6 h 11"/>
                <a:gd name="T2" fmla="*/ 3 w 8"/>
                <a:gd name="T3" fmla="*/ 11 h 11"/>
                <a:gd name="T4" fmla="*/ 8 w 8"/>
                <a:gd name="T5" fmla="*/ 1 h 11"/>
                <a:gd name="T6" fmla="*/ 5 w 8"/>
                <a:gd name="T7" fmla="*/ 0 h 11"/>
                <a:gd name="T8" fmla="*/ 0 w 8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0" y="8"/>
                    <a:pt x="1" y="10"/>
                    <a:pt x="3" y="11"/>
                  </a:cubicBezTo>
                  <a:cubicBezTo>
                    <a:pt x="5" y="8"/>
                    <a:pt x="7" y="5"/>
                    <a:pt x="8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7" name="Freeform 435">
              <a:extLst>
                <a:ext uri="{FF2B5EF4-FFF2-40B4-BE49-F238E27FC236}">
                  <a16:creationId xmlns:a16="http://schemas.microsoft.com/office/drawing/2014/main" id="{33D59CEA-7989-4784-8280-1157F11FE1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89326" y="12250738"/>
              <a:ext cx="11113" cy="14288"/>
            </a:xfrm>
            <a:custGeom>
              <a:avLst/>
              <a:gdLst>
                <a:gd name="T0" fmla="*/ 10 w 10"/>
                <a:gd name="T1" fmla="*/ 6 h 12"/>
                <a:gd name="T2" fmla="*/ 4 w 10"/>
                <a:gd name="T3" fmla="*/ 0 h 12"/>
                <a:gd name="T4" fmla="*/ 0 w 10"/>
                <a:gd name="T5" fmla="*/ 2 h 12"/>
                <a:gd name="T6" fmla="*/ 5 w 10"/>
                <a:gd name="T7" fmla="*/ 12 h 12"/>
                <a:gd name="T8" fmla="*/ 10 w 10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3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5"/>
                    <a:pt x="3" y="8"/>
                    <a:pt x="5" y="12"/>
                  </a:cubicBezTo>
                  <a:cubicBezTo>
                    <a:pt x="8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8" name="Oval 436">
              <a:extLst>
                <a:ext uri="{FF2B5EF4-FFF2-40B4-BE49-F238E27FC236}">
                  <a16:creationId xmlns:a16="http://schemas.microsoft.com/office/drawing/2014/main" id="{3CE36FF5-0A69-4E47-ABB9-8DCF0398383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0288" y="12266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9" name="Oval 437">
              <a:extLst>
                <a:ext uri="{FF2B5EF4-FFF2-40B4-BE49-F238E27FC236}">
                  <a16:creationId xmlns:a16="http://schemas.microsoft.com/office/drawing/2014/main" id="{8B7CA709-02D2-44C3-86DA-EC58F00C80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21666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0" name="Oval 438">
              <a:extLst>
                <a:ext uri="{FF2B5EF4-FFF2-40B4-BE49-F238E27FC236}">
                  <a16:creationId xmlns:a16="http://schemas.microsoft.com/office/drawing/2014/main" id="{13B5CEE2-114A-4DA5-8DD6-724B7C655E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6801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1" name="Freeform 439">
              <a:extLst>
                <a:ext uri="{FF2B5EF4-FFF2-40B4-BE49-F238E27FC236}">
                  <a16:creationId xmlns:a16="http://schemas.microsoft.com/office/drawing/2014/main" id="{FE444A8F-636F-426B-958D-7EAC890854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9863" y="12088813"/>
              <a:ext cx="12700" cy="1270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11 h 11"/>
                <a:gd name="T4" fmla="*/ 11 w 11"/>
                <a:gd name="T5" fmla="*/ 8 h 11"/>
                <a:gd name="T6" fmla="*/ 10 w 11"/>
                <a:gd name="T7" fmla="*/ 1 h 11"/>
                <a:gd name="T8" fmla="*/ 6 w 11"/>
                <a:gd name="T9" fmla="*/ 0 h 11"/>
                <a:gd name="T10" fmla="*/ 0 w 1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9"/>
                    <a:pt x="3" y="11"/>
                    <a:pt x="6" y="11"/>
                  </a:cubicBezTo>
                  <a:cubicBezTo>
                    <a:pt x="8" y="11"/>
                    <a:pt x="10" y="10"/>
                    <a:pt x="11" y="8"/>
                  </a:cubicBezTo>
                  <a:cubicBezTo>
                    <a:pt x="11" y="6"/>
                    <a:pt x="10" y="3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" name="Oval 440">
              <a:extLst>
                <a:ext uri="{FF2B5EF4-FFF2-40B4-BE49-F238E27FC236}">
                  <a16:creationId xmlns:a16="http://schemas.microsoft.com/office/drawing/2014/main" id="{350674C0-E6DF-46F6-BAEA-EE344135979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7932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" name="Oval 441">
              <a:extLst>
                <a:ext uri="{FF2B5EF4-FFF2-40B4-BE49-F238E27FC236}">
                  <a16:creationId xmlns:a16="http://schemas.microsoft.com/office/drawing/2014/main" id="{FBF43348-2A11-41D6-B919-AA4C3520DFA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300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" name="Oval 442">
              <a:extLst>
                <a:ext uri="{FF2B5EF4-FFF2-40B4-BE49-F238E27FC236}">
                  <a16:creationId xmlns:a16="http://schemas.microsoft.com/office/drawing/2014/main" id="{EB1F7C28-26E2-4E22-B737-D0750A7C99E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3380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" name="Oval 443">
              <a:extLst>
                <a:ext uri="{FF2B5EF4-FFF2-40B4-BE49-F238E27FC236}">
                  <a16:creationId xmlns:a16="http://schemas.microsoft.com/office/drawing/2014/main" id="{519D0FA3-27B2-408D-8D1F-7C875478415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2201" y="12303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" name="Oval 444">
              <a:extLst>
                <a:ext uri="{FF2B5EF4-FFF2-40B4-BE49-F238E27FC236}">
                  <a16:creationId xmlns:a16="http://schemas.microsoft.com/office/drawing/2014/main" id="{937674CF-08B7-4F63-B74A-04FB3F494BC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52826" y="121269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" name="Oval 445">
              <a:extLst>
                <a:ext uri="{FF2B5EF4-FFF2-40B4-BE49-F238E27FC236}">
                  <a16:creationId xmlns:a16="http://schemas.microsoft.com/office/drawing/2014/main" id="{F8E23C51-BBE1-4613-83A9-B64DA724398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56051" y="120856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" name="Oval 446">
              <a:extLst>
                <a:ext uri="{FF2B5EF4-FFF2-40B4-BE49-F238E27FC236}">
                  <a16:creationId xmlns:a16="http://schemas.microsoft.com/office/drawing/2014/main" id="{48B3E005-9642-430B-8051-0E5BD96A725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223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" name="Oval 447">
              <a:extLst>
                <a:ext uri="{FF2B5EF4-FFF2-40B4-BE49-F238E27FC236}">
                  <a16:creationId xmlns:a16="http://schemas.microsoft.com/office/drawing/2014/main" id="{AC58F9D1-0661-466F-8E54-26D26407A47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67163" y="122332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" name="Oval 448">
              <a:extLst>
                <a:ext uri="{FF2B5EF4-FFF2-40B4-BE49-F238E27FC236}">
                  <a16:creationId xmlns:a16="http://schemas.microsoft.com/office/drawing/2014/main" id="{320F53A8-630A-4E70-A9FE-1A86A29E015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6676" y="12333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" name="Oval 449">
              <a:extLst>
                <a:ext uri="{FF2B5EF4-FFF2-40B4-BE49-F238E27FC236}">
                  <a16:creationId xmlns:a16="http://schemas.microsoft.com/office/drawing/2014/main" id="{88F23485-EE3D-4B56-9E4C-92ED1A0E70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1876" y="1224756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" name="Oval 450">
              <a:extLst>
                <a:ext uri="{FF2B5EF4-FFF2-40B4-BE49-F238E27FC236}">
                  <a16:creationId xmlns:a16="http://schemas.microsoft.com/office/drawing/2014/main" id="{9DA46809-BD30-48C2-B337-321BED35B7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0476" y="120554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" name="Oval 451">
              <a:extLst>
                <a:ext uri="{FF2B5EF4-FFF2-40B4-BE49-F238E27FC236}">
                  <a16:creationId xmlns:a16="http://schemas.microsoft.com/office/drawing/2014/main" id="{85A4FA92-4C95-4324-8332-7CCBE29C062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19840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" name="Oval 452">
              <a:extLst>
                <a:ext uri="{FF2B5EF4-FFF2-40B4-BE49-F238E27FC236}">
                  <a16:creationId xmlns:a16="http://schemas.microsoft.com/office/drawing/2014/main" id="{25474231-3B6F-46F8-8B89-7155D339CE5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86163" y="11968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" name="Oval 453">
              <a:extLst>
                <a:ext uri="{FF2B5EF4-FFF2-40B4-BE49-F238E27FC236}">
                  <a16:creationId xmlns:a16="http://schemas.microsoft.com/office/drawing/2014/main" id="{4B95861E-D2C5-4D47-8152-AB005264CB4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8563" y="12349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" name="Oval 454">
              <a:extLst>
                <a:ext uri="{FF2B5EF4-FFF2-40B4-BE49-F238E27FC236}">
                  <a16:creationId xmlns:a16="http://schemas.microsoft.com/office/drawing/2014/main" id="{B29DBFC9-5D07-4D07-9F7C-15063C5C9EF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1713" y="122396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" name="Oval 455">
              <a:extLst>
                <a:ext uri="{FF2B5EF4-FFF2-40B4-BE49-F238E27FC236}">
                  <a16:creationId xmlns:a16="http://schemas.microsoft.com/office/drawing/2014/main" id="{180B1A52-77F9-4894-8C2C-D2F4B67FA80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932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" name="Oval 456">
              <a:extLst>
                <a:ext uri="{FF2B5EF4-FFF2-40B4-BE49-F238E27FC236}">
                  <a16:creationId xmlns:a16="http://schemas.microsoft.com/office/drawing/2014/main" id="{A96BE2A2-5C08-49B1-9AEE-1F205B018DA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2838" y="1229836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" name="Oval 457">
              <a:extLst>
                <a:ext uri="{FF2B5EF4-FFF2-40B4-BE49-F238E27FC236}">
                  <a16:creationId xmlns:a16="http://schemas.microsoft.com/office/drawing/2014/main" id="{137B46D0-69B9-497C-AB81-53C4FEAA76F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5676" y="121999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" name="Oval 458">
              <a:extLst>
                <a:ext uri="{FF2B5EF4-FFF2-40B4-BE49-F238E27FC236}">
                  <a16:creationId xmlns:a16="http://schemas.microsoft.com/office/drawing/2014/main" id="{97F391A7-77E3-4E34-92DC-EE27C6BF78C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6313" y="12209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" name="Oval 459">
              <a:extLst>
                <a:ext uri="{FF2B5EF4-FFF2-40B4-BE49-F238E27FC236}">
                  <a16:creationId xmlns:a16="http://schemas.microsoft.com/office/drawing/2014/main" id="{02489DEF-4F18-4560-8027-C486A56C660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0926" y="122618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" name="Oval 460">
              <a:extLst>
                <a:ext uri="{FF2B5EF4-FFF2-40B4-BE49-F238E27FC236}">
                  <a16:creationId xmlns:a16="http://schemas.microsoft.com/office/drawing/2014/main" id="{D90B9E99-AE68-4CE0-A400-5190AA4CD9C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0313" y="123348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" name="Oval 461">
              <a:extLst>
                <a:ext uri="{FF2B5EF4-FFF2-40B4-BE49-F238E27FC236}">
                  <a16:creationId xmlns:a16="http://schemas.microsoft.com/office/drawing/2014/main" id="{8FE8B240-F739-44C2-9ED9-035429CE6CE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4263" y="123586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" name="Oval 462">
              <a:extLst>
                <a:ext uri="{FF2B5EF4-FFF2-40B4-BE49-F238E27FC236}">
                  <a16:creationId xmlns:a16="http://schemas.microsoft.com/office/drawing/2014/main" id="{C73FC4A4-9C36-49AB-8345-CE189509D4B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2713" y="122761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" name="Oval 463">
              <a:extLst>
                <a:ext uri="{FF2B5EF4-FFF2-40B4-BE49-F238E27FC236}">
                  <a16:creationId xmlns:a16="http://schemas.microsoft.com/office/drawing/2014/main" id="{85FF6667-24DE-4C51-8EB6-175D1AF2BDC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4438" y="121666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" name="Freeform 464">
              <a:extLst>
                <a:ext uri="{FF2B5EF4-FFF2-40B4-BE49-F238E27FC236}">
                  <a16:creationId xmlns:a16="http://schemas.microsoft.com/office/drawing/2014/main" id="{CF5ED16D-8657-495B-9295-F6FD2699BC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0338" y="12055475"/>
              <a:ext cx="12700" cy="14288"/>
            </a:xfrm>
            <a:custGeom>
              <a:avLst/>
              <a:gdLst>
                <a:gd name="T0" fmla="*/ 6 w 12"/>
                <a:gd name="T1" fmla="*/ 12 h 12"/>
                <a:gd name="T2" fmla="*/ 12 w 12"/>
                <a:gd name="T3" fmla="*/ 6 h 12"/>
                <a:gd name="T4" fmla="*/ 11 w 12"/>
                <a:gd name="T5" fmla="*/ 4 h 12"/>
                <a:gd name="T6" fmla="*/ 11 w 12"/>
                <a:gd name="T7" fmla="*/ 4 h 12"/>
                <a:gd name="T8" fmla="*/ 6 w 12"/>
                <a:gd name="T9" fmla="*/ 0 h 12"/>
                <a:gd name="T10" fmla="*/ 0 w 12"/>
                <a:gd name="T11" fmla="*/ 6 h 12"/>
                <a:gd name="T12" fmla="*/ 6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9" y="12"/>
                    <a:pt x="12" y="9"/>
                    <a:pt x="12" y="6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" name="Freeform 465">
              <a:extLst>
                <a:ext uri="{FF2B5EF4-FFF2-40B4-BE49-F238E27FC236}">
                  <a16:creationId xmlns:a16="http://schemas.microsoft.com/office/drawing/2014/main" id="{1742EE23-2A58-45CE-9A0D-C141753845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6963" y="12392025"/>
              <a:ext cx="14288" cy="9525"/>
            </a:xfrm>
            <a:custGeom>
              <a:avLst/>
              <a:gdLst>
                <a:gd name="T0" fmla="*/ 11 w 11"/>
                <a:gd name="T1" fmla="*/ 6 h 8"/>
                <a:gd name="T2" fmla="*/ 5 w 11"/>
                <a:gd name="T3" fmla="*/ 0 h 8"/>
                <a:gd name="T4" fmla="*/ 0 w 11"/>
                <a:gd name="T5" fmla="*/ 4 h 8"/>
                <a:gd name="T6" fmla="*/ 11 w 11"/>
                <a:gd name="T7" fmla="*/ 8 h 8"/>
                <a:gd name="T8" fmla="*/ 11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7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" name="Oval 466">
              <a:extLst>
                <a:ext uri="{FF2B5EF4-FFF2-40B4-BE49-F238E27FC236}">
                  <a16:creationId xmlns:a16="http://schemas.microsoft.com/office/drawing/2014/main" id="{3C754DDB-7FC7-4807-94CD-1290720C32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3976" y="122904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" name="Oval 467">
              <a:extLst>
                <a:ext uri="{FF2B5EF4-FFF2-40B4-BE49-F238E27FC236}">
                  <a16:creationId xmlns:a16="http://schemas.microsoft.com/office/drawing/2014/main" id="{A0FA47EF-885F-4C19-B778-74D1DDBA71C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0463" y="123412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" name="Oval 468">
              <a:extLst>
                <a:ext uri="{FF2B5EF4-FFF2-40B4-BE49-F238E27FC236}">
                  <a16:creationId xmlns:a16="http://schemas.microsoft.com/office/drawing/2014/main" id="{CAE50E5C-3600-443D-971A-8FAC7F8681A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8551" y="12339638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" name="Oval 469">
              <a:extLst>
                <a:ext uri="{FF2B5EF4-FFF2-40B4-BE49-F238E27FC236}">
                  <a16:creationId xmlns:a16="http://schemas.microsoft.com/office/drawing/2014/main" id="{B06210D8-178E-4562-A6BB-386FD964B7C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00488" y="122570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" name="Oval 470">
              <a:extLst>
                <a:ext uri="{FF2B5EF4-FFF2-40B4-BE49-F238E27FC236}">
                  <a16:creationId xmlns:a16="http://schemas.microsoft.com/office/drawing/2014/main" id="{2E650D4A-F7EB-448E-8B56-44EEE429A8F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9813" y="121332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" name="Oval 471">
              <a:extLst>
                <a:ext uri="{FF2B5EF4-FFF2-40B4-BE49-F238E27FC236}">
                  <a16:creationId xmlns:a16="http://schemas.microsoft.com/office/drawing/2014/main" id="{4D8FE3D8-6528-4801-BB42-03336B99BA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5538" y="1215072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" name="Oval 472">
              <a:extLst>
                <a:ext uri="{FF2B5EF4-FFF2-40B4-BE49-F238E27FC236}">
                  <a16:creationId xmlns:a16="http://schemas.microsoft.com/office/drawing/2014/main" id="{D407F73E-F98B-4DAA-9531-D14567AF896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9363" y="123444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" name="Oval 473">
              <a:extLst>
                <a:ext uri="{FF2B5EF4-FFF2-40B4-BE49-F238E27FC236}">
                  <a16:creationId xmlns:a16="http://schemas.microsoft.com/office/drawing/2014/main" id="{8B9125F7-3821-404D-A782-3AA2170EA0C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1088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" name="Oval 474">
              <a:extLst>
                <a:ext uri="{FF2B5EF4-FFF2-40B4-BE49-F238E27FC236}">
                  <a16:creationId xmlns:a16="http://schemas.microsoft.com/office/drawing/2014/main" id="{BA9FFF0A-7DAD-49C3-AC58-E1A3C3FF933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19513" y="123396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" name="Oval 475">
              <a:extLst>
                <a:ext uri="{FF2B5EF4-FFF2-40B4-BE49-F238E27FC236}">
                  <a16:creationId xmlns:a16="http://schemas.microsoft.com/office/drawing/2014/main" id="{8D412289-59FE-4ACB-AD12-711CD02FD32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8263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" name="Oval 476">
              <a:extLst>
                <a:ext uri="{FF2B5EF4-FFF2-40B4-BE49-F238E27FC236}">
                  <a16:creationId xmlns:a16="http://schemas.microsoft.com/office/drawing/2014/main" id="{F485AD23-F31C-4948-B335-2DC289BA5F8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9213" y="12180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9" name="Oval 477">
              <a:extLst>
                <a:ext uri="{FF2B5EF4-FFF2-40B4-BE49-F238E27FC236}">
                  <a16:creationId xmlns:a16="http://schemas.microsoft.com/office/drawing/2014/main" id="{B7FF18BF-5F0B-4F02-A324-54881433BEE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3001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0" name="Oval 478">
              <a:extLst>
                <a:ext uri="{FF2B5EF4-FFF2-40B4-BE49-F238E27FC236}">
                  <a16:creationId xmlns:a16="http://schemas.microsoft.com/office/drawing/2014/main" id="{3D374CD6-6037-4BA6-B691-E2B7125B579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0163" y="12247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1" name="Oval 479">
              <a:extLst>
                <a:ext uri="{FF2B5EF4-FFF2-40B4-BE49-F238E27FC236}">
                  <a16:creationId xmlns:a16="http://schemas.microsoft.com/office/drawing/2014/main" id="{C8BE966F-85B7-4A7D-A5BF-41866DC647D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4763" y="123507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2" name="Oval 480">
              <a:extLst>
                <a:ext uri="{FF2B5EF4-FFF2-40B4-BE49-F238E27FC236}">
                  <a16:creationId xmlns:a16="http://schemas.microsoft.com/office/drawing/2014/main" id="{77877AD9-7CE3-4D0F-AF43-1B0DA87875A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3176" y="12372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3" name="Oval 481">
              <a:extLst>
                <a:ext uri="{FF2B5EF4-FFF2-40B4-BE49-F238E27FC236}">
                  <a16:creationId xmlns:a16="http://schemas.microsoft.com/office/drawing/2014/main" id="{49780E5A-E8E0-4B30-B336-80A65F87046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5701" y="12390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4" name="Oval 482">
              <a:extLst>
                <a:ext uri="{FF2B5EF4-FFF2-40B4-BE49-F238E27FC236}">
                  <a16:creationId xmlns:a16="http://schemas.microsoft.com/office/drawing/2014/main" id="{F3D4856F-ACD3-4C5B-B6F8-0C8517C8AE2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2976" y="120729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5" name="Freeform 483">
              <a:extLst>
                <a:ext uri="{FF2B5EF4-FFF2-40B4-BE49-F238E27FC236}">
                  <a16:creationId xmlns:a16="http://schemas.microsoft.com/office/drawing/2014/main" id="{7297DA26-03BA-4358-94E2-0980C8BBC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70276" y="12096750"/>
              <a:ext cx="11113" cy="14288"/>
            </a:xfrm>
            <a:custGeom>
              <a:avLst/>
              <a:gdLst>
                <a:gd name="T0" fmla="*/ 10 w 10"/>
                <a:gd name="T1" fmla="*/ 6 h 11"/>
                <a:gd name="T2" fmla="*/ 4 w 10"/>
                <a:gd name="T3" fmla="*/ 0 h 11"/>
                <a:gd name="T4" fmla="*/ 2 w 10"/>
                <a:gd name="T5" fmla="*/ 0 h 11"/>
                <a:gd name="T6" fmla="*/ 0 w 10"/>
                <a:gd name="T7" fmla="*/ 10 h 11"/>
                <a:gd name="T8" fmla="*/ 4 w 10"/>
                <a:gd name="T9" fmla="*/ 11 h 11"/>
                <a:gd name="T10" fmla="*/ 10 w 10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3"/>
                    <a:pt x="1" y="7"/>
                    <a:pt x="0" y="10"/>
                  </a:cubicBezTo>
                  <a:cubicBezTo>
                    <a:pt x="1" y="11"/>
                    <a:pt x="3" y="11"/>
                    <a:pt x="4" y="11"/>
                  </a:cubicBezTo>
                  <a:cubicBezTo>
                    <a:pt x="7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6" name="Freeform 484">
              <a:extLst>
                <a:ext uri="{FF2B5EF4-FFF2-40B4-BE49-F238E27FC236}">
                  <a16:creationId xmlns:a16="http://schemas.microsoft.com/office/drawing/2014/main" id="{FFB4BCD4-83DB-4868-A769-3BD9658134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86201" y="12349163"/>
              <a:ext cx="14288" cy="14288"/>
            </a:xfrm>
            <a:custGeom>
              <a:avLst/>
              <a:gdLst>
                <a:gd name="T0" fmla="*/ 3 w 11"/>
                <a:gd name="T1" fmla="*/ 11 h 11"/>
                <a:gd name="T2" fmla="*/ 11 w 11"/>
                <a:gd name="T3" fmla="*/ 5 h 11"/>
                <a:gd name="T4" fmla="*/ 5 w 11"/>
                <a:gd name="T5" fmla="*/ 0 h 11"/>
                <a:gd name="T6" fmla="*/ 0 w 11"/>
                <a:gd name="T7" fmla="*/ 6 h 11"/>
                <a:gd name="T8" fmla="*/ 3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6" y="9"/>
                    <a:pt x="8" y="7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3" y="11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7" name="Oval 485">
              <a:extLst>
                <a:ext uri="{FF2B5EF4-FFF2-40B4-BE49-F238E27FC236}">
                  <a16:creationId xmlns:a16="http://schemas.microsoft.com/office/drawing/2014/main" id="{0E479871-67B7-47DC-AE9C-A123324DB68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25863" y="120142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8" name="Freeform 486">
              <a:extLst>
                <a:ext uri="{FF2B5EF4-FFF2-40B4-BE49-F238E27FC236}">
                  <a16:creationId xmlns:a16="http://schemas.microsoft.com/office/drawing/2014/main" id="{E943EDDD-0E93-4BBE-A69C-DD299D3B2B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86213" y="12193588"/>
              <a:ext cx="7938" cy="12700"/>
            </a:xfrm>
            <a:custGeom>
              <a:avLst/>
              <a:gdLst>
                <a:gd name="T0" fmla="*/ 0 w 7"/>
                <a:gd name="T1" fmla="*/ 5 h 11"/>
                <a:gd name="T2" fmla="*/ 5 w 7"/>
                <a:gd name="T3" fmla="*/ 11 h 11"/>
                <a:gd name="T4" fmla="*/ 7 w 7"/>
                <a:gd name="T5" fmla="*/ 0 h 11"/>
                <a:gd name="T6" fmla="*/ 5 w 7"/>
                <a:gd name="T7" fmla="*/ 0 h 11"/>
                <a:gd name="T8" fmla="*/ 0 w 7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6" y="7"/>
                    <a:pt x="6" y="4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9" name="Oval 487">
              <a:extLst>
                <a:ext uri="{FF2B5EF4-FFF2-40B4-BE49-F238E27FC236}">
                  <a16:creationId xmlns:a16="http://schemas.microsoft.com/office/drawing/2014/main" id="{1E236273-981B-4FF7-A115-2E89CC2FF81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6963" y="12139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0" name="Freeform 488">
              <a:extLst>
                <a:ext uri="{FF2B5EF4-FFF2-40B4-BE49-F238E27FC236}">
                  <a16:creationId xmlns:a16="http://schemas.microsoft.com/office/drawing/2014/main" id="{E444F3FE-1564-42B9-8982-725D526BCE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9351" y="12404725"/>
              <a:ext cx="14288" cy="9525"/>
            </a:xfrm>
            <a:custGeom>
              <a:avLst/>
              <a:gdLst>
                <a:gd name="T0" fmla="*/ 12 w 12"/>
                <a:gd name="T1" fmla="*/ 6 h 7"/>
                <a:gd name="T2" fmla="*/ 6 w 12"/>
                <a:gd name="T3" fmla="*/ 0 h 7"/>
                <a:gd name="T4" fmla="*/ 0 w 12"/>
                <a:gd name="T5" fmla="*/ 5 h 7"/>
                <a:gd name="T6" fmla="*/ 11 w 12"/>
                <a:gd name="T7" fmla="*/ 7 h 7"/>
                <a:gd name="T8" fmla="*/ 12 w 1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4" y="6"/>
                    <a:pt x="8" y="6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1" name="Oval 489">
              <a:extLst>
                <a:ext uri="{FF2B5EF4-FFF2-40B4-BE49-F238E27FC236}">
                  <a16:creationId xmlns:a16="http://schemas.microsoft.com/office/drawing/2014/main" id="{18E54772-D907-40B3-9CAD-7B636856617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8851" y="12176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2" name="Oval 490">
              <a:extLst>
                <a:ext uri="{FF2B5EF4-FFF2-40B4-BE49-F238E27FC236}">
                  <a16:creationId xmlns:a16="http://schemas.microsoft.com/office/drawing/2014/main" id="{4166B949-7A98-43F9-B6D8-F146DA3EEF7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4426" y="12118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3" name="Oval 491">
              <a:extLst>
                <a:ext uri="{FF2B5EF4-FFF2-40B4-BE49-F238E27FC236}">
                  <a16:creationId xmlns:a16="http://schemas.microsoft.com/office/drawing/2014/main" id="{43475905-E59E-4F35-B8B5-0A494A129FD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747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4" name="Oval 492">
              <a:extLst>
                <a:ext uri="{FF2B5EF4-FFF2-40B4-BE49-F238E27FC236}">
                  <a16:creationId xmlns:a16="http://schemas.microsoft.com/office/drawing/2014/main" id="{14828D6A-0E40-4D1E-9B1A-33770BD658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0788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5" name="Oval 493">
              <a:extLst>
                <a:ext uri="{FF2B5EF4-FFF2-40B4-BE49-F238E27FC236}">
                  <a16:creationId xmlns:a16="http://schemas.microsoft.com/office/drawing/2014/main" id="{EF6505B9-B180-4044-8429-A45D9B72B01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1205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6" name="Oval 494">
              <a:extLst>
                <a:ext uri="{FF2B5EF4-FFF2-40B4-BE49-F238E27FC236}">
                  <a16:creationId xmlns:a16="http://schemas.microsoft.com/office/drawing/2014/main" id="{71B9C2F8-9261-4B70-A311-7FDC083A32F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5688" y="120935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7" name="Oval 495">
              <a:extLst>
                <a:ext uri="{FF2B5EF4-FFF2-40B4-BE49-F238E27FC236}">
                  <a16:creationId xmlns:a16="http://schemas.microsoft.com/office/drawing/2014/main" id="{75788939-2A4B-436A-AEC0-8D9D7F18FED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5713" y="121380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8" name="Oval 496">
              <a:extLst>
                <a:ext uri="{FF2B5EF4-FFF2-40B4-BE49-F238E27FC236}">
                  <a16:creationId xmlns:a16="http://schemas.microsoft.com/office/drawing/2014/main" id="{37D753CE-F027-4FC6-B2EC-18A7BBC773E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777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9" name="Oval 497">
              <a:extLst>
                <a:ext uri="{FF2B5EF4-FFF2-40B4-BE49-F238E27FC236}">
                  <a16:creationId xmlns:a16="http://schemas.microsoft.com/office/drawing/2014/main" id="{181DE9DA-DB94-49E4-9FF2-AEE2ED788C6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4726" y="121554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0" name="Oval 498">
              <a:extLst>
                <a:ext uri="{FF2B5EF4-FFF2-40B4-BE49-F238E27FC236}">
                  <a16:creationId xmlns:a16="http://schemas.microsoft.com/office/drawing/2014/main" id="{4F6A416B-F207-4172-8502-64BDEDF57DB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5238" y="121142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1" name="Oval 499">
              <a:extLst>
                <a:ext uri="{FF2B5EF4-FFF2-40B4-BE49-F238E27FC236}">
                  <a16:creationId xmlns:a16="http://schemas.microsoft.com/office/drawing/2014/main" id="{EBDD1457-5852-46C6-BA8A-F7753163B95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3801" y="121173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2" name="Oval 500">
              <a:extLst>
                <a:ext uri="{FF2B5EF4-FFF2-40B4-BE49-F238E27FC236}">
                  <a16:creationId xmlns:a16="http://schemas.microsoft.com/office/drawing/2014/main" id="{633FDBF1-2981-419B-90F8-AE43D2FB4D6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2376" y="12009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3" name="Oval 501">
              <a:extLst>
                <a:ext uri="{FF2B5EF4-FFF2-40B4-BE49-F238E27FC236}">
                  <a16:creationId xmlns:a16="http://schemas.microsoft.com/office/drawing/2014/main" id="{9DFC0F53-13CE-4678-995A-1AC5B28B7CD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5076" y="12120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4" name="Oval 502">
              <a:extLst>
                <a:ext uri="{FF2B5EF4-FFF2-40B4-BE49-F238E27FC236}">
                  <a16:creationId xmlns:a16="http://schemas.microsoft.com/office/drawing/2014/main" id="{31ABC8CF-746D-4E3E-AD31-5C8021DD462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6488" y="120523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5" name="Oval 503">
              <a:extLst>
                <a:ext uri="{FF2B5EF4-FFF2-40B4-BE49-F238E27FC236}">
                  <a16:creationId xmlns:a16="http://schemas.microsoft.com/office/drawing/2014/main" id="{A4275811-752A-4493-96F1-80FA9198D36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6813" y="120650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6" name="Oval 504">
              <a:extLst>
                <a:ext uri="{FF2B5EF4-FFF2-40B4-BE49-F238E27FC236}">
                  <a16:creationId xmlns:a16="http://schemas.microsoft.com/office/drawing/2014/main" id="{B7EDD2D1-DADF-4C6B-B9D5-E3731FD5653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2526" y="120173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7" name="Oval 505">
              <a:extLst>
                <a:ext uri="{FF2B5EF4-FFF2-40B4-BE49-F238E27FC236}">
                  <a16:creationId xmlns:a16="http://schemas.microsoft.com/office/drawing/2014/main" id="{604C2F32-BCCA-438D-9507-9BCF1EDD44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1738" y="119697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8" name="Oval 506">
              <a:extLst>
                <a:ext uri="{FF2B5EF4-FFF2-40B4-BE49-F238E27FC236}">
                  <a16:creationId xmlns:a16="http://schemas.microsoft.com/office/drawing/2014/main" id="{7B39C3D9-D0B3-4B29-A247-315870F51F6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2213" y="119157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87349" y="440803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sz="2700" spc="100" baseline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en-US"/>
              <a:t>Speaker Name</a:t>
            </a:r>
            <a:endParaRPr lang="sv-SE"/>
          </a:p>
        </p:txBody>
      </p:sp>
      <p:sp>
        <p:nvSpPr>
          <p:cNvPr id="667" name="Platshållare för text 4">
            <a:extLst>
              <a:ext uri="{FF2B5EF4-FFF2-40B4-BE49-F238E27FC236}">
                <a16:creationId xmlns:a16="http://schemas.microsoft.com/office/drawing/2014/main" id="{FCF10188-0B8E-47EF-BA53-60DE21E7D4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87349" y="5034779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(Title)</a:t>
            </a:r>
            <a:endParaRPr lang="sv-SE"/>
          </a:p>
        </p:txBody>
      </p:sp>
      <p:sp>
        <p:nvSpPr>
          <p:cNvPr id="668" name="Platshållare för text 4">
            <a:extLst>
              <a:ext uri="{FF2B5EF4-FFF2-40B4-BE49-F238E27FC236}">
                <a16:creationId xmlns:a16="http://schemas.microsoft.com/office/drawing/2014/main" id="{5E19DDAA-A415-4EF7-8334-5C79C70F7C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87349" y="563386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speaker.name@beijer.kva.se</a:t>
            </a:r>
            <a:endParaRPr lang="sv-SE"/>
          </a:p>
        </p:txBody>
      </p:sp>
      <p:sp>
        <p:nvSpPr>
          <p:cNvPr id="669" name="Platshållare för text 4">
            <a:extLst>
              <a:ext uri="{FF2B5EF4-FFF2-40B4-BE49-F238E27FC236}">
                <a16:creationId xmlns:a16="http://schemas.microsoft.com/office/drawing/2014/main" id="{05EC9D4E-E8AA-430F-9011-4FAFFF603A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187349" y="6245932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@speaker.name</a:t>
            </a:r>
            <a:endParaRPr lang="sv-SE"/>
          </a:p>
        </p:txBody>
      </p:sp>
      <p:sp>
        <p:nvSpPr>
          <p:cNvPr id="670" name="Platshållare för text 4">
            <a:extLst>
              <a:ext uri="{FF2B5EF4-FFF2-40B4-BE49-F238E27FC236}">
                <a16:creationId xmlns:a16="http://schemas.microsoft.com/office/drawing/2014/main" id="{ABB43667-0D94-4FB9-8A61-98A38D23C4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87349" y="6858000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Google Scholar ID</a:t>
            </a:r>
            <a:endParaRPr lang="sv-SE"/>
          </a:p>
        </p:txBody>
      </p:sp>
      <p:sp>
        <p:nvSpPr>
          <p:cNvPr id="672" name="Platshållare för bild 2">
            <a:extLst>
              <a:ext uri="{FF2B5EF4-FFF2-40B4-BE49-F238E27FC236}">
                <a16:creationId xmlns:a16="http://schemas.microsoft.com/office/drawing/2014/main" id="{C8C92B06-B8E5-445E-A3C9-3F2EF552F17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171700" y="8039100"/>
            <a:ext cx="1905000" cy="1905000"/>
          </a:xfrm>
        </p:spPr>
        <p:txBody>
          <a:bodyPr/>
          <a:lstStyle>
            <a:lvl1pPr marL="0" indent="0" algn="ctr">
              <a:buFontTx/>
              <a:buNone/>
              <a:defRPr sz="2400"/>
            </a:lvl1pPr>
          </a:lstStyle>
          <a:p>
            <a:r>
              <a:rPr lang="sv-SE"/>
              <a:t>QR kod</a:t>
            </a:r>
          </a:p>
        </p:txBody>
      </p:sp>
      <p:sp>
        <p:nvSpPr>
          <p:cNvPr id="14" name="Platshållare för text 2">
            <a:extLst>
              <a:ext uri="{FF2B5EF4-FFF2-40B4-BE49-F238E27FC236}">
                <a16:creationId xmlns:a16="http://schemas.microsoft.com/office/drawing/2014/main" id="{12AC887A-8894-416F-9D92-1BA43D4945D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152650" y="1771650"/>
            <a:ext cx="16954500" cy="1924050"/>
          </a:xfrm>
        </p:spPr>
        <p:txBody>
          <a:bodyPr anchor="b"/>
          <a:lstStyle>
            <a:lvl1pPr marL="0" indent="0">
              <a:buFontTx/>
              <a:buNone/>
              <a:defRPr sz="9800">
                <a:solidFill>
                  <a:schemeClr val="accent5"/>
                </a:solidFill>
                <a:latin typeface="+mj-lt"/>
              </a:defRPr>
            </a:lvl1pPr>
          </a:lstStyle>
          <a:p>
            <a:pPr lvl="0"/>
            <a:r>
              <a:rPr lang="sv-SE"/>
              <a:t>Tack text</a:t>
            </a:r>
          </a:p>
        </p:txBody>
      </p:sp>
      <p:sp>
        <p:nvSpPr>
          <p:cNvPr id="519" name="Rektangel 518">
            <a:extLst>
              <a:ext uri="{FF2B5EF4-FFF2-40B4-BE49-F238E27FC236}">
                <a16:creationId xmlns:a16="http://schemas.microsoft.com/office/drawing/2014/main" id="{C45CC696-C23E-460D-BD85-1D3DC8E7D378}"/>
              </a:ext>
            </a:extLst>
          </p:cNvPr>
          <p:cNvSpPr/>
          <p:nvPr userDrawn="1"/>
        </p:nvSpPr>
        <p:spPr>
          <a:xfrm>
            <a:off x="13835672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bg1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bg1"/>
              </a:solidFill>
            </a:endParaRPr>
          </a:p>
        </p:txBody>
      </p:sp>
      <p:grpSp>
        <p:nvGrpSpPr>
          <p:cNvPr id="520" name="Grupp 519">
            <a:extLst>
              <a:ext uri="{FF2B5EF4-FFF2-40B4-BE49-F238E27FC236}">
                <a16:creationId xmlns:a16="http://schemas.microsoft.com/office/drawing/2014/main" id="{C1EAEC53-FF9A-4764-B791-C95B1A8A5958}"/>
              </a:ext>
            </a:extLst>
          </p:cNvPr>
          <p:cNvGrpSpPr/>
          <p:nvPr userDrawn="1"/>
        </p:nvGrpSpPr>
        <p:grpSpPr>
          <a:xfrm>
            <a:off x="13925550" y="12320588"/>
            <a:ext cx="3271838" cy="706437"/>
            <a:chOff x="13925550" y="12320588"/>
            <a:chExt cx="3271838" cy="706437"/>
          </a:xfrm>
        </p:grpSpPr>
        <p:sp>
          <p:nvSpPr>
            <p:cNvPr id="521" name="Freeform 510">
              <a:extLst>
                <a:ext uri="{FF2B5EF4-FFF2-40B4-BE49-F238E27FC236}">
                  <a16:creationId xmlns:a16="http://schemas.microsoft.com/office/drawing/2014/main" id="{59C56632-549A-4AED-AD51-35914B89F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716125" y="12404725"/>
              <a:ext cx="92075" cy="138112"/>
            </a:xfrm>
            <a:custGeom>
              <a:avLst/>
              <a:gdLst>
                <a:gd name="T0" fmla="*/ 71 w 143"/>
                <a:gd name="T1" fmla="*/ 0 h 217"/>
                <a:gd name="T2" fmla="*/ 19 w 143"/>
                <a:gd name="T3" fmla="*/ 23 h 217"/>
                <a:gd name="T4" fmla="*/ 0 w 143"/>
                <a:gd name="T5" fmla="*/ 107 h 217"/>
                <a:gd name="T6" fmla="*/ 0 w 143"/>
                <a:gd name="T7" fmla="*/ 110 h 217"/>
                <a:gd name="T8" fmla="*/ 19 w 143"/>
                <a:gd name="T9" fmla="*/ 194 h 217"/>
                <a:gd name="T10" fmla="*/ 71 w 143"/>
                <a:gd name="T11" fmla="*/ 217 h 217"/>
                <a:gd name="T12" fmla="*/ 125 w 143"/>
                <a:gd name="T13" fmla="*/ 193 h 217"/>
                <a:gd name="T14" fmla="*/ 143 w 143"/>
                <a:gd name="T15" fmla="*/ 133 h 217"/>
                <a:gd name="T16" fmla="*/ 143 w 143"/>
                <a:gd name="T17" fmla="*/ 101 h 217"/>
                <a:gd name="T18" fmla="*/ 72 w 143"/>
                <a:gd name="T19" fmla="*/ 101 h 217"/>
                <a:gd name="T20" fmla="*/ 72 w 143"/>
                <a:gd name="T21" fmla="*/ 126 h 217"/>
                <a:gd name="T22" fmla="*/ 115 w 143"/>
                <a:gd name="T23" fmla="*/ 126 h 217"/>
                <a:gd name="T24" fmla="*/ 115 w 143"/>
                <a:gd name="T25" fmla="*/ 140 h 217"/>
                <a:gd name="T26" fmla="*/ 105 w 143"/>
                <a:gd name="T27" fmla="*/ 175 h 217"/>
                <a:gd name="T28" fmla="*/ 71 w 143"/>
                <a:gd name="T29" fmla="*/ 190 h 217"/>
                <a:gd name="T30" fmla="*/ 40 w 143"/>
                <a:gd name="T31" fmla="*/ 177 h 217"/>
                <a:gd name="T32" fmla="*/ 28 w 143"/>
                <a:gd name="T33" fmla="*/ 109 h 217"/>
                <a:gd name="T34" fmla="*/ 40 w 143"/>
                <a:gd name="T35" fmla="*/ 41 h 217"/>
                <a:gd name="T36" fmla="*/ 71 w 143"/>
                <a:gd name="T37" fmla="*/ 27 h 217"/>
                <a:gd name="T38" fmla="*/ 114 w 143"/>
                <a:gd name="T39" fmla="*/ 65 h 217"/>
                <a:gd name="T40" fmla="*/ 143 w 143"/>
                <a:gd name="T41" fmla="*/ 65 h 217"/>
                <a:gd name="T42" fmla="*/ 71 w 143"/>
                <a:gd name="T4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" h="217">
                  <a:moveTo>
                    <a:pt x="71" y="0"/>
                  </a:moveTo>
                  <a:cubicBezTo>
                    <a:pt x="50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93" y="217"/>
                    <a:pt x="111" y="209"/>
                    <a:pt x="125" y="193"/>
                  </a:cubicBezTo>
                  <a:cubicBezTo>
                    <a:pt x="138" y="178"/>
                    <a:pt x="143" y="161"/>
                    <a:pt x="143" y="133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126"/>
                    <a:pt x="72" y="126"/>
                    <a:pt x="72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5" y="155"/>
                    <a:pt x="112" y="166"/>
                    <a:pt x="105" y="175"/>
                  </a:cubicBezTo>
                  <a:cubicBezTo>
                    <a:pt x="96" y="185"/>
                    <a:pt x="84" y="190"/>
                    <a:pt x="71" y="190"/>
                  </a:cubicBezTo>
                  <a:cubicBezTo>
                    <a:pt x="59" y="190"/>
                    <a:pt x="47" y="185"/>
                    <a:pt x="40" y="177"/>
                  </a:cubicBezTo>
                  <a:cubicBezTo>
                    <a:pt x="30" y="165"/>
                    <a:pt x="28" y="152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3" y="27"/>
                    <a:pt x="109" y="40"/>
                    <a:pt x="114" y="65"/>
                  </a:cubicBezTo>
                  <a:cubicBezTo>
                    <a:pt x="143" y="65"/>
                    <a:pt x="143" y="65"/>
                    <a:pt x="143" y="65"/>
                  </a:cubicBezTo>
                  <a:cubicBezTo>
                    <a:pt x="137" y="33"/>
                    <a:pt x="116" y="0"/>
                    <a:pt x="7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2" name="Freeform 511">
              <a:extLst>
                <a:ext uri="{FF2B5EF4-FFF2-40B4-BE49-F238E27FC236}">
                  <a16:creationId xmlns:a16="http://schemas.microsoft.com/office/drawing/2014/main" id="{0635CFB8-F887-4303-8F13-42D91413D8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35188" y="12404725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6 h 86"/>
                <a:gd name="T6" fmla="*/ 12 w 51"/>
                <a:gd name="T7" fmla="*/ 76 h 86"/>
                <a:gd name="T8" fmla="*/ 12 w 51"/>
                <a:gd name="T9" fmla="*/ 0 h 86"/>
                <a:gd name="T10" fmla="*/ 0 w 51"/>
                <a:gd name="T11" fmla="*/ 0 h 86"/>
                <a:gd name="T12" fmla="*/ 0 w 51"/>
                <a:gd name="T1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6"/>
                  </a:lnTo>
                  <a:lnTo>
                    <a:pt x="12" y="76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3" name="Freeform 512">
              <a:extLst>
                <a:ext uri="{FF2B5EF4-FFF2-40B4-BE49-F238E27FC236}">
                  <a16:creationId xmlns:a16="http://schemas.microsoft.com/office/drawing/2014/main" id="{DAD603F8-19A6-4DC9-AE2F-AE203B1A3E9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927263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23 w 142"/>
                <a:gd name="T13" fmla="*/ 194 h 217"/>
                <a:gd name="T14" fmla="*/ 142 w 142"/>
                <a:gd name="T15" fmla="*/ 112 h 217"/>
                <a:gd name="T16" fmla="*/ 142 w 142"/>
                <a:gd name="T17" fmla="*/ 109 h 217"/>
                <a:gd name="T18" fmla="*/ 142 w 142"/>
                <a:gd name="T19" fmla="*/ 105 h 217"/>
                <a:gd name="T20" fmla="*/ 123 w 142"/>
                <a:gd name="T21" fmla="*/ 23 h 217"/>
                <a:gd name="T22" fmla="*/ 71 w 142"/>
                <a:gd name="T23" fmla="*/ 0 h 217"/>
                <a:gd name="T24" fmla="*/ 71 w 142"/>
                <a:gd name="T25" fmla="*/ 190 h 217"/>
                <a:gd name="T26" fmla="*/ 40 w 142"/>
                <a:gd name="T27" fmla="*/ 176 h 217"/>
                <a:gd name="T28" fmla="*/ 28 w 142"/>
                <a:gd name="T29" fmla="*/ 109 h 217"/>
                <a:gd name="T30" fmla="*/ 40 w 142"/>
                <a:gd name="T31" fmla="*/ 41 h 217"/>
                <a:gd name="T32" fmla="*/ 71 w 142"/>
                <a:gd name="T33" fmla="*/ 27 h 217"/>
                <a:gd name="T34" fmla="*/ 102 w 142"/>
                <a:gd name="T35" fmla="*/ 41 h 217"/>
                <a:gd name="T36" fmla="*/ 114 w 142"/>
                <a:gd name="T37" fmla="*/ 109 h 217"/>
                <a:gd name="T38" fmla="*/ 102 w 142"/>
                <a:gd name="T39" fmla="*/ 176 h 217"/>
                <a:gd name="T40" fmla="*/ 71 w 142"/>
                <a:gd name="T41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0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0" y="217"/>
                    <a:pt x="71" y="217"/>
                  </a:cubicBezTo>
                  <a:cubicBezTo>
                    <a:pt x="91" y="217"/>
                    <a:pt x="109" y="209"/>
                    <a:pt x="123" y="194"/>
                  </a:cubicBezTo>
                  <a:cubicBezTo>
                    <a:pt x="142" y="174"/>
                    <a:pt x="142" y="151"/>
                    <a:pt x="142" y="112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7"/>
                    <a:pt x="142" y="43"/>
                    <a:pt x="123" y="23"/>
                  </a:cubicBezTo>
                  <a:cubicBezTo>
                    <a:pt x="109" y="8"/>
                    <a:pt x="91" y="0"/>
                    <a:pt x="71" y="0"/>
                  </a:cubicBezTo>
                  <a:moveTo>
                    <a:pt x="71" y="190"/>
                  </a:moveTo>
                  <a:cubicBezTo>
                    <a:pt x="59" y="190"/>
                    <a:pt x="47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7" y="32"/>
                    <a:pt x="59" y="27"/>
                    <a:pt x="71" y="27"/>
                  </a:cubicBezTo>
                  <a:cubicBezTo>
                    <a:pt x="83" y="27"/>
                    <a:pt x="94" y="32"/>
                    <a:pt x="102" y="41"/>
                  </a:cubicBezTo>
                  <a:cubicBezTo>
                    <a:pt x="112" y="53"/>
                    <a:pt x="114" y="65"/>
                    <a:pt x="114" y="109"/>
                  </a:cubicBezTo>
                  <a:cubicBezTo>
                    <a:pt x="114" y="153"/>
                    <a:pt x="112" y="165"/>
                    <a:pt x="102" y="176"/>
                  </a:cubicBezTo>
                  <a:cubicBezTo>
                    <a:pt x="94" y="185"/>
                    <a:pt x="83" y="190"/>
                    <a:pt x="71" y="19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4" name="Freeform 513">
              <a:extLst>
                <a:ext uri="{FF2B5EF4-FFF2-40B4-BE49-F238E27FC236}">
                  <a16:creationId xmlns:a16="http://schemas.microsoft.com/office/drawing/2014/main" id="{E33F5475-2BBE-4F43-9458-15A3AC6FA2D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044738" y="12404725"/>
              <a:ext cx="88900" cy="136525"/>
            </a:xfrm>
            <a:custGeom>
              <a:avLst/>
              <a:gdLst>
                <a:gd name="T0" fmla="*/ 0 w 140"/>
                <a:gd name="T1" fmla="*/ 213 h 213"/>
                <a:gd name="T2" fmla="*/ 80 w 140"/>
                <a:gd name="T3" fmla="*/ 213 h 213"/>
                <a:gd name="T4" fmla="*/ 140 w 140"/>
                <a:gd name="T5" fmla="*/ 154 h 213"/>
                <a:gd name="T6" fmla="*/ 110 w 140"/>
                <a:gd name="T7" fmla="*/ 105 h 213"/>
                <a:gd name="T8" fmla="*/ 108 w 140"/>
                <a:gd name="T9" fmla="*/ 104 h 213"/>
                <a:gd name="T10" fmla="*/ 110 w 140"/>
                <a:gd name="T11" fmla="*/ 102 h 213"/>
                <a:gd name="T12" fmla="*/ 137 w 140"/>
                <a:gd name="T13" fmla="*/ 58 h 213"/>
                <a:gd name="T14" fmla="*/ 77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78 w 140"/>
                <a:gd name="T21" fmla="*/ 186 h 213"/>
                <a:gd name="T22" fmla="*/ 28 w 140"/>
                <a:gd name="T23" fmla="*/ 186 h 213"/>
                <a:gd name="T24" fmla="*/ 28 w 140"/>
                <a:gd name="T25" fmla="*/ 118 h 213"/>
                <a:gd name="T26" fmla="*/ 78 w 140"/>
                <a:gd name="T27" fmla="*/ 118 h 213"/>
                <a:gd name="T28" fmla="*/ 112 w 140"/>
                <a:gd name="T29" fmla="*/ 152 h 213"/>
                <a:gd name="T30" fmla="*/ 78 w 140"/>
                <a:gd name="T31" fmla="*/ 186 h 213"/>
                <a:gd name="T32" fmla="*/ 75 w 140"/>
                <a:gd name="T33" fmla="*/ 91 h 213"/>
                <a:gd name="T34" fmla="*/ 28 w 140"/>
                <a:gd name="T35" fmla="*/ 91 h 213"/>
                <a:gd name="T36" fmla="*/ 28 w 140"/>
                <a:gd name="T37" fmla="*/ 27 h 213"/>
                <a:gd name="T38" fmla="*/ 75 w 140"/>
                <a:gd name="T39" fmla="*/ 27 h 213"/>
                <a:gd name="T40" fmla="*/ 109 w 140"/>
                <a:gd name="T41" fmla="*/ 59 h 213"/>
                <a:gd name="T42" fmla="*/ 75 w 140"/>
                <a:gd name="T43" fmla="*/ 9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80" y="213"/>
                    <a:pt x="80" y="213"/>
                    <a:pt x="80" y="213"/>
                  </a:cubicBezTo>
                  <a:cubicBezTo>
                    <a:pt x="117" y="213"/>
                    <a:pt x="140" y="190"/>
                    <a:pt x="140" y="154"/>
                  </a:cubicBezTo>
                  <a:cubicBezTo>
                    <a:pt x="140" y="131"/>
                    <a:pt x="129" y="113"/>
                    <a:pt x="110" y="105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10" y="102"/>
                    <a:pt x="110" y="102"/>
                    <a:pt x="110" y="102"/>
                  </a:cubicBezTo>
                  <a:cubicBezTo>
                    <a:pt x="124" y="97"/>
                    <a:pt x="137" y="81"/>
                    <a:pt x="137" y="58"/>
                  </a:cubicBezTo>
                  <a:cubicBezTo>
                    <a:pt x="137" y="22"/>
                    <a:pt x="114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8" y="186"/>
                  </a:moveTo>
                  <a:cubicBezTo>
                    <a:pt x="28" y="186"/>
                    <a:pt x="28" y="186"/>
                    <a:pt x="28" y="186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99" y="118"/>
                    <a:pt x="112" y="131"/>
                    <a:pt x="112" y="152"/>
                  </a:cubicBezTo>
                  <a:cubicBezTo>
                    <a:pt x="112" y="173"/>
                    <a:pt x="99" y="186"/>
                    <a:pt x="78" y="186"/>
                  </a:cubicBezTo>
                  <a:moveTo>
                    <a:pt x="75" y="91"/>
                  </a:moveTo>
                  <a:cubicBezTo>
                    <a:pt x="28" y="91"/>
                    <a:pt x="28" y="91"/>
                    <a:pt x="28" y="91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96" y="27"/>
                    <a:pt x="109" y="39"/>
                    <a:pt x="109" y="59"/>
                  </a:cubicBezTo>
                  <a:cubicBezTo>
                    <a:pt x="109" y="79"/>
                    <a:pt x="96" y="91"/>
                    <a:pt x="75" y="9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5" name="Freeform 514">
              <a:extLst>
                <a:ext uri="{FF2B5EF4-FFF2-40B4-BE49-F238E27FC236}">
                  <a16:creationId xmlns:a16="http://schemas.microsoft.com/office/drawing/2014/main" id="{E659777A-9689-4BEE-AEF4-F4F7802D4DD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146338" y="12404725"/>
              <a:ext cx="107950" cy="136525"/>
            </a:xfrm>
            <a:custGeom>
              <a:avLst/>
              <a:gdLst>
                <a:gd name="T0" fmla="*/ 56 w 68"/>
                <a:gd name="T1" fmla="*/ 86 h 86"/>
                <a:gd name="T2" fmla="*/ 68 w 68"/>
                <a:gd name="T3" fmla="*/ 86 h 86"/>
                <a:gd name="T4" fmla="*/ 39 w 68"/>
                <a:gd name="T5" fmla="*/ 0 h 86"/>
                <a:gd name="T6" fmla="*/ 30 w 68"/>
                <a:gd name="T7" fmla="*/ 0 h 86"/>
                <a:gd name="T8" fmla="*/ 0 w 68"/>
                <a:gd name="T9" fmla="*/ 86 h 86"/>
                <a:gd name="T10" fmla="*/ 12 w 68"/>
                <a:gd name="T11" fmla="*/ 86 h 86"/>
                <a:gd name="T12" fmla="*/ 18 w 68"/>
                <a:gd name="T13" fmla="*/ 69 h 86"/>
                <a:gd name="T14" fmla="*/ 51 w 68"/>
                <a:gd name="T15" fmla="*/ 69 h 86"/>
                <a:gd name="T16" fmla="*/ 56 w 68"/>
                <a:gd name="T17" fmla="*/ 86 h 86"/>
                <a:gd name="T18" fmla="*/ 47 w 68"/>
                <a:gd name="T19" fmla="*/ 59 h 86"/>
                <a:gd name="T20" fmla="*/ 21 w 68"/>
                <a:gd name="T21" fmla="*/ 59 h 86"/>
                <a:gd name="T22" fmla="*/ 35 w 68"/>
                <a:gd name="T23" fmla="*/ 18 h 86"/>
                <a:gd name="T24" fmla="*/ 35 w 68"/>
                <a:gd name="T25" fmla="*/ 19 h 86"/>
                <a:gd name="T26" fmla="*/ 47 w 68"/>
                <a:gd name="T27" fmla="*/ 5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86">
                  <a:moveTo>
                    <a:pt x="56" y="86"/>
                  </a:moveTo>
                  <a:lnTo>
                    <a:pt x="68" y="86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8" y="69"/>
                  </a:lnTo>
                  <a:lnTo>
                    <a:pt x="51" y="69"/>
                  </a:lnTo>
                  <a:lnTo>
                    <a:pt x="56" y="86"/>
                  </a:lnTo>
                  <a:close/>
                  <a:moveTo>
                    <a:pt x="47" y="59"/>
                  </a:moveTo>
                  <a:lnTo>
                    <a:pt x="21" y="59"/>
                  </a:lnTo>
                  <a:lnTo>
                    <a:pt x="35" y="18"/>
                  </a:lnTo>
                  <a:lnTo>
                    <a:pt x="35" y="19"/>
                  </a:lnTo>
                  <a:lnTo>
                    <a:pt x="47" y="5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6" name="Freeform 515">
              <a:extLst>
                <a:ext uri="{FF2B5EF4-FFF2-40B4-BE49-F238E27FC236}">
                  <a16:creationId xmlns:a16="http://schemas.microsoft.com/office/drawing/2014/main" id="{71C53C0A-B29F-4834-903D-71F3B1A90F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273338" y="12404725"/>
              <a:ext cx="79375" cy="136525"/>
            </a:xfrm>
            <a:custGeom>
              <a:avLst/>
              <a:gdLst>
                <a:gd name="T0" fmla="*/ 0 w 50"/>
                <a:gd name="T1" fmla="*/ 86 h 86"/>
                <a:gd name="T2" fmla="*/ 50 w 50"/>
                <a:gd name="T3" fmla="*/ 86 h 86"/>
                <a:gd name="T4" fmla="*/ 50 w 50"/>
                <a:gd name="T5" fmla="*/ 76 h 86"/>
                <a:gd name="T6" fmla="*/ 11 w 50"/>
                <a:gd name="T7" fmla="*/ 76 h 86"/>
                <a:gd name="T8" fmla="*/ 11 w 50"/>
                <a:gd name="T9" fmla="*/ 0 h 86"/>
                <a:gd name="T10" fmla="*/ 0 w 50"/>
                <a:gd name="T11" fmla="*/ 0 h 86"/>
                <a:gd name="T12" fmla="*/ 0 w 50"/>
                <a:gd name="T1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86">
                  <a:moveTo>
                    <a:pt x="0" y="86"/>
                  </a:moveTo>
                  <a:lnTo>
                    <a:pt x="50" y="86"/>
                  </a:lnTo>
                  <a:lnTo>
                    <a:pt x="50" y="76"/>
                  </a:lnTo>
                  <a:lnTo>
                    <a:pt x="11" y="7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7" name="Freeform 516">
              <a:extLst>
                <a:ext uri="{FF2B5EF4-FFF2-40B4-BE49-F238E27FC236}">
                  <a16:creationId xmlns:a16="http://schemas.microsoft.com/office/drawing/2014/main" id="{EDE08AE7-CC32-4C1E-9417-10A6B17274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422563" y="12404725"/>
              <a:ext cx="79375" cy="136525"/>
            </a:xfrm>
            <a:custGeom>
              <a:avLst/>
              <a:gdLst>
                <a:gd name="T0" fmla="*/ 0 w 50"/>
                <a:gd name="T1" fmla="*/ 86 h 86"/>
                <a:gd name="T2" fmla="*/ 50 w 50"/>
                <a:gd name="T3" fmla="*/ 86 h 86"/>
                <a:gd name="T4" fmla="*/ 50 w 50"/>
                <a:gd name="T5" fmla="*/ 76 h 86"/>
                <a:gd name="T6" fmla="*/ 10 w 50"/>
                <a:gd name="T7" fmla="*/ 76 h 86"/>
                <a:gd name="T8" fmla="*/ 10 w 50"/>
                <a:gd name="T9" fmla="*/ 48 h 86"/>
                <a:gd name="T10" fmla="*/ 44 w 50"/>
                <a:gd name="T11" fmla="*/ 48 h 86"/>
                <a:gd name="T12" fmla="*/ 44 w 50"/>
                <a:gd name="T13" fmla="*/ 38 h 86"/>
                <a:gd name="T14" fmla="*/ 10 w 50"/>
                <a:gd name="T15" fmla="*/ 38 h 86"/>
                <a:gd name="T16" fmla="*/ 10 w 50"/>
                <a:gd name="T17" fmla="*/ 11 h 86"/>
                <a:gd name="T18" fmla="*/ 50 w 50"/>
                <a:gd name="T19" fmla="*/ 11 h 86"/>
                <a:gd name="T20" fmla="*/ 50 w 50"/>
                <a:gd name="T21" fmla="*/ 0 h 86"/>
                <a:gd name="T22" fmla="*/ 0 w 50"/>
                <a:gd name="T23" fmla="*/ 0 h 86"/>
                <a:gd name="T24" fmla="*/ 0 w 5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86">
                  <a:moveTo>
                    <a:pt x="0" y="86"/>
                  </a:moveTo>
                  <a:lnTo>
                    <a:pt x="50" y="86"/>
                  </a:lnTo>
                  <a:lnTo>
                    <a:pt x="50" y="76"/>
                  </a:lnTo>
                  <a:lnTo>
                    <a:pt x="10" y="76"/>
                  </a:lnTo>
                  <a:lnTo>
                    <a:pt x="10" y="48"/>
                  </a:lnTo>
                  <a:lnTo>
                    <a:pt x="44" y="48"/>
                  </a:lnTo>
                  <a:lnTo>
                    <a:pt x="44" y="38"/>
                  </a:lnTo>
                  <a:lnTo>
                    <a:pt x="10" y="38"/>
                  </a:lnTo>
                  <a:lnTo>
                    <a:pt x="10" y="11"/>
                  </a:lnTo>
                  <a:lnTo>
                    <a:pt x="50" y="11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8" name="Freeform 517">
              <a:extLst>
                <a:ext uri="{FF2B5EF4-FFF2-40B4-BE49-F238E27FC236}">
                  <a16:creationId xmlns:a16="http://schemas.microsoft.com/office/drawing/2014/main" id="{FEAA8A77-CE97-4351-A5FA-5A0A7875D5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525750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42 w 142"/>
                <a:gd name="T13" fmla="*/ 153 h 217"/>
                <a:gd name="T14" fmla="*/ 114 w 142"/>
                <a:gd name="T15" fmla="*/ 153 h 217"/>
                <a:gd name="T16" fmla="*/ 71 w 142"/>
                <a:gd name="T17" fmla="*/ 190 h 217"/>
                <a:gd name="T18" fmla="*/ 41 w 142"/>
                <a:gd name="T19" fmla="*/ 177 h 217"/>
                <a:gd name="T20" fmla="*/ 28 w 142"/>
                <a:gd name="T21" fmla="*/ 109 h 217"/>
                <a:gd name="T22" fmla="*/ 41 w 142"/>
                <a:gd name="T23" fmla="*/ 41 h 217"/>
                <a:gd name="T24" fmla="*/ 71 w 142"/>
                <a:gd name="T25" fmla="*/ 27 h 217"/>
                <a:gd name="T26" fmla="*/ 113 w 142"/>
                <a:gd name="T27" fmla="*/ 64 h 217"/>
                <a:gd name="T28" fmla="*/ 142 w 142"/>
                <a:gd name="T29" fmla="*/ 64 h 217"/>
                <a:gd name="T30" fmla="*/ 71 w 142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109" y="217"/>
                    <a:pt x="135" y="193"/>
                    <a:pt x="142" y="153"/>
                  </a:cubicBezTo>
                  <a:cubicBezTo>
                    <a:pt x="114" y="153"/>
                    <a:pt x="114" y="153"/>
                    <a:pt x="114" y="153"/>
                  </a:cubicBezTo>
                  <a:cubicBezTo>
                    <a:pt x="108" y="177"/>
                    <a:pt x="93" y="190"/>
                    <a:pt x="71" y="190"/>
                  </a:cubicBezTo>
                  <a:cubicBezTo>
                    <a:pt x="59" y="190"/>
                    <a:pt x="48" y="185"/>
                    <a:pt x="41" y="177"/>
                  </a:cubicBezTo>
                  <a:cubicBezTo>
                    <a:pt x="31" y="165"/>
                    <a:pt x="28" y="152"/>
                    <a:pt x="28" y="109"/>
                  </a:cubicBezTo>
                  <a:cubicBezTo>
                    <a:pt x="28" y="65"/>
                    <a:pt x="31" y="52"/>
                    <a:pt x="41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2" y="27"/>
                    <a:pt x="108" y="41"/>
                    <a:pt x="113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35" y="24"/>
                    <a:pt x="108" y="0"/>
                    <a:pt x="7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9" name="Freeform 518">
              <a:extLst>
                <a:ext uri="{FF2B5EF4-FFF2-40B4-BE49-F238E27FC236}">
                  <a16:creationId xmlns:a16="http://schemas.microsoft.com/office/drawing/2014/main" id="{241F8C4A-7305-4DBE-8F09-8108E0C23E4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635288" y="12404725"/>
              <a:ext cx="92075" cy="138112"/>
            </a:xfrm>
            <a:custGeom>
              <a:avLst/>
              <a:gdLst>
                <a:gd name="T0" fmla="*/ 71 w 143"/>
                <a:gd name="T1" fmla="*/ 0 h 217"/>
                <a:gd name="T2" fmla="*/ 20 w 143"/>
                <a:gd name="T3" fmla="*/ 23 h 217"/>
                <a:gd name="T4" fmla="*/ 0 w 143"/>
                <a:gd name="T5" fmla="*/ 107 h 217"/>
                <a:gd name="T6" fmla="*/ 0 w 143"/>
                <a:gd name="T7" fmla="*/ 110 h 217"/>
                <a:gd name="T8" fmla="*/ 20 w 143"/>
                <a:gd name="T9" fmla="*/ 194 h 217"/>
                <a:gd name="T10" fmla="*/ 71 w 143"/>
                <a:gd name="T11" fmla="*/ 217 h 217"/>
                <a:gd name="T12" fmla="*/ 124 w 143"/>
                <a:gd name="T13" fmla="*/ 194 h 217"/>
                <a:gd name="T14" fmla="*/ 143 w 143"/>
                <a:gd name="T15" fmla="*/ 112 h 217"/>
                <a:gd name="T16" fmla="*/ 143 w 143"/>
                <a:gd name="T17" fmla="*/ 105 h 217"/>
                <a:gd name="T18" fmla="*/ 124 w 143"/>
                <a:gd name="T19" fmla="*/ 23 h 217"/>
                <a:gd name="T20" fmla="*/ 71 w 143"/>
                <a:gd name="T21" fmla="*/ 0 h 217"/>
                <a:gd name="T22" fmla="*/ 71 w 143"/>
                <a:gd name="T23" fmla="*/ 190 h 217"/>
                <a:gd name="T24" fmla="*/ 40 w 143"/>
                <a:gd name="T25" fmla="*/ 176 h 217"/>
                <a:gd name="T26" fmla="*/ 28 w 143"/>
                <a:gd name="T27" fmla="*/ 109 h 217"/>
                <a:gd name="T28" fmla="*/ 40 w 143"/>
                <a:gd name="T29" fmla="*/ 41 h 217"/>
                <a:gd name="T30" fmla="*/ 71 w 143"/>
                <a:gd name="T31" fmla="*/ 27 h 217"/>
                <a:gd name="T32" fmla="*/ 103 w 143"/>
                <a:gd name="T33" fmla="*/ 41 h 217"/>
                <a:gd name="T34" fmla="*/ 115 w 143"/>
                <a:gd name="T35" fmla="*/ 109 h 217"/>
                <a:gd name="T36" fmla="*/ 103 w 143"/>
                <a:gd name="T37" fmla="*/ 176 h 217"/>
                <a:gd name="T38" fmla="*/ 71 w 143"/>
                <a:gd name="T39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3" h="217">
                  <a:moveTo>
                    <a:pt x="71" y="0"/>
                  </a:moveTo>
                  <a:cubicBezTo>
                    <a:pt x="51" y="0"/>
                    <a:pt x="34" y="8"/>
                    <a:pt x="20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20" y="194"/>
                  </a:cubicBezTo>
                  <a:cubicBezTo>
                    <a:pt x="34" y="209"/>
                    <a:pt x="51" y="217"/>
                    <a:pt x="71" y="217"/>
                  </a:cubicBezTo>
                  <a:cubicBezTo>
                    <a:pt x="92" y="217"/>
                    <a:pt x="110" y="209"/>
                    <a:pt x="124" y="194"/>
                  </a:cubicBezTo>
                  <a:cubicBezTo>
                    <a:pt x="143" y="174"/>
                    <a:pt x="143" y="151"/>
                    <a:pt x="143" y="112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3" y="67"/>
                    <a:pt x="143" y="43"/>
                    <a:pt x="124" y="23"/>
                  </a:cubicBezTo>
                  <a:cubicBezTo>
                    <a:pt x="110" y="8"/>
                    <a:pt x="92" y="0"/>
                    <a:pt x="71" y="0"/>
                  </a:cubicBezTo>
                  <a:moveTo>
                    <a:pt x="71" y="190"/>
                  </a:moveTo>
                  <a:cubicBezTo>
                    <a:pt x="60" y="190"/>
                    <a:pt x="48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60" y="27"/>
                    <a:pt x="71" y="27"/>
                  </a:cubicBezTo>
                  <a:cubicBezTo>
                    <a:pt x="83" y="27"/>
                    <a:pt x="95" y="32"/>
                    <a:pt x="103" y="41"/>
                  </a:cubicBezTo>
                  <a:cubicBezTo>
                    <a:pt x="113" y="53"/>
                    <a:pt x="115" y="65"/>
                    <a:pt x="115" y="109"/>
                  </a:cubicBezTo>
                  <a:cubicBezTo>
                    <a:pt x="115" y="153"/>
                    <a:pt x="113" y="165"/>
                    <a:pt x="103" y="176"/>
                  </a:cubicBezTo>
                  <a:cubicBezTo>
                    <a:pt x="95" y="185"/>
                    <a:pt x="83" y="190"/>
                    <a:pt x="71" y="19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0" name="Freeform 519">
              <a:extLst>
                <a:ext uri="{FF2B5EF4-FFF2-40B4-BE49-F238E27FC236}">
                  <a16:creationId xmlns:a16="http://schemas.microsoft.com/office/drawing/2014/main" id="{D7530751-867F-412A-AB5F-A86B8D962B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754350" y="12404725"/>
              <a:ext cx="95250" cy="136525"/>
            </a:xfrm>
            <a:custGeom>
              <a:avLst/>
              <a:gdLst>
                <a:gd name="T0" fmla="*/ 49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3 h 86"/>
                <a:gd name="T10" fmla="*/ 48 w 60"/>
                <a:gd name="T11" fmla="*/ 62 h 86"/>
                <a:gd name="T12" fmla="*/ 10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1 w 60"/>
                <a:gd name="T19" fmla="*/ 86 h 86"/>
                <a:gd name="T20" fmla="*/ 11 w 60"/>
                <a:gd name="T21" fmla="*/ 24 h 86"/>
                <a:gd name="T22" fmla="*/ 12 w 60"/>
                <a:gd name="T23" fmla="*/ 25 h 86"/>
                <a:gd name="T24" fmla="*/ 49 w 6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86">
                  <a:moveTo>
                    <a:pt x="49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3"/>
                  </a:lnTo>
                  <a:lnTo>
                    <a:pt x="48" y="62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4"/>
                  </a:lnTo>
                  <a:lnTo>
                    <a:pt x="12" y="25"/>
                  </a:lnTo>
                  <a:lnTo>
                    <a:pt x="49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1" name="Freeform 520">
              <a:extLst>
                <a:ext uri="{FF2B5EF4-FFF2-40B4-BE49-F238E27FC236}">
                  <a16:creationId xmlns:a16="http://schemas.microsoft.com/office/drawing/2014/main" id="{C46EE432-B92B-4A4A-97DB-6F40276943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78175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24 w 142"/>
                <a:gd name="T13" fmla="*/ 194 h 217"/>
                <a:gd name="T14" fmla="*/ 142 w 142"/>
                <a:gd name="T15" fmla="*/ 112 h 217"/>
                <a:gd name="T16" fmla="*/ 142 w 142"/>
                <a:gd name="T17" fmla="*/ 105 h 217"/>
                <a:gd name="T18" fmla="*/ 124 w 142"/>
                <a:gd name="T19" fmla="*/ 23 h 217"/>
                <a:gd name="T20" fmla="*/ 71 w 142"/>
                <a:gd name="T21" fmla="*/ 0 h 217"/>
                <a:gd name="T22" fmla="*/ 71 w 142"/>
                <a:gd name="T23" fmla="*/ 190 h 217"/>
                <a:gd name="T24" fmla="*/ 40 w 142"/>
                <a:gd name="T25" fmla="*/ 176 h 217"/>
                <a:gd name="T26" fmla="*/ 28 w 142"/>
                <a:gd name="T27" fmla="*/ 109 h 217"/>
                <a:gd name="T28" fmla="*/ 40 w 142"/>
                <a:gd name="T29" fmla="*/ 41 h 217"/>
                <a:gd name="T30" fmla="*/ 71 w 142"/>
                <a:gd name="T31" fmla="*/ 27 h 217"/>
                <a:gd name="T32" fmla="*/ 102 w 142"/>
                <a:gd name="T33" fmla="*/ 41 h 217"/>
                <a:gd name="T34" fmla="*/ 115 w 142"/>
                <a:gd name="T35" fmla="*/ 109 h 217"/>
                <a:gd name="T36" fmla="*/ 102 w 142"/>
                <a:gd name="T37" fmla="*/ 176 h 217"/>
                <a:gd name="T38" fmla="*/ 71 w 142"/>
                <a:gd name="T39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92" y="217"/>
                    <a:pt x="110" y="209"/>
                    <a:pt x="124" y="194"/>
                  </a:cubicBezTo>
                  <a:cubicBezTo>
                    <a:pt x="142" y="174"/>
                    <a:pt x="142" y="151"/>
                    <a:pt x="142" y="112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7"/>
                    <a:pt x="142" y="43"/>
                    <a:pt x="124" y="23"/>
                  </a:cubicBezTo>
                  <a:cubicBezTo>
                    <a:pt x="110" y="8"/>
                    <a:pt x="92" y="0"/>
                    <a:pt x="71" y="0"/>
                  </a:cubicBezTo>
                  <a:moveTo>
                    <a:pt x="71" y="190"/>
                  </a:moveTo>
                  <a:cubicBezTo>
                    <a:pt x="59" y="190"/>
                    <a:pt x="48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83" y="27"/>
                    <a:pt x="95" y="32"/>
                    <a:pt x="102" y="41"/>
                  </a:cubicBezTo>
                  <a:cubicBezTo>
                    <a:pt x="112" y="53"/>
                    <a:pt x="115" y="65"/>
                    <a:pt x="115" y="109"/>
                  </a:cubicBezTo>
                  <a:cubicBezTo>
                    <a:pt x="115" y="153"/>
                    <a:pt x="112" y="165"/>
                    <a:pt x="102" y="176"/>
                  </a:cubicBezTo>
                  <a:cubicBezTo>
                    <a:pt x="95" y="185"/>
                    <a:pt x="83" y="190"/>
                    <a:pt x="71" y="19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2" name="Freeform 521">
              <a:extLst>
                <a:ext uri="{FF2B5EF4-FFF2-40B4-BE49-F238E27FC236}">
                  <a16:creationId xmlns:a16="http://schemas.microsoft.com/office/drawing/2014/main" id="{F8E41260-2C7F-461B-8E54-4E2439994E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997238" y="12404725"/>
              <a:ext cx="112713" cy="136525"/>
            </a:xfrm>
            <a:custGeom>
              <a:avLst/>
              <a:gdLst>
                <a:gd name="T0" fmla="*/ 59 w 71"/>
                <a:gd name="T1" fmla="*/ 86 h 86"/>
                <a:gd name="T2" fmla="*/ 71 w 71"/>
                <a:gd name="T3" fmla="*/ 86 h 86"/>
                <a:gd name="T4" fmla="*/ 71 w 71"/>
                <a:gd name="T5" fmla="*/ 0 h 86"/>
                <a:gd name="T6" fmla="*/ 59 w 71"/>
                <a:gd name="T7" fmla="*/ 0 h 86"/>
                <a:gd name="T8" fmla="*/ 36 w 71"/>
                <a:gd name="T9" fmla="*/ 55 h 86"/>
                <a:gd name="T10" fmla="*/ 11 w 71"/>
                <a:gd name="T11" fmla="*/ 0 h 86"/>
                <a:gd name="T12" fmla="*/ 0 w 71"/>
                <a:gd name="T13" fmla="*/ 0 h 86"/>
                <a:gd name="T14" fmla="*/ 0 w 71"/>
                <a:gd name="T15" fmla="*/ 86 h 86"/>
                <a:gd name="T16" fmla="*/ 11 w 71"/>
                <a:gd name="T17" fmla="*/ 86 h 86"/>
                <a:gd name="T18" fmla="*/ 11 w 71"/>
                <a:gd name="T19" fmla="*/ 29 h 86"/>
                <a:gd name="T20" fmla="*/ 12 w 71"/>
                <a:gd name="T21" fmla="*/ 28 h 86"/>
                <a:gd name="T22" fmla="*/ 12 w 71"/>
                <a:gd name="T23" fmla="*/ 29 h 86"/>
                <a:gd name="T24" fmla="*/ 32 w 71"/>
                <a:gd name="T25" fmla="*/ 71 h 86"/>
                <a:gd name="T26" fmla="*/ 40 w 71"/>
                <a:gd name="T27" fmla="*/ 71 h 86"/>
                <a:gd name="T28" fmla="*/ 59 w 71"/>
                <a:gd name="T29" fmla="*/ 28 h 86"/>
                <a:gd name="T30" fmla="*/ 59 w 71"/>
                <a:gd name="T31" fmla="*/ 29 h 86"/>
                <a:gd name="T32" fmla="*/ 59 w 71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86">
                  <a:moveTo>
                    <a:pt x="59" y="86"/>
                  </a:moveTo>
                  <a:lnTo>
                    <a:pt x="71" y="86"/>
                  </a:lnTo>
                  <a:lnTo>
                    <a:pt x="71" y="0"/>
                  </a:lnTo>
                  <a:lnTo>
                    <a:pt x="59" y="0"/>
                  </a:lnTo>
                  <a:lnTo>
                    <a:pt x="36" y="5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9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32" y="71"/>
                  </a:lnTo>
                  <a:lnTo>
                    <a:pt x="40" y="71"/>
                  </a:lnTo>
                  <a:lnTo>
                    <a:pt x="59" y="28"/>
                  </a:lnTo>
                  <a:lnTo>
                    <a:pt x="59" y="29"/>
                  </a:lnTo>
                  <a:lnTo>
                    <a:pt x="59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3" name="Rectangle 522">
              <a:extLst>
                <a:ext uri="{FF2B5EF4-FFF2-40B4-BE49-F238E27FC236}">
                  <a16:creationId xmlns:a16="http://schemas.microsoft.com/office/drawing/2014/main" id="{6F0DFA37-93B8-418D-949A-0134430E531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6141700" y="12404725"/>
              <a:ext cx="17463" cy="13652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4" name="Freeform 523">
              <a:extLst>
                <a:ext uri="{FF2B5EF4-FFF2-40B4-BE49-F238E27FC236}">
                  <a16:creationId xmlns:a16="http://schemas.microsoft.com/office/drawing/2014/main" id="{D99D7DA0-BF14-4A61-A5CD-4980101DC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187738" y="12404725"/>
              <a:ext cx="92075" cy="138112"/>
            </a:xfrm>
            <a:custGeom>
              <a:avLst/>
              <a:gdLst>
                <a:gd name="T0" fmla="*/ 72 w 143"/>
                <a:gd name="T1" fmla="*/ 0 h 217"/>
                <a:gd name="T2" fmla="*/ 20 w 143"/>
                <a:gd name="T3" fmla="*/ 23 h 217"/>
                <a:gd name="T4" fmla="*/ 1 w 143"/>
                <a:gd name="T5" fmla="*/ 107 h 217"/>
                <a:gd name="T6" fmla="*/ 1 w 143"/>
                <a:gd name="T7" fmla="*/ 110 h 217"/>
                <a:gd name="T8" fmla="*/ 20 w 143"/>
                <a:gd name="T9" fmla="*/ 194 h 217"/>
                <a:gd name="T10" fmla="*/ 72 w 143"/>
                <a:gd name="T11" fmla="*/ 217 h 217"/>
                <a:gd name="T12" fmla="*/ 143 w 143"/>
                <a:gd name="T13" fmla="*/ 153 h 217"/>
                <a:gd name="T14" fmla="*/ 115 w 143"/>
                <a:gd name="T15" fmla="*/ 153 h 217"/>
                <a:gd name="T16" fmla="*/ 72 w 143"/>
                <a:gd name="T17" fmla="*/ 190 h 217"/>
                <a:gd name="T18" fmla="*/ 41 w 143"/>
                <a:gd name="T19" fmla="*/ 177 h 217"/>
                <a:gd name="T20" fmla="*/ 28 w 143"/>
                <a:gd name="T21" fmla="*/ 109 h 217"/>
                <a:gd name="T22" fmla="*/ 41 w 143"/>
                <a:gd name="T23" fmla="*/ 41 h 217"/>
                <a:gd name="T24" fmla="*/ 72 w 143"/>
                <a:gd name="T25" fmla="*/ 27 h 217"/>
                <a:gd name="T26" fmla="*/ 114 w 143"/>
                <a:gd name="T27" fmla="*/ 64 h 217"/>
                <a:gd name="T28" fmla="*/ 143 w 143"/>
                <a:gd name="T29" fmla="*/ 64 h 217"/>
                <a:gd name="T30" fmla="*/ 72 w 143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3" h="217">
                  <a:moveTo>
                    <a:pt x="72" y="0"/>
                  </a:moveTo>
                  <a:cubicBezTo>
                    <a:pt x="51" y="0"/>
                    <a:pt x="33" y="8"/>
                    <a:pt x="20" y="23"/>
                  </a:cubicBezTo>
                  <a:cubicBezTo>
                    <a:pt x="0" y="44"/>
                    <a:pt x="0" y="67"/>
                    <a:pt x="1" y="107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0" y="150"/>
                    <a:pt x="0" y="174"/>
                    <a:pt x="20" y="194"/>
                  </a:cubicBezTo>
                  <a:cubicBezTo>
                    <a:pt x="33" y="209"/>
                    <a:pt x="51" y="217"/>
                    <a:pt x="72" y="217"/>
                  </a:cubicBezTo>
                  <a:cubicBezTo>
                    <a:pt x="109" y="217"/>
                    <a:pt x="136" y="193"/>
                    <a:pt x="143" y="153"/>
                  </a:cubicBezTo>
                  <a:cubicBezTo>
                    <a:pt x="115" y="153"/>
                    <a:pt x="115" y="153"/>
                    <a:pt x="115" y="153"/>
                  </a:cubicBezTo>
                  <a:cubicBezTo>
                    <a:pt x="109" y="176"/>
                    <a:pt x="93" y="190"/>
                    <a:pt x="72" y="190"/>
                  </a:cubicBezTo>
                  <a:cubicBezTo>
                    <a:pt x="59" y="190"/>
                    <a:pt x="48" y="185"/>
                    <a:pt x="41" y="177"/>
                  </a:cubicBezTo>
                  <a:cubicBezTo>
                    <a:pt x="31" y="165"/>
                    <a:pt x="28" y="152"/>
                    <a:pt x="28" y="109"/>
                  </a:cubicBezTo>
                  <a:cubicBezTo>
                    <a:pt x="28" y="65"/>
                    <a:pt x="31" y="52"/>
                    <a:pt x="41" y="41"/>
                  </a:cubicBezTo>
                  <a:cubicBezTo>
                    <a:pt x="48" y="32"/>
                    <a:pt x="59" y="27"/>
                    <a:pt x="72" y="27"/>
                  </a:cubicBezTo>
                  <a:cubicBezTo>
                    <a:pt x="93" y="27"/>
                    <a:pt x="109" y="41"/>
                    <a:pt x="114" y="64"/>
                  </a:cubicBezTo>
                  <a:cubicBezTo>
                    <a:pt x="143" y="64"/>
                    <a:pt x="143" y="64"/>
                    <a:pt x="143" y="64"/>
                  </a:cubicBezTo>
                  <a:cubicBezTo>
                    <a:pt x="136" y="24"/>
                    <a:pt x="109" y="0"/>
                    <a:pt x="72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5" name="Freeform 524">
              <a:extLst>
                <a:ext uri="{FF2B5EF4-FFF2-40B4-BE49-F238E27FC236}">
                  <a16:creationId xmlns:a16="http://schemas.microsoft.com/office/drawing/2014/main" id="{F02BBBAA-AAAA-4504-93FE-0B3F52BCD5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352838" y="12404725"/>
              <a:ext cx="90488" cy="136525"/>
            </a:xfrm>
            <a:custGeom>
              <a:avLst/>
              <a:gdLst>
                <a:gd name="T0" fmla="*/ 0 w 141"/>
                <a:gd name="T1" fmla="*/ 213 h 213"/>
                <a:gd name="T2" fmla="*/ 70 w 141"/>
                <a:gd name="T3" fmla="*/ 213 h 213"/>
                <a:gd name="T4" fmla="*/ 121 w 141"/>
                <a:gd name="T5" fmla="*/ 193 h 213"/>
                <a:gd name="T6" fmla="*/ 141 w 141"/>
                <a:gd name="T7" fmla="*/ 111 h 213"/>
                <a:gd name="T8" fmla="*/ 141 w 141"/>
                <a:gd name="T9" fmla="*/ 105 h 213"/>
                <a:gd name="T10" fmla="*/ 141 w 141"/>
                <a:gd name="T11" fmla="*/ 100 h 213"/>
                <a:gd name="T12" fmla="*/ 121 w 141"/>
                <a:gd name="T13" fmla="*/ 20 h 213"/>
                <a:gd name="T14" fmla="*/ 70 w 141"/>
                <a:gd name="T15" fmla="*/ 0 h 213"/>
                <a:gd name="T16" fmla="*/ 0 w 141"/>
                <a:gd name="T17" fmla="*/ 0 h 213"/>
                <a:gd name="T18" fmla="*/ 0 w 141"/>
                <a:gd name="T19" fmla="*/ 213 h 213"/>
                <a:gd name="T20" fmla="*/ 67 w 141"/>
                <a:gd name="T21" fmla="*/ 186 h 213"/>
                <a:gd name="T22" fmla="*/ 28 w 141"/>
                <a:gd name="T23" fmla="*/ 186 h 213"/>
                <a:gd name="T24" fmla="*/ 28 w 141"/>
                <a:gd name="T25" fmla="*/ 27 h 213"/>
                <a:gd name="T26" fmla="*/ 67 w 141"/>
                <a:gd name="T27" fmla="*/ 27 h 213"/>
                <a:gd name="T28" fmla="*/ 102 w 141"/>
                <a:gd name="T29" fmla="*/ 42 h 213"/>
                <a:gd name="T30" fmla="*/ 113 w 141"/>
                <a:gd name="T31" fmla="*/ 105 h 213"/>
                <a:gd name="T32" fmla="*/ 102 w 141"/>
                <a:gd name="T33" fmla="*/ 171 h 213"/>
                <a:gd name="T34" fmla="*/ 67 w 141"/>
                <a:gd name="T35" fmla="*/ 18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213">
                  <a:moveTo>
                    <a:pt x="0" y="213"/>
                  </a:moveTo>
                  <a:cubicBezTo>
                    <a:pt x="70" y="213"/>
                    <a:pt x="70" y="213"/>
                    <a:pt x="70" y="213"/>
                  </a:cubicBezTo>
                  <a:cubicBezTo>
                    <a:pt x="91" y="213"/>
                    <a:pt x="109" y="206"/>
                    <a:pt x="121" y="193"/>
                  </a:cubicBezTo>
                  <a:cubicBezTo>
                    <a:pt x="141" y="172"/>
                    <a:pt x="141" y="141"/>
                    <a:pt x="141" y="111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41" y="71"/>
                    <a:pt x="141" y="42"/>
                    <a:pt x="121" y="20"/>
                  </a:cubicBezTo>
                  <a:cubicBezTo>
                    <a:pt x="109" y="7"/>
                    <a:pt x="91" y="0"/>
                    <a:pt x="7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67" y="186"/>
                  </a:moveTo>
                  <a:cubicBezTo>
                    <a:pt x="28" y="186"/>
                    <a:pt x="28" y="186"/>
                    <a:pt x="28" y="186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82" y="27"/>
                    <a:pt x="93" y="32"/>
                    <a:pt x="102" y="42"/>
                  </a:cubicBezTo>
                  <a:cubicBezTo>
                    <a:pt x="113" y="54"/>
                    <a:pt x="113" y="74"/>
                    <a:pt x="113" y="105"/>
                  </a:cubicBezTo>
                  <a:cubicBezTo>
                    <a:pt x="113" y="134"/>
                    <a:pt x="113" y="158"/>
                    <a:pt x="102" y="171"/>
                  </a:cubicBezTo>
                  <a:cubicBezTo>
                    <a:pt x="93" y="181"/>
                    <a:pt x="82" y="186"/>
                    <a:pt x="67" y="18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6" name="Freeform 525">
              <a:extLst>
                <a:ext uri="{FF2B5EF4-FFF2-40B4-BE49-F238E27FC236}">
                  <a16:creationId xmlns:a16="http://schemas.microsoft.com/office/drawing/2014/main" id="{29E04049-18E1-4528-9CD7-3659096086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456025" y="12404725"/>
              <a:ext cx="93663" cy="136525"/>
            </a:xfrm>
            <a:custGeom>
              <a:avLst/>
              <a:gdLst>
                <a:gd name="T0" fmla="*/ 24 w 59"/>
                <a:gd name="T1" fmla="*/ 86 h 86"/>
                <a:gd name="T2" fmla="*/ 35 w 59"/>
                <a:gd name="T3" fmla="*/ 86 h 86"/>
                <a:gd name="T4" fmla="*/ 35 w 59"/>
                <a:gd name="T5" fmla="*/ 51 h 86"/>
                <a:gd name="T6" fmla="*/ 59 w 59"/>
                <a:gd name="T7" fmla="*/ 0 h 86"/>
                <a:gd name="T8" fmla="*/ 46 w 59"/>
                <a:gd name="T9" fmla="*/ 0 h 86"/>
                <a:gd name="T10" fmla="*/ 29 w 59"/>
                <a:gd name="T11" fmla="*/ 40 h 86"/>
                <a:gd name="T12" fmla="*/ 29 w 59"/>
                <a:gd name="T13" fmla="*/ 38 h 86"/>
                <a:gd name="T14" fmla="*/ 12 w 59"/>
                <a:gd name="T15" fmla="*/ 0 h 86"/>
                <a:gd name="T16" fmla="*/ 0 w 59"/>
                <a:gd name="T17" fmla="*/ 0 h 86"/>
                <a:gd name="T18" fmla="*/ 24 w 59"/>
                <a:gd name="T19" fmla="*/ 51 h 86"/>
                <a:gd name="T20" fmla="*/ 24 w 59"/>
                <a:gd name="T2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86">
                  <a:moveTo>
                    <a:pt x="24" y="86"/>
                  </a:moveTo>
                  <a:lnTo>
                    <a:pt x="35" y="86"/>
                  </a:lnTo>
                  <a:lnTo>
                    <a:pt x="35" y="51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12" y="0"/>
                  </a:lnTo>
                  <a:lnTo>
                    <a:pt x="0" y="0"/>
                  </a:lnTo>
                  <a:lnTo>
                    <a:pt x="24" y="51"/>
                  </a:lnTo>
                  <a:lnTo>
                    <a:pt x="24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7" name="Freeform 526">
              <a:extLst>
                <a:ext uri="{FF2B5EF4-FFF2-40B4-BE49-F238E27FC236}">
                  <a16:creationId xmlns:a16="http://schemas.microsoft.com/office/drawing/2014/main" id="{644223B6-DB43-452B-9F80-F381F8EEB1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568738" y="12404725"/>
              <a:ext cx="95250" cy="136525"/>
            </a:xfrm>
            <a:custGeom>
              <a:avLst/>
              <a:gdLst>
                <a:gd name="T0" fmla="*/ 50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3 h 86"/>
                <a:gd name="T10" fmla="*/ 48 w 60"/>
                <a:gd name="T11" fmla="*/ 62 h 86"/>
                <a:gd name="T12" fmla="*/ 11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1 w 60"/>
                <a:gd name="T19" fmla="*/ 86 h 86"/>
                <a:gd name="T20" fmla="*/ 11 w 60"/>
                <a:gd name="T21" fmla="*/ 24 h 86"/>
                <a:gd name="T22" fmla="*/ 12 w 60"/>
                <a:gd name="T23" fmla="*/ 25 h 86"/>
                <a:gd name="T24" fmla="*/ 50 w 6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86">
                  <a:moveTo>
                    <a:pt x="50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3"/>
                  </a:lnTo>
                  <a:lnTo>
                    <a:pt x="48" y="62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4"/>
                  </a:lnTo>
                  <a:lnTo>
                    <a:pt x="12" y="25"/>
                  </a:lnTo>
                  <a:lnTo>
                    <a:pt x="5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8" name="Freeform 527">
              <a:extLst>
                <a:ext uri="{FF2B5EF4-FFF2-40B4-BE49-F238E27FC236}">
                  <a16:creationId xmlns:a16="http://schemas.microsoft.com/office/drawing/2014/main" id="{9EB98883-23DE-4686-8146-76C7305E9D6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684625" y="12404725"/>
              <a:ext cx="109538" cy="136525"/>
            </a:xfrm>
            <a:custGeom>
              <a:avLst/>
              <a:gdLst>
                <a:gd name="T0" fmla="*/ 57 w 69"/>
                <a:gd name="T1" fmla="*/ 86 h 86"/>
                <a:gd name="T2" fmla="*/ 69 w 69"/>
                <a:gd name="T3" fmla="*/ 86 h 86"/>
                <a:gd name="T4" fmla="*/ 39 w 69"/>
                <a:gd name="T5" fmla="*/ 0 h 86"/>
                <a:gd name="T6" fmla="*/ 30 w 69"/>
                <a:gd name="T7" fmla="*/ 0 h 86"/>
                <a:gd name="T8" fmla="*/ 0 w 69"/>
                <a:gd name="T9" fmla="*/ 86 h 86"/>
                <a:gd name="T10" fmla="*/ 13 w 69"/>
                <a:gd name="T11" fmla="*/ 86 h 86"/>
                <a:gd name="T12" fmla="*/ 18 w 69"/>
                <a:gd name="T13" fmla="*/ 69 h 86"/>
                <a:gd name="T14" fmla="*/ 51 w 69"/>
                <a:gd name="T15" fmla="*/ 69 h 86"/>
                <a:gd name="T16" fmla="*/ 51 w 69"/>
                <a:gd name="T17" fmla="*/ 69 h 86"/>
                <a:gd name="T18" fmla="*/ 57 w 69"/>
                <a:gd name="T19" fmla="*/ 86 h 86"/>
                <a:gd name="T20" fmla="*/ 48 w 69"/>
                <a:gd name="T21" fmla="*/ 59 h 86"/>
                <a:gd name="T22" fmla="*/ 21 w 69"/>
                <a:gd name="T23" fmla="*/ 59 h 86"/>
                <a:gd name="T24" fmla="*/ 35 w 69"/>
                <a:gd name="T25" fmla="*/ 18 h 86"/>
                <a:gd name="T26" fmla="*/ 48 w 69"/>
                <a:gd name="T27" fmla="*/ 5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9" h="86">
                  <a:moveTo>
                    <a:pt x="57" y="86"/>
                  </a:moveTo>
                  <a:lnTo>
                    <a:pt x="69" y="86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0" y="86"/>
                  </a:lnTo>
                  <a:lnTo>
                    <a:pt x="13" y="86"/>
                  </a:lnTo>
                  <a:lnTo>
                    <a:pt x="18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7" y="86"/>
                  </a:lnTo>
                  <a:close/>
                  <a:moveTo>
                    <a:pt x="48" y="59"/>
                  </a:moveTo>
                  <a:lnTo>
                    <a:pt x="21" y="59"/>
                  </a:lnTo>
                  <a:lnTo>
                    <a:pt x="35" y="18"/>
                  </a:lnTo>
                  <a:lnTo>
                    <a:pt x="48" y="5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9" name="Freeform 528">
              <a:extLst>
                <a:ext uri="{FF2B5EF4-FFF2-40B4-BE49-F238E27FC236}">
                  <a16:creationId xmlns:a16="http://schemas.microsoft.com/office/drawing/2014/main" id="{6FC0104A-76EC-4471-8EAB-71B7276D9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813213" y="12404725"/>
              <a:ext cx="111125" cy="136525"/>
            </a:xfrm>
            <a:custGeom>
              <a:avLst/>
              <a:gdLst>
                <a:gd name="T0" fmla="*/ 59 w 70"/>
                <a:gd name="T1" fmla="*/ 86 h 86"/>
                <a:gd name="T2" fmla="*/ 70 w 70"/>
                <a:gd name="T3" fmla="*/ 86 h 86"/>
                <a:gd name="T4" fmla="*/ 70 w 70"/>
                <a:gd name="T5" fmla="*/ 0 h 86"/>
                <a:gd name="T6" fmla="*/ 59 w 70"/>
                <a:gd name="T7" fmla="*/ 0 h 86"/>
                <a:gd name="T8" fmla="*/ 35 w 70"/>
                <a:gd name="T9" fmla="*/ 55 h 86"/>
                <a:gd name="T10" fmla="*/ 11 w 70"/>
                <a:gd name="T11" fmla="*/ 0 h 86"/>
                <a:gd name="T12" fmla="*/ 0 w 70"/>
                <a:gd name="T13" fmla="*/ 0 h 86"/>
                <a:gd name="T14" fmla="*/ 0 w 70"/>
                <a:gd name="T15" fmla="*/ 86 h 86"/>
                <a:gd name="T16" fmla="*/ 11 w 70"/>
                <a:gd name="T17" fmla="*/ 86 h 86"/>
                <a:gd name="T18" fmla="*/ 11 w 70"/>
                <a:gd name="T19" fmla="*/ 29 h 86"/>
                <a:gd name="T20" fmla="*/ 12 w 70"/>
                <a:gd name="T21" fmla="*/ 28 h 86"/>
                <a:gd name="T22" fmla="*/ 12 w 70"/>
                <a:gd name="T23" fmla="*/ 29 h 86"/>
                <a:gd name="T24" fmla="*/ 31 w 70"/>
                <a:gd name="T25" fmla="*/ 71 h 86"/>
                <a:gd name="T26" fmla="*/ 40 w 70"/>
                <a:gd name="T27" fmla="*/ 71 h 86"/>
                <a:gd name="T28" fmla="*/ 58 w 70"/>
                <a:gd name="T29" fmla="*/ 28 h 86"/>
                <a:gd name="T30" fmla="*/ 59 w 70"/>
                <a:gd name="T31" fmla="*/ 29 h 86"/>
                <a:gd name="T32" fmla="*/ 59 w 70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86">
                  <a:moveTo>
                    <a:pt x="59" y="86"/>
                  </a:moveTo>
                  <a:lnTo>
                    <a:pt x="70" y="86"/>
                  </a:lnTo>
                  <a:lnTo>
                    <a:pt x="70" y="0"/>
                  </a:lnTo>
                  <a:lnTo>
                    <a:pt x="59" y="0"/>
                  </a:lnTo>
                  <a:lnTo>
                    <a:pt x="35" y="5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9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31" y="71"/>
                  </a:lnTo>
                  <a:lnTo>
                    <a:pt x="40" y="71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59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0" name="Rectangle 529">
              <a:extLst>
                <a:ext uri="{FF2B5EF4-FFF2-40B4-BE49-F238E27FC236}">
                  <a16:creationId xmlns:a16="http://schemas.microsoft.com/office/drawing/2014/main" id="{403FBF9C-BA0A-49F9-A5EF-D3270A60607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6956088" y="12404725"/>
              <a:ext cx="19050" cy="13652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1" name="Freeform 530">
              <a:extLst>
                <a:ext uri="{FF2B5EF4-FFF2-40B4-BE49-F238E27FC236}">
                  <a16:creationId xmlns:a16="http://schemas.microsoft.com/office/drawing/2014/main" id="{0188BC26-7C3E-4E6B-A1A8-398A62D7E9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003713" y="12404725"/>
              <a:ext cx="90488" cy="138112"/>
            </a:xfrm>
            <a:custGeom>
              <a:avLst/>
              <a:gdLst>
                <a:gd name="T0" fmla="*/ 71 w 141"/>
                <a:gd name="T1" fmla="*/ 0 h 217"/>
                <a:gd name="T2" fmla="*/ 19 w 141"/>
                <a:gd name="T3" fmla="*/ 23 h 217"/>
                <a:gd name="T4" fmla="*/ 0 w 141"/>
                <a:gd name="T5" fmla="*/ 107 h 217"/>
                <a:gd name="T6" fmla="*/ 0 w 141"/>
                <a:gd name="T7" fmla="*/ 110 h 217"/>
                <a:gd name="T8" fmla="*/ 19 w 141"/>
                <a:gd name="T9" fmla="*/ 194 h 217"/>
                <a:gd name="T10" fmla="*/ 71 w 141"/>
                <a:gd name="T11" fmla="*/ 217 h 217"/>
                <a:gd name="T12" fmla="*/ 141 w 141"/>
                <a:gd name="T13" fmla="*/ 153 h 217"/>
                <a:gd name="T14" fmla="*/ 113 w 141"/>
                <a:gd name="T15" fmla="*/ 153 h 217"/>
                <a:gd name="T16" fmla="*/ 71 w 141"/>
                <a:gd name="T17" fmla="*/ 190 h 217"/>
                <a:gd name="T18" fmla="*/ 40 w 141"/>
                <a:gd name="T19" fmla="*/ 177 h 217"/>
                <a:gd name="T20" fmla="*/ 28 w 141"/>
                <a:gd name="T21" fmla="*/ 109 h 217"/>
                <a:gd name="T22" fmla="*/ 40 w 141"/>
                <a:gd name="T23" fmla="*/ 41 h 217"/>
                <a:gd name="T24" fmla="*/ 71 w 141"/>
                <a:gd name="T25" fmla="*/ 27 h 217"/>
                <a:gd name="T26" fmla="*/ 113 w 141"/>
                <a:gd name="T27" fmla="*/ 64 h 217"/>
                <a:gd name="T28" fmla="*/ 141 w 141"/>
                <a:gd name="T29" fmla="*/ 64 h 217"/>
                <a:gd name="T30" fmla="*/ 71 w 141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1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108" y="217"/>
                    <a:pt x="134" y="193"/>
                    <a:pt x="141" y="153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07" y="177"/>
                    <a:pt x="92" y="190"/>
                    <a:pt x="71" y="190"/>
                  </a:cubicBezTo>
                  <a:cubicBezTo>
                    <a:pt x="59" y="190"/>
                    <a:pt x="48" y="185"/>
                    <a:pt x="40" y="177"/>
                  </a:cubicBezTo>
                  <a:cubicBezTo>
                    <a:pt x="30" y="165"/>
                    <a:pt x="28" y="152"/>
                    <a:pt x="28" y="109"/>
                  </a:cubicBezTo>
                  <a:cubicBezTo>
                    <a:pt x="28" y="65"/>
                    <a:pt x="30" y="52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2" y="27"/>
                    <a:pt x="107" y="41"/>
                    <a:pt x="113" y="64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34" y="24"/>
                    <a:pt x="108" y="0"/>
                    <a:pt x="7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2" name="Freeform 531">
              <a:extLst>
                <a:ext uri="{FF2B5EF4-FFF2-40B4-BE49-F238E27FC236}">
                  <a16:creationId xmlns:a16="http://schemas.microsoft.com/office/drawing/2014/main" id="{36700179-2405-4855-85A6-3D9D3B6A82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108488" y="12404725"/>
              <a:ext cx="88900" cy="138112"/>
            </a:xfrm>
            <a:custGeom>
              <a:avLst/>
              <a:gdLst>
                <a:gd name="T0" fmla="*/ 0 w 141"/>
                <a:gd name="T1" fmla="*/ 190 h 217"/>
                <a:gd name="T2" fmla="*/ 69 w 141"/>
                <a:gd name="T3" fmla="*/ 217 h 217"/>
                <a:gd name="T4" fmla="*/ 141 w 141"/>
                <a:gd name="T5" fmla="*/ 155 h 217"/>
                <a:gd name="T6" fmla="*/ 125 w 141"/>
                <a:gd name="T7" fmla="*/ 112 h 217"/>
                <a:gd name="T8" fmla="*/ 88 w 141"/>
                <a:gd name="T9" fmla="*/ 96 h 217"/>
                <a:gd name="T10" fmla="*/ 65 w 141"/>
                <a:gd name="T11" fmla="*/ 92 h 217"/>
                <a:gd name="T12" fmla="*/ 41 w 141"/>
                <a:gd name="T13" fmla="*/ 82 h 217"/>
                <a:gd name="T14" fmla="*/ 33 w 141"/>
                <a:gd name="T15" fmla="*/ 61 h 217"/>
                <a:gd name="T16" fmla="*/ 71 w 141"/>
                <a:gd name="T17" fmla="*/ 26 h 217"/>
                <a:gd name="T18" fmla="*/ 115 w 141"/>
                <a:gd name="T19" fmla="*/ 42 h 217"/>
                <a:gd name="T20" fmla="*/ 133 w 141"/>
                <a:gd name="T21" fmla="*/ 24 h 217"/>
                <a:gd name="T22" fmla="*/ 72 w 141"/>
                <a:gd name="T23" fmla="*/ 0 h 217"/>
                <a:gd name="T24" fmla="*/ 6 w 141"/>
                <a:gd name="T25" fmla="*/ 62 h 217"/>
                <a:gd name="T26" fmla="*/ 21 w 141"/>
                <a:gd name="T27" fmla="*/ 103 h 217"/>
                <a:gd name="T28" fmla="*/ 58 w 141"/>
                <a:gd name="T29" fmla="*/ 119 h 217"/>
                <a:gd name="T30" fmla="*/ 82 w 141"/>
                <a:gd name="T31" fmla="*/ 123 h 217"/>
                <a:gd name="T32" fmla="*/ 105 w 141"/>
                <a:gd name="T33" fmla="*/ 133 h 217"/>
                <a:gd name="T34" fmla="*/ 113 w 141"/>
                <a:gd name="T35" fmla="*/ 156 h 217"/>
                <a:gd name="T36" fmla="*/ 70 w 141"/>
                <a:gd name="T37" fmla="*/ 190 h 217"/>
                <a:gd name="T38" fmla="*/ 19 w 141"/>
                <a:gd name="T39" fmla="*/ 170 h 217"/>
                <a:gd name="T40" fmla="*/ 0 w 141"/>
                <a:gd name="T41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217">
                  <a:moveTo>
                    <a:pt x="0" y="190"/>
                  </a:moveTo>
                  <a:cubicBezTo>
                    <a:pt x="18" y="209"/>
                    <a:pt x="39" y="217"/>
                    <a:pt x="69" y="217"/>
                  </a:cubicBezTo>
                  <a:cubicBezTo>
                    <a:pt x="113" y="217"/>
                    <a:pt x="141" y="193"/>
                    <a:pt x="141" y="155"/>
                  </a:cubicBezTo>
                  <a:cubicBezTo>
                    <a:pt x="141" y="136"/>
                    <a:pt x="135" y="122"/>
                    <a:pt x="125" y="112"/>
                  </a:cubicBezTo>
                  <a:cubicBezTo>
                    <a:pt x="116" y="103"/>
                    <a:pt x="105" y="99"/>
                    <a:pt x="88" y="96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55" y="91"/>
                    <a:pt x="47" y="87"/>
                    <a:pt x="41" y="82"/>
                  </a:cubicBezTo>
                  <a:cubicBezTo>
                    <a:pt x="36" y="77"/>
                    <a:pt x="33" y="70"/>
                    <a:pt x="33" y="61"/>
                  </a:cubicBezTo>
                  <a:cubicBezTo>
                    <a:pt x="33" y="40"/>
                    <a:pt x="48" y="26"/>
                    <a:pt x="71" y="26"/>
                  </a:cubicBezTo>
                  <a:cubicBezTo>
                    <a:pt x="90" y="26"/>
                    <a:pt x="104" y="31"/>
                    <a:pt x="115" y="42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16" y="7"/>
                    <a:pt x="98" y="0"/>
                    <a:pt x="72" y="0"/>
                  </a:cubicBezTo>
                  <a:cubicBezTo>
                    <a:pt x="32" y="0"/>
                    <a:pt x="6" y="25"/>
                    <a:pt x="6" y="62"/>
                  </a:cubicBezTo>
                  <a:cubicBezTo>
                    <a:pt x="6" y="80"/>
                    <a:pt x="11" y="93"/>
                    <a:pt x="21" y="103"/>
                  </a:cubicBezTo>
                  <a:cubicBezTo>
                    <a:pt x="29" y="111"/>
                    <a:pt x="42" y="117"/>
                    <a:pt x="58" y="119"/>
                  </a:cubicBezTo>
                  <a:cubicBezTo>
                    <a:pt x="82" y="123"/>
                    <a:pt x="82" y="123"/>
                    <a:pt x="82" y="123"/>
                  </a:cubicBezTo>
                  <a:cubicBezTo>
                    <a:pt x="94" y="125"/>
                    <a:pt x="99" y="127"/>
                    <a:pt x="105" y="133"/>
                  </a:cubicBezTo>
                  <a:cubicBezTo>
                    <a:pt x="110" y="138"/>
                    <a:pt x="113" y="146"/>
                    <a:pt x="113" y="156"/>
                  </a:cubicBezTo>
                  <a:cubicBezTo>
                    <a:pt x="113" y="178"/>
                    <a:pt x="97" y="190"/>
                    <a:pt x="70" y="190"/>
                  </a:cubicBezTo>
                  <a:cubicBezTo>
                    <a:pt x="48" y="190"/>
                    <a:pt x="32" y="184"/>
                    <a:pt x="19" y="170"/>
                  </a:cubicBezTo>
                  <a:lnTo>
                    <a:pt x="0" y="1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3" name="Freeform 532">
              <a:extLst>
                <a:ext uri="{FF2B5EF4-FFF2-40B4-BE49-F238E27FC236}">
                  <a16:creationId xmlns:a16="http://schemas.microsoft.com/office/drawing/2014/main" id="{9D1B751A-9EA7-40E4-9017-238B1C0EF05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712950" y="12615863"/>
              <a:ext cx="109538" cy="136525"/>
            </a:xfrm>
            <a:custGeom>
              <a:avLst/>
              <a:gdLst>
                <a:gd name="T0" fmla="*/ 39 w 69"/>
                <a:gd name="T1" fmla="*/ 0 h 86"/>
                <a:gd name="T2" fmla="*/ 30 w 69"/>
                <a:gd name="T3" fmla="*/ 0 h 86"/>
                <a:gd name="T4" fmla="*/ 0 w 69"/>
                <a:gd name="T5" fmla="*/ 86 h 86"/>
                <a:gd name="T6" fmla="*/ 13 w 69"/>
                <a:gd name="T7" fmla="*/ 86 h 86"/>
                <a:gd name="T8" fmla="*/ 18 w 69"/>
                <a:gd name="T9" fmla="*/ 69 h 86"/>
                <a:gd name="T10" fmla="*/ 51 w 69"/>
                <a:gd name="T11" fmla="*/ 69 h 86"/>
                <a:gd name="T12" fmla="*/ 51 w 69"/>
                <a:gd name="T13" fmla="*/ 69 h 86"/>
                <a:gd name="T14" fmla="*/ 57 w 69"/>
                <a:gd name="T15" fmla="*/ 86 h 86"/>
                <a:gd name="T16" fmla="*/ 69 w 69"/>
                <a:gd name="T17" fmla="*/ 86 h 86"/>
                <a:gd name="T18" fmla="*/ 39 w 69"/>
                <a:gd name="T19" fmla="*/ 0 h 86"/>
                <a:gd name="T20" fmla="*/ 22 w 69"/>
                <a:gd name="T21" fmla="*/ 58 h 86"/>
                <a:gd name="T22" fmla="*/ 35 w 69"/>
                <a:gd name="T23" fmla="*/ 17 h 86"/>
                <a:gd name="T24" fmla="*/ 35 w 69"/>
                <a:gd name="T25" fmla="*/ 18 h 86"/>
                <a:gd name="T26" fmla="*/ 48 w 69"/>
                <a:gd name="T27" fmla="*/ 58 h 86"/>
                <a:gd name="T28" fmla="*/ 22 w 69"/>
                <a:gd name="T29" fmla="*/ 5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9" h="86">
                  <a:moveTo>
                    <a:pt x="39" y="0"/>
                  </a:moveTo>
                  <a:lnTo>
                    <a:pt x="30" y="0"/>
                  </a:lnTo>
                  <a:lnTo>
                    <a:pt x="0" y="86"/>
                  </a:lnTo>
                  <a:lnTo>
                    <a:pt x="13" y="86"/>
                  </a:lnTo>
                  <a:lnTo>
                    <a:pt x="18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7" y="86"/>
                  </a:lnTo>
                  <a:lnTo>
                    <a:pt x="69" y="86"/>
                  </a:lnTo>
                  <a:lnTo>
                    <a:pt x="39" y="0"/>
                  </a:lnTo>
                  <a:close/>
                  <a:moveTo>
                    <a:pt x="22" y="58"/>
                  </a:moveTo>
                  <a:lnTo>
                    <a:pt x="35" y="17"/>
                  </a:lnTo>
                  <a:lnTo>
                    <a:pt x="35" y="18"/>
                  </a:lnTo>
                  <a:lnTo>
                    <a:pt x="48" y="58"/>
                  </a:lnTo>
                  <a:lnTo>
                    <a:pt x="22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4" name="Freeform 533">
              <a:extLst>
                <a:ext uri="{FF2B5EF4-FFF2-40B4-BE49-F238E27FC236}">
                  <a16:creationId xmlns:a16="http://schemas.microsoft.com/office/drawing/2014/main" id="{C2ACEC28-FC6A-4D83-9014-D5FF0D0F64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39950" y="12615863"/>
              <a:ext cx="95250" cy="136525"/>
            </a:xfrm>
            <a:custGeom>
              <a:avLst/>
              <a:gdLst>
                <a:gd name="T0" fmla="*/ 50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2 h 86"/>
                <a:gd name="T10" fmla="*/ 48 w 60"/>
                <a:gd name="T11" fmla="*/ 61 h 86"/>
                <a:gd name="T12" fmla="*/ 11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1 w 60"/>
                <a:gd name="T19" fmla="*/ 86 h 86"/>
                <a:gd name="T20" fmla="*/ 11 w 60"/>
                <a:gd name="T21" fmla="*/ 23 h 86"/>
                <a:gd name="T22" fmla="*/ 50 w 60"/>
                <a:gd name="T2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6">
                  <a:moveTo>
                    <a:pt x="50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2"/>
                  </a:lnTo>
                  <a:lnTo>
                    <a:pt x="48" y="6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3"/>
                  </a:lnTo>
                  <a:lnTo>
                    <a:pt x="5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5" name="Freeform 534">
              <a:extLst>
                <a:ext uri="{FF2B5EF4-FFF2-40B4-BE49-F238E27FC236}">
                  <a16:creationId xmlns:a16="http://schemas.microsoft.com/office/drawing/2014/main" id="{39B14D8E-84AF-44D4-B80D-84306F5F23E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965363" y="12615863"/>
              <a:ext cx="90488" cy="136525"/>
            </a:xfrm>
            <a:custGeom>
              <a:avLst/>
              <a:gdLst>
                <a:gd name="T0" fmla="*/ 0 w 140"/>
                <a:gd name="T1" fmla="*/ 213 h 213"/>
                <a:gd name="T2" fmla="*/ 69 w 140"/>
                <a:gd name="T3" fmla="*/ 213 h 213"/>
                <a:gd name="T4" fmla="*/ 120 w 140"/>
                <a:gd name="T5" fmla="*/ 193 h 213"/>
                <a:gd name="T6" fmla="*/ 140 w 140"/>
                <a:gd name="T7" fmla="*/ 111 h 213"/>
                <a:gd name="T8" fmla="*/ 140 w 140"/>
                <a:gd name="T9" fmla="*/ 105 h 213"/>
                <a:gd name="T10" fmla="*/ 140 w 140"/>
                <a:gd name="T11" fmla="*/ 100 h 213"/>
                <a:gd name="T12" fmla="*/ 120 w 140"/>
                <a:gd name="T13" fmla="*/ 20 h 213"/>
                <a:gd name="T14" fmla="*/ 69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66 w 140"/>
                <a:gd name="T21" fmla="*/ 187 h 213"/>
                <a:gd name="T22" fmla="*/ 28 w 140"/>
                <a:gd name="T23" fmla="*/ 187 h 213"/>
                <a:gd name="T24" fmla="*/ 28 w 140"/>
                <a:gd name="T25" fmla="*/ 27 h 213"/>
                <a:gd name="T26" fmla="*/ 66 w 140"/>
                <a:gd name="T27" fmla="*/ 27 h 213"/>
                <a:gd name="T28" fmla="*/ 101 w 140"/>
                <a:gd name="T29" fmla="*/ 42 h 213"/>
                <a:gd name="T30" fmla="*/ 112 w 140"/>
                <a:gd name="T31" fmla="*/ 105 h 213"/>
                <a:gd name="T32" fmla="*/ 101 w 140"/>
                <a:gd name="T33" fmla="*/ 172 h 213"/>
                <a:gd name="T34" fmla="*/ 66 w 140"/>
                <a:gd name="T35" fmla="*/ 18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69" y="213"/>
                    <a:pt x="69" y="213"/>
                    <a:pt x="69" y="213"/>
                  </a:cubicBezTo>
                  <a:cubicBezTo>
                    <a:pt x="90" y="213"/>
                    <a:pt x="108" y="206"/>
                    <a:pt x="120" y="193"/>
                  </a:cubicBezTo>
                  <a:cubicBezTo>
                    <a:pt x="140" y="172"/>
                    <a:pt x="140" y="141"/>
                    <a:pt x="140" y="111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71"/>
                    <a:pt x="140" y="42"/>
                    <a:pt x="120" y="20"/>
                  </a:cubicBezTo>
                  <a:cubicBezTo>
                    <a:pt x="108" y="7"/>
                    <a:pt x="90" y="0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66" y="187"/>
                  </a:moveTo>
                  <a:cubicBezTo>
                    <a:pt x="28" y="187"/>
                    <a:pt x="28" y="187"/>
                    <a:pt x="28" y="18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81" y="27"/>
                    <a:pt x="93" y="32"/>
                    <a:pt x="101" y="42"/>
                  </a:cubicBezTo>
                  <a:cubicBezTo>
                    <a:pt x="112" y="55"/>
                    <a:pt x="112" y="74"/>
                    <a:pt x="112" y="105"/>
                  </a:cubicBezTo>
                  <a:cubicBezTo>
                    <a:pt x="112" y="134"/>
                    <a:pt x="112" y="159"/>
                    <a:pt x="101" y="172"/>
                  </a:cubicBezTo>
                  <a:cubicBezTo>
                    <a:pt x="93" y="182"/>
                    <a:pt x="81" y="187"/>
                    <a:pt x="66" y="18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6" name="Freeform 535">
              <a:extLst>
                <a:ext uri="{FF2B5EF4-FFF2-40B4-BE49-F238E27FC236}">
                  <a16:creationId xmlns:a16="http://schemas.microsoft.com/office/drawing/2014/main" id="{5A95581D-004E-4BBD-A58E-2053DE48D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113000" y="12615863"/>
              <a:ext cx="88900" cy="136525"/>
            </a:xfrm>
            <a:custGeom>
              <a:avLst/>
              <a:gdLst>
                <a:gd name="T0" fmla="*/ 23 w 56"/>
                <a:gd name="T1" fmla="*/ 86 h 86"/>
                <a:gd name="T2" fmla="*/ 34 w 56"/>
                <a:gd name="T3" fmla="*/ 86 h 86"/>
                <a:gd name="T4" fmla="*/ 34 w 56"/>
                <a:gd name="T5" fmla="*/ 10 h 86"/>
                <a:gd name="T6" fmla="*/ 56 w 56"/>
                <a:gd name="T7" fmla="*/ 10 h 86"/>
                <a:gd name="T8" fmla="*/ 56 w 56"/>
                <a:gd name="T9" fmla="*/ 0 h 86"/>
                <a:gd name="T10" fmla="*/ 0 w 56"/>
                <a:gd name="T11" fmla="*/ 0 h 86"/>
                <a:gd name="T12" fmla="*/ 0 w 56"/>
                <a:gd name="T13" fmla="*/ 10 h 86"/>
                <a:gd name="T14" fmla="*/ 23 w 56"/>
                <a:gd name="T15" fmla="*/ 10 h 86"/>
                <a:gd name="T16" fmla="*/ 23 w 56"/>
                <a:gd name="T1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86">
                  <a:moveTo>
                    <a:pt x="23" y="86"/>
                  </a:moveTo>
                  <a:lnTo>
                    <a:pt x="34" y="86"/>
                  </a:lnTo>
                  <a:lnTo>
                    <a:pt x="34" y="10"/>
                  </a:lnTo>
                  <a:lnTo>
                    <a:pt x="56" y="10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23" y="10"/>
                  </a:lnTo>
                  <a:lnTo>
                    <a:pt x="23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7" name="Freeform 536">
              <a:extLst>
                <a:ext uri="{FF2B5EF4-FFF2-40B4-BE49-F238E27FC236}">
                  <a16:creationId xmlns:a16="http://schemas.microsoft.com/office/drawing/2014/main" id="{71D27B2C-90C1-4FF8-B180-74EAA8B896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222538" y="12615863"/>
              <a:ext cx="90488" cy="136525"/>
            </a:xfrm>
            <a:custGeom>
              <a:avLst/>
              <a:gdLst>
                <a:gd name="T0" fmla="*/ 45 w 57"/>
                <a:gd name="T1" fmla="*/ 86 h 86"/>
                <a:gd name="T2" fmla="*/ 57 w 57"/>
                <a:gd name="T3" fmla="*/ 86 h 86"/>
                <a:gd name="T4" fmla="*/ 57 w 57"/>
                <a:gd name="T5" fmla="*/ 0 h 86"/>
                <a:gd name="T6" fmla="*/ 45 w 57"/>
                <a:gd name="T7" fmla="*/ 0 h 86"/>
                <a:gd name="T8" fmla="*/ 45 w 57"/>
                <a:gd name="T9" fmla="*/ 37 h 86"/>
                <a:gd name="T10" fmla="*/ 12 w 57"/>
                <a:gd name="T11" fmla="*/ 37 h 86"/>
                <a:gd name="T12" fmla="*/ 12 w 57"/>
                <a:gd name="T13" fmla="*/ 0 h 86"/>
                <a:gd name="T14" fmla="*/ 0 w 57"/>
                <a:gd name="T15" fmla="*/ 0 h 86"/>
                <a:gd name="T16" fmla="*/ 0 w 57"/>
                <a:gd name="T17" fmla="*/ 86 h 86"/>
                <a:gd name="T18" fmla="*/ 12 w 57"/>
                <a:gd name="T19" fmla="*/ 86 h 86"/>
                <a:gd name="T20" fmla="*/ 12 w 57"/>
                <a:gd name="T21" fmla="*/ 48 h 86"/>
                <a:gd name="T22" fmla="*/ 45 w 57"/>
                <a:gd name="T23" fmla="*/ 48 h 86"/>
                <a:gd name="T24" fmla="*/ 45 w 57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86">
                  <a:moveTo>
                    <a:pt x="45" y="86"/>
                  </a:moveTo>
                  <a:lnTo>
                    <a:pt x="57" y="86"/>
                  </a:lnTo>
                  <a:lnTo>
                    <a:pt x="57" y="0"/>
                  </a:lnTo>
                  <a:lnTo>
                    <a:pt x="45" y="0"/>
                  </a:lnTo>
                  <a:lnTo>
                    <a:pt x="45" y="37"/>
                  </a:lnTo>
                  <a:lnTo>
                    <a:pt x="12" y="37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48"/>
                  </a:lnTo>
                  <a:lnTo>
                    <a:pt x="45" y="48"/>
                  </a:lnTo>
                  <a:lnTo>
                    <a:pt x="4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8" name="Freeform 537">
              <a:extLst>
                <a:ext uri="{FF2B5EF4-FFF2-40B4-BE49-F238E27FC236}">
                  <a16:creationId xmlns:a16="http://schemas.microsoft.com/office/drawing/2014/main" id="{43AC398A-AB18-454E-8D40-142C2D33EB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341600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2 w 51"/>
                <a:gd name="T7" fmla="*/ 75 h 86"/>
                <a:gd name="T8" fmla="*/ 12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2 w 51"/>
                <a:gd name="T15" fmla="*/ 37 h 86"/>
                <a:gd name="T16" fmla="*/ 12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2" y="75"/>
                  </a:lnTo>
                  <a:lnTo>
                    <a:pt x="12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2" y="37"/>
                  </a:lnTo>
                  <a:lnTo>
                    <a:pt x="12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9" name="Freeform 538">
              <a:extLst>
                <a:ext uri="{FF2B5EF4-FFF2-40B4-BE49-F238E27FC236}">
                  <a16:creationId xmlns:a16="http://schemas.microsoft.com/office/drawing/2014/main" id="{4C391DA2-6B25-4172-895F-E5898C8781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501938" y="12615863"/>
              <a:ext cx="88900" cy="136525"/>
            </a:xfrm>
            <a:custGeom>
              <a:avLst/>
              <a:gdLst>
                <a:gd name="T0" fmla="*/ 0 w 140"/>
                <a:gd name="T1" fmla="*/ 213 h 213"/>
                <a:gd name="T2" fmla="*/ 81 w 140"/>
                <a:gd name="T3" fmla="*/ 213 h 213"/>
                <a:gd name="T4" fmla="*/ 140 w 140"/>
                <a:gd name="T5" fmla="*/ 154 h 213"/>
                <a:gd name="T6" fmla="*/ 111 w 140"/>
                <a:gd name="T7" fmla="*/ 105 h 213"/>
                <a:gd name="T8" fmla="*/ 108 w 140"/>
                <a:gd name="T9" fmla="*/ 104 h 213"/>
                <a:gd name="T10" fmla="*/ 111 w 140"/>
                <a:gd name="T11" fmla="*/ 103 h 213"/>
                <a:gd name="T12" fmla="*/ 137 w 140"/>
                <a:gd name="T13" fmla="*/ 58 h 213"/>
                <a:gd name="T14" fmla="*/ 77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78 w 140"/>
                <a:gd name="T21" fmla="*/ 187 h 213"/>
                <a:gd name="T22" fmla="*/ 28 w 140"/>
                <a:gd name="T23" fmla="*/ 187 h 213"/>
                <a:gd name="T24" fmla="*/ 28 w 140"/>
                <a:gd name="T25" fmla="*/ 118 h 213"/>
                <a:gd name="T26" fmla="*/ 78 w 140"/>
                <a:gd name="T27" fmla="*/ 118 h 213"/>
                <a:gd name="T28" fmla="*/ 112 w 140"/>
                <a:gd name="T29" fmla="*/ 152 h 213"/>
                <a:gd name="T30" fmla="*/ 78 w 140"/>
                <a:gd name="T31" fmla="*/ 187 h 213"/>
                <a:gd name="T32" fmla="*/ 75 w 140"/>
                <a:gd name="T33" fmla="*/ 92 h 213"/>
                <a:gd name="T34" fmla="*/ 28 w 140"/>
                <a:gd name="T35" fmla="*/ 92 h 213"/>
                <a:gd name="T36" fmla="*/ 28 w 140"/>
                <a:gd name="T37" fmla="*/ 27 h 213"/>
                <a:gd name="T38" fmla="*/ 75 w 140"/>
                <a:gd name="T39" fmla="*/ 27 h 213"/>
                <a:gd name="T40" fmla="*/ 109 w 140"/>
                <a:gd name="T41" fmla="*/ 59 h 213"/>
                <a:gd name="T42" fmla="*/ 75 w 140"/>
                <a:gd name="T43" fmla="*/ 9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81" y="213"/>
                    <a:pt x="81" y="213"/>
                    <a:pt x="81" y="213"/>
                  </a:cubicBezTo>
                  <a:cubicBezTo>
                    <a:pt x="117" y="213"/>
                    <a:pt x="140" y="191"/>
                    <a:pt x="140" y="154"/>
                  </a:cubicBezTo>
                  <a:cubicBezTo>
                    <a:pt x="140" y="131"/>
                    <a:pt x="129" y="113"/>
                    <a:pt x="111" y="105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24" y="97"/>
                    <a:pt x="137" y="81"/>
                    <a:pt x="137" y="58"/>
                  </a:cubicBezTo>
                  <a:cubicBezTo>
                    <a:pt x="137" y="23"/>
                    <a:pt x="114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8" y="187"/>
                  </a:moveTo>
                  <a:cubicBezTo>
                    <a:pt x="28" y="187"/>
                    <a:pt x="28" y="187"/>
                    <a:pt x="28" y="18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99" y="118"/>
                    <a:pt x="112" y="132"/>
                    <a:pt x="112" y="152"/>
                  </a:cubicBezTo>
                  <a:cubicBezTo>
                    <a:pt x="112" y="173"/>
                    <a:pt x="99" y="187"/>
                    <a:pt x="78" y="187"/>
                  </a:cubicBezTo>
                  <a:moveTo>
                    <a:pt x="75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96" y="27"/>
                    <a:pt x="109" y="39"/>
                    <a:pt x="109" y="59"/>
                  </a:cubicBezTo>
                  <a:cubicBezTo>
                    <a:pt x="109" y="79"/>
                    <a:pt x="96" y="92"/>
                    <a:pt x="75" y="9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0" name="Rectangle 539">
              <a:extLst>
                <a:ext uri="{FF2B5EF4-FFF2-40B4-BE49-F238E27FC236}">
                  <a16:creationId xmlns:a16="http://schemas.microsoft.com/office/drawing/2014/main" id="{C271BADF-31CC-4C43-BFFA-B045D798FF1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5617825" y="12615863"/>
              <a:ext cx="19050" cy="13652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1" name="Freeform 540">
              <a:extLst>
                <a:ext uri="{FF2B5EF4-FFF2-40B4-BE49-F238E27FC236}">
                  <a16:creationId xmlns:a16="http://schemas.microsoft.com/office/drawing/2014/main" id="{0C721E64-4BAF-4E47-84A2-8B16C250187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665450" y="12614275"/>
              <a:ext cx="90488" cy="138112"/>
            </a:xfrm>
            <a:custGeom>
              <a:avLst/>
              <a:gdLst>
                <a:gd name="T0" fmla="*/ 71 w 142"/>
                <a:gd name="T1" fmla="*/ 0 h 216"/>
                <a:gd name="T2" fmla="*/ 19 w 142"/>
                <a:gd name="T3" fmla="*/ 22 h 216"/>
                <a:gd name="T4" fmla="*/ 0 w 142"/>
                <a:gd name="T5" fmla="*/ 106 h 216"/>
                <a:gd name="T6" fmla="*/ 0 w 142"/>
                <a:gd name="T7" fmla="*/ 110 h 216"/>
                <a:gd name="T8" fmla="*/ 19 w 142"/>
                <a:gd name="T9" fmla="*/ 194 h 216"/>
                <a:gd name="T10" fmla="*/ 71 w 142"/>
                <a:gd name="T11" fmla="*/ 216 h 216"/>
                <a:gd name="T12" fmla="*/ 123 w 142"/>
                <a:gd name="T13" fmla="*/ 194 h 216"/>
                <a:gd name="T14" fmla="*/ 142 w 142"/>
                <a:gd name="T15" fmla="*/ 111 h 216"/>
                <a:gd name="T16" fmla="*/ 142 w 142"/>
                <a:gd name="T17" fmla="*/ 105 h 216"/>
                <a:gd name="T18" fmla="*/ 123 w 142"/>
                <a:gd name="T19" fmla="*/ 22 h 216"/>
                <a:gd name="T20" fmla="*/ 71 w 142"/>
                <a:gd name="T21" fmla="*/ 0 h 216"/>
                <a:gd name="T22" fmla="*/ 71 w 142"/>
                <a:gd name="T23" fmla="*/ 189 h 216"/>
                <a:gd name="T24" fmla="*/ 40 w 142"/>
                <a:gd name="T25" fmla="*/ 176 h 216"/>
                <a:gd name="T26" fmla="*/ 28 w 142"/>
                <a:gd name="T27" fmla="*/ 108 h 216"/>
                <a:gd name="T28" fmla="*/ 40 w 142"/>
                <a:gd name="T29" fmla="*/ 40 h 216"/>
                <a:gd name="T30" fmla="*/ 71 w 142"/>
                <a:gd name="T31" fmla="*/ 26 h 216"/>
                <a:gd name="T32" fmla="*/ 102 w 142"/>
                <a:gd name="T33" fmla="*/ 40 h 216"/>
                <a:gd name="T34" fmla="*/ 114 w 142"/>
                <a:gd name="T35" fmla="*/ 108 h 216"/>
                <a:gd name="T36" fmla="*/ 102 w 142"/>
                <a:gd name="T37" fmla="*/ 176 h 216"/>
                <a:gd name="T38" fmla="*/ 71 w 142"/>
                <a:gd name="T39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6">
                  <a:moveTo>
                    <a:pt x="71" y="0"/>
                  </a:moveTo>
                  <a:cubicBezTo>
                    <a:pt x="50" y="0"/>
                    <a:pt x="33" y="7"/>
                    <a:pt x="19" y="22"/>
                  </a:cubicBezTo>
                  <a:cubicBezTo>
                    <a:pt x="0" y="43"/>
                    <a:pt x="0" y="67"/>
                    <a:pt x="0" y="106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49"/>
                    <a:pt x="0" y="173"/>
                    <a:pt x="19" y="194"/>
                  </a:cubicBezTo>
                  <a:cubicBezTo>
                    <a:pt x="33" y="209"/>
                    <a:pt x="50" y="216"/>
                    <a:pt x="71" y="216"/>
                  </a:cubicBezTo>
                  <a:cubicBezTo>
                    <a:pt x="91" y="216"/>
                    <a:pt x="109" y="209"/>
                    <a:pt x="123" y="194"/>
                  </a:cubicBezTo>
                  <a:cubicBezTo>
                    <a:pt x="142" y="173"/>
                    <a:pt x="142" y="150"/>
                    <a:pt x="142" y="111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6"/>
                    <a:pt x="142" y="42"/>
                    <a:pt x="123" y="22"/>
                  </a:cubicBezTo>
                  <a:cubicBezTo>
                    <a:pt x="109" y="7"/>
                    <a:pt x="91" y="0"/>
                    <a:pt x="71" y="0"/>
                  </a:cubicBezTo>
                  <a:moveTo>
                    <a:pt x="71" y="189"/>
                  </a:moveTo>
                  <a:cubicBezTo>
                    <a:pt x="59" y="189"/>
                    <a:pt x="47" y="184"/>
                    <a:pt x="40" y="176"/>
                  </a:cubicBezTo>
                  <a:cubicBezTo>
                    <a:pt x="30" y="164"/>
                    <a:pt x="28" y="152"/>
                    <a:pt x="28" y="108"/>
                  </a:cubicBezTo>
                  <a:cubicBezTo>
                    <a:pt x="28" y="64"/>
                    <a:pt x="30" y="52"/>
                    <a:pt x="40" y="40"/>
                  </a:cubicBezTo>
                  <a:cubicBezTo>
                    <a:pt x="47" y="31"/>
                    <a:pt x="59" y="26"/>
                    <a:pt x="71" y="26"/>
                  </a:cubicBezTo>
                  <a:cubicBezTo>
                    <a:pt x="83" y="26"/>
                    <a:pt x="94" y="31"/>
                    <a:pt x="102" y="40"/>
                  </a:cubicBezTo>
                  <a:cubicBezTo>
                    <a:pt x="112" y="52"/>
                    <a:pt x="114" y="64"/>
                    <a:pt x="114" y="108"/>
                  </a:cubicBezTo>
                  <a:cubicBezTo>
                    <a:pt x="114" y="152"/>
                    <a:pt x="112" y="164"/>
                    <a:pt x="102" y="176"/>
                  </a:cubicBezTo>
                  <a:cubicBezTo>
                    <a:pt x="94" y="184"/>
                    <a:pt x="83" y="189"/>
                    <a:pt x="71" y="18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2" name="Freeform 541">
              <a:extLst>
                <a:ext uri="{FF2B5EF4-FFF2-40B4-BE49-F238E27FC236}">
                  <a16:creationId xmlns:a16="http://schemas.microsoft.com/office/drawing/2014/main" id="{6F0025D9-C020-48DB-99F8-8FE05722BD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773400" y="12614275"/>
              <a:ext cx="90488" cy="138112"/>
            </a:xfrm>
            <a:custGeom>
              <a:avLst/>
              <a:gdLst>
                <a:gd name="T0" fmla="*/ 0 w 141"/>
                <a:gd name="T1" fmla="*/ 189 h 216"/>
                <a:gd name="T2" fmla="*/ 70 w 141"/>
                <a:gd name="T3" fmla="*/ 216 h 216"/>
                <a:gd name="T4" fmla="*/ 141 w 141"/>
                <a:gd name="T5" fmla="*/ 154 h 216"/>
                <a:gd name="T6" fmla="*/ 125 w 141"/>
                <a:gd name="T7" fmla="*/ 111 h 216"/>
                <a:gd name="T8" fmla="*/ 88 w 141"/>
                <a:gd name="T9" fmla="*/ 95 h 216"/>
                <a:gd name="T10" fmla="*/ 65 w 141"/>
                <a:gd name="T11" fmla="*/ 92 h 216"/>
                <a:gd name="T12" fmla="*/ 42 w 141"/>
                <a:gd name="T13" fmla="*/ 81 h 216"/>
                <a:gd name="T14" fmla="*/ 34 w 141"/>
                <a:gd name="T15" fmla="*/ 60 h 216"/>
                <a:gd name="T16" fmla="*/ 72 w 141"/>
                <a:gd name="T17" fmla="*/ 25 h 216"/>
                <a:gd name="T18" fmla="*/ 116 w 141"/>
                <a:gd name="T19" fmla="*/ 42 h 216"/>
                <a:gd name="T20" fmla="*/ 133 w 141"/>
                <a:gd name="T21" fmla="*/ 23 h 216"/>
                <a:gd name="T22" fmla="*/ 73 w 141"/>
                <a:gd name="T23" fmla="*/ 0 h 216"/>
                <a:gd name="T24" fmla="*/ 7 w 141"/>
                <a:gd name="T25" fmla="*/ 62 h 216"/>
                <a:gd name="T26" fmla="*/ 21 w 141"/>
                <a:gd name="T27" fmla="*/ 102 h 216"/>
                <a:gd name="T28" fmla="*/ 58 w 141"/>
                <a:gd name="T29" fmla="*/ 119 h 216"/>
                <a:gd name="T30" fmla="*/ 82 w 141"/>
                <a:gd name="T31" fmla="*/ 122 h 216"/>
                <a:gd name="T32" fmla="*/ 105 w 141"/>
                <a:gd name="T33" fmla="*/ 132 h 216"/>
                <a:gd name="T34" fmla="*/ 113 w 141"/>
                <a:gd name="T35" fmla="*/ 155 h 216"/>
                <a:gd name="T36" fmla="*/ 70 w 141"/>
                <a:gd name="T37" fmla="*/ 189 h 216"/>
                <a:gd name="T38" fmla="*/ 19 w 141"/>
                <a:gd name="T39" fmla="*/ 170 h 216"/>
                <a:gd name="T40" fmla="*/ 0 w 141"/>
                <a:gd name="T41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216">
                  <a:moveTo>
                    <a:pt x="0" y="189"/>
                  </a:moveTo>
                  <a:cubicBezTo>
                    <a:pt x="18" y="208"/>
                    <a:pt x="39" y="216"/>
                    <a:pt x="70" y="216"/>
                  </a:cubicBezTo>
                  <a:cubicBezTo>
                    <a:pt x="113" y="216"/>
                    <a:pt x="141" y="192"/>
                    <a:pt x="141" y="154"/>
                  </a:cubicBezTo>
                  <a:cubicBezTo>
                    <a:pt x="141" y="136"/>
                    <a:pt x="135" y="121"/>
                    <a:pt x="125" y="111"/>
                  </a:cubicBezTo>
                  <a:cubicBezTo>
                    <a:pt x="116" y="103"/>
                    <a:pt x="106" y="98"/>
                    <a:pt x="88" y="95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55" y="90"/>
                    <a:pt x="47" y="86"/>
                    <a:pt x="42" y="81"/>
                  </a:cubicBezTo>
                  <a:cubicBezTo>
                    <a:pt x="36" y="76"/>
                    <a:pt x="34" y="69"/>
                    <a:pt x="34" y="60"/>
                  </a:cubicBezTo>
                  <a:cubicBezTo>
                    <a:pt x="34" y="39"/>
                    <a:pt x="49" y="25"/>
                    <a:pt x="72" y="25"/>
                  </a:cubicBezTo>
                  <a:cubicBezTo>
                    <a:pt x="91" y="25"/>
                    <a:pt x="104" y="30"/>
                    <a:pt x="116" y="4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17" y="7"/>
                    <a:pt x="98" y="0"/>
                    <a:pt x="73" y="0"/>
                  </a:cubicBezTo>
                  <a:cubicBezTo>
                    <a:pt x="33" y="0"/>
                    <a:pt x="7" y="24"/>
                    <a:pt x="7" y="62"/>
                  </a:cubicBezTo>
                  <a:cubicBezTo>
                    <a:pt x="7" y="79"/>
                    <a:pt x="11" y="92"/>
                    <a:pt x="21" y="102"/>
                  </a:cubicBezTo>
                  <a:cubicBezTo>
                    <a:pt x="30" y="110"/>
                    <a:pt x="43" y="116"/>
                    <a:pt x="5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94" y="124"/>
                    <a:pt x="100" y="126"/>
                    <a:pt x="105" y="132"/>
                  </a:cubicBezTo>
                  <a:cubicBezTo>
                    <a:pt x="110" y="137"/>
                    <a:pt x="113" y="145"/>
                    <a:pt x="113" y="155"/>
                  </a:cubicBezTo>
                  <a:cubicBezTo>
                    <a:pt x="113" y="177"/>
                    <a:pt x="98" y="189"/>
                    <a:pt x="70" y="189"/>
                  </a:cubicBezTo>
                  <a:cubicBezTo>
                    <a:pt x="48" y="189"/>
                    <a:pt x="32" y="183"/>
                    <a:pt x="19" y="170"/>
                  </a:cubicBezTo>
                  <a:lnTo>
                    <a:pt x="0" y="1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3" name="Freeform 542">
              <a:extLst>
                <a:ext uri="{FF2B5EF4-FFF2-40B4-BE49-F238E27FC236}">
                  <a16:creationId xmlns:a16="http://schemas.microsoft.com/office/drawing/2014/main" id="{EB6D1FE0-9E1B-4899-B25E-E5FAFD2BEEE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87700" y="12615863"/>
              <a:ext cx="87313" cy="136525"/>
            </a:xfrm>
            <a:custGeom>
              <a:avLst/>
              <a:gdLst>
                <a:gd name="T0" fmla="*/ 0 w 138"/>
                <a:gd name="T1" fmla="*/ 213 h 213"/>
                <a:gd name="T2" fmla="*/ 28 w 138"/>
                <a:gd name="T3" fmla="*/ 213 h 213"/>
                <a:gd name="T4" fmla="*/ 28 w 138"/>
                <a:gd name="T5" fmla="*/ 129 h 213"/>
                <a:gd name="T6" fmla="*/ 75 w 138"/>
                <a:gd name="T7" fmla="*/ 129 h 213"/>
                <a:gd name="T8" fmla="*/ 138 w 138"/>
                <a:gd name="T9" fmla="*/ 65 h 213"/>
                <a:gd name="T10" fmla="*/ 75 w 138"/>
                <a:gd name="T11" fmla="*/ 0 h 213"/>
                <a:gd name="T12" fmla="*/ 0 w 138"/>
                <a:gd name="T13" fmla="*/ 0 h 213"/>
                <a:gd name="T14" fmla="*/ 0 w 138"/>
                <a:gd name="T15" fmla="*/ 213 h 213"/>
                <a:gd name="T16" fmla="*/ 73 w 138"/>
                <a:gd name="T17" fmla="*/ 102 h 213"/>
                <a:gd name="T18" fmla="*/ 28 w 138"/>
                <a:gd name="T19" fmla="*/ 102 h 213"/>
                <a:gd name="T20" fmla="*/ 28 w 138"/>
                <a:gd name="T21" fmla="*/ 27 h 213"/>
                <a:gd name="T22" fmla="*/ 73 w 138"/>
                <a:gd name="T23" fmla="*/ 27 h 213"/>
                <a:gd name="T24" fmla="*/ 111 w 138"/>
                <a:gd name="T25" fmla="*/ 65 h 213"/>
                <a:gd name="T26" fmla="*/ 73 w 138"/>
                <a:gd name="T27" fmla="*/ 10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8" h="213">
                  <a:moveTo>
                    <a:pt x="0" y="213"/>
                  </a:moveTo>
                  <a:cubicBezTo>
                    <a:pt x="28" y="213"/>
                    <a:pt x="28" y="213"/>
                    <a:pt x="28" y="213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75" y="129"/>
                    <a:pt x="75" y="129"/>
                    <a:pt x="75" y="129"/>
                  </a:cubicBezTo>
                  <a:cubicBezTo>
                    <a:pt x="112" y="129"/>
                    <a:pt x="138" y="102"/>
                    <a:pt x="138" y="65"/>
                  </a:cubicBezTo>
                  <a:cubicBezTo>
                    <a:pt x="138" y="27"/>
                    <a:pt x="112" y="0"/>
                    <a:pt x="7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3" y="102"/>
                  </a:moveTo>
                  <a:cubicBezTo>
                    <a:pt x="28" y="102"/>
                    <a:pt x="28" y="102"/>
                    <a:pt x="28" y="102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96" y="27"/>
                    <a:pt x="111" y="42"/>
                    <a:pt x="111" y="65"/>
                  </a:cubicBezTo>
                  <a:cubicBezTo>
                    <a:pt x="111" y="87"/>
                    <a:pt x="96" y="102"/>
                    <a:pt x="73" y="10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4" name="Freeform 543">
              <a:extLst>
                <a:ext uri="{FF2B5EF4-FFF2-40B4-BE49-F238E27FC236}">
                  <a16:creationId xmlns:a16="http://schemas.microsoft.com/office/drawing/2014/main" id="{6B2E5851-3FB9-456A-BAF7-221FF4DA4F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997238" y="12615863"/>
              <a:ext cx="90488" cy="136525"/>
            </a:xfrm>
            <a:custGeom>
              <a:avLst/>
              <a:gdLst>
                <a:gd name="T0" fmla="*/ 46 w 57"/>
                <a:gd name="T1" fmla="*/ 86 h 86"/>
                <a:gd name="T2" fmla="*/ 57 w 57"/>
                <a:gd name="T3" fmla="*/ 86 h 86"/>
                <a:gd name="T4" fmla="*/ 57 w 57"/>
                <a:gd name="T5" fmla="*/ 0 h 86"/>
                <a:gd name="T6" fmla="*/ 46 w 57"/>
                <a:gd name="T7" fmla="*/ 0 h 86"/>
                <a:gd name="T8" fmla="*/ 46 w 57"/>
                <a:gd name="T9" fmla="*/ 37 h 86"/>
                <a:gd name="T10" fmla="*/ 11 w 57"/>
                <a:gd name="T11" fmla="*/ 37 h 86"/>
                <a:gd name="T12" fmla="*/ 11 w 57"/>
                <a:gd name="T13" fmla="*/ 0 h 86"/>
                <a:gd name="T14" fmla="*/ 0 w 57"/>
                <a:gd name="T15" fmla="*/ 0 h 86"/>
                <a:gd name="T16" fmla="*/ 0 w 57"/>
                <a:gd name="T17" fmla="*/ 86 h 86"/>
                <a:gd name="T18" fmla="*/ 11 w 57"/>
                <a:gd name="T19" fmla="*/ 86 h 86"/>
                <a:gd name="T20" fmla="*/ 11 w 57"/>
                <a:gd name="T21" fmla="*/ 48 h 86"/>
                <a:gd name="T22" fmla="*/ 46 w 57"/>
                <a:gd name="T23" fmla="*/ 48 h 86"/>
                <a:gd name="T24" fmla="*/ 46 w 57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86">
                  <a:moveTo>
                    <a:pt x="46" y="86"/>
                  </a:moveTo>
                  <a:lnTo>
                    <a:pt x="57" y="86"/>
                  </a:lnTo>
                  <a:lnTo>
                    <a:pt x="57" y="0"/>
                  </a:lnTo>
                  <a:lnTo>
                    <a:pt x="46" y="0"/>
                  </a:lnTo>
                  <a:lnTo>
                    <a:pt x="46" y="37"/>
                  </a:lnTo>
                  <a:lnTo>
                    <a:pt x="11" y="3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48"/>
                  </a:lnTo>
                  <a:lnTo>
                    <a:pt x="46" y="48"/>
                  </a:lnTo>
                  <a:lnTo>
                    <a:pt x="46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5" name="Freeform 544">
              <a:extLst>
                <a:ext uri="{FF2B5EF4-FFF2-40B4-BE49-F238E27FC236}">
                  <a16:creationId xmlns:a16="http://schemas.microsoft.com/office/drawing/2014/main" id="{0E075A51-B8B8-4845-A711-99BA474E87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116300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6" name="Freeform 545">
              <a:extLst>
                <a:ext uri="{FF2B5EF4-FFF2-40B4-BE49-F238E27FC236}">
                  <a16:creationId xmlns:a16="http://schemas.microsoft.com/office/drawing/2014/main" id="{3A6D5BFF-6BA7-4890-B27E-5B1B682E489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225838" y="12615863"/>
              <a:ext cx="90488" cy="136525"/>
            </a:xfrm>
            <a:custGeom>
              <a:avLst/>
              <a:gdLst>
                <a:gd name="T0" fmla="*/ 111 w 143"/>
                <a:gd name="T1" fmla="*/ 213 h 213"/>
                <a:gd name="T2" fmla="*/ 143 w 143"/>
                <a:gd name="T3" fmla="*/ 213 h 213"/>
                <a:gd name="T4" fmla="*/ 97 w 143"/>
                <a:gd name="T5" fmla="*/ 118 h 213"/>
                <a:gd name="T6" fmla="*/ 99 w 143"/>
                <a:gd name="T7" fmla="*/ 118 h 213"/>
                <a:gd name="T8" fmla="*/ 138 w 143"/>
                <a:gd name="T9" fmla="*/ 62 h 213"/>
                <a:gd name="T10" fmla="*/ 77 w 143"/>
                <a:gd name="T11" fmla="*/ 0 h 213"/>
                <a:gd name="T12" fmla="*/ 0 w 143"/>
                <a:gd name="T13" fmla="*/ 0 h 213"/>
                <a:gd name="T14" fmla="*/ 0 w 143"/>
                <a:gd name="T15" fmla="*/ 213 h 213"/>
                <a:gd name="T16" fmla="*/ 28 w 143"/>
                <a:gd name="T17" fmla="*/ 213 h 213"/>
                <a:gd name="T18" fmla="*/ 28 w 143"/>
                <a:gd name="T19" fmla="*/ 123 h 213"/>
                <a:gd name="T20" fmla="*/ 68 w 143"/>
                <a:gd name="T21" fmla="*/ 123 h 213"/>
                <a:gd name="T22" fmla="*/ 69 w 143"/>
                <a:gd name="T23" fmla="*/ 123 h 213"/>
                <a:gd name="T24" fmla="*/ 111 w 143"/>
                <a:gd name="T25" fmla="*/ 213 h 213"/>
                <a:gd name="T26" fmla="*/ 74 w 143"/>
                <a:gd name="T27" fmla="*/ 97 h 213"/>
                <a:gd name="T28" fmla="*/ 28 w 143"/>
                <a:gd name="T29" fmla="*/ 97 h 213"/>
                <a:gd name="T30" fmla="*/ 28 w 143"/>
                <a:gd name="T31" fmla="*/ 27 h 213"/>
                <a:gd name="T32" fmla="*/ 74 w 143"/>
                <a:gd name="T33" fmla="*/ 27 h 213"/>
                <a:gd name="T34" fmla="*/ 110 w 143"/>
                <a:gd name="T35" fmla="*/ 62 h 213"/>
                <a:gd name="T36" fmla="*/ 74 w 143"/>
                <a:gd name="T37" fmla="*/ 9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3" h="213">
                  <a:moveTo>
                    <a:pt x="111" y="213"/>
                  </a:moveTo>
                  <a:cubicBezTo>
                    <a:pt x="143" y="213"/>
                    <a:pt x="143" y="213"/>
                    <a:pt x="143" y="213"/>
                  </a:cubicBezTo>
                  <a:cubicBezTo>
                    <a:pt x="97" y="118"/>
                    <a:pt x="97" y="118"/>
                    <a:pt x="97" y="118"/>
                  </a:cubicBezTo>
                  <a:cubicBezTo>
                    <a:pt x="99" y="118"/>
                    <a:pt x="99" y="118"/>
                    <a:pt x="99" y="118"/>
                  </a:cubicBezTo>
                  <a:cubicBezTo>
                    <a:pt x="123" y="111"/>
                    <a:pt x="138" y="90"/>
                    <a:pt x="138" y="62"/>
                  </a:cubicBezTo>
                  <a:cubicBezTo>
                    <a:pt x="138" y="25"/>
                    <a:pt x="113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9" y="123"/>
                    <a:pt x="69" y="123"/>
                    <a:pt x="69" y="123"/>
                  </a:cubicBezTo>
                  <a:lnTo>
                    <a:pt x="111" y="213"/>
                  </a:lnTo>
                  <a:close/>
                  <a:moveTo>
                    <a:pt x="74" y="97"/>
                  </a:moveTo>
                  <a:cubicBezTo>
                    <a:pt x="28" y="97"/>
                    <a:pt x="28" y="97"/>
                    <a:pt x="28" y="9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96" y="27"/>
                    <a:pt x="110" y="41"/>
                    <a:pt x="110" y="62"/>
                  </a:cubicBezTo>
                  <a:cubicBezTo>
                    <a:pt x="110" y="84"/>
                    <a:pt x="96" y="97"/>
                    <a:pt x="74" y="9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7" name="Freeform 546">
              <a:extLst>
                <a:ext uri="{FF2B5EF4-FFF2-40B4-BE49-F238E27FC236}">
                  <a16:creationId xmlns:a16="http://schemas.microsoft.com/office/drawing/2014/main" id="{25BE47EE-BA4D-45EF-B6A6-8C40CC127E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340138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8" name="Freeform 547">
              <a:extLst>
                <a:ext uri="{FF2B5EF4-FFF2-40B4-BE49-F238E27FC236}">
                  <a16:creationId xmlns:a16="http://schemas.microsoft.com/office/drawing/2014/main" id="{8B5932ED-EBAF-4AF7-9036-139C0F8157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609763" y="12320588"/>
              <a:ext cx="0" cy="706437"/>
            </a:xfrm>
            <a:custGeom>
              <a:avLst/>
              <a:gdLst>
                <a:gd name="T0" fmla="*/ 0 h 445"/>
                <a:gd name="T1" fmla="*/ 445 h 445"/>
                <a:gd name="T2" fmla="*/ 0 h 44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45">
                  <a:moveTo>
                    <a:pt x="0" y="0"/>
                  </a:moveTo>
                  <a:lnTo>
                    <a:pt x="0" y="4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9" name="Line 548">
              <a:extLst>
                <a:ext uri="{FF2B5EF4-FFF2-40B4-BE49-F238E27FC236}">
                  <a16:creationId xmlns:a16="http://schemas.microsoft.com/office/drawing/2014/main" id="{B52CD0F9-A33F-479D-8F8F-E93B6F21E937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>
              <a:off x="14609763" y="12320588"/>
              <a:ext cx="0" cy="70643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0" name="Rectangle 549">
              <a:extLst>
                <a:ext uri="{FF2B5EF4-FFF2-40B4-BE49-F238E27FC236}">
                  <a16:creationId xmlns:a16="http://schemas.microsoft.com/office/drawing/2014/main" id="{204CA427-37E0-455F-B4C6-9D6359BFA5F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4606588" y="12320588"/>
              <a:ext cx="6350" cy="7064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1" name="Freeform 550">
              <a:extLst>
                <a:ext uri="{FF2B5EF4-FFF2-40B4-BE49-F238E27FC236}">
                  <a16:creationId xmlns:a16="http://schemas.microsoft.com/office/drawing/2014/main" id="{7B602F63-DC1E-4970-A92B-8813C049A85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719300" y="12868275"/>
              <a:ext cx="50800" cy="80962"/>
            </a:xfrm>
            <a:custGeom>
              <a:avLst/>
              <a:gdLst>
                <a:gd name="T0" fmla="*/ 14 w 32"/>
                <a:gd name="T1" fmla="*/ 51 h 51"/>
                <a:gd name="T2" fmla="*/ 14 w 32"/>
                <a:gd name="T3" fmla="*/ 4 h 51"/>
                <a:gd name="T4" fmla="*/ 0 w 32"/>
                <a:gd name="T5" fmla="*/ 4 h 51"/>
                <a:gd name="T6" fmla="*/ 0 w 32"/>
                <a:gd name="T7" fmla="*/ 0 h 51"/>
                <a:gd name="T8" fmla="*/ 32 w 32"/>
                <a:gd name="T9" fmla="*/ 0 h 51"/>
                <a:gd name="T10" fmla="*/ 32 w 32"/>
                <a:gd name="T11" fmla="*/ 4 h 51"/>
                <a:gd name="T12" fmla="*/ 18 w 32"/>
                <a:gd name="T13" fmla="*/ 4 h 51"/>
                <a:gd name="T14" fmla="*/ 18 w 32"/>
                <a:gd name="T15" fmla="*/ 50 h 51"/>
                <a:gd name="T16" fmla="*/ 18 w 32"/>
                <a:gd name="T17" fmla="*/ 51 h 51"/>
                <a:gd name="T18" fmla="*/ 14 w 32"/>
                <a:gd name="T19" fmla="*/ 51 h 51"/>
                <a:gd name="T20" fmla="*/ 18 w 32"/>
                <a:gd name="T21" fmla="*/ 50 h 51"/>
                <a:gd name="T22" fmla="*/ 18 w 32"/>
                <a:gd name="T23" fmla="*/ 50 h 51"/>
                <a:gd name="T24" fmla="*/ 18 w 32"/>
                <a:gd name="T25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1">
                  <a:moveTo>
                    <a:pt x="14" y="51"/>
                  </a:moveTo>
                  <a:lnTo>
                    <a:pt x="14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2" y="0"/>
                  </a:lnTo>
                  <a:lnTo>
                    <a:pt x="32" y="4"/>
                  </a:lnTo>
                  <a:lnTo>
                    <a:pt x="18" y="4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2" name="Freeform 551">
              <a:extLst>
                <a:ext uri="{FF2B5EF4-FFF2-40B4-BE49-F238E27FC236}">
                  <a16:creationId xmlns:a16="http://schemas.microsoft.com/office/drawing/2014/main" id="{D0021793-123C-4EA0-8A28-857CB44A13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784388" y="12868275"/>
              <a:ext cx="52388" cy="80962"/>
            </a:xfrm>
            <a:custGeom>
              <a:avLst/>
              <a:gdLst>
                <a:gd name="T0" fmla="*/ 29 w 33"/>
                <a:gd name="T1" fmla="*/ 51 h 51"/>
                <a:gd name="T2" fmla="*/ 29 w 33"/>
                <a:gd name="T3" fmla="*/ 27 h 51"/>
                <a:gd name="T4" fmla="*/ 4 w 33"/>
                <a:gd name="T5" fmla="*/ 27 h 51"/>
                <a:gd name="T6" fmla="*/ 4 w 33"/>
                <a:gd name="T7" fmla="*/ 51 h 51"/>
                <a:gd name="T8" fmla="*/ 0 w 33"/>
                <a:gd name="T9" fmla="*/ 51 h 51"/>
                <a:gd name="T10" fmla="*/ 0 w 33"/>
                <a:gd name="T11" fmla="*/ 0 h 51"/>
                <a:gd name="T12" fmla="*/ 4 w 33"/>
                <a:gd name="T13" fmla="*/ 0 h 51"/>
                <a:gd name="T14" fmla="*/ 4 w 33"/>
                <a:gd name="T15" fmla="*/ 23 h 51"/>
                <a:gd name="T16" fmla="*/ 29 w 33"/>
                <a:gd name="T17" fmla="*/ 23 h 51"/>
                <a:gd name="T18" fmla="*/ 29 w 33"/>
                <a:gd name="T19" fmla="*/ 0 h 51"/>
                <a:gd name="T20" fmla="*/ 33 w 33"/>
                <a:gd name="T21" fmla="*/ 0 h 51"/>
                <a:gd name="T22" fmla="*/ 33 w 33"/>
                <a:gd name="T23" fmla="*/ 51 h 51"/>
                <a:gd name="T24" fmla="*/ 29 w 33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29" y="51"/>
                  </a:moveTo>
                  <a:lnTo>
                    <a:pt x="29" y="27"/>
                  </a:lnTo>
                  <a:lnTo>
                    <a:pt x="4" y="2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3"/>
                  </a:lnTo>
                  <a:lnTo>
                    <a:pt x="29" y="23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3" y="51"/>
                  </a:lnTo>
                  <a:lnTo>
                    <a:pt x="29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3" name="Freeform 552">
              <a:extLst>
                <a:ext uri="{FF2B5EF4-FFF2-40B4-BE49-F238E27FC236}">
                  <a16:creationId xmlns:a16="http://schemas.microsoft.com/office/drawing/2014/main" id="{5882D5EF-9AE8-4127-9C0A-4DD45C9A0F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60588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4 w 29"/>
                <a:gd name="T11" fmla="*/ 4 h 51"/>
                <a:gd name="T12" fmla="*/ 4 w 29"/>
                <a:gd name="T13" fmla="*/ 23 h 51"/>
                <a:gd name="T14" fmla="*/ 26 w 29"/>
                <a:gd name="T15" fmla="*/ 23 h 51"/>
                <a:gd name="T16" fmla="*/ 26 w 29"/>
                <a:gd name="T17" fmla="*/ 27 h 51"/>
                <a:gd name="T18" fmla="*/ 4 w 29"/>
                <a:gd name="T19" fmla="*/ 27 h 51"/>
                <a:gd name="T20" fmla="*/ 4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4" name="Freeform 553">
              <a:extLst>
                <a:ext uri="{FF2B5EF4-FFF2-40B4-BE49-F238E27FC236}">
                  <a16:creationId xmlns:a16="http://schemas.microsoft.com/office/drawing/2014/main" id="{45476BDB-65E0-4735-8D80-279C52E5FF4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952663" y="12868275"/>
              <a:ext cx="52388" cy="80962"/>
            </a:xfrm>
            <a:custGeom>
              <a:avLst/>
              <a:gdLst>
                <a:gd name="T0" fmla="*/ 71 w 82"/>
                <a:gd name="T1" fmla="*/ 125 h 125"/>
                <a:gd name="T2" fmla="*/ 42 w 82"/>
                <a:gd name="T3" fmla="*/ 68 h 125"/>
                <a:gd name="T4" fmla="*/ 10 w 82"/>
                <a:gd name="T5" fmla="*/ 68 h 125"/>
                <a:gd name="T6" fmla="*/ 10 w 82"/>
                <a:gd name="T7" fmla="*/ 125 h 125"/>
                <a:gd name="T8" fmla="*/ 0 w 82"/>
                <a:gd name="T9" fmla="*/ 125 h 125"/>
                <a:gd name="T10" fmla="*/ 0 w 82"/>
                <a:gd name="T11" fmla="*/ 0 h 125"/>
                <a:gd name="T12" fmla="*/ 46 w 82"/>
                <a:gd name="T13" fmla="*/ 0 h 125"/>
                <a:gd name="T14" fmla="*/ 81 w 82"/>
                <a:gd name="T15" fmla="*/ 34 h 125"/>
                <a:gd name="T16" fmla="*/ 53 w 82"/>
                <a:gd name="T17" fmla="*/ 67 h 125"/>
                <a:gd name="T18" fmla="*/ 82 w 82"/>
                <a:gd name="T19" fmla="*/ 125 h 125"/>
                <a:gd name="T20" fmla="*/ 71 w 82"/>
                <a:gd name="T21" fmla="*/ 125 h 125"/>
                <a:gd name="T22" fmla="*/ 45 w 82"/>
                <a:gd name="T23" fmla="*/ 9 h 125"/>
                <a:gd name="T24" fmla="*/ 10 w 82"/>
                <a:gd name="T25" fmla="*/ 9 h 125"/>
                <a:gd name="T26" fmla="*/ 10 w 82"/>
                <a:gd name="T27" fmla="*/ 59 h 125"/>
                <a:gd name="T28" fmla="*/ 45 w 82"/>
                <a:gd name="T29" fmla="*/ 59 h 125"/>
                <a:gd name="T30" fmla="*/ 71 w 82"/>
                <a:gd name="T31" fmla="*/ 34 h 125"/>
                <a:gd name="T32" fmla="*/ 45 w 82"/>
                <a:gd name="T33" fmla="*/ 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125">
                  <a:moveTo>
                    <a:pt x="71" y="125"/>
                  </a:moveTo>
                  <a:cubicBezTo>
                    <a:pt x="42" y="68"/>
                    <a:pt x="42" y="68"/>
                    <a:pt x="42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66" y="0"/>
                    <a:pt x="81" y="12"/>
                    <a:pt x="81" y="34"/>
                  </a:cubicBezTo>
                  <a:cubicBezTo>
                    <a:pt x="81" y="52"/>
                    <a:pt x="70" y="64"/>
                    <a:pt x="53" y="67"/>
                  </a:cubicBezTo>
                  <a:cubicBezTo>
                    <a:pt x="82" y="125"/>
                    <a:pt x="82" y="125"/>
                    <a:pt x="82" y="125"/>
                  </a:cubicBezTo>
                  <a:lnTo>
                    <a:pt x="71" y="125"/>
                  </a:lnTo>
                  <a:close/>
                  <a:moveTo>
                    <a:pt x="45" y="9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60" y="58"/>
                    <a:pt x="71" y="51"/>
                    <a:pt x="71" y="34"/>
                  </a:cubicBezTo>
                  <a:cubicBezTo>
                    <a:pt x="71" y="17"/>
                    <a:pt x="60" y="9"/>
                    <a:pt x="45" y="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5" name="Freeform 554">
              <a:extLst>
                <a:ext uri="{FF2B5EF4-FFF2-40B4-BE49-F238E27FC236}">
                  <a16:creationId xmlns:a16="http://schemas.microsoft.com/office/drawing/2014/main" id="{3939CE34-EA56-4CB6-9FAB-A72C996895D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019338" y="12868275"/>
              <a:ext cx="53975" cy="80962"/>
            </a:xfrm>
            <a:custGeom>
              <a:avLst/>
              <a:gdLst>
                <a:gd name="T0" fmla="*/ 41 w 83"/>
                <a:gd name="T1" fmla="*/ 127 h 127"/>
                <a:gd name="T2" fmla="*/ 11 w 83"/>
                <a:gd name="T3" fmla="*/ 114 h 127"/>
                <a:gd name="T4" fmla="*/ 0 w 83"/>
                <a:gd name="T5" fmla="*/ 63 h 127"/>
                <a:gd name="T6" fmla="*/ 11 w 83"/>
                <a:gd name="T7" fmla="*/ 13 h 127"/>
                <a:gd name="T8" fmla="*/ 41 w 83"/>
                <a:gd name="T9" fmla="*/ 0 h 127"/>
                <a:gd name="T10" fmla="*/ 72 w 83"/>
                <a:gd name="T11" fmla="*/ 13 h 127"/>
                <a:gd name="T12" fmla="*/ 83 w 83"/>
                <a:gd name="T13" fmla="*/ 63 h 127"/>
                <a:gd name="T14" fmla="*/ 72 w 83"/>
                <a:gd name="T15" fmla="*/ 114 h 127"/>
                <a:gd name="T16" fmla="*/ 41 w 83"/>
                <a:gd name="T17" fmla="*/ 127 h 127"/>
                <a:gd name="T18" fmla="*/ 64 w 83"/>
                <a:gd name="T19" fmla="*/ 19 h 127"/>
                <a:gd name="T20" fmla="*/ 41 w 83"/>
                <a:gd name="T21" fmla="*/ 9 h 127"/>
                <a:gd name="T22" fmla="*/ 19 w 83"/>
                <a:gd name="T23" fmla="*/ 19 h 127"/>
                <a:gd name="T24" fmla="*/ 10 w 83"/>
                <a:gd name="T25" fmla="*/ 63 h 127"/>
                <a:gd name="T26" fmla="*/ 19 w 83"/>
                <a:gd name="T27" fmla="*/ 108 h 127"/>
                <a:gd name="T28" fmla="*/ 41 w 83"/>
                <a:gd name="T29" fmla="*/ 118 h 127"/>
                <a:gd name="T30" fmla="*/ 64 w 83"/>
                <a:gd name="T31" fmla="*/ 108 h 127"/>
                <a:gd name="T32" fmla="*/ 73 w 83"/>
                <a:gd name="T33" fmla="*/ 63 h 127"/>
                <a:gd name="T34" fmla="*/ 64 w 83"/>
                <a:gd name="T35" fmla="*/ 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53" y="0"/>
                    <a:pt x="64" y="5"/>
                    <a:pt x="72" y="13"/>
                  </a:cubicBezTo>
                  <a:cubicBezTo>
                    <a:pt x="83" y="24"/>
                    <a:pt x="83" y="35"/>
                    <a:pt x="83" y="63"/>
                  </a:cubicBezTo>
                  <a:cubicBezTo>
                    <a:pt x="83" y="91"/>
                    <a:pt x="83" y="102"/>
                    <a:pt x="72" y="114"/>
                  </a:cubicBezTo>
                  <a:cubicBezTo>
                    <a:pt x="64" y="122"/>
                    <a:pt x="53" y="127"/>
                    <a:pt x="41" y="127"/>
                  </a:cubicBezTo>
                  <a:moveTo>
                    <a:pt x="64" y="19"/>
                  </a:moveTo>
                  <a:cubicBezTo>
                    <a:pt x="58" y="12"/>
                    <a:pt x="50" y="9"/>
                    <a:pt x="41" y="9"/>
                  </a:cubicBezTo>
                  <a:cubicBezTo>
                    <a:pt x="33" y="9"/>
                    <a:pt x="25" y="12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0" y="118"/>
                    <a:pt x="58" y="114"/>
                    <a:pt x="64" y="108"/>
                  </a:cubicBezTo>
                  <a:cubicBezTo>
                    <a:pt x="72" y="99"/>
                    <a:pt x="73" y="90"/>
                    <a:pt x="73" y="63"/>
                  </a:cubicBezTo>
                  <a:cubicBezTo>
                    <a:pt x="73" y="37"/>
                    <a:pt x="72" y="27"/>
                    <a:pt x="64" y="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6" name="Freeform 555">
              <a:extLst>
                <a:ext uri="{FF2B5EF4-FFF2-40B4-BE49-F238E27FC236}">
                  <a16:creationId xmlns:a16="http://schemas.microsoft.com/office/drawing/2014/main" id="{E14882FC-C744-4E72-A2F8-E3A7415A91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081250" y="12868275"/>
              <a:ext cx="52388" cy="80962"/>
            </a:xfrm>
            <a:custGeom>
              <a:avLst/>
              <a:gdLst>
                <a:gd name="T0" fmla="*/ 14 w 33"/>
                <a:gd name="T1" fmla="*/ 51 h 51"/>
                <a:gd name="T2" fmla="*/ 14 w 33"/>
                <a:gd name="T3" fmla="*/ 30 h 51"/>
                <a:gd name="T4" fmla="*/ 0 w 33"/>
                <a:gd name="T5" fmla="*/ 0 h 51"/>
                <a:gd name="T6" fmla="*/ 4 w 33"/>
                <a:gd name="T7" fmla="*/ 0 h 51"/>
                <a:gd name="T8" fmla="*/ 17 w 33"/>
                <a:gd name="T9" fmla="*/ 25 h 51"/>
                <a:gd name="T10" fmla="*/ 28 w 33"/>
                <a:gd name="T11" fmla="*/ 0 h 51"/>
                <a:gd name="T12" fmla="*/ 33 w 33"/>
                <a:gd name="T13" fmla="*/ 0 h 51"/>
                <a:gd name="T14" fmla="*/ 18 w 33"/>
                <a:gd name="T15" fmla="*/ 30 h 51"/>
                <a:gd name="T16" fmla="*/ 18 w 33"/>
                <a:gd name="T17" fmla="*/ 50 h 51"/>
                <a:gd name="T18" fmla="*/ 18 w 33"/>
                <a:gd name="T19" fmla="*/ 51 h 51"/>
                <a:gd name="T20" fmla="*/ 14 w 33"/>
                <a:gd name="T21" fmla="*/ 51 h 51"/>
                <a:gd name="T22" fmla="*/ 18 w 33"/>
                <a:gd name="T23" fmla="*/ 50 h 51"/>
                <a:gd name="T24" fmla="*/ 18 w 33"/>
                <a:gd name="T25" fmla="*/ 50 h 51"/>
                <a:gd name="T26" fmla="*/ 18 w 33"/>
                <a:gd name="T27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51">
                  <a:moveTo>
                    <a:pt x="14" y="51"/>
                  </a:moveTo>
                  <a:lnTo>
                    <a:pt x="14" y="3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7" y="25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18" y="30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7" name="Freeform 556">
              <a:extLst>
                <a:ext uri="{FF2B5EF4-FFF2-40B4-BE49-F238E27FC236}">
                  <a16:creationId xmlns:a16="http://schemas.microsoft.com/office/drawing/2014/main" id="{35C470E6-90A3-4F51-8FFF-64B8202AFE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130463" y="12868275"/>
              <a:ext cx="63500" cy="80962"/>
            </a:xfrm>
            <a:custGeom>
              <a:avLst/>
              <a:gdLst>
                <a:gd name="T0" fmla="*/ 35 w 40"/>
                <a:gd name="T1" fmla="*/ 51 h 51"/>
                <a:gd name="T2" fmla="*/ 31 w 40"/>
                <a:gd name="T3" fmla="*/ 39 h 51"/>
                <a:gd name="T4" fmla="*/ 9 w 40"/>
                <a:gd name="T5" fmla="*/ 39 h 51"/>
                <a:gd name="T6" fmla="*/ 5 w 40"/>
                <a:gd name="T7" fmla="*/ 51 h 51"/>
                <a:gd name="T8" fmla="*/ 0 w 40"/>
                <a:gd name="T9" fmla="*/ 51 h 51"/>
                <a:gd name="T10" fmla="*/ 18 w 40"/>
                <a:gd name="T11" fmla="*/ 0 h 51"/>
                <a:gd name="T12" fmla="*/ 22 w 40"/>
                <a:gd name="T13" fmla="*/ 0 h 51"/>
                <a:gd name="T14" fmla="*/ 40 w 40"/>
                <a:gd name="T15" fmla="*/ 51 h 51"/>
                <a:gd name="T16" fmla="*/ 35 w 40"/>
                <a:gd name="T17" fmla="*/ 51 h 51"/>
                <a:gd name="T18" fmla="*/ 30 w 40"/>
                <a:gd name="T19" fmla="*/ 35 h 51"/>
                <a:gd name="T20" fmla="*/ 20 w 40"/>
                <a:gd name="T21" fmla="*/ 6 h 51"/>
                <a:gd name="T22" fmla="*/ 10 w 40"/>
                <a:gd name="T23" fmla="*/ 35 h 51"/>
                <a:gd name="T24" fmla="*/ 30 w 40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51">
                  <a:moveTo>
                    <a:pt x="35" y="51"/>
                  </a:moveTo>
                  <a:lnTo>
                    <a:pt x="31" y="39"/>
                  </a:lnTo>
                  <a:lnTo>
                    <a:pt x="9" y="39"/>
                  </a:lnTo>
                  <a:lnTo>
                    <a:pt x="5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40" y="51"/>
                  </a:lnTo>
                  <a:lnTo>
                    <a:pt x="35" y="51"/>
                  </a:lnTo>
                  <a:close/>
                  <a:moveTo>
                    <a:pt x="30" y="35"/>
                  </a:moveTo>
                  <a:lnTo>
                    <a:pt x="20" y="6"/>
                  </a:lnTo>
                  <a:lnTo>
                    <a:pt x="10" y="35"/>
                  </a:lnTo>
                  <a:lnTo>
                    <a:pt x="30" y="3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8" name="Freeform 557">
              <a:extLst>
                <a:ext uri="{FF2B5EF4-FFF2-40B4-BE49-F238E27FC236}">
                  <a16:creationId xmlns:a16="http://schemas.microsoft.com/office/drawing/2014/main" id="{AC3D7F50-72C3-4A5D-A31E-D74FF148A2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206663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4 w 29"/>
                <a:gd name="T7" fmla="*/ 0 h 51"/>
                <a:gd name="T8" fmla="*/ 4 w 29"/>
                <a:gd name="T9" fmla="*/ 47 h 51"/>
                <a:gd name="T10" fmla="*/ 29 w 29"/>
                <a:gd name="T11" fmla="*/ 47 h 51"/>
                <a:gd name="T12" fmla="*/ 29 w 29"/>
                <a:gd name="T13" fmla="*/ 51 h 51"/>
                <a:gd name="T14" fmla="*/ 0 w 29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9" name="Freeform 558">
              <a:extLst>
                <a:ext uri="{FF2B5EF4-FFF2-40B4-BE49-F238E27FC236}">
                  <a16:creationId xmlns:a16="http://schemas.microsoft.com/office/drawing/2014/main" id="{73472093-C93B-47BD-92A6-C5294C70E5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287625" y="12868275"/>
              <a:ext cx="52388" cy="80962"/>
            </a:xfrm>
            <a:custGeom>
              <a:avLst/>
              <a:gdLst>
                <a:gd name="T0" fmla="*/ 41 w 81"/>
                <a:gd name="T1" fmla="*/ 127 h 127"/>
                <a:gd name="T2" fmla="*/ 41 w 81"/>
                <a:gd name="T3" fmla="*/ 127 h 127"/>
                <a:gd name="T4" fmla="*/ 0 w 81"/>
                <a:gd name="T5" fmla="*/ 110 h 127"/>
                <a:gd name="T6" fmla="*/ 0 w 81"/>
                <a:gd name="T7" fmla="*/ 110 h 127"/>
                <a:gd name="T8" fmla="*/ 7 w 81"/>
                <a:gd name="T9" fmla="*/ 103 h 127"/>
                <a:gd name="T10" fmla="*/ 7 w 81"/>
                <a:gd name="T11" fmla="*/ 103 h 127"/>
                <a:gd name="T12" fmla="*/ 41 w 81"/>
                <a:gd name="T13" fmla="*/ 118 h 127"/>
                <a:gd name="T14" fmla="*/ 72 w 81"/>
                <a:gd name="T15" fmla="*/ 92 h 127"/>
                <a:gd name="T16" fmla="*/ 65 w 81"/>
                <a:gd name="T17" fmla="*/ 75 h 127"/>
                <a:gd name="T18" fmla="*/ 48 w 81"/>
                <a:gd name="T19" fmla="*/ 69 h 127"/>
                <a:gd name="T20" fmla="*/ 34 w 81"/>
                <a:gd name="T21" fmla="*/ 67 h 127"/>
                <a:gd name="T22" fmla="*/ 12 w 81"/>
                <a:gd name="T23" fmla="*/ 57 h 127"/>
                <a:gd name="T24" fmla="*/ 3 w 81"/>
                <a:gd name="T25" fmla="*/ 34 h 127"/>
                <a:gd name="T26" fmla="*/ 13 w 81"/>
                <a:gd name="T27" fmla="*/ 9 h 127"/>
                <a:gd name="T28" fmla="*/ 40 w 81"/>
                <a:gd name="T29" fmla="*/ 0 h 127"/>
                <a:gd name="T30" fmla="*/ 75 w 81"/>
                <a:gd name="T31" fmla="*/ 14 h 127"/>
                <a:gd name="T32" fmla="*/ 76 w 81"/>
                <a:gd name="T33" fmla="*/ 14 h 127"/>
                <a:gd name="T34" fmla="*/ 69 w 81"/>
                <a:gd name="T35" fmla="*/ 20 h 127"/>
                <a:gd name="T36" fmla="*/ 69 w 81"/>
                <a:gd name="T37" fmla="*/ 20 h 127"/>
                <a:gd name="T38" fmla="*/ 40 w 81"/>
                <a:gd name="T39" fmla="*/ 9 h 127"/>
                <a:gd name="T40" fmla="*/ 13 w 81"/>
                <a:gd name="T41" fmla="*/ 34 h 127"/>
                <a:gd name="T42" fmla="*/ 19 w 81"/>
                <a:gd name="T43" fmla="*/ 50 h 127"/>
                <a:gd name="T44" fmla="*/ 36 w 81"/>
                <a:gd name="T45" fmla="*/ 57 h 127"/>
                <a:gd name="T46" fmla="*/ 49 w 81"/>
                <a:gd name="T47" fmla="*/ 60 h 127"/>
                <a:gd name="T48" fmla="*/ 71 w 81"/>
                <a:gd name="T49" fmla="*/ 68 h 127"/>
                <a:gd name="T50" fmla="*/ 81 w 81"/>
                <a:gd name="T51" fmla="*/ 92 h 127"/>
                <a:gd name="T52" fmla="*/ 41 w 81"/>
                <a:gd name="T5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1" h="127">
                  <a:moveTo>
                    <a:pt x="41" y="127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23" y="127"/>
                    <a:pt x="11" y="122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2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6" y="15"/>
                    <a:pt x="13" y="9"/>
                  </a:cubicBezTo>
                  <a:cubicBezTo>
                    <a:pt x="19" y="3"/>
                    <a:pt x="29" y="0"/>
                    <a:pt x="40" y="0"/>
                  </a:cubicBezTo>
                  <a:cubicBezTo>
                    <a:pt x="55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6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1" y="82"/>
                    <a:pt x="81" y="92"/>
                  </a:cubicBezTo>
                  <a:cubicBezTo>
                    <a:pt x="81" y="113"/>
                    <a:pt x="66" y="127"/>
                    <a:pt x="41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0" name="Freeform 559">
              <a:extLst>
                <a:ext uri="{FF2B5EF4-FFF2-40B4-BE49-F238E27FC236}">
                  <a16:creationId xmlns:a16="http://schemas.microsoft.com/office/drawing/2014/main" id="{E89CBD1A-4654-4BE3-93D7-0316D7510A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347950" y="12868275"/>
              <a:ext cx="87313" cy="80962"/>
            </a:xfrm>
            <a:custGeom>
              <a:avLst/>
              <a:gdLst>
                <a:gd name="T0" fmla="*/ 39 w 55"/>
                <a:gd name="T1" fmla="*/ 51 h 51"/>
                <a:gd name="T2" fmla="*/ 39 w 55"/>
                <a:gd name="T3" fmla="*/ 50 h 51"/>
                <a:gd name="T4" fmla="*/ 39 w 55"/>
                <a:gd name="T5" fmla="*/ 50 h 51"/>
                <a:gd name="T6" fmla="*/ 39 w 55"/>
                <a:gd name="T7" fmla="*/ 50 h 51"/>
                <a:gd name="T8" fmla="*/ 39 w 55"/>
                <a:gd name="T9" fmla="*/ 51 h 51"/>
                <a:gd name="T10" fmla="*/ 39 w 55"/>
                <a:gd name="T11" fmla="*/ 51 h 51"/>
                <a:gd name="T12" fmla="*/ 27 w 55"/>
                <a:gd name="T13" fmla="*/ 7 h 51"/>
                <a:gd name="T14" fmla="*/ 16 w 55"/>
                <a:gd name="T15" fmla="*/ 51 h 51"/>
                <a:gd name="T16" fmla="*/ 12 w 55"/>
                <a:gd name="T17" fmla="*/ 51 h 51"/>
                <a:gd name="T18" fmla="*/ 0 w 55"/>
                <a:gd name="T19" fmla="*/ 0 h 51"/>
                <a:gd name="T20" fmla="*/ 4 w 55"/>
                <a:gd name="T21" fmla="*/ 0 h 51"/>
                <a:gd name="T22" fmla="*/ 14 w 55"/>
                <a:gd name="T23" fmla="*/ 43 h 51"/>
                <a:gd name="T24" fmla="*/ 25 w 55"/>
                <a:gd name="T25" fmla="*/ 0 h 51"/>
                <a:gd name="T26" fmla="*/ 29 w 55"/>
                <a:gd name="T27" fmla="*/ 0 h 51"/>
                <a:gd name="T28" fmla="*/ 41 w 55"/>
                <a:gd name="T29" fmla="*/ 43 h 51"/>
                <a:gd name="T30" fmla="*/ 51 w 55"/>
                <a:gd name="T31" fmla="*/ 0 h 51"/>
                <a:gd name="T32" fmla="*/ 55 w 55"/>
                <a:gd name="T33" fmla="*/ 0 h 51"/>
                <a:gd name="T34" fmla="*/ 43 w 55"/>
                <a:gd name="T35" fmla="*/ 51 h 51"/>
                <a:gd name="T36" fmla="*/ 39 w 55"/>
                <a:gd name="T3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51">
                  <a:moveTo>
                    <a:pt x="39" y="51"/>
                  </a:moveTo>
                  <a:lnTo>
                    <a:pt x="39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27" y="7"/>
                  </a:lnTo>
                  <a:lnTo>
                    <a:pt x="16" y="51"/>
                  </a:lnTo>
                  <a:lnTo>
                    <a:pt x="12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3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41" y="43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43" y="51"/>
                  </a:lnTo>
                  <a:lnTo>
                    <a:pt x="39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1" name="Freeform 560">
              <a:extLst>
                <a:ext uri="{FF2B5EF4-FFF2-40B4-BE49-F238E27FC236}">
                  <a16:creationId xmlns:a16="http://schemas.microsoft.com/office/drawing/2014/main" id="{352C062C-2BDA-4099-A8C1-697619496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44796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4 w 30"/>
                <a:gd name="T11" fmla="*/ 4 h 51"/>
                <a:gd name="T12" fmla="*/ 4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4 w 30"/>
                <a:gd name="T19" fmla="*/ 27 h 51"/>
                <a:gd name="T20" fmla="*/ 4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2" name="Freeform 561">
              <a:extLst>
                <a:ext uri="{FF2B5EF4-FFF2-40B4-BE49-F238E27FC236}">
                  <a16:creationId xmlns:a16="http://schemas.microsoft.com/office/drawing/2014/main" id="{F95A7433-150C-4E2D-AED6-CEBA7765F9D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513050" y="12868275"/>
              <a:ext cx="52388" cy="80962"/>
            </a:xfrm>
            <a:custGeom>
              <a:avLst/>
              <a:gdLst>
                <a:gd name="T0" fmla="*/ 40 w 82"/>
                <a:gd name="T1" fmla="*/ 125 h 125"/>
                <a:gd name="T2" fmla="*/ 0 w 82"/>
                <a:gd name="T3" fmla="*/ 125 h 125"/>
                <a:gd name="T4" fmla="*/ 0 w 82"/>
                <a:gd name="T5" fmla="*/ 0 h 125"/>
                <a:gd name="T6" fmla="*/ 40 w 82"/>
                <a:gd name="T7" fmla="*/ 0 h 125"/>
                <a:gd name="T8" fmla="*/ 71 w 82"/>
                <a:gd name="T9" fmla="*/ 12 h 125"/>
                <a:gd name="T10" fmla="*/ 82 w 82"/>
                <a:gd name="T11" fmla="*/ 57 h 125"/>
                <a:gd name="T12" fmla="*/ 82 w 82"/>
                <a:gd name="T13" fmla="*/ 61 h 125"/>
                <a:gd name="T14" fmla="*/ 82 w 82"/>
                <a:gd name="T15" fmla="*/ 65 h 125"/>
                <a:gd name="T16" fmla="*/ 71 w 82"/>
                <a:gd name="T17" fmla="*/ 113 h 125"/>
                <a:gd name="T18" fmla="*/ 40 w 82"/>
                <a:gd name="T19" fmla="*/ 125 h 125"/>
                <a:gd name="T20" fmla="*/ 64 w 82"/>
                <a:gd name="T21" fmla="*/ 19 h 125"/>
                <a:gd name="T22" fmla="*/ 38 w 82"/>
                <a:gd name="T23" fmla="*/ 9 h 125"/>
                <a:gd name="T24" fmla="*/ 10 w 82"/>
                <a:gd name="T25" fmla="*/ 9 h 125"/>
                <a:gd name="T26" fmla="*/ 10 w 82"/>
                <a:gd name="T27" fmla="*/ 115 h 125"/>
                <a:gd name="T28" fmla="*/ 38 w 82"/>
                <a:gd name="T29" fmla="*/ 115 h 125"/>
                <a:gd name="T30" fmla="*/ 64 w 82"/>
                <a:gd name="T31" fmla="*/ 106 h 125"/>
                <a:gd name="T32" fmla="*/ 73 w 82"/>
                <a:gd name="T33" fmla="*/ 65 h 125"/>
                <a:gd name="T34" fmla="*/ 73 w 82"/>
                <a:gd name="T35" fmla="*/ 61 h 125"/>
                <a:gd name="T36" fmla="*/ 73 w 82"/>
                <a:gd name="T37" fmla="*/ 57 h 125"/>
                <a:gd name="T38" fmla="*/ 64 w 82"/>
                <a:gd name="T39" fmla="*/ 1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25">
                  <a:moveTo>
                    <a:pt x="40" y="125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53" y="0"/>
                    <a:pt x="63" y="4"/>
                    <a:pt x="71" y="12"/>
                  </a:cubicBezTo>
                  <a:cubicBezTo>
                    <a:pt x="82" y="23"/>
                    <a:pt x="82" y="41"/>
                    <a:pt x="82" y="57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81"/>
                    <a:pt x="82" y="101"/>
                    <a:pt x="71" y="113"/>
                  </a:cubicBezTo>
                  <a:cubicBezTo>
                    <a:pt x="63" y="121"/>
                    <a:pt x="53" y="125"/>
                    <a:pt x="40" y="125"/>
                  </a:cubicBezTo>
                  <a:moveTo>
                    <a:pt x="64" y="19"/>
                  </a:moveTo>
                  <a:cubicBezTo>
                    <a:pt x="57" y="11"/>
                    <a:pt x="48" y="9"/>
                    <a:pt x="38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8" y="115"/>
                    <a:pt x="57" y="113"/>
                    <a:pt x="64" y="106"/>
                  </a:cubicBezTo>
                  <a:cubicBezTo>
                    <a:pt x="72" y="97"/>
                    <a:pt x="73" y="79"/>
                    <a:pt x="73" y="65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43"/>
                    <a:pt x="72" y="28"/>
                    <a:pt x="64" y="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3" name="Freeform 562">
              <a:extLst>
                <a:ext uri="{FF2B5EF4-FFF2-40B4-BE49-F238E27FC236}">
                  <a16:creationId xmlns:a16="http://schemas.microsoft.com/office/drawing/2014/main" id="{7CB8DDA5-D2B7-46C3-87D1-7CBFAB179E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586075" y="12868275"/>
              <a:ext cx="6350" cy="80962"/>
            </a:xfrm>
            <a:custGeom>
              <a:avLst/>
              <a:gdLst>
                <a:gd name="T0" fmla="*/ 0 w 4"/>
                <a:gd name="T1" fmla="*/ 51 h 51"/>
                <a:gd name="T2" fmla="*/ 0 w 4"/>
                <a:gd name="T3" fmla="*/ 1 h 51"/>
                <a:gd name="T4" fmla="*/ 0 w 4"/>
                <a:gd name="T5" fmla="*/ 0 h 51"/>
                <a:gd name="T6" fmla="*/ 4 w 4"/>
                <a:gd name="T7" fmla="*/ 0 h 51"/>
                <a:gd name="T8" fmla="*/ 4 w 4"/>
                <a:gd name="T9" fmla="*/ 51 h 51"/>
                <a:gd name="T10" fmla="*/ 0 w 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4" name="Freeform 563">
              <a:extLst>
                <a:ext uri="{FF2B5EF4-FFF2-40B4-BE49-F238E27FC236}">
                  <a16:creationId xmlns:a16="http://schemas.microsoft.com/office/drawing/2014/main" id="{04FA3BB0-0F13-43D1-B640-C5AD5E57F7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608300" y="12868275"/>
              <a:ext cx="52388" cy="80962"/>
            </a:xfrm>
            <a:custGeom>
              <a:avLst/>
              <a:gdLst>
                <a:gd name="T0" fmla="*/ 41 w 81"/>
                <a:gd name="T1" fmla="*/ 127 h 127"/>
                <a:gd name="T2" fmla="*/ 40 w 81"/>
                <a:gd name="T3" fmla="*/ 127 h 127"/>
                <a:gd name="T4" fmla="*/ 40 w 81"/>
                <a:gd name="T5" fmla="*/ 127 h 127"/>
                <a:gd name="T6" fmla="*/ 0 w 81"/>
                <a:gd name="T7" fmla="*/ 110 h 127"/>
                <a:gd name="T8" fmla="*/ 0 w 81"/>
                <a:gd name="T9" fmla="*/ 110 h 127"/>
                <a:gd name="T10" fmla="*/ 7 w 81"/>
                <a:gd name="T11" fmla="*/ 103 h 127"/>
                <a:gd name="T12" fmla="*/ 7 w 81"/>
                <a:gd name="T13" fmla="*/ 103 h 127"/>
                <a:gd name="T14" fmla="*/ 41 w 81"/>
                <a:gd name="T15" fmla="*/ 118 h 127"/>
                <a:gd name="T16" fmla="*/ 71 w 81"/>
                <a:gd name="T17" fmla="*/ 92 h 127"/>
                <a:gd name="T18" fmla="*/ 65 w 81"/>
                <a:gd name="T19" fmla="*/ 75 h 127"/>
                <a:gd name="T20" fmla="*/ 48 w 81"/>
                <a:gd name="T21" fmla="*/ 69 h 127"/>
                <a:gd name="T22" fmla="*/ 34 w 81"/>
                <a:gd name="T23" fmla="*/ 67 h 127"/>
                <a:gd name="T24" fmla="*/ 12 w 81"/>
                <a:gd name="T25" fmla="*/ 57 h 127"/>
                <a:gd name="T26" fmla="*/ 3 w 81"/>
                <a:gd name="T27" fmla="*/ 34 h 127"/>
                <a:gd name="T28" fmla="*/ 13 w 81"/>
                <a:gd name="T29" fmla="*/ 9 h 127"/>
                <a:gd name="T30" fmla="*/ 40 w 81"/>
                <a:gd name="T31" fmla="*/ 0 h 127"/>
                <a:gd name="T32" fmla="*/ 75 w 81"/>
                <a:gd name="T33" fmla="*/ 14 h 127"/>
                <a:gd name="T34" fmla="*/ 75 w 81"/>
                <a:gd name="T35" fmla="*/ 14 h 127"/>
                <a:gd name="T36" fmla="*/ 69 w 81"/>
                <a:gd name="T37" fmla="*/ 20 h 127"/>
                <a:gd name="T38" fmla="*/ 69 w 81"/>
                <a:gd name="T39" fmla="*/ 20 h 127"/>
                <a:gd name="T40" fmla="*/ 40 w 81"/>
                <a:gd name="T41" fmla="*/ 9 h 127"/>
                <a:gd name="T42" fmla="*/ 12 w 81"/>
                <a:gd name="T43" fmla="*/ 34 h 127"/>
                <a:gd name="T44" fmla="*/ 19 w 81"/>
                <a:gd name="T45" fmla="*/ 50 h 127"/>
                <a:gd name="T46" fmla="*/ 36 w 81"/>
                <a:gd name="T47" fmla="*/ 57 h 127"/>
                <a:gd name="T48" fmla="*/ 49 w 81"/>
                <a:gd name="T49" fmla="*/ 60 h 127"/>
                <a:gd name="T50" fmla="*/ 71 w 81"/>
                <a:gd name="T51" fmla="*/ 68 h 127"/>
                <a:gd name="T52" fmla="*/ 81 w 81"/>
                <a:gd name="T53" fmla="*/ 92 h 127"/>
                <a:gd name="T54" fmla="*/ 41 w 81"/>
                <a:gd name="T5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1" h="127">
                  <a:moveTo>
                    <a:pt x="41" y="127"/>
                  </a:moveTo>
                  <a:cubicBezTo>
                    <a:pt x="40" y="127"/>
                    <a:pt x="40" y="127"/>
                    <a:pt x="40" y="127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23" y="127"/>
                    <a:pt x="11" y="122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1" y="108"/>
                    <a:pt x="71" y="92"/>
                  </a:cubicBezTo>
                  <a:cubicBezTo>
                    <a:pt x="71" y="85"/>
                    <a:pt x="69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2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6" y="15"/>
                    <a:pt x="13" y="9"/>
                  </a:cubicBezTo>
                  <a:cubicBezTo>
                    <a:pt x="19" y="3"/>
                    <a:pt x="29" y="0"/>
                    <a:pt x="40" y="0"/>
                  </a:cubicBezTo>
                  <a:cubicBezTo>
                    <a:pt x="55" y="0"/>
                    <a:pt x="65" y="4"/>
                    <a:pt x="75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2" y="9"/>
                    <a:pt x="12" y="18"/>
                    <a:pt x="12" y="34"/>
                  </a:cubicBezTo>
                  <a:cubicBezTo>
                    <a:pt x="12" y="41"/>
                    <a:pt x="14" y="46"/>
                    <a:pt x="19" y="50"/>
                  </a:cubicBezTo>
                  <a:cubicBezTo>
                    <a:pt x="23" y="53"/>
                    <a:pt x="30" y="56"/>
                    <a:pt x="36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0" y="61"/>
                    <a:pt x="66" y="63"/>
                    <a:pt x="71" y="68"/>
                  </a:cubicBezTo>
                  <a:cubicBezTo>
                    <a:pt x="77" y="73"/>
                    <a:pt x="81" y="82"/>
                    <a:pt x="81" y="92"/>
                  </a:cubicBezTo>
                  <a:cubicBezTo>
                    <a:pt x="81" y="113"/>
                    <a:pt x="66" y="127"/>
                    <a:pt x="41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5" name="Freeform 564">
              <a:extLst>
                <a:ext uri="{FF2B5EF4-FFF2-40B4-BE49-F238E27FC236}">
                  <a16:creationId xmlns:a16="http://schemas.microsoft.com/office/drawing/2014/main" id="{588CC065-6D03-49A8-BD0B-88C084F22E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678150" y="12868275"/>
              <a:ext cx="52388" cy="80962"/>
            </a:xfrm>
            <a:custGeom>
              <a:avLst/>
              <a:gdLst>
                <a:gd name="T0" fmla="*/ 29 w 33"/>
                <a:gd name="T1" fmla="*/ 51 h 51"/>
                <a:gd name="T2" fmla="*/ 29 w 33"/>
                <a:gd name="T3" fmla="*/ 27 h 51"/>
                <a:gd name="T4" fmla="*/ 4 w 33"/>
                <a:gd name="T5" fmla="*/ 27 h 51"/>
                <a:gd name="T6" fmla="*/ 4 w 33"/>
                <a:gd name="T7" fmla="*/ 51 h 51"/>
                <a:gd name="T8" fmla="*/ 0 w 33"/>
                <a:gd name="T9" fmla="*/ 51 h 51"/>
                <a:gd name="T10" fmla="*/ 0 w 33"/>
                <a:gd name="T11" fmla="*/ 0 h 51"/>
                <a:gd name="T12" fmla="*/ 4 w 33"/>
                <a:gd name="T13" fmla="*/ 0 h 51"/>
                <a:gd name="T14" fmla="*/ 4 w 33"/>
                <a:gd name="T15" fmla="*/ 23 h 51"/>
                <a:gd name="T16" fmla="*/ 29 w 33"/>
                <a:gd name="T17" fmla="*/ 23 h 51"/>
                <a:gd name="T18" fmla="*/ 29 w 33"/>
                <a:gd name="T19" fmla="*/ 0 h 51"/>
                <a:gd name="T20" fmla="*/ 33 w 33"/>
                <a:gd name="T21" fmla="*/ 0 h 51"/>
                <a:gd name="T22" fmla="*/ 33 w 33"/>
                <a:gd name="T23" fmla="*/ 51 h 51"/>
                <a:gd name="T24" fmla="*/ 29 w 33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29" y="51"/>
                  </a:moveTo>
                  <a:lnTo>
                    <a:pt x="29" y="27"/>
                  </a:lnTo>
                  <a:lnTo>
                    <a:pt x="4" y="2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3"/>
                  </a:lnTo>
                  <a:lnTo>
                    <a:pt x="29" y="23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3" y="51"/>
                  </a:lnTo>
                  <a:lnTo>
                    <a:pt x="29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6" name="Freeform 565">
              <a:extLst>
                <a:ext uri="{FF2B5EF4-FFF2-40B4-BE49-F238E27FC236}">
                  <a16:creationId xmlns:a16="http://schemas.microsoft.com/office/drawing/2014/main" id="{82097E78-AFC5-4E73-BBA6-7EC4786793A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771813" y="12868275"/>
              <a:ext cx="61913" cy="80962"/>
            </a:xfrm>
            <a:custGeom>
              <a:avLst/>
              <a:gdLst>
                <a:gd name="T0" fmla="*/ 34 w 39"/>
                <a:gd name="T1" fmla="*/ 51 h 51"/>
                <a:gd name="T2" fmla="*/ 30 w 39"/>
                <a:gd name="T3" fmla="*/ 39 h 51"/>
                <a:gd name="T4" fmla="*/ 8 w 39"/>
                <a:gd name="T5" fmla="*/ 39 h 51"/>
                <a:gd name="T6" fmla="*/ 4 w 39"/>
                <a:gd name="T7" fmla="*/ 51 h 51"/>
                <a:gd name="T8" fmla="*/ 0 w 39"/>
                <a:gd name="T9" fmla="*/ 51 h 51"/>
                <a:gd name="T10" fmla="*/ 17 w 39"/>
                <a:gd name="T11" fmla="*/ 0 h 51"/>
                <a:gd name="T12" fmla="*/ 21 w 39"/>
                <a:gd name="T13" fmla="*/ 0 h 51"/>
                <a:gd name="T14" fmla="*/ 39 w 39"/>
                <a:gd name="T15" fmla="*/ 51 h 51"/>
                <a:gd name="T16" fmla="*/ 34 w 39"/>
                <a:gd name="T17" fmla="*/ 51 h 51"/>
                <a:gd name="T18" fmla="*/ 29 w 39"/>
                <a:gd name="T19" fmla="*/ 35 h 51"/>
                <a:gd name="T20" fmla="*/ 19 w 39"/>
                <a:gd name="T21" fmla="*/ 6 h 51"/>
                <a:gd name="T22" fmla="*/ 9 w 39"/>
                <a:gd name="T23" fmla="*/ 35 h 51"/>
                <a:gd name="T24" fmla="*/ 29 w 39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51">
                  <a:moveTo>
                    <a:pt x="34" y="51"/>
                  </a:moveTo>
                  <a:lnTo>
                    <a:pt x="30" y="39"/>
                  </a:lnTo>
                  <a:lnTo>
                    <a:pt x="8" y="39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39" y="51"/>
                  </a:lnTo>
                  <a:lnTo>
                    <a:pt x="34" y="51"/>
                  </a:lnTo>
                  <a:close/>
                  <a:moveTo>
                    <a:pt x="29" y="35"/>
                  </a:moveTo>
                  <a:lnTo>
                    <a:pt x="19" y="6"/>
                  </a:lnTo>
                  <a:lnTo>
                    <a:pt x="9" y="35"/>
                  </a:lnTo>
                  <a:lnTo>
                    <a:pt x="29" y="3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7" name="Freeform 566">
              <a:extLst>
                <a:ext uri="{FF2B5EF4-FFF2-40B4-BE49-F238E27FC236}">
                  <a16:creationId xmlns:a16="http://schemas.microsoft.com/office/drawing/2014/main" id="{E2010FA5-38E6-439D-BDDF-2C401F641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841663" y="12868275"/>
              <a:ext cx="53975" cy="80962"/>
            </a:xfrm>
            <a:custGeom>
              <a:avLst/>
              <a:gdLst>
                <a:gd name="T0" fmla="*/ 41 w 82"/>
                <a:gd name="T1" fmla="*/ 127 h 127"/>
                <a:gd name="T2" fmla="*/ 11 w 82"/>
                <a:gd name="T3" fmla="*/ 114 h 127"/>
                <a:gd name="T4" fmla="*/ 0 w 82"/>
                <a:gd name="T5" fmla="*/ 63 h 127"/>
                <a:gd name="T6" fmla="*/ 11 w 82"/>
                <a:gd name="T7" fmla="*/ 13 h 127"/>
                <a:gd name="T8" fmla="*/ 41 w 82"/>
                <a:gd name="T9" fmla="*/ 0 h 127"/>
                <a:gd name="T10" fmla="*/ 82 w 82"/>
                <a:gd name="T11" fmla="*/ 37 h 127"/>
                <a:gd name="T12" fmla="*/ 82 w 82"/>
                <a:gd name="T13" fmla="*/ 37 h 127"/>
                <a:gd name="T14" fmla="*/ 72 w 82"/>
                <a:gd name="T15" fmla="*/ 37 h 127"/>
                <a:gd name="T16" fmla="*/ 72 w 82"/>
                <a:gd name="T17" fmla="*/ 37 h 127"/>
                <a:gd name="T18" fmla="*/ 41 w 82"/>
                <a:gd name="T19" fmla="*/ 9 h 127"/>
                <a:gd name="T20" fmla="*/ 19 w 82"/>
                <a:gd name="T21" fmla="*/ 19 h 127"/>
                <a:gd name="T22" fmla="*/ 10 w 82"/>
                <a:gd name="T23" fmla="*/ 63 h 127"/>
                <a:gd name="T24" fmla="*/ 19 w 82"/>
                <a:gd name="T25" fmla="*/ 108 h 127"/>
                <a:gd name="T26" fmla="*/ 41 w 82"/>
                <a:gd name="T27" fmla="*/ 118 h 127"/>
                <a:gd name="T28" fmla="*/ 73 w 82"/>
                <a:gd name="T29" fmla="*/ 90 h 127"/>
                <a:gd name="T30" fmla="*/ 73 w 82"/>
                <a:gd name="T31" fmla="*/ 90 h 127"/>
                <a:gd name="T32" fmla="*/ 82 w 82"/>
                <a:gd name="T33" fmla="*/ 90 h 127"/>
                <a:gd name="T34" fmla="*/ 82 w 82"/>
                <a:gd name="T35" fmla="*/ 90 h 127"/>
                <a:gd name="T36" fmla="*/ 41 w 82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63" y="0"/>
                    <a:pt x="78" y="14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69" y="20"/>
                    <a:pt x="57" y="9"/>
                    <a:pt x="41" y="9"/>
                  </a:cubicBezTo>
                  <a:cubicBezTo>
                    <a:pt x="33" y="9"/>
                    <a:pt x="25" y="13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7" y="118"/>
                    <a:pt x="69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78" y="113"/>
                    <a:pt x="63" y="127"/>
                    <a:pt x="41" y="1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8" name="Freeform 567">
              <a:extLst>
                <a:ext uri="{FF2B5EF4-FFF2-40B4-BE49-F238E27FC236}">
                  <a16:creationId xmlns:a16="http://schemas.microsoft.com/office/drawing/2014/main" id="{9C07C746-1B90-4D28-8E01-A53BA96AE85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903575" y="12868275"/>
              <a:ext cx="61913" cy="80962"/>
            </a:xfrm>
            <a:custGeom>
              <a:avLst/>
              <a:gdLst>
                <a:gd name="T0" fmla="*/ 35 w 39"/>
                <a:gd name="T1" fmla="*/ 51 h 51"/>
                <a:gd name="T2" fmla="*/ 31 w 39"/>
                <a:gd name="T3" fmla="*/ 39 h 51"/>
                <a:gd name="T4" fmla="*/ 8 w 39"/>
                <a:gd name="T5" fmla="*/ 39 h 51"/>
                <a:gd name="T6" fmla="*/ 4 w 39"/>
                <a:gd name="T7" fmla="*/ 51 h 51"/>
                <a:gd name="T8" fmla="*/ 0 w 39"/>
                <a:gd name="T9" fmla="*/ 51 h 51"/>
                <a:gd name="T10" fmla="*/ 18 w 39"/>
                <a:gd name="T11" fmla="*/ 0 h 51"/>
                <a:gd name="T12" fmla="*/ 21 w 39"/>
                <a:gd name="T13" fmla="*/ 0 h 51"/>
                <a:gd name="T14" fmla="*/ 39 w 39"/>
                <a:gd name="T15" fmla="*/ 51 h 51"/>
                <a:gd name="T16" fmla="*/ 35 w 39"/>
                <a:gd name="T17" fmla="*/ 51 h 51"/>
                <a:gd name="T18" fmla="*/ 29 w 39"/>
                <a:gd name="T19" fmla="*/ 35 h 51"/>
                <a:gd name="T20" fmla="*/ 20 w 39"/>
                <a:gd name="T21" fmla="*/ 6 h 51"/>
                <a:gd name="T22" fmla="*/ 9 w 39"/>
                <a:gd name="T23" fmla="*/ 35 h 51"/>
                <a:gd name="T24" fmla="*/ 29 w 39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51">
                  <a:moveTo>
                    <a:pt x="35" y="51"/>
                  </a:moveTo>
                  <a:lnTo>
                    <a:pt x="31" y="39"/>
                  </a:lnTo>
                  <a:lnTo>
                    <a:pt x="8" y="39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39" y="51"/>
                  </a:lnTo>
                  <a:lnTo>
                    <a:pt x="35" y="51"/>
                  </a:lnTo>
                  <a:close/>
                  <a:moveTo>
                    <a:pt x="29" y="35"/>
                  </a:moveTo>
                  <a:lnTo>
                    <a:pt x="20" y="6"/>
                  </a:lnTo>
                  <a:lnTo>
                    <a:pt x="9" y="35"/>
                  </a:lnTo>
                  <a:lnTo>
                    <a:pt x="29" y="3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9" name="Freeform 568">
              <a:extLst>
                <a:ext uri="{FF2B5EF4-FFF2-40B4-BE49-F238E27FC236}">
                  <a16:creationId xmlns:a16="http://schemas.microsoft.com/office/drawing/2014/main" id="{3B11E1AE-C61B-4034-BB66-A1B00B7E023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978188" y="12868275"/>
              <a:ext cx="52388" cy="80962"/>
            </a:xfrm>
            <a:custGeom>
              <a:avLst/>
              <a:gdLst>
                <a:gd name="T0" fmla="*/ 40 w 82"/>
                <a:gd name="T1" fmla="*/ 125 h 125"/>
                <a:gd name="T2" fmla="*/ 0 w 82"/>
                <a:gd name="T3" fmla="*/ 125 h 125"/>
                <a:gd name="T4" fmla="*/ 0 w 82"/>
                <a:gd name="T5" fmla="*/ 0 h 125"/>
                <a:gd name="T6" fmla="*/ 40 w 82"/>
                <a:gd name="T7" fmla="*/ 0 h 125"/>
                <a:gd name="T8" fmla="*/ 71 w 82"/>
                <a:gd name="T9" fmla="*/ 12 h 125"/>
                <a:gd name="T10" fmla="*/ 82 w 82"/>
                <a:gd name="T11" fmla="*/ 57 h 125"/>
                <a:gd name="T12" fmla="*/ 82 w 82"/>
                <a:gd name="T13" fmla="*/ 61 h 125"/>
                <a:gd name="T14" fmla="*/ 82 w 82"/>
                <a:gd name="T15" fmla="*/ 65 h 125"/>
                <a:gd name="T16" fmla="*/ 71 w 82"/>
                <a:gd name="T17" fmla="*/ 113 h 125"/>
                <a:gd name="T18" fmla="*/ 40 w 82"/>
                <a:gd name="T19" fmla="*/ 125 h 125"/>
                <a:gd name="T20" fmla="*/ 10 w 82"/>
                <a:gd name="T21" fmla="*/ 115 h 125"/>
                <a:gd name="T22" fmla="*/ 38 w 82"/>
                <a:gd name="T23" fmla="*/ 115 h 125"/>
                <a:gd name="T24" fmla="*/ 64 w 82"/>
                <a:gd name="T25" fmla="*/ 106 h 125"/>
                <a:gd name="T26" fmla="*/ 72 w 82"/>
                <a:gd name="T27" fmla="*/ 65 h 125"/>
                <a:gd name="T28" fmla="*/ 72 w 82"/>
                <a:gd name="T29" fmla="*/ 61 h 125"/>
                <a:gd name="T30" fmla="*/ 72 w 82"/>
                <a:gd name="T31" fmla="*/ 57 h 125"/>
                <a:gd name="T32" fmla="*/ 64 w 82"/>
                <a:gd name="T33" fmla="*/ 19 h 125"/>
                <a:gd name="T34" fmla="*/ 38 w 82"/>
                <a:gd name="T35" fmla="*/ 9 h 125"/>
                <a:gd name="T36" fmla="*/ 10 w 82"/>
                <a:gd name="T37" fmla="*/ 9 h 125"/>
                <a:gd name="T38" fmla="*/ 10 w 82"/>
                <a:gd name="T39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25">
                  <a:moveTo>
                    <a:pt x="40" y="125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53" y="0"/>
                    <a:pt x="63" y="4"/>
                    <a:pt x="71" y="12"/>
                  </a:cubicBezTo>
                  <a:cubicBezTo>
                    <a:pt x="82" y="23"/>
                    <a:pt x="82" y="41"/>
                    <a:pt x="82" y="57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81"/>
                    <a:pt x="82" y="101"/>
                    <a:pt x="71" y="113"/>
                  </a:cubicBezTo>
                  <a:cubicBezTo>
                    <a:pt x="63" y="121"/>
                    <a:pt x="53" y="125"/>
                    <a:pt x="40" y="125"/>
                  </a:cubicBezTo>
                  <a:close/>
                  <a:moveTo>
                    <a:pt x="10" y="115"/>
                  </a:moveTo>
                  <a:cubicBezTo>
                    <a:pt x="38" y="115"/>
                    <a:pt x="38" y="115"/>
                    <a:pt x="38" y="115"/>
                  </a:cubicBezTo>
                  <a:cubicBezTo>
                    <a:pt x="48" y="115"/>
                    <a:pt x="57" y="113"/>
                    <a:pt x="64" y="106"/>
                  </a:cubicBezTo>
                  <a:cubicBezTo>
                    <a:pt x="72" y="97"/>
                    <a:pt x="73" y="79"/>
                    <a:pt x="72" y="65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43"/>
                    <a:pt x="72" y="28"/>
                    <a:pt x="64" y="19"/>
                  </a:cubicBezTo>
                  <a:cubicBezTo>
                    <a:pt x="57" y="11"/>
                    <a:pt x="48" y="9"/>
                    <a:pt x="38" y="9"/>
                  </a:cubicBezTo>
                  <a:cubicBezTo>
                    <a:pt x="10" y="9"/>
                    <a:pt x="10" y="9"/>
                    <a:pt x="10" y="9"/>
                  </a:cubicBezTo>
                  <a:lnTo>
                    <a:pt x="10" y="1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0" name="Freeform 569">
              <a:extLst>
                <a:ext uri="{FF2B5EF4-FFF2-40B4-BE49-F238E27FC236}">
                  <a16:creationId xmlns:a16="http://schemas.microsoft.com/office/drawing/2014/main" id="{D398DBE0-92A7-4A86-830D-406D8FEAB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05121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4 w 30"/>
                <a:gd name="T11" fmla="*/ 4 h 51"/>
                <a:gd name="T12" fmla="*/ 4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4 w 30"/>
                <a:gd name="T19" fmla="*/ 27 h 51"/>
                <a:gd name="T20" fmla="*/ 4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1" name="Freeform 570">
              <a:extLst>
                <a:ext uri="{FF2B5EF4-FFF2-40B4-BE49-F238E27FC236}">
                  <a16:creationId xmlns:a16="http://schemas.microsoft.com/office/drawing/2014/main" id="{0B451BD9-D953-45BB-AE78-4C32B44CAE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116300" y="12868275"/>
              <a:ext cx="65088" cy="80962"/>
            </a:xfrm>
            <a:custGeom>
              <a:avLst/>
              <a:gdLst>
                <a:gd name="T0" fmla="*/ 37 w 41"/>
                <a:gd name="T1" fmla="*/ 51 h 51"/>
                <a:gd name="T2" fmla="*/ 37 w 41"/>
                <a:gd name="T3" fmla="*/ 10 h 51"/>
                <a:gd name="T4" fmla="*/ 23 w 41"/>
                <a:gd name="T5" fmla="*/ 43 h 51"/>
                <a:gd name="T6" fmla="*/ 19 w 41"/>
                <a:gd name="T7" fmla="*/ 43 h 51"/>
                <a:gd name="T8" fmla="*/ 4 w 41"/>
                <a:gd name="T9" fmla="*/ 10 h 51"/>
                <a:gd name="T10" fmla="*/ 4 w 41"/>
                <a:gd name="T11" fmla="*/ 51 h 51"/>
                <a:gd name="T12" fmla="*/ 0 w 41"/>
                <a:gd name="T13" fmla="*/ 51 h 51"/>
                <a:gd name="T14" fmla="*/ 0 w 41"/>
                <a:gd name="T15" fmla="*/ 0 h 51"/>
                <a:gd name="T16" fmla="*/ 4 w 41"/>
                <a:gd name="T17" fmla="*/ 0 h 51"/>
                <a:gd name="T18" fmla="*/ 21 w 41"/>
                <a:gd name="T19" fmla="*/ 39 h 51"/>
                <a:gd name="T20" fmla="*/ 37 w 41"/>
                <a:gd name="T21" fmla="*/ 0 h 51"/>
                <a:gd name="T22" fmla="*/ 41 w 41"/>
                <a:gd name="T23" fmla="*/ 0 h 51"/>
                <a:gd name="T24" fmla="*/ 41 w 41"/>
                <a:gd name="T25" fmla="*/ 51 h 51"/>
                <a:gd name="T26" fmla="*/ 37 w 41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51">
                  <a:moveTo>
                    <a:pt x="37" y="51"/>
                  </a:moveTo>
                  <a:lnTo>
                    <a:pt x="37" y="10"/>
                  </a:lnTo>
                  <a:lnTo>
                    <a:pt x="23" y="43"/>
                  </a:lnTo>
                  <a:lnTo>
                    <a:pt x="19" y="43"/>
                  </a:lnTo>
                  <a:lnTo>
                    <a:pt x="4" y="10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21" y="39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1" y="51"/>
                  </a:lnTo>
                  <a:lnTo>
                    <a:pt x="37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2" name="Freeform 571">
              <a:extLst>
                <a:ext uri="{FF2B5EF4-FFF2-40B4-BE49-F238E27FC236}">
                  <a16:creationId xmlns:a16="http://schemas.microsoft.com/office/drawing/2014/main" id="{157DE4BD-09EB-4D34-AD78-B28E394059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192500" y="12868275"/>
              <a:ext cx="52388" cy="80962"/>
            </a:xfrm>
            <a:custGeom>
              <a:avLst/>
              <a:gdLst>
                <a:gd name="T0" fmla="*/ 15 w 33"/>
                <a:gd name="T1" fmla="*/ 51 h 51"/>
                <a:gd name="T2" fmla="*/ 15 w 33"/>
                <a:gd name="T3" fmla="*/ 30 h 51"/>
                <a:gd name="T4" fmla="*/ 0 w 33"/>
                <a:gd name="T5" fmla="*/ 0 h 51"/>
                <a:gd name="T6" fmla="*/ 5 w 33"/>
                <a:gd name="T7" fmla="*/ 0 h 51"/>
                <a:gd name="T8" fmla="*/ 17 w 33"/>
                <a:gd name="T9" fmla="*/ 25 h 51"/>
                <a:gd name="T10" fmla="*/ 29 w 33"/>
                <a:gd name="T11" fmla="*/ 0 h 51"/>
                <a:gd name="T12" fmla="*/ 33 w 33"/>
                <a:gd name="T13" fmla="*/ 0 h 51"/>
                <a:gd name="T14" fmla="*/ 19 w 33"/>
                <a:gd name="T15" fmla="*/ 30 h 51"/>
                <a:gd name="T16" fmla="*/ 19 w 33"/>
                <a:gd name="T17" fmla="*/ 50 h 51"/>
                <a:gd name="T18" fmla="*/ 19 w 33"/>
                <a:gd name="T19" fmla="*/ 51 h 51"/>
                <a:gd name="T20" fmla="*/ 15 w 33"/>
                <a:gd name="T21" fmla="*/ 51 h 51"/>
                <a:gd name="T22" fmla="*/ 19 w 33"/>
                <a:gd name="T23" fmla="*/ 50 h 51"/>
                <a:gd name="T24" fmla="*/ 19 w 33"/>
                <a:gd name="T25" fmla="*/ 50 h 51"/>
                <a:gd name="T26" fmla="*/ 19 w 33"/>
                <a:gd name="T27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51">
                  <a:moveTo>
                    <a:pt x="15" y="51"/>
                  </a:moveTo>
                  <a:lnTo>
                    <a:pt x="15" y="30"/>
                  </a:lnTo>
                  <a:lnTo>
                    <a:pt x="0" y="0"/>
                  </a:lnTo>
                  <a:lnTo>
                    <a:pt x="5" y="0"/>
                  </a:lnTo>
                  <a:lnTo>
                    <a:pt x="17" y="25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19" y="30"/>
                  </a:lnTo>
                  <a:lnTo>
                    <a:pt x="19" y="50"/>
                  </a:lnTo>
                  <a:lnTo>
                    <a:pt x="19" y="51"/>
                  </a:lnTo>
                  <a:lnTo>
                    <a:pt x="15" y="51"/>
                  </a:lnTo>
                  <a:close/>
                  <a:moveTo>
                    <a:pt x="19" y="50"/>
                  </a:moveTo>
                  <a:lnTo>
                    <a:pt x="19" y="50"/>
                  </a:lnTo>
                  <a:lnTo>
                    <a:pt x="19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3" name="Freeform 572">
              <a:extLst>
                <a:ext uri="{FF2B5EF4-FFF2-40B4-BE49-F238E27FC236}">
                  <a16:creationId xmlns:a16="http://schemas.microsoft.com/office/drawing/2014/main" id="{B87C1B9A-AF7A-4FD1-A540-9153093F01A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281400" y="12868275"/>
              <a:ext cx="53975" cy="80962"/>
            </a:xfrm>
            <a:custGeom>
              <a:avLst/>
              <a:gdLst>
                <a:gd name="T0" fmla="*/ 11 w 83"/>
                <a:gd name="T1" fmla="*/ 114 h 127"/>
                <a:gd name="T2" fmla="*/ 0 w 83"/>
                <a:gd name="T3" fmla="*/ 63 h 127"/>
                <a:gd name="T4" fmla="*/ 11 w 83"/>
                <a:gd name="T5" fmla="*/ 13 h 127"/>
                <a:gd name="T6" fmla="*/ 41 w 83"/>
                <a:gd name="T7" fmla="*/ 0 h 127"/>
                <a:gd name="T8" fmla="*/ 72 w 83"/>
                <a:gd name="T9" fmla="*/ 13 h 127"/>
                <a:gd name="T10" fmla="*/ 83 w 83"/>
                <a:gd name="T11" fmla="*/ 63 h 127"/>
                <a:gd name="T12" fmla="*/ 72 w 83"/>
                <a:gd name="T13" fmla="*/ 114 h 127"/>
                <a:gd name="T14" fmla="*/ 41 w 83"/>
                <a:gd name="T15" fmla="*/ 127 h 127"/>
                <a:gd name="T16" fmla="*/ 11 w 83"/>
                <a:gd name="T17" fmla="*/ 114 h 127"/>
                <a:gd name="T18" fmla="*/ 64 w 83"/>
                <a:gd name="T19" fmla="*/ 109 h 127"/>
                <a:gd name="T20" fmla="*/ 64 w 83"/>
                <a:gd name="T21" fmla="*/ 109 h 127"/>
                <a:gd name="T22" fmla="*/ 64 w 83"/>
                <a:gd name="T23" fmla="*/ 19 h 127"/>
                <a:gd name="T24" fmla="*/ 41 w 83"/>
                <a:gd name="T25" fmla="*/ 9 h 127"/>
                <a:gd name="T26" fmla="*/ 19 w 83"/>
                <a:gd name="T27" fmla="*/ 19 h 127"/>
                <a:gd name="T28" fmla="*/ 10 w 83"/>
                <a:gd name="T29" fmla="*/ 63 h 127"/>
                <a:gd name="T30" fmla="*/ 19 w 83"/>
                <a:gd name="T31" fmla="*/ 108 h 127"/>
                <a:gd name="T32" fmla="*/ 41 w 83"/>
                <a:gd name="T33" fmla="*/ 118 h 127"/>
                <a:gd name="T34" fmla="*/ 64 w 83"/>
                <a:gd name="T35" fmla="*/ 108 h 127"/>
                <a:gd name="T36" fmla="*/ 73 w 83"/>
                <a:gd name="T37" fmla="*/ 63 h 127"/>
                <a:gd name="T38" fmla="*/ 64 w 83"/>
                <a:gd name="T39" fmla="*/ 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127">
                  <a:moveTo>
                    <a:pt x="11" y="114"/>
                  </a:move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53" y="0"/>
                    <a:pt x="64" y="5"/>
                    <a:pt x="72" y="13"/>
                  </a:cubicBezTo>
                  <a:cubicBezTo>
                    <a:pt x="83" y="24"/>
                    <a:pt x="83" y="35"/>
                    <a:pt x="83" y="63"/>
                  </a:cubicBezTo>
                  <a:cubicBezTo>
                    <a:pt x="83" y="91"/>
                    <a:pt x="83" y="102"/>
                    <a:pt x="72" y="114"/>
                  </a:cubicBezTo>
                  <a:cubicBezTo>
                    <a:pt x="64" y="122"/>
                    <a:pt x="53" y="127"/>
                    <a:pt x="41" y="127"/>
                  </a:cubicBezTo>
                  <a:cubicBezTo>
                    <a:pt x="30" y="127"/>
                    <a:pt x="19" y="122"/>
                    <a:pt x="11" y="114"/>
                  </a:cubicBezTo>
                  <a:moveTo>
                    <a:pt x="64" y="109"/>
                  </a:moveTo>
                  <a:cubicBezTo>
                    <a:pt x="64" y="109"/>
                    <a:pt x="64" y="109"/>
                    <a:pt x="64" y="109"/>
                  </a:cubicBezTo>
                  <a:moveTo>
                    <a:pt x="64" y="19"/>
                  </a:moveTo>
                  <a:cubicBezTo>
                    <a:pt x="58" y="12"/>
                    <a:pt x="50" y="9"/>
                    <a:pt x="41" y="9"/>
                  </a:cubicBezTo>
                  <a:cubicBezTo>
                    <a:pt x="33" y="9"/>
                    <a:pt x="25" y="12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0" y="118"/>
                    <a:pt x="58" y="114"/>
                    <a:pt x="64" y="108"/>
                  </a:cubicBezTo>
                  <a:cubicBezTo>
                    <a:pt x="72" y="99"/>
                    <a:pt x="73" y="90"/>
                    <a:pt x="73" y="63"/>
                  </a:cubicBezTo>
                  <a:cubicBezTo>
                    <a:pt x="73" y="37"/>
                    <a:pt x="72" y="27"/>
                    <a:pt x="64" y="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4" name="Freeform 573">
              <a:extLst>
                <a:ext uri="{FF2B5EF4-FFF2-40B4-BE49-F238E27FC236}">
                  <a16:creationId xmlns:a16="http://schemas.microsoft.com/office/drawing/2014/main" id="{3836A85F-72E0-486D-8479-324EFD06ED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354425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0 h 51"/>
                <a:gd name="T4" fmla="*/ 30 w 30"/>
                <a:gd name="T5" fmla="*/ 0 h 51"/>
                <a:gd name="T6" fmla="*/ 30 w 30"/>
                <a:gd name="T7" fmla="*/ 4 h 51"/>
                <a:gd name="T8" fmla="*/ 4 w 30"/>
                <a:gd name="T9" fmla="*/ 4 h 51"/>
                <a:gd name="T10" fmla="*/ 4 w 30"/>
                <a:gd name="T11" fmla="*/ 24 h 51"/>
                <a:gd name="T12" fmla="*/ 27 w 30"/>
                <a:gd name="T13" fmla="*/ 24 h 51"/>
                <a:gd name="T14" fmla="*/ 27 w 30"/>
                <a:gd name="T15" fmla="*/ 28 h 51"/>
                <a:gd name="T16" fmla="*/ 4 w 30"/>
                <a:gd name="T17" fmla="*/ 28 h 51"/>
                <a:gd name="T18" fmla="*/ 4 w 30"/>
                <a:gd name="T19" fmla="*/ 51 h 51"/>
                <a:gd name="T20" fmla="*/ 0 w 30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4"/>
                  </a:lnTo>
                  <a:lnTo>
                    <a:pt x="27" y="24"/>
                  </a:lnTo>
                  <a:lnTo>
                    <a:pt x="27" y="28"/>
                  </a:lnTo>
                  <a:lnTo>
                    <a:pt x="4" y="28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5" name="Freeform 574">
              <a:extLst>
                <a:ext uri="{FF2B5EF4-FFF2-40B4-BE49-F238E27FC236}">
                  <a16:creationId xmlns:a16="http://schemas.microsoft.com/office/drawing/2014/main" id="{182DAC9F-2481-4A26-BB8E-36CB6E259D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436975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41 w 82"/>
                <a:gd name="T3" fmla="*/ 127 h 127"/>
                <a:gd name="T4" fmla="*/ 1 w 82"/>
                <a:gd name="T5" fmla="*/ 110 h 127"/>
                <a:gd name="T6" fmla="*/ 0 w 82"/>
                <a:gd name="T7" fmla="*/ 110 h 127"/>
                <a:gd name="T8" fmla="*/ 7 w 82"/>
                <a:gd name="T9" fmla="*/ 103 h 127"/>
                <a:gd name="T10" fmla="*/ 8 w 82"/>
                <a:gd name="T11" fmla="*/ 103 h 127"/>
                <a:gd name="T12" fmla="*/ 41 w 82"/>
                <a:gd name="T13" fmla="*/ 118 h 127"/>
                <a:gd name="T14" fmla="*/ 72 w 82"/>
                <a:gd name="T15" fmla="*/ 92 h 127"/>
                <a:gd name="T16" fmla="*/ 65 w 82"/>
                <a:gd name="T17" fmla="*/ 75 h 127"/>
                <a:gd name="T18" fmla="*/ 48 w 82"/>
                <a:gd name="T19" fmla="*/ 69 h 127"/>
                <a:gd name="T20" fmla="*/ 34 w 82"/>
                <a:gd name="T21" fmla="*/ 67 h 127"/>
                <a:gd name="T22" fmla="*/ 13 w 82"/>
                <a:gd name="T23" fmla="*/ 57 h 127"/>
                <a:gd name="T24" fmla="*/ 3 w 82"/>
                <a:gd name="T25" fmla="*/ 34 h 127"/>
                <a:gd name="T26" fmla="*/ 13 w 82"/>
                <a:gd name="T27" fmla="*/ 9 h 127"/>
                <a:gd name="T28" fmla="*/ 41 w 82"/>
                <a:gd name="T29" fmla="*/ 0 h 127"/>
                <a:gd name="T30" fmla="*/ 75 w 82"/>
                <a:gd name="T31" fmla="*/ 14 h 127"/>
                <a:gd name="T32" fmla="*/ 76 w 82"/>
                <a:gd name="T33" fmla="*/ 14 h 127"/>
                <a:gd name="T34" fmla="*/ 69 w 82"/>
                <a:gd name="T35" fmla="*/ 20 h 127"/>
                <a:gd name="T36" fmla="*/ 69 w 82"/>
                <a:gd name="T37" fmla="*/ 20 h 127"/>
                <a:gd name="T38" fmla="*/ 40 w 82"/>
                <a:gd name="T39" fmla="*/ 9 h 127"/>
                <a:gd name="T40" fmla="*/ 13 w 82"/>
                <a:gd name="T41" fmla="*/ 34 h 127"/>
                <a:gd name="T42" fmla="*/ 19 w 82"/>
                <a:gd name="T43" fmla="*/ 50 h 127"/>
                <a:gd name="T44" fmla="*/ 37 w 82"/>
                <a:gd name="T45" fmla="*/ 57 h 127"/>
                <a:gd name="T46" fmla="*/ 49 w 82"/>
                <a:gd name="T47" fmla="*/ 60 h 127"/>
                <a:gd name="T48" fmla="*/ 71 w 82"/>
                <a:gd name="T49" fmla="*/ 68 h 127"/>
                <a:gd name="T50" fmla="*/ 82 w 82"/>
                <a:gd name="T51" fmla="*/ 92 h 127"/>
                <a:gd name="T52" fmla="*/ 41 w 82"/>
                <a:gd name="T5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23" y="127"/>
                    <a:pt x="12" y="122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3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7" y="15"/>
                    <a:pt x="13" y="9"/>
                  </a:cubicBezTo>
                  <a:cubicBezTo>
                    <a:pt x="20" y="3"/>
                    <a:pt x="29" y="0"/>
                    <a:pt x="41" y="0"/>
                  </a:cubicBezTo>
                  <a:cubicBezTo>
                    <a:pt x="56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7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2" y="82"/>
                    <a:pt x="82" y="92"/>
                  </a:cubicBezTo>
                  <a:cubicBezTo>
                    <a:pt x="82" y="113"/>
                    <a:pt x="66" y="127"/>
                    <a:pt x="41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6" name="Freeform 575">
              <a:extLst>
                <a:ext uri="{FF2B5EF4-FFF2-40B4-BE49-F238E27FC236}">
                  <a16:creationId xmlns:a16="http://schemas.microsoft.com/office/drawing/2014/main" id="{95A5B974-128E-4CF4-B6C9-52DD187942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503650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1 w 82"/>
                <a:gd name="T3" fmla="*/ 114 h 127"/>
                <a:gd name="T4" fmla="*/ 0 w 82"/>
                <a:gd name="T5" fmla="*/ 63 h 127"/>
                <a:gd name="T6" fmla="*/ 11 w 82"/>
                <a:gd name="T7" fmla="*/ 13 h 127"/>
                <a:gd name="T8" fmla="*/ 41 w 82"/>
                <a:gd name="T9" fmla="*/ 0 h 127"/>
                <a:gd name="T10" fmla="*/ 82 w 82"/>
                <a:gd name="T11" fmla="*/ 37 h 127"/>
                <a:gd name="T12" fmla="*/ 82 w 82"/>
                <a:gd name="T13" fmla="*/ 37 h 127"/>
                <a:gd name="T14" fmla="*/ 72 w 82"/>
                <a:gd name="T15" fmla="*/ 37 h 127"/>
                <a:gd name="T16" fmla="*/ 72 w 82"/>
                <a:gd name="T17" fmla="*/ 37 h 127"/>
                <a:gd name="T18" fmla="*/ 41 w 82"/>
                <a:gd name="T19" fmla="*/ 9 h 127"/>
                <a:gd name="T20" fmla="*/ 19 w 82"/>
                <a:gd name="T21" fmla="*/ 19 h 127"/>
                <a:gd name="T22" fmla="*/ 10 w 82"/>
                <a:gd name="T23" fmla="*/ 63 h 127"/>
                <a:gd name="T24" fmla="*/ 19 w 82"/>
                <a:gd name="T25" fmla="*/ 108 h 127"/>
                <a:gd name="T26" fmla="*/ 41 w 82"/>
                <a:gd name="T27" fmla="*/ 118 h 127"/>
                <a:gd name="T28" fmla="*/ 73 w 82"/>
                <a:gd name="T29" fmla="*/ 90 h 127"/>
                <a:gd name="T30" fmla="*/ 73 w 82"/>
                <a:gd name="T31" fmla="*/ 90 h 127"/>
                <a:gd name="T32" fmla="*/ 82 w 82"/>
                <a:gd name="T33" fmla="*/ 90 h 127"/>
                <a:gd name="T34" fmla="*/ 82 w 82"/>
                <a:gd name="T35" fmla="*/ 90 h 127"/>
                <a:gd name="T36" fmla="*/ 41 w 82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63" y="0"/>
                    <a:pt x="78" y="14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69" y="20"/>
                    <a:pt x="57" y="9"/>
                    <a:pt x="41" y="9"/>
                  </a:cubicBezTo>
                  <a:cubicBezTo>
                    <a:pt x="33" y="9"/>
                    <a:pt x="25" y="13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7" y="118"/>
                    <a:pt x="69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78" y="113"/>
                    <a:pt x="63" y="127"/>
                    <a:pt x="41" y="1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7" name="Freeform 576">
              <a:extLst>
                <a:ext uri="{FF2B5EF4-FFF2-40B4-BE49-F238E27FC236}">
                  <a16:creationId xmlns:a16="http://schemas.microsoft.com/office/drawing/2014/main" id="{00D3B7B5-01E1-41FE-998B-A37BE73632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576675" y="12868275"/>
              <a:ext cx="6350" cy="80962"/>
            </a:xfrm>
            <a:custGeom>
              <a:avLst/>
              <a:gdLst>
                <a:gd name="T0" fmla="*/ 0 w 4"/>
                <a:gd name="T1" fmla="*/ 51 h 51"/>
                <a:gd name="T2" fmla="*/ 0 w 4"/>
                <a:gd name="T3" fmla="*/ 1 h 51"/>
                <a:gd name="T4" fmla="*/ 0 w 4"/>
                <a:gd name="T5" fmla="*/ 0 h 51"/>
                <a:gd name="T6" fmla="*/ 4 w 4"/>
                <a:gd name="T7" fmla="*/ 0 h 51"/>
                <a:gd name="T8" fmla="*/ 4 w 4"/>
                <a:gd name="T9" fmla="*/ 51 h 51"/>
                <a:gd name="T10" fmla="*/ 0 w 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8" name="Freeform 577">
              <a:extLst>
                <a:ext uri="{FF2B5EF4-FFF2-40B4-BE49-F238E27FC236}">
                  <a16:creationId xmlns:a16="http://schemas.microsoft.com/office/drawing/2014/main" id="{84213D92-0ADE-493B-8AC7-F08C8A0B1B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605250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5 w 30"/>
                <a:gd name="T11" fmla="*/ 4 h 51"/>
                <a:gd name="T12" fmla="*/ 5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5 w 30"/>
                <a:gd name="T19" fmla="*/ 27 h 51"/>
                <a:gd name="T20" fmla="*/ 5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5" y="4"/>
                  </a:lnTo>
                  <a:lnTo>
                    <a:pt x="5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5" y="27"/>
                  </a:lnTo>
                  <a:lnTo>
                    <a:pt x="5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9" name="Freeform 578">
              <a:extLst>
                <a:ext uri="{FF2B5EF4-FFF2-40B4-BE49-F238E27FC236}">
                  <a16:creationId xmlns:a16="http://schemas.microsoft.com/office/drawing/2014/main" id="{D967E1AF-6747-45E2-BFD8-BAAB6A31FE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6670338" y="12868275"/>
              <a:ext cx="57150" cy="80962"/>
            </a:xfrm>
            <a:custGeom>
              <a:avLst/>
              <a:gdLst>
                <a:gd name="T0" fmla="*/ 32 w 36"/>
                <a:gd name="T1" fmla="*/ 51 h 51"/>
                <a:gd name="T2" fmla="*/ 4 w 36"/>
                <a:gd name="T3" fmla="*/ 7 h 51"/>
                <a:gd name="T4" fmla="*/ 4 w 36"/>
                <a:gd name="T5" fmla="*/ 51 h 51"/>
                <a:gd name="T6" fmla="*/ 0 w 36"/>
                <a:gd name="T7" fmla="*/ 51 h 51"/>
                <a:gd name="T8" fmla="*/ 0 w 36"/>
                <a:gd name="T9" fmla="*/ 0 h 51"/>
                <a:gd name="T10" fmla="*/ 4 w 36"/>
                <a:gd name="T11" fmla="*/ 0 h 51"/>
                <a:gd name="T12" fmla="*/ 32 w 36"/>
                <a:gd name="T13" fmla="*/ 43 h 51"/>
                <a:gd name="T14" fmla="*/ 32 w 36"/>
                <a:gd name="T15" fmla="*/ 0 h 51"/>
                <a:gd name="T16" fmla="*/ 36 w 36"/>
                <a:gd name="T17" fmla="*/ 0 h 51"/>
                <a:gd name="T18" fmla="*/ 36 w 36"/>
                <a:gd name="T19" fmla="*/ 51 h 51"/>
                <a:gd name="T20" fmla="*/ 32 w 36"/>
                <a:gd name="T21" fmla="*/ 51 h 51"/>
                <a:gd name="T22" fmla="*/ 4 w 36"/>
                <a:gd name="T23" fmla="*/ 7 h 51"/>
                <a:gd name="T24" fmla="*/ 4 w 36"/>
                <a:gd name="T25" fmla="*/ 7 h 51"/>
                <a:gd name="T26" fmla="*/ 4 w 36"/>
                <a:gd name="T27" fmla="*/ 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1">
                  <a:moveTo>
                    <a:pt x="32" y="51"/>
                  </a:moveTo>
                  <a:lnTo>
                    <a:pt x="4" y="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32" y="43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6" y="51"/>
                  </a:lnTo>
                  <a:lnTo>
                    <a:pt x="32" y="51"/>
                  </a:lnTo>
                  <a:close/>
                  <a:moveTo>
                    <a:pt x="4" y="7"/>
                  </a:move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0" name="Freeform 579">
              <a:extLst>
                <a:ext uri="{FF2B5EF4-FFF2-40B4-BE49-F238E27FC236}">
                  <a16:creationId xmlns:a16="http://schemas.microsoft.com/office/drawing/2014/main" id="{3AA8093F-78F9-435C-A3F9-A8EFB08505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746538" y="12868275"/>
              <a:ext cx="53975" cy="80962"/>
            </a:xfrm>
            <a:custGeom>
              <a:avLst/>
              <a:gdLst>
                <a:gd name="T0" fmla="*/ 42 w 83"/>
                <a:gd name="T1" fmla="*/ 127 h 127"/>
                <a:gd name="T2" fmla="*/ 12 w 83"/>
                <a:gd name="T3" fmla="*/ 114 h 127"/>
                <a:gd name="T4" fmla="*/ 1 w 83"/>
                <a:gd name="T5" fmla="*/ 63 h 127"/>
                <a:gd name="T6" fmla="*/ 12 w 83"/>
                <a:gd name="T7" fmla="*/ 13 h 127"/>
                <a:gd name="T8" fmla="*/ 42 w 83"/>
                <a:gd name="T9" fmla="*/ 0 h 127"/>
                <a:gd name="T10" fmla="*/ 83 w 83"/>
                <a:gd name="T11" fmla="*/ 37 h 127"/>
                <a:gd name="T12" fmla="*/ 83 w 83"/>
                <a:gd name="T13" fmla="*/ 37 h 127"/>
                <a:gd name="T14" fmla="*/ 73 w 83"/>
                <a:gd name="T15" fmla="*/ 37 h 127"/>
                <a:gd name="T16" fmla="*/ 73 w 83"/>
                <a:gd name="T17" fmla="*/ 37 h 127"/>
                <a:gd name="T18" fmla="*/ 42 w 83"/>
                <a:gd name="T19" fmla="*/ 9 h 127"/>
                <a:gd name="T20" fmla="*/ 20 w 83"/>
                <a:gd name="T21" fmla="*/ 19 h 127"/>
                <a:gd name="T22" fmla="*/ 10 w 83"/>
                <a:gd name="T23" fmla="*/ 63 h 127"/>
                <a:gd name="T24" fmla="*/ 20 w 83"/>
                <a:gd name="T25" fmla="*/ 108 h 127"/>
                <a:gd name="T26" fmla="*/ 42 w 83"/>
                <a:gd name="T27" fmla="*/ 118 h 127"/>
                <a:gd name="T28" fmla="*/ 73 w 83"/>
                <a:gd name="T29" fmla="*/ 90 h 127"/>
                <a:gd name="T30" fmla="*/ 73 w 83"/>
                <a:gd name="T31" fmla="*/ 90 h 127"/>
                <a:gd name="T32" fmla="*/ 83 w 83"/>
                <a:gd name="T33" fmla="*/ 90 h 127"/>
                <a:gd name="T34" fmla="*/ 83 w 83"/>
                <a:gd name="T35" fmla="*/ 90 h 127"/>
                <a:gd name="T36" fmla="*/ 42 w 83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127">
                  <a:moveTo>
                    <a:pt x="42" y="127"/>
                  </a:moveTo>
                  <a:cubicBezTo>
                    <a:pt x="30" y="127"/>
                    <a:pt x="20" y="122"/>
                    <a:pt x="12" y="114"/>
                  </a:cubicBezTo>
                  <a:cubicBezTo>
                    <a:pt x="1" y="102"/>
                    <a:pt x="0" y="91"/>
                    <a:pt x="1" y="63"/>
                  </a:cubicBezTo>
                  <a:cubicBezTo>
                    <a:pt x="0" y="35"/>
                    <a:pt x="1" y="24"/>
                    <a:pt x="12" y="13"/>
                  </a:cubicBezTo>
                  <a:cubicBezTo>
                    <a:pt x="20" y="5"/>
                    <a:pt x="30" y="0"/>
                    <a:pt x="42" y="0"/>
                  </a:cubicBezTo>
                  <a:cubicBezTo>
                    <a:pt x="64" y="0"/>
                    <a:pt x="79" y="14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0" y="20"/>
                    <a:pt x="58" y="9"/>
                    <a:pt x="42" y="9"/>
                  </a:cubicBezTo>
                  <a:cubicBezTo>
                    <a:pt x="33" y="9"/>
                    <a:pt x="26" y="13"/>
                    <a:pt x="20" y="19"/>
                  </a:cubicBezTo>
                  <a:cubicBezTo>
                    <a:pt x="11" y="27"/>
                    <a:pt x="10" y="37"/>
                    <a:pt x="10" y="63"/>
                  </a:cubicBezTo>
                  <a:cubicBezTo>
                    <a:pt x="10" y="90"/>
                    <a:pt x="11" y="99"/>
                    <a:pt x="20" y="108"/>
                  </a:cubicBezTo>
                  <a:cubicBezTo>
                    <a:pt x="26" y="114"/>
                    <a:pt x="33" y="118"/>
                    <a:pt x="42" y="118"/>
                  </a:cubicBezTo>
                  <a:cubicBezTo>
                    <a:pt x="58" y="118"/>
                    <a:pt x="70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79" y="113"/>
                    <a:pt x="63" y="127"/>
                    <a:pt x="42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1" name="Freeform 580">
              <a:extLst>
                <a:ext uri="{FF2B5EF4-FFF2-40B4-BE49-F238E27FC236}">
                  <a16:creationId xmlns:a16="http://schemas.microsoft.com/office/drawing/2014/main" id="{DC7277D5-8143-4DBA-850D-308D25A308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81956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4 w 30"/>
                <a:gd name="T11" fmla="*/ 4 h 51"/>
                <a:gd name="T12" fmla="*/ 4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4 w 30"/>
                <a:gd name="T19" fmla="*/ 27 h 51"/>
                <a:gd name="T20" fmla="*/ 4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2" name="Freeform 581">
              <a:extLst>
                <a:ext uri="{FF2B5EF4-FFF2-40B4-BE49-F238E27FC236}">
                  <a16:creationId xmlns:a16="http://schemas.microsoft.com/office/drawing/2014/main" id="{790607EB-B8EA-4C30-9D75-91FFEDBF09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876713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 w 82"/>
                <a:gd name="T3" fmla="*/ 110 h 127"/>
                <a:gd name="T4" fmla="*/ 0 w 82"/>
                <a:gd name="T5" fmla="*/ 110 h 127"/>
                <a:gd name="T6" fmla="*/ 7 w 82"/>
                <a:gd name="T7" fmla="*/ 103 h 127"/>
                <a:gd name="T8" fmla="*/ 8 w 82"/>
                <a:gd name="T9" fmla="*/ 103 h 127"/>
                <a:gd name="T10" fmla="*/ 41 w 82"/>
                <a:gd name="T11" fmla="*/ 118 h 127"/>
                <a:gd name="T12" fmla="*/ 72 w 82"/>
                <a:gd name="T13" fmla="*/ 92 h 127"/>
                <a:gd name="T14" fmla="*/ 65 w 82"/>
                <a:gd name="T15" fmla="*/ 75 h 127"/>
                <a:gd name="T16" fmla="*/ 48 w 82"/>
                <a:gd name="T17" fmla="*/ 69 h 127"/>
                <a:gd name="T18" fmla="*/ 34 w 82"/>
                <a:gd name="T19" fmla="*/ 67 h 127"/>
                <a:gd name="T20" fmla="*/ 13 w 82"/>
                <a:gd name="T21" fmla="*/ 57 h 127"/>
                <a:gd name="T22" fmla="*/ 3 w 82"/>
                <a:gd name="T23" fmla="*/ 34 h 127"/>
                <a:gd name="T24" fmla="*/ 13 w 82"/>
                <a:gd name="T25" fmla="*/ 9 h 127"/>
                <a:gd name="T26" fmla="*/ 41 w 82"/>
                <a:gd name="T27" fmla="*/ 0 h 127"/>
                <a:gd name="T28" fmla="*/ 75 w 82"/>
                <a:gd name="T29" fmla="*/ 14 h 127"/>
                <a:gd name="T30" fmla="*/ 76 w 82"/>
                <a:gd name="T31" fmla="*/ 14 h 127"/>
                <a:gd name="T32" fmla="*/ 69 w 82"/>
                <a:gd name="T33" fmla="*/ 20 h 127"/>
                <a:gd name="T34" fmla="*/ 69 w 82"/>
                <a:gd name="T35" fmla="*/ 20 h 127"/>
                <a:gd name="T36" fmla="*/ 40 w 82"/>
                <a:gd name="T37" fmla="*/ 9 h 127"/>
                <a:gd name="T38" fmla="*/ 13 w 82"/>
                <a:gd name="T39" fmla="*/ 34 h 127"/>
                <a:gd name="T40" fmla="*/ 19 w 82"/>
                <a:gd name="T41" fmla="*/ 50 h 127"/>
                <a:gd name="T42" fmla="*/ 37 w 82"/>
                <a:gd name="T43" fmla="*/ 57 h 127"/>
                <a:gd name="T44" fmla="*/ 49 w 82"/>
                <a:gd name="T45" fmla="*/ 60 h 127"/>
                <a:gd name="T46" fmla="*/ 71 w 82"/>
                <a:gd name="T47" fmla="*/ 68 h 127"/>
                <a:gd name="T48" fmla="*/ 82 w 82"/>
                <a:gd name="T49" fmla="*/ 92 h 127"/>
                <a:gd name="T50" fmla="*/ 41 w 82"/>
                <a:gd name="T5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23" y="127"/>
                    <a:pt x="12" y="122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3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7" y="15"/>
                    <a:pt x="13" y="9"/>
                  </a:cubicBezTo>
                  <a:cubicBezTo>
                    <a:pt x="20" y="3"/>
                    <a:pt x="29" y="0"/>
                    <a:pt x="41" y="0"/>
                  </a:cubicBezTo>
                  <a:cubicBezTo>
                    <a:pt x="56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7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2" y="82"/>
                    <a:pt x="82" y="92"/>
                  </a:cubicBezTo>
                  <a:cubicBezTo>
                    <a:pt x="82" y="113"/>
                    <a:pt x="66" y="127"/>
                    <a:pt x="41" y="1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3" name="Freeform 582">
              <a:extLst>
                <a:ext uri="{FF2B5EF4-FFF2-40B4-BE49-F238E27FC236}">
                  <a16:creationId xmlns:a16="http://schemas.microsoft.com/office/drawing/2014/main" id="{E1CDC23E-8B3D-49A0-8D69-79C1656BB8B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03350" y="12692063"/>
              <a:ext cx="230188" cy="254000"/>
            </a:xfrm>
            <a:custGeom>
              <a:avLst/>
              <a:gdLst>
                <a:gd name="T0" fmla="*/ 198 w 359"/>
                <a:gd name="T1" fmla="*/ 387 h 394"/>
                <a:gd name="T2" fmla="*/ 241 w 359"/>
                <a:gd name="T3" fmla="*/ 361 h 394"/>
                <a:gd name="T4" fmla="*/ 259 w 359"/>
                <a:gd name="T5" fmla="*/ 359 h 394"/>
                <a:gd name="T6" fmla="*/ 252 w 359"/>
                <a:gd name="T7" fmla="*/ 354 h 394"/>
                <a:gd name="T8" fmla="*/ 215 w 359"/>
                <a:gd name="T9" fmla="*/ 368 h 394"/>
                <a:gd name="T10" fmla="*/ 180 w 359"/>
                <a:gd name="T11" fmla="*/ 385 h 394"/>
                <a:gd name="T12" fmla="*/ 146 w 359"/>
                <a:gd name="T13" fmla="*/ 368 h 394"/>
                <a:gd name="T14" fmla="*/ 123 w 359"/>
                <a:gd name="T15" fmla="*/ 357 h 394"/>
                <a:gd name="T16" fmla="*/ 117 w 359"/>
                <a:gd name="T17" fmla="*/ 360 h 394"/>
                <a:gd name="T18" fmla="*/ 161 w 359"/>
                <a:gd name="T19" fmla="*/ 385 h 394"/>
                <a:gd name="T20" fmla="*/ 179 w 359"/>
                <a:gd name="T21" fmla="*/ 394 h 394"/>
                <a:gd name="T22" fmla="*/ 181 w 359"/>
                <a:gd name="T23" fmla="*/ 394 h 394"/>
                <a:gd name="T24" fmla="*/ 198 w 359"/>
                <a:gd name="T25" fmla="*/ 387 h 394"/>
                <a:gd name="T26" fmla="*/ 359 w 359"/>
                <a:gd name="T27" fmla="*/ 129 h 394"/>
                <a:gd name="T28" fmla="*/ 319 w 359"/>
                <a:gd name="T29" fmla="*/ 65 h 394"/>
                <a:gd name="T30" fmla="*/ 259 w 359"/>
                <a:gd name="T31" fmla="*/ 20 h 394"/>
                <a:gd name="T32" fmla="*/ 181 w 359"/>
                <a:gd name="T33" fmla="*/ 1 h 394"/>
                <a:gd name="T34" fmla="*/ 99 w 359"/>
                <a:gd name="T35" fmla="*/ 20 h 394"/>
                <a:gd name="T36" fmla="*/ 40 w 359"/>
                <a:gd name="T37" fmla="*/ 65 h 394"/>
                <a:gd name="T38" fmla="*/ 0 w 359"/>
                <a:gd name="T39" fmla="*/ 129 h 394"/>
                <a:gd name="T40" fmla="*/ 10 w 359"/>
                <a:gd name="T41" fmla="*/ 125 h 394"/>
                <a:gd name="T42" fmla="*/ 54 w 359"/>
                <a:gd name="T43" fmla="*/ 62 h 394"/>
                <a:gd name="T44" fmla="*/ 182 w 359"/>
                <a:gd name="T45" fmla="*/ 8 h 394"/>
                <a:gd name="T46" fmla="*/ 309 w 359"/>
                <a:gd name="T47" fmla="*/ 64 h 394"/>
                <a:gd name="T48" fmla="*/ 337 w 359"/>
                <a:gd name="T49" fmla="*/ 103 h 394"/>
                <a:gd name="T50" fmla="*/ 350 w 359"/>
                <a:gd name="T51" fmla="*/ 136 h 394"/>
                <a:gd name="T52" fmla="*/ 359 w 359"/>
                <a:gd name="T53" fmla="*/ 129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9" h="394">
                  <a:moveTo>
                    <a:pt x="198" y="387"/>
                  </a:moveTo>
                  <a:cubicBezTo>
                    <a:pt x="214" y="377"/>
                    <a:pt x="219" y="368"/>
                    <a:pt x="241" y="361"/>
                  </a:cubicBezTo>
                  <a:cubicBezTo>
                    <a:pt x="259" y="359"/>
                    <a:pt x="259" y="359"/>
                    <a:pt x="259" y="359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36" y="355"/>
                    <a:pt x="221" y="364"/>
                    <a:pt x="215" y="368"/>
                  </a:cubicBezTo>
                  <a:cubicBezTo>
                    <a:pt x="215" y="368"/>
                    <a:pt x="193" y="386"/>
                    <a:pt x="180" y="385"/>
                  </a:cubicBezTo>
                  <a:cubicBezTo>
                    <a:pt x="169" y="386"/>
                    <a:pt x="153" y="372"/>
                    <a:pt x="146" y="368"/>
                  </a:cubicBezTo>
                  <a:cubicBezTo>
                    <a:pt x="139" y="364"/>
                    <a:pt x="123" y="357"/>
                    <a:pt x="123" y="357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35" y="367"/>
                    <a:pt x="151" y="380"/>
                    <a:pt x="161" y="385"/>
                  </a:cubicBezTo>
                  <a:cubicBezTo>
                    <a:pt x="164" y="388"/>
                    <a:pt x="171" y="394"/>
                    <a:pt x="179" y="394"/>
                  </a:cubicBezTo>
                  <a:cubicBezTo>
                    <a:pt x="181" y="394"/>
                    <a:pt x="181" y="394"/>
                    <a:pt x="181" y="394"/>
                  </a:cubicBezTo>
                  <a:cubicBezTo>
                    <a:pt x="189" y="394"/>
                    <a:pt x="194" y="389"/>
                    <a:pt x="198" y="387"/>
                  </a:cubicBezTo>
                  <a:moveTo>
                    <a:pt x="359" y="129"/>
                  </a:moveTo>
                  <a:cubicBezTo>
                    <a:pt x="352" y="114"/>
                    <a:pt x="343" y="90"/>
                    <a:pt x="319" y="65"/>
                  </a:cubicBezTo>
                  <a:cubicBezTo>
                    <a:pt x="295" y="39"/>
                    <a:pt x="259" y="20"/>
                    <a:pt x="259" y="20"/>
                  </a:cubicBezTo>
                  <a:cubicBezTo>
                    <a:pt x="249" y="16"/>
                    <a:pt x="217" y="0"/>
                    <a:pt x="181" y="1"/>
                  </a:cubicBezTo>
                  <a:cubicBezTo>
                    <a:pt x="144" y="1"/>
                    <a:pt x="107" y="16"/>
                    <a:pt x="99" y="20"/>
                  </a:cubicBezTo>
                  <a:cubicBezTo>
                    <a:pt x="99" y="20"/>
                    <a:pt x="64" y="39"/>
                    <a:pt x="40" y="65"/>
                  </a:cubicBezTo>
                  <a:cubicBezTo>
                    <a:pt x="16" y="90"/>
                    <a:pt x="5" y="114"/>
                    <a:pt x="0" y="129"/>
                  </a:cubicBezTo>
                  <a:cubicBezTo>
                    <a:pt x="0" y="129"/>
                    <a:pt x="7" y="143"/>
                    <a:pt x="10" y="125"/>
                  </a:cubicBezTo>
                  <a:cubicBezTo>
                    <a:pt x="10" y="125"/>
                    <a:pt x="26" y="85"/>
                    <a:pt x="54" y="62"/>
                  </a:cubicBezTo>
                  <a:cubicBezTo>
                    <a:pt x="78" y="37"/>
                    <a:pt x="131" y="8"/>
                    <a:pt x="182" y="8"/>
                  </a:cubicBezTo>
                  <a:cubicBezTo>
                    <a:pt x="241" y="9"/>
                    <a:pt x="286" y="44"/>
                    <a:pt x="309" y="64"/>
                  </a:cubicBezTo>
                  <a:cubicBezTo>
                    <a:pt x="321" y="76"/>
                    <a:pt x="337" y="103"/>
                    <a:pt x="337" y="103"/>
                  </a:cubicBezTo>
                  <a:cubicBezTo>
                    <a:pt x="347" y="122"/>
                    <a:pt x="352" y="130"/>
                    <a:pt x="350" y="136"/>
                  </a:cubicBezTo>
                  <a:lnTo>
                    <a:pt x="359" y="12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4" name="Freeform 583">
              <a:extLst>
                <a:ext uri="{FF2B5EF4-FFF2-40B4-BE49-F238E27FC236}">
                  <a16:creationId xmlns:a16="http://schemas.microsoft.com/office/drawing/2014/main" id="{0AC7FD01-292E-4247-8612-B2BE6343967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25550" y="12322175"/>
              <a:ext cx="587375" cy="704850"/>
            </a:xfrm>
            <a:custGeom>
              <a:avLst/>
              <a:gdLst>
                <a:gd name="T0" fmla="*/ 879 w 916"/>
                <a:gd name="T1" fmla="*/ 342 h 1100"/>
                <a:gd name="T2" fmla="*/ 785 w 916"/>
                <a:gd name="T3" fmla="*/ 169 h 1100"/>
                <a:gd name="T4" fmla="*/ 600 w 916"/>
                <a:gd name="T5" fmla="*/ 30 h 1100"/>
                <a:gd name="T6" fmla="*/ 406 w 916"/>
                <a:gd name="T7" fmla="*/ 6 h 1100"/>
                <a:gd name="T8" fmla="*/ 209 w 916"/>
                <a:gd name="T9" fmla="*/ 88 h 1100"/>
                <a:gd name="T10" fmla="*/ 64 w 916"/>
                <a:gd name="T11" fmla="*/ 270 h 1100"/>
                <a:gd name="T12" fmla="*/ 8 w 916"/>
                <a:gd name="T13" fmla="*/ 472 h 1100"/>
                <a:gd name="T14" fmla="*/ 13 w 916"/>
                <a:gd name="T15" fmla="*/ 665 h 1100"/>
                <a:gd name="T16" fmla="*/ 76 w 916"/>
                <a:gd name="T17" fmla="*/ 848 h 1100"/>
                <a:gd name="T18" fmla="*/ 229 w 916"/>
                <a:gd name="T19" fmla="*/ 1022 h 1100"/>
                <a:gd name="T20" fmla="*/ 430 w 916"/>
                <a:gd name="T21" fmla="*/ 1099 h 1100"/>
                <a:gd name="T22" fmla="*/ 605 w 916"/>
                <a:gd name="T23" fmla="*/ 1068 h 1100"/>
                <a:gd name="T24" fmla="*/ 788 w 916"/>
                <a:gd name="T25" fmla="*/ 927 h 1100"/>
                <a:gd name="T26" fmla="*/ 891 w 916"/>
                <a:gd name="T27" fmla="*/ 720 h 1100"/>
                <a:gd name="T28" fmla="*/ 906 w 916"/>
                <a:gd name="T29" fmla="*/ 501 h 1100"/>
                <a:gd name="T30" fmla="*/ 896 w 916"/>
                <a:gd name="T31" fmla="*/ 428 h 1100"/>
                <a:gd name="T32" fmla="*/ 864 w 916"/>
                <a:gd name="T33" fmla="*/ 318 h 1100"/>
                <a:gd name="T34" fmla="*/ 826 w 916"/>
                <a:gd name="T35" fmla="*/ 249 h 1100"/>
                <a:gd name="T36" fmla="*/ 788 w 916"/>
                <a:gd name="T37" fmla="*/ 185 h 1100"/>
                <a:gd name="T38" fmla="*/ 737 w 916"/>
                <a:gd name="T39" fmla="*/ 129 h 1100"/>
                <a:gd name="T40" fmla="*/ 675 w 916"/>
                <a:gd name="T41" fmla="*/ 80 h 1100"/>
                <a:gd name="T42" fmla="*/ 592 w 916"/>
                <a:gd name="T43" fmla="*/ 36 h 1100"/>
                <a:gd name="T44" fmla="*/ 441 w 916"/>
                <a:gd name="T45" fmla="*/ 12 h 1100"/>
                <a:gd name="T46" fmla="*/ 363 w 916"/>
                <a:gd name="T47" fmla="*/ 31 h 1100"/>
                <a:gd name="T48" fmla="*/ 294 w 916"/>
                <a:gd name="T49" fmla="*/ 59 h 1100"/>
                <a:gd name="T50" fmla="*/ 199 w 916"/>
                <a:gd name="T51" fmla="*/ 112 h 1100"/>
                <a:gd name="T52" fmla="*/ 171 w 916"/>
                <a:gd name="T53" fmla="*/ 138 h 1100"/>
                <a:gd name="T54" fmla="*/ 103 w 916"/>
                <a:gd name="T55" fmla="*/ 217 h 1100"/>
                <a:gd name="T56" fmla="*/ 70 w 916"/>
                <a:gd name="T57" fmla="*/ 277 h 1100"/>
                <a:gd name="T58" fmla="*/ 30 w 916"/>
                <a:gd name="T59" fmla="*/ 386 h 1100"/>
                <a:gd name="T60" fmla="*/ 11 w 916"/>
                <a:gd name="T61" fmla="*/ 499 h 1100"/>
                <a:gd name="T62" fmla="*/ 12 w 916"/>
                <a:gd name="T63" fmla="*/ 614 h 1100"/>
                <a:gd name="T64" fmla="*/ 40 w 916"/>
                <a:gd name="T65" fmla="*/ 712 h 1100"/>
                <a:gd name="T66" fmla="*/ 63 w 916"/>
                <a:gd name="T67" fmla="*/ 808 h 1100"/>
                <a:gd name="T68" fmla="*/ 98 w 916"/>
                <a:gd name="T69" fmla="*/ 875 h 1100"/>
                <a:gd name="T70" fmla="*/ 157 w 916"/>
                <a:gd name="T71" fmla="*/ 943 h 1100"/>
                <a:gd name="T72" fmla="*/ 209 w 916"/>
                <a:gd name="T73" fmla="*/ 996 h 1100"/>
                <a:gd name="T74" fmla="*/ 272 w 916"/>
                <a:gd name="T75" fmla="*/ 1039 h 1100"/>
                <a:gd name="T76" fmla="*/ 322 w 916"/>
                <a:gd name="T77" fmla="*/ 1066 h 1100"/>
                <a:gd name="T78" fmla="*/ 435 w 916"/>
                <a:gd name="T79" fmla="*/ 1090 h 1100"/>
                <a:gd name="T80" fmla="*/ 552 w 916"/>
                <a:gd name="T81" fmla="*/ 1080 h 1100"/>
                <a:gd name="T82" fmla="*/ 625 w 916"/>
                <a:gd name="T83" fmla="*/ 1053 h 1100"/>
                <a:gd name="T84" fmla="*/ 703 w 916"/>
                <a:gd name="T85" fmla="*/ 1000 h 1100"/>
                <a:gd name="T86" fmla="*/ 754 w 916"/>
                <a:gd name="T87" fmla="*/ 959 h 1100"/>
                <a:gd name="T88" fmla="*/ 803 w 916"/>
                <a:gd name="T89" fmla="*/ 898 h 1100"/>
                <a:gd name="T90" fmla="*/ 838 w 916"/>
                <a:gd name="T91" fmla="*/ 839 h 1100"/>
                <a:gd name="T92" fmla="*/ 786 w 916"/>
                <a:gd name="T93" fmla="*/ 890 h 1100"/>
                <a:gd name="T94" fmla="*/ 622 w 916"/>
                <a:gd name="T95" fmla="*/ 1036 h 1100"/>
                <a:gd name="T96" fmla="*/ 433 w 916"/>
                <a:gd name="T97" fmla="*/ 1072 h 1100"/>
                <a:gd name="T98" fmla="*/ 240 w 916"/>
                <a:gd name="T99" fmla="*/ 1003 h 1100"/>
                <a:gd name="T100" fmla="*/ 96 w 916"/>
                <a:gd name="T101" fmla="*/ 834 h 1100"/>
                <a:gd name="T102" fmla="*/ 37 w 916"/>
                <a:gd name="T103" fmla="*/ 650 h 1100"/>
                <a:gd name="T104" fmla="*/ 32 w 916"/>
                <a:gd name="T105" fmla="*/ 473 h 1100"/>
                <a:gd name="T106" fmla="*/ 91 w 916"/>
                <a:gd name="T107" fmla="*/ 282 h 1100"/>
                <a:gd name="T108" fmla="*/ 228 w 916"/>
                <a:gd name="T109" fmla="*/ 111 h 1100"/>
                <a:gd name="T110" fmla="*/ 416 w 916"/>
                <a:gd name="T111" fmla="*/ 29 h 1100"/>
                <a:gd name="T112" fmla="*/ 595 w 916"/>
                <a:gd name="T113" fmla="*/ 53 h 1100"/>
                <a:gd name="T114" fmla="*/ 769 w 916"/>
                <a:gd name="T115" fmla="*/ 187 h 1100"/>
                <a:gd name="T116" fmla="*/ 867 w 916"/>
                <a:gd name="T117" fmla="*/ 386 h 1100"/>
                <a:gd name="T118" fmla="*/ 886 w 916"/>
                <a:gd name="T119" fmla="*/ 554 h 1100"/>
                <a:gd name="T120" fmla="*/ 855 w 916"/>
                <a:gd name="T121" fmla="*/ 754 h 1100"/>
                <a:gd name="T122" fmla="*/ 872 w 916"/>
                <a:gd name="T123" fmla="*/ 717 h 1100"/>
                <a:gd name="T124" fmla="*/ 894 w 916"/>
                <a:gd name="T125" fmla="*/ 613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6" h="1100">
                  <a:moveTo>
                    <a:pt x="913" y="530"/>
                  </a:moveTo>
                  <a:cubicBezTo>
                    <a:pt x="913" y="530"/>
                    <a:pt x="913" y="530"/>
                    <a:pt x="913" y="530"/>
                  </a:cubicBezTo>
                  <a:cubicBezTo>
                    <a:pt x="913" y="528"/>
                    <a:pt x="913" y="528"/>
                    <a:pt x="913" y="528"/>
                  </a:cubicBezTo>
                  <a:cubicBezTo>
                    <a:pt x="913" y="527"/>
                    <a:pt x="913" y="527"/>
                    <a:pt x="913" y="527"/>
                  </a:cubicBezTo>
                  <a:cubicBezTo>
                    <a:pt x="914" y="523"/>
                    <a:pt x="915" y="519"/>
                    <a:pt x="915" y="514"/>
                  </a:cubicBezTo>
                  <a:cubicBezTo>
                    <a:pt x="915" y="508"/>
                    <a:pt x="914" y="501"/>
                    <a:pt x="911" y="492"/>
                  </a:cubicBezTo>
                  <a:cubicBezTo>
                    <a:pt x="910" y="492"/>
                    <a:pt x="910" y="492"/>
                    <a:pt x="910" y="492"/>
                  </a:cubicBezTo>
                  <a:cubicBezTo>
                    <a:pt x="910" y="490"/>
                    <a:pt x="910" y="490"/>
                    <a:pt x="910" y="490"/>
                  </a:cubicBezTo>
                  <a:cubicBezTo>
                    <a:pt x="910" y="489"/>
                    <a:pt x="910" y="489"/>
                    <a:pt x="910" y="489"/>
                  </a:cubicBezTo>
                  <a:cubicBezTo>
                    <a:pt x="911" y="486"/>
                    <a:pt x="912" y="482"/>
                    <a:pt x="912" y="478"/>
                  </a:cubicBezTo>
                  <a:cubicBezTo>
                    <a:pt x="912" y="471"/>
                    <a:pt x="910" y="464"/>
                    <a:pt x="906" y="455"/>
                  </a:cubicBezTo>
                  <a:cubicBezTo>
                    <a:pt x="906" y="454"/>
                    <a:pt x="906" y="454"/>
                    <a:pt x="906" y="454"/>
                  </a:cubicBezTo>
                  <a:cubicBezTo>
                    <a:pt x="906" y="452"/>
                    <a:pt x="906" y="452"/>
                    <a:pt x="906" y="452"/>
                  </a:cubicBezTo>
                  <a:cubicBezTo>
                    <a:pt x="906" y="451"/>
                    <a:pt x="906" y="451"/>
                    <a:pt x="906" y="451"/>
                  </a:cubicBezTo>
                  <a:cubicBezTo>
                    <a:pt x="906" y="449"/>
                    <a:pt x="907" y="446"/>
                    <a:pt x="907" y="442"/>
                  </a:cubicBezTo>
                  <a:cubicBezTo>
                    <a:pt x="907" y="440"/>
                    <a:pt x="906" y="437"/>
                    <a:pt x="906" y="434"/>
                  </a:cubicBezTo>
                  <a:cubicBezTo>
                    <a:pt x="905" y="432"/>
                    <a:pt x="905" y="432"/>
                    <a:pt x="905" y="432"/>
                  </a:cubicBezTo>
                  <a:cubicBezTo>
                    <a:pt x="905" y="432"/>
                    <a:pt x="905" y="432"/>
                    <a:pt x="905" y="432"/>
                  </a:cubicBezTo>
                  <a:cubicBezTo>
                    <a:pt x="904" y="427"/>
                    <a:pt x="902" y="421"/>
                    <a:pt x="899" y="415"/>
                  </a:cubicBezTo>
                  <a:cubicBezTo>
                    <a:pt x="899" y="415"/>
                    <a:pt x="899" y="415"/>
                    <a:pt x="899" y="415"/>
                  </a:cubicBezTo>
                  <a:cubicBezTo>
                    <a:pt x="899" y="413"/>
                    <a:pt x="899" y="413"/>
                    <a:pt x="899" y="413"/>
                  </a:cubicBezTo>
                  <a:cubicBezTo>
                    <a:pt x="899" y="412"/>
                    <a:pt x="899" y="412"/>
                    <a:pt x="899" y="412"/>
                  </a:cubicBezTo>
                  <a:cubicBezTo>
                    <a:pt x="899" y="410"/>
                    <a:pt x="899" y="408"/>
                    <a:pt x="899" y="406"/>
                  </a:cubicBezTo>
                  <a:cubicBezTo>
                    <a:pt x="899" y="398"/>
                    <a:pt x="897" y="389"/>
                    <a:pt x="890" y="378"/>
                  </a:cubicBezTo>
                  <a:cubicBezTo>
                    <a:pt x="890" y="378"/>
                    <a:pt x="890" y="378"/>
                    <a:pt x="890" y="378"/>
                  </a:cubicBezTo>
                  <a:cubicBezTo>
                    <a:pt x="889" y="376"/>
                    <a:pt x="889" y="376"/>
                    <a:pt x="889" y="376"/>
                  </a:cubicBezTo>
                  <a:cubicBezTo>
                    <a:pt x="889" y="375"/>
                    <a:pt x="889" y="375"/>
                    <a:pt x="889" y="375"/>
                  </a:cubicBezTo>
                  <a:cubicBezTo>
                    <a:pt x="890" y="374"/>
                    <a:pt x="890" y="372"/>
                    <a:pt x="890" y="371"/>
                  </a:cubicBezTo>
                  <a:cubicBezTo>
                    <a:pt x="890" y="363"/>
                    <a:pt x="887" y="353"/>
                    <a:pt x="879" y="342"/>
                  </a:cubicBezTo>
                  <a:cubicBezTo>
                    <a:pt x="879" y="341"/>
                    <a:pt x="879" y="341"/>
                    <a:pt x="879" y="341"/>
                  </a:cubicBezTo>
                  <a:cubicBezTo>
                    <a:pt x="878" y="339"/>
                    <a:pt x="878" y="339"/>
                    <a:pt x="878" y="339"/>
                  </a:cubicBezTo>
                  <a:cubicBezTo>
                    <a:pt x="878" y="339"/>
                    <a:pt x="878" y="339"/>
                    <a:pt x="878" y="339"/>
                  </a:cubicBezTo>
                  <a:cubicBezTo>
                    <a:pt x="878" y="338"/>
                    <a:pt x="878" y="338"/>
                    <a:pt x="878" y="337"/>
                  </a:cubicBezTo>
                  <a:cubicBezTo>
                    <a:pt x="878" y="333"/>
                    <a:pt x="877" y="327"/>
                    <a:pt x="875" y="322"/>
                  </a:cubicBezTo>
                  <a:cubicBezTo>
                    <a:pt x="874" y="320"/>
                    <a:pt x="874" y="320"/>
                    <a:pt x="874" y="320"/>
                  </a:cubicBezTo>
                  <a:cubicBezTo>
                    <a:pt x="874" y="320"/>
                    <a:pt x="874" y="320"/>
                    <a:pt x="874" y="320"/>
                  </a:cubicBezTo>
                  <a:cubicBezTo>
                    <a:pt x="872" y="315"/>
                    <a:pt x="869" y="310"/>
                    <a:pt x="865" y="304"/>
                  </a:cubicBezTo>
                  <a:cubicBezTo>
                    <a:pt x="865" y="304"/>
                    <a:pt x="865" y="304"/>
                    <a:pt x="865" y="304"/>
                  </a:cubicBezTo>
                  <a:cubicBezTo>
                    <a:pt x="864" y="302"/>
                    <a:pt x="864" y="302"/>
                    <a:pt x="864" y="302"/>
                  </a:cubicBezTo>
                  <a:cubicBezTo>
                    <a:pt x="864" y="301"/>
                    <a:pt x="864" y="301"/>
                    <a:pt x="864" y="301"/>
                  </a:cubicBezTo>
                  <a:cubicBezTo>
                    <a:pt x="864" y="292"/>
                    <a:pt x="860" y="282"/>
                    <a:pt x="849" y="270"/>
                  </a:cubicBezTo>
                  <a:cubicBezTo>
                    <a:pt x="849" y="269"/>
                    <a:pt x="849" y="269"/>
                    <a:pt x="849" y="269"/>
                  </a:cubicBezTo>
                  <a:cubicBezTo>
                    <a:pt x="848" y="267"/>
                    <a:pt x="848" y="267"/>
                    <a:pt x="848" y="267"/>
                  </a:cubicBezTo>
                  <a:cubicBezTo>
                    <a:pt x="848" y="267"/>
                    <a:pt x="848" y="267"/>
                    <a:pt x="848" y="267"/>
                  </a:cubicBezTo>
                  <a:cubicBezTo>
                    <a:pt x="847" y="258"/>
                    <a:pt x="843" y="247"/>
                    <a:pt x="831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29" y="234"/>
                    <a:pt x="829" y="234"/>
                    <a:pt x="829" y="234"/>
                  </a:cubicBezTo>
                  <a:cubicBezTo>
                    <a:pt x="829" y="233"/>
                    <a:pt x="829" y="233"/>
                    <a:pt x="829" y="233"/>
                  </a:cubicBezTo>
                  <a:cubicBezTo>
                    <a:pt x="828" y="228"/>
                    <a:pt x="827" y="223"/>
                    <a:pt x="823" y="217"/>
                  </a:cubicBezTo>
                  <a:cubicBezTo>
                    <a:pt x="821" y="215"/>
                    <a:pt x="821" y="215"/>
                    <a:pt x="821" y="215"/>
                  </a:cubicBezTo>
                  <a:cubicBezTo>
                    <a:pt x="821" y="215"/>
                    <a:pt x="821" y="215"/>
                    <a:pt x="821" y="215"/>
                  </a:cubicBezTo>
                  <a:cubicBezTo>
                    <a:pt x="819" y="211"/>
                    <a:pt x="815" y="206"/>
                    <a:pt x="809" y="202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8" y="200"/>
                    <a:pt x="808" y="200"/>
                    <a:pt x="808" y="200"/>
                  </a:cubicBezTo>
                  <a:cubicBezTo>
                    <a:pt x="808" y="199"/>
                    <a:pt x="808" y="199"/>
                    <a:pt x="808" y="199"/>
                  </a:cubicBezTo>
                  <a:cubicBezTo>
                    <a:pt x="806" y="191"/>
                    <a:pt x="800" y="181"/>
                    <a:pt x="787" y="171"/>
                  </a:cubicBezTo>
                  <a:cubicBezTo>
                    <a:pt x="786" y="171"/>
                    <a:pt x="786" y="171"/>
                    <a:pt x="786" y="171"/>
                  </a:cubicBezTo>
                  <a:cubicBezTo>
                    <a:pt x="785" y="169"/>
                    <a:pt x="785" y="169"/>
                    <a:pt x="785" y="169"/>
                  </a:cubicBezTo>
                  <a:cubicBezTo>
                    <a:pt x="785" y="169"/>
                    <a:pt x="785" y="169"/>
                    <a:pt x="785" y="169"/>
                  </a:cubicBezTo>
                  <a:cubicBezTo>
                    <a:pt x="782" y="160"/>
                    <a:pt x="775" y="151"/>
                    <a:pt x="762" y="142"/>
                  </a:cubicBezTo>
                  <a:cubicBezTo>
                    <a:pt x="761" y="142"/>
                    <a:pt x="761" y="142"/>
                    <a:pt x="761" y="142"/>
                  </a:cubicBezTo>
                  <a:cubicBezTo>
                    <a:pt x="760" y="140"/>
                    <a:pt x="760" y="140"/>
                    <a:pt x="760" y="140"/>
                  </a:cubicBezTo>
                  <a:cubicBezTo>
                    <a:pt x="760" y="140"/>
                    <a:pt x="760" y="140"/>
                    <a:pt x="760" y="140"/>
                  </a:cubicBezTo>
                  <a:cubicBezTo>
                    <a:pt x="758" y="135"/>
                    <a:pt x="755" y="130"/>
                    <a:pt x="750" y="125"/>
                  </a:cubicBezTo>
                  <a:cubicBezTo>
                    <a:pt x="748" y="124"/>
                    <a:pt x="748" y="124"/>
                    <a:pt x="748" y="124"/>
                  </a:cubicBezTo>
                  <a:cubicBezTo>
                    <a:pt x="748" y="124"/>
                    <a:pt x="748" y="124"/>
                    <a:pt x="748" y="124"/>
                  </a:cubicBezTo>
                  <a:cubicBezTo>
                    <a:pt x="744" y="121"/>
                    <a:pt x="739" y="117"/>
                    <a:pt x="733" y="114"/>
                  </a:cubicBezTo>
                  <a:cubicBezTo>
                    <a:pt x="733" y="114"/>
                    <a:pt x="733" y="114"/>
                    <a:pt x="733" y="114"/>
                  </a:cubicBezTo>
                  <a:cubicBezTo>
                    <a:pt x="731" y="112"/>
                    <a:pt x="731" y="112"/>
                    <a:pt x="731" y="112"/>
                  </a:cubicBezTo>
                  <a:cubicBezTo>
                    <a:pt x="731" y="112"/>
                    <a:pt x="731" y="112"/>
                    <a:pt x="731" y="112"/>
                  </a:cubicBezTo>
                  <a:cubicBezTo>
                    <a:pt x="727" y="104"/>
                    <a:pt x="719" y="95"/>
                    <a:pt x="704" y="89"/>
                  </a:cubicBezTo>
                  <a:cubicBezTo>
                    <a:pt x="704" y="89"/>
                    <a:pt x="704" y="89"/>
                    <a:pt x="704" y="89"/>
                  </a:cubicBezTo>
                  <a:cubicBezTo>
                    <a:pt x="702" y="88"/>
                    <a:pt x="702" y="88"/>
                    <a:pt x="702" y="88"/>
                  </a:cubicBezTo>
                  <a:cubicBezTo>
                    <a:pt x="701" y="87"/>
                    <a:pt x="701" y="87"/>
                    <a:pt x="701" y="87"/>
                  </a:cubicBezTo>
                  <a:cubicBezTo>
                    <a:pt x="697" y="79"/>
                    <a:pt x="688" y="72"/>
                    <a:pt x="672" y="67"/>
                  </a:cubicBezTo>
                  <a:cubicBezTo>
                    <a:pt x="672" y="67"/>
                    <a:pt x="672" y="67"/>
                    <a:pt x="672" y="67"/>
                  </a:cubicBezTo>
                  <a:cubicBezTo>
                    <a:pt x="670" y="66"/>
                    <a:pt x="670" y="66"/>
                    <a:pt x="670" y="66"/>
                  </a:cubicBezTo>
                  <a:cubicBezTo>
                    <a:pt x="670" y="65"/>
                    <a:pt x="670" y="65"/>
                    <a:pt x="670" y="65"/>
                  </a:cubicBezTo>
                  <a:cubicBezTo>
                    <a:pt x="667" y="61"/>
                    <a:pt x="662" y="57"/>
                    <a:pt x="656" y="54"/>
                  </a:cubicBezTo>
                  <a:cubicBezTo>
                    <a:pt x="656" y="54"/>
                    <a:pt x="656" y="54"/>
                    <a:pt x="656" y="54"/>
                  </a:cubicBezTo>
                  <a:cubicBezTo>
                    <a:pt x="651" y="51"/>
                    <a:pt x="645" y="48"/>
                    <a:pt x="637" y="47"/>
                  </a:cubicBezTo>
                  <a:cubicBezTo>
                    <a:pt x="637" y="47"/>
                    <a:pt x="637" y="47"/>
                    <a:pt x="637" y="47"/>
                  </a:cubicBezTo>
                  <a:cubicBezTo>
                    <a:pt x="635" y="45"/>
                    <a:pt x="635" y="45"/>
                    <a:pt x="635" y="45"/>
                  </a:cubicBezTo>
                  <a:cubicBezTo>
                    <a:pt x="635" y="45"/>
                    <a:pt x="635" y="45"/>
                    <a:pt x="635" y="45"/>
                  </a:cubicBezTo>
                  <a:cubicBezTo>
                    <a:pt x="628" y="39"/>
                    <a:pt x="619" y="32"/>
                    <a:pt x="602" y="31"/>
                  </a:cubicBezTo>
                  <a:cubicBezTo>
                    <a:pt x="602" y="31"/>
                    <a:pt x="602" y="31"/>
                    <a:pt x="602" y="31"/>
                  </a:cubicBezTo>
                  <a:cubicBezTo>
                    <a:pt x="600" y="30"/>
                    <a:pt x="600" y="30"/>
                    <a:pt x="600" y="30"/>
                  </a:cubicBezTo>
                  <a:cubicBezTo>
                    <a:pt x="599" y="29"/>
                    <a:pt x="599" y="29"/>
                    <a:pt x="599" y="29"/>
                  </a:cubicBezTo>
                  <a:cubicBezTo>
                    <a:pt x="593" y="23"/>
                    <a:pt x="582" y="18"/>
                    <a:pt x="566" y="18"/>
                  </a:cubicBezTo>
                  <a:cubicBezTo>
                    <a:pt x="566" y="18"/>
                    <a:pt x="566" y="18"/>
                    <a:pt x="566" y="18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58" y="14"/>
                    <a:pt x="553" y="11"/>
                    <a:pt x="547" y="10"/>
                  </a:cubicBezTo>
                  <a:cubicBezTo>
                    <a:pt x="546" y="10"/>
                    <a:pt x="546" y="10"/>
                    <a:pt x="546" y="10"/>
                  </a:cubicBezTo>
                  <a:cubicBezTo>
                    <a:pt x="542" y="9"/>
                    <a:pt x="538" y="8"/>
                    <a:pt x="532" y="8"/>
                  </a:cubicBezTo>
                  <a:cubicBezTo>
                    <a:pt x="530" y="8"/>
                    <a:pt x="528" y="8"/>
                    <a:pt x="526" y="9"/>
                  </a:cubicBezTo>
                  <a:cubicBezTo>
                    <a:pt x="526" y="9"/>
                    <a:pt x="526" y="9"/>
                    <a:pt x="526" y="9"/>
                  </a:cubicBezTo>
                  <a:cubicBezTo>
                    <a:pt x="524" y="8"/>
                    <a:pt x="524" y="8"/>
                    <a:pt x="524" y="8"/>
                  </a:cubicBezTo>
                  <a:cubicBezTo>
                    <a:pt x="523" y="8"/>
                    <a:pt x="523" y="8"/>
                    <a:pt x="523" y="8"/>
                  </a:cubicBezTo>
                  <a:cubicBezTo>
                    <a:pt x="518" y="5"/>
                    <a:pt x="510" y="2"/>
                    <a:pt x="501" y="2"/>
                  </a:cubicBezTo>
                  <a:cubicBezTo>
                    <a:pt x="497" y="2"/>
                    <a:pt x="493" y="3"/>
                    <a:pt x="488" y="4"/>
                  </a:cubicBezTo>
                  <a:cubicBezTo>
                    <a:pt x="488" y="4"/>
                    <a:pt x="488" y="4"/>
                    <a:pt x="488" y="4"/>
                  </a:cubicBezTo>
                  <a:cubicBezTo>
                    <a:pt x="485" y="4"/>
                    <a:pt x="485" y="4"/>
                    <a:pt x="485" y="4"/>
                  </a:cubicBezTo>
                  <a:cubicBezTo>
                    <a:pt x="485" y="3"/>
                    <a:pt x="485" y="3"/>
                    <a:pt x="485" y="3"/>
                  </a:cubicBezTo>
                  <a:cubicBezTo>
                    <a:pt x="480" y="1"/>
                    <a:pt x="474" y="0"/>
                    <a:pt x="467" y="0"/>
                  </a:cubicBezTo>
                  <a:cubicBezTo>
                    <a:pt x="462" y="0"/>
                    <a:pt x="456" y="1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47" y="3"/>
                    <a:pt x="447" y="3"/>
                    <a:pt x="447" y="3"/>
                  </a:cubicBezTo>
                  <a:cubicBezTo>
                    <a:pt x="446" y="3"/>
                    <a:pt x="446" y="3"/>
                    <a:pt x="446" y="3"/>
                  </a:cubicBezTo>
                  <a:cubicBezTo>
                    <a:pt x="442" y="1"/>
                    <a:pt x="438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8" y="1"/>
                    <a:pt x="428" y="1"/>
                  </a:cubicBezTo>
                  <a:cubicBezTo>
                    <a:pt x="423" y="1"/>
                    <a:pt x="416" y="3"/>
                    <a:pt x="409" y="6"/>
                  </a:cubicBezTo>
                  <a:cubicBezTo>
                    <a:pt x="409" y="6"/>
                    <a:pt x="409" y="6"/>
                    <a:pt x="409" y="6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3" y="5"/>
                    <a:pt x="400" y="5"/>
                    <a:pt x="397" y="5"/>
                  </a:cubicBezTo>
                  <a:cubicBezTo>
                    <a:pt x="390" y="5"/>
                    <a:pt x="381" y="7"/>
                    <a:pt x="371" y="13"/>
                  </a:cubicBezTo>
                  <a:cubicBezTo>
                    <a:pt x="371" y="13"/>
                    <a:pt x="371" y="13"/>
                    <a:pt x="371" y="13"/>
                  </a:cubicBezTo>
                  <a:cubicBezTo>
                    <a:pt x="368" y="13"/>
                    <a:pt x="368" y="13"/>
                    <a:pt x="368" y="13"/>
                  </a:cubicBezTo>
                  <a:cubicBezTo>
                    <a:pt x="368" y="13"/>
                    <a:pt x="368" y="13"/>
                    <a:pt x="368" y="13"/>
                  </a:cubicBezTo>
                  <a:cubicBezTo>
                    <a:pt x="366" y="13"/>
                    <a:pt x="365" y="13"/>
                    <a:pt x="363" y="13"/>
                  </a:cubicBezTo>
                  <a:cubicBezTo>
                    <a:pt x="355" y="13"/>
                    <a:pt x="345" y="15"/>
                    <a:pt x="334" y="23"/>
                  </a:cubicBezTo>
                  <a:cubicBezTo>
                    <a:pt x="333" y="23"/>
                    <a:pt x="333" y="23"/>
                    <a:pt x="333" y="23"/>
                  </a:cubicBezTo>
                  <a:cubicBezTo>
                    <a:pt x="331" y="24"/>
                    <a:pt x="331" y="24"/>
                    <a:pt x="331" y="24"/>
                  </a:cubicBezTo>
                  <a:cubicBezTo>
                    <a:pt x="331" y="24"/>
                    <a:pt x="331" y="24"/>
                    <a:pt x="331" y="24"/>
                  </a:cubicBezTo>
                  <a:cubicBezTo>
                    <a:pt x="330" y="24"/>
                    <a:pt x="329" y="24"/>
                    <a:pt x="329" y="24"/>
                  </a:cubicBezTo>
                  <a:cubicBezTo>
                    <a:pt x="324" y="24"/>
                    <a:pt x="319" y="25"/>
                    <a:pt x="313" y="28"/>
                  </a:cubicBezTo>
                  <a:cubicBezTo>
                    <a:pt x="311" y="29"/>
                    <a:pt x="311" y="29"/>
                    <a:pt x="311" y="29"/>
                  </a:cubicBezTo>
                  <a:cubicBezTo>
                    <a:pt x="311" y="29"/>
                    <a:pt x="311" y="29"/>
                    <a:pt x="311" y="29"/>
                  </a:cubicBezTo>
                  <a:cubicBezTo>
                    <a:pt x="306" y="31"/>
                    <a:pt x="301" y="34"/>
                    <a:pt x="296" y="38"/>
                  </a:cubicBezTo>
                  <a:cubicBezTo>
                    <a:pt x="296" y="38"/>
                    <a:pt x="296" y="38"/>
                    <a:pt x="296" y="38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3" y="40"/>
                    <a:pt x="293" y="40"/>
                    <a:pt x="293" y="40"/>
                  </a:cubicBezTo>
                  <a:cubicBezTo>
                    <a:pt x="284" y="40"/>
                    <a:pt x="273" y="44"/>
                    <a:pt x="262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7"/>
                    <a:pt x="259" y="57"/>
                    <a:pt x="259" y="57"/>
                  </a:cubicBezTo>
                  <a:cubicBezTo>
                    <a:pt x="259" y="57"/>
                    <a:pt x="259" y="57"/>
                    <a:pt x="259" y="57"/>
                  </a:cubicBezTo>
                  <a:cubicBezTo>
                    <a:pt x="250" y="59"/>
                    <a:pt x="240" y="64"/>
                    <a:pt x="229" y="77"/>
                  </a:cubicBezTo>
                  <a:cubicBezTo>
                    <a:pt x="229" y="77"/>
                    <a:pt x="229" y="77"/>
                    <a:pt x="229" y="77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1" y="80"/>
                    <a:pt x="216" y="82"/>
                    <a:pt x="211" y="87"/>
                  </a:cubicBezTo>
                  <a:cubicBezTo>
                    <a:pt x="209" y="88"/>
                    <a:pt x="209" y="88"/>
                    <a:pt x="209" y="88"/>
                  </a:cubicBezTo>
                  <a:cubicBezTo>
                    <a:pt x="209" y="88"/>
                    <a:pt x="209" y="88"/>
                    <a:pt x="209" y="88"/>
                  </a:cubicBezTo>
                  <a:cubicBezTo>
                    <a:pt x="205" y="91"/>
                    <a:pt x="201" y="95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86" y="106"/>
                    <a:pt x="177" y="113"/>
                    <a:pt x="169" y="127"/>
                  </a:cubicBezTo>
                  <a:cubicBezTo>
                    <a:pt x="169" y="127"/>
                    <a:pt x="169" y="127"/>
                    <a:pt x="169" y="127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58" y="133"/>
                    <a:pt x="150" y="140"/>
                    <a:pt x="143" y="155"/>
                  </a:cubicBezTo>
                  <a:cubicBezTo>
                    <a:pt x="143" y="155"/>
                    <a:pt x="143" y="155"/>
                    <a:pt x="143" y="155"/>
                  </a:cubicBezTo>
                  <a:cubicBezTo>
                    <a:pt x="141" y="157"/>
                    <a:pt x="141" y="157"/>
                    <a:pt x="141" y="157"/>
                  </a:cubicBezTo>
                  <a:cubicBezTo>
                    <a:pt x="141" y="158"/>
                    <a:pt x="141" y="158"/>
                    <a:pt x="141" y="158"/>
                  </a:cubicBezTo>
                  <a:cubicBezTo>
                    <a:pt x="136" y="160"/>
                    <a:pt x="132" y="164"/>
                    <a:pt x="128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3" y="175"/>
                    <a:pt x="120" y="180"/>
                    <a:pt x="118" y="186"/>
                  </a:cubicBezTo>
                  <a:cubicBezTo>
                    <a:pt x="118" y="187"/>
                    <a:pt x="118" y="187"/>
                    <a:pt x="118" y="187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08" y="194"/>
                    <a:pt x="101" y="203"/>
                    <a:pt x="96" y="218"/>
                  </a:cubicBezTo>
                  <a:cubicBezTo>
                    <a:pt x="96" y="218"/>
                    <a:pt x="96" y="218"/>
                    <a:pt x="96" y="218"/>
                  </a:cubicBezTo>
                  <a:cubicBezTo>
                    <a:pt x="95" y="220"/>
                    <a:pt x="95" y="220"/>
                    <a:pt x="95" y="220"/>
                  </a:cubicBezTo>
                  <a:cubicBezTo>
                    <a:pt x="94" y="221"/>
                    <a:pt x="94" y="221"/>
                    <a:pt x="94" y="221"/>
                  </a:cubicBezTo>
                  <a:cubicBezTo>
                    <a:pt x="87" y="226"/>
                    <a:pt x="80" y="235"/>
                    <a:pt x="77" y="251"/>
                  </a:cubicBezTo>
                  <a:cubicBezTo>
                    <a:pt x="77" y="251"/>
                    <a:pt x="77" y="251"/>
                    <a:pt x="77" y="251"/>
                  </a:cubicBezTo>
                  <a:cubicBezTo>
                    <a:pt x="76" y="254"/>
                    <a:pt x="76" y="254"/>
                    <a:pt x="76" y="254"/>
                  </a:cubicBezTo>
                  <a:cubicBezTo>
                    <a:pt x="75" y="254"/>
                    <a:pt x="75" y="254"/>
                    <a:pt x="75" y="254"/>
                  </a:cubicBezTo>
                  <a:cubicBezTo>
                    <a:pt x="71" y="257"/>
                    <a:pt x="68" y="262"/>
                    <a:pt x="65" y="268"/>
                  </a:cubicBezTo>
                  <a:cubicBezTo>
                    <a:pt x="64" y="270"/>
                    <a:pt x="64" y="270"/>
                    <a:pt x="64" y="270"/>
                  </a:cubicBezTo>
                  <a:cubicBezTo>
                    <a:pt x="64" y="270"/>
                    <a:pt x="64" y="270"/>
                    <a:pt x="64" y="270"/>
                  </a:cubicBezTo>
                  <a:cubicBezTo>
                    <a:pt x="62" y="275"/>
                    <a:pt x="60" y="280"/>
                    <a:pt x="59" y="287"/>
                  </a:cubicBezTo>
                  <a:cubicBezTo>
                    <a:pt x="59" y="287"/>
                    <a:pt x="59" y="287"/>
                    <a:pt x="59" y="287"/>
                  </a:cubicBezTo>
                  <a:cubicBezTo>
                    <a:pt x="58" y="289"/>
                    <a:pt x="58" y="289"/>
                    <a:pt x="58" y="289"/>
                  </a:cubicBezTo>
                  <a:cubicBezTo>
                    <a:pt x="58" y="290"/>
                    <a:pt x="58" y="290"/>
                    <a:pt x="58" y="290"/>
                  </a:cubicBezTo>
                  <a:cubicBezTo>
                    <a:pt x="51" y="296"/>
                    <a:pt x="46" y="306"/>
                    <a:pt x="44" y="322"/>
                  </a:cubicBezTo>
                  <a:cubicBezTo>
                    <a:pt x="44" y="322"/>
                    <a:pt x="44" y="322"/>
                    <a:pt x="44" y="322"/>
                  </a:cubicBezTo>
                  <a:cubicBezTo>
                    <a:pt x="43" y="325"/>
                    <a:pt x="43" y="325"/>
                    <a:pt x="43" y="325"/>
                  </a:cubicBezTo>
                  <a:cubicBezTo>
                    <a:pt x="43" y="325"/>
                    <a:pt x="43" y="325"/>
                    <a:pt x="43" y="325"/>
                  </a:cubicBezTo>
                  <a:cubicBezTo>
                    <a:pt x="37" y="332"/>
                    <a:pt x="32" y="342"/>
                    <a:pt x="32" y="358"/>
                  </a:cubicBezTo>
                  <a:cubicBezTo>
                    <a:pt x="32" y="359"/>
                    <a:pt x="32" y="359"/>
                    <a:pt x="32" y="359"/>
                  </a:cubicBezTo>
                  <a:cubicBezTo>
                    <a:pt x="31" y="361"/>
                    <a:pt x="31" y="361"/>
                    <a:pt x="31" y="361"/>
                  </a:cubicBezTo>
                  <a:cubicBezTo>
                    <a:pt x="31" y="361"/>
                    <a:pt x="31" y="361"/>
                    <a:pt x="31" y="361"/>
                  </a:cubicBezTo>
                  <a:cubicBezTo>
                    <a:pt x="27" y="365"/>
                    <a:pt x="25" y="370"/>
                    <a:pt x="23" y="377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22" y="383"/>
                    <a:pt x="21" y="388"/>
                    <a:pt x="21" y="393"/>
                  </a:cubicBezTo>
                  <a:cubicBezTo>
                    <a:pt x="21" y="394"/>
                    <a:pt x="21" y="395"/>
                    <a:pt x="21" y="397"/>
                  </a:cubicBezTo>
                  <a:cubicBezTo>
                    <a:pt x="21" y="397"/>
                    <a:pt x="21" y="397"/>
                    <a:pt x="21" y="397"/>
                  </a:cubicBezTo>
                  <a:cubicBezTo>
                    <a:pt x="21" y="399"/>
                    <a:pt x="21" y="399"/>
                    <a:pt x="21" y="399"/>
                  </a:cubicBezTo>
                  <a:cubicBezTo>
                    <a:pt x="20" y="400"/>
                    <a:pt x="20" y="400"/>
                    <a:pt x="20" y="400"/>
                  </a:cubicBezTo>
                  <a:cubicBezTo>
                    <a:pt x="16" y="406"/>
                    <a:pt x="13" y="414"/>
                    <a:pt x="13" y="426"/>
                  </a:cubicBezTo>
                  <a:cubicBezTo>
                    <a:pt x="13" y="429"/>
                    <a:pt x="13" y="431"/>
                    <a:pt x="13" y="434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3" y="437"/>
                    <a:pt x="13" y="437"/>
                    <a:pt x="13" y="437"/>
                  </a:cubicBezTo>
                  <a:cubicBezTo>
                    <a:pt x="13" y="437"/>
                    <a:pt x="13" y="437"/>
                    <a:pt x="13" y="437"/>
                  </a:cubicBezTo>
                  <a:cubicBezTo>
                    <a:pt x="9" y="443"/>
                    <a:pt x="7" y="450"/>
                    <a:pt x="7" y="460"/>
                  </a:cubicBezTo>
                  <a:cubicBezTo>
                    <a:pt x="7" y="464"/>
                    <a:pt x="7" y="468"/>
                    <a:pt x="8" y="472"/>
                  </a:cubicBezTo>
                  <a:cubicBezTo>
                    <a:pt x="8" y="472"/>
                    <a:pt x="8" y="472"/>
                    <a:pt x="8" y="472"/>
                  </a:cubicBezTo>
                  <a:cubicBezTo>
                    <a:pt x="8" y="474"/>
                    <a:pt x="8" y="474"/>
                    <a:pt x="8" y="474"/>
                  </a:cubicBezTo>
                  <a:cubicBezTo>
                    <a:pt x="7" y="475"/>
                    <a:pt x="7" y="475"/>
                    <a:pt x="7" y="475"/>
                  </a:cubicBezTo>
                  <a:cubicBezTo>
                    <a:pt x="5" y="479"/>
                    <a:pt x="3" y="485"/>
                    <a:pt x="3" y="492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3" y="493"/>
                    <a:pt x="2" y="495"/>
                    <a:pt x="2" y="496"/>
                  </a:cubicBezTo>
                  <a:cubicBezTo>
                    <a:pt x="2" y="501"/>
                    <a:pt x="3" y="506"/>
                    <a:pt x="4" y="511"/>
                  </a:cubicBezTo>
                  <a:cubicBezTo>
                    <a:pt x="4" y="512"/>
                    <a:pt x="4" y="512"/>
                    <a:pt x="4" y="512"/>
                  </a:cubicBezTo>
                  <a:cubicBezTo>
                    <a:pt x="4" y="514"/>
                    <a:pt x="4" y="514"/>
                    <a:pt x="4" y="514"/>
                  </a:cubicBezTo>
                  <a:cubicBezTo>
                    <a:pt x="4" y="515"/>
                    <a:pt x="4" y="515"/>
                    <a:pt x="4" y="515"/>
                  </a:cubicBezTo>
                  <a:cubicBezTo>
                    <a:pt x="2" y="519"/>
                    <a:pt x="1" y="525"/>
                    <a:pt x="1" y="531"/>
                  </a:cubicBezTo>
                  <a:cubicBezTo>
                    <a:pt x="1" y="536"/>
                    <a:pt x="1" y="543"/>
                    <a:pt x="3" y="549"/>
                  </a:cubicBezTo>
                  <a:cubicBezTo>
                    <a:pt x="3" y="550"/>
                    <a:pt x="3" y="550"/>
                    <a:pt x="3" y="550"/>
                  </a:cubicBezTo>
                  <a:cubicBezTo>
                    <a:pt x="3" y="552"/>
                    <a:pt x="3" y="552"/>
                    <a:pt x="3" y="552"/>
                  </a:cubicBezTo>
                  <a:cubicBezTo>
                    <a:pt x="3" y="552"/>
                    <a:pt x="3" y="552"/>
                    <a:pt x="3" y="552"/>
                  </a:cubicBezTo>
                  <a:cubicBezTo>
                    <a:pt x="2" y="557"/>
                    <a:pt x="0" y="562"/>
                    <a:pt x="0" y="568"/>
                  </a:cubicBezTo>
                  <a:cubicBezTo>
                    <a:pt x="0" y="573"/>
                    <a:pt x="2" y="580"/>
                    <a:pt x="4" y="587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4" y="590"/>
                    <a:pt x="4" y="590"/>
                    <a:pt x="4" y="590"/>
                  </a:cubicBezTo>
                  <a:cubicBezTo>
                    <a:pt x="4" y="591"/>
                    <a:pt x="4" y="591"/>
                    <a:pt x="4" y="591"/>
                  </a:cubicBezTo>
                  <a:cubicBezTo>
                    <a:pt x="3" y="594"/>
                    <a:pt x="2" y="598"/>
                    <a:pt x="2" y="603"/>
                  </a:cubicBezTo>
                  <a:cubicBezTo>
                    <a:pt x="2" y="605"/>
                    <a:pt x="3" y="606"/>
                    <a:pt x="3" y="608"/>
                  </a:cubicBezTo>
                  <a:cubicBezTo>
                    <a:pt x="3" y="610"/>
                    <a:pt x="3" y="610"/>
                    <a:pt x="3" y="610"/>
                  </a:cubicBezTo>
                  <a:cubicBezTo>
                    <a:pt x="3" y="610"/>
                    <a:pt x="3" y="610"/>
                    <a:pt x="3" y="610"/>
                  </a:cubicBezTo>
                  <a:cubicBezTo>
                    <a:pt x="4" y="615"/>
                    <a:pt x="5" y="621"/>
                    <a:pt x="8" y="627"/>
                  </a:cubicBezTo>
                  <a:cubicBezTo>
                    <a:pt x="8" y="627"/>
                    <a:pt x="8" y="627"/>
                    <a:pt x="8" y="627"/>
                  </a:cubicBezTo>
                  <a:cubicBezTo>
                    <a:pt x="8" y="630"/>
                    <a:pt x="8" y="630"/>
                    <a:pt x="8" y="630"/>
                  </a:cubicBezTo>
                  <a:cubicBezTo>
                    <a:pt x="8" y="630"/>
                    <a:pt x="8" y="630"/>
                    <a:pt x="8" y="630"/>
                  </a:cubicBezTo>
                  <a:cubicBezTo>
                    <a:pt x="7" y="633"/>
                    <a:pt x="7" y="636"/>
                    <a:pt x="7" y="640"/>
                  </a:cubicBezTo>
                  <a:cubicBezTo>
                    <a:pt x="7" y="647"/>
                    <a:pt x="9" y="655"/>
                    <a:pt x="13" y="665"/>
                  </a:cubicBezTo>
                  <a:cubicBezTo>
                    <a:pt x="13" y="665"/>
                    <a:pt x="13" y="665"/>
                    <a:pt x="13" y="665"/>
                  </a:cubicBezTo>
                  <a:cubicBezTo>
                    <a:pt x="14" y="668"/>
                    <a:pt x="14" y="668"/>
                    <a:pt x="14" y="668"/>
                  </a:cubicBezTo>
                  <a:cubicBezTo>
                    <a:pt x="14" y="668"/>
                    <a:pt x="14" y="668"/>
                    <a:pt x="14" y="668"/>
                  </a:cubicBezTo>
                  <a:cubicBezTo>
                    <a:pt x="13" y="670"/>
                    <a:pt x="13" y="673"/>
                    <a:pt x="13" y="675"/>
                  </a:cubicBezTo>
                  <a:cubicBezTo>
                    <a:pt x="13" y="683"/>
                    <a:pt x="15" y="692"/>
                    <a:pt x="21" y="702"/>
                  </a:cubicBezTo>
                  <a:cubicBezTo>
                    <a:pt x="21" y="702"/>
                    <a:pt x="21" y="702"/>
                    <a:pt x="21" y="702"/>
                  </a:cubicBezTo>
                  <a:cubicBezTo>
                    <a:pt x="22" y="705"/>
                    <a:pt x="22" y="705"/>
                    <a:pt x="22" y="705"/>
                  </a:cubicBezTo>
                  <a:cubicBezTo>
                    <a:pt x="22" y="705"/>
                    <a:pt x="22" y="705"/>
                    <a:pt x="22" y="705"/>
                  </a:cubicBezTo>
                  <a:cubicBezTo>
                    <a:pt x="21" y="707"/>
                    <a:pt x="21" y="709"/>
                    <a:pt x="21" y="710"/>
                  </a:cubicBezTo>
                  <a:cubicBezTo>
                    <a:pt x="21" y="714"/>
                    <a:pt x="22" y="718"/>
                    <a:pt x="23" y="723"/>
                  </a:cubicBezTo>
                  <a:cubicBezTo>
                    <a:pt x="24" y="725"/>
                    <a:pt x="24" y="725"/>
                    <a:pt x="24" y="725"/>
                  </a:cubicBezTo>
                  <a:cubicBezTo>
                    <a:pt x="24" y="725"/>
                    <a:pt x="24" y="725"/>
                    <a:pt x="24" y="725"/>
                  </a:cubicBezTo>
                  <a:cubicBezTo>
                    <a:pt x="25" y="730"/>
                    <a:pt x="28" y="735"/>
                    <a:pt x="31" y="741"/>
                  </a:cubicBezTo>
                  <a:cubicBezTo>
                    <a:pt x="32" y="741"/>
                    <a:pt x="32" y="741"/>
                    <a:pt x="32" y="741"/>
                  </a:cubicBezTo>
                  <a:cubicBezTo>
                    <a:pt x="32" y="743"/>
                    <a:pt x="32" y="743"/>
                    <a:pt x="32" y="743"/>
                  </a:cubicBezTo>
                  <a:cubicBezTo>
                    <a:pt x="32" y="744"/>
                    <a:pt x="32" y="744"/>
                    <a:pt x="32" y="744"/>
                  </a:cubicBezTo>
                  <a:cubicBezTo>
                    <a:pt x="32" y="745"/>
                    <a:pt x="32" y="745"/>
                    <a:pt x="32" y="746"/>
                  </a:cubicBezTo>
                  <a:cubicBezTo>
                    <a:pt x="32" y="755"/>
                    <a:pt x="35" y="765"/>
                    <a:pt x="44" y="777"/>
                  </a:cubicBezTo>
                  <a:cubicBezTo>
                    <a:pt x="44" y="777"/>
                    <a:pt x="44" y="777"/>
                    <a:pt x="44" y="777"/>
                  </a:cubicBezTo>
                  <a:cubicBezTo>
                    <a:pt x="45" y="779"/>
                    <a:pt x="45" y="779"/>
                    <a:pt x="45" y="779"/>
                  </a:cubicBezTo>
                  <a:cubicBezTo>
                    <a:pt x="45" y="780"/>
                    <a:pt x="45" y="780"/>
                    <a:pt x="45" y="780"/>
                  </a:cubicBezTo>
                  <a:cubicBezTo>
                    <a:pt x="45" y="780"/>
                    <a:pt x="45" y="780"/>
                    <a:pt x="45" y="781"/>
                  </a:cubicBezTo>
                  <a:cubicBezTo>
                    <a:pt x="45" y="790"/>
                    <a:pt x="49" y="800"/>
                    <a:pt x="59" y="812"/>
                  </a:cubicBezTo>
                  <a:cubicBezTo>
                    <a:pt x="59" y="812"/>
                    <a:pt x="59" y="812"/>
                    <a:pt x="59" y="812"/>
                  </a:cubicBezTo>
                  <a:cubicBezTo>
                    <a:pt x="60" y="814"/>
                    <a:pt x="60" y="814"/>
                    <a:pt x="60" y="814"/>
                  </a:cubicBezTo>
                  <a:cubicBezTo>
                    <a:pt x="60" y="815"/>
                    <a:pt x="60" y="815"/>
                    <a:pt x="60" y="815"/>
                  </a:cubicBezTo>
                  <a:cubicBezTo>
                    <a:pt x="60" y="820"/>
                    <a:pt x="62" y="826"/>
                    <a:pt x="65" y="832"/>
                  </a:cubicBezTo>
                  <a:cubicBezTo>
                    <a:pt x="65" y="832"/>
                    <a:pt x="65" y="832"/>
                    <a:pt x="65" y="832"/>
                  </a:cubicBezTo>
                  <a:cubicBezTo>
                    <a:pt x="67" y="837"/>
                    <a:pt x="71" y="842"/>
                    <a:pt x="76" y="848"/>
                  </a:cubicBezTo>
                  <a:cubicBezTo>
                    <a:pt x="77" y="848"/>
                    <a:pt x="77" y="848"/>
                    <a:pt x="77" y="848"/>
                  </a:cubicBezTo>
                  <a:cubicBezTo>
                    <a:pt x="78" y="850"/>
                    <a:pt x="78" y="850"/>
                    <a:pt x="78" y="850"/>
                  </a:cubicBezTo>
                  <a:cubicBezTo>
                    <a:pt x="78" y="851"/>
                    <a:pt x="78" y="851"/>
                    <a:pt x="78" y="851"/>
                  </a:cubicBezTo>
                  <a:cubicBezTo>
                    <a:pt x="79" y="860"/>
                    <a:pt x="84" y="870"/>
                    <a:pt x="96" y="881"/>
                  </a:cubicBezTo>
                  <a:cubicBezTo>
                    <a:pt x="96" y="881"/>
                    <a:pt x="96" y="881"/>
                    <a:pt x="96" y="881"/>
                  </a:cubicBezTo>
                  <a:cubicBezTo>
                    <a:pt x="97" y="883"/>
                    <a:pt x="97" y="883"/>
                    <a:pt x="97" y="883"/>
                  </a:cubicBezTo>
                  <a:cubicBezTo>
                    <a:pt x="97" y="884"/>
                    <a:pt x="97" y="884"/>
                    <a:pt x="97" y="884"/>
                  </a:cubicBezTo>
                  <a:cubicBezTo>
                    <a:pt x="99" y="893"/>
                    <a:pt x="104" y="902"/>
                    <a:pt x="117" y="912"/>
                  </a:cubicBezTo>
                  <a:cubicBezTo>
                    <a:pt x="117" y="913"/>
                    <a:pt x="117" y="913"/>
                    <a:pt x="117" y="913"/>
                  </a:cubicBezTo>
                  <a:cubicBezTo>
                    <a:pt x="119" y="915"/>
                    <a:pt x="119" y="915"/>
                    <a:pt x="119" y="915"/>
                  </a:cubicBezTo>
                  <a:cubicBezTo>
                    <a:pt x="119" y="915"/>
                    <a:pt x="119" y="915"/>
                    <a:pt x="119" y="915"/>
                  </a:cubicBezTo>
                  <a:cubicBezTo>
                    <a:pt x="120" y="920"/>
                    <a:pt x="123" y="925"/>
                    <a:pt x="127" y="930"/>
                  </a:cubicBezTo>
                  <a:cubicBezTo>
                    <a:pt x="129" y="932"/>
                    <a:pt x="129" y="932"/>
                    <a:pt x="129" y="932"/>
                  </a:cubicBezTo>
                  <a:cubicBezTo>
                    <a:pt x="129" y="932"/>
                    <a:pt x="129" y="932"/>
                    <a:pt x="129" y="932"/>
                  </a:cubicBezTo>
                  <a:cubicBezTo>
                    <a:pt x="132" y="936"/>
                    <a:pt x="136" y="940"/>
                    <a:pt x="142" y="944"/>
                  </a:cubicBezTo>
                  <a:cubicBezTo>
                    <a:pt x="142" y="944"/>
                    <a:pt x="142" y="944"/>
                    <a:pt x="142" y="944"/>
                  </a:cubicBezTo>
                  <a:cubicBezTo>
                    <a:pt x="144" y="946"/>
                    <a:pt x="144" y="946"/>
                    <a:pt x="144" y="946"/>
                  </a:cubicBezTo>
                  <a:cubicBezTo>
                    <a:pt x="144" y="946"/>
                    <a:pt x="144" y="946"/>
                    <a:pt x="144" y="946"/>
                  </a:cubicBezTo>
                  <a:cubicBezTo>
                    <a:pt x="147" y="955"/>
                    <a:pt x="154" y="964"/>
                    <a:pt x="168" y="972"/>
                  </a:cubicBezTo>
                  <a:cubicBezTo>
                    <a:pt x="169" y="972"/>
                    <a:pt x="169" y="972"/>
                    <a:pt x="169" y="972"/>
                  </a:cubicBezTo>
                  <a:cubicBezTo>
                    <a:pt x="170" y="974"/>
                    <a:pt x="170" y="974"/>
                    <a:pt x="170" y="974"/>
                  </a:cubicBezTo>
                  <a:cubicBezTo>
                    <a:pt x="171" y="974"/>
                    <a:pt x="171" y="974"/>
                    <a:pt x="171" y="974"/>
                  </a:cubicBezTo>
                  <a:cubicBezTo>
                    <a:pt x="174" y="982"/>
                    <a:pt x="182" y="991"/>
                    <a:pt x="197" y="998"/>
                  </a:cubicBezTo>
                  <a:cubicBezTo>
                    <a:pt x="197" y="998"/>
                    <a:pt x="197" y="998"/>
                    <a:pt x="197" y="998"/>
                  </a:cubicBezTo>
                  <a:cubicBezTo>
                    <a:pt x="199" y="1000"/>
                    <a:pt x="199" y="1000"/>
                    <a:pt x="199" y="1000"/>
                  </a:cubicBezTo>
                  <a:cubicBezTo>
                    <a:pt x="199" y="1000"/>
                    <a:pt x="199" y="1000"/>
                    <a:pt x="199" y="1000"/>
                  </a:cubicBezTo>
                  <a:cubicBezTo>
                    <a:pt x="201" y="1005"/>
                    <a:pt x="205" y="1009"/>
                    <a:pt x="211" y="1013"/>
                  </a:cubicBezTo>
                  <a:cubicBezTo>
                    <a:pt x="211" y="1013"/>
                    <a:pt x="211" y="1013"/>
                    <a:pt x="211" y="1013"/>
                  </a:cubicBezTo>
                  <a:cubicBezTo>
                    <a:pt x="215" y="1017"/>
                    <a:pt x="221" y="1020"/>
                    <a:pt x="229" y="1022"/>
                  </a:cubicBezTo>
                  <a:cubicBezTo>
                    <a:pt x="229" y="1023"/>
                    <a:pt x="229" y="1023"/>
                    <a:pt x="229" y="1023"/>
                  </a:cubicBezTo>
                  <a:cubicBezTo>
                    <a:pt x="231" y="1024"/>
                    <a:pt x="231" y="1024"/>
                    <a:pt x="231" y="1024"/>
                  </a:cubicBezTo>
                  <a:cubicBezTo>
                    <a:pt x="231" y="1024"/>
                    <a:pt x="231" y="1024"/>
                    <a:pt x="231" y="1024"/>
                  </a:cubicBezTo>
                  <a:cubicBezTo>
                    <a:pt x="236" y="1032"/>
                    <a:pt x="245" y="1039"/>
                    <a:pt x="261" y="1043"/>
                  </a:cubicBezTo>
                  <a:cubicBezTo>
                    <a:pt x="261" y="1043"/>
                    <a:pt x="261" y="1043"/>
                    <a:pt x="261" y="1043"/>
                  </a:cubicBezTo>
                  <a:cubicBezTo>
                    <a:pt x="263" y="1045"/>
                    <a:pt x="263" y="1045"/>
                    <a:pt x="263" y="1045"/>
                  </a:cubicBezTo>
                  <a:cubicBezTo>
                    <a:pt x="264" y="1045"/>
                    <a:pt x="264" y="1045"/>
                    <a:pt x="264" y="1045"/>
                  </a:cubicBezTo>
                  <a:cubicBezTo>
                    <a:pt x="269" y="1052"/>
                    <a:pt x="279" y="1058"/>
                    <a:pt x="295" y="1061"/>
                  </a:cubicBezTo>
                  <a:cubicBezTo>
                    <a:pt x="296" y="1061"/>
                    <a:pt x="296" y="1061"/>
                    <a:pt x="296" y="1061"/>
                  </a:cubicBezTo>
                  <a:cubicBezTo>
                    <a:pt x="298" y="1062"/>
                    <a:pt x="298" y="1062"/>
                    <a:pt x="298" y="1062"/>
                  </a:cubicBezTo>
                  <a:cubicBezTo>
                    <a:pt x="298" y="1062"/>
                    <a:pt x="298" y="1062"/>
                    <a:pt x="298" y="1062"/>
                  </a:cubicBezTo>
                  <a:cubicBezTo>
                    <a:pt x="302" y="1066"/>
                    <a:pt x="307" y="1069"/>
                    <a:pt x="313" y="1072"/>
                  </a:cubicBezTo>
                  <a:cubicBezTo>
                    <a:pt x="313" y="1072"/>
                    <a:pt x="313" y="1072"/>
                    <a:pt x="313" y="1072"/>
                  </a:cubicBezTo>
                  <a:cubicBezTo>
                    <a:pt x="318" y="1074"/>
                    <a:pt x="325" y="1076"/>
                    <a:pt x="333" y="1076"/>
                  </a:cubicBezTo>
                  <a:cubicBezTo>
                    <a:pt x="333" y="1076"/>
                    <a:pt x="333" y="1076"/>
                    <a:pt x="333" y="1076"/>
                  </a:cubicBezTo>
                  <a:cubicBezTo>
                    <a:pt x="336" y="1077"/>
                    <a:pt x="336" y="1077"/>
                    <a:pt x="336" y="1077"/>
                  </a:cubicBezTo>
                  <a:cubicBezTo>
                    <a:pt x="336" y="1077"/>
                    <a:pt x="336" y="1077"/>
                    <a:pt x="336" y="1077"/>
                  </a:cubicBezTo>
                  <a:cubicBezTo>
                    <a:pt x="342" y="1083"/>
                    <a:pt x="352" y="1087"/>
                    <a:pt x="368" y="1087"/>
                  </a:cubicBezTo>
                  <a:cubicBezTo>
                    <a:pt x="368" y="1087"/>
                    <a:pt x="369" y="1087"/>
                    <a:pt x="370" y="1087"/>
                  </a:cubicBezTo>
                  <a:cubicBezTo>
                    <a:pt x="370" y="1087"/>
                    <a:pt x="370" y="1087"/>
                    <a:pt x="370" y="1087"/>
                  </a:cubicBezTo>
                  <a:cubicBezTo>
                    <a:pt x="373" y="1087"/>
                    <a:pt x="373" y="1087"/>
                    <a:pt x="373" y="1087"/>
                  </a:cubicBezTo>
                  <a:cubicBezTo>
                    <a:pt x="373" y="1088"/>
                    <a:pt x="373" y="1088"/>
                    <a:pt x="373" y="1088"/>
                  </a:cubicBezTo>
                  <a:cubicBezTo>
                    <a:pt x="379" y="1092"/>
                    <a:pt x="387" y="1095"/>
                    <a:pt x="398" y="1095"/>
                  </a:cubicBezTo>
                  <a:cubicBezTo>
                    <a:pt x="401" y="1095"/>
                    <a:pt x="404" y="1094"/>
                    <a:pt x="408" y="1094"/>
                  </a:cubicBezTo>
                  <a:cubicBezTo>
                    <a:pt x="408" y="1094"/>
                    <a:pt x="408" y="1094"/>
                    <a:pt x="408" y="1094"/>
                  </a:cubicBezTo>
                  <a:cubicBezTo>
                    <a:pt x="411" y="1094"/>
                    <a:pt x="411" y="1094"/>
                    <a:pt x="411" y="1094"/>
                  </a:cubicBezTo>
                  <a:cubicBezTo>
                    <a:pt x="411" y="1094"/>
                    <a:pt x="411" y="1094"/>
                    <a:pt x="411" y="1094"/>
                  </a:cubicBezTo>
                  <a:cubicBezTo>
                    <a:pt x="416" y="1097"/>
                    <a:pt x="421" y="1098"/>
                    <a:pt x="428" y="1099"/>
                  </a:cubicBezTo>
                  <a:cubicBezTo>
                    <a:pt x="430" y="1099"/>
                    <a:pt x="430" y="1099"/>
                    <a:pt x="430" y="1099"/>
                  </a:cubicBezTo>
                  <a:cubicBezTo>
                    <a:pt x="430" y="1099"/>
                    <a:pt x="430" y="1099"/>
                    <a:pt x="430" y="1099"/>
                  </a:cubicBezTo>
                  <a:cubicBezTo>
                    <a:pt x="431" y="1099"/>
                    <a:pt x="432" y="1099"/>
                    <a:pt x="433" y="1099"/>
                  </a:cubicBezTo>
                  <a:cubicBezTo>
                    <a:pt x="437" y="1099"/>
                    <a:pt x="443" y="1098"/>
                    <a:pt x="448" y="1097"/>
                  </a:cubicBezTo>
                  <a:cubicBezTo>
                    <a:pt x="449" y="1097"/>
                    <a:pt x="449" y="1097"/>
                    <a:pt x="449" y="1097"/>
                  </a:cubicBezTo>
                  <a:cubicBezTo>
                    <a:pt x="451" y="1097"/>
                    <a:pt x="451" y="1097"/>
                    <a:pt x="451" y="1097"/>
                  </a:cubicBezTo>
                  <a:cubicBezTo>
                    <a:pt x="452" y="1097"/>
                    <a:pt x="452" y="1097"/>
                    <a:pt x="452" y="1097"/>
                  </a:cubicBezTo>
                  <a:cubicBezTo>
                    <a:pt x="456" y="1099"/>
                    <a:pt x="460" y="1100"/>
                    <a:pt x="466" y="1100"/>
                  </a:cubicBezTo>
                  <a:cubicBezTo>
                    <a:pt x="472" y="1100"/>
                    <a:pt x="479" y="1099"/>
                    <a:pt x="487" y="1096"/>
                  </a:cubicBezTo>
                  <a:cubicBezTo>
                    <a:pt x="487" y="1096"/>
                    <a:pt x="487" y="1096"/>
                    <a:pt x="487" y="1096"/>
                  </a:cubicBezTo>
                  <a:cubicBezTo>
                    <a:pt x="490" y="1096"/>
                    <a:pt x="490" y="1096"/>
                    <a:pt x="490" y="1096"/>
                  </a:cubicBezTo>
                  <a:cubicBezTo>
                    <a:pt x="490" y="1096"/>
                    <a:pt x="490" y="1096"/>
                    <a:pt x="490" y="1096"/>
                  </a:cubicBezTo>
                  <a:cubicBezTo>
                    <a:pt x="493" y="1097"/>
                    <a:pt x="497" y="1097"/>
                    <a:pt x="501" y="1097"/>
                  </a:cubicBezTo>
                  <a:cubicBezTo>
                    <a:pt x="508" y="1097"/>
                    <a:pt x="516" y="1096"/>
                    <a:pt x="526" y="1091"/>
                  </a:cubicBezTo>
                  <a:cubicBezTo>
                    <a:pt x="526" y="1091"/>
                    <a:pt x="526" y="1091"/>
                    <a:pt x="526" y="1091"/>
                  </a:cubicBezTo>
                  <a:cubicBezTo>
                    <a:pt x="528" y="1091"/>
                    <a:pt x="528" y="1091"/>
                    <a:pt x="528" y="1091"/>
                  </a:cubicBezTo>
                  <a:cubicBezTo>
                    <a:pt x="529" y="1091"/>
                    <a:pt x="529" y="1091"/>
                    <a:pt x="529" y="1091"/>
                  </a:cubicBezTo>
                  <a:cubicBezTo>
                    <a:pt x="531" y="1091"/>
                    <a:pt x="533" y="1091"/>
                    <a:pt x="535" y="1091"/>
                  </a:cubicBezTo>
                  <a:cubicBezTo>
                    <a:pt x="538" y="1091"/>
                    <a:pt x="542" y="1091"/>
                    <a:pt x="546" y="1090"/>
                  </a:cubicBezTo>
                  <a:cubicBezTo>
                    <a:pt x="547" y="1090"/>
                    <a:pt x="547" y="1090"/>
                    <a:pt x="547" y="1090"/>
                  </a:cubicBezTo>
                  <a:cubicBezTo>
                    <a:pt x="552" y="1089"/>
                    <a:pt x="558" y="1086"/>
                    <a:pt x="565" y="1082"/>
                  </a:cubicBezTo>
                  <a:cubicBezTo>
                    <a:pt x="565" y="1082"/>
                    <a:pt x="565" y="1082"/>
                    <a:pt x="565" y="1082"/>
                  </a:cubicBezTo>
                  <a:cubicBezTo>
                    <a:pt x="568" y="1081"/>
                    <a:pt x="568" y="1081"/>
                    <a:pt x="568" y="1081"/>
                  </a:cubicBezTo>
                  <a:cubicBezTo>
                    <a:pt x="568" y="1081"/>
                    <a:pt x="568" y="1081"/>
                    <a:pt x="568" y="1081"/>
                  </a:cubicBezTo>
                  <a:cubicBezTo>
                    <a:pt x="569" y="1081"/>
                    <a:pt x="570" y="1081"/>
                    <a:pt x="571" y="1081"/>
                  </a:cubicBezTo>
                  <a:cubicBezTo>
                    <a:pt x="580" y="1081"/>
                    <a:pt x="590" y="1078"/>
                    <a:pt x="601" y="1069"/>
                  </a:cubicBezTo>
                  <a:cubicBezTo>
                    <a:pt x="602" y="1069"/>
                    <a:pt x="602" y="1069"/>
                    <a:pt x="602" y="1069"/>
                  </a:cubicBezTo>
                  <a:cubicBezTo>
                    <a:pt x="604" y="1068"/>
                    <a:pt x="604" y="1068"/>
                    <a:pt x="604" y="1068"/>
                  </a:cubicBezTo>
                  <a:cubicBezTo>
                    <a:pt x="604" y="1068"/>
                    <a:pt x="604" y="1068"/>
                    <a:pt x="604" y="1068"/>
                  </a:cubicBezTo>
                  <a:cubicBezTo>
                    <a:pt x="605" y="1068"/>
                    <a:pt x="605" y="1068"/>
                    <a:pt x="605" y="1068"/>
                  </a:cubicBezTo>
                  <a:cubicBezTo>
                    <a:pt x="614" y="1068"/>
                    <a:pt x="625" y="1064"/>
                    <a:pt x="637" y="1053"/>
                  </a:cubicBezTo>
                  <a:cubicBezTo>
                    <a:pt x="637" y="1053"/>
                    <a:pt x="637" y="1053"/>
                    <a:pt x="637" y="1053"/>
                  </a:cubicBezTo>
                  <a:cubicBezTo>
                    <a:pt x="639" y="1052"/>
                    <a:pt x="639" y="1052"/>
                    <a:pt x="639" y="1052"/>
                  </a:cubicBezTo>
                  <a:cubicBezTo>
                    <a:pt x="639" y="1052"/>
                    <a:pt x="639" y="1052"/>
                    <a:pt x="639" y="1052"/>
                  </a:cubicBezTo>
                  <a:cubicBezTo>
                    <a:pt x="645" y="1051"/>
                    <a:pt x="650" y="1050"/>
                    <a:pt x="656" y="1046"/>
                  </a:cubicBezTo>
                  <a:cubicBezTo>
                    <a:pt x="656" y="1046"/>
                    <a:pt x="656" y="1046"/>
                    <a:pt x="656" y="1046"/>
                  </a:cubicBezTo>
                  <a:cubicBezTo>
                    <a:pt x="661" y="1043"/>
                    <a:pt x="666" y="1039"/>
                    <a:pt x="672" y="1033"/>
                  </a:cubicBezTo>
                  <a:cubicBezTo>
                    <a:pt x="672" y="1033"/>
                    <a:pt x="672" y="1033"/>
                    <a:pt x="672" y="1033"/>
                  </a:cubicBezTo>
                  <a:cubicBezTo>
                    <a:pt x="674" y="1032"/>
                    <a:pt x="674" y="1032"/>
                    <a:pt x="674" y="1032"/>
                  </a:cubicBezTo>
                  <a:cubicBezTo>
                    <a:pt x="674" y="1032"/>
                    <a:pt x="674" y="1032"/>
                    <a:pt x="674" y="1032"/>
                  </a:cubicBezTo>
                  <a:cubicBezTo>
                    <a:pt x="683" y="1030"/>
                    <a:pt x="693" y="1024"/>
                    <a:pt x="703" y="1011"/>
                  </a:cubicBezTo>
                  <a:cubicBezTo>
                    <a:pt x="703" y="1011"/>
                    <a:pt x="703" y="1011"/>
                    <a:pt x="703" y="1011"/>
                  </a:cubicBezTo>
                  <a:cubicBezTo>
                    <a:pt x="705" y="1009"/>
                    <a:pt x="705" y="1009"/>
                    <a:pt x="705" y="1009"/>
                  </a:cubicBezTo>
                  <a:cubicBezTo>
                    <a:pt x="706" y="1009"/>
                    <a:pt x="706" y="1009"/>
                    <a:pt x="706" y="1009"/>
                  </a:cubicBezTo>
                  <a:cubicBezTo>
                    <a:pt x="714" y="1007"/>
                    <a:pt x="724" y="1000"/>
                    <a:pt x="733" y="986"/>
                  </a:cubicBezTo>
                  <a:cubicBezTo>
                    <a:pt x="733" y="986"/>
                    <a:pt x="733" y="986"/>
                    <a:pt x="733" y="986"/>
                  </a:cubicBezTo>
                  <a:cubicBezTo>
                    <a:pt x="735" y="984"/>
                    <a:pt x="735" y="984"/>
                    <a:pt x="735" y="984"/>
                  </a:cubicBezTo>
                  <a:cubicBezTo>
                    <a:pt x="735" y="984"/>
                    <a:pt x="735" y="984"/>
                    <a:pt x="735" y="984"/>
                  </a:cubicBezTo>
                  <a:cubicBezTo>
                    <a:pt x="740" y="982"/>
                    <a:pt x="745" y="979"/>
                    <a:pt x="750" y="974"/>
                  </a:cubicBezTo>
                  <a:cubicBezTo>
                    <a:pt x="751" y="973"/>
                    <a:pt x="751" y="973"/>
                    <a:pt x="751" y="973"/>
                  </a:cubicBezTo>
                  <a:cubicBezTo>
                    <a:pt x="751" y="973"/>
                    <a:pt x="751" y="973"/>
                    <a:pt x="751" y="973"/>
                  </a:cubicBezTo>
                  <a:cubicBezTo>
                    <a:pt x="755" y="969"/>
                    <a:pt x="758" y="964"/>
                    <a:pt x="761" y="958"/>
                  </a:cubicBezTo>
                  <a:cubicBezTo>
                    <a:pt x="761" y="958"/>
                    <a:pt x="761" y="958"/>
                    <a:pt x="761" y="958"/>
                  </a:cubicBezTo>
                  <a:cubicBezTo>
                    <a:pt x="763" y="956"/>
                    <a:pt x="763" y="956"/>
                    <a:pt x="763" y="956"/>
                  </a:cubicBezTo>
                  <a:cubicBezTo>
                    <a:pt x="763" y="956"/>
                    <a:pt x="763" y="956"/>
                    <a:pt x="763" y="956"/>
                  </a:cubicBezTo>
                  <a:cubicBezTo>
                    <a:pt x="771" y="952"/>
                    <a:pt x="780" y="944"/>
                    <a:pt x="786" y="929"/>
                  </a:cubicBezTo>
                  <a:cubicBezTo>
                    <a:pt x="786" y="929"/>
                    <a:pt x="786" y="929"/>
                    <a:pt x="786" y="929"/>
                  </a:cubicBezTo>
                  <a:cubicBezTo>
                    <a:pt x="788" y="927"/>
                    <a:pt x="788" y="927"/>
                    <a:pt x="788" y="927"/>
                  </a:cubicBezTo>
                  <a:cubicBezTo>
                    <a:pt x="788" y="927"/>
                    <a:pt x="788" y="927"/>
                    <a:pt x="788" y="927"/>
                  </a:cubicBezTo>
                  <a:cubicBezTo>
                    <a:pt x="796" y="922"/>
                    <a:pt x="804" y="914"/>
                    <a:pt x="809" y="898"/>
                  </a:cubicBezTo>
                  <a:cubicBezTo>
                    <a:pt x="809" y="898"/>
                    <a:pt x="809" y="898"/>
                    <a:pt x="809" y="898"/>
                  </a:cubicBezTo>
                  <a:cubicBezTo>
                    <a:pt x="810" y="896"/>
                    <a:pt x="810" y="896"/>
                    <a:pt x="810" y="896"/>
                  </a:cubicBezTo>
                  <a:cubicBezTo>
                    <a:pt x="811" y="896"/>
                    <a:pt x="811" y="896"/>
                    <a:pt x="811" y="896"/>
                  </a:cubicBezTo>
                  <a:cubicBezTo>
                    <a:pt x="815" y="893"/>
                    <a:pt x="819" y="889"/>
                    <a:pt x="823" y="883"/>
                  </a:cubicBezTo>
                  <a:cubicBezTo>
                    <a:pt x="824" y="881"/>
                    <a:pt x="824" y="881"/>
                    <a:pt x="824" y="881"/>
                  </a:cubicBezTo>
                  <a:cubicBezTo>
                    <a:pt x="824" y="881"/>
                    <a:pt x="824" y="881"/>
                    <a:pt x="824" y="881"/>
                  </a:cubicBezTo>
                  <a:cubicBezTo>
                    <a:pt x="826" y="877"/>
                    <a:pt x="829" y="871"/>
                    <a:pt x="830" y="864"/>
                  </a:cubicBezTo>
                  <a:cubicBezTo>
                    <a:pt x="830" y="864"/>
                    <a:pt x="830" y="864"/>
                    <a:pt x="830" y="864"/>
                  </a:cubicBezTo>
                  <a:cubicBezTo>
                    <a:pt x="832" y="862"/>
                    <a:pt x="832" y="862"/>
                    <a:pt x="832" y="862"/>
                  </a:cubicBezTo>
                  <a:cubicBezTo>
                    <a:pt x="832" y="862"/>
                    <a:pt x="832" y="862"/>
                    <a:pt x="832" y="862"/>
                  </a:cubicBezTo>
                  <a:cubicBezTo>
                    <a:pt x="839" y="856"/>
                    <a:pt x="845" y="847"/>
                    <a:pt x="849" y="831"/>
                  </a:cubicBezTo>
                  <a:cubicBezTo>
                    <a:pt x="849" y="831"/>
                    <a:pt x="849" y="831"/>
                    <a:pt x="849" y="831"/>
                  </a:cubicBezTo>
                  <a:cubicBezTo>
                    <a:pt x="850" y="828"/>
                    <a:pt x="850" y="828"/>
                    <a:pt x="850" y="828"/>
                  </a:cubicBezTo>
                  <a:cubicBezTo>
                    <a:pt x="850" y="828"/>
                    <a:pt x="850" y="828"/>
                    <a:pt x="850" y="828"/>
                  </a:cubicBezTo>
                  <a:cubicBezTo>
                    <a:pt x="857" y="822"/>
                    <a:pt x="863" y="812"/>
                    <a:pt x="864" y="796"/>
                  </a:cubicBezTo>
                  <a:cubicBezTo>
                    <a:pt x="864" y="796"/>
                    <a:pt x="864" y="796"/>
                    <a:pt x="864" y="796"/>
                  </a:cubicBezTo>
                  <a:cubicBezTo>
                    <a:pt x="865" y="794"/>
                    <a:pt x="865" y="794"/>
                    <a:pt x="865" y="794"/>
                  </a:cubicBezTo>
                  <a:cubicBezTo>
                    <a:pt x="866" y="793"/>
                    <a:pt x="866" y="793"/>
                    <a:pt x="866" y="793"/>
                  </a:cubicBezTo>
                  <a:cubicBezTo>
                    <a:pt x="869" y="790"/>
                    <a:pt x="872" y="785"/>
                    <a:pt x="875" y="778"/>
                  </a:cubicBezTo>
                  <a:cubicBezTo>
                    <a:pt x="875" y="778"/>
                    <a:pt x="875" y="778"/>
                    <a:pt x="875" y="778"/>
                  </a:cubicBezTo>
                  <a:cubicBezTo>
                    <a:pt x="877" y="773"/>
                    <a:pt x="878" y="767"/>
                    <a:pt x="879" y="759"/>
                  </a:cubicBezTo>
                  <a:cubicBezTo>
                    <a:pt x="879" y="759"/>
                    <a:pt x="879" y="759"/>
                    <a:pt x="879" y="759"/>
                  </a:cubicBezTo>
                  <a:cubicBezTo>
                    <a:pt x="879" y="756"/>
                    <a:pt x="879" y="756"/>
                    <a:pt x="879" y="756"/>
                  </a:cubicBezTo>
                  <a:cubicBezTo>
                    <a:pt x="880" y="756"/>
                    <a:pt x="880" y="756"/>
                    <a:pt x="880" y="756"/>
                  </a:cubicBezTo>
                  <a:cubicBezTo>
                    <a:pt x="885" y="749"/>
                    <a:pt x="890" y="739"/>
                    <a:pt x="890" y="723"/>
                  </a:cubicBezTo>
                  <a:cubicBezTo>
                    <a:pt x="890" y="722"/>
                    <a:pt x="890" y="722"/>
                    <a:pt x="890" y="722"/>
                  </a:cubicBezTo>
                  <a:cubicBezTo>
                    <a:pt x="890" y="722"/>
                    <a:pt x="890" y="722"/>
                    <a:pt x="890" y="722"/>
                  </a:cubicBezTo>
                  <a:cubicBezTo>
                    <a:pt x="891" y="720"/>
                    <a:pt x="891" y="720"/>
                    <a:pt x="891" y="720"/>
                  </a:cubicBezTo>
                  <a:cubicBezTo>
                    <a:pt x="891" y="719"/>
                    <a:pt x="891" y="719"/>
                    <a:pt x="891" y="719"/>
                  </a:cubicBezTo>
                  <a:cubicBezTo>
                    <a:pt x="896" y="713"/>
                    <a:pt x="899" y="703"/>
                    <a:pt x="899" y="690"/>
                  </a:cubicBezTo>
                  <a:cubicBezTo>
                    <a:pt x="899" y="688"/>
                    <a:pt x="899" y="687"/>
                    <a:pt x="899" y="685"/>
                  </a:cubicBezTo>
                  <a:cubicBezTo>
                    <a:pt x="899" y="685"/>
                    <a:pt x="899" y="685"/>
                    <a:pt x="899" y="685"/>
                  </a:cubicBezTo>
                  <a:cubicBezTo>
                    <a:pt x="899" y="683"/>
                    <a:pt x="899" y="683"/>
                    <a:pt x="899" y="683"/>
                  </a:cubicBezTo>
                  <a:cubicBezTo>
                    <a:pt x="900" y="682"/>
                    <a:pt x="900" y="682"/>
                    <a:pt x="900" y="682"/>
                  </a:cubicBezTo>
                  <a:cubicBezTo>
                    <a:pt x="902" y="678"/>
                    <a:pt x="905" y="673"/>
                    <a:pt x="906" y="666"/>
                  </a:cubicBezTo>
                  <a:cubicBezTo>
                    <a:pt x="906" y="664"/>
                    <a:pt x="906" y="664"/>
                    <a:pt x="906" y="664"/>
                  </a:cubicBezTo>
                  <a:cubicBezTo>
                    <a:pt x="906" y="664"/>
                    <a:pt x="906" y="664"/>
                    <a:pt x="906" y="664"/>
                  </a:cubicBezTo>
                  <a:cubicBezTo>
                    <a:pt x="906" y="662"/>
                    <a:pt x="907" y="659"/>
                    <a:pt x="907" y="656"/>
                  </a:cubicBezTo>
                  <a:cubicBezTo>
                    <a:pt x="907" y="653"/>
                    <a:pt x="906" y="650"/>
                    <a:pt x="906" y="646"/>
                  </a:cubicBezTo>
                  <a:cubicBezTo>
                    <a:pt x="906" y="646"/>
                    <a:pt x="906" y="646"/>
                    <a:pt x="906" y="646"/>
                  </a:cubicBezTo>
                  <a:cubicBezTo>
                    <a:pt x="906" y="643"/>
                    <a:pt x="906" y="643"/>
                    <a:pt x="906" y="643"/>
                  </a:cubicBezTo>
                  <a:cubicBezTo>
                    <a:pt x="906" y="643"/>
                    <a:pt x="906" y="643"/>
                    <a:pt x="906" y="643"/>
                  </a:cubicBezTo>
                  <a:cubicBezTo>
                    <a:pt x="910" y="638"/>
                    <a:pt x="912" y="631"/>
                    <a:pt x="912" y="622"/>
                  </a:cubicBezTo>
                  <a:cubicBezTo>
                    <a:pt x="912" y="618"/>
                    <a:pt x="911" y="613"/>
                    <a:pt x="910" y="608"/>
                  </a:cubicBezTo>
                  <a:cubicBezTo>
                    <a:pt x="910" y="608"/>
                    <a:pt x="910" y="608"/>
                    <a:pt x="910" y="608"/>
                  </a:cubicBezTo>
                  <a:cubicBezTo>
                    <a:pt x="911" y="605"/>
                    <a:pt x="911" y="605"/>
                    <a:pt x="911" y="605"/>
                  </a:cubicBezTo>
                  <a:cubicBezTo>
                    <a:pt x="911" y="605"/>
                    <a:pt x="911" y="605"/>
                    <a:pt x="911" y="605"/>
                  </a:cubicBezTo>
                  <a:cubicBezTo>
                    <a:pt x="913" y="600"/>
                    <a:pt x="915" y="594"/>
                    <a:pt x="915" y="586"/>
                  </a:cubicBezTo>
                  <a:cubicBezTo>
                    <a:pt x="915" y="582"/>
                    <a:pt x="914" y="576"/>
                    <a:pt x="913" y="570"/>
                  </a:cubicBezTo>
                  <a:cubicBezTo>
                    <a:pt x="913" y="570"/>
                    <a:pt x="913" y="570"/>
                    <a:pt x="913" y="570"/>
                  </a:cubicBezTo>
                  <a:cubicBezTo>
                    <a:pt x="913" y="567"/>
                    <a:pt x="913" y="567"/>
                    <a:pt x="913" y="567"/>
                  </a:cubicBezTo>
                  <a:cubicBezTo>
                    <a:pt x="913" y="567"/>
                    <a:pt x="913" y="567"/>
                    <a:pt x="913" y="567"/>
                  </a:cubicBezTo>
                  <a:cubicBezTo>
                    <a:pt x="915" y="562"/>
                    <a:pt x="916" y="557"/>
                    <a:pt x="916" y="550"/>
                  </a:cubicBezTo>
                  <a:cubicBezTo>
                    <a:pt x="916" y="550"/>
                    <a:pt x="916" y="550"/>
                    <a:pt x="916" y="550"/>
                  </a:cubicBezTo>
                  <a:cubicBezTo>
                    <a:pt x="916" y="549"/>
                    <a:pt x="916" y="549"/>
                    <a:pt x="916" y="549"/>
                  </a:cubicBezTo>
                  <a:cubicBezTo>
                    <a:pt x="916" y="543"/>
                    <a:pt x="915" y="537"/>
                    <a:pt x="913" y="530"/>
                  </a:cubicBezTo>
                  <a:moveTo>
                    <a:pt x="906" y="501"/>
                  </a:moveTo>
                  <a:cubicBezTo>
                    <a:pt x="906" y="503"/>
                    <a:pt x="906" y="504"/>
                    <a:pt x="906" y="504"/>
                  </a:cubicBezTo>
                  <a:cubicBezTo>
                    <a:pt x="906" y="504"/>
                    <a:pt x="906" y="504"/>
                    <a:pt x="906" y="504"/>
                  </a:cubicBezTo>
                  <a:cubicBezTo>
                    <a:pt x="906" y="504"/>
                    <a:pt x="905" y="505"/>
                    <a:pt x="904" y="505"/>
                  </a:cubicBezTo>
                  <a:cubicBezTo>
                    <a:pt x="902" y="505"/>
                    <a:pt x="898" y="503"/>
                    <a:pt x="896" y="500"/>
                  </a:cubicBezTo>
                  <a:cubicBezTo>
                    <a:pt x="892" y="495"/>
                    <a:pt x="890" y="488"/>
                    <a:pt x="890" y="484"/>
                  </a:cubicBezTo>
                  <a:cubicBezTo>
                    <a:pt x="890" y="483"/>
                    <a:pt x="890" y="483"/>
                    <a:pt x="890" y="482"/>
                  </a:cubicBezTo>
                  <a:cubicBezTo>
                    <a:pt x="891" y="482"/>
                    <a:pt x="891" y="481"/>
                    <a:pt x="892" y="481"/>
                  </a:cubicBezTo>
                  <a:cubicBezTo>
                    <a:pt x="894" y="481"/>
                    <a:pt x="898" y="483"/>
                    <a:pt x="900" y="486"/>
                  </a:cubicBezTo>
                  <a:cubicBezTo>
                    <a:pt x="904" y="491"/>
                    <a:pt x="906" y="497"/>
                    <a:pt x="906" y="501"/>
                  </a:cubicBezTo>
                  <a:moveTo>
                    <a:pt x="902" y="464"/>
                  </a:moveTo>
                  <a:cubicBezTo>
                    <a:pt x="902" y="464"/>
                    <a:pt x="902" y="465"/>
                    <a:pt x="902" y="465"/>
                  </a:cubicBezTo>
                  <a:cubicBezTo>
                    <a:pt x="902" y="465"/>
                    <a:pt x="901" y="466"/>
                    <a:pt x="900" y="466"/>
                  </a:cubicBezTo>
                  <a:cubicBezTo>
                    <a:pt x="898" y="466"/>
                    <a:pt x="894" y="465"/>
                    <a:pt x="892" y="462"/>
                  </a:cubicBezTo>
                  <a:cubicBezTo>
                    <a:pt x="887" y="457"/>
                    <a:pt x="885" y="450"/>
                    <a:pt x="885" y="446"/>
                  </a:cubicBezTo>
                  <a:cubicBezTo>
                    <a:pt x="885" y="445"/>
                    <a:pt x="885" y="445"/>
                    <a:pt x="885" y="444"/>
                  </a:cubicBezTo>
                  <a:cubicBezTo>
                    <a:pt x="885" y="444"/>
                    <a:pt x="886" y="443"/>
                    <a:pt x="888" y="443"/>
                  </a:cubicBezTo>
                  <a:cubicBezTo>
                    <a:pt x="888" y="443"/>
                    <a:pt x="888" y="443"/>
                    <a:pt x="888" y="443"/>
                  </a:cubicBezTo>
                  <a:cubicBezTo>
                    <a:pt x="890" y="443"/>
                    <a:pt x="893" y="445"/>
                    <a:pt x="895" y="448"/>
                  </a:cubicBezTo>
                  <a:cubicBezTo>
                    <a:pt x="900" y="452"/>
                    <a:pt x="902" y="460"/>
                    <a:pt x="902" y="464"/>
                  </a:cubicBezTo>
                  <a:moveTo>
                    <a:pt x="896" y="428"/>
                  </a:moveTo>
                  <a:cubicBezTo>
                    <a:pt x="896" y="428"/>
                    <a:pt x="896" y="428"/>
                    <a:pt x="896" y="429"/>
                  </a:cubicBezTo>
                  <a:cubicBezTo>
                    <a:pt x="896" y="429"/>
                    <a:pt x="895" y="430"/>
                    <a:pt x="893" y="430"/>
                  </a:cubicBezTo>
                  <a:cubicBezTo>
                    <a:pt x="891" y="430"/>
                    <a:pt x="888" y="429"/>
                    <a:pt x="885" y="426"/>
                  </a:cubicBezTo>
                  <a:cubicBezTo>
                    <a:pt x="881" y="421"/>
                    <a:pt x="878" y="413"/>
                    <a:pt x="878" y="410"/>
                  </a:cubicBezTo>
                  <a:cubicBezTo>
                    <a:pt x="878" y="409"/>
                    <a:pt x="878" y="409"/>
                    <a:pt x="878" y="409"/>
                  </a:cubicBezTo>
                  <a:cubicBezTo>
                    <a:pt x="878" y="408"/>
                    <a:pt x="879" y="408"/>
                    <a:pt x="881" y="408"/>
                  </a:cubicBezTo>
                  <a:cubicBezTo>
                    <a:pt x="881" y="408"/>
                    <a:pt x="881" y="408"/>
                    <a:pt x="881" y="408"/>
                  </a:cubicBezTo>
                  <a:cubicBezTo>
                    <a:pt x="883" y="408"/>
                    <a:pt x="886" y="409"/>
                    <a:pt x="889" y="412"/>
                  </a:cubicBezTo>
                  <a:cubicBezTo>
                    <a:pt x="894" y="416"/>
                    <a:pt x="896" y="424"/>
                    <a:pt x="896" y="428"/>
                  </a:cubicBezTo>
                  <a:moveTo>
                    <a:pt x="879" y="374"/>
                  </a:moveTo>
                  <a:cubicBezTo>
                    <a:pt x="884" y="378"/>
                    <a:pt x="888" y="386"/>
                    <a:pt x="888" y="390"/>
                  </a:cubicBezTo>
                  <a:cubicBezTo>
                    <a:pt x="888" y="390"/>
                    <a:pt x="888" y="390"/>
                    <a:pt x="888" y="390"/>
                  </a:cubicBezTo>
                  <a:cubicBezTo>
                    <a:pt x="888" y="391"/>
                    <a:pt x="887" y="391"/>
                    <a:pt x="885" y="392"/>
                  </a:cubicBezTo>
                  <a:cubicBezTo>
                    <a:pt x="883" y="391"/>
                    <a:pt x="880" y="391"/>
                    <a:pt x="877" y="388"/>
                  </a:cubicBezTo>
                  <a:cubicBezTo>
                    <a:pt x="872" y="384"/>
                    <a:pt x="868" y="376"/>
                    <a:pt x="869" y="372"/>
                  </a:cubicBezTo>
                  <a:cubicBezTo>
                    <a:pt x="869" y="372"/>
                    <a:pt x="869" y="372"/>
                    <a:pt x="869" y="372"/>
                  </a:cubicBezTo>
                  <a:cubicBezTo>
                    <a:pt x="869" y="371"/>
                    <a:pt x="869" y="371"/>
                    <a:pt x="869" y="371"/>
                  </a:cubicBezTo>
                  <a:cubicBezTo>
                    <a:pt x="870" y="371"/>
                    <a:pt x="870" y="370"/>
                    <a:pt x="871" y="371"/>
                  </a:cubicBezTo>
                  <a:cubicBezTo>
                    <a:pt x="873" y="371"/>
                    <a:pt x="876" y="371"/>
                    <a:pt x="879" y="374"/>
                  </a:cubicBezTo>
                  <a:moveTo>
                    <a:pt x="866" y="336"/>
                  </a:moveTo>
                  <a:cubicBezTo>
                    <a:pt x="867" y="336"/>
                    <a:pt x="867" y="336"/>
                    <a:pt x="867" y="337"/>
                  </a:cubicBezTo>
                  <a:cubicBezTo>
                    <a:pt x="867" y="337"/>
                    <a:pt x="867" y="337"/>
                    <a:pt x="867" y="337"/>
                  </a:cubicBezTo>
                  <a:cubicBezTo>
                    <a:pt x="870" y="339"/>
                    <a:pt x="873" y="342"/>
                    <a:pt x="874" y="345"/>
                  </a:cubicBezTo>
                  <a:cubicBezTo>
                    <a:pt x="876" y="348"/>
                    <a:pt x="877" y="351"/>
                    <a:pt x="877" y="352"/>
                  </a:cubicBezTo>
                  <a:cubicBezTo>
                    <a:pt x="877" y="353"/>
                    <a:pt x="877" y="353"/>
                    <a:pt x="877" y="353"/>
                  </a:cubicBezTo>
                  <a:cubicBezTo>
                    <a:pt x="877" y="353"/>
                    <a:pt x="877" y="353"/>
                    <a:pt x="876" y="354"/>
                  </a:cubicBezTo>
                  <a:cubicBezTo>
                    <a:pt x="875" y="354"/>
                    <a:pt x="875" y="354"/>
                    <a:pt x="873" y="354"/>
                  </a:cubicBezTo>
                  <a:cubicBezTo>
                    <a:pt x="871" y="354"/>
                    <a:pt x="869" y="353"/>
                    <a:pt x="866" y="351"/>
                  </a:cubicBezTo>
                  <a:cubicBezTo>
                    <a:pt x="863" y="349"/>
                    <a:pt x="861" y="346"/>
                    <a:pt x="859" y="343"/>
                  </a:cubicBezTo>
                  <a:cubicBezTo>
                    <a:pt x="857" y="340"/>
                    <a:pt x="857" y="337"/>
                    <a:pt x="857" y="335"/>
                  </a:cubicBezTo>
                  <a:cubicBezTo>
                    <a:pt x="857" y="335"/>
                    <a:pt x="857" y="335"/>
                    <a:pt x="857" y="335"/>
                  </a:cubicBezTo>
                  <a:cubicBezTo>
                    <a:pt x="857" y="335"/>
                    <a:pt x="857" y="335"/>
                    <a:pt x="857" y="334"/>
                  </a:cubicBezTo>
                  <a:cubicBezTo>
                    <a:pt x="858" y="334"/>
                    <a:pt x="859" y="334"/>
                    <a:pt x="860" y="334"/>
                  </a:cubicBezTo>
                  <a:cubicBezTo>
                    <a:pt x="860" y="334"/>
                    <a:pt x="860" y="334"/>
                    <a:pt x="860" y="334"/>
                  </a:cubicBezTo>
                  <a:cubicBezTo>
                    <a:pt x="862" y="334"/>
                    <a:pt x="864" y="335"/>
                    <a:pt x="866" y="336"/>
                  </a:cubicBezTo>
                  <a:moveTo>
                    <a:pt x="854" y="303"/>
                  </a:moveTo>
                  <a:cubicBezTo>
                    <a:pt x="857" y="304"/>
                    <a:pt x="860" y="307"/>
                    <a:pt x="861" y="310"/>
                  </a:cubicBezTo>
                  <a:cubicBezTo>
                    <a:pt x="863" y="313"/>
                    <a:pt x="864" y="316"/>
                    <a:pt x="864" y="318"/>
                  </a:cubicBezTo>
                  <a:cubicBezTo>
                    <a:pt x="864" y="318"/>
                    <a:pt x="864" y="318"/>
                    <a:pt x="864" y="318"/>
                  </a:cubicBezTo>
                  <a:cubicBezTo>
                    <a:pt x="864" y="318"/>
                    <a:pt x="864" y="319"/>
                    <a:pt x="864" y="319"/>
                  </a:cubicBezTo>
                  <a:cubicBezTo>
                    <a:pt x="863" y="319"/>
                    <a:pt x="862" y="320"/>
                    <a:pt x="861" y="320"/>
                  </a:cubicBezTo>
                  <a:cubicBezTo>
                    <a:pt x="859" y="319"/>
                    <a:pt x="856" y="319"/>
                    <a:pt x="853" y="317"/>
                  </a:cubicBezTo>
                  <a:cubicBezTo>
                    <a:pt x="850" y="315"/>
                    <a:pt x="848" y="312"/>
                    <a:pt x="846" y="309"/>
                  </a:cubicBezTo>
                  <a:cubicBezTo>
                    <a:pt x="844" y="306"/>
                    <a:pt x="843" y="303"/>
                    <a:pt x="843" y="302"/>
                  </a:cubicBezTo>
                  <a:cubicBezTo>
                    <a:pt x="843" y="302"/>
                    <a:pt x="843" y="302"/>
                    <a:pt x="843" y="302"/>
                  </a:cubicBezTo>
                  <a:cubicBezTo>
                    <a:pt x="843" y="302"/>
                    <a:pt x="843" y="302"/>
                    <a:pt x="843" y="302"/>
                  </a:cubicBezTo>
                  <a:cubicBezTo>
                    <a:pt x="843" y="301"/>
                    <a:pt x="843" y="301"/>
                    <a:pt x="844" y="301"/>
                  </a:cubicBezTo>
                  <a:cubicBezTo>
                    <a:pt x="844" y="300"/>
                    <a:pt x="845" y="300"/>
                    <a:pt x="847" y="300"/>
                  </a:cubicBezTo>
                  <a:cubicBezTo>
                    <a:pt x="849" y="300"/>
                    <a:pt x="851" y="301"/>
                    <a:pt x="854" y="303"/>
                  </a:cubicBezTo>
                  <a:moveTo>
                    <a:pt x="837" y="267"/>
                  </a:moveTo>
                  <a:cubicBezTo>
                    <a:pt x="837" y="267"/>
                    <a:pt x="837" y="267"/>
                    <a:pt x="837" y="267"/>
                  </a:cubicBezTo>
                  <a:cubicBezTo>
                    <a:pt x="841" y="269"/>
                    <a:pt x="844" y="272"/>
                    <a:pt x="846" y="275"/>
                  </a:cubicBezTo>
                  <a:cubicBezTo>
                    <a:pt x="848" y="278"/>
                    <a:pt x="849" y="281"/>
                    <a:pt x="849" y="282"/>
                  </a:cubicBezTo>
                  <a:cubicBezTo>
                    <a:pt x="849" y="282"/>
                    <a:pt x="849" y="283"/>
                    <a:pt x="848" y="283"/>
                  </a:cubicBezTo>
                  <a:cubicBezTo>
                    <a:pt x="847" y="283"/>
                    <a:pt x="846" y="284"/>
                    <a:pt x="844" y="284"/>
                  </a:cubicBezTo>
                  <a:cubicBezTo>
                    <a:pt x="843" y="284"/>
                    <a:pt x="840" y="283"/>
                    <a:pt x="838" y="282"/>
                  </a:cubicBezTo>
                  <a:cubicBezTo>
                    <a:pt x="835" y="280"/>
                    <a:pt x="832" y="277"/>
                    <a:pt x="830" y="274"/>
                  </a:cubicBezTo>
                  <a:cubicBezTo>
                    <a:pt x="828" y="271"/>
                    <a:pt x="827" y="268"/>
                    <a:pt x="827" y="267"/>
                  </a:cubicBezTo>
                  <a:cubicBezTo>
                    <a:pt x="827" y="267"/>
                    <a:pt x="827" y="267"/>
                    <a:pt x="827" y="266"/>
                  </a:cubicBezTo>
                  <a:cubicBezTo>
                    <a:pt x="828" y="266"/>
                    <a:pt x="829" y="265"/>
                    <a:pt x="831" y="265"/>
                  </a:cubicBezTo>
                  <a:cubicBezTo>
                    <a:pt x="833" y="265"/>
                    <a:pt x="835" y="266"/>
                    <a:pt x="837" y="267"/>
                  </a:cubicBezTo>
                  <a:moveTo>
                    <a:pt x="818" y="233"/>
                  </a:moveTo>
                  <a:cubicBezTo>
                    <a:pt x="822" y="235"/>
                    <a:pt x="825" y="237"/>
                    <a:pt x="827" y="240"/>
                  </a:cubicBezTo>
                  <a:cubicBezTo>
                    <a:pt x="829" y="243"/>
                    <a:pt x="831" y="246"/>
                    <a:pt x="831" y="247"/>
                  </a:cubicBezTo>
                  <a:cubicBezTo>
                    <a:pt x="831" y="247"/>
                    <a:pt x="831" y="247"/>
                    <a:pt x="831" y="247"/>
                  </a:cubicBezTo>
                  <a:cubicBezTo>
                    <a:pt x="831" y="247"/>
                    <a:pt x="831" y="248"/>
                    <a:pt x="830" y="248"/>
                  </a:cubicBezTo>
                  <a:cubicBezTo>
                    <a:pt x="829" y="249"/>
                    <a:pt x="828" y="249"/>
                    <a:pt x="826" y="249"/>
                  </a:cubicBezTo>
                  <a:cubicBezTo>
                    <a:pt x="824" y="249"/>
                    <a:pt x="822" y="249"/>
                    <a:pt x="820" y="248"/>
                  </a:cubicBezTo>
                  <a:cubicBezTo>
                    <a:pt x="816" y="246"/>
                    <a:pt x="813" y="243"/>
                    <a:pt x="811" y="241"/>
                  </a:cubicBezTo>
                  <a:cubicBezTo>
                    <a:pt x="809" y="238"/>
                    <a:pt x="808" y="235"/>
                    <a:pt x="808" y="234"/>
                  </a:cubicBezTo>
                  <a:cubicBezTo>
                    <a:pt x="808" y="234"/>
                    <a:pt x="808" y="234"/>
                    <a:pt x="808" y="234"/>
                  </a:cubicBezTo>
                  <a:cubicBezTo>
                    <a:pt x="808" y="234"/>
                    <a:pt x="808" y="233"/>
                    <a:pt x="809" y="233"/>
                  </a:cubicBezTo>
                  <a:cubicBezTo>
                    <a:pt x="809" y="232"/>
                    <a:pt x="811" y="232"/>
                    <a:pt x="812" y="232"/>
                  </a:cubicBezTo>
                  <a:cubicBezTo>
                    <a:pt x="814" y="232"/>
                    <a:pt x="816" y="232"/>
                    <a:pt x="818" y="233"/>
                  </a:cubicBezTo>
                  <a:moveTo>
                    <a:pt x="793" y="201"/>
                  </a:moveTo>
                  <a:cubicBezTo>
                    <a:pt x="793" y="201"/>
                    <a:pt x="793" y="201"/>
                    <a:pt x="793" y="201"/>
                  </a:cubicBezTo>
                  <a:cubicBezTo>
                    <a:pt x="795" y="201"/>
                    <a:pt x="796" y="202"/>
                    <a:pt x="798" y="202"/>
                  </a:cubicBezTo>
                  <a:cubicBezTo>
                    <a:pt x="798" y="202"/>
                    <a:pt x="798" y="202"/>
                    <a:pt x="798" y="202"/>
                  </a:cubicBezTo>
                  <a:cubicBezTo>
                    <a:pt x="802" y="204"/>
                    <a:pt x="805" y="206"/>
                    <a:pt x="808" y="209"/>
                  </a:cubicBezTo>
                  <a:cubicBezTo>
                    <a:pt x="810" y="211"/>
                    <a:pt x="812" y="214"/>
                    <a:pt x="812" y="215"/>
                  </a:cubicBezTo>
                  <a:cubicBezTo>
                    <a:pt x="812" y="216"/>
                    <a:pt x="812" y="216"/>
                    <a:pt x="812" y="216"/>
                  </a:cubicBezTo>
                  <a:cubicBezTo>
                    <a:pt x="812" y="216"/>
                    <a:pt x="811" y="216"/>
                    <a:pt x="811" y="217"/>
                  </a:cubicBezTo>
                  <a:cubicBezTo>
                    <a:pt x="810" y="218"/>
                    <a:pt x="808" y="218"/>
                    <a:pt x="806" y="218"/>
                  </a:cubicBezTo>
                  <a:cubicBezTo>
                    <a:pt x="805" y="218"/>
                    <a:pt x="803" y="218"/>
                    <a:pt x="801" y="217"/>
                  </a:cubicBezTo>
                  <a:cubicBezTo>
                    <a:pt x="798" y="215"/>
                    <a:pt x="794" y="213"/>
                    <a:pt x="792" y="210"/>
                  </a:cubicBezTo>
                  <a:cubicBezTo>
                    <a:pt x="789" y="208"/>
                    <a:pt x="788" y="205"/>
                    <a:pt x="788" y="204"/>
                  </a:cubicBezTo>
                  <a:cubicBezTo>
                    <a:pt x="788" y="204"/>
                    <a:pt x="788" y="204"/>
                    <a:pt x="788" y="204"/>
                  </a:cubicBezTo>
                  <a:cubicBezTo>
                    <a:pt x="788" y="203"/>
                    <a:pt x="788" y="203"/>
                    <a:pt x="789" y="202"/>
                  </a:cubicBezTo>
                  <a:cubicBezTo>
                    <a:pt x="790" y="202"/>
                    <a:pt x="791" y="201"/>
                    <a:pt x="793" y="201"/>
                  </a:cubicBezTo>
                  <a:moveTo>
                    <a:pt x="766" y="172"/>
                  </a:moveTo>
                  <a:cubicBezTo>
                    <a:pt x="767" y="171"/>
                    <a:pt x="768" y="171"/>
                    <a:pt x="771" y="171"/>
                  </a:cubicBezTo>
                  <a:cubicBezTo>
                    <a:pt x="772" y="171"/>
                    <a:pt x="773" y="171"/>
                    <a:pt x="775" y="171"/>
                  </a:cubicBezTo>
                  <a:cubicBezTo>
                    <a:pt x="778" y="172"/>
                    <a:pt x="782" y="175"/>
                    <a:pt x="785" y="177"/>
                  </a:cubicBezTo>
                  <a:cubicBezTo>
                    <a:pt x="787" y="180"/>
                    <a:pt x="789" y="182"/>
                    <a:pt x="789" y="183"/>
                  </a:cubicBezTo>
                  <a:cubicBezTo>
                    <a:pt x="789" y="184"/>
                    <a:pt x="789" y="184"/>
                    <a:pt x="789" y="184"/>
                  </a:cubicBezTo>
                  <a:cubicBezTo>
                    <a:pt x="789" y="184"/>
                    <a:pt x="789" y="184"/>
                    <a:pt x="788" y="185"/>
                  </a:cubicBezTo>
                  <a:cubicBezTo>
                    <a:pt x="787" y="186"/>
                    <a:pt x="785" y="186"/>
                    <a:pt x="783" y="186"/>
                  </a:cubicBezTo>
                  <a:cubicBezTo>
                    <a:pt x="781" y="186"/>
                    <a:pt x="780" y="186"/>
                    <a:pt x="778" y="185"/>
                  </a:cubicBezTo>
                  <a:cubicBezTo>
                    <a:pt x="775" y="184"/>
                    <a:pt x="771" y="182"/>
                    <a:pt x="769" y="180"/>
                  </a:cubicBezTo>
                  <a:cubicBezTo>
                    <a:pt x="766" y="177"/>
                    <a:pt x="765" y="175"/>
                    <a:pt x="764" y="174"/>
                  </a:cubicBezTo>
                  <a:cubicBezTo>
                    <a:pt x="764" y="173"/>
                    <a:pt x="764" y="173"/>
                    <a:pt x="764" y="173"/>
                  </a:cubicBezTo>
                  <a:cubicBezTo>
                    <a:pt x="764" y="173"/>
                    <a:pt x="765" y="172"/>
                    <a:pt x="766" y="172"/>
                  </a:cubicBezTo>
                  <a:moveTo>
                    <a:pt x="740" y="143"/>
                  </a:moveTo>
                  <a:cubicBezTo>
                    <a:pt x="741" y="142"/>
                    <a:pt x="743" y="142"/>
                    <a:pt x="746" y="142"/>
                  </a:cubicBezTo>
                  <a:cubicBezTo>
                    <a:pt x="746" y="142"/>
                    <a:pt x="746" y="142"/>
                    <a:pt x="746" y="142"/>
                  </a:cubicBezTo>
                  <a:cubicBezTo>
                    <a:pt x="747" y="142"/>
                    <a:pt x="748" y="142"/>
                    <a:pt x="749" y="142"/>
                  </a:cubicBezTo>
                  <a:cubicBezTo>
                    <a:pt x="753" y="143"/>
                    <a:pt x="756" y="145"/>
                    <a:pt x="759" y="147"/>
                  </a:cubicBezTo>
                  <a:cubicBezTo>
                    <a:pt x="762" y="149"/>
                    <a:pt x="764" y="152"/>
                    <a:pt x="764" y="153"/>
                  </a:cubicBezTo>
                  <a:cubicBezTo>
                    <a:pt x="764" y="153"/>
                    <a:pt x="764" y="153"/>
                    <a:pt x="764" y="153"/>
                  </a:cubicBezTo>
                  <a:cubicBezTo>
                    <a:pt x="764" y="154"/>
                    <a:pt x="764" y="154"/>
                    <a:pt x="763" y="155"/>
                  </a:cubicBezTo>
                  <a:cubicBezTo>
                    <a:pt x="761" y="156"/>
                    <a:pt x="759" y="156"/>
                    <a:pt x="757" y="156"/>
                  </a:cubicBezTo>
                  <a:cubicBezTo>
                    <a:pt x="756" y="156"/>
                    <a:pt x="755" y="156"/>
                    <a:pt x="754" y="156"/>
                  </a:cubicBezTo>
                  <a:cubicBezTo>
                    <a:pt x="750" y="155"/>
                    <a:pt x="746" y="153"/>
                    <a:pt x="744" y="151"/>
                  </a:cubicBezTo>
                  <a:cubicBezTo>
                    <a:pt x="741" y="149"/>
                    <a:pt x="739" y="146"/>
                    <a:pt x="739" y="145"/>
                  </a:cubicBezTo>
                  <a:cubicBezTo>
                    <a:pt x="739" y="145"/>
                    <a:pt x="739" y="145"/>
                    <a:pt x="739" y="145"/>
                  </a:cubicBezTo>
                  <a:cubicBezTo>
                    <a:pt x="739" y="145"/>
                    <a:pt x="739" y="144"/>
                    <a:pt x="740" y="143"/>
                  </a:cubicBezTo>
                  <a:moveTo>
                    <a:pt x="714" y="118"/>
                  </a:moveTo>
                  <a:cubicBezTo>
                    <a:pt x="716" y="117"/>
                    <a:pt x="718" y="116"/>
                    <a:pt x="721" y="117"/>
                  </a:cubicBezTo>
                  <a:cubicBezTo>
                    <a:pt x="721" y="117"/>
                    <a:pt x="721" y="117"/>
                    <a:pt x="721" y="117"/>
                  </a:cubicBezTo>
                  <a:cubicBezTo>
                    <a:pt x="721" y="117"/>
                    <a:pt x="722" y="117"/>
                    <a:pt x="723" y="117"/>
                  </a:cubicBezTo>
                  <a:cubicBezTo>
                    <a:pt x="723" y="117"/>
                    <a:pt x="723" y="117"/>
                    <a:pt x="723" y="117"/>
                  </a:cubicBezTo>
                  <a:cubicBezTo>
                    <a:pt x="726" y="117"/>
                    <a:pt x="730" y="119"/>
                    <a:pt x="733" y="121"/>
                  </a:cubicBezTo>
                  <a:cubicBezTo>
                    <a:pt x="736" y="123"/>
                    <a:pt x="738" y="125"/>
                    <a:pt x="738" y="126"/>
                  </a:cubicBezTo>
                  <a:cubicBezTo>
                    <a:pt x="739" y="126"/>
                    <a:pt x="739" y="127"/>
                    <a:pt x="739" y="127"/>
                  </a:cubicBezTo>
                  <a:cubicBezTo>
                    <a:pt x="739" y="127"/>
                    <a:pt x="738" y="128"/>
                    <a:pt x="737" y="129"/>
                  </a:cubicBezTo>
                  <a:cubicBezTo>
                    <a:pt x="735" y="130"/>
                    <a:pt x="733" y="130"/>
                    <a:pt x="730" y="130"/>
                  </a:cubicBezTo>
                  <a:cubicBezTo>
                    <a:pt x="730" y="130"/>
                    <a:pt x="729" y="130"/>
                    <a:pt x="728" y="130"/>
                  </a:cubicBezTo>
                  <a:cubicBezTo>
                    <a:pt x="725" y="129"/>
                    <a:pt x="721" y="128"/>
                    <a:pt x="718" y="126"/>
                  </a:cubicBezTo>
                  <a:cubicBezTo>
                    <a:pt x="715" y="124"/>
                    <a:pt x="713" y="121"/>
                    <a:pt x="712" y="120"/>
                  </a:cubicBezTo>
                  <a:cubicBezTo>
                    <a:pt x="712" y="120"/>
                    <a:pt x="712" y="120"/>
                    <a:pt x="712" y="120"/>
                  </a:cubicBezTo>
                  <a:cubicBezTo>
                    <a:pt x="712" y="120"/>
                    <a:pt x="713" y="119"/>
                    <a:pt x="714" y="118"/>
                  </a:cubicBezTo>
                  <a:moveTo>
                    <a:pt x="685" y="94"/>
                  </a:moveTo>
                  <a:cubicBezTo>
                    <a:pt x="686" y="93"/>
                    <a:pt x="689" y="92"/>
                    <a:pt x="692" y="92"/>
                  </a:cubicBezTo>
                  <a:cubicBezTo>
                    <a:pt x="692" y="92"/>
                    <a:pt x="692" y="92"/>
                    <a:pt x="692" y="92"/>
                  </a:cubicBezTo>
                  <a:cubicBezTo>
                    <a:pt x="692" y="92"/>
                    <a:pt x="692" y="92"/>
                    <a:pt x="692" y="92"/>
                  </a:cubicBezTo>
                  <a:cubicBezTo>
                    <a:pt x="696" y="92"/>
                    <a:pt x="700" y="93"/>
                    <a:pt x="703" y="95"/>
                  </a:cubicBezTo>
                  <a:cubicBezTo>
                    <a:pt x="706" y="97"/>
                    <a:pt x="709" y="99"/>
                    <a:pt x="709" y="100"/>
                  </a:cubicBezTo>
                  <a:cubicBezTo>
                    <a:pt x="709" y="100"/>
                    <a:pt x="709" y="100"/>
                    <a:pt x="709" y="101"/>
                  </a:cubicBezTo>
                  <a:cubicBezTo>
                    <a:pt x="709" y="101"/>
                    <a:pt x="709" y="102"/>
                    <a:pt x="707" y="103"/>
                  </a:cubicBezTo>
                  <a:cubicBezTo>
                    <a:pt x="705" y="104"/>
                    <a:pt x="703" y="105"/>
                    <a:pt x="700" y="105"/>
                  </a:cubicBezTo>
                  <a:cubicBezTo>
                    <a:pt x="700" y="105"/>
                    <a:pt x="699" y="105"/>
                    <a:pt x="699" y="105"/>
                  </a:cubicBezTo>
                  <a:cubicBezTo>
                    <a:pt x="695" y="105"/>
                    <a:pt x="692" y="103"/>
                    <a:pt x="689" y="101"/>
                  </a:cubicBezTo>
                  <a:cubicBezTo>
                    <a:pt x="685" y="100"/>
                    <a:pt x="683" y="98"/>
                    <a:pt x="683" y="97"/>
                  </a:cubicBezTo>
                  <a:cubicBezTo>
                    <a:pt x="683" y="97"/>
                    <a:pt x="683" y="97"/>
                    <a:pt x="683" y="97"/>
                  </a:cubicBezTo>
                  <a:cubicBezTo>
                    <a:pt x="683" y="96"/>
                    <a:pt x="683" y="96"/>
                    <a:pt x="683" y="96"/>
                  </a:cubicBezTo>
                  <a:cubicBezTo>
                    <a:pt x="683" y="96"/>
                    <a:pt x="683" y="96"/>
                    <a:pt x="683" y="96"/>
                  </a:cubicBezTo>
                  <a:cubicBezTo>
                    <a:pt x="683" y="96"/>
                    <a:pt x="683" y="95"/>
                    <a:pt x="685" y="94"/>
                  </a:cubicBezTo>
                  <a:moveTo>
                    <a:pt x="653" y="72"/>
                  </a:moveTo>
                  <a:cubicBezTo>
                    <a:pt x="654" y="71"/>
                    <a:pt x="657" y="70"/>
                    <a:pt x="660" y="70"/>
                  </a:cubicBezTo>
                  <a:cubicBezTo>
                    <a:pt x="661" y="70"/>
                    <a:pt x="661" y="70"/>
                    <a:pt x="661" y="70"/>
                  </a:cubicBezTo>
                  <a:cubicBezTo>
                    <a:pt x="665" y="70"/>
                    <a:pt x="669" y="71"/>
                    <a:pt x="672" y="72"/>
                  </a:cubicBezTo>
                  <a:cubicBezTo>
                    <a:pt x="675" y="74"/>
                    <a:pt x="677" y="76"/>
                    <a:pt x="677" y="77"/>
                  </a:cubicBezTo>
                  <a:cubicBezTo>
                    <a:pt x="678" y="77"/>
                    <a:pt x="678" y="77"/>
                    <a:pt x="678" y="77"/>
                  </a:cubicBezTo>
                  <a:cubicBezTo>
                    <a:pt x="678" y="78"/>
                    <a:pt x="677" y="79"/>
                    <a:pt x="675" y="80"/>
                  </a:cubicBezTo>
                  <a:cubicBezTo>
                    <a:pt x="674" y="81"/>
                    <a:pt x="671" y="82"/>
                    <a:pt x="668" y="82"/>
                  </a:cubicBezTo>
                  <a:cubicBezTo>
                    <a:pt x="668" y="82"/>
                    <a:pt x="667" y="82"/>
                    <a:pt x="667" y="82"/>
                  </a:cubicBezTo>
                  <a:cubicBezTo>
                    <a:pt x="663" y="82"/>
                    <a:pt x="660" y="81"/>
                    <a:pt x="657" y="80"/>
                  </a:cubicBezTo>
                  <a:cubicBezTo>
                    <a:pt x="654" y="78"/>
                    <a:pt x="651" y="76"/>
                    <a:pt x="651" y="76"/>
                  </a:cubicBezTo>
                  <a:cubicBezTo>
                    <a:pt x="651" y="75"/>
                    <a:pt x="651" y="75"/>
                    <a:pt x="651" y="75"/>
                  </a:cubicBezTo>
                  <a:cubicBezTo>
                    <a:pt x="651" y="75"/>
                    <a:pt x="651" y="73"/>
                    <a:pt x="653" y="72"/>
                  </a:cubicBezTo>
                  <a:moveTo>
                    <a:pt x="628" y="52"/>
                  </a:moveTo>
                  <a:cubicBezTo>
                    <a:pt x="628" y="52"/>
                    <a:pt x="628" y="52"/>
                    <a:pt x="628" y="52"/>
                  </a:cubicBezTo>
                  <a:cubicBezTo>
                    <a:pt x="629" y="52"/>
                    <a:pt x="630" y="52"/>
                    <a:pt x="631" y="52"/>
                  </a:cubicBezTo>
                  <a:cubicBezTo>
                    <a:pt x="635" y="52"/>
                    <a:pt x="638" y="53"/>
                    <a:pt x="641" y="54"/>
                  </a:cubicBezTo>
                  <a:cubicBezTo>
                    <a:pt x="643" y="55"/>
                    <a:pt x="645" y="57"/>
                    <a:pt x="646" y="57"/>
                  </a:cubicBezTo>
                  <a:cubicBezTo>
                    <a:pt x="646" y="57"/>
                    <a:pt x="646" y="58"/>
                    <a:pt x="646" y="58"/>
                  </a:cubicBezTo>
                  <a:cubicBezTo>
                    <a:pt x="646" y="58"/>
                    <a:pt x="646" y="60"/>
                    <a:pt x="644" y="61"/>
                  </a:cubicBezTo>
                  <a:cubicBezTo>
                    <a:pt x="642" y="62"/>
                    <a:pt x="640" y="63"/>
                    <a:pt x="637" y="64"/>
                  </a:cubicBezTo>
                  <a:cubicBezTo>
                    <a:pt x="636" y="64"/>
                    <a:pt x="635" y="64"/>
                    <a:pt x="635" y="64"/>
                  </a:cubicBezTo>
                  <a:cubicBezTo>
                    <a:pt x="631" y="64"/>
                    <a:pt x="628" y="63"/>
                    <a:pt x="625" y="62"/>
                  </a:cubicBezTo>
                  <a:cubicBezTo>
                    <a:pt x="622" y="61"/>
                    <a:pt x="620" y="59"/>
                    <a:pt x="619" y="58"/>
                  </a:cubicBezTo>
                  <a:cubicBezTo>
                    <a:pt x="619" y="58"/>
                    <a:pt x="619" y="58"/>
                    <a:pt x="619" y="58"/>
                  </a:cubicBezTo>
                  <a:cubicBezTo>
                    <a:pt x="619" y="57"/>
                    <a:pt x="622" y="53"/>
                    <a:pt x="628" y="52"/>
                  </a:cubicBezTo>
                  <a:moveTo>
                    <a:pt x="592" y="36"/>
                  </a:moveTo>
                  <a:cubicBezTo>
                    <a:pt x="594" y="36"/>
                    <a:pt x="596" y="36"/>
                    <a:pt x="597" y="36"/>
                  </a:cubicBezTo>
                  <a:cubicBezTo>
                    <a:pt x="600" y="36"/>
                    <a:pt x="603" y="36"/>
                    <a:pt x="606" y="37"/>
                  </a:cubicBezTo>
                  <a:cubicBezTo>
                    <a:pt x="608" y="38"/>
                    <a:pt x="610" y="39"/>
                    <a:pt x="611" y="40"/>
                  </a:cubicBezTo>
                  <a:cubicBezTo>
                    <a:pt x="611" y="40"/>
                    <a:pt x="611" y="40"/>
                    <a:pt x="611" y="40"/>
                  </a:cubicBezTo>
                  <a:cubicBezTo>
                    <a:pt x="611" y="42"/>
                    <a:pt x="608" y="46"/>
                    <a:pt x="602" y="47"/>
                  </a:cubicBezTo>
                  <a:cubicBezTo>
                    <a:pt x="601" y="47"/>
                    <a:pt x="599" y="48"/>
                    <a:pt x="597" y="47"/>
                  </a:cubicBezTo>
                  <a:cubicBezTo>
                    <a:pt x="591" y="47"/>
                    <a:pt x="586" y="45"/>
                    <a:pt x="584" y="43"/>
                  </a:cubicBezTo>
                  <a:cubicBezTo>
                    <a:pt x="584" y="43"/>
                    <a:pt x="584" y="43"/>
                    <a:pt x="584" y="43"/>
                  </a:cubicBezTo>
                  <a:cubicBezTo>
                    <a:pt x="584" y="41"/>
                    <a:pt x="586" y="38"/>
                    <a:pt x="592" y="36"/>
                  </a:cubicBezTo>
                  <a:moveTo>
                    <a:pt x="555" y="24"/>
                  </a:moveTo>
                  <a:cubicBezTo>
                    <a:pt x="558" y="23"/>
                    <a:pt x="561" y="23"/>
                    <a:pt x="564" y="23"/>
                  </a:cubicBezTo>
                  <a:cubicBezTo>
                    <a:pt x="568" y="23"/>
                    <a:pt x="573" y="25"/>
                    <a:pt x="574" y="26"/>
                  </a:cubicBezTo>
                  <a:cubicBezTo>
                    <a:pt x="574" y="26"/>
                    <a:pt x="574" y="26"/>
                    <a:pt x="574" y="27"/>
                  </a:cubicBezTo>
                  <a:cubicBezTo>
                    <a:pt x="574" y="28"/>
                    <a:pt x="572" y="32"/>
                    <a:pt x="566" y="34"/>
                  </a:cubicBezTo>
                  <a:cubicBezTo>
                    <a:pt x="564" y="35"/>
                    <a:pt x="561" y="35"/>
                    <a:pt x="558" y="35"/>
                  </a:cubicBezTo>
                  <a:cubicBezTo>
                    <a:pt x="553" y="35"/>
                    <a:pt x="549" y="33"/>
                    <a:pt x="548" y="32"/>
                  </a:cubicBezTo>
                  <a:cubicBezTo>
                    <a:pt x="548" y="32"/>
                    <a:pt x="548" y="32"/>
                    <a:pt x="548" y="31"/>
                  </a:cubicBezTo>
                  <a:cubicBezTo>
                    <a:pt x="547" y="30"/>
                    <a:pt x="550" y="26"/>
                    <a:pt x="555" y="24"/>
                  </a:cubicBezTo>
                  <a:moveTo>
                    <a:pt x="519" y="17"/>
                  </a:moveTo>
                  <a:cubicBezTo>
                    <a:pt x="519" y="17"/>
                    <a:pt x="519" y="17"/>
                    <a:pt x="519" y="17"/>
                  </a:cubicBezTo>
                  <a:cubicBezTo>
                    <a:pt x="522" y="15"/>
                    <a:pt x="526" y="14"/>
                    <a:pt x="530" y="14"/>
                  </a:cubicBezTo>
                  <a:cubicBezTo>
                    <a:pt x="533" y="14"/>
                    <a:pt x="537" y="16"/>
                    <a:pt x="538" y="16"/>
                  </a:cubicBezTo>
                  <a:cubicBezTo>
                    <a:pt x="538" y="17"/>
                    <a:pt x="538" y="17"/>
                    <a:pt x="538" y="17"/>
                  </a:cubicBezTo>
                  <a:cubicBezTo>
                    <a:pt x="538" y="19"/>
                    <a:pt x="536" y="23"/>
                    <a:pt x="531" y="25"/>
                  </a:cubicBezTo>
                  <a:cubicBezTo>
                    <a:pt x="528" y="26"/>
                    <a:pt x="524" y="27"/>
                    <a:pt x="520" y="27"/>
                  </a:cubicBezTo>
                  <a:cubicBezTo>
                    <a:pt x="517" y="27"/>
                    <a:pt x="513" y="26"/>
                    <a:pt x="513" y="25"/>
                  </a:cubicBezTo>
                  <a:cubicBezTo>
                    <a:pt x="513" y="25"/>
                    <a:pt x="512" y="25"/>
                    <a:pt x="512" y="24"/>
                  </a:cubicBezTo>
                  <a:cubicBezTo>
                    <a:pt x="512" y="22"/>
                    <a:pt x="514" y="19"/>
                    <a:pt x="519" y="17"/>
                  </a:cubicBezTo>
                  <a:moveTo>
                    <a:pt x="480" y="12"/>
                  </a:moveTo>
                  <a:cubicBezTo>
                    <a:pt x="484" y="10"/>
                    <a:pt x="489" y="9"/>
                    <a:pt x="493" y="9"/>
                  </a:cubicBezTo>
                  <a:cubicBezTo>
                    <a:pt x="496" y="9"/>
                    <a:pt x="498" y="10"/>
                    <a:pt x="499" y="10"/>
                  </a:cubicBezTo>
                  <a:cubicBezTo>
                    <a:pt x="499" y="10"/>
                    <a:pt x="499" y="10"/>
                    <a:pt x="499" y="11"/>
                  </a:cubicBezTo>
                  <a:cubicBezTo>
                    <a:pt x="499" y="13"/>
                    <a:pt x="497" y="17"/>
                    <a:pt x="493" y="19"/>
                  </a:cubicBezTo>
                  <a:cubicBezTo>
                    <a:pt x="489" y="22"/>
                    <a:pt x="484" y="22"/>
                    <a:pt x="480" y="22"/>
                  </a:cubicBezTo>
                  <a:cubicBezTo>
                    <a:pt x="478" y="22"/>
                    <a:pt x="476" y="22"/>
                    <a:pt x="475" y="21"/>
                  </a:cubicBezTo>
                  <a:cubicBezTo>
                    <a:pt x="475" y="21"/>
                    <a:pt x="474" y="21"/>
                    <a:pt x="474" y="20"/>
                  </a:cubicBezTo>
                  <a:cubicBezTo>
                    <a:pt x="474" y="18"/>
                    <a:pt x="476" y="15"/>
                    <a:pt x="480" y="12"/>
                  </a:cubicBezTo>
                  <a:moveTo>
                    <a:pt x="441" y="12"/>
                  </a:moveTo>
                  <a:cubicBezTo>
                    <a:pt x="441" y="12"/>
                    <a:pt x="441" y="12"/>
                    <a:pt x="441" y="12"/>
                  </a:cubicBezTo>
                  <a:cubicBezTo>
                    <a:pt x="446" y="9"/>
                    <a:pt x="452" y="7"/>
                    <a:pt x="456" y="7"/>
                  </a:cubicBezTo>
                  <a:cubicBezTo>
                    <a:pt x="458" y="7"/>
                    <a:pt x="459" y="7"/>
                    <a:pt x="459" y="8"/>
                  </a:cubicBezTo>
                  <a:cubicBezTo>
                    <a:pt x="460" y="8"/>
                    <a:pt x="460" y="8"/>
                    <a:pt x="460" y="9"/>
                  </a:cubicBezTo>
                  <a:cubicBezTo>
                    <a:pt x="460" y="11"/>
                    <a:pt x="458" y="15"/>
                    <a:pt x="455" y="18"/>
                  </a:cubicBezTo>
                  <a:cubicBezTo>
                    <a:pt x="450" y="21"/>
                    <a:pt x="444" y="22"/>
                    <a:pt x="440" y="22"/>
                  </a:cubicBezTo>
                  <a:cubicBezTo>
                    <a:pt x="439" y="22"/>
                    <a:pt x="437" y="22"/>
                    <a:pt x="437" y="22"/>
                  </a:cubicBezTo>
                  <a:cubicBezTo>
                    <a:pt x="436" y="21"/>
                    <a:pt x="436" y="21"/>
                    <a:pt x="436" y="20"/>
                  </a:cubicBezTo>
                  <a:cubicBezTo>
                    <a:pt x="436" y="18"/>
                    <a:pt x="438" y="15"/>
                    <a:pt x="441" y="12"/>
                  </a:cubicBezTo>
                  <a:moveTo>
                    <a:pt x="405" y="15"/>
                  </a:moveTo>
                  <a:cubicBezTo>
                    <a:pt x="405" y="15"/>
                    <a:pt x="405" y="15"/>
                    <a:pt x="405" y="15"/>
                  </a:cubicBezTo>
                  <a:cubicBezTo>
                    <a:pt x="409" y="11"/>
                    <a:pt x="416" y="9"/>
                    <a:pt x="420" y="9"/>
                  </a:cubicBezTo>
                  <a:cubicBezTo>
                    <a:pt x="421" y="9"/>
                    <a:pt x="422" y="9"/>
                    <a:pt x="422" y="9"/>
                  </a:cubicBezTo>
                  <a:cubicBezTo>
                    <a:pt x="423" y="10"/>
                    <a:pt x="423" y="10"/>
                    <a:pt x="423" y="12"/>
                  </a:cubicBezTo>
                  <a:cubicBezTo>
                    <a:pt x="423" y="14"/>
                    <a:pt x="422" y="17"/>
                    <a:pt x="419" y="20"/>
                  </a:cubicBezTo>
                  <a:cubicBezTo>
                    <a:pt x="414" y="24"/>
                    <a:pt x="406" y="26"/>
                    <a:pt x="403" y="26"/>
                  </a:cubicBezTo>
                  <a:cubicBezTo>
                    <a:pt x="402" y="26"/>
                    <a:pt x="401" y="26"/>
                    <a:pt x="401" y="26"/>
                  </a:cubicBezTo>
                  <a:cubicBezTo>
                    <a:pt x="401" y="26"/>
                    <a:pt x="400" y="25"/>
                    <a:pt x="400" y="23"/>
                  </a:cubicBezTo>
                  <a:cubicBezTo>
                    <a:pt x="400" y="21"/>
                    <a:pt x="401" y="18"/>
                    <a:pt x="405" y="15"/>
                  </a:cubicBezTo>
                  <a:moveTo>
                    <a:pt x="366" y="23"/>
                  </a:moveTo>
                  <a:cubicBezTo>
                    <a:pt x="371" y="18"/>
                    <a:pt x="379" y="15"/>
                    <a:pt x="382" y="15"/>
                  </a:cubicBezTo>
                  <a:cubicBezTo>
                    <a:pt x="383" y="15"/>
                    <a:pt x="383" y="15"/>
                    <a:pt x="383" y="15"/>
                  </a:cubicBezTo>
                  <a:cubicBezTo>
                    <a:pt x="384" y="15"/>
                    <a:pt x="384" y="15"/>
                    <a:pt x="384" y="16"/>
                  </a:cubicBezTo>
                  <a:cubicBezTo>
                    <a:pt x="384" y="16"/>
                    <a:pt x="384" y="17"/>
                    <a:pt x="384" y="18"/>
                  </a:cubicBezTo>
                  <a:cubicBezTo>
                    <a:pt x="384" y="20"/>
                    <a:pt x="383" y="23"/>
                    <a:pt x="381" y="26"/>
                  </a:cubicBezTo>
                  <a:cubicBezTo>
                    <a:pt x="376" y="31"/>
                    <a:pt x="368" y="34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3" y="33"/>
                    <a:pt x="363" y="33"/>
                  </a:cubicBezTo>
                  <a:cubicBezTo>
                    <a:pt x="363" y="33"/>
                    <a:pt x="363" y="32"/>
                    <a:pt x="363" y="31"/>
                  </a:cubicBezTo>
                  <a:cubicBezTo>
                    <a:pt x="363" y="29"/>
                    <a:pt x="364" y="26"/>
                    <a:pt x="366" y="23"/>
                  </a:cubicBezTo>
                  <a:moveTo>
                    <a:pt x="329" y="35"/>
                  </a:moveTo>
                  <a:cubicBezTo>
                    <a:pt x="331" y="32"/>
                    <a:pt x="334" y="29"/>
                    <a:pt x="337" y="27"/>
                  </a:cubicBezTo>
                  <a:cubicBezTo>
                    <a:pt x="340" y="26"/>
                    <a:pt x="343" y="25"/>
                    <a:pt x="345" y="25"/>
                  </a:cubicBezTo>
                  <a:cubicBezTo>
                    <a:pt x="345" y="25"/>
                    <a:pt x="345" y="25"/>
                    <a:pt x="345" y="25"/>
                  </a:cubicBezTo>
                  <a:cubicBezTo>
                    <a:pt x="345" y="25"/>
                    <a:pt x="345" y="25"/>
                    <a:pt x="346" y="26"/>
                  </a:cubicBezTo>
                  <a:cubicBezTo>
                    <a:pt x="346" y="26"/>
                    <a:pt x="346" y="27"/>
                    <a:pt x="346" y="28"/>
                  </a:cubicBezTo>
                  <a:cubicBezTo>
                    <a:pt x="346" y="30"/>
                    <a:pt x="345" y="33"/>
                    <a:pt x="343" y="36"/>
                  </a:cubicBezTo>
                  <a:cubicBezTo>
                    <a:pt x="341" y="39"/>
                    <a:pt x="338" y="41"/>
                    <a:pt x="335" y="43"/>
                  </a:cubicBezTo>
                  <a:cubicBezTo>
                    <a:pt x="332" y="44"/>
                    <a:pt x="329" y="45"/>
                    <a:pt x="328" y="45"/>
                  </a:cubicBezTo>
                  <a:cubicBezTo>
                    <a:pt x="328" y="45"/>
                    <a:pt x="328" y="45"/>
                    <a:pt x="328" y="45"/>
                  </a:cubicBezTo>
                  <a:cubicBezTo>
                    <a:pt x="328" y="45"/>
                    <a:pt x="328" y="45"/>
                    <a:pt x="328" y="45"/>
                  </a:cubicBezTo>
                  <a:cubicBezTo>
                    <a:pt x="327" y="45"/>
                    <a:pt x="327" y="45"/>
                    <a:pt x="327" y="45"/>
                  </a:cubicBezTo>
                  <a:cubicBezTo>
                    <a:pt x="327" y="45"/>
                    <a:pt x="327" y="45"/>
                    <a:pt x="327" y="44"/>
                  </a:cubicBezTo>
                  <a:cubicBezTo>
                    <a:pt x="326" y="44"/>
                    <a:pt x="326" y="43"/>
                    <a:pt x="326" y="42"/>
                  </a:cubicBezTo>
                  <a:cubicBezTo>
                    <a:pt x="326" y="40"/>
                    <a:pt x="327" y="37"/>
                    <a:pt x="329" y="35"/>
                  </a:cubicBezTo>
                  <a:moveTo>
                    <a:pt x="295" y="49"/>
                  </a:moveTo>
                  <a:cubicBezTo>
                    <a:pt x="297" y="46"/>
                    <a:pt x="300" y="43"/>
                    <a:pt x="303" y="41"/>
                  </a:cubicBezTo>
                  <a:cubicBezTo>
                    <a:pt x="306" y="39"/>
                    <a:pt x="309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1" y="38"/>
                    <a:pt x="311" y="39"/>
                  </a:cubicBezTo>
                  <a:cubicBezTo>
                    <a:pt x="312" y="39"/>
                    <a:pt x="312" y="40"/>
                    <a:pt x="312" y="42"/>
                  </a:cubicBezTo>
                  <a:cubicBezTo>
                    <a:pt x="312" y="44"/>
                    <a:pt x="311" y="46"/>
                    <a:pt x="310" y="49"/>
                  </a:cubicBezTo>
                  <a:cubicBezTo>
                    <a:pt x="308" y="52"/>
                    <a:pt x="305" y="55"/>
                    <a:pt x="302" y="57"/>
                  </a:cubicBezTo>
                  <a:cubicBezTo>
                    <a:pt x="299" y="59"/>
                    <a:pt x="296" y="60"/>
                    <a:pt x="295" y="60"/>
                  </a:cubicBezTo>
                  <a:cubicBezTo>
                    <a:pt x="295" y="60"/>
                    <a:pt x="295" y="60"/>
                    <a:pt x="295" y="60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3" y="58"/>
                    <a:pt x="293" y="57"/>
                    <a:pt x="293" y="55"/>
                  </a:cubicBezTo>
                  <a:cubicBezTo>
                    <a:pt x="293" y="54"/>
                    <a:pt x="294" y="51"/>
                    <a:pt x="295" y="49"/>
                  </a:cubicBezTo>
                  <a:moveTo>
                    <a:pt x="261" y="67"/>
                  </a:moveTo>
                  <a:cubicBezTo>
                    <a:pt x="261" y="67"/>
                    <a:pt x="261" y="67"/>
                    <a:pt x="261" y="67"/>
                  </a:cubicBezTo>
                  <a:cubicBezTo>
                    <a:pt x="262" y="64"/>
                    <a:pt x="265" y="61"/>
                    <a:pt x="268" y="58"/>
                  </a:cubicBezTo>
                  <a:cubicBezTo>
                    <a:pt x="270" y="56"/>
                    <a:pt x="274" y="55"/>
                    <a:pt x="275" y="55"/>
                  </a:cubicBezTo>
                  <a:cubicBezTo>
                    <a:pt x="275" y="55"/>
                    <a:pt x="275" y="55"/>
                    <a:pt x="276" y="56"/>
                  </a:cubicBezTo>
                  <a:cubicBezTo>
                    <a:pt x="276" y="57"/>
                    <a:pt x="277" y="58"/>
                    <a:pt x="277" y="60"/>
                  </a:cubicBezTo>
                  <a:cubicBezTo>
                    <a:pt x="277" y="61"/>
                    <a:pt x="276" y="64"/>
                    <a:pt x="275" y="66"/>
                  </a:cubicBezTo>
                  <a:cubicBezTo>
                    <a:pt x="273" y="69"/>
                    <a:pt x="271" y="72"/>
                    <a:pt x="268" y="74"/>
                  </a:cubicBezTo>
                  <a:cubicBezTo>
                    <a:pt x="265" y="77"/>
                    <a:pt x="262" y="78"/>
                    <a:pt x="261" y="78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0" y="77"/>
                  </a:cubicBezTo>
                  <a:cubicBezTo>
                    <a:pt x="260" y="76"/>
                    <a:pt x="259" y="75"/>
                    <a:pt x="259" y="73"/>
                  </a:cubicBezTo>
                  <a:cubicBezTo>
                    <a:pt x="259" y="71"/>
                    <a:pt x="260" y="69"/>
                    <a:pt x="261" y="67"/>
                  </a:cubicBezTo>
                  <a:moveTo>
                    <a:pt x="228" y="89"/>
                  </a:moveTo>
                  <a:cubicBezTo>
                    <a:pt x="229" y="85"/>
                    <a:pt x="232" y="82"/>
                    <a:pt x="234" y="79"/>
                  </a:cubicBezTo>
                  <a:cubicBezTo>
                    <a:pt x="237" y="77"/>
                    <a:pt x="240" y="75"/>
                    <a:pt x="241" y="75"/>
                  </a:cubicBezTo>
                  <a:cubicBezTo>
                    <a:pt x="241" y="75"/>
                    <a:pt x="241" y="75"/>
                    <a:pt x="241" y="75"/>
                  </a:cubicBezTo>
                  <a:cubicBezTo>
                    <a:pt x="241" y="75"/>
                    <a:pt x="242" y="75"/>
                    <a:pt x="242" y="76"/>
                  </a:cubicBezTo>
                  <a:cubicBezTo>
                    <a:pt x="243" y="77"/>
                    <a:pt x="243" y="79"/>
                    <a:pt x="243" y="81"/>
                  </a:cubicBezTo>
                  <a:cubicBezTo>
                    <a:pt x="243" y="82"/>
                    <a:pt x="243" y="84"/>
                    <a:pt x="242" y="86"/>
                  </a:cubicBezTo>
                  <a:cubicBezTo>
                    <a:pt x="241" y="90"/>
                    <a:pt x="239" y="93"/>
                    <a:pt x="236" y="95"/>
                  </a:cubicBezTo>
                  <a:cubicBezTo>
                    <a:pt x="234" y="98"/>
                    <a:pt x="231" y="99"/>
                    <a:pt x="230" y="99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29" y="99"/>
                    <a:pt x="229" y="99"/>
                    <a:pt x="228" y="98"/>
                  </a:cubicBezTo>
                  <a:cubicBezTo>
                    <a:pt x="228" y="97"/>
                    <a:pt x="227" y="96"/>
                    <a:pt x="227" y="94"/>
                  </a:cubicBezTo>
                  <a:cubicBezTo>
                    <a:pt x="227" y="92"/>
                    <a:pt x="227" y="90"/>
                    <a:pt x="228" y="89"/>
                  </a:cubicBezTo>
                  <a:moveTo>
                    <a:pt x="199" y="112"/>
                  </a:moveTo>
                  <a:cubicBezTo>
                    <a:pt x="199" y="112"/>
                    <a:pt x="199" y="112"/>
                    <a:pt x="199" y="112"/>
                  </a:cubicBezTo>
                  <a:cubicBezTo>
                    <a:pt x="200" y="108"/>
                    <a:pt x="202" y="104"/>
                    <a:pt x="205" y="102"/>
                  </a:cubicBezTo>
                  <a:cubicBezTo>
                    <a:pt x="207" y="99"/>
                    <a:pt x="210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2" y="97"/>
                    <a:pt x="213" y="98"/>
                  </a:cubicBezTo>
                  <a:cubicBezTo>
                    <a:pt x="213" y="99"/>
                    <a:pt x="214" y="101"/>
                    <a:pt x="214" y="103"/>
                  </a:cubicBezTo>
                  <a:cubicBezTo>
                    <a:pt x="214" y="105"/>
                    <a:pt x="214" y="106"/>
                    <a:pt x="213" y="108"/>
                  </a:cubicBezTo>
                  <a:cubicBezTo>
                    <a:pt x="212" y="111"/>
                    <a:pt x="210" y="115"/>
                    <a:pt x="208" y="117"/>
                  </a:cubicBezTo>
                  <a:cubicBezTo>
                    <a:pt x="206" y="120"/>
                    <a:pt x="203" y="122"/>
                    <a:pt x="202" y="122"/>
                  </a:cubicBezTo>
                  <a:cubicBezTo>
                    <a:pt x="202" y="122"/>
                    <a:pt x="202" y="122"/>
                    <a:pt x="202" y="122"/>
                  </a:cubicBezTo>
                  <a:cubicBezTo>
                    <a:pt x="201" y="122"/>
                    <a:pt x="201" y="122"/>
                    <a:pt x="200" y="121"/>
                  </a:cubicBezTo>
                  <a:cubicBezTo>
                    <a:pt x="199" y="120"/>
                    <a:pt x="199" y="118"/>
                    <a:pt x="199" y="116"/>
                  </a:cubicBezTo>
                  <a:cubicBezTo>
                    <a:pt x="199" y="114"/>
                    <a:pt x="199" y="113"/>
                    <a:pt x="199" y="112"/>
                  </a:cubicBezTo>
                  <a:moveTo>
                    <a:pt x="171" y="138"/>
                  </a:moveTo>
                  <a:cubicBezTo>
                    <a:pt x="171" y="138"/>
                    <a:pt x="171" y="138"/>
                    <a:pt x="171" y="138"/>
                  </a:cubicBezTo>
                  <a:cubicBezTo>
                    <a:pt x="171" y="135"/>
                    <a:pt x="173" y="131"/>
                    <a:pt x="175" y="128"/>
                  </a:cubicBezTo>
                  <a:cubicBezTo>
                    <a:pt x="178" y="125"/>
                    <a:pt x="180" y="123"/>
                    <a:pt x="181" y="123"/>
                  </a:cubicBezTo>
                  <a:cubicBezTo>
                    <a:pt x="181" y="123"/>
                    <a:pt x="181" y="123"/>
                    <a:pt x="182" y="123"/>
                  </a:cubicBezTo>
                  <a:cubicBezTo>
                    <a:pt x="182" y="123"/>
                    <a:pt x="183" y="123"/>
                    <a:pt x="184" y="124"/>
                  </a:cubicBezTo>
                  <a:cubicBezTo>
                    <a:pt x="184" y="126"/>
                    <a:pt x="185" y="128"/>
                    <a:pt x="185" y="130"/>
                  </a:cubicBezTo>
                  <a:cubicBezTo>
                    <a:pt x="185" y="131"/>
                    <a:pt x="185" y="132"/>
                    <a:pt x="185" y="133"/>
                  </a:cubicBezTo>
                  <a:cubicBezTo>
                    <a:pt x="184" y="137"/>
                    <a:pt x="182" y="140"/>
                    <a:pt x="180" y="143"/>
                  </a:cubicBezTo>
                  <a:cubicBezTo>
                    <a:pt x="178" y="146"/>
                    <a:pt x="175" y="148"/>
                    <a:pt x="174" y="149"/>
                  </a:cubicBezTo>
                  <a:cubicBezTo>
                    <a:pt x="174" y="149"/>
                    <a:pt x="174" y="149"/>
                    <a:pt x="174" y="149"/>
                  </a:cubicBezTo>
                  <a:cubicBezTo>
                    <a:pt x="174" y="149"/>
                    <a:pt x="173" y="148"/>
                    <a:pt x="172" y="147"/>
                  </a:cubicBezTo>
                  <a:cubicBezTo>
                    <a:pt x="171" y="146"/>
                    <a:pt x="171" y="143"/>
                    <a:pt x="171" y="141"/>
                  </a:cubicBezTo>
                  <a:cubicBezTo>
                    <a:pt x="171" y="140"/>
                    <a:pt x="171" y="139"/>
                    <a:pt x="171" y="138"/>
                  </a:cubicBezTo>
                  <a:moveTo>
                    <a:pt x="145" y="167"/>
                  </a:moveTo>
                  <a:cubicBezTo>
                    <a:pt x="145" y="167"/>
                    <a:pt x="145" y="167"/>
                    <a:pt x="145" y="167"/>
                  </a:cubicBezTo>
                  <a:cubicBezTo>
                    <a:pt x="145" y="163"/>
                    <a:pt x="147" y="160"/>
                    <a:pt x="149" y="157"/>
                  </a:cubicBezTo>
                  <a:cubicBezTo>
                    <a:pt x="150" y="153"/>
                    <a:pt x="153" y="151"/>
                    <a:pt x="154" y="151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54" y="151"/>
                    <a:pt x="156" y="151"/>
                    <a:pt x="156" y="153"/>
                  </a:cubicBezTo>
                  <a:cubicBezTo>
                    <a:pt x="157" y="154"/>
                    <a:pt x="158" y="157"/>
                    <a:pt x="158" y="160"/>
                  </a:cubicBezTo>
                  <a:cubicBezTo>
                    <a:pt x="158" y="160"/>
                    <a:pt x="158" y="161"/>
                    <a:pt x="158" y="161"/>
                  </a:cubicBezTo>
                  <a:cubicBezTo>
                    <a:pt x="158" y="165"/>
                    <a:pt x="156" y="169"/>
                    <a:pt x="154" y="172"/>
                  </a:cubicBezTo>
                  <a:cubicBezTo>
                    <a:pt x="152" y="174"/>
                    <a:pt x="150" y="177"/>
                    <a:pt x="149" y="177"/>
                  </a:cubicBezTo>
                  <a:cubicBezTo>
                    <a:pt x="149" y="177"/>
                    <a:pt x="149" y="177"/>
                    <a:pt x="148" y="177"/>
                  </a:cubicBezTo>
                  <a:cubicBezTo>
                    <a:pt x="148" y="177"/>
                    <a:pt x="147" y="177"/>
                    <a:pt x="146" y="175"/>
                  </a:cubicBezTo>
                  <a:cubicBezTo>
                    <a:pt x="145" y="174"/>
                    <a:pt x="145" y="171"/>
                    <a:pt x="145" y="169"/>
                  </a:cubicBezTo>
                  <a:cubicBezTo>
                    <a:pt x="145" y="168"/>
                    <a:pt x="145" y="168"/>
                    <a:pt x="145" y="167"/>
                  </a:cubicBezTo>
                  <a:moveTo>
                    <a:pt x="122" y="196"/>
                  </a:moveTo>
                  <a:cubicBezTo>
                    <a:pt x="122" y="192"/>
                    <a:pt x="123" y="188"/>
                    <a:pt x="125" y="185"/>
                  </a:cubicBezTo>
                  <a:cubicBezTo>
                    <a:pt x="127" y="182"/>
                    <a:pt x="129" y="180"/>
                    <a:pt x="130" y="179"/>
                  </a:cubicBezTo>
                  <a:cubicBezTo>
                    <a:pt x="130" y="179"/>
                    <a:pt x="130" y="179"/>
                    <a:pt x="130" y="179"/>
                  </a:cubicBezTo>
                  <a:cubicBezTo>
                    <a:pt x="130" y="179"/>
                    <a:pt x="130" y="179"/>
                    <a:pt x="131" y="179"/>
                  </a:cubicBezTo>
                  <a:cubicBezTo>
                    <a:pt x="131" y="179"/>
                    <a:pt x="132" y="180"/>
                    <a:pt x="133" y="181"/>
                  </a:cubicBezTo>
                  <a:cubicBezTo>
                    <a:pt x="134" y="183"/>
                    <a:pt x="135" y="185"/>
                    <a:pt x="135" y="188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5" y="193"/>
                    <a:pt x="133" y="197"/>
                    <a:pt x="132" y="200"/>
                  </a:cubicBezTo>
                  <a:cubicBezTo>
                    <a:pt x="130" y="203"/>
                    <a:pt x="128" y="205"/>
                    <a:pt x="127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6" y="206"/>
                    <a:pt x="125" y="205"/>
                    <a:pt x="124" y="204"/>
                  </a:cubicBezTo>
                  <a:cubicBezTo>
                    <a:pt x="123" y="202"/>
                    <a:pt x="122" y="199"/>
                    <a:pt x="122" y="196"/>
                  </a:cubicBezTo>
                  <a:cubicBezTo>
                    <a:pt x="122" y="196"/>
                    <a:pt x="122" y="196"/>
                    <a:pt x="122" y="196"/>
                  </a:cubicBezTo>
                  <a:moveTo>
                    <a:pt x="103" y="217"/>
                  </a:moveTo>
                  <a:cubicBezTo>
                    <a:pt x="104" y="214"/>
                    <a:pt x="106" y="212"/>
                    <a:pt x="107" y="211"/>
                  </a:cubicBezTo>
                  <a:cubicBezTo>
                    <a:pt x="107" y="211"/>
                    <a:pt x="107" y="211"/>
                    <a:pt x="108" y="211"/>
                  </a:cubicBezTo>
                  <a:cubicBezTo>
                    <a:pt x="108" y="211"/>
                    <a:pt x="109" y="212"/>
                    <a:pt x="111" y="213"/>
                  </a:cubicBezTo>
                  <a:cubicBezTo>
                    <a:pt x="112" y="215"/>
                    <a:pt x="113" y="217"/>
                    <a:pt x="113" y="221"/>
                  </a:cubicBezTo>
                  <a:cubicBezTo>
                    <a:pt x="113" y="221"/>
                    <a:pt x="113" y="221"/>
                    <a:pt x="113" y="222"/>
                  </a:cubicBezTo>
                  <a:cubicBezTo>
                    <a:pt x="113" y="225"/>
                    <a:pt x="112" y="229"/>
                    <a:pt x="110" y="232"/>
                  </a:cubicBezTo>
                  <a:cubicBezTo>
                    <a:pt x="109" y="235"/>
                    <a:pt x="107" y="237"/>
                    <a:pt x="106" y="238"/>
                  </a:cubicBezTo>
                  <a:cubicBezTo>
                    <a:pt x="106" y="238"/>
                    <a:pt x="106" y="238"/>
                    <a:pt x="106" y="238"/>
                  </a:cubicBezTo>
                  <a:cubicBezTo>
                    <a:pt x="105" y="238"/>
                    <a:pt x="104" y="237"/>
                    <a:pt x="103" y="236"/>
                  </a:cubicBezTo>
                  <a:cubicBezTo>
                    <a:pt x="102" y="234"/>
                    <a:pt x="101" y="232"/>
                    <a:pt x="100" y="229"/>
                  </a:cubicBezTo>
                  <a:cubicBezTo>
                    <a:pt x="100" y="228"/>
                    <a:pt x="100" y="228"/>
                    <a:pt x="100" y="227"/>
                  </a:cubicBezTo>
                  <a:cubicBezTo>
                    <a:pt x="101" y="224"/>
                    <a:pt x="102" y="220"/>
                    <a:pt x="103" y="217"/>
                  </a:cubicBezTo>
                  <a:moveTo>
                    <a:pt x="83" y="250"/>
                  </a:moveTo>
                  <a:cubicBezTo>
                    <a:pt x="84" y="247"/>
                    <a:pt x="86" y="245"/>
                    <a:pt x="87" y="245"/>
                  </a:cubicBezTo>
                  <a:cubicBezTo>
                    <a:pt x="87" y="245"/>
                    <a:pt x="87" y="245"/>
                    <a:pt x="87" y="245"/>
                  </a:cubicBezTo>
                  <a:cubicBezTo>
                    <a:pt x="87" y="245"/>
                    <a:pt x="87" y="245"/>
                    <a:pt x="87" y="245"/>
                  </a:cubicBezTo>
                  <a:cubicBezTo>
                    <a:pt x="88" y="244"/>
                    <a:pt x="89" y="245"/>
                    <a:pt x="90" y="247"/>
                  </a:cubicBezTo>
                  <a:cubicBezTo>
                    <a:pt x="91" y="248"/>
                    <a:pt x="92" y="251"/>
                    <a:pt x="93" y="254"/>
                  </a:cubicBezTo>
                  <a:cubicBezTo>
                    <a:pt x="93" y="255"/>
                    <a:pt x="93" y="255"/>
                    <a:pt x="93" y="256"/>
                  </a:cubicBezTo>
                  <a:cubicBezTo>
                    <a:pt x="93" y="260"/>
                    <a:pt x="92" y="263"/>
                    <a:pt x="91" y="266"/>
                  </a:cubicBezTo>
                  <a:cubicBezTo>
                    <a:pt x="90" y="269"/>
                    <a:pt x="88" y="271"/>
                    <a:pt x="87" y="271"/>
                  </a:cubicBezTo>
                  <a:cubicBezTo>
                    <a:pt x="87" y="271"/>
                    <a:pt x="87" y="271"/>
                    <a:pt x="87" y="271"/>
                  </a:cubicBezTo>
                  <a:cubicBezTo>
                    <a:pt x="86" y="271"/>
                    <a:pt x="85" y="271"/>
                    <a:pt x="84" y="269"/>
                  </a:cubicBezTo>
                  <a:cubicBezTo>
                    <a:pt x="83" y="268"/>
                    <a:pt x="82" y="266"/>
                    <a:pt x="81" y="263"/>
                  </a:cubicBezTo>
                  <a:cubicBezTo>
                    <a:pt x="81" y="262"/>
                    <a:pt x="81" y="261"/>
                    <a:pt x="81" y="260"/>
                  </a:cubicBezTo>
                  <a:cubicBezTo>
                    <a:pt x="81" y="256"/>
                    <a:pt x="82" y="253"/>
                    <a:pt x="83" y="250"/>
                  </a:cubicBezTo>
                  <a:moveTo>
                    <a:pt x="67" y="282"/>
                  </a:moveTo>
                  <a:cubicBezTo>
                    <a:pt x="68" y="280"/>
                    <a:pt x="69" y="278"/>
                    <a:pt x="70" y="277"/>
                  </a:cubicBezTo>
                  <a:cubicBezTo>
                    <a:pt x="70" y="277"/>
                    <a:pt x="70" y="277"/>
                    <a:pt x="70" y="277"/>
                  </a:cubicBezTo>
                  <a:cubicBezTo>
                    <a:pt x="71" y="277"/>
                    <a:pt x="72" y="278"/>
                    <a:pt x="73" y="279"/>
                  </a:cubicBezTo>
                  <a:cubicBezTo>
                    <a:pt x="75" y="281"/>
                    <a:pt x="76" y="283"/>
                    <a:pt x="76" y="286"/>
                  </a:cubicBezTo>
                  <a:cubicBezTo>
                    <a:pt x="77" y="287"/>
                    <a:pt x="77" y="288"/>
                    <a:pt x="77" y="290"/>
                  </a:cubicBezTo>
                  <a:cubicBezTo>
                    <a:pt x="77" y="293"/>
                    <a:pt x="76" y="296"/>
                    <a:pt x="75" y="299"/>
                  </a:cubicBezTo>
                  <a:cubicBezTo>
                    <a:pt x="74" y="301"/>
                    <a:pt x="73" y="303"/>
                    <a:pt x="72" y="304"/>
                  </a:cubicBezTo>
                  <a:cubicBezTo>
                    <a:pt x="72" y="304"/>
                    <a:pt x="72" y="304"/>
                    <a:pt x="71" y="304"/>
                  </a:cubicBezTo>
                  <a:cubicBezTo>
                    <a:pt x="70" y="304"/>
                    <a:pt x="66" y="301"/>
                    <a:pt x="65" y="296"/>
                  </a:cubicBezTo>
                  <a:cubicBezTo>
                    <a:pt x="65" y="294"/>
                    <a:pt x="65" y="293"/>
                    <a:pt x="65" y="291"/>
                  </a:cubicBezTo>
                  <a:cubicBezTo>
                    <a:pt x="65" y="288"/>
                    <a:pt x="66" y="285"/>
                    <a:pt x="67" y="282"/>
                  </a:cubicBezTo>
                  <a:moveTo>
                    <a:pt x="51" y="318"/>
                  </a:moveTo>
                  <a:cubicBezTo>
                    <a:pt x="52" y="315"/>
                    <a:pt x="53" y="314"/>
                    <a:pt x="54" y="313"/>
                  </a:cubicBezTo>
                  <a:cubicBezTo>
                    <a:pt x="54" y="313"/>
                    <a:pt x="54" y="313"/>
                    <a:pt x="54" y="313"/>
                  </a:cubicBezTo>
                  <a:cubicBezTo>
                    <a:pt x="56" y="313"/>
                    <a:pt x="60" y="316"/>
                    <a:pt x="61" y="321"/>
                  </a:cubicBezTo>
                  <a:cubicBezTo>
                    <a:pt x="61" y="323"/>
                    <a:pt x="62" y="325"/>
                    <a:pt x="62" y="327"/>
                  </a:cubicBezTo>
                  <a:cubicBezTo>
                    <a:pt x="62" y="333"/>
                    <a:pt x="59" y="338"/>
                    <a:pt x="58" y="339"/>
                  </a:cubicBezTo>
                  <a:cubicBezTo>
                    <a:pt x="58" y="340"/>
                    <a:pt x="58" y="340"/>
                    <a:pt x="57" y="340"/>
                  </a:cubicBezTo>
                  <a:cubicBezTo>
                    <a:pt x="56" y="340"/>
                    <a:pt x="52" y="337"/>
                    <a:pt x="51" y="332"/>
                  </a:cubicBezTo>
                  <a:cubicBezTo>
                    <a:pt x="50" y="330"/>
                    <a:pt x="50" y="328"/>
                    <a:pt x="50" y="325"/>
                  </a:cubicBezTo>
                  <a:cubicBezTo>
                    <a:pt x="50" y="323"/>
                    <a:pt x="51" y="320"/>
                    <a:pt x="51" y="318"/>
                  </a:cubicBezTo>
                  <a:moveTo>
                    <a:pt x="40" y="350"/>
                  </a:moveTo>
                  <a:cubicBezTo>
                    <a:pt x="40" y="350"/>
                    <a:pt x="41" y="350"/>
                    <a:pt x="41" y="350"/>
                  </a:cubicBezTo>
                  <a:cubicBezTo>
                    <a:pt x="43" y="350"/>
                    <a:pt x="47" y="352"/>
                    <a:pt x="48" y="358"/>
                  </a:cubicBezTo>
                  <a:cubicBezTo>
                    <a:pt x="49" y="360"/>
                    <a:pt x="49" y="362"/>
                    <a:pt x="49" y="365"/>
                  </a:cubicBezTo>
                  <a:cubicBezTo>
                    <a:pt x="49" y="370"/>
                    <a:pt x="47" y="375"/>
                    <a:pt x="46" y="376"/>
                  </a:cubicBezTo>
                  <a:cubicBezTo>
                    <a:pt x="46" y="376"/>
                    <a:pt x="46" y="376"/>
                    <a:pt x="45" y="376"/>
                  </a:cubicBezTo>
                  <a:cubicBezTo>
                    <a:pt x="44" y="376"/>
                    <a:pt x="40" y="374"/>
                    <a:pt x="38" y="369"/>
                  </a:cubicBezTo>
                  <a:cubicBezTo>
                    <a:pt x="38" y="366"/>
                    <a:pt x="37" y="364"/>
                    <a:pt x="37" y="361"/>
                  </a:cubicBezTo>
                  <a:cubicBezTo>
                    <a:pt x="37" y="356"/>
                    <a:pt x="39" y="351"/>
                    <a:pt x="40" y="350"/>
                  </a:cubicBezTo>
                  <a:moveTo>
                    <a:pt x="30" y="386"/>
                  </a:moveTo>
                  <a:cubicBezTo>
                    <a:pt x="30" y="386"/>
                    <a:pt x="30" y="386"/>
                    <a:pt x="30" y="386"/>
                  </a:cubicBezTo>
                  <a:cubicBezTo>
                    <a:pt x="30" y="385"/>
                    <a:pt x="30" y="385"/>
                    <a:pt x="31" y="385"/>
                  </a:cubicBezTo>
                  <a:cubicBezTo>
                    <a:pt x="32" y="385"/>
                    <a:pt x="36" y="387"/>
                    <a:pt x="38" y="393"/>
                  </a:cubicBezTo>
                  <a:cubicBezTo>
                    <a:pt x="39" y="395"/>
                    <a:pt x="40" y="399"/>
                    <a:pt x="40" y="402"/>
                  </a:cubicBezTo>
                  <a:cubicBezTo>
                    <a:pt x="39" y="406"/>
                    <a:pt x="38" y="410"/>
                    <a:pt x="37" y="411"/>
                  </a:cubicBezTo>
                  <a:cubicBezTo>
                    <a:pt x="37" y="411"/>
                    <a:pt x="37" y="411"/>
                    <a:pt x="36" y="411"/>
                  </a:cubicBezTo>
                  <a:cubicBezTo>
                    <a:pt x="35" y="411"/>
                    <a:pt x="31" y="409"/>
                    <a:pt x="29" y="404"/>
                  </a:cubicBezTo>
                  <a:cubicBezTo>
                    <a:pt x="28" y="401"/>
                    <a:pt x="27" y="398"/>
                    <a:pt x="28" y="394"/>
                  </a:cubicBezTo>
                  <a:cubicBezTo>
                    <a:pt x="28" y="390"/>
                    <a:pt x="29" y="386"/>
                    <a:pt x="30" y="386"/>
                  </a:cubicBezTo>
                  <a:moveTo>
                    <a:pt x="21" y="424"/>
                  </a:moveTo>
                  <a:cubicBezTo>
                    <a:pt x="21" y="423"/>
                    <a:pt x="21" y="423"/>
                    <a:pt x="22" y="423"/>
                  </a:cubicBezTo>
                  <a:cubicBezTo>
                    <a:pt x="24" y="423"/>
                    <a:pt x="28" y="425"/>
                    <a:pt x="30" y="430"/>
                  </a:cubicBezTo>
                  <a:cubicBezTo>
                    <a:pt x="31" y="433"/>
                    <a:pt x="32" y="437"/>
                    <a:pt x="32" y="441"/>
                  </a:cubicBezTo>
                  <a:cubicBezTo>
                    <a:pt x="32" y="444"/>
                    <a:pt x="31" y="448"/>
                    <a:pt x="30" y="449"/>
                  </a:cubicBezTo>
                  <a:cubicBezTo>
                    <a:pt x="30" y="449"/>
                    <a:pt x="30" y="449"/>
                    <a:pt x="29" y="449"/>
                  </a:cubicBezTo>
                  <a:cubicBezTo>
                    <a:pt x="27" y="449"/>
                    <a:pt x="24" y="447"/>
                    <a:pt x="21" y="442"/>
                  </a:cubicBezTo>
                  <a:cubicBezTo>
                    <a:pt x="20" y="439"/>
                    <a:pt x="19" y="435"/>
                    <a:pt x="19" y="431"/>
                  </a:cubicBezTo>
                  <a:cubicBezTo>
                    <a:pt x="19" y="428"/>
                    <a:pt x="20" y="424"/>
                    <a:pt x="21" y="424"/>
                  </a:cubicBezTo>
                  <a:moveTo>
                    <a:pt x="15" y="462"/>
                  </a:moveTo>
                  <a:cubicBezTo>
                    <a:pt x="15" y="462"/>
                    <a:pt x="15" y="462"/>
                    <a:pt x="15" y="462"/>
                  </a:cubicBezTo>
                  <a:cubicBezTo>
                    <a:pt x="15" y="462"/>
                    <a:pt x="15" y="462"/>
                    <a:pt x="16" y="462"/>
                  </a:cubicBezTo>
                  <a:cubicBezTo>
                    <a:pt x="18" y="462"/>
                    <a:pt x="21" y="464"/>
                    <a:pt x="24" y="468"/>
                  </a:cubicBezTo>
                  <a:cubicBezTo>
                    <a:pt x="26" y="472"/>
                    <a:pt x="26" y="477"/>
                    <a:pt x="26" y="481"/>
                  </a:cubicBezTo>
                  <a:cubicBezTo>
                    <a:pt x="26" y="484"/>
                    <a:pt x="26" y="486"/>
                    <a:pt x="25" y="487"/>
                  </a:cubicBezTo>
                  <a:cubicBezTo>
                    <a:pt x="25" y="487"/>
                    <a:pt x="25" y="487"/>
                    <a:pt x="24" y="487"/>
                  </a:cubicBezTo>
                  <a:cubicBezTo>
                    <a:pt x="22" y="487"/>
                    <a:pt x="19" y="485"/>
                    <a:pt x="16" y="481"/>
                  </a:cubicBezTo>
                  <a:cubicBezTo>
                    <a:pt x="14" y="477"/>
                    <a:pt x="13" y="472"/>
                    <a:pt x="13" y="468"/>
                  </a:cubicBezTo>
                  <a:cubicBezTo>
                    <a:pt x="13" y="465"/>
                    <a:pt x="14" y="463"/>
                    <a:pt x="15" y="462"/>
                  </a:cubicBezTo>
                  <a:moveTo>
                    <a:pt x="11" y="499"/>
                  </a:moveTo>
                  <a:cubicBezTo>
                    <a:pt x="11" y="499"/>
                    <a:pt x="11" y="499"/>
                    <a:pt x="11" y="499"/>
                  </a:cubicBezTo>
                  <a:cubicBezTo>
                    <a:pt x="11" y="499"/>
                    <a:pt x="11" y="498"/>
                    <a:pt x="12" y="498"/>
                  </a:cubicBezTo>
                  <a:cubicBezTo>
                    <a:pt x="14" y="498"/>
                    <a:pt x="18" y="500"/>
                    <a:pt x="20" y="505"/>
                  </a:cubicBezTo>
                  <a:cubicBezTo>
                    <a:pt x="23" y="508"/>
                    <a:pt x="24" y="514"/>
                    <a:pt x="24" y="518"/>
                  </a:cubicBezTo>
                  <a:cubicBezTo>
                    <a:pt x="23" y="520"/>
                    <a:pt x="23" y="522"/>
                    <a:pt x="23" y="523"/>
                  </a:cubicBezTo>
                  <a:cubicBezTo>
                    <a:pt x="22" y="523"/>
                    <a:pt x="22" y="523"/>
                    <a:pt x="21" y="523"/>
                  </a:cubicBezTo>
                  <a:cubicBezTo>
                    <a:pt x="19" y="523"/>
                    <a:pt x="16" y="522"/>
                    <a:pt x="13" y="517"/>
                  </a:cubicBezTo>
                  <a:cubicBezTo>
                    <a:pt x="11" y="513"/>
                    <a:pt x="10" y="508"/>
                    <a:pt x="10" y="504"/>
                  </a:cubicBezTo>
                  <a:cubicBezTo>
                    <a:pt x="10" y="501"/>
                    <a:pt x="10" y="500"/>
                    <a:pt x="11" y="499"/>
                  </a:cubicBezTo>
                  <a:moveTo>
                    <a:pt x="9" y="538"/>
                  </a:moveTo>
                  <a:cubicBezTo>
                    <a:pt x="9" y="538"/>
                    <a:pt x="9" y="537"/>
                    <a:pt x="11" y="537"/>
                  </a:cubicBezTo>
                  <a:cubicBezTo>
                    <a:pt x="13" y="537"/>
                    <a:pt x="16" y="539"/>
                    <a:pt x="19" y="543"/>
                  </a:cubicBezTo>
                  <a:cubicBezTo>
                    <a:pt x="22" y="547"/>
                    <a:pt x="23" y="554"/>
                    <a:pt x="23" y="558"/>
                  </a:cubicBezTo>
                  <a:cubicBezTo>
                    <a:pt x="23" y="559"/>
                    <a:pt x="22" y="561"/>
                    <a:pt x="22" y="561"/>
                  </a:cubicBezTo>
                  <a:cubicBezTo>
                    <a:pt x="22" y="561"/>
                    <a:pt x="22" y="562"/>
                    <a:pt x="21" y="562"/>
                  </a:cubicBezTo>
                  <a:cubicBezTo>
                    <a:pt x="19" y="562"/>
                    <a:pt x="15" y="560"/>
                    <a:pt x="13" y="556"/>
                  </a:cubicBezTo>
                  <a:cubicBezTo>
                    <a:pt x="9" y="552"/>
                    <a:pt x="8" y="546"/>
                    <a:pt x="8" y="542"/>
                  </a:cubicBezTo>
                  <a:cubicBezTo>
                    <a:pt x="8" y="540"/>
                    <a:pt x="9" y="539"/>
                    <a:pt x="9" y="538"/>
                  </a:cubicBezTo>
                  <a:moveTo>
                    <a:pt x="9" y="577"/>
                  </a:moveTo>
                  <a:cubicBezTo>
                    <a:pt x="9" y="577"/>
                    <a:pt x="10" y="577"/>
                    <a:pt x="11" y="577"/>
                  </a:cubicBezTo>
                  <a:cubicBezTo>
                    <a:pt x="13" y="577"/>
                    <a:pt x="16" y="578"/>
                    <a:pt x="19" y="582"/>
                  </a:cubicBezTo>
                  <a:cubicBezTo>
                    <a:pt x="23" y="586"/>
                    <a:pt x="25" y="593"/>
                    <a:pt x="24" y="597"/>
                  </a:cubicBezTo>
                  <a:cubicBezTo>
                    <a:pt x="24" y="598"/>
                    <a:pt x="24" y="599"/>
                    <a:pt x="24" y="599"/>
                  </a:cubicBezTo>
                  <a:cubicBezTo>
                    <a:pt x="24" y="600"/>
                    <a:pt x="23" y="600"/>
                    <a:pt x="22" y="600"/>
                  </a:cubicBezTo>
                  <a:cubicBezTo>
                    <a:pt x="20" y="600"/>
                    <a:pt x="17" y="599"/>
                    <a:pt x="14" y="595"/>
                  </a:cubicBezTo>
                  <a:cubicBezTo>
                    <a:pt x="11" y="591"/>
                    <a:pt x="9" y="584"/>
                    <a:pt x="9" y="580"/>
                  </a:cubicBezTo>
                  <a:cubicBezTo>
                    <a:pt x="9" y="579"/>
                    <a:pt x="9" y="578"/>
                    <a:pt x="9" y="577"/>
                  </a:cubicBezTo>
                  <a:moveTo>
                    <a:pt x="12" y="616"/>
                  </a:moveTo>
                  <a:cubicBezTo>
                    <a:pt x="12" y="615"/>
                    <a:pt x="12" y="614"/>
                    <a:pt x="12" y="614"/>
                  </a:cubicBezTo>
                  <a:cubicBezTo>
                    <a:pt x="12" y="614"/>
                    <a:pt x="12" y="614"/>
                    <a:pt x="12" y="614"/>
                  </a:cubicBezTo>
                  <a:cubicBezTo>
                    <a:pt x="12" y="614"/>
                    <a:pt x="12" y="613"/>
                    <a:pt x="14" y="613"/>
                  </a:cubicBezTo>
                  <a:cubicBezTo>
                    <a:pt x="16" y="613"/>
                    <a:pt x="19" y="615"/>
                    <a:pt x="22" y="618"/>
                  </a:cubicBezTo>
                  <a:cubicBezTo>
                    <a:pt x="26" y="622"/>
                    <a:pt x="28" y="630"/>
                    <a:pt x="28" y="634"/>
                  </a:cubicBezTo>
                  <a:cubicBezTo>
                    <a:pt x="28" y="634"/>
                    <a:pt x="28" y="635"/>
                    <a:pt x="28" y="636"/>
                  </a:cubicBezTo>
                  <a:cubicBezTo>
                    <a:pt x="28" y="636"/>
                    <a:pt x="27" y="636"/>
                    <a:pt x="26" y="636"/>
                  </a:cubicBezTo>
                  <a:cubicBezTo>
                    <a:pt x="24" y="636"/>
                    <a:pt x="21" y="635"/>
                    <a:pt x="18" y="632"/>
                  </a:cubicBezTo>
                  <a:cubicBezTo>
                    <a:pt x="14" y="627"/>
                    <a:pt x="12" y="620"/>
                    <a:pt x="12" y="616"/>
                  </a:cubicBezTo>
                  <a:moveTo>
                    <a:pt x="24" y="670"/>
                  </a:moveTo>
                  <a:cubicBezTo>
                    <a:pt x="19" y="666"/>
                    <a:pt x="16" y="658"/>
                    <a:pt x="17" y="654"/>
                  </a:cubicBezTo>
                  <a:cubicBezTo>
                    <a:pt x="17" y="654"/>
                    <a:pt x="17" y="653"/>
                    <a:pt x="17" y="653"/>
                  </a:cubicBezTo>
                  <a:cubicBezTo>
                    <a:pt x="17" y="653"/>
                    <a:pt x="17" y="653"/>
                    <a:pt x="17" y="653"/>
                  </a:cubicBezTo>
                  <a:cubicBezTo>
                    <a:pt x="17" y="653"/>
                    <a:pt x="18" y="652"/>
                    <a:pt x="19" y="652"/>
                  </a:cubicBezTo>
                  <a:cubicBezTo>
                    <a:pt x="21" y="652"/>
                    <a:pt x="24" y="653"/>
                    <a:pt x="27" y="656"/>
                  </a:cubicBezTo>
                  <a:cubicBezTo>
                    <a:pt x="32" y="661"/>
                    <a:pt x="34" y="668"/>
                    <a:pt x="34" y="672"/>
                  </a:cubicBezTo>
                  <a:cubicBezTo>
                    <a:pt x="34" y="673"/>
                    <a:pt x="34" y="673"/>
                    <a:pt x="34" y="673"/>
                  </a:cubicBezTo>
                  <a:cubicBezTo>
                    <a:pt x="34" y="674"/>
                    <a:pt x="34" y="674"/>
                    <a:pt x="32" y="674"/>
                  </a:cubicBezTo>
                  <a:cubicBezTo>
                    <a:pt x="30" y="674"/>
                    <a:pt x="27" y="673"/>
                    <a:pt x="24" y="670"/>
                  </a:cubicBezTo>
                  <a:moveTo>
                    <a:pt x="32" y="708"/>
                  </a:moveTo>
                  <a:cubicBezTo>
                    <a:pt x="27" y="704"/>
                    <a:pt x="24" y="696"/>
                    <a:pt x="24" y="692"/>
                  </a:cubicBezTo>
                  <a:cubicBezTo>
                    <a:pt x="24" y="692"/>
                    <a:pt x="24" y="692"/>
                    <a:pt x="24" y="691"/>
                  </a:cubicBezTo>
                  <a:cubicBezTo>
                    <a:pt x="24" y="691"/>
                    <a:pt x="24" y="691"/>
                    <a:pt x="24" y="691"/>
                  </a:cubicBezTo>
                  <a:cubicBezTo>
                    <a:pt x="24" y="691"/>
                    <a:pt x="24" y="691"/>
                    <a:pt x="25" y="691"/>
                  </a:cubicBezTo>
                  <a:cubicBezTo>
                    <a:pt x="25" y="690"/>
                    <a:pt x="26" y="690"/>
                    <a:pt x="27" y="690"/>
                  </a:cubicBezTo>
                  <a:cubicBezTo>
                    <a:pt x="29" y="690"/>
                    <a:pt x="32" y="691"/>
                    <a:pt x="35" y="694"/>
                  </a:cubicBezTo>
                  <a:cubicBezTo>
                    <a:pt x="40" y="698"/>
                    <a:pt x="43" y="707"/>
                    <a:pt x="43" y="710"/>
                  </a:cubicBezTo>
                  <a:cubicBezTo>
                    <a:pt x="43" y="710"/>
                    <a:pt x="43" y="711"/>
                    <a:pt x="43" y="711"/>
                  </a:cubicBezTo>
                  <a:cubicBezTo>
                    <a:pt x="42" y="711"/>
                    <a:pt x="42" y="711"/>
                    <a:pt x="42" y="711"/>
                  </a:cubicBezTo>
                  <a:cubicBezTo>
                    <a:pt x="42" y="712"/>
                    <a:pt x="41" y="712"/>
                    <a:pt x="40" y="712"/>
                  </a:cubicBezTo>
                  <a:cubicBezTo>
                    <a:pt x="38" y="712"/>
                    <a:pt x="35" y="711"/>
                    <a:pt x="32" y="708"/>
                  </a:cubicBezTo>
                  <a:moveTo>
                    <a:pt x="42" y="743"/>
                  </a:moveTo>
                  <a:cubicBezTo>
                    <a:pt x="37" y="739"/>
                    <a:pt x="33" y="731"/>
                    <a:pt x="33" y="728"/>
                  </a:cubicBezTo>
                  <a:cubicBezTo>
                    <a:pt x="33" y="728"/>
                    <a:pt x="33" y="727"/>
                    <a:pt x="33" y="727"/>
                  </a:cubicBezTo>
                  <a:cubicBezTo>
                    <a:pt x="33" y="727"/>
                    <a:pt x="33" y="727"/>
                    <a:pt x="33" y="727"/>
                  </a:cubicBezTo>
                  <a:cubicBezTo>
                    <a:pt x="33" y="727"/>
                    <a:pt x="34" y="727"/>
                    <a:pt x="34" y="726"/>
                  </a:cubicBezTo>
                  <a:cubicBezTo>
                    <a:pt x="34" y="726"/>
                    <a:pt x="35" y="726"/>
                    <a:pt x="36" y="726"/>
                  </a:cubicBezTo>
                  <a:cubicBezTo>
                    <a:pt x="38" y="726"/>
                    <a:pt x="41" y="727"/>
                    <a:pt x="44" y="729"/>
                  </a:cubicBezTo>
                  <a:cubicBezTo>
                    <a:pt x="47" y="731"/>
                    <a:pt x="49" y="734"/>
                    <a:pt x="51" y="737"/>
                  </a:cubicBezTo>
                  <a:cubicBezTo>
                    <a:pt x="52" y="740"/>
                    <a:pt x="53" y="743"/>
                    <a:pt x="53" y="745"/>
                  </a:cubicBezTo>
                  <a:cubicBezTo>
                    <a:pt x="53" y="745"/>
                    <a:pt x="53" y="745"/>
                    <a:pt x="53" y="745"/>
                  </a:cubicBezTo>
                  <a:cubicBezTo>
                    <a:pt x="53" y="745"/>
                    <a:pt x="53" y="746"/>
                    <a:pt x="52" y="746"/>
                  </a:cubicBezTo>
                  <a:cubicBezTo>
                    <a:pt x="52" y="746"/>
                    <a:pt x="51" y="747"/>
                    <a:pt x="50" y="747"/>
                  </a:cubicBezTo>
                  <a:cubicBezTo>
                    <a:pt x="48" y="747"/>
                    <a:pt x="45" y="746"/>
                    <a:pt x="42" y="743"/>
                  </a:cubicBezTo>
                  <a:moveTo>
                    <a:pt x="55" y="780"/>
                  </a:moveTo>
                  <a:cubicBezTo>
                    <a:pt x="52" y="778"/>
                    <a:pt x="50" y="775"/>
                    <a:pt x="48" y="772"/>
                  </a:cubicBezTo>
                  <a:cubicBezTo>
                    <a:pt x="46" y="769"/>
                    <a:pt x="45" y="766"/>
                    <a:pt x="45" y="765"/>
                  </a:cubicBezTo>
                  <a:cubicBezTo>
                    <a:pt x="45" y="765"/>
                    <a:pt x="45" y="765"/>
                    <a:pt x="45" y="765"/>
                  </a:cubicBezTo>
                  <a:cubicBezTo>
                    <a:pt x="45" y="764"/>
                    <a:pt x="45" y="764"/>
                    <a:pt x="46" y="764"/>
                  </a:cubicBezTo>
                  <a:cubicBezTo>
                    <a:pt x="47" y="763"/>
                    <a:pt x="48" y="763"/>
                    <a:pt x="49" y="763"/>
                  </a:cubicBezTo>
                  <a:cubicBezTo>
                    <a:pt x="51" y="763"/>
                    <a:pt x="54" y="764"/>
                    <a:pt x="56" y="766"/>
                  </a:cubicBezTo>
                  <a:cubicBezTo>
                    <a:pt x="59" y="768"/>
                    <a:pt x="62" y="771"/>
                    <a:pt x="63" y="774"/>
                  </a:cubicBezTo>
                  <a:cubicBezTo>
                    <a:pt x="65" y="777"/>
                    <a:pt x="66" y="780"/>
                    <a:pt x="66" y="781"/>
                  </a:cubicBezTo>
                  <a:cubicBezTo>
                    <a:pt x="66" y="781"/>
                    <a:pt x="66" y="781"/>
                    <a:pt x="66" y="781"/>
                  </a:cubicBezTo>
                  <a:cubicBezTo>
                    <a:pt x="66" y="782"/>
                    <a:pt x="66" y="782"/>
                    <a:pt x="65" y="782"/>
                  </a:cubicBezTo>
                  <a:cubicBezTo>
                    <a:pt x="65" y="782"/>
                    <a:pt x="64" y="783"/>
                    <a:pt x="62" y="783"/>
                  </a:cubicBezTo>
                  <a:cubicBezTo>
                    <a:pt x="60" y="783"/>
                    <a:pt x="58" y="782"/>
                    <a:pt x="55" y="780"/>
                  </a:cubicBezTo>
                  <a:moveTo>
                    <a:pt x="71" y="816"/>
                  </a:moveTo>
                  <a:cubicBezTo>
                    <a:pt x="68" y="814"/>
                    <a:pt x="65" y="811"/>
                    <a:pt x="63" y="808"/>
                  </a:cubicBezTo>
                  <a:cubicBezTo>
                    <a:pt x="61" y="805"/>
                    <a:pt x="60" y="802"/>
                    <a:pt x="60" y="801"/>
                  </a:cubicBezTo>
                  <a:cubicBezTo>
                    <a:pt x="60" y="801"/>
                    <a:pt x="60" y="801"/>
                    <a:pt x="60" y="801"/>
                  </a:cubicBezTo>
                  <a:cubicBezTo>
                    <a:pt x="60" y="801"/>
                    <a:pt x="60" y="801"/>
                    <a:pt x="60" y="801"/>
                  </a:cubicBezTo>
                  <a:cubicBezTo>
                    <a:pt x="60" y="801"/>
                    <a:pt x="60" y="800"/>
                    <a:pt x="61" y="800"/>
                  </a:cubicBezTo>
                  <a:cubicBezTo>
                    <a:pt x="61" y="800"/>
                    <a:pt x="62" y="799"/>
                    <a:pt x="64" y="799"/>
                  </a:cubicBezTo>
                  <a:cubicBezTo>
                    <a:pt x="64" y="799"/>
                    <a:pt x="64" y="799"/>
                    <a:pt x="64" y="799"/>
                  </a:cubicBezTo>
                  <a:cubicBezTo>
                    <a:pt x="66" y="799"/>
                    <a:pt x="68" y="800"/>
                    <a:pt x="71" y="801"/>
                  </a:cubicBezTo>
                  <a:cubicBezTo>
                    <a:pt x="74" y="803"/>
                    <a:pt x="77" y="806"/>
                    <a:pt x="79" y="809"/>
                  </a:cubicBezTo>
                  <a:cubicBezTo>
                    <a:pt x="81" y="812"/>
                    <a:pt x="82" y="815"/>
                    <a:pt x="81" y="816"/>
                  </a:cubicBezTo>
                  <a:cubicBezTo>
                    <a:pt x="81" y="816"/>
                    <a:pt x="81" y="816"/>
                    <a:pt x="81" y="816"/>
                  </a:cubicBezTo>
                  <a:cubicBezTo>
                    <a:pt x="81" y="817"/>
                    <a:pt x="81" y="817"/>
                    <a:pt x="81" y="817"/>
                  </a:cubicBezTo>
                  <a:cubicBezTo>
                    <a:pt x="80" y="818"/>
                    <a:pt x="79" y="818"/>
                    <a:pt x="78" y="818"/>
                  </a:cubicBezTo>
                  <a:cubicBezTo>
                    <a:pt x="76" y="818"/>
                    <a:pt x="73" y="817"/>
                    <a:pt x="71" y="816"/>
                  </a:cubicBezTo>
                  <a:close/>
                  <a:moveTo>
                    <a:pt x="87" y="849"/>
                  </a:moveTo>
                  <a:cubicBezTo>
                    <a:pt x="84" y="847"/>
                    <a:pt x="81" y="844"/>
                    <a:pt x="79" y="841"/>
                  </a:cubicBezTo>
                  <a:cubicBezTo>
                    <a:pt x="77" y="838"/>
                    <a:pt x="75" y="835"/>
                    <a:pt x="76" y="834"/>
                  </a:cubicBezTo>
                  <a:cubicBezTo>
                    <a:pt x="76" y="834"/>
                    <a:pt x="76" y="834"/>
                    <a:pt x="76" y="834"/>
                  </a:cubicBezTo>
                  <a:cubicBezTo>
                    <a:pt x="76" y="834"/>
                    <a:pt x="76" y="834"/>
                    <a:pt x="76" y="833"/>
                  </a:cubicBezTo>
                  <a:cubicBezTo>
                    <a:pt x="77" y="833"/>
                    <a:pt x="78" y="832"/>
                    <a:pt x="80" y="832"/>
                  </a:cubicBezTo>
                  <a:cubicBezTo>
                    <a:pt x="82" y="832"/>
                    <a:pt x="84" y="833"/>
                    <a:pt x="86" y="834"/>
                  </a:cubicBezTo>
                  <a:cubicBezTo>
                    <a:pt x="90" y="836"/>
                    <a:pt x="93" y="839"/>
                    <a:pt x="95" y="841"/>
                  </a:cubicBezTo>
                  <a:cubicBezTo>
                    <a:pt x="97" y="844"/>
                    <a:pt x="98" y="847"/>
                    <a:pt x="98" y="848"/>
                  </a:cubicBezTo>
                  <a:cubicBezTo>
                    <a:pt x="98" y="848"/>
                    <a:pt x="98" y="848"/>
                    <a:pt x="98" y="848"/>
                  </a:cubicBezTo>
                  <a:cubicBezTo>
                    <a:pt x="98" y="849"/>
                    <a:pt x="98" y="849"/>
                    <a:pt x="97" y="849"/>
                  </a:cubicBezTo>
                  <a:cubicBezTo>
                    <a:pt x="96" y="850"/>
                    <a:pt x="95" y="850"/>
                    <a:pt x="94" y="850"/>
                  </a:cubicBezTo>
                  <a:cubicBezTo>
                    <a:pt x="92" y="850"/>
                    <a:pt x="90" y="850"/>
                    <a:pt x="87" y="849"/>
                  </a:cubicBezTo>
                  <a:moveTo>
                    <a:pt x="108" y="882"/>
                  </a:moveTo>
                  <a:cubicBezTo>
                    <a:pt x="108" y="882"/>
                    <a:pt x="108" y="882"/>
                    <a:pt x="108" y="882"/>
                  </a:cubicBezTo>
                  <a:cubicBezTo>
                    <a:pt x="104" y="881"/>
                    <a:pt x="101" y="878"/>
                    <a:pt x="98" y="875"/>
                  </a:cubicBezTo>
                  <a:cubicBezTo>
                    <a:pt x="96" y="873"/>
                    <a:pt x="95" y="870"/>
                    <a:pt x="95" y="869"/>
                  </a:cubicBezTo>
                  <a:cubicBezTo>
                    <a:pt x="95" y="869"/>
                    <a:pt x="95" y="869"/>
                    <a:pt x="95" y="869"/>
                  </a:cubicBezTo>
                  <a:cubicBezTo>
                    <a:pt x="95" y="868"/>
                    <a:pt x="95" y="868"/>
                    <a:pt x="96" y="867"/>
                  </a:cubicBezTo>
                  <a:cubicBezTo>
                    <a:pt x="96" y="867"/>
                    <a:pt x="98" y="866"/>
                    <a:pt x="100" y="866"/>
                  </a:cubicBezTo>
                  <a:cubicBezTo>
                    <a:pt x="100" y="866"/>
                    <a:pt x="100" y="866"/>
                    <a:pt x="100" y="866"/>
                  </a:cubicBezTo>
                  <a:cubicBezTo>
                    <a:pt x="100" y="866"/>
                    <a:pt x="100" y="866"/>
                    <a:pt x="100" y="866"/>
                  </a:cubicBezTo>
                  <a:cubicBezTo>
                    <a:pt x="101" y="866"/>
                    <a:pt x="103" y="867"/>
                    <a:pt x="105" y="868"/>
                  </a:cubicBezTo>
                  <a:cubicBezTo>
                    <a:pt x="109" y="869"/>
                    <a:pt x="112" y="872"/>
                    <a:pt x="114" y="874"/>
                  </a:cubicBezTo>
                  <a:cubicBezTo>
                    <a:pt x="117" y="877"/>
                    <a:pt x="118" y="880"/>
                    <a:pt x="118" y="881"/>
                  </a:cubicBezTo>
                  <a:cubicBezTo>
                    <a:pt x="118" y="881"/>
                    <a:pt x="118" y="881"/>
                    <a:pt x="118" y="881"/>
                  </a:cubicBezTo>
                  <a:cubicBezTo>
                    <a:pt x="118" y="881"/>
                    <a:pt x="118" y="882"/>
                    <a:pt x="117" y="882"/>
                  </a:cubicBezTo>
                  <a:cubicBezTo>
                    <a:pt x="116" y="883"/>
                    <a:pt x="115" y="883"/>
                    <a:pt x="113" y="883"/>
                  </a:cubicBezTo>
                  <a:cubicBezTo>
                    <a:pt x="111" y="883"/>
                    <a:pt x="110" y="883"/>
                    <a:pt x="108" y="882"/>
                  </a:cubicBezTo>
                  <a:moveTo>
                    <a:pt x="130" y="914"/>
                  </a:moveTo>
                  <a:cubicBezTo>
                    <a:pt x="126" y="913"/>
                    <a:pt x="123" y="910"/>
                    <a:pt x="120" y="908"/>
                  </a:cubicBezTo>
                  <a:cubicBezTo>
                    <a:pt x="118" y="905"/>
                    <a:pt x="116" y="902"/>
                    <a:pt x="116" y="901"/>
                  </a:cubicBezTo>
                  <a:cubicBezTo>
                    <a:pt x="116" y="901"/>
                    <a:pt x="116" y="901"/>
                    <a:pt x="116" y="901"/>
                  </a:cubicBezTo>
                  <a:cubicBezTo>
                    <a:pt x="116" y="901"/>
                    <a:pt x="116" y="900"/>
                    <a:pt x="117" y="900"/>
                  </a:cubicBezTo>
                  <a:cubicBezTo>
                    <a:pt x="118" y="899"/>
                    <a:pt x="120" y="899"/>
                    <a:pt x="122" y="899"/>
                  </a:cubicBezTo>
                  <a:cubicBezTo>
                    <a:pt x="122" y="899"/>
                    <a:pt x="122" y="899"/>
                    <a:pt x="122" y="899"/>
                  </a:cubicBezTo>
                  <a:cubicBezTo>
                    <a:pt x="123" y="899"/>
                    <a:pt x="125" y="899"/>
                    <a:pt x="127" y="900"/>
                  </a:cubicBezTo>
                  <a:cubicBezTo>
                    <a:pt x="130" y="901"/>
                    <a:pt x="134" y="903"/>
                    <a:pt x="136" y="906"/>
                  </a:cubicBezTo>
                  <a:cubicBezTo>
                    <a:pt x="139" y="908"/>
                    <a:pt x="140" y="911"/>
                    <a:pt x="140" y="912"/>
                  </a:cubicBezTo>
                  <a:cubicBezTo>
                    <a:pt x="140" y="912"/>
                    <a:pt x="140" y="912"/>
                    <a:pt x="140" y="912"/>
                  </a:cubicBezTo>
                  <a:cubicBezTo>
                    <a:pt x="140" y="913"/>
                    <a:pt x="140" y="913"/>
                    <a:pt x="139" y="914"/>
                  </a:cubicBezTo>
                  <a:cubicBezTo>
                    <a:pt x="138" y="914"/>
                    <a:pt x="137" y="915"/>
                    <a:pt x="134" y="915"/>
                  </a:cubicBezTo>
                  <a:cubicBezTo>
                    <a:pt x="133" y="915"/>
                    <a:pt x="132" y="914"/>
                    <a:pt x="130" y="914"/>
                  </a:cubicBezTo>
                  <a:moveTo>
                    <a:pt x="162" y="942"/>
                  </a:moveTo>
                  <a:cubicBezTo>
                    <a:pt x="161" y="942"/>
                    <a:pt x="159" y="943"/>
                    <a:pt x="157" y="943"/>
                  </a:cubicBezTo>
                  <a:cubicBezTo>
                    <a:pt x="156" y="943"/>
                    <a:pt x="155" y="943"/>
                    <a:pt x="153" y="942"/>
                  </a:cubicBezTo>
                  <a:cubicBezTo>
                    <a:pt x="150" y="941"/>
                    <a:pt x="146" y="939"/>
                    <a:pt x="143" y="937"/>
                  </a:cubicBezTo>
                  <a:cubicBezTo>
                    <a:pt x="140" y="935"/>
                    <a:pt x="139" y="932"/>
                    <a:pt x="138" y="931"/>
                  </a:cubicBezTo>
                  <a:cubicBezTo>
                    <a:pt x="138" y="931"/>
                    <a:pt x="138" y="931"/>
                    <a:pt x="138" y="931"/>
                  </a:cubicBezTo>
                  <a:cubicBezTo>
                    <a:pt x="138" y="930"/>
                    <a:pt x="139" y="930"/>
                    <a:pt x="140" y="929"/>
                  </a:cubicBezTo>
                  <a:cubicBezTo>
                    <a:pt x="141" y="928"/>
                    <a:pt x="143" y="928"/>
                    <a:pt x="145" y="928"/>
                  </a:cubicBezTo>
                  <a:cubicBezTo>
                    <a:pt x="146" y="928"/>
                    <a:pt x="148" y="928"/>
                    <a:pt x="149" y="928"/>
                  </a:cubicBezTo>
                  <a:cubicBezTo>
                    <a:pt x="153" y="929"/>
                    <a:pt x="156" y="931"/>
                    <a:pt x="159" y="934"/>
                  </a:cubicBezTo>
                  <a:cubicBezTo>
                    <a:pt x="162" y="936"/>
                    <a:pt x="163" y="939"/>
                    <a:pt x="163" y="940"/>
                  </a:cubicBezTo>
                  <a:cubicBezTo>
                    <a:pt x="164" y="940"/>
                    <a:pt x="164" y="940"/>
                    <a:pt x="164" y="940"/>
                  </a:cubicBezTo>
                  <a:cubicBezTo>
                    <a:pt x="164" y="940"/>
                    <a:pt x="163" y="941"/>
                    <a:pt x="162" y="942"/>
                  </a:cubicBezTo>
                  <a:moveTo>
                    <a:pt x="189" y="969"/>
                  </a:moveTo>
                  <a:cubicBezTo>
                    <a:pt x="187" y="970"/>
                    <a:pt x="185" y="971"/>
                    <a:pt x="183" y="971"/>
                  </a:cubicBezTo>
                  <a:cubicBezTo>
                    <a:pt x="182" y="971"/>
                    <a:pt x="181" y="971"/>
                    <a:pt x="180" y="971"/>
                  </a:cubicBezTo>
                  <a:cubicBezTo>
                    <a:pt x="180" y="970"/>
                    <a:pt x="180" y="970"/>
                    <a:pt x="180" y="970"/>
                  </a:cubicBezTo>
                  <a:cubicBezTo>
                    <a:pt x="176" y="970"/>
                    <a:pt x="173" y="968"/>
                    <a:pt x="170" y="966"/>
                  </a:cubicBezTo>
                  <a:cubicBezTo>
                    <a:pt x="167" y="964"/>
                    <a:pt x="165" y="961"/>
                    <a:pt x="165" y="960"/>
                  </a:cubicBezTo>
                  <a:cubicBezTo>
                    <a:pt x="165" y="960"/>
                    <a:pt x="164" y="960"/>
                    <a:pt x="164" y="960"/>
                  </a:cubicBezTo>
                  <a:cubicBezTo>
                    <a:pt x="164" y="960"/>
                    <a:pt x="165" y="959"/>
                    <a:pt x="166" y="958"/>
                  </a:cubicBezTo>
                  <a:cubicBezTo>
                    <a:pt x="167" y="957"/>
                    <a:pt x="170" y="957"/>
                    <a:pt x="172" y="957"/>
                  </a:cubicBezTo>
                  <a:cubicBezTo>
                    <a:pt x="172" y="957"/>
                    <a:pt x="172" y="957"/>
                    <a:pt x="172" y="957"/>
                  </a:cubicBezTo>
                  <a:cubicBezTo>
                    <a:pt x="173" y="957"/>
                    <a:pt x="174" y="957"/>
                    <a:pt x="175" y="957"/>
                  </a:cubicBezTo>
                  <a:cubicBezTo>
                    <a:pt x="178" y="958"/>
                    <a:pt x="182" y="960"/>
                    <a:pt x="185" y="962"/>
                  </a:cubicBezTo>
                  <a:cubicBezTo>
                    <a:pt x="188" y="964"/>
                    <a:pt x="190" y="966"/>
                    <a:pt x="190" y="967"/>
                  </a:cubicBezTo>
                  <a:cubicBezTo>
                    <a:pt x="190" y="967"/>
                    <a:pt x="190" y="967"/>
                    <a:pt x="190" y="967"/>
                  </a:cubicBezTo>
                  <a:cubicBezTo>
                    <a:pt x="190" y="968"/>
                    <a:pt x="190" y="969"/>
                    <a:pt x="189" y="969"/>
                  </a:cubicBezTo>
                  <a:moveTo>
                    <a:pt x="217" y="995"/>
                  </a:moveTo>
                  <a:cubicBezTo>
                    <a:pt x="216" y="996"/>
                    <a:pt x="213" y="997"/>
                    <a:pt x="210" y="997"/>
                  </a:cubicBezTo>
                  <a:cubicBezTo>
                    <a:pt x="210" y="997"/>
                    <a:pt x="210" y="997"/>
                    <a:pt x="209" y="996"/>
                  </a:cubicBezTo>
                  <a:cubicBezTo>
                    <a:pt x="206" y="996"/>
                    <a:pt x="202" y="995"/>
                    <a:pt x="199" y="993"/>
                  </a:cubicBezTo>
                  <a:cubicBezTo>
                    <a:pt x="195" y="991"/>
                    <a:pt x="193" y="988"/>
                    <a:pt x="193" y="988"/>
                  </a:cubicBezTo>
                  <a:cubicBezTo>
                    <a:pt x="193" y="987"/>
                    <a:pt x="193" y="987"/>
                    <a:pt x="193" y="987"/>
                  </a:cubicBezTo>
                  <a:cubicBezTo>
                    <a:pt x="193" y="987"/>
                    <a:pt x="193" y="986"/>
                    <a:pt x="195" y="985"/>
                  </a:cubicBezTo>
                  <a:cubicBezTo>
                    <a:pt x="196" y="984"/>
                    <a:pt x="199" y="983"/>
                    <a:pt x="202" y="983"/>
                  </a:cubicBezTo>
                  <a:cubicBezTo>
                    <a:pt x="202" y="983"/>
                    <a:pt x="203" y="983"/>
                    <a:pt x="203" y="983"/>
                  </a:cubicBezTo>
                  <a:cubicBezTo>
                    <a:pt x="207" y="984"/>
                    <a:pt x="210" y="985"/>
                    <a:pt x="213" y="987"/>
                  </a:cubicBezTo>
                  <a:cubicBezTo>
                    <a:pt x="216" y="989"/>
                    <a:pt x="219" y="991"/>
                    <a:pt x="219" y="992"/>
                  </a:cubicBezTo>
                  <a:cubicBezTo>
                    <a:pt x="219" y="992"/>
                    <a:pt x="219" y="992"/>
                    <a:pt x="219" y="993"/>
                  </a:cubicBezTo>
                  <a:cubicBezTo>
                    <a:pt x="219" y="993"/>
                    <a:pt x="219" y="994"/>
                    <a:pt x="217" y="995"/>
                  </a:cubicBezTo>
                  <a:moveTo>
                    <a:pt x="246" y="1017"/>
                  </a:moveTo>
                  <a:cubicBezTo>
                    <a:pt x="244" y="1018"/>
                    <a:pt x="242" y="1018"/>
                    <a:pt x="239" y="1018"/>
                  </a:cubicBezTo>
                  <a:cubicBezTo>
                    <a:pt x="239" y="1018"/>
                    <a:pt x="239" y="1018"/>
                    <a:pt x="239" y="1018"/>
                  </a:cubicBezTo>
                  <a:cubicBezTo>
                    <a:pt x="235" y="1018"/>
                    <a:pt x="231" y="1017"/>
                    <a:pt x="228" y="1016"/>
                  </a:cubicBezTo>
                  <a:cubicBezTo>
                    <a:pt x="224" y="1014"/>
                    <a:pt x="222" y="1012"/>
                    <a:pt x="222" y="1011"/>
                  </a:cubicBezTo>
                  <a:cubicBezTo>
                    <a:pt x="222" y="1011"/>
                    <a:pt x="221" y="1011"/>
                    <a:pt x="221" y="1011"/>
                  </a:cubicBezTo>
                  <a:cubicBezTo>
                    <a:pt x="221" y="1010"/>
                    <a:pt x="222" y="1009"/>
                    <a:pt x="224" y="1008"/>
                  </a:cubicBezTo>
                  <a:cubicBezTo>
                    <a:pt x="225" y="1007"/>
                    <a:pt x="228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2" y="1006"/>
                    <a:pt x="232" y="1006"/>
                    <a:pt x="232" y="1006"/>
                  </a:cubicBezTo>
                  <a:cubicBezTo>
                    <a:pt x="235" y="1006"/>
                    <a:pt x="239" y="1007"/>
                    <a:pt x="242" y="1009"/>
                  </a:cubicBezTo>
                  <a:cubicBezTo>
                    <a:pt x="245" y="1010"/>
                    <a:pt x="248" y="1012"/>
                    <a:pt x="248" y="1013"/>
                  </a:cubicBezTo>
                  <a:cubicBezTo>
                    <a:pt x="248" y="1013"/>
                    <a:pt x="248" y="1014"/>
                    <a:pt x="248" y="1014"/>
                  </a:cubicBezTo>
                  <a:cubicBezTo>
                    <a:pt x="248" y="1014"/>
                    <a:pt x="248" y="1016"/>
                    <a:pt x="246" y="1017"/>
                  </a:cubicBezTo>
                  <a:moveTo>
                    <a:pt x="279" y="1036"/>
                  </a:moveTo>
                  <a:cubicBezTo>
                    <a:pt x="277" y="1038"/>
                    <a:pt x="275" y="1039"/>
                    <a:pt x="272" y="1039"/>
                  </a:cubicBezTo>
                  <a:cubicBezTo>
                    <a:pt x="272" y="1039"/>
                    <a:pt x="272" y="1039"/>
                    <a:pt x="272" y="1039"/>
                  </a:cubicBezTo>
                  <a:cubicBezTo>
                    <a:pt x="271" y="1039"/>
                    <a:pt x="270" y="1039"/>
                    <a:pt x="269" y="1039"/>
                  </a:cubicBezTo>
                  <a:cubicBezTo>
                    <a:pt x="266" y="1039"/>
                    <a:pt x="262" y="1038"/>
                    <a:pt x="259" y="1037"/>
                  </a:cubicBezTo>
                  <a:cubicBezTo>
                    <a:pt x="257" y="1036"/>
                    <a:pt x="255" y="1034"/>
                    <a:pt x="254" y="1033"/>
                  </a:cubicBezTo>
                  <a:cubicBezTo>
                    <a:pt x="254" y="1033"/>
                    <a:pt x="254" y="1033"/>
                    <a:pt x="254" y="1032"/>
                  </a:cubicBezTo>
                  <a:cubicBezTo>
                    <a:pt x="254" y="1032"/>
                    <a:pt x="255" y="1031"/>
                    <a:pt x="256" y="1029"/>
                  </a:cubicBezTo>
                  <a:cubicBezTo>
                    <a:pt x="258" y="1028"/>
                    <a:pt x="260" y="1027"/>
                    <a:pt x="263" y="1027"/>
                  </a:cubicBezTo>
                  <a:cubicBezTo>
                    <a:pt x="265" y="1027"/>
                    <a:pt x="265" y="1027"/>
                    <a:pt x="265" y="1027"/>
                  </a:cubicBezTo>
                  <a:cubicBezTo>
                    <a:pt x="268" y="1027"/>
                    <a:pt x="272" y="1028"/>
                    <a:pt x="275" y="1029"/>
                  </a:cubicBezTo>
                  <a:cubicBezTo>
                    <a:pt x="278" y="1030"/>
                    <a:pt x="280" y="1032"/>
                    <a:pt x="281" y="1033"/>
                  </a:cubicBezTo>
                  <a:cubicBezTo>
                    <a:pt x="281" y="1033"/>
                    <a:pt x="281" y="1033"/>
                    <a:pt x="281" y="1034"/>
                  </a:cubicBezTo>
                  <a:cubicBezTo>
                    <a:pt x="281" y="1034"/>
                    <a:pt x="280" y="1035"/>
                    <a:pt x="279" y="1036"/>
                  </a:cubicBezTo>
                  <a:moveTo>
                    <a:pt x="307" y="1056"/>
                  </a:moveTo>
                  <a:cubicBezTo>
                    <a:pt x="305" y="1057"/>
                    <a:pt x="304" y="1057"/>
                    <a:pt x="302" y="1057"/>
                  </a:cubicBezTo>
                  <a:cubicBezTo>
                    <a:pt x="299" y="1057"/>
                    <a:pt x="296" y="1056"/>
                    <a:pt x="294" y="1055"/>
                  </a:cubicBezTo>
                  <a:cubicBezTo>
                    <a:pt x="291" y="1054"/>
                    <a:pt x="289" y="1053"/>
                    <a:pt x="289" y="1052"/>
                  </a:cubicBezTo>
                  <a:cubicBezTo>
                    <a:pt x="289" y="1052"/>
                    <a:pt x="288" y="1052"/>
                    <a:pt x="288" y="1051"/>
                  </a:cubicBezTo>
                  <a:cubicBezTo>
                    <a:pt x="288" y="1051"/>
                    <a:pt x="289" y="1049"/>
                    <a:pt x="291" y="1048"/>
                  </a:cubicBezTo>
                  <a:cubicBezTo>
                    <a:pt x="292" y="1047"/>
                    <a:pt x="294" y="1046"/>
                    <a:pt x="297" y="1045"/>
                  </a:cubicBezTo>
                  <a:cubicBezTo>
                    <a:pt x="298" y="1045"/>
                    <a:pt x="300" y="1045"/>
                    <a:pt x="301" y="1045"/>
                  </a:cubicBezTo>
                  <a:cubicBezTo>
                    <a:pt x="304" y="1045"/>
                    <a:pt x="307" y="1046"/>
                    <a:pt x="310" y="1047"/>
                  </a:cubicBezTo>
                  <a:cubicBezTo>
                    <a:pt x="313" y="1048"/>
                    <a:pt x="315" y="1049"/>
                    <a:pt x="315" y="1050"/>
                  </a:cubicBezTo>
                  <a:cubicBezTo>
                    <a:pt x="315" y="1050"/>
                    <a:pt x="315" y="1050"/>
                    <a:pt x="315" y="1050"/>
                  </a:cubicBezTo>
                  <a:cubicBezTo>
                    <a:pt x="316" y="1051"/>
                    <a:pt x="313" y="1055"/>
                    <a:pt x="307" y="1056"/>
                  </a:cubicBezTo>
                  <a:moveTo>
                    <a:pt x="341" y="1069"/>
                  </a:moveTo>
                  <a:cubicBezTo>
                    <a:pt x="339" y="1070"/>
                    <a:pt x="337" y="1070"/>
                    <a:pt x="334" y="1070"/>
                  </a:cubicBezTo>
                  <a:cubicBezTo>
                    <a:pt x="332" y="1070"/>
                    <a:pt x="329" y="1070"/>
                    <a:pt x="327" y="1069"/>
                  </a:cubicBezTo>
                  <a:cubicBezTo>
                    <a:pt x="325" y="1069"/>
                    <a:pt x="323" y="1068"/>
                    <a:pt x="323" y="1067"/>
                  </a:cubicBezTo>
                  <a:cubicBezTo>
                    <a:pt x="323" y="1067"/>
                    <a:pt x="322" y="1067"/>
                    <a:pt x="322" y="1066"/>
                  </a:cubicBezTo>
                  <a:cubicBezTo>
                    <a:pt x="322" y="1065"/>
                    <a:pt x="325" y="1061"/>
                    <a:pt x="331" y="1059"/>
                  </a:cubicBezTo>
                  <a:cubicBezTo>
                    <a:pt x="333" y="1059"/>
                    <a:pt x="335" y="1059"/>
                    <a:pt x="337" y="1059"/>
                  </a:cubicBezTo>
                  <a:cubicBezTo>
                    <a:pt x="343" y="1059"/>
                    <a:pt x="348" y="1061"/>
                    <a:pt x="349" y="1062"/>
                  </a:cubicBezTo>
                  <a:cubicBezTo>
                    <a:pt x="349" y="1062"/>
                    <a:pt x="349" y="1062"/>
                    <a:pt x="349" y="1063"/>
                  </a:cubicBezTo>
                  <a:cubicBezTo>
                    <a:pt x="349" y="1064"/>
                    <a:pt x="347" y="1068"/>
                    <a:pt x="341" y="1069"/>
                  </a:cubicBezTo>
                  <a:moveTo>
                    <a:pt x="379" y="1080"/>
                  </a:moveTo>
                  <a:cubicBezTo>
                    <a:pt x="376" y="1081"/>
                    <a:pt x="372" y="1081"/>
                    <a:pt x="369" y="1081"/>
                  </a:cubicBezTo>
                  <a:cubicBezTo>
                    <a:pt x="365" y="1081"/>
                    <a:pt x="361" y="1080"/>
                    <a:pt x="360" y="1079"/>
                  </a:cubicBezTo>
                  <a:cubicBezTo>
                    <a:pt x="360" y="1079"/>
                    <a:pt x="360" y="1079"/>
                    <a:pt x="360" y="1078"/>
                  </a:cubicBezTo>
                  <a:cubicBezTo>
                    <a:pt x="360" y="1076"/>
                    <a:pt x="362" y="1073"/>
                    <a:pt x="367" y="1071"/>
                  </a:cubicBezTo>
                  <a:cubicBezTo>
                    <a:pt x="370" y="1070"/>
                    <a:pt x="374" y="1069"/>
                    <a:pt x="377" y="1069"/>
                  </a:cubicBezTo>
                  <a:cubicBezTo>
                    <a:pt x="381" y="1069"/>
                    <a:pt x="385" y="1070"/>
                    <a:pt x="386" y="1071"/>
                  </a:cubicBezTo>
                  <a:cubicBezTo>
                    <a:pt x="386" y="1072"/>
                    <a:pt x="386" y="1072"/>
                    <a:pt x="386" y="1072"/>
                  </a:cubicBezTo>
                  <a:cubicBezTo>
                    <a:pt x="386" y="1074"/>
                    <a:pt x="384" y="1078"/>
                    <a:pt x="379" y="1080"/>
                  </a:cubicBezTo>
                  <a:moveTo>
                    <a:pt x="417" y="1086"/>
                  </a:moveTo>
                  <a:cubicBezTo>
                    <a:pt x="417" y="1086"/>
                    <a:pt x="417" y="1086"/>
                    <a:pt x="417" y="1086"/>
                  </a:cubicBezTo>
                  <a:cubicBezTo>
                    <a:pt x="414" y="1088"/>
                    <a:pt x="410" y="1089"/>
                    <a:pt x="406" y="1089"/>
                  </a:cubicBezTo>
                  <a:cubicBezTo>
                    <a:pt x="403" y="1089"/>
                    <a:pt x="400" y="1088"/>
                    <a:pt x="399" y="1087"/>
                  </a:cubicBezTo>
                  <a:cubicBezTo>
                    <a:pt x="399" y="1087"/>
                    <a:pt x="398" y="1087"/>
                    <a:pt x="398" y="1086"/>
                  </a:cubicBezTo>
                  <a:cubicBezTo>
                    <a:pt x="398" y="1084"/>
                    <a:pt x="400" y="1081"/>
                    <a:pt x="405" y="1078"/>
                  </a:cubicBezTo>
                  <a:cubicBezTo>
                    <a:pt x="409" y="1076"/>
                    <a:pt x="413" y="1076"/>
                    <a:pt x="417" y="1076"/>
                  </a:cubicBezTo>
                  <a:cubicBezTo>
                    <a:pt x="417" y="1076"/>
                    <a:pt x="417" y="1076"/>
                    <a:pt x="417" y="1076"/>
                  </a:cubicBezTo>
                  <a:cubicBezTo>
                    <a:pt x="420" y="1076"/>
                    <a:pt x="423" y="1076"/>
                    <a:pt x="423" y="1077"/>
                  </a:cubicBezTo>
                  <a:cubicBezTo>
                    <a:pt x="424" y="1077"/>
                    <a:pt x="424" y="1077"/>
                    <a:pt x="424" y="1078"/>
                  </a:cubicBezTo>
                  <a:cubicBezTo>
                    <a:pt x="424" y="1080"/>
                    <a:pt x="422" y="1083"/>
                    <a:pt x="417" y="1086"/>
                  </a:cubicBezTo>
                  <a:moveTo>
                    <a:pt x="454" y="1088"/>
                  </a:moveTo>
                  <a:cubicBezTo>
                    <a:pt x="450" y="1091"/>
                    <a:pt x="444" y="1092"/>
                    <a:pt x="440" y="1092"/>
                  </a:cubicBezTo>
                  <a:cubicBezTo>
                    <a:pt x="438" y="1092"/>
                    <a:pt x="436" y="1092"/>
                    <a:pt x="436" y="1091"/>
                  </a:cubicBezTo>
                  <a:cubicBezTo>
                    <a:pt x="435" y="1091"/>
                    <a:pt x="435" y="1091"/>
                    <a:pt x="435" y="1090"/>
                  </a:cubicBezTo>
                  <a:cubicBezTo>
                    <a:pt x="435" y="1088"/>
                    <a:pt x="437" y="1084"/>
                    <a:pt x="441" y="1082"/>
                  </a:cubicBezTo>
                  <a:cubicBezTo>
                    <a:pt x="445" y="1079"/>
                    <a:pt x="451" y="1078"/>
                    <a:pt x="455" y="1078"/>
                  </a:cubicBezTo>
                  <a:cubicBezTo>
                    <a:pt x="455" y="1078"/>
                    <a:pt x="455" y="1078"/>
                    <a:pt x="455" y="1078"/>
                  </a:cubicBezTo>
                  <a:cubicBezTo>
                    <a:pt x="457" y="1078"/>
                    <a:pt x="459" y="1078"/>
                    <a:pt x="459" y="1079"/>
                  </a:cubicBezTo>
                  <a:cubicBezTo>
                    <a:pt x="459" y="1079"/>
                    <a:pt x="459" y="1079"/>
                    <a:pt x="459" y="1079"/>
                  </a:cubicBezTo>
                  <a:cubicBezTo>
                    <a:pt x="459" y="1079"/>
                    <a:pt x="459" y="1079"/>
                    <a:pt x="459" y="1079"/>
                  </a:cubicBezTo>
                  <a:cubicBezTo>
                    <a:pt x="459" y="1079"/>
                    <a:pt x="460" y="1079"/>
                    <a:pt x="460" y="1080"/>
                  </a:cubicBezTo>
                  <a:cubicBezTo>
                    <a:pt x="460" y="1082"/>
                    <a:pt x="458" y="1086"/>
                    <a:pt x="454" y="1088"/>
                  </a:cubicBezTo>
                  <a:moveTo>
                    <a:pt x="493" y="1086"/>
                  </a:moveTo>
                  <a:cubicBezTo>
                    <a:pt x="489" y="1090"/>
                    <a:pt x="482" y="1092"/>
                    <a:pt x="478" y="1092"/>
                  </a:cubicBezTo>
                  <a:cubicBezTo>
                    <a:pt x="477" y="1092"/>
                    <a:pt x="476" y="1092"/>
                    <a:pt x="475" y="1092"/>
                  </a:cubicBezTo>
                  <a:cubicBezTo>
                    <a:pt x="475" y="1091"/>
                    <a:pt x="475" y="1091"/>
                    <a:pt x="475" y="1090"/>
                  </a:cubicBezTo>
                  <a:cubicBezTo>
                    <a:pt x="475" y="1088"/>
                    <a:pt x="476" y="1084"/>
                    <a:pt x="480" y="1082"/>
                  </a:cubicBezTo>
                  <a:cubicBezTo>
                    <a:pt x="484" y="1078"/>
                    <a:pt x="491" y="1076"/>
                    <a:pt x="495" y="1076"/>
                  </a:cubicBezTo>
                  <a:cubicBezTo>
                    <a:pt x="496" y="1076"/>
                    <a:pt x="497" y="1076"/>
                    <a:pt x="497" y="1076"/>
                  </a:cubicBezTo>
                  <a:cubicBezTo>
                    <a:pt x="498" y="1077"/>
                    <a:pt x="498" y="1077"/>
                    <a:pt x="498" y="1078"/>
                  </a:cubicBezTo>
                  <a:cubicBezTo>
                    <a:pt x="498" y="1080"/>
                    <a:pt x="497" y="1084"/>
                    <a:pt x="493" y="1086"/>
                  </a:cubicBezTo>
                  <a:moveTo>
                    <a:pt x="532" y="1081"/>
                  </a:moveTo>
                  <a:cubicBezTo>
                    <a:pt x="532" y="1081"/>
                    <a:pt x="532" y="1081"/>
                    <a:pt x="532" y="1081"/>
                  </a:cubicBezTo>
                  <a:cubicBezTo>
                    <a:pt x="528" y="1086"/>
                    <a:pt x="520" y="1088"/>
                    <a:pt x="516" y="1088"/>
                  </a:cubicBezTo>
                  <a:cubicBezTo>
                    <a:pt x="515" y="1088"/>
                    <a:pt x="515" y="1088"/>
                    <a:pt x="515" y="1088"/>
                  </a:cubicBezTo>
                  <a:cubicBezTo>
                    <a:pt x="514" y="1087"/>
                    <a:pt x="514" y="1087"/>
                    <a:pt x="514" y="1085"/>
                  </a:cubicBezTo>
                  <a:cubicBezTo>
                    <a:pt x="514" y="1083"/>
                    <a:pt x="515" y="1080"/>
                    <a:pt x="518" y="1077"/>
                  </a:cubicBezTo>
                  <a:cubicBezTo>
                    <a:pt x="522" y="1073"/>
                    <a:pt x="530" y="1070"/>
                    <a:pt x="534" y="1070"/>
                  </a:cubicBezTo>
                  <a:cubicBezTo>
                    <a:pt x="534" y="1070"/>
                    <a:pt x="535" y="1070"/>
                    <a:pt x="535" y="1070"/>
                  </a:cubicBezTo>
                  <a:cubicBezTo>
                    <a:pt x="535" y="1070"/>
                    <a:pt x="536" y="1071"/>
                    <a:pt x="536" y="1073"/>
                  </a:cubicBezTo>
                  <a:cubicBezTo>
                    <a:pt x="536" y="1075"/>
                    <a:pt x="535" y="1078"/>
                    <a:pt x="532" y="1081"/>
                  </a:cubicBezTo>
                  <a:moveTo>
                    <a:pt x="568" y="1072"/>
                  </a:moveTo>
                  <a:cubicBezTo>
                    <a:pt x="563" y="1077"/>
                    <a:pt x="555" y="1081"/>
                    <a:pt x="552" y="1080"/>
                  </a:cubicBezTo>
                  <a:cubicBezTo>
                    <a:pt x="551" y="1080"/>
                    <a:pt x="551" y="1080"/>
                    <a:pt x="551" y="1080"/>
                  </a:cubicBezTo>
                  <a:cubicBezTo>
                    <a:pt x="551" y="1080"/>
                    <a:pt x="551" y="1080"/>
                    <a:pt x="550" y="1080"/>
                  </a:cubicBezTo>
                  <a:cubicBezTo>
                    <a:pt x="550" y="1079"/>
                    <a:pt x="550" y="1079"/>
                    <a:pt x="550" y="1078"/>
                  </a:cubicBezTo>
                  <a:cubicBezTo>
                    <a:pt x="550" y="1075"/>
                    <a:pt x="551" y="1072"/>
                    <a:pt x="553" y="1070"/>
                  </a:cubicBezTo>
                  <a:cubicBezTo>
                    <a:pt x="557" y="1064"/>
                    <a:pt x="566" y="1061"/>
                    <a:pt x="569" y="1061"/>
                  </a:cubicBezTo>
                  <a:cubicBezTo>
                    <a:pt x="569" y="1061"/>
                    <a:pt x="569" y="1061"/>
                    <a:pt x="569" y="1061"/>
                  </a:cubicBezTo>
                  <a:cubicBezTo>
                    <a:pt x="569" y="1061"/>
                    <a:pt x="569" y="1061"/>
                    <a:pt x="569" y="1061"/>
                  </a:cubicBezTo>
                  <a:cubicBezTo>
                    <a:pt x="570" y="1061"/>
                    <a:pt x="570" y="1061"/>
                    <a:pt x="570" y="1062"/>
                  </a:cubicBezTo>
                  <a:cubicBezTo>
                    <a:pt x="570" y="1062"/>
                    <a:pt x="571" y="1063"/>
                    <a:pt x="571" y="1064"/>
                  </a:cubicBezTo>
                  <a:cubicBezTo>
                    <a:pt x="571" y="1066"/>
                    <a:pt x="570" y="1069"/>
                    <a:pt x="568" y="1072"/>
                  </a:cubicBezTo>
                  <a:moveTo>
                    <a:pt x="604" y="1058"/>
                  </a:moveTo>
                  <a:cubicBezTo>
                    <a:pt x="602" y="1061"/>
                    <a:pt x="599" y="1064"/>
                    <a:pt x="596" y="1066"/>
                  </a:cubicBezTo>
                  <a:cubicBezTo>
                    <a:pt x="593" y="1068"/>
                    <a:pt x="590" y="1069"/>
                    <a:pt x="589" y="1069"/>
                  </a:cubicBezTo>
                  <a:cubicBezTo>
                    <a:pt x="589" y="1069"/>
                    <a:pt x="589" y="1069"/>
                    <a:pt x="589" y="1069"/>
                  </a:cubicBezTo>
                  <a:cubicBezTo>
                    <a:pt x="588" y="1069"/>
                    <a:pt x="588" y="1069"/>
                    <a:pt x="588" y="1068"/>
                  </a:cubicBezTo>
                  <a:cubicBezTo>
                    <a:pt x="587" y="1067"/>
                    <a:pt x="587" y="1066"/>
                    <a:pt x="587" y="1065"/>
                  </a:cubicBezTo>
                  <a:cubicBezTo>
                    <a:pt x="587" y="1063"/>
                    <a:pt x="588" y="1061"/>
                    <a:pt x="590" y="1058"/>
                  </a:cubicBezTo>
                  <a:cubicBezTo>
                    <a:pt x="592" y="1055"/>
                    <a:pt x="595" y="1052"/>
                    <a:pt x="598" y="1050"/>
                  </a:cubicBezTo>
                  <a:cubicBezTo>
                    <a:pt x="601" y="1049"/>
                    <a:pt x="604" y="1048"/>
                    <a:pt x="605" y="1048"/>
                  </a:cubicBezTo>
                  <a:cubicBezTo>
                    <a:pt x="605" y="1048"/>
                    <a:pt x="605" y="1048"/>
                    <a:pt x="605" y="1048"/>
                  </a:cubicBezTo>
                  <a:cubicBezTo>
                    <a:pt x="605" y="1048"/>
                    <a:pt x="605" y="1048"/>
                    <a:pt x="605" y="1048"/>
                  </a:cubicBezTo>
                  <a:cubicBezTo>
                    <a:pt x="605" y="1048"/>
                    <a:pt x="606" y="1048"/>
                    <a:pt x="606" y="1049"/>
                  </a:cubicBezTo>
                  <a:cubicBezTo>
                    <a:pt x="606" y="1049"/>
                    <a:pt x="607" y="1050"/>
                    <a:pt x="607" y="1051"/>
                  </a:cubicBezTo>
                  <a:cubicBezTo>
                    <a:pt x="607" y="1053"/>
                    <a:pt x="606" y="1056"/>
                    <a:pt x="604" y="1058"/>
                  </a:cubicBezTo>
                  <a:moveTo>
                    <a:pt x="639" y="1042"/>
                  </a:moveTo>
                  <a:cubicBezTo>
                    <a:pt x="639" y="1042"/>
                    <a:pt x="639" y="1042"/>
                    <a:pt x="639" y="1042"/>
                  </a:cubicBezTo>
                  <a:cubicBezTo>
                    <a:pt x="638" y="1045"/>
                    <a:pt x="635" y="1048"/>
                    <a:pt x="632" y="1050"/>
                  </a:cubicBezTo>
                  <a:cubicBezTo>
                    <a:pt x="629" y="1052"/>
                    <a:pt x="626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4" y="1053"/>
                    <a:pt x="624" y="1052"/>
                  </a:cubicBezTo>
                  <a:cubicBezTo>
                    <a:pt x="623" y="1052"/>
                    <a:pt x="623" y="1051"/>
                    <a:pt x="623" y="1049"/>
                  </a:cubicBezTo>
                  <a:cubicBezTo>
                    <a:pt x="623" y="1047"/>
                    <a:pt x="624" y="1045"/>
                    <a:pt x="625" y="1042"/>
                  </a:cubicBezTo>
                  <a:cubicBezTo>
                    <a:pt x="627" y="1039"/>
                    <a:pt x="630" y="1036"/>
                    <a:pt x="633" y="1034"/>
                  </a:cubicBezTo>
                  <a:cubicBezTo>
                    <a:pt x="635" y="1032"/>
                    <a:pt x="638" y="1031"/>
                    <a:pt x="639" y="1031"/>
                  </a:cubicBezTo>
                  <a:cubicBezTo>
                    <a:pt x="639" y="1031"/>
                    <a:pt x="639" y="1031"/>
                    <a:pt x="639" y="1031"/>
                  </a:cubicBezTo>
                  <a:cubicBezTo>
                    <a:pt x="639" y="1031"/>
                    <a:pt x="639" y="1031"/>
                    <a:pt x="639" y="1031"/>
                  </a:cubicBezTo>
                  <a:cubicBezTo>
                    <a:pt x="640" y="1031"/>
                    <a:pt x="640" y="1031"/>
                    <a:pt x="640" y="1032"/>
                  </a:cubicBezTo>
                  <a:cubicBezTo>
                    <a:pt x="641" y="1032"/>
                    <a:pt x="641" y="1034"/>
                    <a:pt x="641" y="1035"/>
                  </a:cubicBezTo>
                  <a:cubicBezTo>
                    <a:pt x="641" y="1037"/>
                    <a:pt x="641" y="1039"/>
                    <a:pt x="639" y="1042"/>
                  </a:cubicBezTo>
                  <a:moveTo>
                    <a:pt x="671" y="1023"/>
                  </a:moveTo>
                  <a:cubicBezTo>
                    <a:pt x="670" y="1026"/>
                    <a:pt x="667" y="1030"/>
                    <a:pt x="664" y="1032"/>
                  </a:cubicBezTo>
                  <a:cubicBezTo>
                    <a:pt x="664" y="1032"/>
                    <a:pt x="664" y="1032"/>
                    <a:pt x="663" y="1033"/>
                  </a:cubicBezTo>
                  <a:cubicBezTo>
                    <a:pt x="661" y="1035"/>
                    <a:pt x="659" y="1036"/>
                    <a:pt x="658" y="1036"/>
                  </a:cubicBezTo>
                  <a:cubicBezTo>
                    <a:pt x="658" y="1036"/>
                    <a:pt x="658" y="1036"/>
                    <a:pt x="658" y="1036"/>
                  </a:cubicBezTo>
                  <a:cubicBezTo>
                    <a:pt x="658" y="1036"/>
                    <a:pt x="658" y="1036"/>
                    <a:pt x="658" y="1036"/>
                  </a:cubicBezTo>
                  <a:cubicBezTo>
                    <a:pt x="657" y="1036"/>
                    <a:pt x="657" y="1036"/>
                    <a:pt x="656" y="1035"/>
                  </a:cubicBezTo>
                  <a:cubicBezTo>
                    <a:pt x="656" y="1034"/>
                    <a:pt x="655" y="1032"/>
                    <a:pt x="655" y="1030"/>
                  </a:cubicBezTo>
                  <a:cubicBezTo>
                    <a:pt x="655" y="1029"/>
                    <a:pt x="656" y="1027"/>
                    <a:pt x="657" y="1025"/>
                  </a:cubicBezTo>
                  <a:cubicBezTo>
                    <a:pt x="658" y="1021"/>
                    <a:pt x="661" y="1018"/>
                    <a:pt x="663" y="1016"/>
                  </a:cubicBezTo>
                  <a:cubicBezTo>
                    <a:pt x="666" y="1014"/>
                    <a:pt x="669" y="1012"/>
                    <a:pt x="670" y="1012"/>
                  </a:cubicBezTo>
                  <a:cubicBezTo>
                    <a:pt x="670" y="1012"/>
                    <a:pt x="670" y="1012"/>
                    <a:pt x="670" y="1012"/>
                  </a:cubicBezTo>
                  <a:cubicBezTo>
                    <a:pt x="670" y="1012"/>
                    <a:pt x="670" y="1012"/>
                    <a:pt x="670" y="1012"/>
                  </a:cubicBezTo>
                  <a:cubicBezTo>
                    <a:pt x="670" y="1012"/>
                    <a:pt x="671" y="1012"/>
                    <a:pt x="671" y="1013"/>
                  </a:cubicBezTo>
                  <a:cubicBezTo>
                    <a:pt x="672" y="1014"/>
                    <a:pt x="672" y="1015"/>
                    <a:pt x="672" y="1017"/>
                  </a:cubicBezTo>
                  <a:cubicBezTo>
                    <a:pt x="672" y="1019"/>
                    <a:pt x="672" y="1021"/>
                    <a:pt x="671" y="1023"/>
                  </a:cubicBezTo>
                  <a:moveTo>
                    <a:pt x="703" y="1000"/>
                  </a:moveTo>
                  <a:cubicBezTo>
                    <a:pt x="702" y="1003"/>
                    <a:pt x="699" y="1007"/>
                    <a:pt x="697" y="1010"/>
                  </a:cubicBezTo>
                  <a:cubicBezTo>
                    <a:pt x="694" y="1012"/>
                    <a:pt x="691" y="1014"/>
                    <a:pt x="690" y="1014"/>
                  </a:cubicBezTo>
                  <a:cubicBezTo>
                    <a:pt x="690" y="1014"/>
                    <a:pt x="690" y="1014"/>
                    <a:pt x="690" y="1014"/>
                  </a:cubicBezTo>
                  <a:cubicBezTo>
                    <a:pt x="690" y="1014"/>
                    <a:pt x="689" y="1014"/>
                    <a:pt x="689" y="1013"/>
                  </a:cubicBezTo>
                  <a:cubicBezTo>
                    <a:pt x="688" y="1012"/>
                    <a:pt x="688" y="1010"/>
                    <a:pt x="688" y="1008"/>
                  </a:cubicBezTo>
                  <a:cubicBezTo>
                    <a:pt x="688" y="1006"/>
                    <a:pt x="688" y="1005"/>
                    <a:pt x="689" y="1003"/>
                  </a:cubicBezTo>
                  <a:cubicBezTo>
                    <a:pt x="690" y="1000"/>
                    <a:pt x="692" y="996"/>
                    <a:pt x="694" y="994"/>
                  </a:cubicBezTo>
                  <a:cubicBezTo>
                    <a:pt x="697" y="991"/>
                    <a:pt x="700" y="990"/>
                    <a:pt x="701" y="989"/>
                  </a:cubicBezTo>
                  <a:cubicBezTo>
                    <a:pt x="701" y="989"/>
                    <a:pt x="701" y="989"/>
                    <a:pt x="701" y="989"/>
                  </a:cubicBezTo>
                  <a:cubicBezTo>
                    <a:pt x="701" y="989"/>
                    <a:pt x="702" y="990"/>
                    <a:pt x="702" y="991"/>
                  </a:cubicBezTo>
                  <a:cubicBezTo>
                    <a:pt x="703" y="992"/>
                    <a:pt x="703" y="993"/>
                    <a:pt x="703" y="995"/>
                  </a:cubicBezTo>
                  <a:cubicBezTo>
                    <a:pt x="703" y="997"/>
                    <a:pt x="703" y="998"/>
                    <a:pt x="703" y="1000"/>
                  </a:cubicBezTo>
                  <a:moveTo>
                    <a:pt x="732" y="974"/>
                  </a:moveTo>
                  <a:cubicBezTo>
                    <a:pt x="732" y="974"/>
                    <a:pt x="732" y="974"/>
                    <a:pt x="732" y="974"/>
                  </a:cubicBezTo>
                  <a:cubicBezTo>
                    <a:pt x="731" y="978"/>
                    <a:pt x="729" y="982"/>
                    <a:pt x="727" y="984"/>
                  </a:cubicBezTo>
                  <a:cubicBezTo>
                    <a:pt x="725" y="987"/>
                    <a:pt x="722" y="989"/>
                    <a:pt x="721" y="989"/>
                  </a:cubicBezTo>
                  <a:cubicBezTo>
                    <a:pt x="721" y="989"/>
                    <a:pt x="721" y="989"/>
                    <a:pt x="721" y="989"/>
                  </a:cubicBezTo>
                  <a:cubicBezTo>
                    <a:pt x="721" y="989"/>
                    <a:pt x="720" y="989"/>
                    <a:pt x="719" y="988"/>
                  </a:cubicBezTo>
                  <a:cubicBezTo>
                    <a:pt x="718" y="987"/>
                    <a:pt x="718" y="985"/>
                    <a:pt x="718" y="982"/>
                  </a:cubicBezTo>
                  <a:cubicBezTo>
                    <a:pt x="718" y="981"/>
                    <a:pt x="718" y="980"/>
                    <a:pt x="718" y="979"/>
                  </a:cubicBezTo>
                  <a:cubicBezTo>
                    <a:pt x="719" y="975"/>
                    <a:pt x="721" y="972"/>
                    <a:pt x="723" y="969"/>
                  </a:cubicBezTo>
                  <a:cubicBezTo>
                    <a:pt x="726" y="966"/>
                    <a:pt x="728" y="964"/>
                    <a:pt x="729" y="964"/>
                  </a:cubicBezTo>
                  <a:cubicBezTo>
                    <a:pt x="729" y="964"/>
                    <a:pt x="729" y="964"/>
                    <a:pt x="729" y="964"/>
                  </a:cubicBezTo>
                  <a:cubicBezTo>
                    <a:pt x="729" y="964"/>
                    <a:pt x="729" y="964"/>
                    <a:pt x="729" y="964"/>
                  </a:cubicBezTo>
                  <a:cubicBezTo>
                    <a:pt x="730" y="964"/>
                    <a:pt x="730" y="964"/>
                    <a:pt x="731" y="965"/>
                  </a:cubicBezTo>
                  <a:cubicBezTo>
                    <a:pt x="732" y="967"/>
                    <a:pt x="733" y="969"/>
                    <a:pt x="732" y="971"/>
                  </a:cubicBezTo>
                  <a:cubicBezTo>
                    <a:pt x="732" y="972"/>
                    <a:pt x="732" y="973"/>
                    <a:pt x="732" y="974"/>
                  </a:cubicBezTo>
                  <a:moveTo>
                    <a:pt x="758" y="948"/>
                  </a:moveTo>
                  <a:cubicBezTo>
                    <a:pt x="757" y="952"/>
                    <a:pt x="756" y="956"/>
                    <a:pt x="754" y="959"/>
                  </a:cubicBezTo>
                  <a:cubicBezTo>
                    <a:pt x="752" y="962"/>
                    <a:pt x="749" y="964"/>
                    <a:pt x="748" y="964"/>
                  </a:cubicBezTo>
                  <a:cubicBezTo>
                    <a:pt x="748" y="964"/>
                    <a:pt x="748" y="964"/>
                    <a:pt x="748" y="964"/>
                  </a:cubicBezTo>
                  <a:cubicBezTo>
                    <a:pt x="747" y="964"/>
                    <a:pt x="746" y="964"/>
                    <a:pt x="746" y="962"/>
                  </a:cubicBezTo>
                  <a:cubicBezTo>
                    <a:pt x="745" y="961"/>
                    <a:pt x="744" y="959"/>
                    <a:pt x="744" y="956"/>
                  </a:cubicBezTo>
                  <a:cubicBezTo>
                    <a:pt x="744" y="955"/>
                    <a:pt x="744" y="954"/>
                    <a:pt x="744" y="954"/>
                  </a:cubicBezTo>
                  <a:cubicBezTo>
                    <a:pt x="745" y="950"/>
                    <a:pt x="747" y="946"/>
                    <a:pt x="749" y="943"/>
                  </a:cubicBezTo>
                  <a:cubicBezTo>
                    <a:pt x="751" y="940"/>
                    <a:pt x="753" y="938"/>
                    <a:pt x="754" y="938"/>
                  </a:cubicBezTo>
                  <a:cubicBezTo>
                    <a:pt x="754" y="938"/>
                    <a:pt x="754" y="938"/>
                    <a:pt x="754" y="938"/>
                  </a:cubicBezTo>
                  <a:cubicBezTo>
                    <a:pt x="754" y="938"/>
                    <a:pt x="754" y="938"/>
                    <a:pt x="754" y="938"/>
                  </a:cubicBezTo>
                  <a:cubicBezTo>
                    <a:pt x="755" y="938"/>
                    <a:pt x="756" y="938"/>
                    <a:pt x="757" y="940"/>
                  </a:cubicBezTo>
                  <a:cubicBezTo>
                    <a:pt x="757" y="941"/>
                    <a:pt x="758" y="943"/>
                    <a:pt x="758" y="946"/>
                  </a:cubicBezTo>
                  <a:cubicBezTo>
                    <a:pt x="758" y="947"/>
                    <a:pt x="758" y="948"/>
                    <a:pt x="758" y="948"/>
                  </a:cubicBezTo>
                  <a:moveTo>
                    <a:pt x="783" y="918"/>
                  </a:moveTo>
                  <a:cubicBezTo>
                    <a:pt x="783" y="922"/>
                    <a:pt x="781" y="926"/>
                    <a:pt x="780" y="929"/>
                  </a:cubicBezTo>
                  <a:cubicBezTo>
                    <a:pt x="778" y="932"/>
                    <a:pt x="776" y="935"/>
                    <a:pt x="775" y="935"/>
                  </a:cubicBezTo>
                  <a:cubicBezTo>
                    <a:pt x="774" y="935"/>
                    <a:pt x="774" y="935"/>
                    <a:pt x="774" y="935"/>
                  </a:cubicBezTo>
                  <a:cubicBezTo>
                    <a:pt x="774" y="935"/>
                    <a:pt x="773" y="934"/>
                    <a:pt x="772" y="933"/>
                  </a:cubicBezTo>
                  <a:cubicBezTo>
                    <a:pt x="771" y="931"/>
                    <a:pt x="770" y="929"/>
                    <a:pt x="770" y="926"/>
                  </a:cubicBezTo>
                  <a:cubicBezTo>
                    <a:pt x="770" y="926"/>
                    <a:pt x="770" y="925"/>
                    <a:pt x="770" y="925"/>
                  </a:cubicBezTo>
                  <a:cubicBezTo>
                    <a:pt x="770" y="921"/>
                    <a:pt x="772" y="917"/>
                    <a:pt x="773" y="914"/>
                  </a:cubicBezTo>
                  <a:cubicBezTo>
                    <a:pt x="775" y="911"/>
                    <a:pt x="777" y="909"/>
                    <a:pt x="778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80" y="909"/>
                    <a:pt x="781" y="910"/>
                  </a:cubicBezTo>
                  <a:cubicBezTo>
                    <a:pt x="782" y="912"/>
                    <a:pt x="783" y="914"/>
                    <a:pt x="783" y="917"/>
                  </a:cubicBezTo>
                  <a:cubicBezTo>
                    <a:pt x="783" y="918"/>
                    <a:pt x="783" y="918"/>
                    <a:pt x="783" y="918"/>
                  </a:cubicBezTo>
                  <a:moveTo>
                    <a:pt x="806" y="888"/>
                  </a:moveTo>
                  <a:cubicBezTo>
                    <a:pt x="806" y="891"/>
                    <a:pt x="804" y="895"/>
                    <a:pt x="803" y="898"/>
                  </a:cubicBezTo>
                  <a:cubicBezTo>
                    <a:pt x="801" y="901"/>
                    <a:pt x="799" y="903"/>
                    <a:pt x="798" y="904"/>
                  </a:cubicBezTo>
                  <a:cubicBezTo>
                    <a:pt x="798" y="904"/>
                    <a:pt x="798" y="904"/>
                    <a:pt x="798" y="904"/>
                  </a:cubicBezTo>
                  <a:cubicBezTo>
                    <a:pt x="797" y="904"/>
                    <a:pt x="796" y="903"/>
                    <a:pt x="795" y="901"/>
                  </a:cubicBezTo>
                  <a:cubicBezTo>
                    <a:pt x="794" y="900"/>
                    <a:pt x="793" y="897"/>
                    <a:pt x="793" y="894"/>
                  </a:cubicBezTo>
                  <a:cubicBezTo>
                    <a:pt x="793" y="890"/>
                    <a:pt x="794" y="887"/>
                    <a:pt x="796" y="883"/>
                  </a:cubicBezTo>
                  <a:cubicBezTo>
                    <a:pt x="797" y="880"/>
                    <a:pt x="799" y="878"/>
                    <a:pt x="800" y="877"/>
                  </a:cubicBezTo>
                  <a:cubicBezTo>
                    <a:pt x="801" y="877"/>
                    <a:pt x="801" y="877"/>
                    <a:pt x="801" y="877"/>
                  </a:cubicBezTo>
                  <a:cubicBezTo>
                    <a:pt x="801" y="877"/>
                    <a:pt x="801" y="877"/>
                    <a:pt x="801" y="877"/>
                  </a:cubicBezTo>
                  <a:cubicBezTo>
                    <a:pt x="801" y="877"/>
                    <a:pt x="803" y="878"/>
                    <a:pt x="804" y="879"/>
                  </a:cubicBezTo>
                  <a:cubicBezTo>
                    <a:pt x="805" y="881"/>
                    <a:pt x="806" y="883"/>
                    <a:pt x="806" y="887"/>
                  </a:cubicBezTo>
                  <a:lnTo>
                    <a:pt x="806" y="888"/>
                  </a:lnTo>
                  <a:close/>
                  <a:moveTo>
                    <a:pt x="823" y="867"/>
                  </a:moveTo>
                  <a:cubicBezTo>
                    <a:pt x="822" y="870"/>
                    <a:pt x="820" y="873"/>
                    <a:pt x="819" y="873"/>
                  </a:cubicBezTo>
                  <a:cubicBezTo>
                    <a:pt x="819" y="873"/>
                    <a:pt x="819" y="873"/>
                    <a:pt x="818" y="873"/>
                  </a:cubicBezTo>
                  <a:cubicBezTo>
                    <a:pt x="818" y="873"/>
                    <a:pt x="817" y="873"/>
                    <a:pt x="815" y="871"/>
                  </a:cubicBezTo>
                  <a:cubicBezTo>
                    <a:pt x="814" y="869"/>
                    <a:pt x="813" y="867"/>
                    <a:pt x="813" y="864"/>
                  </a:cubicBezTo>
                  <a:cubicBezTo>
                    <a:pt x="813" y="863"/>
                    <a:pt x="813" y="862"/>
                    <a:pt x="813" y="862"/>
                  </a:cubicBezTo>
                  <a:cubicBezTo>
                    <a:pt x="813" y="858"/>
                    <a:pt x="814" y="855"/>
                    <a:pt x="815" y="852"/>
                  </a:cubicBezTo>
                  <a:cubicBezTo>
                    <a:pt x="817" y="849"/>
                    <a:pt x="818" y="847"/>
                    <a:pt x="819" y="846"/>
                  </a:cubicBezTo>
                  <a:cubicBezTo>
                    <a:pt x="819" y="846"/>
                    <a:pt x="819" y="846"/>
                    <a:pt x="820" y="846"/>
                  </a:cubicBezTo>
                  <a:cubicBezTo>
                    <a:pt x="820" y="846"/>
                    <a:pt x="820" y="846"/>
                    <a:pt x="820" y="846"/>
                  </a:cubicBezTo>
                  <a:cubicBezTo>
                    <a:pt x="820" y="846"/>
                    <a:pt x="822" y="847"/>
                    <a:pt x="823" y="848"/>
                  </a:cubicBezTo>
                  <a:cubicBezTo>
                    <a:pt x="824" y="850"/>
                    <a:pt x="825" y="852"/>
                    <a:pt x="825" y="855"/>
                  </a:cubicBezTo>
                  <a:cubicBezTo>
                    <a:pt x="825" y="856"/>
                    <a:pt x="825" y="857"/>
                    <a:pt x="825" y="857"/>
                  </a:cubicBezTo>
                  <a:cubicBezTo>
                    <a:pt x="825" y="861"/>
                    <a:pt x="824" y="864"/>
                    <a:pt x="823" y="867"/>
                  </a:cubicBezTo>
                  <a:moveTo>
                    <a:pt x="841" y="834"/>
                  </a:moveTo>
                  <a:cubicBezTo>
                    <a:pt x="840" y="836"/>
                    <a:pt x="839" y="838"/>
                    <a:pt x="838" y="839"/>
                  </a:cubicBezTo>
                  <a:cubicBezTo>
                    <a:pt x="838" y="839"/>
                    <a:pt x="838" y="839"/>
                    <a:pt x="838" y="839"/>
                  </a:cubicBezTo>
                  <a:cubicBezTo>
                    <a:pt x="838" y="839"/>
                    <a:pt x="838" y="839"/>
                    <a:pt x="838" y="839"/>
                  </a:cubicBezTo>
                  <a:cubicBezTo>
                    <a:pt x="837" y="839"/>
                    <a:pt x="836" y="838"/>
                    <a:pt x="834" y="837"/>
                  </a:cubicBezTo>
                  <a:cubicBezTo>
                    <a:pt x="833" y="835"/>
                    <a:pt x="832" y="833"/>
                    <a:pt x="832" y="830"/>
                  </a:cubicBezTo>
                  <a:cubicBezTo>
                    <a:pt x="832" y="829"/>
                    <a:pt x="832" y="828"/>
                    <a:pt x="832" y="827"/>
                  </a:cubicBezTo>
                  <a:cubicBezTo>
                    <a:pt x="832" y="824"/>
                    <a:pt x="832" y="820"/>
                    <a:pt x="833" y="818"/>
                  </a:cubicBezTo>
                  <a:cubicBezTo>
                    <a:pt x="834" y="815"/>
                    <a:pt x="836" y="813"/>
                    <a:pt x="837" y="812"/>
                  </a:cubicBezTo>
                  <a:cubicBezTo>
                    <a:pt x="837" y="812"/>
                    <a:pt x="837" y="812"/>
                    <a:pt x="837" y="812"/>
                  </a:cubicBezTo>
                  <a:cubicBezTo>
                    <a:pt x="838" y="812"/>
                    <a:pt x="842" y="815"/>
                    <a:pt x="843" y="821"/>
                  </a:cubicBezTo>
                  <a:cubicBezTo>
                    <a:pt x="843" y="822"/>
                    <a:pt x="843" y="823"/>
                    <a:pt x="843" y="825"/>
                  </a:cubicBezTo>
                  <a:cubicBezTo>
                    <a:pt x="843" y="828"/>
                    <a:pt x="842" y="831"/>
                    <a:pt x="841" y="834"/>
                  </a:cubicBezTo>
                  <a:moveTo>
                    <a:pt x="847" y="769"/>
                  </a:moveTo>
                  <a:cubicBezTo>
                    <a:pt x="845" y="775"/>
                    <a:pt x="843" y="781"/>
                    <a:pt x="841" y="790"/>
                  </a:cubicBezTo>
                  <a:cubicBezTo>
                    <a:pt x="841" y="790"/>
                    <a:pt x="841" y="790"/>
                    <a:pt x="841" y="790"/>
                  </a:cubicBezTo>
                  <a:cubicBezTo>
                    <a:pt x="841" y="792"/>
                    <a:pt x="841" y="792"/>
                    <a:pt x="841" y="792"/>
                  </a:cubicBezTo>
                  <a:cubicBezTo>
                    <a:pt x="840" y="792"/>
                    <a:pt x="840" y="792"/>
                    <a:pt x="840" y="792"/>
                  </a:cubicBezTo>
                  <a:cubicBezTo>
                    <a:pt x="835" y="799"/>
                    <a:pt x="829" y="808"/>
                    <a:pt x="826" y="823"/>
                  </a:cubicBezTo>
                  <a:cubicBezTo>
                    <a:pt x="826" y="824"/>
                    <a:pt x="826" y="824"/>
                    <a:pt x="826" y="824"/>
                  </a:cubicBezTo>
                  <a:cubicBezTo>
                    <a:pt x="825" y="825"/>
                    <a:pt x="825" y="825"/>
                    <a:pt x="825" y="825"/>
                  </a:cubicBezTo>
                  <a:cubicBezTo>
                    <a:pt x="825" y="826"/>
                    <a:pt x="825" y="826"/>
                    <a:pt x="825" y="826"/>
                  </a:cubicBezTo>
                  <a:cubicBezTo>
                    <a:pt x="818" y="831"/>
                    <a:pt x="813" y="840"/>
                    <a:pt x="808" y="855"/>
                  </a:cubicBezTo>
                  <a:cubicBezTo>
                    <a:pt x="808" y="856"/>
                    <a:pt x="808" y="856"/>
                    <a:pt x="808" y="856"/>
                  </a:cubicBezTo>
                  <a:cubicBezTo>
                    <a:pt x="807" y="857"/>
                    <a:pt x="807" y="857"/>
                    <a:pt x="807" y="857"/>
                  </a:cubicBezTo>
                  <a:cubicBezTo>
                    <a:pt x="807" y="858"/>
                    <a:pt x="807" y="858"/>
                    <a:pt x="807" y="858"/>
                  </a:cubicBezTo>
                  <a:cubicBezTo>
                    <a:pt x="804" y="860"/>
                    <a:pt x="801" y="863"/>
                    <a:pt x="798" y="867"/>
                  </a:cubicBezTo>
                  <a:cubicBezTo>
                    <a:pt x="799" y="867"/>
                    <a:pt x="799" y="867"/>
                    <a:pt x="799" y="867"/>
                  </a:cubicBezTo>
                  <a:cubicBezTo>
                    <a:pt x="797" y="869"/>
                    <a:pt x="797" y="869"/>
                    <a:pt x="797" y="869"/>
                  </a:cubicBezTo>
                  <a:cubicBezTo>
                    <a:pt x="794" y="874"/>
                    <a:pt x="791" y="880"/>
                    <a:pt x="788" y="888"/>
                  </a:cubicBezTo>
                  <a:cubicBezTo>
                    <a:pt x="788" y="888"/>
                    <a:pt x="788" y="888"/>
                    <a:pt x="788" y="888"/>
                  </a:cubicBezTo>
                  <a:cubicBezTo>
                    <a:pt x="787" y="890"/>
                    <a:pt x="787" y="890"/>
                    <a:pt x="787" y="890"/>
                  </a:cubicBezTo>
                  <a:cubicBezTo>
                    <a:pt x="786" y="890"/>
                    <a:pt x="786" y="890"/>
                    <a:pt x="786" y="890"/>
                  </a:cubicBezTo>
                  <a:cubicBezTo>
                    <a:pt x="779" y="895"/>
                    <a:pt x="773" y="903"/>
                    <a:pt x="766" y="917"/>
                  </a:cubicBezTo>
                  <a:cubicBezTo>
                    <a:pt x="766" y="917"/>
                    <a:pt x="766" y="917"/>
                    <a:pt x="766" y="917"/>
                  </a:cubicBezTo>
                  <a:cubicBezTo>
                    <a:pt x="765" y="919"/>
                    <a:pt x="765" y="919"/>
                    <a:pt x="765" y="919"/>
                  </a:cubicBezTo>
                  <a:cubicBezTo>
                    <a:pt x="764" y="919"/>
                    <a:pt x="764" y="919"/>
                    <a:pt x="764" y="919"/>
                  </a:cubicBezTo>
                  <a:cubicBezTo>
                    <a:pt x="757" y="923"/>
                    <a:pt x="750" y="931"/>
                    <a:pt x="742" y="945"/>
                  </a:cubicBezTo>
                  <a:cubicBezTo>
                    <a:pt x="742" y="945"/>
                    <a:pt x="742" y="945"/>
                    <a:pt x="742" y="945"/>
                  </a:cubicBezTo>
                  <a:cubicBezTo>
                    <a:pt x="741" y="946"/>
                    <a:pt x="741" y="946"/>
                    <a:pt x="741" y="946"/>
                  </a:cubicBezTo>
                  <a:cubicBezTo>
                    <a:pt x="740" y="947"/>
                    <a:pt x="740" y="947"/>
                    <a:pt x="740" y="947"/>
                  </a:cubicBezTo>
                  <a:cubicBezTo>
                    <a:pt x="737" y="948"/>
                    <a:pt x="733" y="951"/>
                    <a:pt x="730" y="954"/>
                  </a:cubicBezTo>
                  <a:cubicBezTo>
                    <a:pt x="730" y="954"/>
                    <a:pt x="730" y="954"/>
                    <a:pt x="730" y="954"/>
                  </a:cubicBezTo>
                  <a:cubicBezTo>
                    <a:pt x="728" y="955"/>
                    <a:pt x="728" y="955"/>
                    <a:pt x="728" y="955"/>
                  </a:cubicBezTo>
                  <a:cubicBezTo>
                    <a:pt x="724" y="959"/>
                    <a:pt x="719" y="964"/>
                    <a:pt x="715" y="972"/>
                  </a:cubicBezTo>
                  <a:cubicBezTo>
                    <a:pt x="715" y="972"/>
                    <a:pt x="715" y="972"/>
                    <a:pt x="715" y="972"/>
                  </a:cubicBezTo>
                  <a:cubicBezTo>
                    <a:pt x="713" y="973"/>
                    <a:pt x="713" y="973"/>
                    <a:pt x="713" y="973"/>
                  </a:cubicBezTo>
                  <a:cubicBezTo>
                    <a:pt x="713" y="973"/>
                    <a:pt x="713" y="973"/>
                    <a:pt x="713" y="973"/>
                  </a:cubicBezTo>
                  <a:cubicBezTo>
                    <a:pt x="705" y="976"/>
                    <a:pt x="697" y="983"/>
                    <a:pt x="687" y="995"/>
                  </a:cubicBezTo>
                  <a:cubicBezTo>
                    <a:pt x="687" y="995"/>
                    <a:pt x="687" y="995"/>
                    <a:pt x="687" y="995"/>
                  </a:cubicBezTo>
                  <a:cubicBezTo>
                    <a:pt x="685" y="996"/>
                    <a:pt x="685" y="996"/>
                    <a:pt x="685" y="996"/>
                  </a:cubicBezTo>
                  <a:cubicBezTo>
                    <a:pt x="685" y="996"/>
                    <a:pt x="685" y="996"/>
                    <a:pt x="685" y="996"/>
                  </a:cubicBezTo>
                  <a:cubicBezTo>
                    <a:pt x="677" y="999"/>
                    <a:pt x="668" y="1004"/>
                    <a:pt x="657" y="1016"/>
                  </a:cubicBezTo>
                  <a:cubicBezTo>
                    <a:pt x="657" y="1016"/>
                    <a:pt x="657" y="1016"/>
                    <a:pt x="657" y="1016"/>
                  </a:cubicBezTo>
                  <a:cubicBezTo>
                    <a:pt x="655" y="1017"/>
                    <a:pt x="655" y="1017"/>
                    <a:pt x="655" y="1017"/>
                  </a:cubicBezTo>
                  <a:cubicBezTo>
                    <a:pt x="655" y="1017"/>
                    <a:pt x="655" y="1017"/>
                    <a:pt x="655" y="1017"/>
                  </a:cubicBezTo>
                  <a:cubicBezTo>
                    <a:pt x="650" y="1018"/>
                    <a:pt x="646" y="1020"/>
                    <a:pt x="641" y="1022"/>
                  </a:cubicBezTo>
                  <a:cubicBezTo>
                    <a:pt x="641" y="1023"/>
                    <a:pt x="641" y="1023"/>
                    <a:pt x="641" y="1023"/>
                  </a:cubicBezTo>
                  <a:cubicBezTo>
                    <a:pt x="636" y="1025"/>
                    <a:pt x="630" y="1029"/>
                    <a:pt x="624" y="1035"/>
                  </a:cubicBezTo>
                  <a:cubicBezTo>
                    <a:pt x="624" y="1035"/>
                    <a:pt x="624" y="1035"/>
                    <a:pt x="624" y="1035"/>
                  </a:cubicBezTo>
                  <a:cubicBezTo>
                    <a:pt x="622" y="1036"/>
                    <a:pt x="622" y="1036"/>
                    <a:pt x="622" y="1036"/>
                  </a:cubicBezTo>
                  <a:cubicBezTo>
                    <a:pt x="622" y="1036"/>
                    <a:pt x="622" y="1036"/>
                    <a:pt x="622" y="1036"/>
                  </a:cubicBezTo>
                  <a:cubicBezTo>
                    <a:pt x="613" y="1036"/>
                    <a:pt x="604" y="1040"/>
                    <a:pt x="591" y="1049"/>
                  </a:cubicBezTo>
                  <a:cubicBezTo>
                    <a:pt x="591" y="1050"/>
                    <a:pt x="591" y="1050"/>
                    <a:pt x="591" y="1050"/>
                  </a:cubicBezTo>
                  <a:cubicBezTo>
                    <a:pt x="589" y="1050"/>
                    <a:pt x="589" y="1050"/>
                    <a:pt x="589" y="1050"/>
                  </a:cubicBezTo>
                  <a:cubicBezTo>
                    <a:pt x="588" y="1050"/>
                    <a:pt x="588" y="1050"/>
                    <a:pt x="588" y="1050"/>
                  </a:cubicBezTo>
                  <a:cubicBezTo>
                    <a:pt x="580" y="1050"/>
                    <a:pt x="570" y="1053"/>
                    <a:pt x="557" y="1061"/>
                  </a:cubicBezTo>
                  <a:cubicBezTo>
                    <a:pt x="556" y="1061"/>
                    <a:pt x="556" y="1061"/>
                    <a:pt x="556" y="1061"/>
                  </a:cubicBezTo>
                  <a:cubicBezTo>
                    <a:pt x="554" y="1062"/>
                    <a:pt x="554" y="1062"/>
                    <a:pt x="554" y="1062"/>
                  </a:cubicBezTo>
                  <a:cubicBezTo>
                    <a:pt x="554" y="1062"/>
                    <a:pt x="554" y="1062"/>
                    <a:pt x="554" y="1062"/>
                  </a:cubicBezTo>
                  <a:cubicBezTo>
                    <a:pt x="553" y="1062"/>
                    <a:pt x="552" y="1062"/>
                    <a:pt x="551" y="1062"/>
                  </a:cubicBezTo>
                  <a:cubicBezTo>
                    <a:pt x="548" y="1062"/>
                    <a:pt x="545" y="1062"/>
                    <a:pt x="542" y="1062"/>
                  </a:cubicBezTo>
                  <a:cubicBezTo>
                    <a:pt x="542" y="1063"/>
                    <a:pt x="542" y="1063"/>
                    <a:pt x="542" y="1063"/>
                  </a:cubicBezTo>
                  <a:cubicBezTo>
                    <a:pt x="539" y="1063"/>
                    <a:pt x="539" y="1063"/>
                    <a:pt x="539" y="1063"/>
                  </a:cubicBezTo>
                  <a:cubicBezTo>
                    <a:pt x="534" y="1064"/>
                    <a:pt x="527" y="1066"/>
                    <a:pt x="520" y="1070"/>
                  </a:cubicBezTo>
                  <a:cubicBezTo>
                    <a:pt x="519" y="1070"/>
                    <a:pt x="519" y="1070"/>
                    <a:pt x="519" y="1070"/>
                  </a:cubicBezTo>
                  <a:cubicBezTo>
                    <a:pt x="517" y="1070"/>
                    <a:pt x="517" y="1070"/>
                    <a:pt x="517" y="1070"/>
                  </a:cubicBezTo>
                  <a:cubicBezTo>
                    <a:pt x="517" y="1070"/>
                    <a:pt x="517" y="1070"/>
                    <a:pt x="517" y="1070"/>
                  </a:cubicBezTo>
                  <a:cubicBezTo>
                    <a:pt x="515" y="1069"/>
                    <a:pt x="512" y="1069"/>
                    <a:pt x="509" y="1069"/>
                  </a:cubicBezTo>
                  <a:cubicBezTo>
                    <a:pt x="502" y="1069"/>
                    <a:pt x="494" y="1070"/>
                    <a:pt x="484" y="1074"/>
                  </a:cubicBezTo>
                  <a:cubicBezTo>
                    <a:pt x="484" y="1074"/>
                    <a:pt x="484" y="1074"/>
                    <a:pt x="484" y="1074"/>
                  </a:cubicBezTo>
                  <a:cubicBezTo>
                    <a:pt x="482" y="1074"/>
                    <a:pt x="482" y="1074"/>
                    <a:pt x="482" y="1074"/>
                  </a:cubicBezTo>
                  <a:cubicBezTo>
                    <a:pt x="481" y="1074"/>
                    <a:pt x="481" y="1074"/>
                    <a:pt x="481" y="1074"/>
                  </a:cubicBezTo>
                  <a:cubicBezTo>
                    <a:pt x="477" y="1073"/>
                    <a:pt x="473" y="1072"/>
                    <a:pt x="468" y="1072"/>
                  </a:cubicBezTo>
                  <a:cubicBezTo>
                    <a:pt x="463" y="1072"/>
                    <a:pt x="456" y="1073"/>
                    <a:pt x="448" y="1075"/>
                  </a:cubicBezTo>
                  <a:cubicBezTo>
                    <a:pt x="447" y="1075"/>
                    <a:pt x="447" y="1075"/>
                    <a:pt x="447" y="1075"/>
                  </a:cubicBezTo>
                  <a:cubicBezTo>
                    <a:pt x="447" y="1075"/>
                    <a:pt x="447" y="1075"/>
                    <a:pt x="447" y="1075"/>
                  </a:cubicBezTo>
                  <a:cubicBezTo>
                    <a:pt x="445" y="1075"/>
                    <a:pt x="445" y="1075"/>
                    <a:pt x="445" y="1075"/>
                  </a:cubicBezTo>
                  <a:cubicBezTo>
                    <a:pt x="445" y="1074"/>
                    <a:pt x="445" y="1074"/>
                    <a:pt x="445" y="1074"/>
                  </a:cubicBezTo>
                  <a:cubicBezTo>
                    <a:pt x="442" y="1073"/>
                    <a:pt x="438" y="1072"/>
                    <a:pt x="433" y="1071"/>
                  </a:cubicBezTo>
                  <a:cubicBezTo>
                    <a:pt x="433" y="1072"/>
                    <a:pt x="433" y="1072"/>
                    <a:pt x="433" y="1072"/>
                  </a:cubicBezTo>
                  <a:cubicBezTo>
                    <a:pt x="431" y="1071"/>
                    <a:pt x="431" y="1071"/>
                    <a:pt x="431" y="1071"/>
                  </a:cubicBezTo>
                  <a:cubicBezTo>
                    <a:pt x="429" y="1071"/>
                    <a:pt x="426" y="1071"/>
                    <a:pt x="424" y="1071"/>
                  </a:cubicBezTo>
                  <a:cubicBezTo>
                    <a:pt x="420" y="1071"/>
                    <a:pt x="415" y="1071"/>
                    <a:pt x="410" y="1072"/>
                  </a:cubicBezTo>
                  <a:cubicBezTo>
                    <a:pt x="410" y="1072"/>
                    <a:pt x="410" y="1072"/>
                    <a:pt x="410" y="1072"/>
                  </a:cubicBezTo>
                  <a:cubicBezTo>
                    <a:pt x="408" y="1071"/>
                    <a:pt x="408" y="1071"/>
                    <a:pt x="408" y="1071"/>
                  </a:cubicBezTo>
                  <a:cubicBezTo>
                    <a:pt x="407" y="1071"/>
                    <a:pt x="407" y="1071"/>
                    <a:pt x="407" y="1071"/>
                  </a:cubicBezTo>
                  <a:cubicBezTo>
                    <a:pt x="400" y="1067"/>
                    <a:pt x="391" y="1065"/>
                    <a:pt x="377" y="1065"/>
                  </a:cubicBezTo>
                  <a:cubicBezTo>
                    <a:pt x="374" y="1065"/>
                    <a:pt x="374" y="1065"/>
                    <a:pt x="374" y="1065"/>
                  </a:cubicBezTo>
                  <a:cubicBezTo>
                    <a:pt x="374" y="1065"/>
                    <a:pt x="374" y="1065"/>
                    <a:pt x="374" y="1065"/>
                  </a:cubicBezTo>
                  <a:cubicBezTo>
                    <a:pt x="372" y="1065"/>
                    <a:pt x="372" y="1065"/>
                    <a:pt x="372" y="1065"/>
                  </a:cubicBezTo>
                  <a:cubicBezTo>
                    <a:pt x="372" y="1064"/>
                    <a:pt x="372" y="1064"/>
                    <a:pt x="372" y="1064"/>
                  </a:cubicBezTo>
                  <a:cubicBezTo>
                    <a:pt x="365" y="1059"/>
                    <a:pt x="355" y="1056"/>
                    <a:pt x="340" y="1055"/>
                  </a:cubicBezTo>
                  <a:cubicBezTo>
                    <a:pt x="339" y="1055"/>
                    <a:pt x="339" y="1055"/>
                    <a:pt x="339" y="1055"/>
                  </a:cubicBezTo>
                  <a:cubicBezTo>
                    <a:pt x="338" y="1054"/>
                    <a:pt x="338" y="1054"/>
                    <a:pt x="338" y="1054"/>
                  </a:cubicBezTo>
                  <a:cubicBezTo>
                    <a:pt x="337" y="1054"/>
                    <a:pt x="337" y="1054"/>
                    <a:pt x="337" y="1054"/>
                  </a:cubicBezTo>
                  <a:cubicBezTo>
                    <a:pt x="334" y="1051"/>
                    <a:pt x="331" y="1049"/>
                    <a:pt x="327" y="1047"/>
                  </a:cubicBezTo>
                  <a:cubicBezTo>
                    <a:pt x="326" y="1047"/>
                    <a:pt x="326" y="1047"/>
                    <a:pt x="326" y="1047"/>
                  </a:cubicBezTo>
                  <a:cubicBezTo>
                    <a:pt x="325" y="1046"/>
                    <a:pt x="325" y="1046"/>
                    <a:pt x="325" y="1046"/>
                  </a:cubicBezTo>
                  <a:cubicBezTo>
                    <a:pt x="319" y="1044"/>
                    <a:pt x="313" y="1042"/>
                    <a:pt x="304" y="1040"/>
                  </a:cubicBezTo>
                  <a:cubicBezTo>
                    <a:pt x="304" y="1040"/>
                    <a:pt x="304" y="1040"/>
                    <a:pt x="304" y="1040"/>
                  </a:cubicBezTo>
                  <a:cubicBezTo>
                    <a:pt x="302" y="1040"/>
                    <a:pt x="302" y="1040"/>
                    <a:pt x="302" y="1040"/>
                  </a:cubicBezTo>
                  <a:cubicBezTo>
                    <a:pt x="302" y="1039"/>
                    <a:pt x="302" y="1039"/>
                    <a:pt x="302" y="1039"/>
                  </a:cubicBezTo>
                  <a:cubicBezTo>
                    <a:pt x="296" y="1033"/>
                    <a:pt x="287" y="1028"/>
                    <a:pt x="272" y="1024"/>
                  </a:cubicBezTo>
                  <a:cubicBezTo>
                    <a:pt x="272" y="1024"/>
                    <a:pt x="272" y="1024"/>
                    <a:pt x="272" y="1024"/>
                  </a:cubicBezTo>
                  <a:cubicBezTo>
                    <a:pt x="270" y="1023"/>
                    <a:pt x="270" y="1023"/>
                    <a:pt x="270" y="1023"/>
                  </a:cubicBezTo>
                  <a:cubicBezTo>
                    <a:pt x="270" y="1022"/>
                    <a:pt x="270" y="1022"/>
                    <a:pt x="270" y="1022"/>
                  </a:cubicBezTo>
                  <a:cubicBezTo>
                    <a:pt x="265" y="1015"/>
                    <a:pt x="256" y="1010"/>
                    <a:pt x="242" y="1004"/>
                  </a:cubicBezTo>
                  <a:cubicBezTo>
                    <a:pt x="242" y="1004"/>
                    <a:pt x="242" y="1004"/>
                    <a:pt x="242" y="1004"/>
                  </a:cubicBezTo>
                  <a:cubicBezTo>
                    <a:pt x="240" y="1003"/>
                    <a:pt x="240" y="1003"/>
                    <a:pt x="240" y="1003"/>
                  </a:cubicBezTo>
                  <a:cubicBezTo>
                    <a:pt x="240" y="1002"/>
                    <a:pt x="240" y="1002"/>
                    <a:pt x="240" y="1002"/>
                  </a:cubicBezTo>
                  <a:cubicBezTo>
                    <a:pt x="237" y="999"/>
                    <a:pt x="234" y="995"/>
                    <a:pt x="230" y="992"/>
                  </a:cubicBezTo>
                  <a:cubicBezTo>
                    <a:pt x="229" y="992"/>
                    <a:pt x="229" y="992"/>
                    <a:pt x="229" y="992"/>
                  </a:cubicBezTo>
                  <a:cubicBezTo>
                    <a:pt x="225" y="988"/>
                    <a:pt x="219" y="984"/>
                    <a:pt x="212" y="980"/>
                  </a:cubicBezTo>
                  <a:cubicBezTo>
                    <a:pt x="211" y="980"/>
                    <a:pt x="211" y="980"/>
                    <a:pt x="211" y="980"/>
                  </a:cubicBezTo>
                  <a:cubicBezTo>
                    <a:pt x="210" y="979"/>
                    <a:pt x="210" y="979"/>
                    <a:pt x="210" y="979"/>
                  </a:cubicBezTo>
                  <a:cubicBezTo>
                    <a:pt x="210" y="979"/>
                    <a:pt x="210" y="979"/>
                    <a:pt x="210" y="979"/>
                  </a:cubicBezTo>
                  <a:cubicBezTo>
                    <a:pt x="206" y="971"/>
                    <a:pt x="199" y="964"/>
                    <a:pt x="185" y="956"/>
                  </a:cubicBezTo>
                  <a:cubicBezTo>
                    <a:pt x="185" y="956"/>
                    <a:pt x="185" y="956"/>
                    <a:pt x="185" y="956"/>
                  </a:cubicBezTo>
                  <a:cubicBezTo>
                    <a:pt x="183" y="954"/>
                    <a:pt x="183" y="954"/>
                    <a:pt x="183" y="954"/>
                  </a:cubicBezTo>
                  <a:cubicBezTo>
                    <a:pt x="183" y="954"/>
                    <a:pt x="183" y="954"/>
                    <a:pt x="183" y="954"/>
                  </a:cubicBezTo>
                  <a:cubicBezTo>
                    <a:pt x="180" y="946"/>
                    <a:pt x="173" y="938"/>
                    <a:pt x="160" y="929"/>
                  </a:cubicBezTo>
                  <a:cubicBezTo>
                    <a:pt x="160" y="929"/>
                    <a:pt x="160" y="929"/>
                    <a:pt x="160" y="929"/>
                  </a:cubicBezTo>
                  <a:cubicBezTo>
                    <a:pt x="159" y="927"/>
                    <a:pt x="159" y="927"/>
                    <a:pt x="159" y="927"/>
                  </a:cubicBezTo>
                  <a:cubicBezTo>
                    <a:pt x="158" y="927"/>
                    <a:pt x="158" y="927"/>
                    <a:pt x="158" y="927"/>
                  </a:cubicBezTo>
                  <a:cubicBezTo>
                    <a:pt x="157" y="923"/>
                    <a:pt x="155" y="919"/>
                    <a:pt x="152" y="915"/>
                  </a:cubicBezTo>
                  <a:cubicBezTo>
                    <a:pt x="150" y="912"/>
                    <a:pt x="150" y="912"/>
                    <a:pt x="150" y="912"/>
                  </a:cubicBezTo>
                  <a:cubicBezTo>
                    <a:pt x="147" y="908"/>
                    <a:pt x="142" y="904"/>
                    <a:pt x="136" y="899"/>
                  </a:cubicBezTo>
                  <a:cubicBezTo>
                    <a:pt x="136" y="899"/>
                    <a:pt x="136" y="899"/>
                    <a:pt x="136" y="899"/>
                  </a:cubicBezTo>
                  <a:cubicBezTo>
                    <a:pt x="135" y="897"/>
                    <a:pt x="135" y="897"/>
                    <a:pt x="135" y="897"/>
                  </a:cubicBezTo>
                  <a:cubicBezTo>
                    <a:pt x="135" y="897"/>
                    <a:pt x="135" y="897"/>
                    <a:pt x="135" y="897"/>
                  </a:cubicBezTo>
                  <a:cubicBezTo>
                    <a:pt x="132" y="888"/>
                    <a:pt x="127" y="879"/>
                    <a:pt x="116" y="869"/>
                  </a:cubicBezTo>
                  <a:cubicBezTo>
                    <a:pt x="116" y="868"/>
                    <a:pt x="116" y="868"/>
                    <a:pt x="116" y="868"/>
                  </a:cubicBezTo>
                  <a:cubicBezTo>
                    <a:pt x="114" y="867"/>
                    <a:pt x="114" y="867"/>
                    <a:pt x="114" y="867"/>
                  </a:cubicBezTo>
                  <a:cubicBezTo>
                    <a:pt x="114" y="866"/>
                    <a:pt x="114" y="866"/>
                    <a:pt x="114" y="866"/>
                  </a:cubicBezTo>
                  <a:cubicBezTo>
                    <a:pt x="113" y="858"/>
                    <a:pt x="108" y="849"/>
                    <a:pt x="97" y="837"/>
                  </a:cubicBezTo>
                  <a:cubicBezTo>
                    <a:pt x="97" y="837"/>
                    <a:pt x="97" y="837"/>
                    <a:pt x="97" y="837"/>
                  </a:cubicBezTo>
                  <a:cubicBezTo>
                    <a:pt x="96" y="835"/>
                    <a:pt x="96" y="835"/>
                    <a:pt x="96" y="835"/>
                  </a:cubicBezTo>
                  <a:cubicBezTo>
                    <a:pt x="96" y="834"/>
                    <a:pt x="96" y="834"/>
                    <a:pt x="96" y="834"/>
                  </a:cubicBezTo>
                  <a:cubicBezTo>
                    <a:pt x="96" y="831"/>
                    <a:pt x="94" y="827"/>
                    <a:pt x="93" y="822"/>
                  </a:cubicBezTo>
                  <a:cubicBezTo>
                    <a:pt x="92" y="822"/>
                    <a:pt x="92" y="822"/>
                    <a:pt x="92" y="822"/>
                  </a:cubicBezTo>
                  <a:cubicBezTo>
                    <a:pt x="92" y="820"/>
                    <a:pt x="92" y="820"/>
                    <a:pt x="92" y="820"/>
                  </a:cubicBezTo>
                  <a:cubicBezTo>
                    <a:pt x="89" y="815"/>
                    <a:pt x="86" y="809"/>
                    <a:pt x="80" y="802"/>
                  </a:cubicBezTo>
                  <a:cubicBezTo>
                    <a:pt x="80" y="802"/>
                    <a:pt x="80" y="802"/>
                    <a:pt x="80" y="802"/>
                  </a:cubicBezTo>
                  <a:cubicBezTo>
                    <a:pt x="79" y="800"/>
                    <a:pt x="79" y="800"/>
                    <a:pt x="79" y="800"/>
                  </a:cubicBezTo>
                  <a:cubicBezTo>
                    <a:pt x="79" y="800"/>
                    <a:pt x="79" y="800"/>
                    <a:pt x="79" y="800"/>
                  </a:cubicBezTo>
                  <a:cubicBezTo>
                    <a:pt x="79" y="791"/>
                    <a:pt x="75" y="782"/>
                    <a:pt x="66" y="768"/>
                  </a:cubicBezTo>
                  <a:cubicBezTo>
                    <a:pt x="66" y="768"/>
                    <a:pt x="66" y="768"/>
                    <a:pt x="66" y="768"/>
                  </a:cubicBezTo>
                  <a:cubicBezTo>
                    <a:pt x="65" y="766"/>
                    <a:pt x="65" y="766"/>
                    <a:pt x="65" y="766"/>
                  </a:cubicBezTo>
                  <a:cubicBezTo>
                    <a:pt x="65" y="766"/>
                    <a:pt x="65" y="766"/>
                    <a:pt x="65" y="766"/>
                  </a:cubicBezTo>
                  <a:cubicBezTo>
                    <a:pt x="65" y="757"/>
                    <a:pt x="63" y="747"/>
                    <a:pt x="54" y="734"/>
                  </a:cubicBezTo>
                  <a:cubicBezTo>
                    <a:pt x="54" y="733"/>
                    <a:pt x="54" y="733"/>
                    <a:pt x="54" y="733"/>
                  </a:cubicBezTo>
                  <a:cubicBezTo>
                    <a:pt x="54" y="731"/>
                    <a:pt x="54" y="731"/>
                    <a:pt x="54" y="731"/>
                  </a:cubicBezTo>
                  <a:cubicBezTo>
                    <a:pt x="54" y="731"/>
                    <a:pt x="54" y="731"/>
                    <a:pt x="54" y="731"/>
                  </a:cubicBezTo>
                  <a:cubicBezTo>
                    <a:pt x="54" y="730"/>
                    <a:pt x="54" y="729"/>
                    <a:pt x="54" y="728"/>
                  </a:cubicBezTo>
                  <a:cubicBezTo>
                    <a:pt x="54" y="725"/>
                    <a:pt x="53" y="722"/>
                    <a:pt x="53" y="718"/>
                  </a:cubicBezTo>
                  <a:cubicBezTo>
                    <a:pt x="53" y="718"/>
                    <a:pt x="53" y="718"/>
                    <a:pt x="53" y="718"/>
                  </a:cubicBezTo>
                  <a:cubicBezTo>
                    <a:pt x="52" y="716"/>
                    <a:pt x="52" y="716"/>
                    <a:pt x="52" y="716"/>
                  </a:cubicBezTo>
                  <a:cubicBezTo>
                    <a:pt x="51" y="710"/>
                    <a:pt x="48" y="704"/>
                    <a:pt x="44" y="696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4" y="694"/>
                    <a:pt x="44" y="694"/>
                    <a:pt x="44" y="694"/>
                  </a:cubicBezTo>
                  <a:cubicBezTo>
                    <a:pt x="44" y="694"/>
                    <a:pt x="44" y="694"/>
                    <a:pt x="44" y="694"/>
                  </a:cubicBezTo>
                  <a:cubicBezTo>
                    <a:pt x="44" y="692"/>
                    <a:pt x="44" y="691"/>
                    <a:pt x="44" y="689"/>
                  </a:cubicBezTo>
                  <a:cubicBezTo>
                    <a:pt x="44" y="681"/>
                    <a:pt x="42" y="672"/>
                    <a:pt x="37" y="660"/>
                  </a:cubicBezTo>
                  <a:cubicBezTo>
                    <a:pt x="37" y="660"/>
                    <a:pt x="37" y="660"/>
                    <a:pt x="37" y="660"/>
                  </a:cubicBezTo>
                  <a:cubicBezTo>
                    <a:pt x="36" y="658"/>
                    <a:pt x="36" y="658"/>
                    <a:pt x="36" y="658"/>
                  </a:cubicBezTo>
                  <a:cubicBezTo>
                    <a:pt x="37" y="658"/>
                    <a:pt x="37" y="658"/>
                    <a:pt x="37" y="658"/>
                  </a:cubicBezTo>
                  <a:cubicBezTo>
                    <a:pt x="37" y="655"/>
                    <a:pt x="37" y="653"/>
                    <a:pt x="37" y="650"/>
                  </a:cubicBezTo>
                  <a:cubicBezTo>
                    <a:pt x="37" y="643"/>
                    <a:pt x="36" y="634"/>
                    <a:pt x="32" y="624"/>
                  </a:cubicBezTo>
                  <a:cubicBezTo>
                    <a:pt x="32" y="624"/>
                    <a:pt x="32" y="624"/>
                    <a:pt x="32" y="624"/>
                  </a:cubicBezTo>
                  <a:cubicBezTo>
                    <a:pt x="31" y="622"/>
                    <a:pt x="31" y="622"/>
                    <a:pt x="31" y="622"/>
                  </a:cubicBezTo>
                  <a:cubicBezTo>
                    <a:pt x="31" y="621"/>
                    <a:pt x="31" y="621"/>
                    <a:pt x="31" y="621"/>
                  </a:cubicBezTo>
                  <a:cubicBezTo>
                    <a:pt x="32" y="618"/>
                    <a:pt x="33" y="615"/>
                    <a:pt x="33" y="611"/>
                  </a:cubicBezTo>
                  <a:cubicBezTo>
                    <a:pt x="33" y="610"/>
                    <a:pt x="33" y="609"/>
                    <a:pt x="33" y="609"/>
                  </a:cubicBezTo>
                  <a:cubicBezTo>
                    <a:pt x="32" y="609"/>
                    <a:pt x="32" y="609"/>
                    <a:pt x="32" y="609"/>
                  </a:cubicBezTo>
                  <a:cubicBezTo>
                    <a:pt x="32" y="606"/>
                    <a:pt x="32" y="606"/>
                    <a:pt x="32" y="606"/>
                  </a:cubicBezTo>
                  <a:cubicBezTo>
                    <a:pt x="32" y="600"/>
                    <a:pt x="31" y="594"/>
                    <a:pt x="28" y="585"/>
                  </a:cubicBezTo>
                  <a:cubicBezTo>
                    <a:pt x="28" y="585"/>
                    <a:pt x="28" y="585"/>
                    <a:pt x="28" y="585"/>
                  </a:cubicBezTo>
                  <a:cubicBezTo>
                    <a:pt x="28" y="585"/>
                    <a:pt x="28" y="585"/>
                    <a:pt x="28" y="585"/>
                  </a:cubicBezTo>
                  <a:cubicBezTo>
                    <a:pt x="28" y="583"/>
                    <a:pt x="28" y="583"/>
                    <a:pt x="28" y="583"/>
                  </a:cubicBezTo>
                  <a:cubicBezTo>
                    <a:pt x="28" y="583"/>
                    <a:pt x="28" y="583"/>
                    <a:pt x="28" y="583"/>
                  </a:cubicBezTo>
                  <a:cubicBezTo>
                    <a:pt x="30" y="579"/>
                    <a:pt x="30" y="574"/>
                    <a:pt x="30" y="569"/>
                  </a:cubicBezTo>
                  <a:cubicBezTo>
                    <a:pt x="30" y="563"/>
                    <a:pt x="29" y="556"/>
                    <a:pt x="27" y="549"/>
                  </a:cubicBezTo>
                  <a:cubicBezTo>
                    <a:pt x="27" y="548"/>
                    <a:pt x="27" y="548"/>
                    <a:pt x="27" y="548"/>
                  </a:cubicBezTo>
                  <a:cubicBezTo>
                    <a:pt x="27" y="548"/>
                    <a:pt x="27" y="548"/>
                    <a:pt x="27" y="548"/>
                  </a:cubicBezTo>
                  <a:cubicBezTo>
                    <a:pt x="27" y="546"/>
                    <a:pt x="27" y="546"/>
                    <a:pt x="27" y="546"/>
                  </a:cubicBezTo>
                  <a:cubicBezTo>
                    <a:pt x="28" y="546"/>
                    <a:pt x="28" y="546"/>
                    <a:pt x="28" y="546"/>
                  </a:cubicBezTo>
                  <a:cubicBezTo>
                    <a:pt x="29" y="541"/>
                    <a:pt x="30" y="536"/>
                    <a:pt x="30" y="529"/>
                  </a:cubicBezTo>
                  <a:cubicBezTo>
                    <a:pt x="30" y="524"/>
                    <a:pt x="30" y="518"/>
                    <a:pt x="29" y="512"/>
                  </a:cubicBezTo>
                  <a:cubicBezTo>
                    <a:pt x="29" y="511"/>
                    <a:pt x="29" y="511"/>
                    <a:pt x="29" y="511"/>
                  </a:cubicBezTo>
                  <a:cubicBezTo>
                    <a:pt x="29" y="510"/>
                    <a:pt x="29" y="510"/>
                    <a:pt x="29" y="510"/>
                  </a:cubicBezTo>
                  <a:cubicBezTo>
                    <a:pt x="29" y="509"/>
                    <a:pt x="29" y="509"/>
                    <a:pt x="29" y="509"/>
                  </a:cubicBezTo>
                  <a:cubicBezTo>
                    <a:pt x="31" y="505"/>
                    <a:pt x="32" y="500"/>
                    <a:pt x="32" y="495"/>
                  </a:cubicBezTo>
                  <a:cubicBezTo>
                    <a:pt x="32" y="495"/>
                    <a:pt x="32" y="495"/>
                    <a:pt x="32" y="495"/>
                  </a:cubicBezTo>
                  <a:cubicBezTo>
                    <a:pt x="33" y="492"/>
                    <a:pt x="33" y="489"/>
                    <a:pt x="33" y="486"/>
                  </a:cubicBezTo>
                  <a:cubicBezTo>
                    <a:pt x="33" y="482"/>
                    <a:pt x="33" y="478"/>
                    <a:pt x="32" y="473"/>
                  </a:cubicBezTo>
                  <a:cubicBezTo>
                    <a:pt x="32" y="473"/>
                    <a:pt x="32" y="473"/>
                    <a:pt x="32" y="473"/>
                  </a:cubicBezTo>
                  <a:cubicBezTo>
                    <a:pt x="32" y="471"/>
                    <a:pt x="32" y="471"/>
                    <a:pt x="32" y="471"/>
                  </a:cubicBezTo>
                  <a:cubicBezTo>
                    <a:pt x="32" y="471"/>
                    <a:pt x="32" y="471"/>
                    <a:pt x="32" y="471"/>
                  </a:cubicBezTo>
                  <a:cubicBezTo>
                    <a:pt x="36" y="464"/>
                    <a:pt x="38" y="456"/>
                    <a:pt x="38" y="444"/>
                  </a:cubicBezTo>
                  <a:cubicBezTo>
                    <a:pt x="38" y="442"/>
                    <a:pt x="38" y="439"/>
                    <a:pt x="38" y="437"/>
                  </a:cubicBezTo>
                  <a:cubicBezTo>
                    <a:pt x="38" y="437"/>
                    <a:pt x="38" y="437"/>
                    <a:pt x="38" y="437"/>
                  </a:cubicBezTo>
                  <a:cubicBezTo>
                    <a:pt x="38" y="435"/>
                    <a:pt x="38" y="435"/>
                    <a:pt x="38" y="435"/>
                  </a:cubicBezTo>
                  <a:cubicBezTo>
                    <a:pt x="38" y="434"/>
                    <a:pt x="38" y="434"/>
                    <a:pt x="38" y="434"/>
                  </a:cubicBezTo>
                  <a:cubicBezTo>
                    <a:pt x="43" y="427"/>
                    <a:pt x="45" y="417"/>
                    <a:pt x="45" y="401"/>
                  </a:cubicBezTo>
                  <a:cubicBezTo>
                    <a:pt x="45" y="401"/>
                    <a:pt x="45" y="401"/>
                    <a:pt x="45" y="401"/>
                  </a:cubicBezTo>
                  <a:cubicBezTo>
                    <a:pt x="45" y="401"/>
                    <a:pt x="45" y="401"/>
                    <a:pt x="45" y="401"/>
                  </a:cubicBezTo>
                  <a:cubicBezTo>
                    <a:pt x="46" y="399"/>
                    <a:pt x="46" y="399"/>
                    <a:pt x="46" y="399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8" y="395"/>
                    <a:pt x="50" y="391"/>
                    <a:pt x="52" y="387"/>
                  </a:cubicBezTo>
                  <a:cubicBezTo>
                    <a:pt x="51" y="387"/>
                    <a:pt x="51" y="387"/>
                    <a:pt x="51" y="387"/>
                  </a:cubicBezTo>
                  <a:cubicBezTo>
                    <a:pt x="52" y="385"/>
                    <a:pt x="52" y="385"/>
                    <a:pt x="52" y="385"/>
                  </a:cubicBezTo>
                  <a:cubicBezTo>
                    <a:pt x="54" y="379"/>
                    <a:pt x="55" y="372"/>
                    <a:pt x="56" y="364"/>
                  </a:cubicBezTo>
                  <a:cubicBezTo>
                    <a:pt x="56" y="363"/>
                    <a:pt x="56" y="363"/>
                    <a:pt x="56" y="363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6" y="361"/>
                    <a:pt x="56" y="361"/>
                    <a:pt x="56" y="361"/>
                  </a:cubicBezTo>
                  <a:cubicBezTo>
                    <a:pt x="62" y="355"/>
                    <a:pt x="66" y="345"/>
                    <a:pt x="68" y="329"/>
                  </a:cubicBezTo>
                  <a:cubicBezTo>
                    <a:pt x="68" y="329"/>
                    <a:pt x="68" y="329"/>
                    <a:pt x="68" y="329"/>
                  </a:cubicBezTo>
                  <a:cubicBezTo>
                    <a:pt x="68" y="327"/>
                    <a:pt x="68" y="327"/>
                    <a:pt x="68" y="327"/>
                  </a:cubicBezTo>
                  <a:cubicBezTo>
                    <a:pt x="69" y="327"/>
                    <a:pt x="69" y="327"/>
                    <a:pt x="69" y="327"/>
                  </a:cubicBezTo>
                  <a:cubicBezTo>
                    <a:pt x="74" y="320"/>
                    <a:pt x="79" y="311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3" y="293"/>
                    <a:pt x="83" y="293"/>
                    <a:pt x="83" y="293"/>
                  </a:cubicBezTo>
                  <a:cubicBezTo>
                    <a:pt x="83" y="293"/>
                    <a:pt x="83" y="293"/>
                    <a:pt x="83" y="293"/>
                  </a:cubicBezTo>
                  <a:cubicBezTo>
                    <a:pt x="86" y="290"/>
                    <a:pt x="89" y="287"/>
                    <a:pt x="91" y="282"/>
                  </a:cubicBezTo>
                  <a:cubicBezTo>
                    <a:pt x="91" y="282"/>
                    <a:pt x="91" y="282"/>
                    <a:pt x="91" y="282"/>
                  </a:cubicBezTo>
                  <a:cubicBezTo>
                    <a:pt x="92" y="281"/>
                    <a:pt x="92" y="281"/>
                    <a:pt x="92" y="281"/>
                  </a:cubicBezTo>
                  <a:cubicBezTo>
                    <a:pt x="94" y="275"/>
                    <a:pt x="97" y="269"/>
                    <a:pt x="99" y="261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59"/>
                    <a:pt x="100" y="259"/>
                    <a:pt x="100" y="259"/>
                  </a:cubicBezTo>
                  <a:cubicBezTo>
                    <a:pt x="100" y="259"/>
                    <a:pt x="100" y="259"/>
                    <a:pt x="100" y="259"/>
                  </a:cubicBezTo>
                  <a:cubicBezTo>
                    <a:pt x="107" y="253"/>
                    <a:pt x="113" y="244"/>
                    <a:pt x="118" y="229"/>
                  </a:cubicBezTo>
                  <a:cubicBezTo>
                    <a:pt x="118" y="229"/>
                    <a:pt x="118" y="229"/>
                    <a:pt x="118" y="229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26" y="222"/>
                    <a:pt x="133" y="214"/>
                    <a:pt x="139" y="199"/>
                  </a:cubicBezTo>
                  <a:cubicBezTo>
                    <a:pt x="139" y="199"/>
                    <a:pt x="139" y="199"/>
                    <a:pt x="139" y="199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3" y="195"/>
                    <a:pt x="147" y="192"/>
                    <a:pt x="150" y="189"/>
                  </a:cubicBezTo>
                  <a:cubicBezTo>
                    <a:pt x="150" y="189"/>
                    <a:pt x="150" y="189"/>
                    <a:pt x="150" y="189"/>
                  </a:cubicBezTo>
                  <a:cubicBezTo>
                    <a:pt x="151" y="187"/>
                    <a:pt x="151" y="187"/>
                    <a:pt x="151" y="187"/>
                  </a:cubicBezTo>
                  <a:cubicBezTo>
                    <a:pt x="155" y="182"/>
                    <a:pt x="159" y="177"/>
                    <a:pt x="163" y="169"/>
                  </a:cubicBezTo>
                  <a:cubicBezTo>
                    <a:pt x="163" y="169"/>
                    <a:pt x="163" y="169"/>
                    <a:pt x="163" y="169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7"/>
                    <a:pt x="164" y="167"/>
                    <a:pt x="164" y="167"/>
                  </a:cubicBezTo>
                  <a:cubicBezTo>
                    <a:pt x="172" y="163"/>
                    <a:pt x="180" y="156"/>
                    <a:pt x="188" y="143"/>
                  </a:cubicBezTo>
                  <a:cubicBezTo>
                    <a:pt x="188" y="142"/>
                    <a:pt x="188" y="142"/>
                    <a:pt x="188" y="142"/>
                  </a:cubicBezTo>
                  <a:cubicBezTo>
                    <a:pt x="189" y="141"/>
                    <a:pt x="189" y="141"/>
                    <a:pt x="189" y="141"/>
                  </a:cubicBezTo>
                  <a:cubicBezTo>
                    <a:pt x="190" y="141"/>
                    <a:pt x="190" y="141"/>
                    <a:pt x="190" y="141"/>
                  </a:cubicBezTo>
                  <a:cubicBezTo>
                    <a:pt x="197" y="137"/>
                    <a:pt x="205" y="131"/>
                    <a:pt x="215" y="118"/>
                  </a:cubicBezTo>
                  <a:cubicBezTo>
                    <a:pt x="215" y="118"/>
                    <a:pt x="215" y="118"/>
                    <a:pt x="215" y="118"/>
                  </a:cubicBezTo>
                  <a:cubicBezTo>
                    <a:pt x="216" y="117"/>
                    <a:pt x="216" y="117"/>
                    <a:pt x="216" y="117"/>
                  </a:cubicBezTo>
                  <a:cubicBezTo>
                    <a:pt x="216" y="117"/>
                    <a:pt x="216" y="117"/>
                    <a:pt x="216" y="117"/>
                  </a:cubicBezTo>
                  <a:cubicBezTo>
                    <a:pt x="220" y="115"/>
                    <a:pt x="224" y="113"/>
                    <a:pt x="228" y="111"/>
                  </a:cubicBezTo>
                  <a:cubicBezTo>
                    <a:pt x="228" y="111"/>
                    <a:pt x="228" y="111"/>
                    <a:pt x="228" y="111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34" y="106"/>
                    <a:pt x="239" y="101"/>
                    <a:pt x="245" y="95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247" y="94"/>
                    <a:pt x="247" y="94"/>
                    <a:pt x="247" y="94"/>
                  </a:cubicBezTo>
                  <a:cubicBezTo>
                    <a:pt x="247" y="94"/>
                    <a:pt x="247" y="94"/>
                    <a:pt x="247" y="94"/>
                  </a:cubicBezTo>
                  <a:cubicBezTo>
                    <a:pt x="255" y="91"/>
                    <a:pt x="264" y="87"/>
                    <a:pt x="276" y="76"/>
                  </a:cubicBezTo>
                  <a:cubicBezTo>
                    <a:pt x="276" y="75"/>
                    <a:pt x="276" y="75"/>
                    <a:pt x="276" y="75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86" y="73"/>
                    <a:pt x="296" y="69"/>
                    <a:pt x="308" y="59"/>
                  </a:cubicBezTo>
                  <a:cubicBezTo>
                    <a:pt x="308" y="59"/>
                    <a:pt x="308" y="59"/>
                    <a:pt x="308" y="59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4" y="58"/>
                    <a:pt x="318" y="57"/>
                    <a:pt x="323" y="55"/>
                  </a:cubicBezTo>
                  <a:cubicBezTo>
                    <a:pt x="325" y="55"/>
                    <a:pt x="325" y="55"/>
                    <a:pt x="325" y="55"/>
                  </a:cubicBezTo>
                  <a:cubicBezTo>
                    <a:pt x="330" y="53"/>
                    <a:pt x="336" y="50"/>
                    <a:pt x="343" y="45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5" y="44"/>
                    <a:pt x="345" y="44"/>
                    <a:pt x="345" y="44"/>
                  </a:cubicBezTo>
                  <a:cubicBezTo>
                    <a:pt x="346" y="44"/>
                    <a:pt x="346" y="44"/>
                    <a:pt x="346" y="44"/>
                  </a:cubicBezTo>
                  <a:cubicBezTo>
                    <a:pt x="346" y="44"/>
                    <a:pt x="346" y="44"/>
                    <a:pt x="347" y="44"/>
                  </a:cubicBezTo>
                  <a:cubicBezTo>
                    <a:pt x="355" y="44"/>
                    <a:pt x="365" y="42"/>
                    <a:pt x="378" y="35"/>
                  </a:cubicBezTo>
                  <a:cubicBezTo>
                    <a:pt x="378" y="35"/>
                    <a:pt x="378" y="35"/>
                    <a:pt x="378" y="35"/>
                  </a:cubicBezTo>
                  <a:cubicBezTo>
                    <a:pt x="380" y="35"/>
                    <a:pt x="380" y="35"/>
                    <a:pt x="380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2" y="35"/>
                    <a:pt x="384" y="35"/>
                    <a:pt x="386" y="35"/>
                  </a:cubicBezTo>
                  <a:cubicBezTo>
                    <a:pt x="394" y="35"/>
                    <a:pt x="402" y="34"/>
                    <a:pt x="414" y="29"/>
                  </a:cubicBezTo>
                  <a:cubicBezTo>
                    <a:pt x="414" y="29"/>
                    <a:pt x="414" y="29"/>
                    <a:pt x="414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9" y="30"/>
                    <a:pt x="423" y="30"/>
                    <a:pt x="427" y="30"/>
                  </a:cubicBezTo>
                  <a:cubicBezTo>
                    <a:pt x="427" y="30"/>
                    <a:pt x="428" y="30"/>
                    <a:pt x="429" y="30"/>
                  </a:cubicBezTo>
                  <a:cubicBezTo>
                    <a:pt x="431" y="30"/>
                    <a:pt x="431" y="30"/>
                    <a:pt x="431" y="30"/>
                  </a:cubicBezTo>
                  <a:cubicBezTo>
                    <a:pt x="437" y="29"/>
                    <a:pt x="443" y="29"/>
                    <a:pt x="451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9" y="28"/>
                    <a:pt x="464" y="29"/>
                    <a:pt x="471" y="29"/>
                  </a:cubicBezTo>
                  <a:cubicBezTo>
                    <a:pt x="476" y="29"/>
                    <a:pt x="481" y="29"/>
                    <a:pt x="488" y="27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90" y="28"/>
                    <a:pt x="490" y="28"/>
                    <a:pt x="490" y="28"/>
                  </a:cubicBezTo>
                  <a:cubicBezTo>
                    <a:pt x="490" y="28"/>
                    <a:pt x="490" y="28"/>
                    <a:pt x="490" y="28"/>
                  </a:cubicBezTo>
                  <a:cubicBezTo>
                    <a:pt x="496" y="31"/>
                    <a:pt x="504" y="33"/>
                    <a:pt x="515" y="33"/>
                  </a:cubicBezTo>
                  <a:cubicBezTo>
                    <a:pt x="517" y="33"/>
                    <a:pt x="520" y="32"/>
                    <a:pt x="523" y="32"/>
                  </a:cubicBezTo>
                  <a:cubicBezTo>
                    <a:pt x="524" y="32"/>
                    <a:pt x="524" y="32"/>
                    <a:pt x="524" y="32"/>
                  </a:cubicBezTo>
                  <a:cubicBezTo>
                    <a:pt x="526" y="33"/>
                    <a:pt x="526" y="33"/>
                    <a:pt x="526" y="33"/>
                  </a:cubicBezTo>
                  <a:cubicBezTo>
                    <a:pt x="526" y="33"/>
                    <a:pt x="526" y="33"/>
                    <a:pt x="526" y="33"/>
                  </a:cubicBezTo>
                  <a:cubicBezTo>
                    <a:pt x="529" y="35"/>
                    <a:pt x="533" y="37"/>
                    <a:pt x="538" y="38"/>
                  </a:cubicBezTo>
                  <a:cubicBezTo>
                    <a:pt x="538" y="38"/>
                    <a:pt x="538" y="38"/>
                    <a:pt x="538" y="38"/>
                  </a:cubicBezTo>
                  <a:cubicBezTo>
                    <a:pt x="540" y="38"/>
                    <a:pt x="540" y="38"/>
                    <a:pt x="540" y="38"/>
                  </a:cubicBezTo>
                  <a:cubicBezTo>
                    <a:pt x="545" y="40"/>
                    <a:pt x="552" y="41"/>
                    <a:pt x="560" y="41"/>
                  </a:cubicBezTo>
                  <a:cubicBezTo>
                    <a:pt x="560" y="41"/>
                    <a:pt x="560" y="41"/>
                    <a:pt x="560" y="41"/>
                  </a:cubicBezTo>
                  <a:cubicBezTo>
                    <a:pt x="562" y="42"/>
                    <a:pt x="562" y="42"/>
                    <a:pt x="562" y="42"/>
                  </a:cubicBezTo>
                  <a:cubicBezTo>
                    <a:pt x="563" y="42"/>
                    <a:pt x="563" y="42"/>
                    <a:pt x="563" y="42"/>
                  </a:cubicBezTo>
                  <a:cubicBezTo>
                    <a:pt x="569" y="47"/>
                    <a:pt x="579" y="51"/>
                    <a:pt x="594" y="53"/>
                  </a:cubicBezTo>
                  <a:cubicBezTo>
                    <a:pt x="595" y="53"/>
                    <a:pt x="595" y="53"/>
                    <a:pt x="595" y="53"/>
                  </a:cubicBezTo>
                  <a:cubicBezTo>
                    <a:pt x="596" y="54"/>
                    <a:pt x="596" y="54"/>
                    <a:pt x="596" y="54"/>
                  </a:cubicBezTo>
                  <a:cubicBezTo>
                    <a:pt x="597" y="54"/>
                    <a:pt x="597" y="54"/>
                    <a:pt x="597" y="54"/>
                  </a:cubicBezTo>
                  <a:cubicBezTo>
                    <a:pt x="603" y="60"/>
                    <a:pt x="612" y="65"/>
                    <a:pt x="627" y="68"/>
                  </a:cubicBezTo>
                  <a:cubicBezTo>
                    <a:pt x="628" y="68"/>
                    <a:pt x="628" y="68"/>
                    <a:pt x="628" y="68"/>
                  </a:cubicBezTo>
                  <a:cubicBezTo>
                    <a:pt x="629" y="69"/>
                    <a:pt x="629" y="69"/>
                    <a:pt x="629" y="69"/>
                  </a:cubicBezTo>
                  <a:cubicBezTo>
                    <a:pt x="630" y="70"/>
                    <a:pt x="630" y="70"/>
                    <a:pt x="630" y="70"/>
                  </a:cubicBezTo>
                  <a:cubicBezTo>
                    <a:pt x="632" y="72"/>
                    <a:pt x="635" y="75"/>
                    <a:pt x="639" y="78"/>
                  </a:cubicBezTo>
                  <a:cubicBezTo>
                    <a:pt x="639" y="78"/>
                    <a:pt x="639" y="78"/>
                    <a:pt x="639" y="78"/>
                  </a:cubicBezTo>
                  <a:cubicBezTo>
                    <a:pt x="641" y="79"/>
                    <a:pt x="641" y="79"/>
                    <a:pt x="641" y="79"/>
                  </a:cubicBezTo>
                  <a:cubicBezTo>
                    <a:pt x="646" y="82"/>
                    <a:pt x="652" y="85"/>
                    <a:pt x="660" y="87"/>
                  </a:cubicBezTo>
                  <a:cubicBezTo>
                    <a:pt x="660" y="87"/>
                    <a:pt x="660" y="87"/>
                    <a:pt x="660" y="87"/>
                  </a:cubicBezTo>
                  <a:cubicBezTo>
                    <a:pt x="662" y="89"/>
                    <a:pt x="662" y="89"/>
                    <a:pt x="662" y="89"/>
                  </a:cubicBezTo>
                  <a:cubicBezTo>
                    <a:pt x="662" y="89"/>
                    <a:pt x="662" y="89"/>
                    <a:pt x="662" y="89"/>
                  </a:cubicBezTo>
                  <a:cubicBezTo>
                    <a:pt x="667" y="96"/>
                    <a:pt x="676" y="102"/>
                    <a:pt x="690" y="109"/>
                  </a:cubicBezTo>
                  <a:cubicBezTo>
                    <a:pt x="690" y="109"/>
                    <a:pt x="690" y="109"/>
                    <a:pt x="690" y="109"/>
                  </a:cubicBezTo>
                  <a:cubicBezTo>
                    <a:pt x="692" y="110"/>
                    <a:pt x="692" y="110"/>
                    <a:pt x="692" y="110"/>
                  </a:cubicBezTo>
                  <a:cubicBezTo>
                    <a:pt x="692" y="110"/>
                    <a:pt x="692" y="110"/>
                    <a:pt x="692" y="110"/>
                  </a:cubicBezTo>
                  <a:cubicBezTo>
                    <a:pt x="696" y="117"/>
                    <a:pt x="704" y="125"/>
                    <a:pt x="718" y="132"/>
                  </a:cubicBezTo>
                  <a:cubicBezTo>
                    <a:pt x="718" y="132"/>
                    <a:pt x="718" y="132"/>
                    <a:pt x="718" y="132"/>
                  </a:cubicBezTo>
                  <a:cubicBezTo>
                    <a:pt x="719" y="134"/>
                    <a:pt x="719" y="134"/>
                    <a:pt x="719" y="134"/>
                  </a:cubicBezTo>
                  <a:cubicBezTo>
                    <a:pt x="720" y="134"/>
                    <a:pt x="720" y="134"/>
                    <a:pt x="720" y="134"/>
                  </a:cubicBezTo>
                  <a:cubicBezTo>
                    <a:pt x="721" y="137"/>
                    <a:pt x="723" y="141"/>
                    <a:pt x="727" y="144"/>
                  </a:cubicBezTo>
                  <a:cubicBezTo>
                    <a:pt x="729" y="146"/>
                    <a:pt x="729" y="146"/>
                    <a:pt x="729" y="146"/>
                  </a:cubicBezTo>
                  <a:cubicBezTo>
                    <a:pt x="733" y="151"/>
                    <a:pt x="738" y="155"/>
                    <a:pt x="745" y="159"/>
                  </a:cubicBezTo>
                  <a:cubicBezTo>
                    <a:pt x="745" y="159"/>
                    <a:pt x="745" y="159"/>
                    <a:pt x="745" y="159"/>
                  </a:cubicBezTo>
                  <a:cubicBezTo>
                    <a:pt x="746" y="161"/>
                    <a:pt x="746" y="161"/>
                    <a:pt x="746" y="161"/>
                  </a:cubicBezTo>
                  <a:cubicBezTo>
                    <a:pt x="746" y="161"/>
                    <a:pt x="746" y="161"/>
                    <a:pt x="746" y="161"/>
                  </a:cubicBezTo>
                  <a:cubicBezTo>
                    <a:pt x="749" y="169"/>
                    <a:pt x="756" y="177"/>
                    <a:pt x="768" y="187"/>
                  </a:cubicBezTo>
                  <a:cubicBezTo>
                    <a:pt x="769" y="187"/>
                    <a:pt x="769" y="187"/>
                    <a:pt x="769" y="187"/>
                  </a:cubicBezTo>
                  <a:cubicBezTo>
                    <a:pt x="770" y="189"/>
                    <a:pt x="770" y="189"/>
                    <a:pt x="770" y="189"/>
                  </a:cubicBezTo>
                  <a:cubicBezTo>
                    <a:pt x="770" y="189"/>
                    <a:pt x="770" y="189"/>
                    <a:pt x="770" y="189"/>
                  </a:cubicBezTo>
                  <a:cubicBezTo>
                    <a:pt x="773" y="197"/>
                    <a:pt x="778" y="206"/>
                    <a:pt x="790" y="216"/>
                  </a:cubicBezTo>
                  <a:cubicBezTo>
                    <a:pt x="790" y="217"/>
                    <a:pt x="790" y="217"/>
                    <a:pt x="790" y="217"/>
                  </a:cubicBezTo>
                  <a:cubicBezTo>
                    <a:pt x="791" y="218"/>
                    <a:pt x="791" y="218"/>
                    <a:pt x="791" y="218"/>
                  </a:cubicBezTo>
                  <a:cubicBezTo>
                    <a:pt x="792" y="219"/>
                    <a:pt x="792" y="219"/>
                    <a:pt x="792" y="219"/>
                  </a:cubicBezTo>
                  <a:cubicBezTo>
                    <a:pt x="792" y="223"/>
                    <a:pt x="794" y="228"/>
                    <a:pt x="797" y="232"/>
                  </a:cubicBezTo>
                  <a:cubicBezTo>
                    <a:pt x="797" y="232"/>
                    <a:pt x="797" y="232"/>
                    <a:pt x="797" y="232"/>
                  </a:cubicBezTo>
                  <a:cubicBezTo>
                    <a:pt x="801" y="237"/>
                    <a:pt x="804" y="243"/>
                    <a:pt x="810" y="249"/>
                  </a:cubicBezTo>
                  <a:cubicBezTo>
                    <a:pt x="811" y="249"/>
                    <a:pt x="811" y="249"/>
                    <a:pt x="811" y="249"/>
                  </a:cubicBezTo>
                  <a:cubicBezTo>
                    <a:pt x="812" y="251"/>
                    <a:pt x="812" y="251"/>
                    <a:pt x="812" y="251"/>
                  </a:cubicBezTo>
                  <a:cubicBezTo>
                    <a:pt x="812" y="251"/>
                    <a:pt x="812" y="251"/>
                    <a:pt x="812" y="251"/>
                  </a:cubicBezTo>
                  <a:cubicBezTo>
                    <a:pt x="813" y="260"/>
                    <a:pt x="817" y="269"/>
                    <a:pt x="828" y="281"/>
                  </a:cubicBezTo>
                  <a:cubicBezTo>
                    <a:pt x="828" y="282"/>
                    <a:pt x="828" y="282"/>
                    <a:pt x="828" y="282"/>
                  </a:cubicBezTo>
                  <a:cubicBezTo>
                    <a:pt x="829" y="283"/>
                    <a:pt x="829" y="283"/>
                    <a:pt x="829" y="283"/>
                  </a:cubicBezTo>
                  <a:cubicBezTo>
                    <a:pt x="829" y="284"/>
                    <a:pt x="829" y="284"/>
                    <a:pt x="829" y="284"/>
                  </a:cubicBezTo>
                  <a:cubicBezTo>
                    <a:pt x="830" y="292"/>
                    <a:pt x="834" y="302"/>
                    <a:pt x="843" y="315"/>
                  </a:cubicBezTo>
                  <a:cubicBezTo>
                    <a:pt x="843" y="315"/>
                    <a:pt x="843" y="315"/>
                    <a:pt x="843" y="315"/>
                  </a:cubicBezTo>
                  <a:cubicBezTo>
                    <a:pt x="844" y="317"/>
                    <a:pt x="844" y="317"/>
                    <a:pt x="844" y="317"/>
                  </a:cubicBezTo>
                  <a:cubicBezTo>
                    <a:pt x="844" y="317"/>
                    <a:pt x="844" y="317"/>
                    <a:pt x="844" y="317"/>
                  </a:cubicBezTo>
                  <a:cubicBezTo>
                    <a:pt x="844" y="322"/>
                    <a:pt x="845" y="326"/>
                    <a:pt x="847" y="332"/>
                  </a:cubicBezTo>
                  <a:cubicBezTo>
                    <a:pt x="847" y="332"/>
                    <a:pt x="847" y="332"/>
                    <a:pt x="847" y="332"/>
                  </a:cubicBezTo>
                  <a:cubicBezTo>
                    <a:pt x="849" y="337"/>
                    <a:pt x="852" y="344"/>
                    <a:pt x="857" y="351"/>
                  </a:cubicBezTo>
                  <a:cubicBezTo>
                    <a:pt x="857" y="351"/>
                    <a:pt x="857" y="351"/>
                    <a:pt x="857" y="351"/>
                  </a:cubicBezTo>
                  <a:cubicBezTo>
                    <a:pt x="857" y="353"/>
                    <a:pt x="857" y="353"/>
                    <a:pt x="857" y="353"/>
                  </a:cubicBezTo>
                  <a:cubicBezTo>
                    <a:pt x="857" y="353"/>
                    <a:pt x="857" y="353"/>
                    <a:pt x="857" y="353"/>
                  </a:cubicBezTo>
                  <a:cubicBezTo>
                    <a:pt x="857" y="355"/>
                    <a:pt x="857" y="355"/>
                    <a:pt x="857" y="355"/>
                  </a:cubicBezTo>
                  <a:cubicBezTo>
                    <a:pt x="857" y="363"/>
                    <a:pt x="860" y="373"/>
                    <a:pt x="867" y="386"/>
                  </a:cubicBezTo>
                  <a:cubicBezTo>
                    <a:pt x="867" y="386"/>
                    <a:pt x="867" y="386"/>
                    <a:pt x="867" y="386"/>
                  </a:cubicBezTo>
                  <a:cubicBezTo>
                    <a:pt x="868" y="388"/>
                    <a:pt x="868" y="388"/>
                    <a:pt x="868" y="388"/>
                  </a:cubicBezTo>
                  <a:cubicBezTo>
                    <a:pt x="868" y="388"/>
                    <a:pt x="868" y="388"/>
                    <a:pt x="868" y="388"/>
                  </a:cubicBezTo>
                  <a:cubicBezTo>
                    <a:pt x="868" y="390"/>
                    <a:pt x="868" y="391"/>
                    <a:pt x="868" y="392"/>
                  </a:cubicBezTo>
                  <a:cubicBezTo>
                    <a:pt x="868" y="400"/>
                    <a:pt x="870" y="410"/>
                    <a:pt x="876" y="422"/>
                  </a:cubicBezTo>
                  <a:cubicBezTo>
                    <a:pt x="876" y="422"/>
                    <a:pt x="876" y="422"/>
                    <a:pt x="876" y="422"/>
                  </a:cubicBezTo>
                  <a:cubicBezTo>
                    <a:pt x="876" y="424"/>
                    <a:pt x="876" y="424"/>
                    <a:pt x="876" y="424"/>
                  </a:cubicBezTo>
                  <a:cubicBezTo>
                    <a:pt x="876" y="424"/>
                    <a:pt x="876" y="424"/>
                    <a:pt x="876" y="424"/>
                  </a:cubicBezTo>
                  <a:cubicBezTo>
                    <a:pt x="876" y="426"/>
                    <a:pt x="876" y="429"/>
                    <a:pt x="876" y="431"/>
                  </a:cubicBezTo>
                  <a:cubicBezTo>
                    <a:pt x="876" y="433"/>
                    <a:pt x="876" y="436"/>
                    <a:pt x="877" y="439"/>
                  </a:cubicBezTo>
                  <a:cubicBezTo>
                    <a:pt x="877" y="439"/>
                    <a:pt x="877" y="439"/>
                    <a:pt x="877" y="439"/>
                  </a:cubicBezTo>
                  <a:cubicBezTo>
                    <a:pt x="878" y="445"/>
                    <a:pt x="879" y="452"/>
                    <a:pt x="882" y="460"/>
                  </a:cubicBezTo>
                  <a:cubicBezTo>
                    <a:pt x="882" y="460"/>
                    <a:pt x="882" y="460"/>
                    <a:pt x="882" y="460"/>
                  </a:cubicBezTo>
                  <a:cubicBezTo>
                    <a:pt x="883" y="462"/>
                    <a:pt x="883" y="462"/>
                    <a:pt x="883" y="462"/>
                  </a:cubicBezTo>
                  <a:cubicBezTo>
                    <a:pt x="883" y="462"/>
                    <a:pt x="883" y="462"/>
                    <a:pt x="883" y="462"/>
                  </a:cubicBezTo>
                  <a:cubicBezTo>
                    <a:pt x="882" y="465"/>
                    <a:pt x="882" y="468"/>
                    <a:pt x="882" y="472"/>
                  </a:cubicBezTo>
                  <a:cubicBezTo>
                    <a:pt x="882" y="479"/>
                    <a:pt x="883" y="487"/>
                    <a:pt x="887" y="496"/>
                  </a:cubicBezTo>
                  <a:cubicBezTo>
                    <a:pt x="887" y="497"/>
                    <a:pt x="887" y="497"/>
                    <a:pt x="887" y="497"/>
                  </a:cubicBezTo>
                  <a:cubicBezTo>
                    <a:pt x="887" y="499"/>
                    <a:pt x="887" y="499"/>
                    <a:pt x="887" y="499"/>
                  </a:cubicBezTo>
                  <a:cubicBezTo>
                    <a:pt x="887" y="499"/>
                    <a:pt x="887" y="499"/>
                    <a:pt x="887" y="499"/>
                  </a:cubicBezTo>
                  <a:cubicBezTo>
                    <a:pt x="886" y="502"/>
                    <a:pt x="885" y="506"/>
                    <a:pt x="885" y="511"/>
                  </a:cubicBezTo>
                  <a:cubicBezTo>
                    <a:pt x="885" y="517"/>
                    <a:pt x="886" y="524"/>
                    <a:pt x="889" y="533"/>
                  </a:cubicBezTo>
                  <a:cubicBezTo>
                    <a:pt x="889" y="534"/>
                    <a:pt x="889" y="534"/>
                    <a:pt x="889" y="534"/>
                  </a:cubicBezTo>
                  <a:cubicBezTo>
                    <a:pt x="889" y="534"/>
                    <a:pt x="889" y="534"/>
                    <a:pt x="889" y="534"/>
                  </a:cubicBezTo>
                  <a:cubicBezTo>
                    <a:pt x="889" y="535"/>
                    <a:pt x="889" y="535"/>
                    <a:pt x="889" y="535"/>
                  </a:cubicBezTo>
                  <a:cubicBezTo>
                    <a:pt x="889" y="536"/>
                    <a:pt x="889" y="536"/>
                    <a:pt x="889" y="536"/>
                  </a:cubicBezTo>
                  <a:cubicBezTo>
                    <a:pt x="887" y="539"/>
                    <a:pt x="886" y="544"/>
                    <a:pt x="886" y="549"/>
                  </a:cubicBezTo>
                  <a:cubicBezTo>
                    <a:pt x="887" y="549"/>
                    <a:pt x="887" y="549"/>
                    <a:pt x="887" y="549"/>
                  </a:cubicBezTo>
                  <a:cubicBezTo>
                    <a:pt x="886" y="551"/>
                    <a:pt x="886" y="551"/>
                    <a:pt x="886" y="551"/>
                  </a:cubicBezTo>
                  <a:cubicBezTo>
                    <a:pt x="886" y="552"/>
                    <a:pt x="886" y="553"/>
                    <a:pt x="886" y="554"/>
                  </a:cubicBezTo>
                  <a:cubicBezTo>
                    <a:pt x="886" y="559"/>
                    <a:pt x="887" y="565"/>
                    <a:pt x="889" y="572"/>
                  </a:cubicBezTo>
                  <a:cubicBezTo>
                    <a:pt x="889" y="572"/>
                    <a:pt x="889" y="572"/>
                    <a:pt x="889" y="572"/>
                  </a:cubicBezTo>
                  <a:cubicBezTo>
                    <a:pt x="889" y="572"/>
                    <a:pt x="889" y="572"/>
                    <a:pt x="889" y="572"/>
                  </a:cubicBezTo>
                  <a:cubicBezTo>
                    <a:pt x="889" y="574"/>
                    <a:pt x="889" y="574"/>
                    <a:pt x="889" y="574"/>
                  </a:cubicBezTo>
                  <a:cubicBezTo>
                    <a:pt x="888" y="574"/>
                    <a:pt x="888" y="574"/>
                    <a:pt x="888" y="574"/>
                  </a:cubicBezTo>
                  <a:cubicBezTo>
                    <a:pt x="886" y="580"/>
                    <a:pt x="885" y="586"/>
                    <a:pt x="885" y="594"/>
                  </a:cubicBezTo>
                  <a:cubicBezTo>
                    <a:pt x="885" y="598"/>
                    <a:pt x="885" y="603"/>
                    <a:pt x="886" y="609"/>
                  </a:cubicBezTo>
                  <a:cubicBezTo>
                    <a:pt x="886" y="609"/>
                    <a:pt x="886" y="609"/>
                    <a:pt x="886" y="609"/>
                  </a:cubicBezTo>
                  <a:cubicBezTo>
                    <a:pt x="886" y="611"/>
                    <a:pt x="886" y="611"/>
                    <a:pt x="886" y="611"/>
                  </a:cubicBezTo>
                  <a:cubicBezTo>
                    <a:pt x="886" y="611"/>
                    <a:pt x="886" y="611"/>
                    <a:pt x="886" y="611"/>
                  </a:cubicBezTo>
                  <a:cubicBezTo>
                    <a:pt x="883" y="617"/>
                    <a:pt x="881" y="625"/>
                    <a:pt x="881" y="635"/>
                  </a:cubicBezTo>
                  <a:cubicBezTo>
                    <a:pt x="881" y="638"/>
                    <a:pt x="881" y="641"/>
                    <a:pt x="882" y="645"/>
                  </a:cubicBezTo>
                  <a:cubicBezTo>
                    <a:pt x="882" y="645"/>
                    <a:pt x="882" y="645"/>
                    <a:pt x="882" y="645"/>
                  </a:cubicBezTo>
                  <a:cubicBezTo>
                    <a:pt x="882" y="647"/>
                    <a:pt x="882" y="647"/>
                    <a:pt x="882" y="647"/>
                  </a:cubicBezTo>
                  <a:cubicBezTo>
                    <a:pt x="881" y="648"/>
                    <a:pt x="881" y="648"/>
                    <a:pt x="881" y="648"/>
                  </a:cubicBezTo>
                  <a:cubicBezTo>
                    <a:pt x="879" y="651"/>
                    <a:pt x="878" y="655"/>
                    <a:pt x="877" y="660"/>
                  </a:cubicBezTo>
                  <a:cubicBezTo>
                    <a:pt x="877" y="660"/>
                    <a:pt x="877" y="660"/>
                    <a:pt x="877" y="660"/>
                  </a:cubicBezTo>
                  <a:cubicBezTo>
                    <a:pt x="877" y="662"/>
                    <a:pt x="877" y="662"/>
                    <a:pt x="877" y="662"/>
                  </a:cubicBezTo>
                  <a:cubicBezTo>
                    <a:pt x="875" y="666"/>
                    <a:pt x="875" y="672"/>
                    <a:pt x="875" y="678"/>
                  </a:cubicBezTo>
                  <a:cubicBezTo>
                    <a:pt x="875" y="680"/>
                    <a:pt x="875" y="681"/>
                    <a:pt x="875" y="683"/>
                  </a:cubicBezTo>
                  <a:cubicBezTo>
                    <a:pt x="875" y="683"/>
                    <a:pt x="875" y="683"/>
                    <a:pt x="875" y="683"/>
                  </a:cubicBezTo>
                  <a:cubicBezTo>
                    <a:pt x="875" y="685"/>
                    <a:pt x="875" y="685"/>
                    <a:pt x="875" y="685"/>
                  </a:cubicBezTo>
                  <a:cubicBezTo>
                    <a:pt x="874" y="686"/>
                    <a:pt x="874" y="686"/>
                    <a:pt x="874" y="686"/>
                  </a:cubicBezTo>
                  <a:cubicBezTo>
                    <a:pt x="870" y="693"/>
                    <a:pt x="867" y="703"/>
                    <a:pt x="866" y="719"/>
                  </a:cubicBezTo>
                  <a:cubicBezTo>
                    <a:pt x="866" y="719"/>
                    <a:pt x="866" y="719"/>
                    <a:pt x="866" y="719"/>
                  </a:cubicBezTo>
                  <a:cubicBezTo>
                    <a:pt x="866" y="721"/>
                    <a:pt x="866" y="721"/>
                    <a:pt x="866" y="721"/>
                  </a:cubicBezTo>
                  <a:cubicBezTo>
                    <a:pt x="865" y="721"/>
                    <a:pt x="865" y="721"/>
                    <a:pt x="865" y="721"/>
                  </a:cubicBezTo>
                  <a:cubicBezTo>
                    <a:pt x="860" y="728"/>
                    <a:pt x="856" y="738"/>
                    <a:pt x="855" y="754"/>
                  </a:cubicBezTo>
                  <a:cubicBezTo>
                    <a:pt x="855" y="754"/>
                    <a:pt x="855" y="754"/>
                    <a:pt x="855" y="754"/>
                  </a:cubicBezTo>
                  <a:cubicBezTo>
                    <a:pt x="855" y="756"/>
                    <a:pt x="855" y="756"/>
                    <a:pt x="855" y="756"/>
                  </a:cubicBezTo>
                  <a:cubicBezTo>
                    <a:pt x="854" y="756"/>
                    <a:pt x="854" y="756"/>
                    <a:pt x="854" y="756"/>
                  </a:cubicBezTo>
                  <a:cubicBezTo>
                    <a:pt x="852" y="759"/>
                    <a:pt x="850" y="763"/>
                    <a:pt x="848" y="767"/>
                  </a:cubicBezTo>
                  <a:lnTo>
                    <a:pt x="847" y="769"/>
                  </a:lnTo>
                  <a:close/>
                  <a:moveTo>
                    <a:pt x="858" y="799"/>
                  </a:moveTo>
                  <a:cubicBezTo>
                    <a:pt x="857" y="801"/>
                    <a:pt x="856" y="803"/>
                    <a:pt x="855" y="803"/>
                  </a:cubicBezTo>
                  <a:cubicBezTo>
                    <a:pt x="855" y="804"/>
                    <a:pt x="855" y="804"/>
                    <a:pt x="855" y="804"/>
                  </a:cubicBezTo>
                  <a:cubicBezTo>
                    <a:pt x="853" y="804"/>
                    <a:pt x="849" y="801"/>
                    <a:pt x="848" y="795"/>
                  </a:cubicBezTo>
                  <a:cubicBezTo>
                    <a:pt x="848" y="794"/>
                    <a:pt x="848" y="792"/>
                    <a:pt x="848" y="790"/>
                  </a:cubicBezTo>
                  <a:cubicBezTo>
                    <a:pt x="848" y="787"/>
                    <a:pt x="848" y="784"/>
                    <a:pt x="849" y="782"/>
                  </a:cubicBezTo>
                  <a:cubicBezTo>
                    <a:pt x="850" y="780"/>
                    <a:pt x="851" y="778"/>
                    <a:pt x="852" y="777"/>
                  </a:cubicBezTo>
                  <a:cubicBezTo>
                    <a:pt x="852" y="777"/>
                    <a:pt x="852" y="777"/>
                    <a:pt x="853" y="777"/>
                  </a:cubicBezTo>
                  <a:cubicBezTo>
                    <a:pt x="854" y="777"/>
                    <a:pt x="858" y="779"/>
                    <a:pt x="859" y="785"/>
                  </a:cubicBezTo>
                  <a:cubicBezTo>
                    <a:pt x="859" y="787"/>
                    <a:pt x="859" y="788"/>
                    <a:pt x="859" y="790"/>
                  </a:cubicBezTo>
                  <a:cubicBezTo>
                    <a:pt x="859" y="793"/>
                    <a:pt x="859" y="796"/>
                    <a:pt x="858" y="799"/>
                  </a:cubicBezTo>
                  <a:moveTo>
                    <a:pt x="869" y="769"/>
                  </a:moveTo>
                  <a:cubicBezTo>
                    <a:pt x="869" y="769"/>
                    <a:pt x="869" y="769"/>
                    <a:pt x="869" y="769"/>
                  </a:cubicBezTo>
                  <a:cubicBezTo>
                    <a:pt x="869" y="769"/>
                    <a:pt x="869" y="769"/>
                    <a:pt x="868" y="769"/>
                  </a:cubicBezTo>
                  <a:cubicBezTo>
                    <a:pt x="867" y="770"/>
                    <a:pt x="863" y="767"/>
                    <a:pt x="861" y="761"/>
                  </a:cubicBezTo>
                  <a:cubicBezTo>
                    <a:pt x="861" y="759"/>
                    <a:pt x="861" y="757"/>
                    <a:pt x="861" y="755"/>
                  </a:cubicBezTo>
                  <a:cubicBezTo>
                    <a:pt x="861" y="749"/>
                    <a:pt x="863" y="744"/>
                    <a:pt x="864" y="743"/>
                  </a:cubicBezTo>
                  <a:cubicBezTo>
                    <a:pt x="864" y="743"/>
                    <a:pt x="864" y="743"/>
                    <a:pt x="865" y="743"/>
                  </a:cubicBezTo>
                  <a:cubicBezTo>
                    <a:pt x="866" y="743"/>
                    <a:pt x="870" y="745"/>
                    <a:pt x="871" y="751"/>
                  </a:cubicBezTo>
                  <a:cubicBezTo>
                    <a:pt x="872" y="753"/>
                    <a:pt x="872" y="755"/>
                    <a:pt x="872" y="758"/>
                  </a:cubicBezTo>
                  <a:cubicBezTo>
                    <a:pt x="872" y="763"/>
                    <a:pt x="870" y="768"/>
                    <a:pt x="869" y="769"/>
                  </a:cubicBezTo>
                  <a:moveTo>
                    <a:pt x="881" y="732"/>
                  </a:moveTo>
                  <a:cubicBezTo>
                    <a:pt x="881" y="732"/>
                    <a:pt x="881" y="732"/>
                    <a:pt x="880" y="732"/>
                  </a:cubicBezTo>
                  <a:cubicBezTo>
                    <a:pt x="879" y="732"/>
                    <a:pt x="875" y="730"/>
                    <a:pt x="873" y="725"/>
                  </a:cubicBezTo>
                  <a:cubicBezTo>
                    <a:pt x="872" y="722"/>
                    <a:pt x="872" y="719"/>
                    <a:pt x="872" y="717"/>
                  </a:cubicBezTo>
                  <a:cubicBezTo>
                    <a:pt x="872" y="712"/>
                    <a:pt x="874" y="707"/>
                    <a:pt x="875" y="706"/>
                  </a:cubicBezTo>
                  <a:cubicBezTo>
                    <a:pt x="875" y="706"/>
                    <a:pt x="875" y="706"/>
                    <a:pt x="876" y="706"/>
                  </a:cubicBezTo>
                  <a:cubicBezTo>
                    <a:pt x="876" y="706"/>
                    <a:pt x="876" y="706"/>
                    <a:pt x="876" y="706"/>
                  </a:cubicBezTo>
                  <a:cubicBezTo>
                    <a:pt x="877" y="706"/>
                    <a:pt x="881" y="708"/>
                    <a:pt x="883" y="713"/>
                  </a:cubicBezTo>
                  <a:cubicBezTo>
                    <a:pt x="884" y="716"/>
                    <a:pt x="884" y="719"/>
                    <a:pt x="884" y="722"/>
                  </a:cubicBezTo>
                  <a:cubicBezTo>
                    <a:pt x="884" y="727"/>
                    <a:pt x="882" y="731"/>
                    <a:pt x="881" y="732"/>
                  </a:cubicBezTo>
                  <a:moveTo>
                    <a:pt x="891" y="694"/>
                  </a:moveTo>
                  <a:cubicBezTo>
                    <a:pt x="891" y="694"/>
                    <a:pt x="891" y="694"/>
                    <a:pt x="890" y="694"/>
                  </a:cubicBezTo>
                  <a:cubicBezTo>
                    <a:pt x="888" y="695"/>
                    <a:pt x="885" y="692"/>
                    <a:pt x="883" y="687"/>
                  </a:cubicBezTo>
                  <a:cubicBezTo>
                    <a:pt x="882" y="684"/>
                    <a:pt x="881" y="680"/>
                    <a:pt x="881" y="677"/>
                  </a:cubicBezTo>
                  <a:cubicBezTo>
                    <a:pt x="881" y="673"/>
                    <a:pt x="882" y="670"/>
                    <a:pt x="883" y="669"/>
                  </a:cubicBezTo>
                  <a:cubicBezTo>
                    <a:pt x="883" y="669"/>
                    <a:pt x="883" y="668"/>
                    <a:pt x="884" y="668"/>
                  </a:cubicBezTo>
                  <a:cubicBezTo>
                    <a:pt x="886" y="668"/>
                    <a:pt x="889" y="670"/>
                    <a:pt x="891" y="675"/>
                  </a:cubicBezTo>
                  <a:cubicBezTo>
                    <a:pt x="893" y="679"/>
                    <a:pt x="893" y="682"/>
                    <a:pt x="893" y="686"/>
                  </a:cubicBezTo>
                  <a:cubicBezTo>
                    <a:pt x="893" y="690"/>
                    <a:pt x="892" y="693"/>
                    <a:pt x="891" y="694"/>
                  </a:cubicBezTo>
                  <a:moveTo>
                    <a:pt x="898" y="658"/>
                  </a:moveTo>
                  <a:cubicBezTo>
                    <a:pt x="898" y="658"/>
                    <a:pt x="898" y="658"/>
                    <a:pt x="897" y="658"/>
                  </a:cubicBezTo>
                  <a:cubicBezTo>
                    <a:pt x="896" y="658"/>
                    <a:pt x="892" y="656"/>
                    <a:pt x="890" y="652"/>
                  </a:cubicBezTo>
                  <a:cubicBezTo>
                    <a:pt x="888" y="648"/>
                    <a:pt x="887" y="644"/>
                    <a:pt x="887" y="640"/>
                  </a:cubicBezTo>
                  <a:cubicBezTo>
                    <a:pt x="887" y="637"/>
                    <a:pt x="888" y="634"/>
                    <a:pt x="889" y="633"/>
                  </a:cubicBezTo>
                  <a:cubicBezTo>
                    <a:pt x="889" y="633"/>
                    <a:pt x="889" y="633"/>
                    <a:pt x="890" y="633"/>
                  </a:cubicBezTo>
                  <a:cubicBezTo>
                    <a:pt x="890" y="633"/>
                    <a:pt x="890" y="633"/>
                    <a:pt x="890" y="633"/>
                  </a:cubicBezTo>
                  <a:cubicBezTo>
                    <a:pt x="890" y="633"/>
                    <a:pt x="890" y="633"/>
                    <a:pt x="890" y="633"/>
                  </a:cubicBezTo>
                  <a:cubicBezTo>
                    <a:pt x="892" y="633"/>
                    <a:pt x="895" y="635"/>
                    <a:pt x="897" y="639"/>
                  </a:cubicBezTo>
                  <a:cubicBezTo>
                    <a:pt x="899" y="643"/>
                    <a:pt x="900" y="647"/>
                    <a:pt x="900" y="651"/>
                  </a:cubicBezTo>
                  <a:cubicBezTo>
                    <a:pt x="900" y="654"/>
                    <a:pt x="899" y="657"/>
                    <a:pt x="898" y="658"/>
                  </a:cubicBezTo>
                  <a:moveTo>
                    <a:pt x="904" y="619"/>
                  </a:moveTo>
                  <a:cubicBezTo>
                    <a:pt x="903" y="619"/>
                    <a:pt x="903" y="620"/>
                    <a:pt x="902" y="620"/>
                  </a:cubicBezTo>
                  <a:cubicBezTo>
                    <a:pt x="900" y="620"/>
                    <a:pt x="897" y="618"/>
                    <a:pt x="894" y="613"/>
                  </a:cubicBezTo>
                  <a:cubicBezTo>
                    <a:pt x="892" y="609"/>
                    <a:pt x="891" y="604"/>
                    <a:pt x="891" y="600"/>
                  </a:cubicBezTo>
                  <a:cubicBezTo>
                    <a:pt x="892" y="598"/>
                    <a:pt x="892" y="596"/>
                    <a:pt x="892" y="595"/>
                  </a:cubicBezTo>
                  <a:cubicBezTo>
                    <a:pt x="893" y="595"/>
                    <a:pt x="893" y="594"/>
                    <a:pt x="894" y="594"/>
                  </a:cubicBezTo>
                  <a:cubicBezTo>
                    <a:pt x="894" y="594"/>
                    <a:pt x="894" y="594"/>
                    <a:pt x="894" y="594"/>
                  </a:cubicBezTo>
                  <a:cubicBezTo>
                    <a:pt x="894" y="594"/>
                    <a:pt x="894" y="594"/>
                    <a:pt x="894" y="594"/>
                  </a:cubicBezTo>
                  <a:cubicBezTo>
                    <a:pt x="896" y="595"/>
                    <a:pt x="899" y="596"/>
                    <a:pt x="902" y="601"/>
                  </a:cubicBezTo>
                  <a:cubicBezTo>
                    <a:pt x="904" y="604"/>
                    <a:pt x="905" y="609"/>
                    <a:pt x="905" y="613"/>
                  </a:cubicBezTo>
                  <a:cubicBezTo>
                    <a:pt x="905" y="616"/>
                    <a:pt x="904" y="618"/>
                    <a:pt x="904" y="619"/>
                  </a:cubicBezTo>
                  <a:moveTo>
                    <a:pt x="907" y="580"/>
                  </a:moveTo>
                  <a:cubicBezTo>
                    <a:pt x="907" y="580"/>
                    <a:pt x="906" y="581"/>
                    <a:pt x="905" y="581"/>
                  </a:cubicBezTo>
                  <a:cubicBezTo>
                    <a:pt x="903" y="581"/>
                    <a:pt x="900" y="579"/>
                    <a:pt x="897" y="575"/>
                  </a:cubicBezTo>
                  <a:cubicBezTo>
                    <a:pt x="894" y="571"/>
                    <a:pt x="893" y="565"/>
                    <a:pt x="893" y="561"/>
                  </a:cubicBezTo>
                  <a:cubicBezTo>
                    <a:pt x="893" y="559"/>
                    <a:pt x="894" y="557"/>
                    <a:pt x="894" y="557"/>
                  </a:cubicBezTo>
                  <a:cubicBezTo>
                    <a:pt x="894" y="556"/>
                    <a:pt x="894" y="556"/>
                    <a:pt x="895" y="556"/>
                  </a:cubicBezTo>
                  <a:cubicBezTo>
                    <a:pt x="896" y="556"/>
                    <a:pt x="896" y="556"/>
                    <a:pt x="896" y="556"/>
                  </a:cubicBezTo>
                  <a:cubicBezTo>
                    <a:pt x="897" y="556"/>
                    <a:pt x="901" y="558"/>
                    <a:pt x="903" y="562"/>
                  </a:cubicBezTo>
                  <a:cubicBezTo>
                    <a:pt x="906" y="566"/>
                    <a:pt x="908" y="572"/>
                    <a:pt x="907" y="576"/>
                  </a:cubicBezTo>
                  <a:cubicBezTo>
                    <a:pt x="907" y="578"/>
                    <a:pt x="907" y="579"/>
                    <a:pt x="907" y="580"/>
                  </a:cubicBezTo>
                  <a:moveTo>
                    <a:pt x="907" y="543"/>
                  </a:moveTo>
                  <a:cubicBezTo>
                    <a:pt x="907" y="543"/>
                    <a:pt x="907" y="544"/>
                    <a:pt x="906" y="544"/>
                  </a:cubicBezTo>
                  <a:cubicBezTo>
                    <a:pt x="904" y="544"/>
                    <a:pt x="900" y="542"/>
                    <a:pt x="897" y="539"/>
                  </a:cubicBezTo>
                  <a:cubicBezTo>
                    <a:pt x="894" y="534"/>
                    <a:pt x="893" y="528"/>
                    <a:pt x="893" y="524"/>
                  </a:cubicBezTo>
                  <a:cubicBezTo>
                    <a:pt x="893" y="522"/>
                    <a:pt x="893" y="521"/>
                    <a:pt x="893" y="520"/>
                  </a:cubicBezTo>
                  <a:cubicBezTo>
                    <a:pt x="894" y="520"/>
                    <a:pt x="894" y="520"/>
                    <a:pt x="895" y="520"/>
                  </a:cubicBezTo>
                  <a:cubicBezTo>
                    <a:pt x="895" y="520"/>
                    <a:pt x="895" y="520"/>
                    <a:pt x="895" y="520"/>
                  </a:cubicBezTo>
                  <a:cubicBezTo>
                    <a:pt x="897" y="520"/>
                    <a:pt x="900" y="521"/>
                    <a:pt x="903" y="525"/>
                  </a:cubicBezTo>
                  <a:cubicBezTo>
                    <a:pt x="906" y="529"/>
                    <a:pt x="908" y="536"/>
                    <a:pt x="908" y="540"/>
                  </a:cubicBezTo>
                  <a:cubicBezTo>
                    <a:pt x="908" y="542"/>
                    <a:pt x="908" y="543"/>
                    <a:pt x="907" y="54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5" name="Freeform 584">
              <a:extLst>
                <a:ext uri="{FF2B5EF4-FFF2-40B4-BE49-F238E27FC236}">
                  <a16:creationId xmlns:a16="http://schemas.microsoft.com/office/drawing/2014/main" id="{3BF36DBA-CD64-4D33-BE6A-85D5B314ECB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09713" y="12673013"/>
              <a:ext cx="19050" cy="11112"/>
            </a:xfrm>
            <a:custGeom>
              <a:avLst/>
              <a:gdLst>
                <a:gd name="T0" fmla="*/ 0 w 30"/>
                <a:gd name="T1" fmla="*/ 10 h 17"/>
                <a:gd name="T2" fmla="*/ 0 w 30"/>
                <a:gd name="T3" fmla="*/ 10 h 17"/>
                <a:gd name="T4" fmla="*/ 0 w 30"/>
                <a:gd name="T5" fmla="*/ 8 h 17"/>
                <a:gd name="T6" fmla="*/ 13 w 30"/>
                <a:gd name="T7" fmla="*/ 0 h 17"/>
                <a:gd name="T8" fmla="*/ 13 w 30"/>
                <a:gd name="T9" fmla="*/ 0 h 17"/>
                <a:gd name="T10" fmla="*/ 13 w 30"/>
                <a:gd name="T11" fmla="*/ 0 h 17"/>
                <a:gd name="T12" fmla="*/ 13 w 30"/>
                <a:gd name="T13" fmla="*/ 0 h 17"/>
                <a:gd name="T14" fmla="*/ 13 w 30"/>
                <a:gd name="T15" fmla="*/ 1 h 17"/>
                <a:gd name="T16" fmla="*/ 14 w 30"/>
                <a:gd name="T17" fmla="*/ 1 h 17"/>
                <a:gd name="T18" fmla="*/ 17 w 30"/>
                <a:gd name="T19" fmla="*/ 1 h 17"/>
                <a:gd name="T20" fmla="*/ 17 w 30"/>
                <a:gd name="T21" fmla="*/ 1 h 17"/>
                <a:gd name="T22" fmla="*/ 30 w 30"/>
                <a:gd name="T23" fmla="*/ 8 h 17"/>
                <a:gd name="T24" fmla="*/ 29 w 30"/>
                <a:gd name="T25" fmla="*/ 10 h 17"/>
                <a:gd name="T26" fmla="*/ 15 w 30"/>
                <a:gd name="T27" fmla="*/ 17 h 17"/>
                <a:gd name="T28" fmla="*/ 0 w 30"/>
                <a:gd name="T29" fmla="*/ 10 h 17"/>
                <a:gd name="T30" fmla="*/ 14 w 30"/>
                <a:gd name="T31" fmla="*/ 14 h 17"/>
                <a:gd name="T32" fmla="*/ 24 w 30"/>
                <a:gd name="T33" fmla="*/ 9 h 17"/>
                <a:gd name="T34" fmla="*/ 24 w 30"/>
                <a:gd name="T35" fmla="*/ 9 h 17"/>
                <a:gd name="T36" fmla="*/ 14 w 30"/>
                <a:gd name="T37" fmla="*/ 3 h 17"/>
                <a:gd name="T38" fmla="*/ 14 w 30"/>
                <a:gd name="T39" fmla="*/ 3 h 17"/>
                <a:gd name="T40" fmla="*/ 4 w 30"/>
                <a:gd name="T41" fmla="*/ 9 h 17"/>
                <a:gd name="T42" fmla="*/ 14 w 30"/>
                <a:gd name="T4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17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5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15" y="17"/>
                    <a:pt x="15" y="17"/>
                    <a:pt x="15" y="17"/>
                  </a:cubicBezTo>
                  <a:lnTo>
                    <a:pt x="0" y="10"/>
                  </a:lnTo>
                  <a:close/>
                  <a:moveTo>
                    <a:pt x="14" y="14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14" y="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6" name="Freeform 585">
              <a:extLst>
                <a:ext uri="{FF2B5EF4-FFF2-40B4-BE49-F238E27FC236}">
                  <a16:creationId xmlns:a16="http://schemas.microsoft.com/office/drawing/2014/main" id="{7E4A384C-D9FF-4D4A-A934-8999ADD9862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87488" y="12676188"/>
              <a:ext cx="19050" cy="11112"/>
            </a:xfrm>
            <a:custGeom>
              <a:avLst/>
              <a:gdLst>
                <a:gd name="T0" fmla="*/ 29 w 30"/>
                <a:gd name="T1" fmla="*/ 5 h 17"/>
                <a:gd name="T2" fmla="*/ 29 w 30"/>
                <a:gd name="T3" fmla="*/ 5 h 17"/>
                <a:gd name="T4" fmla="*/ 30 w 30"/>
                <a:gd name="T5" fmla="*/ 8 h 17"/>
                <a:gd name="T6" fmla="*/ 17 w 30"/>
                <a:gd name="T7" fmla="*/ 16 h 17"/>
                <a:gd name="T8" fmla="*/ 17 w 30"/>
                <a:gd name="T9" fmla="*/ 16 h 17"/>
                <a:gd name="T10" fmla="*/ 16 w 30"/>
                <a:gd name="T11" fmla="*/ 17 h 17"/>
                <a:gd name="T12" fmla="*/ 16 w 30"/>
                <a:gd name="T13" fmla="*/ 17 h 17"/>
                <a:gd name="T14" fmla="*/ 0 w 30"/>
                <a:gd name="T15" fmla="*/ 12 h 17"/>
                <a:gd name="T16" fmla="*/ 0 w 30"/>
                <a:gd name="T17" fmla="*/ 11 h 17"/>
                <a:gd name="T18" fmla="*/ 12 w 30"/>
                <a:gd name="T19" fmla="*/ 0 h 17"/>
                <a:gd name="T20" fmla="*/ 12 w 30"/>
                <a:gd name="T21" fmla="*/ 0 h 17"/>
                <a:gd name="T22" fmla="*/ 14 w 30"/>
                <a:gd name="T23" fmla="*/ 0 h 17"/>
                <a:gd name="T24" fmla="*/ 14 w 30"/>
                <a:gd name="T25" fmla="*/ 0 h 17"/>
                <a:gd name="T26" fmla="*/ 29 w 30"/>
                <a:gd name="T27" fmla="*/ 5 h 17"/>
                <a:gd name="T28" fmla="*/ 15 w 30"/>
                <a:gd name="T29" fmla="*/ 13 h 17"/>
                <a:gd name="T30" fmla="*/ 24 w 30"/>
                <a:gd name="T31" fmla="*/ 7 h 17"/>
                <a:gd name="T32" fmla="*/ 24 w 30"/>
                <a:gd name="T33" fmla="*/ 7 h 17"/>
                <a:gd name="T34" fmla="*/ 14 w 30"/>
                <a:gd name="T35" fmla="*/ 3 h 17"/>
                <a:gd name="T36" fmla="*/ 13 w 30"/>
                <a:gd name="T37" fmla="*/ 3 h 17"/>
                <a:gd name="T38" fmla="*/ 5 w 30"/>
                <a:gd name="T39" fmla="*/ 10 h 17"/>
                <a:gd name="T40" fmla="*/ 15 w 30"/>
                <a:gd name="T4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17">
                  <a:moveTo>
                    <a:pt x="29" y="5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6"/>
                    <a:pt x="16" y="16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29" y="5"/>
                  </a:lnTo>
                  <a:close/>
                  <a:moveTo>
                    <a:pt x="15" y="13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5" y="10"/>
                    <a:pt x="5" y="10"/>
                    <a:pt x="5" y="10"/>
                  </a:cubicBezTo>
                  <a:lnTo>
                    <a:pt x="15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7" name="Freeform 586">
              <a:extLst>
                <a:ext uri="{FF2B5EF4-FFF2-40B4-BE49-F238E27FC236}">
                  <a16:creationId xmlns:a16="http://schemas.microsoft.com/office/drawing/2014/main" id="{AEC8D0E6-371E-400B-8A69-DAA3EA9835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71613" y="12684125"/>
              <a:ext cx="14288" cy="9525"/>
            </a:xfrm>
            <a:custGeom>
              <a:avLst/>
              <a:gdLst>
                <a:gd name="T0" fmla="*/ 20 w 21"/>
                <a:gd name="T1" fmla="*/ 3 h 15"/>
                <a:gd name="T2" fmla="*/ 20 w 21"/>
                <a:gd name="T3" fmla="*/ 3 h 15"/>
                <a:gd name="T4" fmla="*/ 5 w 21"/>
                <a:gd name="T5" fmla="*/ 0 h 15"/>
                <a:gd name="T6" fmla="*/ 5 w 21"/>
                <a:gd name="T7" fmla="*/ 0 h 15"/>
                <a:gd name="T8" fmla="*/ 4 w 21"/>
                <a:gd name="T9" fmla="*/ 0 h 15"/>
                <a:gd name="T10" fmla="*/ 4 w 21"/>
                <a:gd name="T11" fmla="*/ 0 h 15"/>
                <a:gd name="T12" fmla="*/ 3 w 21"/>
                <a:gd name="T13" fmla="*/ 1 h 15"/>
                <a:gd name="T14" fmla="*/ 0 w 21"/>
                <a:gd name="T15" fmla="*/ 4 h 15"/>
                <a:gd name="T16" fmla="*/ 0 w 21"/>
                <a:gd name="T17" fmla="*/ 6 h 15"/>
                <a:gd name="T18" fmla="*/ 1 w 21"/>
                <a:gd name="T19" fmla="*/ 10 h 15"/>
                <a:gd name="T20" fmla="*/ 2 w 21"/>
                <a:gd name="T21" fmla="*/ 13 h 15"/>
                <a:gd name="T22" fmla="*/ 2 w 21"/>
                <a:gd name="T23" fmla="*/ 13 h 15"/>
                <a:gd name="T24" fmla="*/ 4 w 21"/>
                <a:gd name="T25" fmla="*/ 15 h 15"/>
                <a:gd name="T26" fmla="*/ 8 w 21"/>
                <a:gd name="T27" fmla="*/ 15 h 15"/>
                <a:gd name="T28" fmla="*/ 9 w 21"/>
                <a:gd name="T29" fmla="*/ 15 h 15"/>
                <a:gd name="T30" fmla="*/ 10 w 21"/>
                <a:gd name="T31" fmla="*/ 15 h 15"/>
                <a:gd name="T32" fmla="*/ 10 w 21"/>
                <a:gd name="T33" fmla="*/ 15 h 15"/>
                <a:gd name="T34" fmla="*/ 21 w 21"/>
                <a:gd name="T35" fmla="*/ 5 h 15"/>
                <a:gd name="T36" fmla="*/ 20 w 21"/>
                <a:gd name="T37" fmla="*/ 3 h 15"/>
                <a:gd name="T38" fmla="*/ 8 w 21"/>
                <a:gd name="T39" fmla="*/ 13 h 15"/>
                <a:gd name="T40" fmla="*/ 5 w 21"/>
                <a:gd name="T41" fmla="*/ 12 h 15"/>
                <a:gd name="T42" fmla="*/ 4 w 21"/>
                <a:gd name="T43" fmla="*/ 9 h 15"/>
                <a:gd name="T44" fmla="*/ 3 w 21"/>
                <a:gd name="T45" fmla="*/ 4 h 15"/>
                <a:gd name="T46" fmla="*/ 4 w 21"/>
                <a:gd name="T47" fmla="*/ 3 h 15"/>
                <a:gd name="T48" fmla="*/ 5 w 21"/>
                <a:gd name="T49" fmla="*/ 3 h 15"/>
                <a:gd name="T50" fmla="*/ 15 w 21"/>
                <a:gd name="T51" fmla="*/ 5 h 15"/>
                <a:gd name="T52" fmla="*/ 15 w 21"/>
                <a:gd name="T53" fmla="*/ 6 h 15"/>
                <a:gd name="T54" fmla="*/ 8 w 21"/>
                <a:gd name="T5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" h="15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1" y="7"/>
                    <a:pt x="1" y="9"/>
                    <a:pt x="1" y="10"/>
                  </a:cubicBezTo>
                  <a:cubicBezTo>
                    <a:pt x="1" y="11"/>
                    <a:pt x="1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0" y="3"/>
                  </a:lnTo>
                  <a:close/>
                  <a:moveTo>
                    <a:pt x="8" y="13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0"/>
                    <a:pt x="4" y="9"/>
                  </a:cubicBezTo>
                  <a:cubicBezTo>
                    <a:pt x="3" y="7"/>
                    <a:pt x="3" y="5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6"/>
                    <a:pt x="15" y="6"/>
                    <a:pt x="15" y="6"/>
                  </a:cubicBezTo>
                  <a:lnTo>
                    <a:pt x="8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8" name="Freeform 587">
              <a:extLst>
                <a:ext uri="{FF2B5EF4-FFF2-40B4-BE49-F238E27FC236}">
                  <a16:creationId xmlns:a16="http://schemas.microsoft.com/office/drawing/2014/main" id="{6D4EBCC2-9908-4BE6-ABEF-65ACF43DCB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31938" y="12676188"/>
              <a:ext cx="19050" cy="11112"/>
            </a:xfrm>
            <a:custGeom>
              <a:avLst/>
              <a:gdLst>
                <a:gd name="T0" fmla="*/ 29 w 30"/>
                <a:gd name="T1" fmla="*/ 10 h 17"/>
                <a:gd name="T2" fmla="*/ 30 w 30"/>
                <a:gd name="T3" fmla="*/ 11 h 17"/>
                <a:gd name="T4" fmla="*/ 29 w 30"/>
                <a:gd name="T5" fmla="*/ 12 h 17"/>
                <a:gd name="T6" fmla="*/ 14 w 30"/>
                <a:gd name="T7" fmla="*/ 17 h 17"/>
                <a:gd name="T8" fmla="*/ 14 w 30"/>
                <a:gd name="T9" fmla="*/ 17 h 17"/>
                <a:gd name="T10" fmla="*/ 13 w 30"/>
                <a:gd name="T11" fmla="*/ 16 h 17"/>
                <a:gd name="T12" fmla="*/ 13 w 30"/>
                <a:gd name="T13" fmla="*/ 16 h 17"/>
                <a:gd name="T14" fmla="*/ 0 w 30"/>
                <a:gd name="T15" fmla="*/ 8 h 17"/>
                <a:gd name="T16" fmla="*/ 0 w 30"/>
                <a:gd name="T17" fmla="*/ 5 h 17"/>
                <a:gd name="T18" fmla="*/ 16 w 30"/>
                <a:gd name="T19" fmla="*/ 0 h 17"/>
                <a:gd name="T20" fmla="*/ 16 w 30"/>
                <a:gd name="T21" fmla="*/ 0 h 17"/>
                <a:gd name="T22" fmla="*/ 17 w 30"/>
                <a:gd name="T23" fmla="*/ 0 h 17"/>
                <a:gd name="T24" fmla="*/ 17 w 30"/>
                <a:gd name="T25" fmla="*/ 0 h 17"/>
                <a:gd name="T26" fmla="*/ 29 w 30"/>
                <a:gd name="T27" fmla="*/ 10 h 17"/>
                <a:gd name="T28" fmla="*/ 5 w 30"/>
                <a:gd name="T29" fmla="*/ 7 h 17"/>
                <a:gd name="T30" fmla="*/ 5 w 30"/>
                <a:gd name="T31" fmla="*/ 7 h 17"/>
                <a:gd name="T32" fmla="*/ 14 w 30"/>
                <a:gd name="T33" fmla="*/ 13 h 17"/>
                <a:gd name="T34" fmla="*/ 25 w 30"/>
                <a:gd name="T35" fmla="*/ 10 h 17"/>
                <a:gd name="T36" fmla="*/ 16 w 30"/>
                <a:gd name="T37" fmla="*/ 3 h 17"/>
                <a:gd name="T38" fmla="*/ 16 w 30"/>
                <a:gd name="T39" fmla="*/ 3 h 17"/>
                <a:gd name="T40" fmla="*/ 5 w 30"/>
                <a:gd name="T41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17">
                  <a:moveTo>
                    <a:pt x="29" y="10"/>
                  </a:moveTo>
                  <a:cubicBezTo>
                    <a:pt x="30" y="11"/>
                    <a:pt x="30" y="11"/>
                    <a:pt x="30" y="11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29" y="10"/>
                  </a:lnTo>
                  <a:close/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lnTo>
                    <a:pt x="5" y="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9" name="Freeform 588">
              <a:extLst>
                <a:ext uri="{FF2B5EF4-FFF2-40B4-BE49-F238E27FC236}">
                  <a16:creationId xmlns:a16="http://schemas.microsoft.com/office/drawing/2014/main" id="{E4976AA0-B4A3-4D07-ABA2-9214AB0DE01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52575" y="12684125"/>
              <a:ext cx="14288" cy="9525"/>
            </a:xfrm>
            <a:custGeom>
              <a:avLst/>
              <a:gdLst>
                <a:gd name="T0" fmla="*/ 22 w 22"/>
                <a:gd name="T1" fmla="*/ 5 h 15"/>
                <a:gd name="T2" fmla="*/ 19 w 22"/>
                <a:gd name="T3" fmla="*/ 2 h 15"/>
                <a:gd name="T4" fmla="*/ 19 w 22"/>
                <a:gd name="T5" fmla="*/ 1 h 15"/>
                <a:gd name="T6" fmla="*/ 19 w 22"/>
                <a:gd name="T7" fmla="*/ 1 h 15"/>
                <a:gd name="T8" fmla="*/ 18 w 22"/>
                <a:gd name="T9" fmla="*/ 1 h 15"/>
                <a:gd name="T10" fmla="*/ 17 w 22"/>
                <a:gd name="T11" fmla="*/ 0 h 15"/>
                <a:gd name="T12" fmla="*/ 17 w 22"/>
                <a:gd name="T13" fmla="*/ 0 h 15"/>
                <a:gd name="T14" fmla="*/ 17 w 22"/>
                <a:gd name="T15" fmla="*/ 0 h 15"/>
                <a:gd name="T16" fmla="*/ 16 w 22"/>
                <a:gd name="T17" fmla="*/ 0 h 15"/>
                <a:gd name="T18" fmla="*/ 16 w 22"/>
                <a:gd name="T19" fmla="*/ 0 h 15"/>
                <a:gd name="T20" fmla="*/ 1 w 22"/>
                <a:gd name="T21" fmla="*/ 3 h 15"/>
                <a:gd name="T22" fmla="*/ 0 w 22"/>
                <a:gd name="T23" fmla="*/ 5 h 15"/>
                <a:gd name="T24" fmla="*/ 10 w 22"/>
                <a:gd name="T25" fmla="*/ 14 h 15"/>
                <a:gd name="T26" fmla="*/ 10 w 22"/>
                <a:gd name="T27" fmla="*/ 14 h 15"/>
                <a:gd name="T28" fmla="*/ 11 w 22"/>
                <a:gd name="T29" fmla="*/ 15 h 15"/>
                <a:gd name="T30" fmla="*/ 12 w 22"/>
                <a:gd name="T31" fmla="*/ 15 h 15"/>
                <a:gd name="T32" fmla="*/ 18 w 22"/>
                <a:gd name="T33" fmla="*/ 15 h 15"/>
                <a:gd name="T34" fmla="*/ 19 w 22"/>
                <a:gd name="T35" fmla="*/ 13 h 15"/>
                <a:gd name="T36" fmla="*/ 20 w 22"/>
                <a:gd name="T37" fmla="*/ 12 h 15"/>
                <a:gd name="T38" fmla="*/ 21 w 22"/>
                <a:gd name="T39" fmla="*/ 10 h 15"/>
                <a:gd name="T40" fmla="*/ 21 w 22"/>
                <a:gd name="T41" fmla="*/ 7 h 15"/>
                <a:gd name="T42" fmla="*/ 22 w 22"/>
                <a:gd name="T43" fmla="*/ 5 h 15"/>
                <a:gd name="T44" fmla="*/ 5 w 22"/>
                <a:gd name="T45" fmla="*/ 6 h 15"/>
                <a:gd name="T46" fmla="*/ 5 w 22"/>
                <a:gd name="T47" fmla="*/ 5 h 15"/>
                <a:gd name="T48" fmla="*/ 16 w 22"/>
                <a:gd name="T49" fmla="*/ 3 h 15"/>
                <a:gd name="T50" fmla="*/ 17 w 22"/>
                <a:gd name="T51" fmla="*/ 3 h 15"/>
                <a:gd name="T52" fmla="*/ 19 w 22"/>
                <a:gd name="T53" fmla="*/ 5 h 15"/>
                <a:gd name="T54" fmla="*/ 18 w 22"/>
                <a:gd name="T55" fmla="*/ 9 h 15"/>
                <a:gd name="T56" fmla="*/ 16 w 22"/>
                <a:gd name="T57" fmla="*/ 12 h 15"/>
                <a:gd name="T58" fmla="*/ 16 w 22"/>
                <a:gd name="T59" fmla="*/ 12 h 15"/>
                <a:gd name="T60" fmla="*/ 13 w 22"/>
                <a:gd name="T61" fmla="*/ 13 h 15"/>
                <a:gd name="T62" fmla="*/ 5 w 22"/>
                <a:gd name="T63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" h="15">
                  <a:moveTo>
                    <a:pt x="22" y="5"/>
                  </a:move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9" y="14"/>
                    <a:pt x="19" y="13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21" y="12"/>
                    <a:pt x="21" y="11"/>
                    <a:pt x="21" y="10"/>
                  </a:cubicBezTo>
                  <a:cubicBezTo>
                    <a:pt x="21" y="9"/>
                    <a:pt x="21" y="8"/>
                    <a:pt x="21" y="7"/>
                  </a:cubicBezTo>
                  <a:cubicBezTo>
                    <a:pt x="21" y="6"/>
                    <a:pt x="21" y="5"/>
                    <a:pt x="22" y="5"/>
                  </a:cubicBezTo>
                  <a:moveTo>
                    <a:pt x="5" y="6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6"/>
                    <a:pt x="18" y="8"/>
                    <a:pt x="18" y="9"/>
                  </a:cubicBezTo>
                  <a:cubicBezTo>
                    <a:pt x="17" y="11"/>
                    <a:pt x="17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5" y="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0" name="Freeform 589">
              <a:extLst>
                <a:ext uri="{FF2B5EF4-FFF2-40B4-BE49-F238E27FC236}">
                  <a16:creationId xmlns:a16="http://schemas.microsoft.com/office/drawing/2014/main" id="{6F30CCE5-4D8A-4D0F-961E-999E3E758A6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74788" y="12684125"/>
              <a:ext cx="90488" cy="17462"/>
            </a:xfrm>
            <a:custGeom>
              <a:avLst/>
              <a:gdLst>
                <a:gd name="T0" fmla="*/ 141 w 141"/>
                <a:gd name="T1" fmla="*/ 15 h 29"/>
                <a:gd name="T2" fmla="*/ 135 w 141"/>
                <a:gd name="T3" fmla="*/ 15 h 29"/>
                <a:gd name="T4" fmla="*/ 132 w 141"/>
                <a:gd name="T5" fmla="*/ 12 h 29"/>
                <a:gd name="T6" fmla="*/ 110 w 141"/>
                <a:gd name="T7" fmla="*/ 6 h 29"/>
                <a:gd name="T8" fmla="*/ 103 w 141"/>
                <a:gd name="T9" fmla="*/ 5 h 29"/>
                <a:gd name="T10" fmla="*/ 102 w 141"/>
                <a:gd name="T11" fmla="*/ 5 h 29"/>
                <a:gd name="T12" fmla="*/ 67 w 141"/>
                <a:gd name="T13" fmla="*/ 1 h 29"/>
                <a:gd name="T14" fmla="*/ 38 w 141"/>
                <a:gd name="T15" fmla="*/ 5 h 29"/>
                <a:gd name="T16" fmla="*/ 37 w 141"/>
                <a:gd name="T17" fmla="*/ 5 h 29"/>
                <a:gd name="T18" fmla="*/ 37 w 141"/>
                <a:gd name="T19" fmla="*/ 5 h 29"/>
                <a:gd name="T20" fmla="*/ 31 w 141"/>
                <a:gd name="T21" fmla="*/ 6 h 29"/>
                <a:gd name="T22" fmla="*/ 7 w 141"/>
                <a:gd name="T23" fmla="*/ 13 h 29"/>
                <a:gd name="T24" fmla="*/ 4 w 141"/>
                <a:gd name="T25" fmla="*/ 15 h 29"/>
                <a:gd name="T26" fmla="*/ 0 w 141"/>
                <a:gd name="T27" fmla="*/ 15 h 29"/>
                <a:gd name="T28" fmla="*/ 2 w 141"/>
                <a:gd name="T29" fmla="*/ 17 h 29"/>
                <a:gd name="T30" fmla="*/ 2 w 141"/>
                <a:gd name="T31" fmla="*/ 24 h 29"/>
                <a:gd name="T32" fmla="*/ 6 w 141"/>
                <a:gd name="T33" fmla="*/ 27 h 29"/>
                <a:gd name="T34" fmla="*/ 12 w 141"/>
                <a:gd name="T35" fmla="*/ 28 h 29"/>
                <a:gd name="T36" fmla="*/ 71 w 141"/>
                <a:gd name="T37" fmla="*/ 18 h 29"/>
                <a:gd name="T38" fmla="*/ 129 w 141"/>
                <a:gd name="T39" fmla="*/ 28 h 29"/>
                <a:gd name="T40" fmla="*/ 135 w 141"/>
                <a:gd name="T41" fmla="*/ 28 h 29"/>
                <a:gd name="T42" fmla="*/ 139 w 141"/>
                <a:gd name="T43" fmla="*/ 24 h 29"/>
                <a:gd name="T44" fmla="*/ 139 w 141"/>
                <a:gd name="T45" fmla="*/ 17 h 29"/>
                <a:gd name="T46" fmla="*/ 141 w 141"/>
                <a:gd name="T47" fmla="*/ 15 h 29"/>
                <a:gd name="T48" fmla="*/ 133 w 141"/>
                <a:gd name="T49" fmla="*/ 23 h 29"/>
                <a:gd name="T50" fmla="*/ 128 w 141"/>
                <a:gd name="T51" fmla="*/ 24 h 29"/>
                <a:gd name="T52" fmla="*/ 70 w 141"/>
                <a:gd name="T53" fmla="*/ 13 h 29"/>
                <a:gd name="T54" fmla="*/ 14 w 141"/>
                <a:gd name="T55" fmla="*/ 23 h 29"/>
                <a:gd name="T56" fmla="*/ 8 w 141"/>
                <a:gd name="T57" fmla="*/ 22 h 29"/>
                <a:gd name="T58" fmla="*/ 11 w 141"/>
                <a:gd name="T59" fmla="*/ 17 h 29"/>
                <a:gd name="T60" fmla="*/ 70 w 141"/>
                <a:gd name="T61" fmla="*/ 6 h 29"/>
                <a:gd name="T62" fmla="*/ 132 w 141"/>
                <a:gd name="T63" fmla="*/ 18 h 29"/>
                <a:gd name="T64" fmla="*/ 133 w 141"/>
                <a:gd name="T65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" h="29">
                  <a:moveTo>
                    <a:pt x="141" y="15"/>
                  </a:moveTo>
                  <a:cubicBezTo>
                    <a:pt x="135" y="15"/>
                    <a:pt x="135" y="15"/>
                    <a:pt x="135" y="15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27" y="11"/>
                    <a:pt x="113" y="7"/>
                    <a:pt x="110" y="6"/>
                  </a:cubicBezTo>
                  <a:cubicBezTo>
                    <a:pt x="109" y="6"/>
                    <a:pt x="106" y="6"/>
                    <a:pt x="103" y="5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93" y="3"/>
                    <a:pt x="79" y="0"/>
                    <a:pt x="67" y="1"/>
                  </a:cubicBezTo>
                  <a:cubicBezTo>
                    <a:pt x="56" y="1"/>
                    <a:pt x="45" y="3"/>
                    <a:pt x="38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4" y="6"/>
                    <a:pt x="31" y="6"/>
                    <a:pt x="31" y="6"/>
                  </a:cubicBezTo>
                  <a:cubicBezTo>
                    <a:pt x="27" y="7"/>
                    <a:pt x="9" y="12"/>
                    <a:pt x="7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2" y="17"/>
                    <a:pt x="2" y="17"/>
                  </a:cubicBezTo>
                  <a:cubicBezTo>
                    <a:pt x="2" y="17"/>
                    <a:pt x="0" y="21"/>
                    <a:pt x="2" y="24"/>
                  </a:cubicBezTo>
                  <a:cubicBezTo>
                    <a:pt x="2" y="25"/>
                    <a:pt x="7" y="28"/>
                    <a:pt x="6" y="27"/>
                  </a:cubicBezTo>
                  <a:cubicBezTo>
                    <a:pt x="5" y="27"/>
                    <a:pt x="10" y="29"/>
                    <a:pt x="12" y="28"/>
                  </a:cubicBezTo>
                  <a:cubicBezTo>
                    <a:pt x="28" y="21"/>
                    <a:pt x="55" y="19"/>
                    <a:pt x="71" y="18"/>
                  </a:cubicBezTo>
                  <a:cubicBezTo>
                    <a:pt x="95" y="17"/>
                    <a:pt x="118" y="24"/>
                    <a:pt x="129" y="28"/>
                  </a:cubicBezTo>
                  <a:cubicBezTo>
                    <a:pt x="133" y="29"/>
                    <a:pt x="133" y="28"/>
                    <a:pt x="135" y="28"/>
                  </a:cubicBezTo>
                  <a:cubicBezTo>
                    <a:pt x="136" y="27"/>
                    <a:pt x="138" y="25"/>
                    <a:pt x="139" y="24"/>
                  </a:cubicBezTo>
                  <a:cubicBezTo>
                    <a:pt x="141" y="21"/>
                    <a:pt x="139" y="17"/>
                    <a:pt x="139" y="17"/>
                  </a:cubicBezTo>
                  <a:cubicBezTo>
                    <a:pt x="139" y="17"/>
                    <a:pt x="140" y="16"/>
                    <a:pt x="141" y="15"/>
                  </a:cubicBezTo>
                  <a:moveTo>
                    <a:pt x="133" y="23"/>
                  </a:moveTo>
                  <a:cubicBezTo>
                    <a:pt x="132" y="25"/>
                    <a:pt x="129" y="25"/>
                    <a:pt x="128" y="24"/>
                  </a:cubicBezTo>
                  <a:cubicBezTo>
                    <a:pt x="123" y="22"/>
                    <a:pt x="96" y="14"/>
                    <a:pt x="70" y="13"/>
                  </a:cubicBezTo>
                  <a:cubicBezTo>
                    <a:pt x="45" y="14"/>
                    <a:pt x="18" y="21"/>
                    <a:pt x="14" y="23"/>
                  </a:cubicBezTo>
                  <a:cubicBezTo>
                    <a:pt x="12" y="24"/>
                    <a:pt x="9" y="24"/>
                    <a:pt x="8" y="22"/>
                  </a:cubicBezTo>
                  <a:cubicBezTo>
                    <a:pt x="7" y="20"/>
                    <a:pt x="9" y="18"/>
                    <a:pt x="11" y="17"/>
                  </a:cubicBezTo>
                  <a:cubicBezTo>
                    <a:pt x="16" y="15"/>
                    <a:pt x="46" y="7"/>
                    <a:pt x="70" y="6"/>
                  </a:cubicBezTo>
                  <a:cubicBezTo>
                    <a:pt x="98" y="7"/>
                    <a:pt x="117" y="12"/>
                    <a:pt x="132" y="18"/>
                  </a:cubicBezTo>
                  <a:cubicBezTo>
                    <a:pt x="134" y="19"/>
                    <a:pt x="134" y="22"/>
                    <a:pt x="133" y="2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1" name="Freeform 590">
              <a:extLst>
                <a:ext uri="{FF2B5EF4-FFF2-40B4-BE49-F238E27FC236}">
                  <a16:creationId xmlns:a16="http://schemas.microsoft.com/office/drawing/2014/main" id="{79C1EC52-30EB-4F8B-951B-D3C5B322C3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16063" y="12601575"/>
              <a:ext cx="6350" cy="0"/>
            </a:xfrm>
            <a:custGeom>
              <a:avLst/>
              <a:gdLst>
                <a:gd name="T0" fmla="*/ 8 w 8"/>
                <a:gd name="T1" fmla="*/ 2 h 2"/>
                <a:gd name="T2" fmla="*/ 5 w 8"/>
                <a:gd name="T3" fmla="*/ 0 h 2"/>
                <a:gd name="T4" fmla="*/ 2 w 8"/>
                <a:gd name="T5" fmla="*/ 0 h 2"/>
                <a:gd name="T6" fmla="*/ 0 w 8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2" name="Freeform 591">
              <a:extLst>
                <a:ext uri="{FF2B5EF4-FFF2-40B4-BE49-F238E27FC236}">
                  <a16:creationId xmlns:a16="http://schemas.microsoft.com/office/drawing/2014/main" id="{46841407-ECBD-42FD-9EC3-202479CC315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47800" y="12598400"/>
              <a:ext cx="142875" cy="88900"/>
            </a:xfrm>
            <a:custGeom>
              <a:avLst/>
              <a:gdLst>
                <a:gd name="T0" fmla="*/ 205 w 222"/>
                <a:gd name="T1" fmla="*/ 69 h 138"/>
                <a:gd name="T2" fmla="*/ 181 w 222"/>
                <a:gd name="T3" fmla="*/ 51 h 138"/>
                <a:gd name="T4" fmla="*/ 151 w 222"/>
                <a:gd name="T5" fmla="*/ 45 h 138"/>
                <a:gd name="T6" fmla="*/ 133 w 222"/>
                <a:gd name="T7" fmla="*/ 47 h 138"/>
                <a:gd name="T8" fmla="*/ 118 w 222"/>
                <a:gd name="T9" fmla="*/ 22 h 138"/>
                <a:gd name="T10" fmla="*/ 118 w 222"/>
                <a:gd name="T11" fmla="*/ 7 h 138"/>
                <a:gd name="T12" fmla="*/ 101 w 222"/>
                <a:gd name="T13" fmla="*/ 7 h 138"/>
                <a:gd name="T14" fmla="*/ 97 w 222"/>
                <a:gd name="T15" fmla="*/ 33 h 138"/>
                <a:gd name="T16" fmla="*/ 81 w 222"/>
                <a:gd name="T17" fmla="*/ 44 h 138"/>
                <a:gd name="T18" fmla="*/ 57 w 222"/>
                <a:gd name="T19" fmla="*/ 46 h 138"/>
                <a:gd name="T20" fmla="*/ 32 w 222"/>
                <a:gd name="T21" fmla="*/ 60 h 138"/>
                <a:gd name="T22" fmla="*/ 0 w 222"/>
                <a:gd name="T23" fmla="*/ 92 h 138"/>
                <a:gd name="T24" fmla="*/ 30 w 222"/>
                <a:gd name="T25" fmla="*/ 129 h 138"/>
                <a:gd name="T26" fmla="*/ 41 w 222"/>
                <a:gd name="T27" fmla="*/ 133 h 138"/>
                <a:gd name="T28" fmla="*/ 108 w 222"/>
                <a:gd name="T29" fmla="*/ 118 h 138"/>
                <a:gd name="T30" fmla="*/ 138 w 222"/>
                <a:gd name="T31" fmla="*/ 121 h 138"/>
                <a:gd name="T32" fmla="*/ 179 w 222"/>
                <a:gd name="T33" fmla="*/ 133 h 138"/>
                <a:gd name="T34" fmla="*/ 186 w 222"/>
                <a:gd name="T35" fmla="*/ 137 h 138"/>
                <a:gd name="T36" fmla="*/ 203 w 222"/>
                <a:gd name="T37" fmla="*/ 115 h 138"/>
                <a:gd name="T38" fmla="*/ 210 w 222"/>
                <a:gd name="T39" fmla="*/ 73 h 138"/>
                <a:gd name="T40" fmla="*/ 181 w 222"/>
                <a:gd name="T41" fmla="*/ 62 h 138"/>
                <a:gd name="T42" fmla="*/ 172 w 222"/>
                <a:gd name="T43" fmla="*/ 105 h 138"/>
                <a:gd name="T44" fmla="*/ 181 w 222"/>
                <a:gd name="T45" fmla="*/ 82 h 138"/>
                <a:gd name="T46" fmla="*/ 174 w 222"/>
                <a:gd name="T47" fmla="*/ 59 h 138"/>
                <a:gd name="T48" fmla="*/ 162 w 222"/>
                <a:gd name="T49" fmla="*/ 49 h 138"/>
                <a:gd name="T50" fmla="*/ 146 w 222"/>
                <a:gd name="T51" fmla="*/ 51 h 138"/>
                <a:gd name="T52" fmla="*/ 136 w 222"/>
                <a:gd name="T53" fmla="*/ 49 h 138"/>
                <a:gd name="T54" fmla="*/ 132 w 222"/>
                <a:gd name="T55" fmla="*/ 53 h 138"/>
                <a:gd name="T56" fmla="*/ 130 w 222"/>
                <a:gd name="T57" fmla="*/ 104 h 138"/>
                <a:gd name="T58" fmla="*/ 129 w 222"/>
                <a:gd name="T59" fmla="*/ 75 h 138"/>
                <a:gd name="T60" fmla="*/ 107 w 222"/>
                <a:gd name="T61" fmla="*/ 10 h 138"/>
                <a:gd name="T62" fmla="*/ 121 w 222"/>
                <a:gd name="T63" fmla="*/ 15 h 138"/>
                <a:gd name="T64" fmla="*/ 103 w 222"/>
                <a:gd name="T65" fmla="*/ 17 h 138"/>
                <a:gd name="T66" fmla="*/ 112 w 222"/>
                <a:gd name="T67" fmla="*/ 64 h 138"/>
                <a:gd name="T68" fmla="*/ 110 w 222"/>
                <a:gd name="T69" fmla="*/ 48 h 138"/>
                <a:gd name="T70" fmla="*/ 104 w 222"/>
                <a:gd name="T71" fmla="*/ 54 h 138"/>
                <a:gd name="T72" fmla="*/ 117 w 222"/>
                <a:gd name="T73" fmla="*/ 85 h 138"/>
                <a:gd name="T74" fmla="*/ 94 w 222"/>
                <a:gd name="T75" fmla="*/ 54 h 138"/>
                <a:gd name="T76" fmla="*/ 84 w 222"/>
                <a:gd name="T77" fmla="*/ 45 h 138"/>
                <a:gd name="T78" fmla="*/ 74 w 222"/>
                <a:gd name="T79" fmla="*/ 48 h 138"/>
                <a:gd name="T80" fmla="*/ 87 w 222"/>
                <a:gd name="T81" fmla="*/ 74 h 138"/>
                <a:gd name="T82" fmla="*/ 67 w 222"/>
                <a:gd name="T83" fmla="*/ 106 h 138"/>
                <a:gd name="T84" fmla="*/ 49 w 222"/>
                <a:gd name="T85" fmla="*/ 89 h 138"/>
                <a:gd name="T86" fmla="*/ 45 w 222"/>
                <a:gd name="T87" fmla="*/ 86 h 138"/>
                <a:gd name="T88" fmla="*/ 55 w 222"/>
                <a:gd name="T89" fmla="*/ 100 h 138"/>
                <a:gd name="T90" fmla="*/ 60 w 222"/>
                <a:gd name="T91" fmla="*/ 56 h 138"/>
                <a:gd name="T92" fmla="*/ 53 w 222"/>
                <a:gd name="T93" fmla="*/ 55 h 138"/>
                <a:gd name="T94" fmla="*/ 40 w 222"/>
                <a:gd name="T95" fmla="*/ 53 h 138"/>
                <a:gd name="T96" fmla="*/ 20 w 222"/>
                <a:gd name="T97" fmla="*/ 65 h 138"/>
                <a:gd name="T98" fmla="*/ 4 w 222"/>
                <a:gd name="T99" fmla="*/ 92 h 138"/>
                <a:gd name="T100" fmla="*/ 18 w 222"/>
                <a:gd name="T101" fmla="*/ 111 h 138"/>
                <a:gd name="T102" fmla="*/ 20 w 222"/>
                <a:gd name="T103" fmla="*/ 88 h 138"/>
                <a:gd name="T104" fmla="*/ 35 w 222"/>
                <a:gd name="T105" fmla="*/ 70 h 138"/>
                <a:gd name="T106" fmla="*/ 185 w 222"/>
                <a:gd name="T107" fmla="*/ 129 h 138"/>
                <a:gd name="T108" fmla="*/ 65 w 222"/>
                <a:gd name="T109" fmla="*/ 116 h 138"/>
                <a:gd name="T110" fmla="*/ 185 w 222"/>
                <a:gd name="T111" fmla="*/ 129 h 138"/>
                <a:gd name="T112" fmla="*/ 188 w 222"/>
                <a:gd name="T113" fmla="*/ 74 h 138"/>
                <a:gd name="T114" fmla="*/ 192 w 222"/>
                <a:gd name="T115" fmla="*/ 104 h 138"/>
                <a:gd name="T116" fmla="*/ 199 w 222"/>
                <a:gd name="T117" fmla="*/ 106 h 138"/>
                <a:gd name="T118" fmla="*/ 213 w 222"/>
                <a:gd name="T119" fmla="*/ 9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2" h="138">
                  <a:moveTo>
                    <a:pt x="222" y="92"/>
                  </a:moveTo>
                  <a:cubicBezTo>
                    <a:pt x="222" y="88"/>
                    <a:pt x="220" y="85"/>
                    <a:pt x="217" y="83"/>
                  </a:cubicBezTo>
                  <a:cubicBezTo>
                    <a:pt x="218" y="82"/>
                    <a:pt x="218" y="80"/>
                    <a:pt x="218" y="79"/>
                  </a:cubicBezTo>
                  <a:cubicBezTo>
                    <a:pt x="218" y="73"/>
                    <a:pt x="214" y="68"/>
                    <a:pt x="209" y="68"/>
                  </a:cubicBezTo>
                  <a:cubicBezTo>
                    <a:pt x="208" y="68"/>
                    <a:pt x="206" y="68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8"/>
                    <a:pt x="205" y="68"/>
                    <a:pt x="205" y="68"/>
                  </a:cubicBezTo>
                  <a:cubicBezTo>
                    <a:pt x="205" y="67"/>
                    <a:pt x="205" y="66"/>
                    <a:pt x="205" y="65"/>
                  </a:cubicBezTo>
                  <a:cubicBezTo>
                    <a:pt x="205" y="60"/>
                    <a:pt x="201" y="57"/>
                    <a:pt x="197" y="57"/>
                  </a:cubicBezTo>
                  <a:cubicBezTo>
                    <a:pt x="194" y="57"/>
                    <a:pt x="193" y="58"/>
                    <a:pt x="191" y="60"/>
                  </a:cubicBezTo>
                  <a:cubicBezTo>
                    <a:pt x="191" y="60"/>
                    <a:pt x="190" y="60"/>
                    <a:pt x="190" y="60"/>
                  </a:cubicBezTo>
                  <a:cubicBezTo>
                    <a:pt x="190" y="60"/>
                    <a:pt x="189" y="59"/>
                    <a:pt x="189" y="58"/>
                  </a:cubicBezTo>
                  <a:cubicBezTo>
                    <a:pt x="189" y="56"/>
                    <a:pt x="188" y="52"/>
                    <a:pt x="184" y="51"/>
                  </a:cubicBezTo>
                  <a:cubicBezTo>
                    <a:pt x="183" y="51"/>
                    <a:pt x="182" y="51"/>
                    <a:pt x="181" y="51"/>
                  </a:cubicBezTo>
                  <a:cubicBezTo>
                    <a:pt x="178" y="51"/>
                    <a:pt x="176" y="53"/>
                    <a:pt x="175" y="54"/>
                  </a:cubicBezTo>
                  <a:cubicBezTo>
                    <a:pt x="174" y="54"/>
                    <a:pt x="172" y="53"/>
                    <a:pt x="170" y="53"/>
                  </a:cubicBezTo>
                  <a:cubicBezTo>
                    <a:pt x="170" y="50"/>
                    <a:pt x="169" y="47"/>
                    <a:pt x="165" y="46"/>
                  </a:cubicBezTo>
                  <a:cubicBezTo>
                    <a:pt x="165" y="46"/>
                    <a:pt x="164" y="46"/>
                    <a:pt x="163" y="46"/>
                  </a:cubicBezTo>
                  <a:cubicBezTo>
                    <a:pt x="162" y="46"/>
                    <a:pt x="161" y="46"/>
                    <a:pt x="160" y="46"/>
                  </a:cubicBezTo>
                  <a:cubicBezTo>
                    <a:pt x="160" y="45"/>
                    <a:pt x="159" y="44"/>
                    <a:pt x="156" y="44"/>
                  </a:cubicBezTo>
                  <a:cubicBezTo>
                    <a:pt x="156" y="43"/>
                    <a:pt x="155" y="43"/>
                    <a:pt x="155" y="43"/>
                  </a:cubicBezTo>
                  <a:cubicBezTo>
                    <a:pt x="153" y="43"/>
                    <a:pt x="152" y="44"/>
                    <a:pt x="151" y="45"/>
                  </a:cubicBezTo>
                  <a:cubicBezTo>
                    <a:pt x="150" y="43"/>
                    <a:pt x="149" y="43"/>
                    <a:pt x="148" y="43"/>
                  </a:cubicBezTo>
                  <a:cubicBezTo>
                    <a:pt x="148" y="43"/>
                    <a:pt x="147" y="43"/>
                    <a:pt x="147" y="43"/>
                  </a:cubicBezTo>
                  <a:cubicBezTo>
                    <a:pt x="145" y="43"/>
                    <a:pt x="143" y="44"/>
                    <a:pt x="143" y="45"/>
                  </a:cubicBezTo>
                  <a:cubicBezTo>
                    <a:pt x="141" y="43"/>
                    <a:pt x="140" y="43"/>
                    <a:pt x="138" y="43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5" y="43"/>
                    <a:pt x="134" y="44"/>
                    <a:pt x="134" y="45"/>
                  </a:cubicBezTo>
                  <a:cubicBezTo>
                    <a:pt x="133" y="45"/>
                    <a:pt x="133" y="46"/>
                    <a:pt x="133" y="46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1" y="47"/>
                    <a:pt x="130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4" y="46"/>
                    <a:pt x="122" y="46"/>
                    <a:pt x="120" y="46"/>
                  </a:cubicBezTo>
                  <a:cubicBezTo>
                    <a:pt x="118" y="46"/>
                    <a:pt x="118" y="45"/>
                    <a:pt x="118" y="45"/>
                  </a:cubicBezTo>
                  <a:cubicBezTo>
                    <a:pt x="118" y="45"/>
                    <a:pt x="119" y="44"/>
                    <a:pt x="119" y="43"/>
                  </a:cubicBezTo>
                  <a:cubicBezTo>
                    <a:pt x="122" y="41"/>
                    <a:pt x="125" y="37"/>
                    <a:pt x="125" y="33"/>
                  </a:cubicBezTo>
                  <a:cubicBezTo>
                    <a:pt x="125" y="28"/>
                    <a:pt x="122" y="24"/>
                    <a:pt x="118" y="22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3" y="20"/>
                    <a:pt x="125" y="18"/>
                    <a:pt x="125" y="16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8"/>
                    <a:pt x="123" y="7"/>
                    <a:pt x="122" y="7"/>
                  </a:cubicBezTo>
                  <a:cubicBezTo>
                    <a:pt x="121" y="7"/>
                    <a:pt x="121" y="7"/>
                    <a:pt x="121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1"/>
                    <a:pt x="116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0"/>
                    <a:pt x="104" y="1"/>
                    <a:pt x="104" y="3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8" y="7"/>
                    <a:pt x="97" y="8"/>
                    <a:pt x="97" y="10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8"/>
                    <a:pt x="98" y="20"/>
                    <a:pt x="100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0" y="24"/>
                    <a:pt x="97" y="28"/>
                    <a:pt x="97" y="33"/>
                  </a:cubicBezTo>
                  <a:cubicBezTo>
                    <a:pt x="97" y="37"/>
                    <a:pt x="99" y="41"/>
                    <a:pt x="102" y="43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03" y="45"/>
                    <a:pt x="103" y="45"/>
                    <a:pt x="101" y="46"/>
                  </a:cubicBezTo>
                  <a:cubicBezTo>
                    <a:pt x="100" y="46"/>
                    <a:pt x="97" y="46"/>
                    <a:pt x="94" y="47"/>
                  </a:cubicBezTo>
                  <a:cubicBezTo>
                    <a:pt x="93" y="47"/>
                    <a:pt x="92" y="47"/>
                    <a:pt x="90" y="47"/>
                  </a:cubicBezTo>
                  <a:cubicBezTo>
                    <a:pt x="89" y="44"/>
                    <a:pt x="87" y="43"/>
                    <a:pt x="85" y="42"/>
                  </a:cubicBezTo>
                  <a:cubicBezTo>
                    <a:pt x="85" y="42"/>
                    <a:pt x="85" y="42"/>
                    <a:pt x="84" y="42"/>
                  </a:cubicBezTo>
                  <a:cubicBezTo>
                    <a:pt x="83" y="42"/>
                    <a:pt x="82" y="43"/>
                    <a:pt x="81" y="44"/>
                  </a:cubicBezTo>
                  <a:cubicBezTo>
                    <a:pt x="81" y="44"/>
                    <a:pt x="81" y="44"/>
                    <a:pt x="80" y="44"/>
                  </a:cubicBezTo>
                  <a:cubicBezTo>
                    <a:pt x="79" y="43"/>
                    <a:pt x="78" y="42"/>
                    <a:pt x="76" y="42"/>
                  </a:cubicBezTo>
                  <a:cubicBezTo>
                    <a:pt x="74" y="42"/>
                    <a:pt x="72" y="44"/>
                    <a:pt x="72" y="45"/>
                  </a:cubicBezTo>
                  <a:cubicBezTo>
                    <a:pt x="71" y="45"/>
                    <a:pt x="69" y="44"/>
                    <a:pt x="67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4" y="44"/>
                    <a:pt x="63" y="45"/>
                    <a:pt x="62" y="46"/>
                  </a:cubicBezTo>
                  <a:cubicBezTo>
                    <a:pt x="61" y="46"/>
                    <a:pt x="61" y="46"/>
                    <a:pt x="60" y="46"/>
                  </a:cubicBezTo>
                  <a:cubicBezTo>
                    <a:pt x="59" y="46"/>
                    <a:pt x="58" y="46"/>
                    <a:pt x="57" y="46"/>
                  </a:cubicBezTo>
                  <a:cubicBezTo>
                    <a:pt x="54" y="47"/>
                    <a:pt x="53" y="49"/>
                    <a:pt x="53" y="52"/>
                  </a:cubicBezTo>
                  <a:cubicBezTo>
                    <a:pt x="51" y="53"/>
                    <a:pt x="48" y="54"/>
                    <a:pt x="46" y="55"/>
                  </a:cubicBezTo>
                  <a:cubicBezTo>
                    <a:pt x="45" y="52"/>
                    <a:pt x="42" y="50"/>
                    <a:pt x="40" y="50"/>
                  </a:cubicBezTo>
                  <a:cubicBezTo>
                    <a:pt x="39" y="50"/>
                    <a:pt x="38" y="50"/>
                    <a:pt x="38" y="51"/>
                  </a:cubicBezTo>
                  <a:cubicBezTo>
                    <a:pt x="35" y="52"/>
                    <a:pt x="33" y="54"/>
                    <a:pt x="33" y="58"/>
                  </a:cubicBezTo>
                  <a:cubicBezTo>
                    <a:pt x="33" y="59"/>
                    <a:pt x="33" y="59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0" y="58"/>
                    <a:pt x="29" y="57"/>
                    <a:pt x="26" y="57"/>
                  </a:cubicBezTo>
                  <a:cubicBezTo>
                    <a:pt x="21" y="57"/>
                    <a:pt x="17" y="60"/>
                    <a:pt x="17" y="64"/>
                  </a:cubicBezTo>
                  <a:cubicBezTo>
                    <a:pt x="17" y="65"/>
                    <a:pt x="17" y="66"/>
                    <a:pt x="17" y="67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7" y="68"/>
                    <a:pt x="16" y="68"/>
                    <a:pt x="15" y="68"/>
                  </a:cubicBezTo>
                  <a:cubicBezTo>
                    <a:pt x="10" y="68"/>
                    <a:pt x="4" y="71"/>
                    <a:pt x="4" y="77"/>
                  </a:cubicBezTo>
                  <a:cubicBezTo>
                    <a:pt x="4" y="79"/>
                    <a:pt x="4" y="81"/>
                    <a:pt x="5" y="82"/>
                  </a:cubicBezTo>
                  <a:cubicBezTo>
                    <a:pt x="2" y="84"/>
                    <a:pt x="0" y="88"/>
                    <a:pt x="0" y="92"/>
                  </a:cubicBezTo>
                  <a:cubicBezTo>
                    <a:pt x="0" y="97"/>
                    <a:pt x="4" y="103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6"/>
                    <a:pt x="10" y="107"/>
                  </a:cubicBezTo>
                  <a:cubicBezTo>
                    <a:pt x="10" y="112"/>
                    <a:pt x="14" y="115"/>
                    <a:pt x="19" y="116"/>
                  </a:cubicBezTo>
                  <a:cubicBezTo>
                    <a:pt x="19" y="121"/>
                    <a:pt x="24" y="125"/>
                    <a:pt x="29" y="125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9" y="126"/>
                    <a:pt x="30" y="127"/>
                    <a:pt x="31" y="128"/>
                  </a:cubicBezTo>
                  <a:cubicBezTo>
                    <a:pt x="30" y="128"/>
                    <a:pt x="30" y="129"/>
                    <a:pt x="30" y="129"/>
                  </a:cubicBezTo>
                  <a:cubicBezTo>
                    <a:pt x="30" y="131"/>
                    <a:pt x="30" y="132"/>
                    <a:pt x="31" y="133"/>
                  </a:cubicBezTo>
                  <a:cubicBezTo>
                    <a:pt x="32" y="134"/>
                    <a:pt x="34" y="135"/>
                    <a:pt x="35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0" y="133"/>
                    <a:pt x="40" y="133"/>
                    <a:pt x="40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3" y="133"/>
                    <a:pt x="43" y="133"/>
                    <a:pt x="43" y="133"/>
                  </a:cubicBezTo>
                  <a:cubicBezTo>
                    <a:pt x="51" y="130"/>
                    <a:pt x="52" y="129"/>
                    <a:pt x="61" y="127"/>
                  </a:cubicBezTo>
                  <a:cubicBezTo>
                    <a:pt x="65" y="125"/>
                    <a:pt x="69" y="124"/>
                    <a:pt x="73" y="123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9" y="122"/>
                    <a:pt x="82" y="121"/>
                    <a:pt x="84" y="121"/>
                  </a:cubicBezTo>
                  <a:cubicBezTo>
                    <a:pt x="92" y="119"/>
                    <a:pt x="104" y="118"/>
                    <a:pt x="108" y="118"/>
                  </a:cubicBezTo>
                  <a:cubicBezTo>
                    <a:pt x="108" y="118"/>
                    <a:pt x="109" y="118"/>
                    <a:pt x="109" y="118"/>
                  </a:cubicBezTo>
                  <a:cubicBezTo>
                    <a:pt x="109" y="118"/>
                    <a:pt x="109" y="118"/>
                    <a:pt x="109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20" y="119"/>
                    <a:pt x="132" y="120"/>
                    <a:pt x="138" y="121"/>
                  </a:cubicBezTo>
                  <a:cubicBezTo>
                    <a:pt x="140" y="121"/>
                    <a:pt x="143" y="122"/>
                    <a:pt x="146" y="122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51" y="124"/>
                    <a:pt x="156" y="125"/>
                    <a:pt x="162" y="127"/>
                  </a:cubicBezTo>
                  <a:cubicBezTo>
                    <a:pt x="170" y="129"/>
                    <a:pt x="172" y="130"/>
                    <a:pt x="179" y="133"/>
                  </a:cubicBezTo>
                  <a:cubicBezTo>
                    <a:pt x="180" y="133"/>
                    <a:pt x="180" y="133"/>
                    <a:pt x="180" y="133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4" y="138"/>
                    <a:pt x="184" y="138"/>
                    <a:pt x="184" y="138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5" y="138"/>
                    <a:pt x="185" y="138"/>
                    <a:pt x="185" y="138"/>
                  </a:cubicBezTo>
                  <a:cubicBezTo>
                    <a:pt x="186" y="137"/>
                    <a:pt x="186" y="137"/>
                    <a:pt x="186" y="137"/>
                  </a:cubicBezTo>
                  <a:cubicBezTo>
                    <a:pt x="186" y="137"/>
                    <a:pt x="187" y="136"/>
                    <a:pt x="187" y="135"/>
                  </a:cubicBezTo>
                  <a:cubicBezTo>
                    <a:pt x="188" y="135"/>
                    <a:pt x="188" y="135"/>
                    <a:pt x="188" y="135"/>
                  </a:cubicBezTo>
                  <a:cubicBezTo>
                    <a:pt x="189" y="135"/>
                    <a:pt x="191" y="134"/>
                    <a:pt x="192" y="133"/>
                  </a:cubicBezTo>
                  <a:cubicBezTo>
                    <a:pt x="192" y="132"/>
                    <a:pt x="193" y="131"/>
                    <a:pt x="193" y="129"/>
                  </a:cubicBezTo>
                  <a:cubicBezTo>
                    <a:pt x="193" y="129"/>
                    <a:pt x="193" y="128"/>
                    <a:pt x="192" y="128"/>
                  </a:cubicBezTo>
                  <a:cubicBezTo>
                    <a:pt x="193" y="127"/>
                    <a:pt x="194" y="126"/>
                    <a:pt x="194" y="125"/>
                  </a:cubicBezTo>
                  <a:cubicBezTo>
                    <a:pt x="194" y="125"/>
                    <a:pt x="194" y="125"/>
                    <a:pt x="194" y="125"/>
                  </a:cubicBezTo>
                  <a:cubicBezTo>
                    <a:pt x="199" y="124"/>
                    <a:pt x="203" y="120"/>
                    <a:pt x="203" y="115"/>
                  </a:cubicBezTo>
                  <a:cubicBezTo>
                    <a:pt x="209" y="115"/>
                    <a:pt x="213" y="110"/>
                    <a:pt x="213" y="105"/>
                  </a:cubicBezTo>
                  <a:cubicBezTo>
                    <a:pt x="213" y="104"/>
                    <a:pt x="212" y="103"/>
                    <a:pt x="212" y="103"/>
                  </a:cubicBezTo>
                  <a:cubicBezTo>
                    <a:pt x="218" y="102"/>
                    <a:pt x="222" y="98"/>
                    <a:pt x="222" y="92"/>
                  </a:cubicBezTo>
                  <a:moveTo>
                    <a:pt x="210" y="73"/>
                  </a:moveTo>
                  <a:cubicBezTo>
                    <a:pt x="212" y="73"/>
                    <a:pt x="214" y="75"/>
                    <a:pt x="214" y="77"/>
                  </a:cubicBezTo>
                  <a:cubicBezTo>
                    <a:pt x="214" y="80"/>
                    <a:pt x="212" y="82"/>
                    <a:pt x="210" y="82"/>
                  </a:cubicBezTo>
                  <a:cubicBezTo>
                    <a:pt x="207" y="82"/>
                    <a:pt x="205" y="80"/>
                    <a:pt x="205" y="77"/>
                  </a:cubicBezTo>
                  <a:cubicBezTo>
                    <a:pt x="205" y="75"/>
                    <a:pt x="207" y="73"/>
                    <a:pt x="210" y="73"/>
                  </a:cubicBezTo>
                  <a:moveTo>
                    <a:pt x="197" y="61"/>
                  </a:moveTo>
                  <a:cubicBezTo>
                    <a:pt x="200" y="61"/>
                    <a:pt x="202" y="63"/>
                    <a:pt x="202" y="65"/>
                  </a:cubicBezTo>
                  <a:cubicBezTo>
                    <a:pt x="202" y="68"/>
                    <a:pt x="200" y="70"/>
                    <a:pt x="197" y="70"/>
                  </a:cubicBezTo>
                  <a:cubicBezTo>
                    <a:pt x="194" y="70"/>
                    <a:pt x="192" y="68"/>
                    <a:pt x="192" y="65"/>
                  </a:cubicBezTo>
                  <a:cubicBezTo>
                    <a:pt x="192" y="63"/>
                    <a:pt x="194" y="61"/>
                    <a:pt x="197" y="61"/>
                  </a:cubicBezTo>
                  <a:moveTo>
                    <a:pt x="181" y="54"/>
                  </a:moveTo>
                  <a:cubicBezTo>
                    <a:pt x="183" y="54"/>
                    <a:pt x="185" y="56"/>
                    <a:pt x="185" y="58"/>
                  </a:cubicBezTo>
                  <a:cubicBezTo>
                    <a:pt x="185" y="60"/>
                    <a:pt x="183" y="62"/>
                    <a:pt x="181" y="62"/>
                  </a:cubicBezTo>
                  <a:cubicBezTo>
                    <a:pt x="178" y="62"/>
                    <a:pt x="177" y="60"/>
                    <a:pt x="177" y="58"/>
                  </a:cubicBezTo>
                  <a:cubicBezTo>
                    <a:pt x="177" y="56"/>
                    <a:pt x="178" y="54"/>
                    <a:pt x="181" y="54"/>
                  </a:cubicBezTo>
                  <a:moveTo>
                    <a:pt x="169" y="94"/>
                  </a:moveTo>
                  <a:cubicBezTo>
                    <a:pt x="169" y="91"/>
                    <a:pt x="171" y="89"/>
                    <a:pt x="174" y="89"/>
                  </a:cubicBezTo>
                  <a:cubicBezTo>
                    <a:pt x="176" y="89"/>
                    <a:pt x="178" y="91"/>
                    <a:pt x="178" y="94"/>
                  </a:cubicBezTo>
                  <a:cubicBezTo>
                    <a:pt x="178" y="96"/>
                    <a:pt x="176" y="98"/>
                    <a:pt x="174" y="98"/>
                  </a:cubicBezTo>
                  <a:cubicBezTo>
                    <a:pt x="171" y="98"/>
                    <a:pt x="169" y="96"/>
                    <a:pt x="169" y="94"/>
                  </a:cubicBezTo>
                  <a:moveTo>
                    <a:pt x="172" y="105"/>
                  </a:moveTo>
                  <a:cubicBezTo>
                    <a:pt x="172" y="108"/>
                    <a:pt x="170" y="110"/>
                    <a:pt x="167" y="110"/>
                  </a:cubicBezTo>
                  <a:cubicBezTo>
                    <a:pt x="165" y="110"/>
                    <a:pt x="163" y="108"/>
                    <a:pt x="163" y="105"/>
                  </a:cubicBezTo>
                  <a:cubicBezTo>
                    <a:pt x="163" y="102"/>
                    <a:pt x="165" y="100"/>
                    <a:pt x="167" y="100"/>
                  </a:cubicBezTo>
                  <a:cubicBezTo>
                    <a:pt x="170" y="100"/>
                    <a:pt x="172" y="102"/>
                    <a:pt x="172" y="105"/>
                  </a:cubicBezTo>
                  <a:moveTo>
                    <a:pt x="177" y="86"/>
                  </a:moveTo>
                  <a:cubicBezTo>
                    <a:pt x="174" y="86"/>
                    <a:pt x="172" y="84"/>
                    <a:pt x="172" y="82"/>
                  </a:cubicBezTo>
                  <a:cubicBezTo>
                    <a:pt x="172" y="79"/>
                    <a:pt x="174" y="77"/>
                    <a:pt x="177" y="77"/>
                  </a:cubicBezTo>
                  <a:cubicBezTo>
                    <a:pt x="179" y="77"/>
                    <a:pt x="181" y="79"/>
                    <a:pt x="181" y="82"/>
                  </a:cubicBezTo>
                  <a:cubicBezTo>
                    <a:pt x="181" y="84"/>
                    <a:pt x="179" y="86"/>
                    <a:pt x="177" y="86"/>
                  </a:cubicBezTo>
                  <a:moveTo>
                    <a:pt x="175" y="64"/>
                  </a:moveTo>
                  <a:cubicBezTo>
                    <a:pt x="178" y="64"/>
                    <a:pt x="180" y="66"/>
                    <a:pt x="180" y="69"/>
                  </a:cubicBezTo>
                  <a:cubicBezTo>
                    <a:pt x="180" y="71"/>
                    <a:pt x="178" y="73"/>
                    <a:pt x="175" y="73"/>
                  </a:cubicBezTo>
                  <a:cubicBezTo>
                    <a:pt x="173" y="73"/>
                    <a:pt x="171" y="71"/>
                    <a:pt x="171" y="69"/>
                  </a:cubicBezTo>
                  <a:cubicBezTo>
                    <a:pt x="171" y="66"/>
                    <a:pt x="173" y="64"/>
                    <a:pt x="175" y="64"/>
                  </a:cubicBezTo>
                  <a:moveTo>
                    <a:pt x="169" y="55"/>
                  </a:moveTo>
                  <a:cubicBezTo>
                    <a:pt x="172" y="55"/>
                    <a:pt x="174" y="57"/>
                    <a:pt x="174" y="59"/>
                  </a:cubicBezTo>
                  <a:cubicBezTo>
                    <a:pt x="174" y="62"/>
                    <a:pt x="172" y="64"/>
                    <a:pt x="169" y="64"/>
                  </a:cubicBezTo>
                  <a:cubicBezTo>
                    <a:pt x="167" y="64"/>
                    <a:pt x="165" y="62"/>
                    <a:pt x="165" y="59"/>
                  </a:cubicBezTo>
                  <a:cubicBezTo>
                    <a:pt x="165" y="57"/>
                    <a:pt x="167" y="55"/>
                    <a:pt x="169" y="55"/>
                  </a:cubicBezTo>
                  <a:moveTo>
                    <a:pt x="162" y="49"/>
                  </a:moveTo>
                  <a:cubicBezTo>
                    <a:pt x="164" y="49"/>
                    <a:pt x="166" y="50"/>
                    <a:pt x="166" y="52"/>
                  </a:cubicBezTo>
                  <a:cubicBezTo>
                    <a:pt x="166" y="55"/>
                    <a:pt x="164" y="56"/>
                    <a:pt x="162" y="56"/>
                  </a:cubicBezTo>
                  <a:cubicBezTo>
                    <a:pt x="160" y="56"/>
                    <a:pt x="158" y="55"/>
                    <a:pt x="158" y="52"/>
                  </a:cubicBezTo>
                  <a:cubicBezTo>
                    <a:pt x="158" y="50"/>
                    <a:pt x="160" y="49"/>
                    <a:pt x="162" y="49"/>
                  </a:cubicBezTo>
                  <a:moveTo>
                    <a:pt x="154" y="46"/>
                  </a:moveTo>
                  <a:cubicBezTo>
                    <a:pt x="156" y="46"/>
                    <a:pt x="157" y="48"/>
                    <a:pt x="157" y="49"/>
                  </a:cubicBezTo>
                  <a:cubicBezTo>
                    <a:pt x="157" y="51"/>
                    <a:pt x="156" y="53"/>
                    <a:pt x="154" y="53"/>
                  </a:cubicBezTo>
                  <a:cubicBezTo>
                    <a:pt x="152" y="53"/>
                    <a:pt x="151" y="51"/>
                    <a:pt x="151" y="49"/>
                  </a:cubicBezTo>
                  <a:cubicBezTo>
                    <a:pt x="151" y="48"/>
                    <a:pt x="152" y="46"/>
                    <a:pt x="154" y="46"/>
                  </a:cubicBezTo>
                  <a:moveTo>
                    <a:pt x="146" y="45"/>
                  </a:moveTo>
                  <a:cubicBezTo>
                    <a:pt x="148" y="45"/>
                    <a:pt x="149" y="46"/>
                    <a:pt x="149" y="48"/>
                  </a:cubicBezTo>
                  <a:cubicBezTo>
                    <a:pt x="149" y="49"/>
                    <a:pt x="148" y="51"/>
                    <a:pt x="146" y="51"/>
                  </a:cubicBezTo>
                  <a:cubicBezTo>
                    <a:pt x="145" y="51"/>
                    <a:pt x="144" y="49"/>
                    <a:pt x="144" y="48"/>
                  </a:cubicBezTo>
                  <a:cubicBezTo>
                    <a:pt x="144" y="46"/>
                    <a:pt x="145" y="45"/>
                    <a:pt x="146" y="45"/>
                  </a:cubicBezTo>
                  <a:moveTo>
                    <a:pt x="138" y="45"/>
                  </a:moveTo>
                  <a:cubicBezTo>
                    <a:pt x="139" y="45"/>
                    <a:pt x="140" y="46"/>
                    <a:pt x="140" y="48"/>
                  </a:cubicBezTo>
                  <a:cubicBezTo>
                    <a:pt x="140" y="49"/>
                    <a:pt x="140" y="49"/>
                    <a:pt x="139" y="50"/>
                  </a:cubicBezTo>
                  <a:cubicBezTo>
                    <a:pt x="139" y="50"/>
                    <a:pt x="139" y="50"/>
                    <a:pt x="138" y="50"/>
                  </a:cubicBezTo>
                  <a:cubicBezTo>
                    <a:pt x="138" y="50"/>
                    <a:pt x="138" y="50"/>
                    <a:pt x="138" y="50"/>
                  </a:cubicBezTo>
                  <a:cubicBezTo>
                    <a:pt x="137" y="50"/>
                    <a:pt x="136" y="50"/>
                    <a:pt x="136" y="49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5" y="49"/>
                    <a:pt x="135" y="48"/>
                    <a:pt x="135" y="48"/>
                  </a:cubicBezTo>
                  <a:cubicBezTo>
                    <a:pt x="135" y="46"/>
                    <a:pt x="136" y="45"/>
                    <a:pt x="138" y="45"/>
                  </a:cubicBezTo>
                  <a:moveTo>
                    <a:pt x="130" y="104"/>
                  </a:moveTo>
                  <a:cubicBezTo>
                    <a:pt x="133" y="98"/>
                    <a:pt x="134" y="89"/>
                    <a:pt x="134" y="80"/>
                  </a:cubicBezTo>
                  <a:cubicBezTo>
                    <a:pt x="134" y="71"/>
                    <a:pt x="133" y="62"/>
                    <a:pt x="132" y="54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2" y="54"/>
                    <a:pt x="132" y="53"/>
                    <a:pt x="132" y="53"/>
                  </a:cubicBezTo>
                  <a:cubicBezTo>
                    <a:pt x="134" y="53"/>
                    <a:pt x="142" y="55"/>
                    <a:pt x="150" y="56"/>
                  </a:cubicBezTo>
                  <a:cubicBezTo>
                    <a:pt x="159" y="59"/>
                    <a:pt x="160" y="61"/>
                    <a:pt x="162" y="63"/>
                  </a:cubicBezTo>
                  <a:cubicBezTo>
                    <a:pt x="163" y="65"/>
                    <a:pt x="166" y="73"/>
                    <a:pt x="166" y="77"/>
                  </a:cubicBezTo>
                  <a:cubicBezTo>
                    <a:pt x="166" y="77"/>
                    <a:pt x="166" y="77"/>
                    <a:pt x="166" y="78"/>
                  </a:cubicBezTo>
                  <a:cubicBezTo>
                    <a:pt x="165" y="85"/>
                    <a:pt x="165" y="92"/>
                    <a:pt x="155" y="108"/>
                  </a:cubicBezTo>
                  <a:cubicBezTo>
                    <a:pt x="155" y="109"/>
                    <a:pt x="154" y="109"/>
                    <a:pt x="154" y="109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8" y="107"/>
                    <a:pt x="133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moveTo>
                    <a:pt x="120" y="102"/>
                  </a:moveTo>
                  <a:cubicBezTo>
                    <a:pt x="122" y="99"/>
                    <a:pt x="124" y="87"/>
                    <a:pt x="123" y="75"/>
                  </a:cubicBezTo>
                  <a:cubicBezTo>
                    <a:pt x="123" y="65"/>
                    <a:pt x="123" y="55"/>
                    <a:pt x="123" y="55"/>
                  </a:cubicBezTo>
                  <a:cubicBezTo>
                    <a:pt x="123" y="53"/>
                    <a:pt x="123" y="50"/>
                    <a:pt x="124" y="50"/>
                  </a:cubicBezTo>
                  <a:cubicBezTo>
                    <a:pt x="125" y="50"/>
                    <a:pt x="126" y="52"/>
                    <a:pt x="126" y="54"/>
                  </a:cubicBezTo>
                  <a:cubicBezTo>
                    <a:pt x="127" y="54"/>
                    <a:pt x="129" y="65"/>
                    <a:pt x="129" y="75"/>
                  </a:cubicBezTo>
                  <a:cubicBezTo>
                    <a:pt x="129" y="87"/>
                    <a:pt x="127" y="99"/>
                    <a:pt x="124" y="103"/>
                  </a:cubicBezTo>
                  <a:cubicBezTo>
                    <a:pt x="123" y="104"/>
                    <a:pt x="123" y="105"/>
                    <a:pt x="122" y="104"/>
                  </a:cubicBezTo>
                  <a:cubicBezTo>
                    <a:pt x="121" y="103"/>
                    <a:pt x="120" y="103"/>
                    <a:pt x="120" y="102"/>
                  </a:cubicBezTo>
                  <a:moveTo>
                    <a:pt x="103" y="17"/>
                  </a:moveTo>
                  <a:cubicBezTo>
                    <a:pt x="101" y="17"/>
                    <a:pt x="101" y="16"/>
                    <a:pt x="101" y="15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1"/>
                    <a:pt x="101" y="10"/>
                    <a:pt x="103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4"/>
                    <a:pt x="108" y="3"/>
                    <a:pt x="109" y="3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4" y="3"/>
                    <a:pt x="115" y="4"/>
                    <a:pt x="115" y="5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20" y="10"/>
                    <a:pt x="121" y="11"/>
                    <a:pt x="121" y="12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1" y="16"/>
                    <a:pt x="120" y="17"/>
                    <a:pt x="119" y="17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5" y="20"/>
                    <a:pt x="114" y="21"/>
                    <a:pt x="112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8" y="21"/>
                    <a:pt x="107" y="20"/>
                    <a:pt x="107" y="19"/>
                  </a:cubicBezTo>
                  <a:cubicBezTo>
                    <a:pt x="107" y="17"/>
                    <a:pt x="107" y="17"/>
                    <a:pt x="107" y="17"/>
                  </a:cubicBezTo>
                  <a:lnTo>
                    <a:pt x="103" y="17"/>
                  </a:lnTo>
                  <a:close/>
                  <a:moveTo>
                    <a:pt x="102" y="33"/>
                  </a:moveTo>
                  <a:cubicBezTo>
                    <a:pt x="102" y="28"/>
                    <a:pt x="106" y="25"/>
                    <a:pt x="111" y="25"/>
                  </a:cubicBezTo>
                  <a:cubicBezTo>
                    <a:pt x="116" y="25"/>
                    <a:pt x="120" y="28"/>
                    <a:pt x="120" y="33"/>
                  </a:cubicBezTo>
                  <a:cubicBezTo>
                    <a:pt x="120" y="38"/>
                    <a:pt x="116" y="42"/>
                    <a:pt x="111" y="42"/>
                  </a:cubicBezTo>
                  <a:cubicBezTo>
                    <a:pt x="106" y="42"/>
                    <a:pt x="102" y="38"/>
                    <a:pt x="102" y="33"/>
                  </a:cubicBezTo>
                  <a:moveTo>
                    <a:pt x="110" y="64"/>
                  </a:moveTo>
                  <a:cubicBezTo>
                    <a:pt x="110" y="64"/>
                    <a:pt x="110" y="64"/>
                    <a:pt x="110" y="64"/>
                  </a:cubicBezTo>
                  <a:cubicBezTo>
                    <a:pt x="111" y="64"/>
                    <a:pt x="112" y="64"/>
                    <a:pt x="112" y="64"/>
                  </a:cubicBezTo>
                  <a:cubicBezTo>
                    <a:pt x="115" y="65"/>
                    <a:pt x="117" y="67"/>
                    <a:pt x="117" y="70"/>
                  </a:cubicBezTo>
                  <a:cubicBezTo>
                    <a:pt x="117" y="73"/>
                    <a:pt x="115" y="75"/>
                    <a:pt x="112" y="76"/>
                  </a:cubicBezTo>
                  <a:cubicBezTo>
                    <a:pt x="111" y="76"/>
                    <a:pt x="111" y="76"/>
                    <a:pt x="110" y="7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07" y="75"/>
                    <a:pt x="104" y="73"/>
                    <a:pt x="104" y="70"/>
                  </a:cubicBezTo>
                  <a:cubicBezTo>
                    <a:pt x="104" y="67"/>
                    <a:pt x="107" y="64"/>
                    <a:pt x="110" y="64"/>
                  </a:cubicBezTo>
                  <a:moveTo>
                    <a:pt x="104" y="54"/>
                  </a:moveTo>
                  <a:cubicBezTo>
                    <a:pt x="104" y="51"/>
                    <a:pt x="107" y="49"/>
                    <a:pt x="110" y="48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11" y="48"/>
                    <a:pt x="112" y="48"/>
                    <a:pt x="112" y="48"/>
                  </a:cubicBezTo>
                  <a:cubicBezTo>
                    <a:pt x="112" y="48"/>
                    <a:pt x="112" y="49"/>
                    <a:pt x="112" y="49"/>
                  </a:cubicBezTo>
                  <a:cubicBezTo>
                    <a:pt x="115" y="49"/>
                    <a:pt x="117" y="52"/>
                    <a:pt x="117" y="54"/>
                  </a:cubicBezTo>
                  <a:cubicBezTo>
                    <a:pt x="117" y="57"/>
                    <a:pt x="115" y="59"/>
                    <a:pt x="112" y="60"/>
                  </a:cubicBezTo>
                  <a:cubicBezTo>
                    <a:pt x="112" y="60"/>
                    <a:pt x="111" y="60"/>
                    <a:pt x="111" y="60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07" y="60"/>
                    <a:pt x="104" y="57"/>
                    <a:pt x="104" y="54"/>
                  </a:cubicBezTo>
                  <a:moveTo>
                    <a:pt x="112" y="91"/>
                  </a:moveTo>
                  <a:cubicBezTo>
                    <a:pt x="111" y="91"/>
                    <a:pt x="111" y="91"/>
                    <a:pt x="111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1"/>
                    <a:pt x="105" y="88"/>
                    <a:pt x="105" y="85"/>
                  </a:cubicBezTo>
                  <a:cubicBezTo>
                    <a:pt x="105" y="82"/>
                    <a:pt x="107" y="80"/>
                    <a:pt x="110" y="79"/>
                  </a:cubicBezTo>
                  <a:cubicBezTo>
                    <a:pt x="110" y="79"/>
                    <a:pt x="110" y="79"/>
                    <a:pt x="111" y="79"/>
                  </a:cubicBezTo>
                  <a:cubicBezTo>
                    <a:pt x="111" y="79"/>
                    <a:pt x="111" y="79"/>
                    <a:pt x="112" y="79"/>
                  </a:cubicBezTo>
                  <a:cubicBezTo>
                    <a:pt x="115" y="80"/>
                    <a:pt x="117" y="82"/>
                    <a:pt x="117" y="85"/>
                  </a:cubicBezTo>
                  <a:cubicBezTo>
                    <a:pt x="117" y="88"/>
                    <a:pt x="115" y="91"/>
                    <a:pt x="112" y="91"/>
                  </a:cubicBezTo>
                  <a:moveTo>
                    <a:pt x="117" y="101"/>
                  </a:moveTo>
                  <a:cubicBezTo>
                    <a:pt x="117" y="104"/>
                    <a:pt x="114" y="107"/>
                    <a:pt x="111" y="107"/>
                  </a:cubicBezTo>
                  <a:cubicBezTo>
                    <a:pt x="107" y="107"/>
                    <a:pt x="105" y="104"/>
                    <a:pt x="105" y="101"/>
                  </a:cubicBezTo>
                  <a:cubicBezTo>
                    <a:pt x="105" y="97"/>
                    <a:pt x="107" y="95"/>
                    <a:pt x="111" y="95"/>
                  </a:cubicBezTo>
                  <a:cubicBezTo>
                    <a:pt x="114" y="95"/>
                    <a:pt x="117" y="97"/>
                    <a:pt x="117" y="101"/>
                  </a:cubicBezTo>
                  <a:moveTo>
                    <a:pt x="93" y="75"/>
                  </a:moveTo>
                  <a:cubicBezTo>
                    <a:pt x="93" y="65"/>
                    <a:pt x="94" y="55"/>
                    <a:pt x="94" y="54"/>
                  </a:cubicBezTo>
                  <a:cubicBezTo>
                    <a:pt x="95" y="53"/>
                    <a:pt x="96" y="50"/>
                    <a:pt x="98" y="50"/>
                  </a:cubicBezTo>
                  <a:cubicBezTo>
                    <a:pt x="99" y="50"/>
                    <a:pt x="98" y="53"/>
                    <a:pt x="98" y="55"/>
                  </a:cubicBezTo>
                  <a:cubicBezTo>
                    <a:pt x="98" y="55"/>
                    <a:pt x="99" y="66"/>
                    <a:pt x="98" y="75"/>
                  </a:cubicBezTo>
                  <a:cubicBezTo>
                    <a:pt x="98" y="88"/>
                    <a:pt x="100" y="99"/>
                    <a:pt x="101" y="102"/>
                  </a:cubicBezTo>
                  <a:cubicBezTo>
                    <a:pt x="102" y="103"/>
                    <a:pt x="101" y="103"/>
                    <a:pt x="100" y="104"/>
                  </a:cubicBezTo>
                  <a:cubicBezTo>
                    <a:pt x="99" y="105"/>
                    <a:pt x="98" y="104"/>
                    <a:pt x="98" y="103"/>
                  </a:cubicBezTo>
                  <a:cubicBezTo>
                    <a:pt x="95" y="99"/>
                    <a:pt x="93" y="87"/>
                    <a:pt x="93" y="75"/>
                  </a:cubicBezTo>
                  <a:moveTo>
                    <a:pt x="84" y="45"/>
                  </a:moveTo>
                  <a:cubicBezTo>
                    <a:pt x="85" y="45"/>
                    <a:pt x="87" y="46"/>
                    <a:pt x="87" y="48"/>
                  </a:cubicBezTo>
                  <a:cubicBezTo>
                    <a:pt x="87" y="49"/>
                    <a:pt x="85" y="50"/>
                    <a:pt x="84" y="50"/>
                  </a:cubicBezTo>
                  <a:cubicBezTo>
                    <a:pt x="83" y="50"/>
                    <a:pt x="82" y="49"/>
                    <a:pt x="82" y="48"/>
                  </a:cubicBezTo>
                  <a:cubicBezTo>
                    <a:pt x="82" y="46"/>
                    <a:pt x="83" y="45"/>
                    <a:pt x="84" y="45"/>
                  </a:cubicBezTo>
                  <a:moveTo>
                    <a:pt x="77" y="45"/>
                  </a:moveTo>
                  <a:cubicBezTo>
                    <a:pt x="78" y="45"/>
                    <a:pt x="80" y="46"/>
                    <a:pt x="80" y="48"/>
                  </a:cubicBezTo>
                  <a:cubicBezTo>
                    <a:pt x="80" y="49"/>
                    <a:pt x="78" y="51"/>
                    <a:pt x="77" y="51"/>
                  </a:cubicBezTo>
                  <a:cubicBezTo>
                    <a:pt x="75" y="51"/>
                    <a:pt x="74" y="49"/>
                    <a:pt x="74" y="48"/>
                  </a:cubicBezTo>
                  <a:cubicBezTo>
                    <a:pt x="74" y="46"/>
                    <a:pt x="75" y="45"/>
                    <a:pt x="77" y="45"/>
                  </a:cubicBezTo>
                  <a:moveTo>
                    <a:pt x="74" y="57"/>
                  </a:moveTo>
                  <a:cubicBezTo>
                    <a:pt x="82" y="55"/>
                    <a:pt x="87" y="54"/>
                    <a:pt x="88" y="54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4"/>
                    <a:pt x="89" y="54"/>
                    <a:pt x="89" y="55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90" y="55"/>
                    <a:pt x="90" y="56"/>
                    <a:pt x="90" y="56"/>
                  </a:cubicBezTo>
                  <a:cubicBezTo>
                    <a:pt x="88" y="62"/>
                    <a:pt x="87" y="68"/>
                    <a:pt x="87" y="74"/>
                  </a:cubicBezTo>
                  <a:cubicBezTo>
                    <a:pt x="87" y="87"/>
                    <a:pt x="90" y="98"/>
                    <a:pt x="92" y="102"/>
                  </a:cubicBezTo>
                  <a:cubicBezTo>
                    <a:pt x="92" y="102"/>
                    <a:pt x="92" y="102"/>
                    <a:pt x="92" y="102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89" y="104"/>
                    <a:pt x="72" y="106"/>
                    <a:pt x="69" y="107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7"/>
                    <a:pt x="68" y="107"/>
                    <a:pt x="68" y="106"/>
                  </a:cubicBezTo>
                  <a:cubicBezTo>
                    <a:pt x="68" y="106"/>
                    <a:pt x="67" y="106"/>
                    <a:pt x="67" y="106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1" y="95"/>
                    <a:pt x="59" y="88"/>
                    <a:pt x="58" y="73"/>
                  </a:cubicBezTo>
                  <a:cubicBezTo>
                    <a:pt x="58" y="69"/>
                    <a:pt x="60" y="63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4" y="60"/>
                    <a:pt x="67" y="58"/>
                    <a:pt x="74" y="57"/>
                  </a:cubicBezTo>
                  <a:moveTo>
                    <a:pt x="49" y="89"/>
                  </a:moveTo>
                  <a:cubicBezTo>
                    <a:pt x="52" y="89"/>
                    <a:pt x="54" y="91"/>
                    <a:pt x="54" y="93"/>
                  </a:cubicBezTo>
                  <a:cubicBezTo>
                    <a:pt x="54" y="96"/>
                    <a:pt x="52" y="98"/>
                    <a:pt x="49" y="98"/>
                  </a:cubicBezTo>
                  <a:cubicBezTo>
                    <a:pt x="47" y="98"/>
                    <a:pt x="45" y="96"/>
                    <a:pt x="45" y="93"/>
                  </a:cubicBezTo>
                  <a:cubicBezTo>
                    <a:pt x="45" y="91"/>
                    <a:pt x="47" y="89"/>
                    <a:pt x="49" y="89"/>
                  </a:cubicBezTo>
                  <a:moveTo>
                    <a:pt x="41" y="81"/>
                  </a:moveTo>
                  <a:cubicBezTo>
                    <a:pt x="41" y="78"/>
                    <a:pt x="43" y="76"/>
                    <a:pt x="45" y="76"/>
                  </a:cubicBezTo>
                  <a:cubicBezTo>
                    <a:pt x="48" y="76"/>
                    <a:pt x="50" y="78"/>
                    <a:pt x="50" y="81"/>
                  </a:cubicBezTo>
                  <a:cubicBezTo>
                    <a:pt x="50" y="84"/>
                    <a:pt x="48" y="86"/>
                    <a:pt x="45" y="86"/>
                  </a:cubicBezTo>
                  <a:cubicBezTo>
                    <a:pt x="43" y="86"/>
                    <a:pt x="41" y="84"/>
                    <a:pt x="41" y="81"/>
                  </a:cubicBezTo>
                  <a:moveTo>
                    <a:pt x="55" y="100"/>
                  </a:moveTo>
                  <a:cubicBezTo>
                    <a:pt x="58" y="100"/>
                    <a:pt x="60" y="102"/>
                    <a:pt x="60" y="105"/>
                  </a:cubicBezTo>
                  <a:cubicBezTo>
                    <a:pt x="60" y="108"/>
                    <a:pt x="58" y="110"/>
                    <a:pt x="55" y="110"/>
                  </a:cubicBezTo>
                  <a:cubicBezTo>
                    <a:pt x="55" y="110"/>
                    <a:pt x="54" y="110"/>
                    <a:pt x="54" y="109"/>
                  </a:cubicBezTo>
                  <a:cubicBezTo>
                    <a:pt x="52" y="109"/>
                    <a:pt x="52" y="108"/>
                    <a:pt x="51" y="107"/>
                  </a:cubicBezTo>
                  <a:cubicBezTo>
                    <a:pt x="51" y="107"/>
                    <a:pt x="50" y="106"/>
                    <a:pt x="50" y="105"/>
                  </a:cubicBezTo>
                  <a:cubicBezTo>
                    <a:pt x="50" y="102"/>
                    <a:pt x="53" y="100"/>
                    <a:pt x="55" y="100"/>
                  </a:cubicBezTo>
                  <a:moveTo>
                    <a:pt x="68" y="46"/>
                  </a:moveTo>
                  <a:cubicBezTo>
                    <a:pt x="70" y="46"/>
                    <a:pt x="71" y="48"/>
                    <a:pt x="71" y="49"/>
                  </a:cubicBezTo>
                  <a:cubicBezTo>
                    <a:pt x="71" y="51"/>
                    <a:pt x="70" y="53"/>
                    <a:pt x="68" y="53"/>
                  </a:cubicBezTo>
                  <a:cubicBezTo>
                    <a:pt x="66" y="53"/>
                    <a:pt x="65" y="51"/>
                    <a:pt x="65" y="49"/>
                  </a:cubicBezTo>
                  <a:cubicBezTo>
                    <a:pt x="65" y="48"/>
                    <a:pt x="66" y="46"/>
                    <a:pt x="68" y="46"/>
                  </a:cubicBezTo>
                  <a:moveTo>
                    <a:pt x="60" y="49"/>
                  </a:moveTo>
                  <a:cubicBezTo>
                    <a:pt x="62" y="49"/>
                    <a:pt x="64" y="50"/>
                    <a:pt x="64" y="52"/>
                  </a:cubicBezTo>
                  <a:cubicBezTo>
                    <a:pt x="64" y="55"/>
                    <a:pt x="62" y="56"/>
                    <a:pt x="60" y="56"/>
                  </a:cubicBezTo>
                  <a:cubicBezTo>
                    <a:pt x="59" y="56"/>
                    <a:pt x="58" y="56"/>
                    <a:pt x="58" y="56"/>
                  </a:cubicBezTo>
                  <a:cubicBezTo>
                    <a:pt x="57" y="55"/>
                    <a:pt x="56" y="54"/>
                    <a:pt x="56" y="52"/>
                  </a:cubicBezTo>
                  <a:cubicBezTo>
                    <a:pt x="56" y="50"/>
                    <a:pt x="58" y="49"/>
                    <a:pt x="60" y="49"/>
                  </a:cubicBezTo>
                  <a:moveTo>
                    <a:pt x="53" y="55"/>
                  </a:moveTo>
                  <a:cubicBezTo>
                    <a:pt x="55" y="55"/>
                    <a:pt x="57" y="57"/>
                    <a:pt x="57" y="59"/>
                  </a:cubicBezTo>
                  <a:cubicBezTo>
                    <a:pt x="57" y="62"/>
                    <a:pt x="55" y="63"/>
                    <a:pt x="53" y="63"/>
                  </a:cubicBezTo>
                  <a:cubicBezTo>
                    <a:pt x="50" y="63"/>
                    <a:pt x="49" y="62"/>
                    <a:pt x="49" y="59"/>
                  </a:cubicBezTo>
                  <a:cubicBezTo>
                    <a:pt x="49" y="57"/>
                    <a:pt x="50" y="55"/>
                    <a:pt x="53" y="55"/>
                  </a:cubicBezTo>
                  <a:moveTo>
                    <a:pt x="46" y="64"/>
                  </a:moveTo>
                  <a:cubicBezTo>
                    <a:pt x="47" y="64"/>
                    <a:pt x="47" y="64"/>
                    <a:pt x="48" y="64"/>
                  </a:cubicBezTo>
                  <a:cubicBezTo>
                    <a:pt x="50" y="65"/>
                    <a:pt x="51" y="67"/>
                    <a:pt x="51" y="69"/>
                  </a:cubicBezTo>
                  <a:cubicBezTo>
                    <a:pt x="51" y="71"/>
                    <a:pt x="49" y="74"/>
                    <a:pt x="46" y="74"/>
                  </a:cubicBezTo>
                  <a:cubicBezTo>
                    <a:pt x="44" y="74"/>
                    <a:pt x="42" y="72"/>
                    <a:pt x="42" y="70"/>
                  </a:cubicBezTo>
                  <a:cubicBezTo>
                    <a:pt x="42" y="69"/>
                    <a:pt x="42" y="69"/>
                    <a:pt x="42" y="69"/>
                  </a:cubicBezTo>
                  <a:cubicBezTo>
                    <a:pt x="42" y="66"/>
                    <a:pt x="44" y="64"/>
                    <a:pt x="46" y="64"/>
                  </a:cubicBezTo>
                  <a:moveTo>
                    <a:pt x="40" y="53"/>
                  </a:moveTo>
                  <a:cubicBezTo>
                    <a:pt x="42" y="53"/>
                    <a:pt x="44" y="55"/>
                    <a:pt x="44" y="58"/>
                  </a:cubicBezTo>
                  <a:cubicBezTo>
                    <a:pt x="44" y="60"/>
                    <a:pt x="42" y="62"/>
                    <a:pt x="40" y="62"/>
                  </a:cubicBezTo>
                  <a:cubicBezTo>
                    <a:pt x="38" y="62"/>
                    <a:pt x="36" y="60"/>
                    <a:pt x="36" y="58"/>
                  </a:cubicBezTo>
                  <a:cubicBezTo>
                    <a:pt x="36" y="55"/>
                    <a:pt x="38" y="53"/>
                    <a:pt x="40" y="53"/>
                  </a:cubicBezTo>
                  <a:moveTo>
                    <a:pt x="25" y="61"/>
                  </a:moveTo>
                  <a:cubicBezTo>
                    <a:pt x="28" y="61"/>
                    <a:pt x="30" y="63"/>
                    <a:pt x="30" y="65"/>
                  </a:cubicBezTo>
                  <a:cubicBezTo>
                    <a:pt x="30" y="68"/>
                    <a:pt x="28" y="70"/>
                    <a:pt x="25" y="70"/>
                  </a:cubicBezTo>
                  <a:cubicBezTo>
                    <a:pt x="23" y="70"/>
                    <a:pt x="20" y="68"/>
                    <a:pt x="20" y="65"/>
                  </a:cubicBezTo>
                  <a:cubicBezTo>
                    <a:pt x="20" y="63"/>
                    <a:pt x="23" y="61"/>
                    <a:pt x="25" y="61"/>
                  </a:cubicBezTo>
                  <a:moveTo>
                    <a:pt x="12" y="73"/>
                  </a:moveTo>
                  <a:cubicBezTo>
                    <a:pt x="15" y="73"/>
                    <a:pt x="17" y="75"/>
                    <a:pt x="17" y="77"/>
                  </a:cubicBezTo>
                  <a:cubicBezTo>
                    <a:pt x="17" y="80"/>
                    <a:pt x="15" y="82"/>
                    <a:pt x="12" y="82"/>
                  </a:cubicBezTo>
                  <a:cubicBezTo>
                    <a:pt x="10" y="82"/>
                    <a:pt x="8" y="80"/>
                    <a:pt x="8" y="77"/>
                  </a:cubicBezTo>
                  <a:cubicBezTo>
                    <a:pt x="8" y="75"/>
                    <a:pt x="10" y="73"/>
                    <a:pt x="12" y="73"/>
                  </a:cubicBezTo>
                  <a:moveTo>
                    <a:pt x="9" y="97"/>
                  </a:moveTo>
                  <a:cubicBezTo>
                    <a:pt x="7" y="97"/>
                    <a:pt x="4" y="95"/>
                    <a:pt x="4" y="92"/>
                  </a:cubicBezTo>
                  <a:cubicBezTo>
                    <a:pt x="4" y="90"/>
                    <a:pt x="7" y="88"/>
                    <a:pt x="9" y="88"/>
                  </a:cubicBezTo>
                  <a:cubicBezTo>
                    <a:pt x="12" y="88"/>
                    <a:pt x="14" y="90"/>
                    <a:pt x="14" y="92"/>
                  </a:cubicBezTo>
                  <a:cubicBezTo>
                    <a:pt x="14" y="95"/>
                    <a:pt x="12" y="97"/>
                    <a:pt x="9" y="97"/>
                  </a:cubicBezTo>
                  <a:moveTo>
                    <a:pt x="18" y="111"/>
                  </a:moveTo>
                  <a:cubicBezTo>
                    <a:pt x="15" y="111"/>
                    <a:pt x="13" y="109"/>
                    <a:pt x="13" y="106"/>
                  </a:cubicBezTo>
                  <a:cubicBezTo>
                    <a:pt x="13" y="104"/>
                    <a:pt x="15" y="101"/>
                    <a:pt x="18" y="101"/>
                  </a:cubicBezTo>
                  <a:cubicBezTo>
                    <a:pt x="20" y="101"/>
                    <a:pt x="22" y="104"/>
                    <a:pt x="22" y="106"/>
                  </a:cubicBezTo>
                  <a:cubicBezTo>
                    <a:pt x="22" y="109"/>
                    <a:pt x="20" y="111"/>
                    <a:pt x="18" y="111"/>
                  </a:cubicBezTo>
                  <a:moveTo>
                    <a:pt x="28" y="121"/>
                  </a:moveTo>
                  <a:cubicBezTo>
                    <a:pt x="26" y="121"/>
                    <a:pt x="24" y="119"/>
                    <a:pt x="24" y="116"/>
                  </a:cubicBezTo>
                  <a:cubicBezTo>
                    <a:pt x="24" y="114"/>
                    <a:pt x="26" y="112"/>
                    <a:pt x="28" y="112"/>
                  </a:cubicBezTo>
                  <a:cubicBezTo>
                    <a:pt x="31" y="112"/>
                    <a:pt x="33" y="114"/>
                    <a:pt x="33" y="116"/>
                  </a:cubicBezTo>
                  <a:cubicBezTo>
                    <a:pt x="33" y="119"/>
                    <a:pt x="31" y="121"/>
                    <a:pt x="28" y="121"/>
                  </a:cubicBezTo>
                  <a:moveTo>
                    <a:pt x="28" y="101"/>
                  </a:moveTo>
                  <a:cubicBezTo>
                    <a:pt x="27" y="100"/>
                    <a:pt x="24" y="96"/>
                    <a:pt x="22" y="93"/>
                  </a:cubicBezTo>
                  <a:cubicBezTo>
                    <a:pt x="20" y="91"/>
                    <a:pt x="20" y="89"/>
                    <a:pt x="20" y="88"/>
                  </a:cubicBezTo>
                  <a:cubicBezTo>
                    <a:pt x="20" y="86"/>
                    <a:pt x="21" y="85"/>
                    <a:pt x="22" y="83"/>
                  </a:cubicBezTo>
                  <a:cubicBezTo>
                    <a:pt x="23" y="80"/>
                    <a:pt x="23" y="80"/>
                    <a:pt x="25" y="78"/>
                  </a:cubicBezTo>
                  <a:cubicBezTo>
                    <a:pt x="26" y="77"/>
                    <a:pt x="26" y="76"/>
                    <a:pt x="31" y="73"/>
                  </a:cubicBezTo>
                  <a:cubicBezTo>
                    <a:pt x="32" y="72"/>
                    <a:pt x="33" y="71"/>
                    <a:pt x="34" y="70"/>
                  </a:cubicBezTo>
                  <a:cubicBezTo>
                    <a:pt x="34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2"/>
                    <a:pt x="35" y="73"/>
                    <a:pt x="35" y="75"/>
                  </a:cubicBezTo>
                  <a:cubicBezTo>
                    <a:pt x="35" y="89"/>
                    <a:pt x="38" y="101"/>
                    <a:pt x="50" y="113"/>
                  </a:cubicBezTo>
                  <a:cubicBezTo>
                    <a:pt x="49" y="114"/>
                    <a:pt x="47" y="115"/>
                    <a:pt x="46" y="115"/>
                  </a:cubicBezTo>
                  <a:cubicBezTo>
                    <a:pt x="44" y="116"/>
                    <a:pt x="42" y="117"/>
                    <a:pt x="41" y="118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8"/>
                    <a:pt x="41" y="117"/>
                    <a:pt x="41" y="116"/>
                  </a:cubicBezTo>
                  <a:cubicBezTo>
                    <a:pt x="39" y="112"/>
                    <a:pt x="31" y="104"/>
                    <a:pt x="28" y="101"/>
                  </a:cubicBezTo>
                  <a:moveTo>
                    <a:pt x="185" y="129"/>
                  </a:moveTo>
                  <a:cubicBezTo>
                    <a:pt x="185" y="130"/>
                    <a:pt x="183" y="131"/>
                    <a:pt x="182" y="130"/>
                  </a:cubicBezTo>
                  <a:cubicBezTo>
                    <a:pt x="182" y="130"/>
                    <a:pt x="171" y="125"/>
                    <a:pt x="155" y="121"/>
                  </a:cubicBezTo>
                  <a:cubicBezTo>
                    <a:pt x="138" y="117"/>
                    <a:pt x="128" y="115"/>
                    <a:pt x="111" y="114"/>
                  </a:cubicBezTo>
                  <a:cubicBezTo>
                    <a:pt x="94" y="115"/>
                    <a:pt x="83" y="117"/>
                    <a:pt x="66" y="121"/>
                  </a:cubicBezTo>
                  <a:cubicBezTo>
                    <a:pt x="50" y="125"/>
                    <a:pt x="40" y="130"/>
                    <a:pt x="40" y="130"/>
                  </a:cubicBezTo>
                  <a:cubicBezTo>
                    <a:pt x="39" y="131"/>
                    <a:pt x="37" y="130"/>
                    <a:pt x="37" y="129"/>
                  </a:cubicBezTo>
                  <a:cubicBezTo>
                    <a:pt x="36" y="128"/>
                    <a:pt x="36" y="127"/>
                    <a:pt x="38" y="126"/>
                  </a:cubicBezTo>
                  <a:cubicBezTo>
                    <a:pt x="38" y="126"/>
                    <a:pt x="49" y="120"/>
                    <a:pt x="65" y="116"/>
                  </a:cubicBezTo>
                  <a:cubicBezTo>
                    <a:pt x="82" y="112"/>
                    <a:pt x="92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30" y="110"/>
                    <a:pt x="140" y="112"/>
                    <a:pt x="157" y="116"/>
                  </a:cubicBezTo>
                  <a:cubicBezTo>
                    <a:pt x="173" y="120"/>
                    <a:pt x="184" y="126"/>
                    <a:pt x="184" y="126"/>
                  </a:cubicBezTo>
                  <a:cubicBezTo>
                    <a:pt x="185" y="127"/>
                    <a:pt x="186" y="128"/>
                    <a:pt x="185" y="129"/>
                  </a:cubicBezTo>
                  <a:moveTo>
                    <a:pt x="184" y="113"/>
                  </a:moveTo>
                  <a:cubicBezTo>
                    <a:pt x="183" y="114"/>
                    <a:pt x="183" y="115"/>
                    <a:pt x="182" y="116"/>
                  </a:cubicBezTo>
                  <a:cubicBezTo>
                    <a:pt x="182" y="117"/>
                    <a:pt x="181" y="117"/>
                    <a:pt x="181" y="117"/>
                  </a:cubicBezTo>
                  <a:cubicBezTo>
                    <a:pt x="181" y="117"/>
                    <a:pt x="178" y="117"/>
                    <a:pt x="176" y="116"/>
                  </a:cubicBezTo>
                  <a:cubicBezTo>
                    <a:pt x="174" y="115"/>
                    <a:pt x="172" y="114"/>
                    <a:pt x="172" y="114"/>
                  </a:cubicBezTo>
                  <a:cubicBezTo>
                    <a:pt x="172" y="114"/>
                    <a:pt x="173" y="113"/>
                    <a:pt x="173" y="112"/>
                  </a:cubicBezTo>
                  <a:cubicBezTo>
                    <a:pt x="178" y="108"/>
                    <a:pt x="183" y="99"/>
                    <a:pt x="184" y="94"/>
                  </a:cubicBezTo>
                  <a:cubicBezTo>
                    <a:pt x="187" y="86"/>
                    <a:pt x="188" y="80"/>
                    <a:pt x="188" y="74"/>
                  </a:cubicBezTo>
                  <a:cubicBezTo>
                    <a:pt x="188" y="74"/>
                    <a:pt x="188" y="73"/>
                    <a:pt x="188" y="72"/>
                  </a:cubicBezTo>
                  <a:cubicBezTo>
                    <a:pt x="188" y="71"/>
                    <a:pt x="187" y="70"/>
                    <a:pt x="187" y="70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90" y="71"/>
                    <a:pt x="195" y="75"/>
                    <a:pt x="197" y="77"/>
                  </a:cubicBezTo>
                  <a:cubicBezTo>
                    <a:pt x="200" y="79"/>
                    <a:pt x="201" y="81"/>
                    <a:pt x="202" y="84"/>
                  </a:cubicBezTo>
                  <a:cubicBezTo>
                    <a:pt x="203" y="86"/>
                    <a:pt x="203" y="87"/>
                    <a:pt x="203" y="87"/>
                  </a:cubicBezTo>
                  <a:cubicBezTo>
                    <a:pt x="203" y="89"/>
                    <a:pt x="202" y="90"/>
                    <a:pt x="201" y="92"/>
                  </a:cubicBezTo>
                  <a:cubicBezTo>
                    <a:pt x="199" y="96"/>
                    <a:pt x="196" y="100"/>
                    <a:pt x="192" y="104"/>
                  </a:cubicBezTo>
                  <a:cubicBezTo>
                    <a:pt x="188" y="109"/>
                    <a:pt x="185" y="112"/>
                    <a:pt x="184" y="113"/>
                  </a:cubicBezTo>
                  <a:moveTo>
                    <a:pt x="193" y="121"/>
                  </a:moveTo>
                  <a:cubicBezTo>
                    <a:pt x="191" y="121"/>
                    <a:pt x="189" y="119"/>
                    <a:pt x="189" y="116"/>
                  </a:cubicBezTo>
                  <a:cubicBezTo>
                    <a:pt x="189" y="114"/>
                    <a:pt x="191" y="112"/>
                    <a:pt x="193" y="112"/>
                  </a:cubicBezTo>
                  <a:cubicBezTo>
                    <a:pt x="196" y="112"/>
                    <a:pt x="198" y="114"/>
                    <a:pt x="198" y="116"/>
                  </a:cubicBezTo>
                  <a:cubicBezTo>
                    <a:pt x="198" y="119"/>
                    <a:pt x="196" y="121"/>
                    <a:pt x="193" y="121"/>
                  </a:cubicBezTo>
                  <a:moveTo>
                    <a:pt x="204" y="111"/>
                  </a:moveTo>
                  <a:cubicBezTo>
                    <a:pt x="201" y="111"/>
                    <a:pt x="199" y="108"/>
                    <a:pt x="199" y="106"/>
                  </a:cubicBezTo>
                  <a:cubicBezTo>
                    <a:pt x="199" y="103"/>
                    <a:pt x="201" y="101"/>
                    <a:pt x="204" y="101"/>
                  </a:cubicBezTo>
                  <a:cubicBezTo>
                    <a:pt x="206" y="101"/>
                    <a:pt x="208" y="103"/>
                    <a:pt x="208" y="106"/>
                  </a:cubicBezTo>
                  <a:cubicBezTo>
                    <a:pt x="208" y="108"/>
                    <a:pt x="206" y="111"/>
                    <a:pt x="204" y="111"/>
                  </a:cubicBezTo>
                  <a:moveTo>
                    <a:pt x="213" y="97"/>
                  </a:moveTo>
                  <a:cubicBezTo>
                    <a:pt x="210" y="97"/>
                    <a:pt x="208" y="95"/>
                    <a:pt x="208" y="92"/>
                  </a:cubicBezTo>
                  <a:cubicBezTo>
                    <a:pt x="208" y="90"/>
                    <a:pt x="210" y="88"/>
                    <a:pt x="213" y="88"/>
                  </a:cubicBezTo>
                  <a:cubicBezTo>
                    <a:pt x="215" y="88"/>
                    <a:pt x="217" y="90"/>
                    <a:pt x="217" y="92"/>
                  </a:cubicBezTo>
                  <a:cubicBezTo>
                    <a:pt x="217" y="95"/>
                    <a:pt x="215" y="97"/>
                    <a:pt x="213" y="9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51645547-3648-42D0-9CF9-768F165507D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79550" y="12839700"/>
              <a:ext cx="79375" cy="46037"/>
            </a:xfrm>
            <a:custGeom>
              <a:avLst/>
              <a:gdLst>
                <a:gd name="T0" fmla="*/ 107 w 125"/>
                <a:gd name="T1" fmla="*/ 12 h 72"/>
                <a:gd name="T2" fmla="*/ 90 w 125"/>
                <a:gd name="T3" fmla="*/ 27 h 72"/>
                <a:gd name="T4" fmla="*/ 84 w 125"/>
                <a:gd name="T5" fmla="*/ 34 h 72"/>
                <a:gd name="T6" fmla="*/ 81 w 125"/>
                <a:gd name="T7" fmla="*/ 21 h 72"/>
                <a:gd name="T8" fmla="*/ 72 w 125"/>
                <a:gd name="T9" fmla="*/ 10 h 72"/>
                <a:gd name="T10" fmla="*/ 63 w 125"/>
                <a:gd name="T11" fmla="*/ 0 h 72"/>
                <a:gd name="T12" fmla="*/ 54 w 125"/>
                <a:gd name="T13" fmla="*/ 9 h 72"/>
                <a:gd name="T14" fmla="*/ 44 w 125"/>
                <a:gd name="T15" fmla="*/ 20 h 72"/>
                <a:gd name="T16" fmla="*/ 41 w 125"/>
                <a:gd name="T17" fmla="*/ 33 h 72"/>
                <a:gd name="T18" fmla="*/ 35 w 125"/>
                <a:gd name="T19" fmla="*/ 26 h 72"/>
                <a:gd name="T20" fmla="*/ 19 w 125"/>
                <a:gd name="T21" fmla="*/ 11 h 72"/>
                <a:gd name="T22" fmla="*/ 2 w 125"/>
                <a:gd name="T23" fmla="*/ 16 h 72"/>
                <a:gd name="T24" fmla="*/ 28 w 125"/>
                <a:gd name="T25" fmla="*/ 62 h 72"/>
                <a:gd name="T26" fmla="*/ 61 w 125"/>
                <a:gd name="T27" fmla="*/ 72 h 72"/>
                <a:gd name="T28" fmla="*/ 65 w 125"/>
                <a:gd name="T29" fmla="*/ 72 h 72"/>
                <a:gd name="T30" fmla="*/ 110 w 125"/>
                <a:gd name="T31" fmla="*/ 31 h 72"/>
                <a:gd name="T32" fmla="*/ 70 w 125"/>
                <a:gd name="T33" fmla="*/ 15 h 72"/>
                <a:gd name="T34" fmla="*/ 72 w 125"/>
                <a:gd name="T35" fmla="*/ 26 h 72"/>
                <a:gd name="T36" fmla="*/ 70 w 125"/>
                <a:gd name="T37" fmla="*/ 15 h 72"/>
                <a:gd name="T38" fmla="*/ 56 w 125"/>
                <a:gd name="T39" fmla="*/ 15 h 72"/>
                <a:gd name="T40" fmla="*/ 54 w 125"/>
                <a:gd name="T41" fmla="*/ 25 h 72"/>
                <a:gd name="T42" fmla="*/ 21 w 125"/>
                <a:gd name="T43" fmla="*/ 25 h 72"/>
                <a:gd name="T44" fmla="*/ 16 w 125"/>
                <a:gd name="T45" fmla="*/ 16 h 72"/>
                <a:gd name="T46" fmla="*/ 32 w 125"/>
                <a:gd name="T47" fmla="*/ 21 h 72"/>
                <a:gd name="T48" fmla="*/ 29 w 125"/>
                <a:gd name="T49" fmla="*/ 28 h 72"/>
                <a:gd name="T50" fmla="*/ 30 w 125"/>
                <a:gd name="T51" fmla="*/ 50 h 72"/>
                <a:gd name="T52" fmla="*/ 40 w 125"/>
                <a:gd name="T53" fmla="*/ 45 h 72"/>
                <a:gd name="T54" fmla="*/ 26 w 125"/>
                <a:gd name="T55" fmla="*/ 41 h 72"/>
                <a:gd name="T56" fmla="*/ 52 w 125"/>
                <a:gd name="T57" fmla="*/ 41 h 72"/>
                <a:gd name="T58" fmla="*/ 59 w 125"/>
                <a:gd name="T59" fmla="*/ 47 h 72"/>
                <a:gd name="T60" fmla="*/ 29 w 125"/>
                <a:gd name="T61" fmla="*/ 52 h 72"/>
                <a:gd name="T62" fmla="*/ 35 w 125"/>
                <a:gd name="T63" fmla="*/ 64 h 72"/>
                <a:gd name="T64" fmla="*/ 38 w 125"/>
                <a:gd name="T65" fmla="*/ 59 h 72"/>
                <a:gd name="T66" fmla="*/ 39 w 125"/>
                <a:gd name="T67" fmla="*/ 63 h 72"/>
                <a:gd name="T68" fmla="*/ 42 w 125"/>
                <a:gd name="T69" fmla="*/ 58 h 72"/>
                <a:gd name="T70" fmla="*/ 53 w 125"/>
                <a:gd name="T71" fmla="*/ 68 h 72"/>
                <a:gd name="T72" fmla="*/ 53 w 125"/>
                <a:gd name="T73" fmla="*/ 57 h 72"/>
                <a:gd name="T74" fmla="*/ 56 w 125"/>
                <a:gd name="T75" fmla="*/ 68 h 72"/>
                <a:gd name="T76" fmla="*/ 59 w 125"/>
                <a:gd name="T77" fmla="*/ 68 h 72"/>
                <a:gd name="T78" fmla="*/ 58 w 125"/>
                <a:gd name="T79" fmla="*/ 9 h 72"/>
                <a:gd name="T80" fmla="*/ 67 w 125"/>
                <a:gd name="T81" fmla="*/ 12 h 72"/>
                <a:gd name="T82" fmla="*/ 61 w 125"/>
                <a:gd name="T83" fmla="*/ 15 h 72"/>
                <a:gd name="T84" fmla="*/ 63 w 125"/>
                <a:gd name="T85" fmla="*/ 57 h 72"/>
                <a:gd name="T86" fmla="*/ 74 w 125"/>
                <a:gd name="T87" fmla="*/ 68 h 72"/>
                <a:gd name="T88" fmla="*/ 74 w 125"/>
                <a:gd name="T89" fmla="*/ 58 h 72"/>
                <a:gd name="T90" fmla="*/ 78 w 125"/>
                <a:gd name="T91" fmla="*/ 68 h 72"/>
                <a:gd name="T92" fmla="*/ 82 w 125"/>
                <a:gd name="T93" fmla="*/ 67 h 72"/>
                <a:gd name="T94" fmla="*/ 85 w 125"/>
                <a:gd name="T95" fmla="*/ 64 h 72"/>
                <a:gd name="T96" fmla="*/ 86 w 125"/>
                <a:gd name="T97" fmla="*/ 60 h 72"/>
                <a:gd name="T98" fmla="*/ 90 w 125"/>
                <a:gd name="T99" fmla="*/ 65 h 72"/>
                <a:gd name="T100" fmla="*/ 84 w 125"/>
                <a:gd name="T101" fmla="*/ 46 h 72"/>
                <a:gd name="T102" fmla="*/ 94 w 125"/>
                <a:gd name="T103" fmla="*/ 52 h 72"/>
                <a:gd name="T104" fmla="*/ 66 w 125"/>
                <a:gd name="T105" fmla="*/ 53 h 72"/>
                <a:gd name="T106" fmla="*/ 76 w 125"/>
                <a:gd name="T107" fmla="*/ 45 h 72"/>
                <a:gd name="T108" fmla="*/ 66 w 125"/>
                <a:gd name="T109" fmla="*/ 36 h 72"/>
                <a:gd name="T110" fmla="*/ 104 w 125"/>
                <a:gd name="T111" fmla="*/ 27 h 72"/>
                <a:gd name="T112" fmla="*/ 93 w 125"/>
                <a:gd name="T113" fmla="*/ 24 h 72"/>
                <a:gd name="T114" fmla="*/ 100 w 125"/>
                <a:gd name="T115" fmla="*/ 21 h 72"/>
                <a:gd name="T116" fmla="*/ 114 w 125"/>
                <a:gd name="T117" fmla="*/ 1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5" h="72">
                  <a:moveTo>
                    <a:pt x="125" y="16"/>
                  </a:moveTo>
                  <a:cubicBezTo>
                    <a:pt x="124" y="13"/>
                    <a:pt x="117" y="11"/>
                    <a:pt x="114" y="11"/>
                  </a:cubicBezTo>
                  <a:cubicBezTo>
                    <a:pt x="111" y="11"/>
                    <a:pt x="109" y="11"/>
                    <a:pt x="107" y="12"/>
                  </a:cubicBezTo>
                  <a:cubicBezTo>
                    <a:pt x="105" y="14"/>
                    <a:pt x="100" y="17"/>
                    <a:pt x="100" y="17"/>
                  </a:cubicBezTo>
                  <a:cubicBezTo>
                    <a:pt x="97" y="17"/>
                    <a:pt x="88" y="15"/>
                    <a:pt x="87" y="21"/>
                  </a:cubicBezTo>
                  <a:cubicBezTo>
                    <a:pt x="87" y="23"/>
                    <a:pt x="89" y="26"/>
                    <a:pt x="90" y="27"/>
                  </a:cubicBezTo>
                  <a:cubicBezTo>
                    <a:pt x="91" y="28"/>
                    <a:pt x="92" y="29"/>
                    <a:pt x="92" y="30"/>
                  </a:cubicBezTo>
                  <a:cubicBezTo>
                    <a:pt x="92" y="30"/>
                    <a:pt x="92" y="30"/>
                    <a:pt x="90" y="31"/>
                  </a:cubicBezTo>
                  <a:cubicBezTo>
                    <a:pt x="87" y="33"/>
                    <a:pt x="84" y="34"/>
                    <a:pt x="84" y="34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76" y="32"/>
                    <a:pt x="77" y="33"/>
                    <a:pt x="74" y="30"/>
                  </a:cubicBezTo>
                  <a:cubicBezTo>
                    <a:pt x="78" y="28"/>
                    <a:pt x="81" y="25"/>
                    <a:pt x="81" y="21"/>
                  </a:cubicBezTo>
                  <a:cubicBezTo>
                    <a:pt x="81" y="15"/>
                    <a:pt x="77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1"/>
                    <a:pt x="72" y="10"/>
                    <a:pt x="72" y="10"/>
                  </a:cubicBezTo>
                  <a:cubicBezTo>
                    <a:pt x="72" y="5"/>
                    <a:pt x="68" y="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1"/>
                    <a:pt x="54" y="4"/>
                    <a:pt x="54" y="9"/>
                  </a:cubicBezTo>
                  <a:cubicBezTo>
                    <a:pt x="54" y="10"/>
                    <a:pt x="54" y="10"/>
                    <a:pt x="54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9" y="10"/>
                    <a:pt x="44" y="15"/>
                    <a:pt x="44" y="20"/>
                  </a:cubicBezTo>
                  <a:cubicBezTo>
                    <a:pt x="44" y="24"/>
                    <a:pt x="47" y="28"/>
                    <a:pt x="51" y="29"/>
                  </a:cubicBezTo>
                  <a:cubicBezTo>
                    <a:pt x="48" y="32"/>
                    <a:pt x="49" y="31"/>
                    <a:pt x="43" y="32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38" y="32"/>
                    <a:pt x="35" y="30"/>
                  </a:cubicBezTo>
                  <a:cubicBezTo>
                    <a:pt x="33" y="29"/>
                    <a:pt x="33" y="29"/>
                    <a:pt x="33" y="28"/>
                  </a:cubicBezTo>
                  <a:cubicBezTo>
                    <a:pt x="33" y="28"/>
                    <a:pt x="34" y="27"/>
                    <a:pt x="35" y="26"/>
                  </a:cubicBezTo>
                  <a:cubicBezTo>
                    <a:pt x="36" y="25"/>
                    <a:pt x="38" y="22"/>
                    <a:pt x="38" y="20"/>
                  </a:cubicBezTo>
                  <a:cubicBezTo>
                    <a:pt x="37" y="14"/>
                    <a:pt x="29" y="16"/>
                    <a:pt x="25" y="16"/>
                  </a:cubicBezTo>
                  <a:cubicBezTo>
                    <a:pt x="25" y="16"/>
                    <a:pt x="20" y="12"/>
                    <a:pt x="19" y="11"/>
                  </a:cubicBezTo>
                  <a:cubicBezTo>
                    <a:pt x="17" y="9"/>
                    <a:pt x="14" y="9"/>
                    <a:pt x="12" y="9"/>
                  </a:cubicBezTo>
                  <a:cubicBezTo>
                    <a:pt x="9" y="9"/>
                    <a:pt x="2" y="10"/>
                    <a:pt x="1" y="13"/>
                  </a:cubicBezTo>
                  <a:cubicBezTo>
                    <a:pt x="0" y="14"/>
                    <a:pt x="1" y="16"/>
                    <a:pt x="2" y="16"/>
                  </a:cubicBezTo>
                  <a:cubicBezTo>
                    <a:pt x="4" y="17"/>
                    <a:pt x="10" y="23"/>
                    <a:pt x="15" y="29"/>
                  </a:cubicBezTo>
                  <a:cubicBezTo>
                    <a:pt x="19" y="34"/>
                    <a:pt x="23" y="44"/>
                    <a:pt x="24" y="48"/>
                  </a:cubicBezTo>
                  <a:cubicBezTo>
                    <a:pt x="24" y="48"/>
                    <a:pt x="28" y="62"/>
                    <a:pt x="28" y="62"/>
                  </a:cubicBezTo>
                  <a:cubicBezTo>
                    <a:pt x="28" y="69"/>
                    <a:pt x="46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77" y="72"/>
                    <a:pt x="95" y="70"/>
                    <a:pt x="96" y="64"/>
                  </a:cubicBezTo>
                  <a:cubicBezTo>
                    <a:pt x="96" y="63"/>
                    <a:pt x="100" y="50"/>
                    <a:pt x="100" y="50"/>
                  </a:cubicBezTo>
                  <a:cubicBezTo>
                    <a:pt x="101" y="45"/>
                    <a:pt x="106" y="36"/>
                    <a:pt x="110" y="31"/>
                  </a:cubicBezTo>
                  <a:cubicBezTo>
                    <a:pt x="115" y="25"/>
                    <a:pt x="121" y="19"/>
                    <a:pt x="123" y="19"/>
                  </a:cubicBezTo>
                  <a:cubicBezTo>
                    <a:pt x="125" y="18"/>
                    <a:pt x="125" y="17"/>
                    <a:pt x="125" y="16"/>
                  </a:cubicBezTo>
                  <a:moveTo>
                    <a:pt x="70" y="15"/>
                  </a:moveTo>
                  <a:cubicBezTo>
                    <a:pt x="71" y="15"/>
                    <a:pt x="71" y="15"/>
                    <a:pt x="72" y="15"/>
                  </a:cubicBezTo>
                  <a:cubicBezTo>
                    <a:pt x="75" y="15"/>
                    <a:pt x="77" y="17"/>
                    <a:pt x="77" y="20"/>
                  </a:cubicBezTo>
                  <a:cubicBezTo>
                    <a:pt x="77" y="23"/>
                    <a:pt x="75" y="26"/>
                    <a:pt x="72" y="26"/>
                  </a:cubicBezTo>
                  <a:cubicBezTo>
                    <a:pt x="69" y="26"/>
                    <a:pt x="66" y="23"/>
                    <a:pt x="66" y="20"/>
                  </a:cubicBezTo>
                  <a:cubicBezTo>
                    <a:pt x="66" y="19"/>
                    <a:pt x="67" y="19"/>
                    <a:pt x="67" y="18"/>
                  </a:cubicBezTo>
                  <a:cubicBezTo>
                    <a:pt x="68" y="17"/>
                    <a:pt x="69" y="16"/>
                    <a:pt x="70" y="15"/>
                  </a:cubicBezTo>
                  <a:moveTo>
                    <a:pt x="48" y="20"/>
                  </a:moveTo>
                  <a:cubicBezTo>
                    <a:pt x="48" y="17"/>
                    <a:pt x="51" y="14"/>
                    <a:pt x="54" y="15"/>
                  </a:cubicBezTo>
                  <a:cubicBezTo>
                    <a:pt x="54" y="15"/>
                    <a:pt x="55" y="15"/>
                    <a:pt x="56" y="15"/>
                  </a:cubicBezTo>
                  <a:cubicBezTo>
                    <a:pt x="56" y="16"/>
                    <a:pt x="57" y="17"/>
                    <a:pt x="59" y="18"/>
                  </a:cubicBezTo>
                  <a:cubicBezTo>
                    <a:pt x="59" y="18"/>
                    <a:pt x="59" y="19"/>
                    <a:pt x="59" y="20"/>
                  </a:cubicBezTo>
                  <a:cubicBezTo>
                    <a:pt x="59" y="23"/>
                    <a:pt x="57" y="26"/>
                    <a:pt x="54" y="25"/>
                  </a:cubicBezTo>
                  <a:cubicBezTo>
                    <a:pt x="51" y="25"/>
                    <a:pt x="48" y="23"/>
                    <a:pt x="48" y="20"/>
                  </a:cubicBezTo>
                  <a:moveTo>
                    <a:pt x="24" y="32"/>
                  </a:moveTo>
                  <a:cubicBezTo>
                    <a:pt x="23" y="31"/>
                    <a:pt x="25" y="24"/>
                    <a:pt x="21" y="25"/>
                  </a:cubicBezTo>
                  <a:cubicBezTo>
                    <a:pt x="17" y="26"/>
                    <a:pt x="12" y="17"/>
                    <a:pt x="6" y="14"/>
                  </a:cubicBezTo>
                  <a:cubicBezTo>
                    <a:pt x="7" y="14"/>
                    <a:pt x="10" y="13"/>
                    <a:pt x="11" y="13"/>
                  </a:cubicBezTo>
                  <a:cubicBezTo>
                    <a:pt x="13" y="13"/>
                    <a:pt x="14" y="15"/>
                    <a:pt x="16" y="16"/>
                  </a:cubicBezTo>
                  <a:cubicBezTo>
                    <a:pt x="17" y="17"/>
                    <a:pt x="19" y="19"/>
                    <a:pt x="21" y="19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8" y="20"/>
                    <a:pt x="31" y="20"/>
                    <a:pt x="32" y="21"/>
                  </a:cubicBezTo>
                  <a:cubicBezTo>
                    <a:pt x="32" y="21"/>
                    <a:pt x="33" y="22"/>
                    <a:pt x="33" y="22"/>
                  </a:cubicBezTo>
                  <a:cubicBezTo>
                    <a:pt x="33" y="23"/>
                    <a:pt x="33" y="23"/>
                    <a:pt x="32" y="23"/>
                  </a:cubicBezTo>
                  <a:cubicBezTo>
                    <a:pt x="31" y="24"/>
                    <a:pt x="29" y="26"/>
                    <a:pt x="29" y="28"/>
                  </a:cubicBezTo>
                  <a:cubicBezTo>
                    <a:pt x="31" y="34"/>
                    <a:pt x="26" y="35"/>
                    <a:pt x="24" y="32"/>
                  </a:cubicBezTo>
                  <a:moveTo>
                    <a:pt x="29" y="52"/>
                  </a:moveTo>
                  <a:cubicBezTo>
                    <a:pt x="30" y="51"/>
                    <a:pt x="30" y="51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3" y="50"/>
                    <a:pt x="37" y="49"/>
                  </a:cubicBezTo>
                  <a:cubicBezTo>
                    <a:pt x="39" y="48"/>
                    <a:pt x="40" y="47"/>
                    <a:pt x="40" y="45"/>
                  </a:cubicBezTo>
                  <a:cubicBezTo>
                    <a:pt x="40" y="43"/>
                    <a:pt x="38" y="42"/>
                    <a:pt x="36" y="42"/>
                  </a:cubicBezTo>
                  <a:cubicBezTo>
                    <a:pt x="34" y="43"/>
                    <a:pt x="30" y="44"/>
                    <a:pt x="28" y="45"/>
                  </a:cubicBezTo>
                  <a:cubicBezTo>
                    <a:pt x="27" y="44"/>
                    <a:pt x="27" y="43"/>
                    <a:pt x="26" y="41"/>
                  </a:cubicBezTo>
                  <a:cubicBezTo>
                    <a:pt x="32" y="38"/>
                    <a:pt x="45" y="36"/>
                    <a:pt x="59" y="36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0" y="41"/>
                    <a:pt x="49" y="42"/>
                    <a:pt x="49" y="44"/>
                  </a:cubicBezTo>
                  <a:cubicBezTo>
                    <a:pt x="49" y="46"/>
                    <a:pt x="50" y="47"/>
                    <a:pt x="52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9" y="53"/>
                    <a:pt x="37" y="54"/>
                    <a:pt x="31" y="58"/>
                  </a:cubicBezTo>
                  <a:cubicBezTo>
                    <a:pt x="30" y="56"/>
                    <a:pt x="30" y="53"/>
                    <a:pt x="29" y="52"/>
                  </a:cubicBezTo>
                  <a:moveTo>
                    <a:pt x="39" y="63"/>
                  </a:moveTo>
                  <a:cubicBezTo>
                    <a:pt x="39" y="64"/>
                    <a:pt x="39" y="65"/>
                    <a:pt x="38" y="65"/>
                  </a:cubicBezTo>
                  <a:cubicBezTo>
                    <a:pt x="37" y="65"/>
                    <a:pt x="36" y="65"/>
                    <a:pt x="35" y="64"/>
                  </a:cubicBezTo>
                  <a:cubicBezTo>
                    <a:pt x="34" y="64"/>
                    <a:pt x="34" y="63"/>
                    <a:pt x="33" y="62"/>
                  </a:cubicBezTo>
                  <a:cubicBezTo>
                    <a:pt x="34" y="62"/>
                    <a:pt x="34" y="61"/>
                    <a:pt x="35" y="60"/>
                  </a:cubicBezTo>
                  <a:cubicBezTo>
                    <a:pt x="36" y="59"/>
                    <a:pt x="37" y="59"/>
                    <a:pt x="38" y="59"/>
                  </a:cubicBezTo>
                  <a:cubicBezTo>
                    <a:pt x="39" y="60"/>
                    <a:pt x="39" y="60"/>
                    <a:pt x="39" y="61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3"/>
                    <a:pt x="39" y="63"/>
                    <a:pt x="39" y="63"/>
                  </a:cubicBezTo>
                  <a:moveTo>
                    <a:pt x="45" y="67"/>
                  </a:moveTo>
                  <a:cubicBezTo>
                    <a:pt x="44" y="67"/>
                    <a:pt x="43" y="66"/>
                    <a:pt x="42" y="66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3" y="58"/>
                    <a:pt x="44" y="58"/>
                    <a:pt x="46" y="58"/>
                  </a:cubicBezTo>
                  <a:lnTo>
                    <a:pt x="45" y="67"/>
                  </a:lnTo>
                  <a:close/>
                  <a:moveTo>
                    <a:pt x="53" y="68"/>
                  </a:moveTo>
                  <a:cubicBezTo>
                    <a:pt x="51" y="68"/>
                    <a:pt x="50" y="68"/>
                    <a:pt x="49" y="6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1" y="57"/>
                    <a:pt x="52" y="57"/>
                    <a:pt x="53" y="57"/>
                  </a:cubicBezTo>
                  <a:lnTo>
                    <a:pt x="53" y="68"/>
                  </a:lnTo>
                  <a:close/>
                  <a:moveTo>
                    <a:pt x="59" y="68"/>
                  </a:moveTo>
                  <a:cubicBezTo>
                    <a:pt x="60" y="68"/>
                    <a:pt x="56" y="68"/>
                    <a:pt x="56" y="68"/>
                  </a:cubicBezTo>
                  <a:cubicBezTo>
                    <a:pt x="56" y="57"/>
                    <a:pt x="56" y="57"/>
                    <a:pt x="56" y="57"/>
                  </a:cubicBezTo>
                  <a:cubicBezTo>
                    <a:pt x="56" y="57"/>
                    <a:pt x="58" y="57"/>
                    <a:pt x="59" y="57"/>
                  </a:cubicBezTo>
                  <a:lnTo>
                    <a:pt x="59" y="68"/>
                  </a:lnTo>
                  <a:close/>
                  <a:moveTo>
                    <a:pt x="61" y="15"/>
                  </a:moveTo>
                  <a:cubicBezTo>
                    <a:pt x="60" y="14"/>
                    <a:pt x="59" y="13"/>
                    <a:pt x="59" y="12"/>
                  </a:cubicBezTo>
                  <a:cubicBezTo>
                    <a:pt x="58" y="11"/>
                    <a:pt x="58" y="10"/>
                    <a:pt x="58" y="9"/>
                  </a:cubicBezTo>
                  <a:cubicBezTo>
                    <a:pt x="58" y="7"/>
                    <a:pt x="60" y="4"/>
                    <a:pt x="63" y="4"/>
                  </a:cubicBezTo>
                  <a:cubicBezTo>
                    <a:pt x="66" y="4"/>
                    <a:pt x="68" y="7"/>
                    <a:pt x="68" y="10"/>
                  </a:cubicBezTo>
                  <a:cubicBezTo>
                    <a:pt x="68" y="11"/>
                    <a:pt x="68" y="11"/>
                    <a:pt x="67" y="12"/>
                  </a:cubicBezTo>
                  <a:cubicBezTo>
                    <a:pt x="66" y="14"/>
                    <a:pt x="65" y="14"/>
                    <a:pt x="64" y="15"/>
                  </a:cubicBezTo>
                  <a:cubicBezTo>
                    <a:pt x="64" y="15"/>
                    <a:pt x="63" y="15"/>
                    <a:pt x="63" y="15"/>
                  </a:cubicBezTo>
                  <a:cubicBezTo>
                    <a:pt x="62" y="15"/>
                    <a:pt x="62" y="15"/>
                    <a:pt x="61" y="15"/>
                  </a:cubicBezTo>
                  <a:moveTo>
                    <a:pt x="68" y="68"/>
                  </a:moveTo>
                  <a:cubicBezTo>
                    <a:pt x="63" y="68"/>
                    <a:pt x="63" y="68"/>
                    <a:pt x="63" y="68"/>
                  </a:cubicBezTo>
                  <a:cubicBezTo>
                    <a:pt x="63" y="65"/>
                    <a:pt x="63" y="57"/>
                    <a:pt x="63" y="57"/>
                  </a:cubicBezTo>
                  <a:cubicBezTo>
                    <a:pt x="64" y="57"/>
                    <a:pt x="67" y="57"/>
                    <a:pt x="68" y="57"/>
                  </a:cubicBezTo>
                  <a:lnTo>
                    <a:pt x="68" y="68"/>
                  </a:lnTo>
                  <a:close/>
                  <a:moveTo>
                    <a:pt x="74" y="68"/>
                  </a:moveTo>
                  <a:cubicBezTo>
                    <a:pt x="73" y="68"/>
                    <a:pt x="72" y="68"/>
                    <a:pt x="71" y="68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2" y="57"/>
                    <a:pt x="73" y="58"/>
                    <a:pt x="74" y="58"/>
                  </a:cubicBezTo>
                  <a:lnTo>
                    <a:pt x="74" y="68"/>
                  </a:lnTo>
                  <a:close/>
                  <a:moveTo>
                    <a:pt x="82" y="67"/>
                  </a:moveTo>
                  <a:cubicBezTo>
                    <a:pt x="81" y="67"/>
                    <a:pt x="80" y="67"/>
                    <a:pt x="78" y="6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80" y="58"/>
                    <a:pt x="81" y="59"/>
                    <a:pt x="82" y="59"/>
                  </a:cubicBezTo>
                  <a:lnTo>
                    <a:pt x="82" y="67"/>
                  </a:lnTo>
                  <a:close/>
                  <a:moveTo>
                    <a:pt x="90" y="65"/>
                  </a:moveTo>
                  <a:cubicBezTo>
                    <a:pt x="89" y="66"/>
                    <a:pt x="87" y="66"/>
                    <a:pt x="86" y="66"/>
                  </a:cubicBezTo>
                  <a:cubicBezTo>
                    <a:pt x="86" y="66"/>
                    <a:pt x="86" y="65"/>
                    <a:pt x="85" y="64"/>
                  </a:cubicBezTo>
                  <a:cubicBezTo>
                    <a:pt x="85" y="64"/>
                    <a:pt x="85" y="64"/>
                    <a:pt x="85" y="63"/>
                  </a:cubicBezTo>
                  <a:cubicBezTo>
                    <a:pt x="85" y="63"/>
                    <a:pt x="85" y="63"/>
                    <a:pt x="85" y="62"/>
                  </a:cubicBezTo>
                  <a:cubicBezTo>
                    <a:pt x="85" y="61"/>
                    <a:pt x="86" y="61"/>
                    <a:pt x="86" y="60"/>
                  </a:cubicBezTo>
                  <a:cubicBezTo>
                    <a:pt x="87" y="60"/>
                    <a:pt x="88" y="60"/>
                    <a:pt x="89" y="61"/>
                  </a:cubicBezTo>
                  <a:cubicBezTo>
                    <a:pt x="90" y="62"/>
                    <a:pt x="91" y="62"/>
                    <a:pt x="91" y="63"/>
                  </a:cubicBezTo>
                  <a:cubicBezTo>
                    <a:pt x="91" y="64"/>
                    <a:pt x="90" y="65"/>
                    <a:pt x="90" y="65"/>
                  </a:cubicBezTo>
                  <a:moveTo>
                    <a:pt x="97" y="47"/>
                  </a:moveTo>
                  <a:cubicBezTo>
                    <a:pt x="94" y="45"/>
                    <a:pt x="90" y="44"/>
                    <a:pt x="88" y="43"/>
                  </a:cubicBezTo>
                  <a:cubicBezTo>
                    <a:pt x="87" y="43"/>
                    <a:pt x="85" y="44"/>
                    <a:pt x="84" y="46"/>
                  </a:cubicBezTo>
                  <a:cubicBezTo>
                    <a:pt x="84" y="48"/>
                    <a:pt x="85" y="49"/>
                    <a:pt x="87" y="50"/>
                  </a:cubicBezTo>
                  <a:cubicBezTo>
                    <a:pt x="91" y="51"/>
                    <a:pt x="94" y="52"/>
                    <a:pt x="94" y="53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94" y="52"/>
                    <a:pt x="95" y="53"/>
                  </a:cubicBezTo>
                  <a:cubicBezTo>
                    <a:pt x="94" y="55"/>
                    <a:pt x="94" y="57"/>
                    <a:pt x="93" y="59"/>
                  </a:cubicBezTo>
                  <a:cubicBezTo>
                    <a:pt x="87" y="55"/>
                    <a:pt x="75" y="53"/>
                    <a:pt x="66" y="53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5" y="42"/>
                    <a:pt x="73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80" y="37"/>
                    <a:pt x="93" y="39"/>
                    <a:pt x="98" y="43"/>
                  </a:cubicBezTo>
                  <a:cubicBezTo>
                    <a:pt x="98" y="44"/>
                    <a:pt x="97" y="45"/>
                    <a:pt x="97" y="47"/>
                  </a:cubicBezTo>
                  <a:moveTo>
                    <a:pt x="104" y="27"/>
                  </a:moveTo>
                  <a:cubicBezTo>
                    <a:pt x="101" y="25"/>
                    <a:pt x="102" y="32"/>
                    <a:pt x="101" y="34"/>
                  </a:cubicBezTo>
                  <a:cubicBezTo>
                    <a:pt x="99" y="37"/>
                    <a:pt x="94" y="36"/>
                    <a:pt x="96" y="30"/>
                  </a:cubicBezTo>
                  <a:cubicBezTo>
                    <a:pt x="96" y="27"/>
                    <a:pt x="94" y="25"/>
                    <a:pt x="93" y="24"/>
                  </a:cubicBezTo>
                  <a:cubicBezTo>
                    <a:pt x="93" y="24"/>
                    <a:pt x="92" y="24"/>
                    <a:pt x="93" y="23"/>
                  </a:cubicBezTo>
                  <a:cubicBezTo>
                    <a:pt x="93" y="23"/>
                    <a:pt x="93" y="23"/>
                    <a:pt x="93" y="22"/>
                  </a:cubicBezTo>
                  <a:cubicBezTo>
                    <a:pt x="95" y="22"/>
                    <a:pt x="98" y="21"/>
                    <a:pt x="100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6" y="21"/>
                    <a:pt x="108" y="19"/>
                    <a:pt x="110" y="18"/>
                  </a:cubicBezTo>
                  <a:cubicBezTo>
                    <a:pt x="111" y="16"/>
                    <a:pt x="113" y="15"/>
                    <a:pt x="114" y="15"/>
                  </a:cubicBezTo>
                  <a:cubicBezTo>
                    <a:pt x="116" y="15"/>
                    <a:pt x="118" y="16"/>
                    <a:pt x="120" y="16"/>
                  </a:cubicBezTo>
                  <a:cubicBezTo>
                    <a:pt x="114" y="19"/>
                    <a:pt x="109" y="28"/>
                    <a:pt x="104" y="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4" name="Freeform 593">
              <a:extLst>
                <a:ext uri="{FF2B5EF4-FFF2-40B4-BE49-F238E27FC236}">
                  <a16:creationId xmlns:a16="http://schemas.microsoft.com/office/drawing/2014/main" id="{0C5B1E69-CB39-439A-8235-54F128BFA77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27163" y="12763500"/>
              <a:ext cx="79375" cy="47625"/>
            </a:xfrm>
            <a:custGeom>
              <a:avLst/>
              <a:gdLst>
                <a:gd name="T0" fmla="*/ 105 w 124"/>
                <a:gd name="T1" fmla="*/ 6 h 74"/>
                <a:gd name="T2" fmla="*/ 91 w 124"/>
                <a:gd name="T3" fmla="*/ 23 h 74"/>
                <a:gd name="T4" fmla="*/ 86 w 124"/>
                <a:gd name="T5" fmla="*/ 30 h 74"/>
                <a:gd name="T6" fmla="*/ 81 w 124"/>
                <a:gd name="T7" fmla="*/ 18 h 74"/>
                <a:gd name="T8" fmla="*/ 70 w 124"/>
                <a:gd name="T9" fmla="*/ 8 h 74"/>
                <a:gd name="T10" fmla="*/ 60 w 124"/>
                <a:gd name="T11" fmla="*/ 0 h 74"/>
                <a:gd name="T12" fmla="*/ 53 w 124"/>
                <a:gd name="T13" fmla="*/ 12 h 74"/>
                <a:gd name="T14" fmla="*/ 53 w 124"/>
                <a:gd name="T15" fmla="*/ 31 h 74"/>
                <a:gd name="T16" fmla="*/ 37 w 124"/>
                <a:gd name="T17" fmla="*/ 34 h 74"/>
                <a:gd name="T18" fmla="*/ 39 w 124"/>
                <a:gd name="T19" fmla="*/ 24 h 74"/>
                <a:gd name="T20" fmla="*/ 11 w 124"/>
                <a:gd name="T21" fmla="*/ 18 h 74"/>
                <a:gd name="T22" fmla="*/ 17 w 124"/>
                <a:gd name="T23" fmla="*/ 37 h 74"/>
                <a:gd name="T24" fmla="*/ 66 w 124"/>
                <a:gd name="T25" fmla="*/ 72 h 74"/>
                <a:gd name="T26" fmla="*/ 71 w 124"/>
                <a:gd name="T27" fmla="*/ 72 h 74"/>
                <a:gd name="T28" fmla="*/ 103 w 124"/>
                <a:gd name="T29" fmla="*/ 58 h 74"/>
                <a:gd name="T30" fmla="*/ 122 w 124"/>
                <a:gd name="T31" fmla="*/ 9 h 74"/>
                <a:gd name="T32" fmla="*/ 69 w 124"/>
                <a:gd name="T33" fmla="*/ 14 h 74"/>
                <a:gd name="T34" fmla="*/ 73 w 124"/>
                <a:gd name="T35" fmla="*/ 24 h 74"/>
                <a:gd name="T36" fmla="*/ 61 w 124"/>
                <a:gd name="T37" fmla="*/ 4 h 74"/>
                <a:gd name="T38" fmla="*/ 63 w 124"/>
                <a:gd name="T39" fmla="*/ 15 h 74"/>
                <a:gd name="T40" fmla="*/ 57 w 124"/>
                <a:gd name="T41" fmla="*/ 13 h 74"/>
                <a:gd name="T42" fmla="*/ 48 w 124"/>
                <a:gd name="T43" fmla="*/ 22 h 74"/>
                <a:gd name="T44" fmla="*/ 58 w 124"/>
                <a:gd name="T45" fmla="*/ 18 h 74"/>
                <a:gd name="T46" fmla="*/ 48 w 124"/>
                <a:gd name="T47" fmla="*/ 22 h 74"/>
                <a:gd name="T48" fmla="*/ 6 w 124"/>
                <a:gd name="T49" fmla="*/ 23 h 74"/>
                <a:gd name="T50" fmla="*/ 22 w 124"/>
                <a:gd name="T51" fmla="*/ 26 h 74"/>
                <a:gd name="T52" fmla="*/ 34 w 124"/>
                <a:gd name="T53" fmla="*/ 27 h 74"/>
                <a:gd name="T54" fmla="*/ 27 w 124"/>
                <a:gd name="T55" fmla="*/ 38 h 74"/>
                <a:gd name="T56" fmla="*/ 39 w 124"/>
                <a:gd name="T57" fmla="*/ 66 h 74"/>
                <a:gd name="T58" fmla="*/ 45 w 124"/>
                <a:gd name="T59" fmla="*/ 65 h 74"/>
                <a:gd name="T60" fmla="*/ 45 w 124"/>
                <a:gd name="T61" fmla="*/ 69 h 74"/>
                <a:gd name="T62" fmla="*/ 52 w 124"/>
                <a:gd name="T63" fmla="*/ 60 h 74"/>
                <a:gd name="T64" fmla="*/ 37 w 124"/>
                <a:gd name="T65" fmla="*/ 62 h 74"/>
                <a:gd name="T66" fmla="*/ 35 w 124"/>
                <a:gd name="T67" fmla="*/ 56 h 74"/>
                <a:gd name="T68" fmla="*/ 40 w 124"/>
                <a:gd name="T69" fmla="*/ 46 h 74"/>
                <a:gd name="T70" fmla="*/ 62 w 124"/>
                <a:gd name="T71" fmla="*/ 36 h 74"/>
                <a:gd name="T72" fmla="*/ 53 w 124"/>
                <a:gd name="T73" fmla="*/ 46 h 74"/>
                <a:gd name="T74" fmla="*/ 64 w 124"/>
                <a:gd name="T75" fmla="*/ 53 h 74"/>
                <a:gd name="T76" fmla="*/ 56 w 124"/>
                <a:gd name="T77" fmla="*/ 59 h 74"/>
                <a:gd name="T78" fmla="*/ 57 w 124"/>
                <a:gd name="T79" fmla="*/ 69 h 74"/>
                <a:gd name="T80" fmla="*/ 66 w 124"/>
                <a:gd name="T81" fmla="*/ 57 h 74"/>
                <a:gd name="T82" fmla="*/ 71 w 124"/>
                <a:gd name="T83" fmla="*/ 68 h 74"/>
                <a:gd name="T84" fmla="*/ 76 w 124"/>
                <a:gd name="T85" fmla="*/ 67 h 74"/>
                <a:gd name="T86" fmla="*/ 77 w 124"/>
                <a:gd name="T87" fmla="*/ 56 h 74"/>
                <a:gd name="T88" fmla="*/ 79 w 124"/>
                <a:gd name="T89" fmla="*/ 66 h 74"/>
                <a:gd name="T90" fmla="*/ 88 w 124"/>
                <a:gd name="T91" fmla="*/ 55 h 74"/>
                <a:gd name="T92" fmla="*/ 97 w 124"/>
                <a:gd name="T93" fmla="*/ 60 h 74"/>
                <a:gd name="T94" fmla="*/ 92 w 124"/>
                <a:gd name="T95" fmla="*/ 59 h 74"/>
                <a:gd name="T96" fmla="*/ 96 w 124"/>
                <a:gd name="T97" fmla="*/ 56 h 74"/>
                <a:gd name="T98" fmla="*/ 101 w 124"/>
                <a:gd name="T99" fmla="*/ 41 h 74"/>
                <a:gd name="T100" fmla="*/ 91 w 124"/>
                <a:gd name="T101" fmla="*/ 46 h 74"/>
                <a:gd name="T102" fmla="*/ 100 w 124"/>
                <a:gd name="T103" fmla="*/ 47 h 74"/>
                <a:gd name="T104" fmla="*/ 70 w 124"/>
                <a:gd name="T105" fmla="*/ 47 h 74"/>
                <a:gd name="T106" fmla="*/ 76 w 124"/>
                <a:gd name="T107" fmla="*/ 40 h 74"/>
                <a:gd name="T108" fmla="*/ 102 w 124"/>
                <a:gd name="T109" fmla="*/ 37 h 74"/>
                <a:gd name="T110" fmla="*/ 103 w 124"/>
                <a:gd name="T111" fmla="*/ 28 h 74"/>
                <a:gd name="T112" fmla="*/ 93 w 124"/>
                <a:gd name="T113" fmla="*/ 19 h 74"/>
                <a:gd name="T114" fmla="*/ 104 w 124"/>
                <a:gd name="T115" fmla="*/ 14 h 74"/>
                <a:gd name="T116" fmla="*/ 118 w 124"/>
                <a:gd name="T11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4" h="74">
                  <a:moveTo>
                    <a:pt x="124" y="6"/>
                  </a:moveTo>
                  <a:cubicBezTo>
                    <a:pt x="122" y="3"/>
                    <a:pt x="115" y="3"/>
                    <a:pt x="112" y="3"/>
                  </a:cubicBezTo>
                  <a:cubicBezTo>
                    <a:pt x="109" y="4"/>
                    <a:pt x="107" y="4"/>
                    <a:pt x="105" y="6"/>
                  </a:cubicBezTo>
                  <a:cubicBezTo>
                    <a:pt x="104" y="7"/>
                    <a:pt x="99" y="11"/>
                    <a:pt x="99" y="11"/>
                  </a:cubicBezTo>
                  <a:cubicBezTo>
                    <a:pt x="96" y="12"/>
                    <a:pt x="87" y="11"/>
                    <a:pt x="87" y="17"/>
                  </a:cubicBezTo>
                  <a:cubicBezTo>
                    <a:pt x="87" y="19"/>
                    <a:pt x="90" y="22"/>
                    <a:pt x="91" y="23"/>
                  </a:cubicBezTo>
                  <a:cubicBezTo>
                    <a:pt x="92" y="23"/>
                    <a:pt x="93" y="24"/>
                    <a:pt x="93" y="25"/>
                  </a:cubicBezTo>
                  <a:cubicBezTo>
                    <a:pt x="93" y="25"/>
                    <a:pt x="93" y="26"/>
                    <a:pt x="92" y="26"/>
                  </a:cubicBezTo>
                  <a:cubicBezTo>
                    <a:pt x="89" y="29"/>
                    <a:pt x="86" y="30"/>
                    <a:pt x="86" y="30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78" y="29"/>
                    <a:pt x="79" y="31"/>
                    <a:pt x="76" y="28"/>
                  </a:cubicBezTo>
                  <a:cubicBezTo>
                    <a:pt x="79" y="26"/>
                    <a:pt x="82" y="22"/>
                    <a:pt x="81" y="18"/>
                  </a:cubicBezTo>
                  <a:cubicBezTo>
                    <a:pt x="80" y="12"/>
                    <a:pt x="76" y="9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9"/>
                    <a:pt x="70" y="9"/>
                    <a:pt x="70" y="8"/>
                  </a:cubicBezTo>
                  <a:cubicBezTo>
                    <a:pt x="69" y="4"/>
                    <a:pt x="65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59" y="0"/>
                  </a:cubicBezTo>
                  <a:cubicBezTo>
                    <a:pt x="55" y="2"/>
                    <a:pt x="52" y="6"/>
                    <a:pt x="52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47" y="13"/>
                    <a:pt x="44" y="18"/>
                    <a:pt x="44" y="23"/>
                  </a:cubicBezTo>
                  <a:cubicBezTo>
                    <a:pt x="45" y="27"/>
                    <a:pt x="48" y="30"/>
                    <a:pt x="53" y="31"/>
                  </a:cubicBezTo>
                  <a:cubicBezTo>
                    <a:pt x="51" y="35"/>
                    <a:pt x="51" y="33"/>
                    <a:pt x="46" y="35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0" y="36"/>
                    <a:pt x="37" y="34"/>
                  </a:cubicBezTo>
                  <a:cubicBezTo>
                    <a:pt x="35" y="34"/>
                    <a:pt x="35" y="33"/>
                    <a:pt x="35" y="33"/>
                  </a:cubicBezTo>
                  <a:cubicBezTo>
                    <a:pt x="35" y="32"/>
                    <a:pt x="36" y="31"/>
                    <a:pt x="36" y="31"/>
                  </a:cubicBezTo>
                  <a:cubicBezTo>
                    <a:pt x="37" y="30"/>
                    <a:pt x="39" y="26"/>
                    <a:pt x="39" y="24"/>
                  </a:cubicBezTo>
                  <a:cubicBezTo>
                    <a:pt x="37" y="18"/>
                    <a:pt x="29" y="22"/>
                    <a:pt x="25" y="22"/>
                  </a:cubicBezTo>
                  <a:cubicBezTo>
                    <a:pt x="25" y="22"/>
                    <a:pt x="20" y="19"/>
                    <a:pt x="18" y="18"/>
                  </a:cubicBezTo>
                  <a:cubicBezTo>
                    <a:pt x="16" y="17"/>
                    <a:pt x="13" y="17"/>
                    <a:pt x="11" y="18"/>
                  </a:cubicBezTo>
                  <a:cubicBezTo>
                    <a:pt x="8" y="18"/>
                    <a:pt x="1" y="20"/>
                    <a:pt x="1" y="23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4" y="27"/>
                    <a:pt x="12" y="31"/>
                    <a:pt x="17" y="37"/>
                  </a:cubicBezTo>
                  <a:cubicBezTo>
                    <a:pt x="22" y="41"/>
                    <a:pt x="27" y="50"/>
                    <a:pt x="29" y="54"/>
                  </a:cubicBezTo>
                  <a:cubicBezTo>
                    <a:pt x="29" y="54"/>
                    <a:pt x="35" y="67"/>
                    <a:pt x="35" y="67"/>
                  </a:cubicBezTo>
                  <a:cubicBezTo>
                    <a:pt x="37" y="74"/>
                    <a:pt x="55" y="74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85" y="69"/>
                    <a:pt x="103" y="65"/>
                    <a:pt x="103" y="58"/>
                  </a:cubicBezTo>
                  <a:cubicBezTo>
                    <a:pt x="103" y="57"/>
                    <a:pt x="104" y="43"/>
                    <a:pt x="104" y="43"/>
                  </a:cubicBezTo>
                  <a:cubicBezTo>
                    <a:pt x="105" y="39"/>
                    <a:pt x="108" y="29"/>
                    <a:pt x="111" y="23"/>
                  </a:cubicBezTo>
                  <a:cubicBezTo>
                    <a:pt x="115" y="17"/>
                    <a:pt x="121" y="10"/>
                    <a:pt x="122" y="9"/>
                  </a:cubicBezTo>
                  <a:cubicBezTo>
                    <a:pt x="124" y="8"/>
                    <a:pt x="124" y="7"/>
                    <a:pt x="124" y="6"/>
                  </a:cubicBezTo>
                  <a:moveTo>
                    <a:pt x="67" y="17"/>
                  </a:moveTo>
                  <a:cubicBezTo>
                    <a:pt x="68" y="16"/>
                    <a:pt x="69" y="15"/>
                    <a:pt x="69" y="14"/>
                  </a:cubicBezTo>
                  <a:cubicBezTo>
                    <a:pt x="70" y="14"/>
                    <a:pt x="70" y="14"/>
                    <a:pt x="71" y="14"/>
                  </a:cubicBezTo>
                  <a:cubicBezTo>
                    <a:pt x="74" y="13"/>
                    <a:pt x="77" y="15"/>
                    <a:pt x="77" y="18"/>
                  </a:cubicBezTo>
                  <a:cubicBezTo>
                    <a:pt x="78" y="21"/>
                    <a:pt x="76" y="24"/>
                    <a:pt x="73" y="24"/>
                  </a:cubicBezTo>
                  <a:cubicBezTo>
                    <a:pt x="70" y="25"/>
                    <a:pt x="67" y="23"/>
                    <a:pt x="66" y="20"/>
                  </a:cubicBezTo>
                  <a:cubicBezTo>
                    <a:pt x="66" y="19"/>
                    <a:pt x="66" y="18"/>
                    <a:pt x="67" y="17"/>
                  </a:cubicBezTo>
                  <a:moveTo>
                    <a:pt x="61" y="4"/>
                  </a:moveTo>
                  <a:cubicBezTo>
                    <a:pt x="63" y="4"/>
                    <a:pt x="66" y="6"/>
                    <a:pt x="66" y="9"/>
                  </a:cubicBezTo>
                  <a:cubicBezTo>
                    <a:pt x="66" y="10"/>
                    <a:pt x="66" y="11"/>
                    <a:pt x="66" y="12"/>
                  </a:cubicBezTo>
                  <a:cubicBezTo>
                    <a:pt x="65" y="13"/>
                    <a:pt x="65" y="14"/>
                    <a:pt x="63" y="15"/>
                  </a:cubicBezTo>
                  <a:cubicBezTo>
                    <a:pt x="63" y="15"/>
                    <a:pt x="63" y="15"/>
                    <a:pt x="62" y="15"/>
                  </a:cubicBezTo>
                  <a:cubicBezTo>
                    <a:pt x="62" y="15"/>
                    <a:pt x="61" y="15"/>
                    <a:pt x="61" y="15"/>
                  </a:cubicBezTo>
                  <a:cubicBezTo>
                    <a:pt x="59" y="15"/>
                    <a:pt x="58" y="14"/>
                    <a:pt x="57" y="13"/>
                  </a:cubicBezTo>
                  <a:cubicBezTo>
                    <a:pt x="57" y="12"/>
                    <a:pt x="57" y="11"/>
                    <a:pt x="56" y="10"/>
                  </a:cubicBezTo>
                  <a:cubicBezTo>
                    <a:pt x="56" y="8"/>
                    <a:pt x="58" y="5"/>
                    <a:pt x="61" y="4"/>
                  </a:cubicBezTo>
                  <a:moveTo>
                    <a:pt x="48" y="22"/>
                  </a:moveTo>
                  <a:cubicBezTo>
                    <a:pt x="48" y="19"/>
                    <a:pt x="50" y="17"/>
                    <a:pt x="53" y="16"/>
                  </a:cubicBezTo>
                  <a:cubicBezTo>
                    <a:pt x="54" y="16"/>
                    <a:pt x="54" y="16"/>
                    <a:pt x="55" y="16"/>
                  </a:cubicBezTo>
                  <a:cubicBezTo>
                    <a:pt x="56" y="17"/>
                    <a:pt x="57" y="18"/>
                    <a:pt x="58" y="18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60" y="24"/>
                    <a:pt x="58" y="26"/>
                    <a:pt x="55" y="27"/>
                  </a:cubicBezTo>
                  <a:cubicBezTo>
                    <a:pt x="52" y="27"/>
                    <a:pt x="49" y="25"/>
                    <a:pt x="48" y="22"/>
                  </a:cubicBezTo>
                  <a:moveTo>
                    <a:pt x="27" y="38"/>
                  </a:moveTo>
                  <a:cubicBezTo>
                    <a:pt x="25" y="37"/>
                    <a:pt x="26" y="30"/>
                    <a:pt x="22" y="32"/>
                  </a:cubicBezTo>
                  <a:cubicBezTo>
                    <a:pt x="18" y="34"/>
                    <a:pt x="12" y="25"/>
                    <a:pt x="6" y="23"/>
                  </a:cubicBezTo>
                  <a:cubicBezTo>
                    <a:pt x="7" y="23"/>
                    <a:pt x="9" y="22"/>
                    <a:pt x="11" y="22"/>
                  </a:cubicBezTo>
                  <a:cubicBezTo>
                    <a:pt x="12" y="21"/>
                    <a:pt x="14" y="22"/>
                    <a:pt x="16" y="24"/>
                  </a:cubicBezTo>
                  <a:cubicBezTo>
                    <a:pt x="18" y="25"/>
                    <a:pt x="20" y="26"/>
                    <a:pt x="22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8" y="26"/>
                    <a:pt x="31" y="26"/>
                    <a:pt x="33" y="26"/>
                  </a:cubicBezTo>
                  <a:cubicBezTo>
                    <a:pt x="33" y="26"/>
                    <a:pt x="34" y="27"/>
                    <a:pt x="34" y="27"/>
                  </a:cubicBezTo>
                  <a:cubicBezTo>
                    <a:pt x="34" y="28"/>
                    <a:pt x="34" y="28"/>
                    <a:pt x="33" y="28"/>
                  </a:cubicBezTo>
                  <a:cubicBezTo>
                    <a:pt x="32" y="29"/>
                    <a:pt x="30" y="32"/>
                    <a:pt x="31" y="34"/>
                  </a:cubicBezTo>
                  <a:cubicBezTo>
                    <a:pt x="34" y="39"/>
                    <a:pt x="29" y="41"/>
                    <a:pt x="27" y="38"/>
                  </a:cubicBezTo>
                  <a:moveTo>
                    <a:pt x="45" y="69"/>
                  </a:moveTo>
                  <a:cubicBezTo>
                    <a:pt x="44" y="69"/>
                    <a:pt x="43" y="69"/>
                    <a:pt x="41" y="68"/>
                  </a:cubicBezTo>
                  <a:cubicBezTo>
                    <a:pt x="41" y="68"/>
                    <a:pt x="40" y="67"/>
                    <a:pt x="39" y="66"/>
                  </a:cubicBezTo>
                  <a:cubicBezTo>
                    <a:pt x="40" y="66"/>
                    <a:pt x="40" y="65"/>
                    <a:pt x="41" y="64"/>
                  </a:cubicBezTo>
                  <a:cubicBezTo>
                    <a:pt x="42" y="63"/>
                    <a:pt x="43" y="63"/>
                    <a:pt x="44" y="63"/>
                  </a:cubicBezTo>
                  <a:cubicBezTo>
                    <a:pt x="44" y="63"/>
                    <a:pt x="45" y="64"/>
                    <a:pt x="45" y="65"/>
                  </a:cubicBezTo>
                  <a:cubicBezTo>
                    <a:pt x="45" y="65"/>
                    <a:pt x="45" y="65"/>
                    <a:pt x="45" y="66"/>
                  </a:cubicBezTo>
                  <a:cubicBezTo>
                    <a:pt x="45" y="66"/>
                    <a:pt x="45" y="66"/>
                    <a:pt x="45" y="67"/>
                  </a:cubicBezTo>
                  <a:cubicBezTo>
                    <a:pt x="45" y="68"/>
                    <a:pt x="45" y="68"/>
                    <a:pt x="45" y="69"/>
                  </a:cubicBezTo>
                  <a:moveTo>
                    <a:pt x="49" y="69"/>
                  </a:moveTo>
                  <a:cubicBezTo>
                    <a:pt x="48" y="61"/>
                    <a:pt x="48" y="61"/>
                    <a:pt x="48" y="61"/>
                  </a:cubicBezTo>
                  <a:cubicBezTo>
                    <a:pt x="49" y="61"/>
                    <a:pt x="51" y="60"/>
                    <a:pt x="52" y="60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2" y="69"/>
                    <a:pt x="51" y="69"/>
                    <a:pt x="49" y="69"/>
                  </a:cubicBezTo>
                  <a:moveTo>
                    <a:pt x="37" y="62"/>
                  </a:moveTo>
                  <a:cubicBezTo>
                    <a:pt x="37" y="60"/>
                    <a:pt x="36" y="58"/>
                    <a:pt x="35" y="56"/>
                  </a:cubicBezTo>
                  <a:cubicBezTo>
                    <a:pt x="35" y="56"/>
                    <a:pt x="36" y="56"/>
                    <a:pt x="36" y="55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6" y="56"/>
                    <a:pt x="38" y="54"/>
                    <a:pt x="42" y="53"/>
                  </a:cubicBezTo>
                  <a:cubicBezTo>
                    <a:pt x="44" y="52"/>
                    <a:pt x="45" y="50"/>
                    <a:pt x="44" y="48"/>
                  </a:cubicBezTo>
                  <a:cubicBezTo>
                    <a:pt x="44" y="47"/>
                    <a:pt x="42" y="46"/>
                    <a:pt x="40" y="46"/>
                  </a:cubicBezTo>
                  <a:cubicBezTo>
                    <a:pt x="38" y="47"/>
                    <a:pt x="35" y="49"/>
                    <a:pt x="32" y="51"/>
                  </a:cubicBezTo>
                  <a:cubicBezTo>
                    <a:pt x="32" y="49"/>
                    <a:pt x="31" y="48"/>
                    <a:pt x="30" y="47"/>
                  </a:cubicBezTo>
                  <a:cubicBezTo>
                    <a:pt x="36" y="43"/>
                    <a:pt x="48" y="39"/>
                    <a:pt x="62" y="36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4" y="43"/>
                    <a:pt x="53" y="44"/>
                    <a:pt x="53" y="46"/>
                  </a:cubicBezTo>
                  <a:cubicBezTo>
                    <a:pt x="53" y="48"/>
                    <a:pt x="55" y="49"/>
                    <a:pt x="56" y="49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55" y="55"/>
                    <a:pt x="43" y="58"/>
                    <a:pt x="37" y="62"/>
                  </a:cubicBezTo>
                  <a:moveTo>
                    <a:pt x="57" y="69"/>
                  </a:moveTo>
                  <a:cubicBezTo>
                    <a:pt x="56" y="59"/>
                    <a:pt x="56" y="59"/>
                    <a:pt x="56" y="59"/>
                  </a:cubicBezTo>
                  <a:cubicBezTo>
                    <a:pt x="57" y="59"/>
                    <a:pt x="58" y="58"/>
                    <a:pt x="59" y="58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59" y="69"/>
                    <a:pt x="58" y="69"/>
                    <a:pt x="57" y="69"/>
                  </a:cubicBezTo>
                  <a:moveTo>
                    <a:pt x="64" y="69"/>
                  </a:moveTo>
                  <a:cubicBezTo>
                    <a:pt x="62" y="57"/>
                    <a:pt x="62" y="57"/>
                    <a:pt x="62" y="57"/>
                  </a:cubicBezTo>
                  <a:cubicBezTo>
                    <a:pt x="62" y="57"/>
                    <a:pt x="65" y="57"/>
                    <a:pt x="66" y="57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4" y="69"/>
                    <a:pt x="64" y="69"/>
                  </a:cubicBezTo>
                  <a:moveTo>
                    <a:pt x="71" y="68"/>
                  </a:moveTo>
                  <a:cubicBezTo>
                    <a:pt x="71" y="65"/>
                    <a:pt x="70" y="57"/>
                    <a:pt x="69" y="56"/>
                  </a:cubicBezTo>
                  <a:cubicBezTo>
                    <a:pt x="70" y="56"/>
                    <a:pt x="73" y="56"/>
                    <a:pt x="74" y="5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7"/>
                    <a:pt x="72" y="68"/>
                    <a:pt x="71" y="68"/>
                  </a:cubicBezTo>
                  <a:moveTo>
                    <a:pt x="79" y="66"/>
                  </a:moveTo>
                  <a:cubicBezTo>
                    <a:pt x="77" y="56"/>
                    <a:pt x="77" y="56"/>
                    <a:pt x="77" y="56"/>
                  </a:cubicBezTo>
                  <a:cubicBezTo>
                    <a:pt x="78" y="55"/>
                    <a:pt x="79" y="55"/>
                    <a:pt x="80" y="55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1" y="66"/>
                    <a:pt x="80" y="66"/>
                    <a:pt x="79" y="66"/>
                  </a:cubicBezTo>
                  <a:moveTo>
                    <a:pt x="86" y="64"/>
                  </a:moveTo>
                  <a:cubicBezTo>
                    <a:pt x="84" y="55"/>
                    <a:pt x="84" y="55"/>
                    <a:pt x="84" y="55"/>
                  </a:cubicBezTo>
                  <a:cubicBezTo>
                    <a:pt x="86" y="55"/>
                    <a:pt x="87" y="55"/>
                    <a:pt x="88" y="55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8" y="64"/>
                    <a:pt x="87" y="64"/>
                    <a:pt x="86" y="64"/>
                  </a:cubicBezTo>
                  <a:moveTo>
                    <a:pt x="97" y="60"/>
                  </a:moveTo>
                  <a:cubicBezTo>
                    <a:pt x="96" y="61"/>
                    <a:pt x="95" y="62"/>
                    <a:pt x="94" y="62"/>
                  </a:cubicBezTo>
                  <a:cubicBezTo>
                    <a:pt x="93" y="61"/>
                    <a:pt x="93" y="61"/>
                    <a:pt x="92" y="60"/>
                  </a:cubicBezTo>
                  <a:cubicBezTo>
                    <a:pt x="92" y="60"/>
                    <a:pt x="92" y="59"/>
                    <a:pt x="92" y="59"/>
                  </a:cubicBezTo>
                  <a:cubicBezTo>
                    <a:pt x="92" y="59"/>
                    <a:pt x="92" y="58"/>
                    <a:pt x="92" y="58"/>
                  </a:cubicBezTo>
                  <a:cubicBezTo>
                    <a:pt x="92" y="57"/>
                    <a:pt x="92" y="56"/>
                    <a:pt x="93" y="56"/>
                  </a:cubicBezTo>
                  <a:cubicBezTo>
                    <a:pt x="94" y="55"/>
                    <a:pt x="95" y="56"/>
                    <a:pt x="96" y="56"/>
                  </a:cubicBezTo>
                  <a:cubicBezTo>
                    <a:pt x="97" y="57"/>
                    <a:pt x="98" y="57"/>
                    <a:pt x="98" y="58"/>
                  </a:cubicBezTo>
                  <a:cubicBezTo>
                    <a:pt x="98" y="59"/>
                    <a:pt x="97" y="60"/>
                    <a:pt x="97" y="60"/>
                  </a:cubicBezTo>
                  <a:moveTo>
                    <a:pt x="101" y="41"/>
                  </a:moveTo>
                  <a:cubicBezTo>
                    <a:pt x="98" y="40"/>
                    <a:pt x="94" y="39"/>
                    <a:pt x="92" y="39"/>
                  </a:cubicBezTo>
                  <a:cubicBezTo>
                    <a:pt x="90" y="39"/>
                    <a:pt x="89" y="40"/>
                    <a:pt x="88" y="42"/>
                  </a:cubicBezTo>
                  <a:cubicBezTo>
                    <a:pt x="88" y="44"/>
                    <a:pt x="90" y="45"/>
                    <a:pt x="91" y="46"/>
                  </a:cubicBezTo>
                  <a:cubicBezTo>
                    <a:pt x="96" y="46"/>
                    <a:pt x="99" y="47"/>
                    <a:pt x="99" y="47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7"/>
                    <a:pt x="99" y="47"/>
                    <a:pt x="100" y="47"/>
                  </a:cubicBezTo>
                  <a:cubicBezTo>
                    <a:pt x="99" y="49"/>
                    <a:pt x="99" y="52"/>
                    <a:pt x="99" y="53"/>
                  </a:cubicBezTo>
                  <a:cubicBezTo>
                    <a:pt x="93" y="51"/>
                    <a:pt x="80" y="51"/>
                    <a:pt x="71" y="52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9" y="46"/>
                    <a:pt x="80" y="44"/>
                    <a:pt x="80" y="42"/>
                  </a:cubicBezTo>
                  <a:cubicBezTo>
                    <a:pt x="79" y="41"/>
                    <a:pt x="78" y="39"/>
                    <a:pt x="76" y="40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82" y="34"/>
                    <a:pt x="95" y="34"/>
                    <a:pt x="102" y="37"/>
                  </a:cubicBezTo>
                  <a:cubicBezTo>
                    <a:pt x="101" y="38"/>
                    <a:pt x="101" y="40"/>
                    <a:pt x="101" y="41"/>
                  </a:cubicBezTo>
                  <a:moveTo>
                    <a:pt x="105" y="20"/>
                  </a:moveTo>
                  <a:cubicBezTo>
                    <a:pt x="101" y="19"/>
                    <a:pt x="103" y="26"/>
                    <a:pt x="103" y="28"/>
                  </a:cubicBezTo>
                  <a:cubicBezTo>
                    <a:pt x="101" y="31"/>
                    <a:pt x="96" y="31"/>
                    <a:pt x="97" y="24"/>
                  </a:cubicBezTo>
                  <a:cubicBezTo>
                    <a:pt x="97" y="22"/>
                    <a:pt x="95" y="20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3" y="18"/>
                    <a:pt x="93" y="18"/>
                    <a:pt x="93" y="17"/>
                  </a:cubicBezTo>
                  <a:cubicBezTo>
                    <a:pt x="95" y="17"/>
                    <a:pt x="98" y="16"/>
                    <a:pt x="100" y="15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6" y="14"/>
                    <a:pt x="107" y="12"/>
                    <a:pt x="109" y="10"/>
                  </a:cubicBezTo>
                  <a:cubicBezTo>
                    <a:pt x="110" y="9"/>
                    <a:pt x="112" y="7"/>
                    <a:pt x="113" y="7"/>
                  </a:cubicBezTo>
                  <a:cubicBezTo>
                    <a:pt x="115" y="7"/>
                    <a:pt x="117" y="7"/>
                    <a:pt x="118" y="7"/>
                  </a:cubicBezTo>
                  <a:cubicBezTo>
                    <a:pt x="113" y="11"/>
                    <a:pt x="109" y="21"/>
                    <a:pt x="105" y="2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5" name="Freeform 594">
              <a:extLst>
                <a:ext uri="{FF2B5EF4-FFF2-40B4-BE49-F238E27FC236}">
                  <a16:creationId xmlns:a16="http://schemas.microsoft.com/office/drawing/2014/main" id="{76FDE866-55B0-49D6-8559-FE2CBF73A06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33525" y="12763500"/>
              <a:ext cx="77788" cy="47625"/>
            </a:xfrm>
            <a:custGeom>
              <a:avLst/>
              <a:gdLst>
                <a:gd name="T0" fmla="*/ 98 w 123"/>
                <a:gd name="T1" fmla="*/ 21 h 74"/>
                <a:gd name="T2" fmla="*/ 88 w 123"/>
                <a:gd name="T3" fmla="*/ 33 h 74"/>
                <a:gd name="T4" fmla="*/ 78 w 123"/>
                <a:gd name="T5" fmla="*/ 34 h 74"/>
                <a:gd name="T6" fmla="*/ 71 w 123"/>
                <a:gd name="T7" fmla="*/ 12 h 74"/>
                <a:gd name="T8" fmla="*/ 64 w 123"/>
                <a:gd name="T9" fmla="*/ 0 h 74"/>
                <a:gd name="T10" fmla="*/ 63 w 123"/>
                <a:gd name="T11" fmla="*/ 0 h 74"/>
                <a:gd name="T12" fmla="*/ 53 w 123"/>
                <a:gd name="T13" fmla="*/ 9 h 74"/>
                <a:gd name="T14" fmla="*/ 48 w 123"/>
                <a:gd name="T15" fmla="*/ 27 h 74"/>
                <a:gd name="T16" fmla="*/ 32 w 123"/>
                <a:gd name="T17" fmla="*/ 26 h 74"/>
                <a:gd name="T18" fmla="*/ 36 w 123"/>
                <a:gd name="T19" fmla="*/ 17 h 74"/>
                <a:gd name="T20" fmla="*/ 11 w 123"/>
                <a:gd name="T21" fmla="*/ 3 h 74"/>
                <a:gd name="T22" fmla="*/ 12 w 123"/>
                <a:gd name="T23" fmla="*/ 23 h 74"/>
                <a:gd name="T24" fmla="*/ 50 w 123"/>
                <a:gd name="T25" fmla="*/ 71 h 74"/>
                <a:gd name="T26" fmla="*/ 54 w 123"/>
                <a:gd name="T27" fmla="*/ 72 h 74"/>
                <a:gd name="T28" fmla="*/ 88 w 123"/>
                <a:gd name="T29" fmla="*/ 67 h 74"/>
                <a:gd name="T30" fmla="*/ 121 w 123"/>
                <a:gd name="T31" fmla="*/ 26 h 74"/>
                <a:gd name="T32" fmla="*/ 70 w 123"/>
                <a:gd name="T33" fmla="*/ 16 h 74"/>
                <a:gd name="T34" fmla="*/ 64 w 123"/>
                <a:gd name="T35" fmla="*/ 20 h 74"/>
                <a:gd name="T36" fmla="*/ 70 w 123"/>
                <a:gd name="T37" fmla="*/ 16 h 74"/>
                <a:gd name="T38" fmla="*/ 67 w 123"/>
                <a:gd name="T39" fmla="*/ 10 h 74"/>
                <a:gd name="T40" fmla="*/ 61 w 123"/>
                <a:gd name="T41" fmla="*/ 15 h 74"/>
                <a:gd name="T42" fmla="*/ 57 w 123"/>
                <a:gd name="T43" fmla="*/ 9 h 74"/>
                <a:gd name="T44" fmla="*/ 54 w 123"/>
                <a:gd name="T45" fmla="*/ 14 h 74"/>
                <a:gd name="T46" fmla="*/ 51 w 123"/>
                <a:gd name="T47" fmla="*/ 24 h 74"/>
                <a:gd name="T48" fmla="*/ 19 w 123"/>
                <a:gd name="T49" fmla="*/ 19 h 74"/>
                <a:gd name="T50" fmla="*/ 15 w 123"/>
                <a:gd name="T51" fmla="*/ 10 h 74"/>
                <a:gd name="T52" fmla="*/ 30 w 123"/>
                <a:gd name="T53" fmla="*/ 17 h 74"/>
                <a:gd name="T54" fmla="*/ 27 w 123"/>
                <a:gd name="T55" fmla="*/ 24 h 74"/>
                <a:gd name="T56" fmla="*/ 31 w 123"/>
                <a:gd name="T57" fmla="*/ 59 h 74"/>
                <a:gd name="T58" fmla="*/ 25 w 123"/>
                <a:gd name="T59" fmla="*/ 58 h 74"/>
                <a:gd name="T60" fmla="*/ 31 w 123"/>
                <a:gd name="T61" fmla="*/ 57 h 74"/>
                <a:gd name="T62" fmla="*/ 34 w 123"/>
                <a:gd name="T63" fmla="*/ 63 h 74"/>
                <a:gd name="T64" fmla="*/ 38 w 123"/>
                <a:gd name="T65" fmla="*/ 64 h 74"/>
                <a:gd name="T66" fmla="*/ 43 w 123"/>
                <a:gd name="T67" fmla="*/ 55 h 74"/>
                <a:gd name="T68" fmla="*/ 52 w 123"/>
                <a:gd name="T69" fmla="*/ 67 h 74"/>
                <a:gd name="T70" fmla="*/ 54 w 123"/>
                <a:gd name="T71" fmla="*/ 56 h 74"/>
                <a:gd name="T72" fmla="*/ 47 w 123"/>
                <a:gd name="T73" fmla="*/ 39 h 74"/>
                <a:gd name="T74" fmla="*/ 53 w 123"/>
                <a:gd name="T75" fmla="*/ 46 h 74"/>
                <a:gd name="T76" fmla="*/ 24 w 123"/>
                <a:gd name="T77" fmla="*/ 47 h 74"/>
                <a:gd name="T78" fmla="*/ 32 w 123"/>
                <a:gd name="T79" fmla="*/ 45 h 74"/>
                <a:gd name="T80" fmla="*/ 23 w 123"/>
                <a:gd name="T81" fmla="*/ 40 h 74"/>
                <a:gd name="T82" fmla="*/ 54 w 123"/>
                <a:gd name="T83" fmla="*/ 40 h 74"/>
                <a:gd name="T84" fmla="*/ 58 w 123"/>
                <a:gd name="T85" fmla="*/ 57 h 74"/>
                <a:gd name="T86" fmla="*/ 66 w 123"/>
                <a:gd name="T87" fmla="*/ 69 h 74"/>
                <a:gd name="T88" fmla="*/ 68 w 123"/>
                <a:gd name="T89" fmla="*/ 58 h 74"/>
                <a:gd name="T90" fmla="*/ 70 w 123"/>
                <a:gd name="T91" fmla="*/ 69 h 74"/>
                <a:gd name="T92" fmla="*/ 74 w 123"/>
                <a:gd name="T93" fmla="*/ 69 h 74"/>
                <a:gd name="T94" fmla="*/ 78 w 123"/>
                <a:gd name="T95" fmla="*/ 66 h 74"/>
                <a:gd name="T96" fmla="*/ 80 w 123"/>
                <a:gd name="T97" fmla="*/ 62 h 74"/>
                <a:gd name="T98" fmla="*/ 82 w 123"/>
                <a:gd name="T99" fmla="*/ 68 h 74"/>
                <a:gd name="T100" fmla="*/ 79 w 123"/>
                <a:gd name="T101" fmla="*/ 48 h 74"/>
                <a:gd name="T102" fmla="*/ 88 w 123"/>
                <a:gd name="T103" fmla="*/ 55 h 74"/>
                <a:gd name="T104" fmla="*/ 60 w 123"/>
                <a:gd name="T105" fmla="*/ 53 h 74"/>
                <a:gd name="T106" fmla="*/ 71 w 123"/>
                <a:gd name="T107" fmla="*/ 46 h 74"/>
                <a:gd name="T108" fmla="*/ 62 w 123"/>
                <a:gd name="T109" fmla="*/ 36 h 74"/>
                <a:gd name="T110" fmla="*/ 101 w 123"/>
                <a:gd name="T111" fmla="*/ 31 h 74"/>
                <a:gd name="T112" fmla="*/ 90 w 123"/>
                <a:gd name="T113" fmla="*/ 27 h 74"/>
                <a:gd name="T114" fmla="*/ 98 w 123"/>
                <a:gd name="T115" fmla="*/ 25 h 74"/>
                <a:gd name="T116" fmla="*/ 113 w 123"/>
                <a:gd name="T117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3" h="74">
                  <a:moveTo>
                    <a:pt x="113" y="17"/>
                  </a:moveTo>
                  <a:cubicBezTo>
                    <a:pt x="110" y="17"/>
                    <a:pt x="108" y="16"/>
                    <a:pt x="105" y="18"/>
                  </a:cubicBezTo>
                  <a:cubicBezTo>
                    <a:pt x="104" y="19"/>
                    <a:pt x="98" y="21"/>
                    <a:pt x="98" y="21"/>
                  </a:cubicBezTo>
                  <a:cubicBezTo>
                    <a:pt x="95" y="21"/>
                    <a:pt x="87" y="18"/>
                    <a:pt x="85" y="24"/>
                  </a:cubicBezTo>
                  <a:cubicBezTo>
                    <a:pt x="84" y="25"/>
                    <a:pt x="86" y="29"/>
                    <a:pt x="87" y="30"/>
                  </a:cubicBezTo>
                  <a:cubicBezTo>
                    <a:pt x="88" y="31"/>
                    <a:pt x="88" y="32"/>
                    <a:pt x="88" y="33"/>
                  </a:cubicBezTo>
                  <a:cubicBezTo>
                    <a:pt x="88" y="33"/>
                    <a:pt x="88" y="33"/>
                    <a:pt x="87" y="34"/>
                  </a:cubicBezTo>
                  <a:cubicBezTo>
                    <a:pt x="84" y="35"/>
                    <a:pt x="80" y="36"/>
                    <a:pt x="80" y="36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3" y="33"/>
                    <a:pt x="73" y="34"/>
                    <a:pt x="71" y="30"/>
                  </a:cubicBezTo>
                  <a:cubicBezTo>
                    <a:pt x="75" y="30"/>
                    <a:pt x="78" y="27"/>
                    <a:pt x="79" y="22"/>
                  </a:cubicBezTo>
                  <a:cubicBezTo>
                    <a:pt x="80" y="17"/>
                    <a:pt x="76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1"/>
                    <a:pt x="71" y="11"/>
                    <a:pt x="71" y="10"/>
                  </a:cubicBezTo>
                  <a:cubicBezTo>
                    <a:pt x="72" y="6"/>
                    <a:pt x="69" y="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0"/>
                    <a:pt x="54" y="3"/>
                    <a:pt x="53" y="8"/>
                  </a:cubicBezTo>
                  <a:cubicBezTo>
                    <a:pt x="53" y="8"/>
                    <a:pt x="53" y="9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48" y="8"/>
                    <a:pt x="43" y="12"/>
                    <a:pt x="42" y="17"/>
                  </a:cubicBezTo>
                  <a:cubicBezTo>
                    <a:pt x="42" y="21"/>
                    <a:pt x="44" y="25"/>
                    <a:pt x="48" y="27"/>
                  </a:cubicBezTo>
                  <a:cubicBezTo>
                    <a:pt x="45" y="30"/>
                    <a:pt x="46" y="29"/>
                    <a:pt x="40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0"/>
                    <a:pt x="34" y="28"/>
                    <a:pt x="32" y="26"/>
                  </a:cubicBezTo>
                  <a:cubicBezTo>
                    <a:pt x="31" y="25"/>
                    <a:pt x="31" y="25"/>
                    <a:pt x="31" y="24"/>
                  </a:cubicBezTo>
                  <a:cubicBezTo>
                    <a:pt x="31" y="24"/>
                    <a:pt x="31" y="23"/>
                    <a:pt x="32" y="22"/>
                  </a:cubicBezTo>
                  <a:cubicBezTo>
                    <a:pt x="34" y="22"/>
                    <a:pt x="36" y="18"/>
                    <a:pt x="36" y="17"/>
                  </a:cubicBezTo>
                  <a:cubicBezTo>
                    <a:pt x="36" y="10"/>
                    <a:pt x="28" y="12"/>
                    <a:pt x="24" y="11"/>
                  </a:cubicBezTo>
                  <a:cubicBezTo>
                    <a:pt x="24" y="11"/>
                    <a:pt x="20" y="6"/>
                    <a:pt x="18" y="5"/>
                  </a:cubicBezTo>
                  <a:cubicBezTo>
                    <a:pt x="17" y="3"/>
                    <a:pt x="14" y="3"/>
                    <a:pt x="11" y="3"/>
                  </a:cubicBezTo>
                  <a:cubicBezTo>
                    <a:pt x="9" y="2"/>
                    <a:pt x="1" y="3"/>
                    <a:pt x="0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3" y="10"/>
                    <a:pt x="8" y="16"/>
                    <a:pt x="12" y="23"/>
                  </a:cubicBezTo>
                  <a:cubicBezTo>
                    <a:pt x="16" y="28"/>
                    <a:pt x="18" y="38"/>
                    <a:pt x="19" y="43"/>
                  </a:cubicBezTo>
                  <a:cubicBezTo>
                    <a:pt x="19" y="43"/>
                    <a:pt x="21" y="57"/>
                    <a:pt x="21" y="57"/>
                  </a:cubicBezTo>
                  <a:cubicBezTo>
                    <a:pt x="21" y="64"/>
                    <a:pt x="38" y="69"/>
                    <a:pt x="50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69" y="73"/>
                    <a:pt x="87" y="74"/>
                    <a:pt x="88" y="67"/>
                  </a:cubicBezTo>
                  <a:cubicBezTo>
                    <a:pt x="89" y="66"/>
                    <a:pt x="94" y="54"/>
                    <a:pt x="94" y="54"/>
                  </a:cubicBezTo>
                  <a:cubicBezTo>
                    <a:pt x="96" y="50"/>
                    <a:pt x="101" y="41"/>
                    <a:pt x="106" y="36"/>
                  </a:cubicBezTo>
                  <a:cubicBezTo>
                    <a:pt x="112" y="31"/>
                    <a:pt x="119" y="26"/>
                    <a:pt x="121" y="26"/>
                  </a:cubicBezTo>
                  <a:cubicBezTo>
                    <a:pt x="123" y="25"/>
                    <a:pt x="123" y="24"/>
                    <a:pt x="123" y="23"/>
                  </a:cubicBezTo>
                  <a:cubicBezTo>
                    <a:pt x="123" y="20"/>
                    <a:pt x="116" y="17"/>
                    <a:pt x="113" y="17"/>
                  </a:cubicBezTo>
                  <a:moveTo>
                    <a:pt x="70" y="16"/>
                  </a:moveTo>
                  <a:cubicBezTo>
                    <a:pt x="73" y="16"/>
                    <a:pt x="76" y="19"/>
                    <a:pt x="75" y="22"/>
                  </a:cubicBezTo>
                  <a:cubicBezTo>
                    <a:pt x="75" y="25"/>
                    <a:pt x="72" y="27"/>
                    <a:pt x="69" y="27"/>
                  </a:cubicBezTo>
                  <a:cubicBezTo>
                    <a:pt x="66" y="26"/>
                    <a:pt x="64" y="23"/>
                    <a:pt x="64" y="20"/>
                  </a:cubicBezTo>
                  <a:cubicBezTo>
                    <a:pt x="64" y="19"/>
                    <a:pt x="65" y="19"/>
                    <a:pt x="65" y="18"/>
                  </a:cubicBezTo>
                  <a:cubicBezTo>
                    <a:pt x="66" y="17"/>
                    <a:pt x="68" y="17"/>
                    <a:pt x="68" y="16"/>
                  </a:cubicBezTo>
                  <a:cubicBezTo>
                    <a:pt x="69" y="16"/>
                    <a:pt x="70" y="16"/>
                    <a:pt x="70" y="16"/>
                  </a:cubicBezTo>
                  <a:moveTo>
                    <a:pt x="57" y="9"/>
                  </a:moveTo>
                  <a:cubicBezTo>
                    <a:pt x="58" y="6"/>
                    <a:pt x="60" y="4"/>
                    <a:pt x="63" y="4"/>
                  </a:cubicBezTo>
                  <a:cubicBezTo>
                    <a:pt x="66" y="5"/>
                    <a:pt x="67" y="7"/>
                    <a:pt x="67" y="10"/>
                  </a:cubicBezTo>
                  <a:cubicBezTo>
                    <a:pt x="67" y="11"/>
                    <a:pt x="67" y="12"/>
                    <a:pt x="66" y="12"/>
                  </a:cubicBezTo>
                  <a:cubicBezTo>
                    <a:pt x="65" y="13"/>
                    <a:pt x="64" y="14"/>
                    <a:pt x="63" y="14"/>
                  </a:cubicBezTo>
                  <a:cubicBezTo>
                    <a:pt x="62" y="15"/>
                    <a:pt x="62" y="15"/>
                    <a:pt x="61" y="15"/>
                  </a:cubicBezTo>
                  <a:cubicBezTo>
                    <a:pt x="61" y="14"/>
                    <a:pt x="60" y="14"/>
                    <a:pt x="60" y="14"/>
                  </a:cubicBezTo>
                  <a:cubicBezTo>
                    <a:pt x="59" y="13"/>
                    <a:pt x="58" y="12"/>
                    <a:pt x="58" y="11"/>
                  </a:cubicBezTo>
                  <a:cubicBezTo>
                    <a:pt x="57" y="10"/>
                    <a:pt x="57" y="9"/>
                    <a:pt x="57" y="9"/>
                  </a:cubicBezTo>
                  <a:moveTo>
                    <a:pt x="46" y="18"/>
                  </a:moveTo>
                  <a:cubicBezTo>
                    <a:pt x="47" y="15"/>
                    <a:pt x="50" y="13"/>
                    <a:pt x="53" y="13"/>
                  </a:cubicBezTo>
                  <a:cubicBezTo>
                    <a:pt x="53" y="13"/>
                    <a:pt x="54" y="13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22"/>
                    <a:pt x="54" y="24"/>
                    <a:pt x="51" y="24"/>
                  </a:cubicBezTo>
                  <a:cubicBezTo>
                    <a:pt x="48" y="24"/>
                    <a:pt x="46" y="21"/>
                    <a:pt x="46" y="18"/>
                  </a:cubicBezTo>
                  <a:moveTo>
                    <a:pt x="21" y="27"/>
                  </a:moveTo>
                  <a:cubicBezTo>
                    <a:pt x="20" y="25"/>
                    <a:pt x="22" y="19"/>
                    <a:pt x="19" y="19"/>
                  </a:cubicBezTo>
                  <a:cubicBezTo>
                    <a:pt x="14" y="20"/>
                    <a:pt x="11" y="10"/>
                    <a:pt x="5" y="7"/>
                  </a:cubicBezTo>
                  <a:cubicBezTo>
                    <a:pt x="7" y="6"/>
                    <a:pt x="9" y="6"/>
                    <a:pt x="11" y="7"/>
                  </a:cubicBezTo>
                  <a:cubicBezTo>
                    <a:pt x="12" y="7"/>
                    <a:pt x="13" y="8"/>
                    <a:pt x="15" y="10"/>
                  </a:cubicBezTo>
                  <a:cubicBezTo>
                    <a:pt x="16" y="11"/>
                    <a:pt x="18" y="13"/>
                    <a:pt x="20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6" y="15"/>
                    <a:pt x="29" y="16"/>
                    <a:pt x="30" y="17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9" y="20"/>
                    <a:pt x="26" y="21"/>
                    <a:pt x="27" y="24"/>
                  </a:cubicBezTo>
                  <a:cubicBezTo>
                    <a:pt x="28" y="30"/>
                    <a:pt x="23" y="31"/>
                    <a:pt x="21" y="27"/>
                  </a:cubicBezTo>
                  <a:moveTo>
                    <a:pt x="31" y="58"/>
                  </a:moveTo>
                  <a:cubicBezTo>
                    <a:pt x="31" y="59"/>
                    <a:pt x="31" y="59"/>
                    <a:pt x="31" y="59"/>
                  </a:cubicBezTo>
                  <a:cubicBezTo>
                    <a:pt x="31" y="60"/>
                    <a:pt x="30" y="61"/>
                    <a:pt x="30" y="61"/>
                  </a:cubicBezTo>
                  <a:cubicBezTo>
                    <a:pt x="29" y="61"/>
                    <a:pt x="28" y="61"/>
                    <a:pt x="27" y="60"/>
                  </a:cubicBezTo>
                  <a:cubicBezTo>
                    <a:pt x="26" y="59"/>
                    <a:pt x="26" y="58"/>
                    <a:pt x="25" y="58"/>
                  </a:cubicBezTo>
                  <a:cubicBezTo>
                    <a:pt x="26" y="57"/>
                    <a:pt x="27" y="56"/>
                    <a:pt x="27" y="56"/>
                  </a:cubicBezTo>
                  <a:cubicBezTo>
                    <a:pt x="28" y="55"/>
                    <a:pt x="30" y="55"/>
                    <a:pt x="31" y="55"/>
                  </a:cubicBezTo>
                  <a:cubicBezTo>
                    <a:pt x="31" y="56"/>
                    <a:pt x="31" y="56"/>
                    <a:pt x="31" y="57"/>
                  </a:cubicBezTo>
                  <a:cubicBezTo>
                    <a:pt x="31" y="58"/>
                    <a:pt x="31" y="58"/>
                    <a:pt x="31" y="58"/>
                  </a:cubicBezTo>
                  <a:moveTo>
                    <a:pt x="38" y="64"/>
                  </a:moveTo>
                  <a:cubicBezTo>
                    <a:pt x="37" y="64"/>
                    <a:pt x="35" y="63"/>
                    <a:pt x="34" y="63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7" y="55"/>
                    <a:pt x="38" y="55"/>
                    <a:pt x="39" y="55"/>
                  </a:cubicBezTo>
                  <a:lnTo>
                    <a:pt x="38" y="64"/>
                  </a:lnTo>
                  <a:close/>
                  <a:moveTo>
                    <a:pt x="45" y="66"/>
                  </a:moveTo>
                  <a:cubicBezTo>
                    <a:pt x="44" y="66"/>
                    <a:pt x="43" y="65"/>
                    <a:pt x="42" y="6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4" y="55"/>
                    <a:pt x="45" y="55"/>
                    <a:pt x="46" y="55"/>
                  </a:cubicBezTo>
                  <a:lnTo>
                    <a:pt x="45" y="66"/>
                  </a:lnTo>
                  <a:close/>
                  <a:moveTo>
                    <a:pt x="52" y="67"/>
                  </a:moveTo>
                  <a:cubicBezTo>
                    <a:pt x="52" y="67"/>
                    <a:pt x="49" y="67"/>
                    <a:pt x="48" y="66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3" y="56"/>
                    <a:pt x="54" y="56"/>
                  </a:cubicBezTo>
                  <a:cubicBezTo>
                    <a:pt x="54" y="56"/>
                    <a:pt x="53" y="64"/>
                    <a:pt x="52" y="67"/>
                  </a:cubicBezTo>
                  <a:moveTo>
                    <a:pt x="54" y="40"/>
                  </a:moveTo>
                  <a:cubicBezTo>
                    <a:pt x="47" y="39"/>
                    <a:pt x="47" y="39"/>
                    <a:pt x="47" y="39"/>
                  </a:cubicBezTo>
                  <a:cubicBezTo>
                    <a:pt x="46" y="39"/>
                    <a:pt x="44" y="40"/>
                    <a:pt x="44" y="42"/>
                  </a:cubicBezTo>
                  <a:cubicBezTo>
                    <a:pt x="44" y="44"/>
                    <a:pt x="45" y="45"/>
                    <a:pt x="47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44" y="51"/>
                    <a:pt x="31" y="50"/>
                    <a:pt x="25" y="53"/>
                  </a:cubicBezTo>
                  <a:cubicBezTo>
                    <a:pt x="24" y="51"/>
                    <a:pt x="24" y="49"/>
                    <a:pt x="24" y="47"/>
                  </a:cubicBezTo>
                  <a:cubicBezTo>
                    <a:pt x="24" y="47"/>
                    <a:pt x="25" y="46"/>
                    <a:pt x="25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5" y="46"/>
                    <a:pt x="28" y="45"/>
                    <a:pt x="32" y="45"/>
                  </a:cubicBezTo>
                  <a:cubicBezTo>
                    <a:pt x="34" y="45"/>
                    <a:pt x="35" y="43"/>
                    <a:pt x="35" y="42"/>
                  </a:cubicBezTo>
                  <a:cubicBezTo>
                    <a:pt x="35" y="40"/>
                    <a:pt x="33" y="39"/>
                    <a:pt x="32" y="39"/>
                  </a:cubicBezTo>
                  <a:cubicBezTo>
                    <a:pt x="30" y="39"/>
                    <a:pt x="26" y="39"/>
                    <a:pt x="23" y="40"/>
                  </a:cubicBezTo>
                  <a:cubicBezTo>
                    <a:pt x="23" y="39"/>
                    <a:pt x="22" y="38"/>
                    <a:pt x="22" y="36"/>
                  </a:cubicBezTo>
                  <a:cubicBezTo>
                    <a:pt x="28" y="34"/>
                    <a:pt x="41" y="33"/>
                    <a:pt x="55" y="35"/>
                  </a:cubicBezTo>
                  <a:lnTo>
                    <a:pt x="54" y="40"/>
                  </a:lnTo>
                  <a:close/>
                  <a:moveTo>
                    <a:pt x="60" y="68"/>
                  </a:moveTo>
                  <a:cubicBezTo>
                    <a:pt x="60" y="68"/>
                    <a:pt x="56" y="68"/>
                    <a:pt x="56" y="68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9" y="57"/>
                    <a:pt x="61" y="57"/>
                    <a:pt x="62" y="57"/>
                  </a:cubicBezTo>
                  <a:lnTo>
                    <a:pt x="60" y="68"/>
                  </a:lnTo>
                  <a:close/>
                  <a:moveTo>
                    <a:pt x="66" y="69"/>
                  </a:moveTo>
                  <a:cubicBezTo>
                    <a:pt x="65" y="69"/>
                    <a:pt x="64" y="69"/>
                    <a:pt x="63" y="68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6" y="58"/>
                    <a:pt x="67" y="58"/>
                    <a:pt x="68" y="58"/>
                  </a:cubicBezTo>
                  <a:lnTo>
                    <a:pt x="66" y="69"/>
                  </a:lnTo>
                  <a:close/>
                  <a:moveTo>
                    <a:pt x="74" y="69"/>
                  </a:moveTo>
                  <a:cubicBezTo>
                    <a:pt x="73" y="69"/>
                    <a:pt x="72" y="69"/>
                    <a:pt x="70" y="69"/>
                  </a:cubicBezTo>
                  <a:cubicBezTo>
                    <a:pt x="72" y="59"/>
                    <a:pt x="72" y="59"/>
                    <a:pt x="72" y="59"/>
                  </a:cubicBezTo>
                  <a:cubicBezTo>
                    <a:pt x="73" y="60"/>
                    <a:pt x="74" y="60"/>
                    <a:pt x="75" y="61"/>
                  </a:cubicBezTo>
                  <a:lnTo>
                    <a:pt x="74" y="69"/>
                  </a:lnTo>
                  <a:close/>
                  <a:moveTo>
                    <a:pt x="82" y="68"/>
                  </a:moveTo>
                  <a:cubicBezTo>
                    <a:pt x="81" y="68"/>
                    <a:pt x="80" y="69"/>
                    <a:pt x="79" y="68"/>
                  </a:cubicBezTo>
                  <a:cubicBezTo>
                    <a:pt x="78" y="68"/>
                    <a:pt x="78" y="67"/>
                    <a:pt x="78" y="66"/>
                  </a:cubicBezTo>
                  <a:cubicBezTo>
                    <a:pt x="78" y="66"/>
                    <a:pt x="78" y="65"/>
                    <a:pt x="78" y="65"/>
                  </a:cubicBezTo>
                  <a:cubicBezTo>
                    <a:pt x="78" y="65"/>
                    <a:pt x="78" y="64"/>
                    <a:pt x="78" y="64"/>
                  </a:cubicBezTo>
                  <a:cubicBezTo>
                    <a:pt x="79" y="63"/>
                    <a:pt x="79" y="63"/>
                    <a:pt x="80" y="62"/>
                  </a:cubicBezTo>
                  <a:cubicBezTo>
                    <a:pt x="81" y="62"/>
                    <a:pt x="82" y="63"/>
                    <a:pt x="83" y="64"/>
                  </a:cubicBezTo>
                  <a:cubicBezTo>
                    <a:pt x="83" y="64"/>
                    <a:pt x="84" y="65"/>
                    <a:pt x="84" y="66"/>
                  </a:cubicBezTo>
                  <a:cubicBezTo>
                    <a:pt x="84" y="67"/>
                    <a:pt x="83" y="67"/>
                    <a:pt x="82" y="68"/>
                  </a:cubicBezTo>
                  <a:moveTo>
                    <a:pt x="91" y="50"/>
                  </a:moveTo>
                  <a:cubicBezTo>
                    <a:pt x="89" y="48"/>
                    <a:pt x="85" y="47"/>
                    <a:pt x="83" y="46"/>
                  </a:cubicBezTo>
                  <a:cubicBezTo>
                    <a:pt x="82" y="45"/>
                    <a:pt x="80" y="46"/>
                    <a:pt x="79" y="48"/>
                  </a:cubicBezTo>
                  <a:cubicBezTo>
                    <a:pt x="79" y="50"/>
                    <a:pt x="79" y="51"/>
                    <a:pt x="81" y="52"/>
                  </a:cubicBezTo>
                  <a:cubicBezTo>
                    <a:pt x="85" y="54"/>
                    <a:pt x="88" y="55"/>
                    <a:pt x="88" y="56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8" y="55"/>
                    <a:pt x="88" y="56"/>
                    <a:pt x="89" y="56"/>
                  </a:cubicBezTo>
                  <a:cubicBezTo>
                    <a:pt x="88" y="58"/>
                    <a:pt x="87" y="60"/>
                    <a:pt x="86" y="62"/>
                  </a:cubicBezTo>
                  <a:cubicBezTo>
                    <a:pt x="81" y="57"/>
                    <a:pt x="69" y="54"/>
                    <a:pt x="60" y="53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9" y="49"/>
                    <a:pt x="70" y="48"/>
                    <a:pt x="71" y="46"/>
                  </a:cubicBezTo>
                  <a:cubicBezTo>
                    <a:pt x="71" y="44"/>
                    <a:pt x="70" y="42"/>
                    <a:pt x="68" y="42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76" y="38"/>
                    <a:pt x="88" y="42"/>
                    <a:pt x="93" y="46"/>
                  </a:cubicBezTo>
                  <a:cubicBezTo>
                    <a:pt x="93" y="48"/>
                    <a:pt x="92" y="49"/>
                    <a:pt x="91" y="50"/>
                  </a:cubicBezTo>
                  <a:moveTo>
                    <a:pt x="101" y="31"/>
                  </a:moveTo>
                  <a:cubicBezTo>
                    <a:pt x="98" y="30"/>
                    <a:pt x="98" y="36"/>
                    <a:pt x="97" y="38"/>
                  </a:cubicBezTo>
                  <a:cubicBezTo>
                    <a:pt x="94" y="41"/>
                    <a:pt x="89" y="39"/>
                    <a:pt x="92" y="33"/>
                  </a:cubicBezTo>
                  <a:cubicBezTo>
                    <a:pt x="93" y="31"/>
                    <a:pt x="91" y="29"/>
                    <a:pt x="90" y="27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90" y="26"/>
                    <a:pt x="90" y="26"/>
                    <a:pt x="91" y="26"/>
                  </a:cubicBezTo>
                  <a:cubicBezTo>
                    <a:pt x="92" y="25"/>
                    <a:pt x="95" y="25"/>
                    <a:pt x="98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4" y="25"/>
                    <a:pt x="106" y="24"/>
                    <a:pt x="108" y="23"/>
                  </a:cubicBezTo>
                  <a:cubicBezTo>
                    <a:pt x="109" y="22"/>
                    <a:pt x="111" y="21"/>
                    <a:pt x="113" y="21"/>
                  </a:cubicBezTo>
                  <a:cubicBezTo>
                    <a:pt x="114" y="21"/>
                    <a:pt x="116" y="22"/>
                    <a:pt x="118" y="23"/>
                  </a:cubicBezTo>
                  <a:cubicBezTo>
                    <a:pt x="111" y="25"/>
                    <a:pt x="105" y="33"/>
                    <a:pt x="101" y="3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6" name="Freeform 595">
              <a:extLst>
                <a:ext uri="{FF2B5EF4-FFF2-40B4-BE49-F238E27FC236}">
                  <a16:creationId xmlns:a16="http://schemas.microsoft.com/office/drawing/2014/main" id="{5007C561-8D76-4364-894A-89B1186700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55725" y="12547600"/>
              <a:ext cx="85725" cy="66675"/>
            </a:xfrm>
            <a:custGeom>
              <a:avLst/>
              <a:gdLst>
                <a:gd name="T0" fmla="*/ 116 w 133"/>
                <a:gd name="T1" fmla="*/ 8 h 104"/>
                <a:gd name="T2" fmla="*/ 19 w 133"/>
                <a:gd name="T3" fmla="*/ 73 h 104"/>
                <a:gd name="T4" fmla="*/ 28 w 133"/>
                <a:gd name="T5" fmla="*/ 92 h 104"/>
                <a:gd name="T6" fmla="*/ 131 w 133"/>
                <a:gd name="T7" fmla="*/ 4 h 104"/>
                <a:gd name="T8" fmla="*/ 129 w 133"/>
                <a:gd name="T9" fmla="*/ 2 h 104"/>
                <a:gd name="T10" fmla="*/ 26 w 133"/>
                <a:gd name="T11" fmla="*/ 86 h 104"/>
                <a:gd name="T12" fmla="*/ 22 w 133"/>
                <a:gd name="T13" fmla="*/ 78 h 104"/>
                <a:gd name="T14" fmla="*/ 116 w 133"/>
                <a:gd name="T15" fmla="*/ 9 h 104"/>
                <a:gd name="T16" fmla="*/ 116 w 133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04">
                  <a:moveTo>
                    <a:pt x="116" y="8"/>
                  </a:moveTo>
                  <a:cubicBezTo>
                    <a:pt x="115" y="8"/>
                    <a:pt x="35" y="61"/>
                    <a:pt x="19" y="73"/>
                  </a:cubicBezTo>
                  <a:cubicBezTo>
                    <a:pt x="0" y="86"/>
                    <a:pt x="15" y="104"/>
                    <a:pt x="28" y="92"/>
                  </a:cubicBezTo>
                  <a:cubicBezTo>
                    <a:pt x="36" y="86"/>
                    <a:pt x="127" y="7"/>
                    <a:pt x="131" y="4"/>
                  </a:cubicBezTo>
                  <a:cubicBezTo>
                    <a:pt x="133" y="2"/>
                    <a:pt x="132" y="0"/>
                    <a:pt x="129" y="2"/>
                  </a:cubicBezTo>
                  <a:cubicBezTo>
                    <a:pt x="126" y="5"/>
                    <a:pt x="29" y="84"/>
                    <a:pt x="26" y="86"/>
                  </a:cubicBezTo>
                  <a:cubicBezTo>
                    <a:pt x="21" y="90"/>
                    <a:pt x="15" y="83"/>
                    <a:pt x="22" y="78"/>
                  </a:cubicBezTo>
                  <a:cubicBezTo>
                    <a:pt x="30" y="72"/>
                    <a:pt x="117" y="8"/>
                    <a:pt x="116" y="9"/>
                  </a:cubicBezTo>
                  <a:cubicBezTo>
                    <a:pt x="115" y="10"/>
                    <a:pt x="117" y="7"/>
                    <a:pt x="116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7" name="Freeform 596">
              <a:extLst>
                <a:ext uri="{FF2B5EF4-FFF2-40B4-BE49-F238E27FC236}">
                  <a16:creationId xmlns:a16="http://schemas.microsoft.com/office/drawing/2014/main" id="{B75FEC82-7C19-4EB4-BB33-A33A28BD0C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250" y="12520613"/>
              <a:ext cx="79375" cy="47625"/>
            </a:xfrm>
            <a:custGeom>
              <a:avLst/>
              <a:gdLst>
                <a:gd name="T0" fmla="*/ 108 w 123"/>
                <a:gd name="T1" fmla="*/ 5 h 75"/>
                <a:gd name="T2" fmla="*/ 18 w 123"/>
                <a:gd name="T3" fmla="*/ 49 h 75"/>
                <a:gd name="T4" fmla="*/ 24 w 123"/>
                <a:gd name="T5" fmla="*/ 66 h 75"/>
                <a:gd name="T6" fmla="*/ 122 w 123"/>
                <a:gd name="T7" fmla="*/ 3 h 75"/>
                <a:gd name="T8" fmla="*/ 121 w 123"/>
                <a:gd name="T9" fmla="*/ 1 h 75"/>
                <a:gd name="T10" fmla="*/ 22 w 123"/>
                <a:gd name="T11" fmla="*/ 60 h 75"/>
                <a:gd name="T12" fmla="*/ 20 w 123"/>
                <a:gd name="T13" fmla="*/ 54 h 75"/>
                <a:gd name="T14" fmla="*/ 108 w 123"/>
                <a:gd name="T15" fmla="*/ 6 h 75"/>
                <a:gd name="T16" fmla="*/ 108 w 123"/>
                <a:gd name="T17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75">
                  <a:moveTo>
                    <a:pt x="108" y="5"/>
                  </a:moveTo>
                  <a:cubicBezTo>
                    <a:pt x="107" y="5"/>
                    <a:pt x="33" y="41"/>
                    <a:pt x="18" y="49"/>
                  </a:cubicBezTo>
                  <a:cubicBezTo>
                    <a:pt x="0" y="58"/>
                    <a:pt x="11" y="75"/>
                    <a:pt x="24" y="66"/>
                  </a:cubicBezTo>
                  <a:cubicBezTo>
                    <a:pt x="31" y="61"/>
                    <a:pt x="118" y="5"/>
                    <a:pt x="122" y="3"/>
                  </a:cubicBezTo>
                  <a:cubicBezTo>
                    <a:pt x="123" y="2"/>
                    <a:pt x="123" y="0"/>
                    <a:pt x="121" y="1"/>
                  </a:cubicBezTo>
                  <a:cubicBezTo>
                    <a:pt x="117" y="3"/>
                    <a:pt x="25" y="59"/>
                    <a:pt x="22" y="60"/>
                  </a:cubicBezTo>
                  <a:cubicBezTo>
                    <a:pt x="17" y="63"/>
                    <a:pt x="13" y="57"/>
                    <a:pt x="20" y="54"/>
                  </a:cubicBezTo>
                  <a:cubicBezTo>
                    <a:pt x="27" y="49"/>
                    <a:pt x="109" y="5"/>
                    <a:pt x="108" y="6"/>
                  </a:cubicBezTo>
                  <a:cubicBezTo>
                    <a:pt x="107" y="7"/>
                    <a:pt x="109" y="4"/>
                    <a:pt x="108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8" name="Freeform 597">
              <a:extLst>
                <a:ext uri="{FF2B5EF4-FFF2-40B4-BE49-F238E27FC236}">
                  <a16:creationId xmlns:a16="http://schemas.microsoft.com/office/drawing/2014/main" id="{C27194A6-E13D-416C-ABA3-6CD272FDF0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79538" y="12495213"/>
              <a:ext cx="63500" cy="25400"/>
            </a:xfrm>
            <a:custGeom>
              <a:avLst/>
              <a:gdLst>
                <a:gd name="T0" fmla="*/ 85 w 100"/>
                <a:gd name="T1" fmla="*/ 2 h 38"/>
                <a:gd name="T2" fmla="*/ 19 w 100"/>
                <a:gd name="T3" fmla="*/ 14 h 38"/>
                <a:gd name="T4" fmla="*/ 20 w 100"/>
                <a:gd name="T5" fmla="*/ 32 h 38"/>
                <a:gd name="T6" fmla="*/ 98 w 100"/>
                <a:gd name="T7" fmla="*/ 3 h 38"/>
                <a:gd name="T8" fmla="*/ 98 w 100"/>
                <a:gd name="T9" fmla="*/ 1 h 38"/>
                <a:gd name="T10" fmla="*/ 21 w 100"/>
                <a:gd name="T11" fmla="*/ 27 h 38"/>
                <a:gd name="T12" fmla="*/ 19 w 100"/>
                <a:gd name="T13" fmla="*/ 19 h 38"/>
                <a:gd name="T14" fmla="*/ 85 w 100"/>
                <a:gd name="T15" fmla="*/ 3 h 38"/>
                <a:gd name="T16" fmla="*/ 85 w 100"/>
                <a:gd name="T17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38">
                  <a:moveTo>
                    <a:pt x="85" y="2"/>
                  </a:moveTo>
                  <a:cubicBezTo>
                    <a:pt x="84" y="2"/>
                    <a:pt x="36" y="10"/>
                    <a:pt x="19" y="14"/>
                  </a:cubicBezTo>
                  <a:cubicBezTo>
                    <a:pt x="0" y="19"/>
                    <a:pt x="6" y="38"/>
                    <a:pt x="20" y="32"/>
                  </a:cubicBezTo>
                  <a:cubicBezTo>
                    <a:pt x="28" y="30"/>
                    <a:pt x="94" y="4"/>
                    <a:pt x="98" y="3"/>
                  </a:cubicBezTo>
                  <a:cubicBezTo>
                    <a:pt x="100" y="2"/>
                    <a:pt x="100" y="0"/>
                    <a:pt x="98" y="1"/>
                  </a:cubicBezTo>
                  <a:cubicBezTo>
                    <a:pt x="94" y="2"/>
                    <a:pt x="24" y="26"/>
                    <a:pt x="21" y="27"/>
                  </a:cubicBezTo>
                  <a:cubicBezTo>
                    <a:pt x="15" y="28"/>
                    <a:pt x="13" y="21"/>
                    <a:pt x="19" y="19"/>
                  </a:cubicBezTo>
                  <a:cubicBezTo>
                    <a:pt x="28" y="17"/>
                    <a:pt x="86" y="2"/>
                    <a:pt x="85" y="3"/>
                  </a:cubicBezTo>
                  <a:cubicBezTo>
                    <a:pt x="83" y="3"/>
                    <a:pt x="86" y="1"/>
                    <a:pt x="85" y="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9" name="Freeform 598">
              <a:extLst>
                <a:ext uri="{FF2B5EF4-FFF2-40B4-BE49-F238E27FC236}">
                  <a16:creationId xmlns:a16="http://schemas.microsoft.com/office/drawing/2014/main" id="{68B98E52-20B6-41E3-8610-66DFFD9079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79550" y="12552363"/>
              <a:ext cx="25400" cy="49212"/>
            </a:xfrm>
            <a:custGeom>
              <a:avLst/>
              <a:gdLst>
                <a:gd name="T0" fmla="*/ 32 w 39"/>
                <a:gd name="T1" fmla="*/ 8 h 76"/>
                <a:gd name="T2" fmla="*/ 5 w 39"/>
                <a:gd name="T3" fmla="*/ 61 h 76"/>
                <a:gd name="T4" fmla="*/ 15 w 39"/>
                <a:gd name="T5" fmla="*/ 67 h 76"/>
                <a:gd name="T6" fmla="*/ 38 w 39"/>
                <a:gd name="T7" fmla="*/ 2 h 76"/>
                <a:gd name="T8" fmla="*/ 37 w 39"/>
                <a:gd name="T9" fmla="*/ 1 h 76"/>
                <a:gd name="T10" fmla="*/ 12 w 39"/>
                <a:gd name="T11" fmla="*/ 64 h 76"/>
                <a:gd name="T12" fmla="*/ 8 w 39"/>
                <a:gd name="T13" fmla="*/ 62 h 76"/>
                <a:gd name="T14" fmla="*/ 33 w 39"/>
                <a:gd name="T15" fmla="*/ 9 h 76"/>
                <a:gd name="T16" fmla="*/ 32 w 39"/>
                <a:gd name="T17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32" y="8"/>
                  </a:moveTo>
                  <a:cubicBezTo>
                    <a:pt x="32" y="9"/>
                    <a:pt x="9" y="50"/>
                    <a:pt x="5" y="61"/>
                  </a:cubicBezTo>
                  <a:cubicBezTo>
                    <a:pt x="0" y="72"/>
                    <a:pt x="12" y="76"/>
                    <a:pt x="15" y="67"/>
                  </a:cubicBezTo>
                  <a:cubicBezTo>
                    <a:pt x="17" y="61"/>
                    <a:pt x="37" y="4"/>
                    <a:pt x="38" y="2"/>
                  </a:cubicBezTo>
                  <a:cubicBezTo>
                    <a:pt x="39" y="0"/>
                    <a:pt x="37" y="0"/>
                    <a:pt x="37" y="1"/>
                  </a:cubicBezTo>
                  <a:cubicBezTo>
                    <a:pt x="36" y="4"/>
                    <a:pt x="13" y="62"/>
                    <a:pt x="12" y="64"/>
                  </a:cubicBezTo>
                  <a:cubicBezTo>
                    <a:pt x="11" y="68"/>
                    <a:pt x="6" y="66"/>
                    <a:pt x="8" y="62"/>
                  </a:cubicBezTo>
                  <a:cubicBezTo>
                    <a:pt x="10" y="57"/>
                    <a:pt x="33" y="8"/>
                    <a:pt x="33" y="9"/>
                  </a:cubicBezTo>
                  <a:cubicBezTo>
                    <a:pt x="33" y="10"/>
                    <a:pt x="33" y="8"/>
                    <a:pt x="32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0" name="Freeform 599">
              <a:extLst>
                <a:ext uri="{FF2B5EF4-FFF2-40B4-BE49-F238E27FC236}">
                  <a16:creationId xmlns:a16="http://schemas.microsoft.com/office/drawing/2014/main" id="{D269EC83-4D55-4546-A799-8C28441A50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62088" y="12558713"/>
              <a:ext cx="26988" cy="47625"/>
            </a:xfrm>
            <a:custGeom>
              <a:avLst/>
              <a:gdLst>
                <a:gd name="T0" fmla="*/ 35 w 42"/>
                <a:gd name="T1" fmla="*/ 9 h 75"/>
                <a:gd name="T2" fmla="*/ 5 w 42"/>
                <a:gd name="T3" fmla="*/ 59 h 75"/>
                <a:gd name="T4" fmla="*/ 15 w 42"/>
                <a:gd name="T5" fmla="*/ 66 h 75"/>
                <a:gd name="T6" fmla="*/ 42 w 42"/>
                <a:gd name="T7" fmla="*/ 3 h 75"/>
                <a:gd name="T8" fmla="*/ 40 w 42"/>
                <a:gd name="T9" fmla="*/ 2 h 75"/>
                <a:gd name="T10" fmla="*/ 12 w 42"/>
                <a:gd name="T11" fmla="*/ 63 h 75"/>
                <a:gd name="T12" fmla="*/ 8 w 42"/>
                <a:gd name="T13" fmla="*/ 61 h 75"/>
                <a:gd name="T14" fmla="*/ 36 w 42"/>
                <a:gd name="T15" fmla="*/ 9 h 75"/>
                <a:gd name="T16" fmla="*/ 35 w 42"/>
                <a:gd name="T17" fmla="*/ 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5">
                  <a:moveTo>
                    <a:pt x="35" y="9"/>
                  </a:moveTo>
                  <a:cubicBezTo>
                    <a:pt x="35" y="9"/>
                    <a:pt x="10" y="49"/>
                    <a:pt x="5" y="59"/>
                  </a:cubicBezTo>
                  <a:cubicBezTo>
                    <a:pt x="0" y="71"/>
                    <a:pt x="11" y="75"/>
                    <a:pt x="15" y="66"/>
                  </a:cubicBezTo>
                  <a:cubicBezTo>
                    <a:pt x="17" y="61"/>
                    <a:pt x="41" y="5"/>
                    <a:pt x="42" y="3"/>
                  </a:cubicBezTo>
                  <a:cubicBezTo>
                    <a:pt x="42" y="1"/>
                    <a:pt x="41" y="0"/>
                    <a:pt x="40" y="2"/>
                  </a:cubicBezTo>
                  <a:cubicBezTo>
                    <a:pt x="39" y="4"/>
                    <a:pt x="13" y="61"/>
                    <a:pt x="12" y="63"/>
                  </a:cubicBezTo>
                  <a:cubicBezTo>
                    <a:pt x="11" y="67"/>
                    <a:pt x="6" y="65"/>
                    <a:pt x="8" y="61"/>
                  </a:cubicBezTo>
                  <a:cubicBezTo>
                    <a:pt x="10" y="56"/>
                    <a:pt x="36" y="8"/>
                    <a:pt x="36" y="9"/>
                  </a:cubicBezTo>
                  <a:cubicBezTo>
                    <a:pt x="36" y="10"/>
                    <a:pt x="36" y="8"/>
                    <a:pt x="35" y="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1" name="Freeform 600">
              <a:extLst>
                <a:ext uri="{FF2B5EF4-FFF2-40B4-BE49-F238E27FC236}">
                  <a16:creationId xmlns:a16="http://schemas.microsoft.com/office/drawing/2014/main" id="{CEF177A9-EA9E-4C96-B107-EA60726A4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49400" y="12560300"/>
              <a:ext cx="26988" cy="47625"/>
            </a:xfrm>
            <a:custGeom>
              <a:avLst/>
              <a:gdLst>
                <a:gd name="T0" fmla="*/ 6 w 42"/>
                <a:gd name="T1" fmla="*/ 8 h 75"/>
                <a:gd name="T2" fmla="*/ 37 w 42"/>
                <a:gd name="T3" fmla="*/ 59 h 75"/>
                <a:gd name="T4" fmla="*/ 27 w 42"/>
                <a:gd name="T5" fmla="*/ 66 h 75"/>
                <a:gd name="T6" fmla="*/ 0 w 42"/>
                <a:gd name="T7" fmla="*/ 2 h 75"/>
                <a:gd name="T8" fmla="*/ 2 w 42"/>
                <a:gd name="T9" fmla="*/ 2 h 75"/>
                <a:gd name="T10" fmla="*/ 30 w 42"/>
                <a:gd name="T11" fmla="*/ 63 h 75"/>
                <a:gd name="T12" fmla="*/ 34 w 42"/>
                <a:gd name="T13" fmla="*/ 61 h 75"/>
                <a:gd name="T14" fmla="*/ 6 w 42"/>
                <a:gd name="T15" fmla="*/ 9 h 75"/>
                <a:gd name="T16" fmla="*/ 6 w 42"/>
                <a:gd name="T17" fmla="*/ 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5">
                  <a:moveTo>
                    <a:pt x="6" y="8"/>
                  </a:moveTo>
                  <a:cubicBezTo>
                    <a:pt x="7" y="9"/>
                    <a:pt x="32" y="49"/>
                    <a:pt x="37" y="59"/>
                  </a:cubicBezTo>
                  <a:cubicBezTo>
                    <a:pt x="42" y="70"/>
                    <a:pt x="30" y="75"/>
                    <a:pt x="27" y="66"/>
                  </a:cubicBezTo>
                  <a:cubicBezTo>
                    <a:pt x="25" y="60"/>
                    <a:pt x="1" y="5"/>
                    <a:pt x="0" y="2"/>
                  </a:cubicBezTo>
                  <a:cubicBezTo>
                    <a:pt x="0" y="1"/>
                    <a:pt x="1" y="0"/>
                    <a:pt x="2" y="2"/>
                  </a:cubicBezTo>
                  <a:cubicBezTo>
                    <a:pt x="3" y="4"/>
                    <a:pt x="29" y="61"/>
                    <a:pt x="30" y="63"/>
                  </a:cubicBezTo>
                  <a:cubicBezTo>
                    <a:pt x="31" y="66"/>
                    <a:pt x="36" y="65"/>
                    <a:pt x="34" y="61"/>
                  </a:cubicBezTo>
                  <a:cubicBezTo>
                    <a:pt x="31" y="56"/>
                    <a:pt x="6" y="8"/>
                    <a:pt x="6" y="9"/>
                  </a:cubicBezTo>
                  <a:cubicBezTo>
                    <a:pt x="6" y="10"/>
                    <a:pt x="6" y="8"/>
                    <a:pt x="6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2" name="Freeform 601">
              <a:extLst>
                <a:ext uri="{FF2B5EF4-FFF2-40B4-BE49-F238E27FC236}">
                  <a16:creationId xmlns:a16="http://schemas.microsoft.com/office/drawing/2014/main" id="{426EECCD-7F54-4E57-85EC-92D2DE145D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63675" y="12553950"/>
              <a:ext cx="22225" cy="31750"/>
            </a:xfrm>
            <a:custGeom>
              <a:avLst/>
              <a:gdLst>
                <a:gd name="T0" fmla="*/ 28 w 34"/>
                <a:gd name="T1" fmla="*/ 5 h 49"/>
                <a:gd name="T2" fmla="*/ 5 w 34"/>
                <a:gd name="T3" fmla="*/ 38 h 49"/>
                <a:gd name="T4" fmla="*/ 12 w 34"/>
                <a:gd name="T5" fmla="*/ 43 h 49"/>
                <a:gd name="T6" fmla="*/ 33 w 34"/>
                <a:gd name="T7" fmla="*/ 1 h 49"/>
                <a:gd name="T8" fmla="*/ 32 w 34"/>
                <a:gd name="T9" fmla="*/ 1 h 49"/>
                <a:gd name="T10" fmla="*/ 10 w 34"/>
                <a:gd name="T11" fmla="*/ 41 h 49"/>
                <a:gd name="T12" fmla="*/ 7 w 34"/>
                <a:gd name="T13" fmla="*/ 40 h 49"/>
                <a:gd name="T14" fmla="*/ 29 w 34"/>
                <a:gd name="T15" fmla="*/ 6 h 49"/>
                <a:gd name="T16" fmla="*/ 28 w 34"/>
                <a:gd name="T17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49">
                  <a:moveTo>
                    <a:pt x="28" y="5"/>
                  </a:moveTo>
                  <a:cubicBezTo>
                    <a:pt x="28" y="6"/>
                    <a:pt x="9" y="32"/>
                    <a:pt x="5" y="38"/>
                  </a:cubicBezTo>
                  <a:cubicBezTo>
                    <a:pt x="0" y="46"/>
                    <a:pt x="10" y="49"/>
                    <a:pt x="12" y="43"/>
                  </a:cubicBezTo>
                  <a:cubicBezTo>
                    <a:pt x="14" y="39"/>
                    <a:pt x="33" y="3"/>
                    <a:pt x="33" y="1"/>
                  </a:cubicBezTo>
                  <a:cubicBezTo>
                    <a:pt x="34" y="0"/>
                    <a:pt x="33" y="0"/>
                    <a:pt x="32" y="1"/>
                  </a:cubicBezTo>
                  <a:cubicBezTo>
                    <a:pt x="31" y="2"/>
                    <a:pt x="11" y="40"/>
                    <a:pt x="10" y="41"/>
                  </a:cubicBezTo>
                  <a:cubicBezTo>
                    <a:pt x="9" y="43"/>
                    <a:pt x="5" y="42"/>
                    <a:pt x="7" y="40"/>
                  </a:cubicBezTo>
                  <a:cubicBezTo>
                    <a:pt x="9" y="36"/>
                    <a:pt x="29" y="5"/>
                    <a:pt x="29" y="6"/>
                  </a:cubicBezTo>
                  <a:cubicBezTo>
                    <a:pt x="29" y="6"/>
                    <a:pt x="29" y="5"/>
                    <a:pt x="28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3" name="Freeform 602">
              <a:extLst>
                <a:ext uri="{FF2B5EF4-FFF2-40B4-BE49-F238E27FC236}">
                  <a16:creationId xmlns:a16="http://schemas.microsoft.com/office/drawing/2014/main" id="{785DBA3F-7A37-4015-8FEF-494471E59F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47800" y="12555538"/>
              <a:ext cx="20638" cy="22225"/>
            </a:xfrm>
            <a:custGeom>
              <a:avLst/>
              <a:gdLst>
                <a:gd name="T0" fmla="*/ 26 w 34"/>
                <a:gd name="T1" fmla="*/ 6 h 35"/>
                <a:gd name="T2" fmla="*/ 8 w 34"/>
                <a:gd name="T3" fmla="*/ 18 h 35"/>
                <a:gd name="T4" fmla="*/ 16 w 34"/>
                <a:gd name="T5" fmla="*/ 28 h 35"/>
                <a:gd name="T6" fmla="*/ 33 w 34"/>
                <a:gd name="T7" fmla="*/ 3 h 35"/>
                <a:gd name="T8" fmla="*/ 32 w 34"/>
                <a:gd name="T9" fmla="*/ 2 h 35"/>
                <a:gd name="T10" fmla="*/ 14 w 34"/>
                <a:gd name="T11" fmla="*/ 24 h 35"/>
                <a:gd name="T12" fmla="*/ 11 w 34"/>
                <a:gd name="T13" fmla="*/ 21 h 35"/>
                <a:gd name="T14" fmla="*/ 26 w 34"/>
                <a:gd name="T15" fmla="*/ 7 h 35"/>
                <a:gd name="T16" fmla="*/ 26 w 34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5">
                  <a:moveTo>
                    <a:pt x="26" y="6"/>
                  </a:moveTo>
                  <a:cubicBezTo>
                    <a:pt x="25" y="7"/>
                    <a:pt x="16" y="10"/>
                    <a:pt x="8" y="18"/>
                  </a:cubicBezTo>
                  <a:cubicBezTo>
                    <a:pt x="0" y="27"/>
                    <a:pt x="9" y="35"/>
                    <a:pt x="16" y="28"/>
                  </a:cubicBezTo>
                  <a:cubicBezTo>
                    <a:pt x="19" y="23"/>
                    <a:pt x="32" y="5"/>
                    <a:pt x="33" y="3"/>
                  </a:cubicBezTo>
                  <a:cubicBezTo>
                    <a:pt x="34" y="2"/>
                    <a:pt x="33" y="0"/>
                    <a:pt x="32" y="2"/>
                  </a:cubicBezTo>
                  <a:cubicBezTo>
                    <a:pt x="31" y="4"/>
                    <a:pt x="15" y="23"/>
                    <a:pt x="14" y="24"/>
                  </a:cubicBezTo>
                  <a:cubicBezTo>
                    <a:pt x="11" y="27"/>
                    <a:pt x="7" y="24"/>
                    <a:pt x="11" y="21"/>
                  </a:cubicBezTo>
                  <a:cubicBezTo>
                    <a:pt x="14" y="17"/>
                    <a:pt x="26" y="6"/>
                    <a:pt x="26" y="7"/>
                  </a:cubicBezTo>
                  <a:cubicBezTo>
                    <a:pt x="25" y="8"/>
                    <a:pt x="26" y="6"/>
                    <a:pt x="26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4" name="Freeform 603">
              <a:extLst>
                <a:ext uri="{FF2B5EF4-FFF2-40B4-BE49-F238E27FC236}">
                  <a16:creationId xmlns:a16="http://schemas.microsoft.com/office/drawing/2014/main" id="{E9EEFA79-6908-4F11-8A55-7A7E422892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20813" y="12472988"/>
              <a:ext cx="34925" cy="11112"/>
            </a:xfrm>
            <a:custGeom>
              <a:avLst/>
              <a:gdLst>
                <a:gd name="T0" fmla="*/ 42 w 55"/>
                <a:gd name="T1" fmla="*/ 8 h 17"/>
                <a:gd name="T2" fmla="*/ 16 w 55"/>
                <a:gd name="T3" fmla="*/ 1 h 17"/>
                <a:gd name="T4" fmla="*/ 13 w 55"/>
                <a:gd name="T5" fmla="*/ 16 h 17"/>
                <a:gd name="T6" fmla="*/ 53 w 55"/>
                <a:gd name="T7" fmla="*/ 13 h 17"/>
                <a:gd name="T8" fmla="*/ 53 w 55"/>
                <a:gd name="T9" fmla="*/ 11 h 17"/>
                <a:gd name="T10" fmla="*/ 15 w 55"/>
                <a:gd name="T11" fmla="*/ 11 h 17"/>
                <a:gd name="T12" fmla="*/ 16 w 55"/>
                <a:gd name="T13" fmla="*/ 5 h 17"/>
                <a:gd name="T14" fmla="*/ 42 w 55"/>
                <a:gd name="T15" fmla="*/ 9 h 17"/>
                <a:gd name="T16" fmla="*/ 42 w 55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7">
                  <a:moveTo>
                    <a:pt x="42" y="8"/>
                  </a:moveTo>
                  <a:cubicBezTo>
                    <a:pt x="41" y="8"/>
                    <a:pt x="31" y="2"/>
                    <a:pt x="16" y="1"/>
                  </a:cubicBezTo>
                  <a:cubicBezTo>
                    <a:pt x="0" y="0"/>
                    <a:pt x="0" y="17"/>
                    <a:pt x="13" y="16"/>
                  </a:cubicBezTo>
                  <a:cubicBezTo>
                    <a:pt x="20" y="16"/>
                    <a:pt x="49" y="13"/>
                    <a:pt x="53" y="13"/>
                  </a:cubicBezTo>
                  <a:cubicBezTo>
                    <a:pt x="55" y="13"/>
                    <a:pt x="55" y="11"/>
                    <a:pt x="53" y="11"/>
                  </a:cubicBezTo>
                  <a:cubicBezTo>
                    <a:pt x="50" y="11"/>
                    <a:pt x="17" y="12"/>
                    <a:pt x="15" y="11"/>
                  </a:cubicBezTo>
                  <a:cubicBezTo>
                    <a:pt x="10" y="11"/>
                    <a:pt x="10" y="5"/>
                    <a:pt x="16" y="5"/>
                  </a:cubicBezTo>
                  <a:cubicBezTo>
                    <a:pt x="23" y="6"/>
                    <a:pt x="43" y="9"/>
                    <a:pt x="42" y="9"/>
                  </a:cubicBezTo>
                  <a:cubicBezTo>
                    <a:pt x="41" y="9"/>
                    <a:pt x="43" y="8"/>
                    <a:pt x="42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5" name="Freeform 604">
              <a:extLst>
                <a:ext uri="{FF2B5EF4-FFF2-40B4-BE49-F238E27FC236}">
                  <a16:creationId xmlns:a16="http://schemas.microsoft.com/office/drawing/2014/main" id="{A8FE91BE-1A1D-439F-AC2A-0ACC57FC8B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20813" y="12455525"/>
              <a:ext cx="34925" cy="12700"/>
            </a:xfrm>
            <a:custGeom>
              <a:avLst/>
              <a:gdLst>
                <a:gd name="T0" fmla="*/ 43 w 55"/>
                <a:gd name="T1" fmla="*/ 13 h 19"/>
                <a:gd name="T2" fmla="*/ 18 w 55"/>
                <a:gd name="T3" fmla="*/ 3 h 19"/>
                <a:gd name="T4" fmla="*/ 13 w 55"/>
                <a:gd name="T5" fmla="*/ 17 h 19"/>
                <a:gd name="T6" fmla="*/ 52 w 55"/>
                <a:gd name="T7" fmla="*/ 19 h 19"/>
                <a:gd name="T8" fmla="*/ 53 w 55"/>
                <a:gd name="T9" fmla="*/ 17 h 19"/>
                <a:gd name="T10" fmla="*/ 15 w 55"/>
                <a:gd name="T11" fmla="*/ 13 h 19"/>
                <a:gd name="T12" fmla="*/ 17 w 55"/>
                <a:gd name="T13" fmla="*/ 7 h 19"/>
                <a:gd name="T14" fmla="*/ 42 w 55"/>
                <a:gd name="T15" fmla="*/ 14 h 19"/>
                <a:gd name="T16" fmla="*/ 43 w 55"/>
                <a:gd name="T17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9">
                  <a:moveTo>
                    <a:pt x="43" y="13"/>
                  </a:moveTo>
                  <a:cubicBezTo>
                    <a:pt x="42" y="13"/>
                    <a:pt x="32" y="6"/>
                    <a:pt x="18" y="3"/>
                  </a:cubicBezTo>
                  <a:cubicBezTo>
                    <a:pt x="1" y="0"/>
                    <a:pt x="0" y="16"/>
                    <a:pt x="13" y="17"/>
                  </a:cubicBezTo>
                  <a:cubicBezTo>
                    <a:pt x="20" y="18"/>
                    <a:pt x="49" y="19"/>
                    <a:pt x="52" y="19"/>
                  </a:cubicBezTo>
                  <a:cubicBezTo>
                    <a:pt x="54" y="19"/>
                    <a:pt x="55" y="17"/>
                    <a:pt x="53" y="17"/>
                  </a:cubicBezTo>
                  <a:cubicBezTo>
                    <a:pt x="49" y="17"/>
                    <a:pt x="18" y="13"/>
                    <a:pt x="15" y="13"/>
                  </a:cubicBezTo>
                  <a:cubicBezTo>
                    <a:pt x="10" y="12"/>
                    <a:pt x="11" y="6"/>
                    <a:pt x="17" y="7"/>
                  </a:cubicBezTo>
                  <a:cubicBezTo>
                    <a:pt x="24" y="8"/>
                    <a:pt x="43" y="14"/>
                    <a:pt x="42" y="14"/>
                  </a:cubicBezTo>
                  <a:cubicBezTo>
                    <a:pt x="41" y="14"/>
                    <a:pt x="44" y="14"/>
                    <a:pt x="43" y="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6" name="Freeform 605">
              <a:extLst>
                <a:ext uri="{FF2B5EF4-FFF2-40B4-BE49-F238E27FC236}">
                  <a16:creationId xmlns:a16="http://schemas.microsoft.com/office/drawing/2014/main" id="{15BB7B15-231E-446C-8F3B-8E7B8972B3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50975" y="12439650"/>
              <a:ext cx="25400" cy="15875"/>
            </a:xfrm>
            <a:custGeom>
              <a:avLst/>
              <a:gdLst>
                <a:gd name="T0" fmla="*/ 33 w 42"/>
                <a:gd name="T1" fmla="*/ 18 h 26"/>
                <a:gd name="T2" fmla="*/ 22 w 42"/>
                <a:gd name="T3" fmla="*/ 8 h 26"/>
                <a:gd name="T4" fmla="*/ 12 w 42"/>
                <a:gd name="T5" fmla="*/ 16 h 26"/>
                <a:gd name="T6" fmla="*/ 39 w 42"/>
                <a:gd name="T7" fmla="*/ 26 h 26"/>
                <a:gd name="T8" fmla="*/ 40 w 42"/>
                <a:gd name="T9" fmla="*/ 24 h 26"/>
                <a:gd name="T10" fmla="*/ 16 w 42"/>
                <a:gd name="T11" fmla="*/ 14 h 26"/>
                <a:gd name="T12" fmla="*/ 20 w 42"/>
                <a:gd name="T13" fmla="*/ 10 h 26"/>
                <a:gd name="T14" fmla="*/ 32 w 42"/>
                <a:gd name="T15" fmla="*/ 19 h 26"/>
                <a:gd name="T16" fmla="*/ 33 w 42"/>
                <a:gd name="T17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6">
                  <a:moveTo>
                    <a:pt x="33" y="18"/>
                  </a:moveTo>
                  <a:cubicBezTo>
                    <a:pt x="32" y="18"/>
                    <a:pt x="34" y="14"/>
                    <a:pt x="22" y="8"/>
                  </a:cubicBezTo>
                  <a:cubicBezTo>
                    <a:pt x="9" y="0"/>
                    <a:pt x="0" y="11"/>
                    <a:pt x="12" y="16"/>
                  </a:cubicBezTo>
                  <a:cubicBezTo>
                    <a:pt x="18" y="19"/>
                    <a:pt x="36" y="24"/>
                    <a:pt x="39" y="26"/>
                  </a:cubicBezTo>
                  <a:cubicBezTo>
                    <a:pt x="40" y="26"/>
                    <a:pt x="42" y="25"/>
                    <a:pt x="40" y="24"/>
                  </a:cubicBezTo>
                  <a:cubicBezTo>
                    <a:pt x="37" y="23"/>
                    <a:pt x="18" y="15"/>
                    <a:pt x="16" y="14"/>
                  </a:cubicBezTo>
                  <a:cubicBezTo>
                    <a:pt x="12" y="12"/>
                    <a:pt x="15" y="8"/>
                    <a:pt x="20" y="10"/>
                  </a:cubicBezTo>
                  <a:cubicBezTo>
                    <a:pt x="26" y="13"/>
                    <a:pt x="33" y="19"/>
                    <a:pt x="32" y="19"/>
                  </a:cubicBezTo>
                  <a:cubicBezTo>
                    <a:pt x="31" y="18"/>
                    <a:pt x="33" y="19"/>
                    <a:pt x="33" y="1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7" name="Freeform 606">
              <a:extLst>
                <a:ext uri="{FF2B5EF4-FFF2-40B4-BE49-F238E27FC236}">
                  <a16:creationId xmlns:a16="http://schemas.microsoft.com/office/drawing/2014/main" id="{5C78779C-27E4-4820-A6FF-8E3BEEC1A1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66850" y="12422188"/>
              <a:ext cx="30163" cy="25400"/>
            </a:xfrm>
            <a:custGeom>
              <a:avLst/>
              <a:gdLst>
                <a:gd name="T0" fmla="*/ 38 w 46"/>
                <a:gd name="T1" fmla="*/ 29 h 40"/>
                <a:gd name="T2" fmla="*/ 19 w 46"/>
                <a:gd name="T3" fmla="*/ 10 h 40"/>
                <a:gd name="T4" fmla="*/ 9 w 46"/>
                <a:gd name="T5" fmla="*/ 22 h 40"/>
                <a:gd name="T6" fmla="*/ 44 w 46"/>
                <a:gd name="T7" fmla="*/ 39 h 40"/>
                <a:gd name="T8" fmla="*/ 45 w 46"/>
                <a:gd name="T9" fmla="*/ 37 h 40"/>
                <a:gd name="T10" fmla="*/ 13 w 46"/>
                <a:gd name="T11" fmla="*/ 18 h 40"/>
                <a:gd name="T12" fmla="*/ 16 w 46"/>
                <a:gd name="T13" fmla="*/ 13 h 40"/>
                <a:gd name="T14" fmla="*/ 38 w 46"/>
                <a:gd name="T15" fmla="*/ 29 h 40"/>
                <a:gd name="T16" fmla="*/ 38 w 46"/>
                <a:gd name="T17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40">
                  <a:moveTo>
                    <a:pt x="38" y="29"/>
                  </a:moveTo>
                  <a:cubicBezTo>
                    <a:pt x="38" y="28"/>
                    <a:pt x="29" y="19"/>
                    <a:pt x="19" y="10"/>
                  </a:cubicBezTo>
                  <a:cubicBezTo>
                    <a:pt x="7" y="0"/>
                    <a:pt x="0" y="15"/>
                    <a:pt x="9" y="22"/>
                  </a:cubicBezTo>
                  <a:cubicBezTo>
                    <a:pt x="15" y="25"/>
                    <a:pt x="41" y="37"/>
                    <a:pt x="44" y="39"/>
                  </a:cubicBezTo>
                  <a:cubicBezTo>
                    <a:pt x="45" y="40"/>
                    <a:pt x="46" y="38"/>
                    <a:pt x="45" y="37"/>
                  </a:cubicBezTo>
                  <a:cubicBezTo>
                    <a:pt x="42" y="35"/>
                    <a:pt x="15" y="20"/>
                    <a:pt x="13" y="18"/>
                  </a:cubicBezTo>
                  <a:cubicBezTo>
                    <a:pt x="9" y="16"/>
                    <a:pt x="12" y="10"/>
                    <a:pt x="16" y="13"/>
                  </a:cubicBezTo>
                  <a:cubicBezTo>
                    <a:pt x="21" y="18"/>
                    <a:pt x="39" y="30"/>
                    <a:pt x="38" y="29"/>
                  </a:cubicBezTo>
                  <a:cubicBezTo>
                    <a:pt x="37" y="29"/>
                    <a:pt x="39" y="30"/>
                    <a:pt x="38" y="2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8" name="Freeform 607">
              <a:extLst>
                <a:ext uri="{FF2B5EF4-FFF2-40B4-BE49-F238E27FC236}">
                  <a16:creationId xmlns:a16="http://schemas.microsoft.com/office/drawing/2014/main" id="{E9024C5F-F8D8-4BC3-8D2D-BE84B074DC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85900" y="12417425"/>
              <a:ext cx="19050" cy="19050"/>
            </a:xfrm>
            <a:custGeom>
              <a:avLst/>
              <a:gdLst>
                <a:gd name="T0" fmla="*/ 24 w 28"/>
                <a:gd name="T1" fmla="*/ 22 h 30"/>
                <a:gd name="T2" fmla="*/ 13 w 28"/>
                <a:gd name="T3" fmla="*/ 8 h 30"/>
                <a:gd name="T4" fmla="*/ 6 w 28"/>
                <a:gd name="T5" fmla="*/ 14 h 30"/>
                <a:gd name="T6" fmla="*/ 26 w 28"/>
                <a:gd name="T7" fmla="*/ 29 h 30"/>
                <a:gd name="T8" fmla="*/ 27 w 28"/>
                <a:gd name="T9" fmla="*/ 28 h 30"/>
                <a:gd name="T10" fmla="*/ 8 w 28"/>
                <a:gd name="T11" fmla="*/ 12 h 30"/>
                <a:gd name="T12" fmla="*/ 11 w 28"/>
                <a:gd name="T13" fmla="*/ 10 h 30"/>
                <a:gd name="T14" fmla="*/ 23 w 28"/>
                <a:gd name="T15" fmla="*/ 22 h 30"/>
                <a:gd name="T16" fmla="*/ 24 w 28"/>
                <a:gd name="T17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0">
                  <a:moveTo>
                    <a:pt x="24" y="22"/>
                  </a:moveTo>
                  <a:cubicBezTo>
                    <a:pt x="23" y="22"/>
                    <a:pt x="19" y="15"/>
                    <a:pt x="13" y="8"/>
                  </a:cubicBezTo>
                  <a:cubicBezTo>
                    <a:pt x="7" y="0"/>
                    <a:pt x="0" y="8"/>
                    <a:pt x="6" y="14"/>
                  </a:cubicBezTo>
                  <a:cubicBezTo>
                    <a:pt x="9" y="17"/>
                    <a:pt x="24" y="28"/>
                    <a:pt x="26" y="29"/>
                  </a:cubicBezTo>
                  <a:cubicBezTo>
                    <a:pt x="27" y="30"/>
                    <a:pt x="28" y="29"/>
                    <a:pt x="27" y="28"/>
                  </a:cubicBezTo>
                  <a:cubicBezTo>
                    <a:pt x="25" y="27"/>
                    <a:pt x="9" y="14"/>
                    <a:pt x="8" y="12"/>
                  </a:cubicBezTo>
                  <a:cubicBezTo>
                    <a:pt x="6" y="10"/>
                    <a:pt x="9" y="7"/>
                    <a:pt x="11" y="10"/>
                  </a:cubicBezTo>
                  <a:cubicBezTo>
                    <a:pt x="14" y="13"/>
                    <a:pt x="24" y="23"/>
                    <a:pt x="23" y="22"/>
                  </a:cubicBezTo>
                  <a:cubicBezTo>
                    <a:pt x="23" y="22"/>
                    <a:pt x="24" y="23"/>
                    <a:pt x="24" y="2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9" name="Freeform 608">
              <a:extLst>
                <a:ext uri="{FF2B5EF4-FFF2-40B4-BE49-F238E27FC236}">
                  <a16:creationId xmlns:a16="http://schemas.microsoft.com/office/drawing/2014/main" id="{DB5B01E0-B737-4098-9B11-83D9728296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14475" y="12414250"/>
              <a:ext cx="6350" cy="19050"/>
            </a:xfrm>
            <a:custGeom>
              <a:avLst/>
              <a:gdLst>
                <a:gd name="T0" fmla="*/ 7 w 11"/>
                <a:gd name="T1" fmla="*/ 20 h 28"/>
                <a:gd name="T2" fmla="*/ 10 w 11"/>
                <a:gd name="T3" fmla="*/ 10 h 28"/>
                <a:gd name="T4" fmla="*/ 0 w 11"/>
                <a:gd name="T5" fmla="*/ 9 h 28"/>
                <a:gd name="T6" fmla="*/ 3 w 11"/>
                <a:gd name="T7" fmla="*/ 27 h 28"/>
                <a:gd name="T8" fmla="*/ 5 w 11"/>
                <a:gd name="T9" fmla="*/ 27 h 28"/>
                <a:gd name="T10" fmla="*/ 3 w 11"/>
                <a:gd name="T11" fmla="*/ 9 h 28"/>
                <a:gd name="T12" fmla="*/ 7 w 11"/>
                <a:gd name="T13" fmla="*/ 10 h 28"/>
                <a:gd name="T14" fmla="*/ 6 w 11"/>
                <a:gd name="T15" fmla="*/ 20 h 28"/>
                <a:gd name="T16" fmla="*/ 7 w 11"/>
                <a:gd name="T17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8">
                  <a:moveTo>
                    <a:pt x="7" y="20"/>
                  </a:moveTo>
                  <a:cubicBezTo>
                    <a:pt x="7" y="20"/>
                    <a:pt x="9" y="19"/>
                    <a:pt x="10" y="10"/>
                  </a:cubicBezTo>
                  <a:cubicBezTo>
                    <a:pt x="11" y="0"/>
                    <a:pt x="0" y="1"/>
                    <a:pt x="0" y="9"/>
                  </a:cubicBezTo>
                  <a:cubicBezTo>
                    <a:pt x="0" y="13"/>
                    <a:pt x="3" y="25"/>
                    <a:pt x="3" y="27"/>
                  </a:cubicBezTo>
                  <a:cubicBezTo>
                    <a:pt x="3" y="28"/>
                    <a:pt x="5" y="28"/>
                    <a:pt x="5" y="27"/>
                  </a:cubicBezTo>
                  <a:cubicBezTo>
                    <a:pt x="5" y="25"/>
                    <a:pt x="3" y="11"/>
                    <a:pt x="3" y="9"/>
                  </a:cubicBezTo>
                  <a:cubicBezTo>
                    <a:pt x="3" y="6"/>
                    <a:pt x="7" y="6"/>
                    <a:pt x="7" y="10"/>
                  </a:cubicBezTo>
                  <a:cubicBezTo>
                    <a:pt x="7" y="14"/>
                    <a:pt x="6" y="21"/>
                    <a:pt x="6" y="20"/>
                  </a:cubicBezTo>
                  <a:cubicBezTo>
                    <a:pt x="6" y="20"/>
                    <a:pt x="7" y="21"/>
                    <a:pt x="7" y="2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0" name="Freeform 609">
              <a:extLst>
                <a:ext uri="{FF2B5EF4-FFF2-40B4-BE49-F238E27FC236}">
                  <a16:creationId xmlns:a16="http://schemas.microsoft.com/office/drawing/2014/main" id="{5ECAF515-5202-4391-A8A9-75A96F5407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33513" y="12525375"/>
              <a:ext cx="25400" cy="19050"/>
            </a:xfrm>
            <a:custGeom>
              <a:avLst/>
              <a:gdLst>
                <a:gd name="T0" fmla="*/ 29 w 38"/>
                <a:gd name="T1" fmla="*/ 5 h 30"/>
                <a:gd name="T2" fmla="*/ 10 w 38"/>
                <a:gd name="T3" fmla="*/ 13 h 30"/>
                <a:gd name="T4" fmla="*/ 16 w 38"/>
                <a:gd name="T5" fmla="*/ 24 h 30"/>
                <a:gd name="T6" fmla="*/ 37 w 38"/>
                <a:gd name="T7" fmla="*/ 2 h 30"/>
                <a:gd name="T8" fmla="*/ 36 w 38"/>
                <a:gd name="T9" fmla="*/ 1 h 30"/>
                <a:gd name="T10" fmla="*/ 14 w 38"/>
                <a:gd name="T11" fmla="*/ 20 h 30"/>
                <a:gd name="T12" fmla="*/ 12 w 38"/>
                <a:gd name="T13" fmla="*/ 16 h 30"/>
                <a:gd name="T14" fmla="*/ 29 w 38"/>
                <a:gd name="T15" fmla="*/ 5 h 30"/>
                <a:gd name="T16" fmla="*/ 29 w 38"/>
                <a:gd name="T17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0">
                  <a:moveTo>
                    <a:pt x="29" y="5"/>
                  </a:moveTo>
                  <a:cubicBezTo>
                    <a:pt x="28" y="5"/>
                    <a:pt x="19" y="6"/>
                    <a:pt x="10" y="13"/>
                  </a:cubicBezTo>
                  <a:cubicBezTo>
                    <a:pt x="0" y="21"/>
                    <a:pt x="8" y="30"/>
                    <a:pt x="16" y="24"/>
                  </a:cubicBezTo>
                  <a:cubicBezTo>
                    <a:pt x="20" y="20"/>
                    <a:pt x="35" y="4"/>
                    <a:pt x="37" y="2"/>
                  </a:cubicBezTo>
                  <a:cubicBezTo>
                    <a:pt x="38" y="1"/>
                    <a:pt x="38" y="0"/>
                    <a:pt x="36" y="1"/>
                  </a:cubicBezTo>
                  <a:cubicBezTo>
                    <a:pt x="35" y="3"/>
                    <a:pt x="16" y="19"/>
                    <a:pt x="14" y="20"/>
                  </a:cubicBezTo>
                  <a:cubicBezTo>
                    <a:pt x="11" y="22"/>
                    <a:pt x="8" y="19"/>
                    <a:pt x="12" y="16"/>
                  </a:cubicBezTo>
                  <a:cubicBezTo>
                    <a:pt x="16" y="13"/>
                    <a:pt x="30" y="5"/>
                    <a:pt x="29" y="5"/>
                  </a:cubicBezTo>
                  <a:cubicBezTo>
                    <a:pt x="29" y="6"/>
                    <a:pt x="30" y="4"/>
                    <a:pt x="29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1" name="Freeform 610">
              <a:extLst>
                <a:ext uri="{FF2B5EF4-FFF2-40B4-BE49-F238E27FC236}">
                  <a16:creationId xmlns:a16="http://schemas.microsoft.com/office/drawing/2014/main" id="{C0BEFA03-CAA8-4C80-B4EB-D069A2E0F8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39863" y="12598400"/>
              <a:ext cx="15875" cy="23812"/>
            </a:xfrm>
            <a:custGeom>
              <a:avLst/>
              <a:gdLst>
                <a:gd name="T0" fmla="*/ 18 w 24"/>
                <a:gd name="T1" fmla="*/ 7 h 37"/>
                <a:gd name="T2" fmla="*/ 6 w 24"/>
                <a:gd name="T3" fmla="*/ 20 h 37"/>
                <a:gd name="T4" fmla="*/ 12 w 24"/>
                <a:gd name="T5" fmla="*/ 29 h 37"/>
                <a:gd name="T6" fmla="*/ 23 w 24"/>
                <a:gd name="T7" fmla="*/ 2 h 37"/>
                <a:gd name="T8" fmla="*/ 22 w 24"/>
                <a:gd name="T9" fmla="*/ 1 h 37"/>
                <a:gd name="T10" fmla="*/ 11 w 24"/>
                <a:gd name="T11" fmla="*/ 26 h 37"/>
                <a:gd name="T12" fmla="*/ 8 w 24"/>
                <a:gd name="T13" fmla="*/ 22 h 37"/>
                <a:gd name="T14" fmla="*/ 18 w 24"/>
                <a:gd name="T15" fmla="*/ 7 h 37"/>
                <a:gd name="T16" fmla="*/ 18 w 24"/>
                <a:gd name="T1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7">
                  <a:moveTo>
                    <a:pt x="18" y="7"/>
                  </a:moveTo>
                  <a:cubicBezTo>
                    <a:pt x="17" y="7"/>
                    <a:pt x="11" y="11"/>
                    <a:pt x="6" y="20"/>
                  </a:cubicBezTo>
                  <a:cubicBezTo>
                    <a:pt x="0" y="30"/>
                    <a:pt x="8" y="37"/>
                    <a:pt x="12" y="29"/>
                  </a:cubicBezTo>
                  <a:cubicBezTo>
                    <a:pt x="14" y="24"/>
                    <a:pt x="22" y="4"/>
                    <a:pt x="23" y="2"/>
                  </a:cubicBezTo>
                  <a:cubicBezTo>
                    <a:pt x="24" y="1"/>
                    <a:pt x="23" y="0"/>
                    <a:pt x="22" y="1"/>
                  </a:cubicBezTo>
                  <a:cubicBezTo>
                    <a:pt x="21" y="3"/>
                    <a:pt x="11" y="24"/>
                    <a:pt x="11" y="26"/>
                  </a:cubicBezTo>
                  <a:cubicBezTo>
                    <a:pt x="9" y="29"/>
                    <a:pt x="6" y="26"/>
                    <a:pt x="8" y="22"/>
                  </a:cubicBezTo>
                  <a:cubicBezTo>
                    <a:pt x="10" y="18"/>
                    <a:pt x="18" y="6"/>
                    <a:pt x="18" y="7"/>
                  </a:cubicBezTo>
                  <a:cubicBezTo>
                    <a:pt x="18" y="8"/>
                    <a:pt x="18" y="6"/>
                    <a:pt x="18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2" name="Freeform 611">
              <a:extLst>
                <a:ext uri="{FF2B5EF4-FFF2-40B4-BE49-F238E27FC236}">
                  <a16:creationId xmlns:a16="http://schemas.microsoft.com/office/drawing/2014/main" id="{430DFAB2-F7D5-4356-AFAA-B55AE52B92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71600" y="12549188"/>
              <a:ext cx="84138" cy="103187"/>
            </a:xfrm>
            <a:custGeom>
              <a:avLst/>
              <a:gdLst>
                <a:gd name="T0" fmla="*/ 118 w 133"/>
                <a:gd name="T1" fmla="*/ 11 h 159"/>
                <a:gd name="T2" fmla="*/ 15 w 133"/>
                <a:gd name="T3" fmla="*/ 128 h 159"/>
                <a:gd name="T4" fmla="*/ 29 w 133"/>
                <a:gd name="T5" fmla="*/ 144 h 159"/>
                <a:gd name="T6" fmla="*/ 131 w 133"/>
                <a:gd name="T7" fmla="*/ 4 h 159"/>
                <a:gd name="T8" fmla="*/ 129 w 133"/>
                <a:gd name="T9" fmla="*/ 2 h 159"/>
                <a:gd name="T10" fmla="*/ 25 w 133"/>
                <a:gd name="T11" fmla="*/ 138 h 159"/>
                <a:gd name="T12" fmla="*/ 19 w 133"/>
                <a:gd name="T13" fmla="*/ 132 h 159"/>
                <a:gd name="T14" fmla="*/ 118 w 133"/>
                <a:gd name="T15" fmla="*/ 13 h 159"/>
                <a:gd name="T16" fmla="*/ 118 w 133"/>
                <a:gd name="T17" fmla="*/ 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59">
                  <a:moveTo>
                    <a:pt x="118" y="11"/>
                  </a:moveTo>
                  <a:cubicBezTo>
                    <a:pt x="117" y="12"/>
                    <a:pt x="29" y="113"/>
                    <a:pt x="15" y="128"/>
                  </a:cubicBezTo>
                  <a:cubicBezTo>
                    <a:pt x="0" y="145"/>
                    <a:pt x="19" y="159"/>
                    <a:pt x="29" y="144"/>
                  </a:cubicBezTo>
                  <a:cubicBezTo>
                    <a:pt x="35" y="136"/>
                    <a:pt x="129" y="8"/>
                    <a:pt x="131" y="4"/>
                  </a:cubicBezTo>
                  <a:cubicBezTo>
                    <a:pt x="133" y="2"/>
                    <a:pt x="131" y="0"/>
                    <a:pt x="129" y="2"/>
                  </a:cubicBezTo>
                  <a:cubicBezTo>
                    <a:pt x="126" y="6"/>
                    <a:pt x="28" y="136"/>
                    <a:pt x="25" y="138"/>
                  </a:cubicBezTo>
                  <a:cubicBezTo>
                    <a:pt x="21" y="144"/>
                    <a:pt x="14" y="139"/>
                    <a:pt x="19" y="132"/>
                  </a:cubicBezTo>
                  <a:cubicBezTo>
                    <a:pt x="26" y="125"/>
                    <a:pt x="119" y="11"/>
                    <a:pt x="118" y="13"/>
                  </a:cubicBezTo>
                  <a:cubicBezTo>
                    <a:pt x="117" y="14"/>
                    <a:pt x="119" y="10"/>
                    <a:pt x="118" y="1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3" name="Freeform 612">
              <a:extLst>
                <a:ext uri="{FF2B5EF4-FFF2-40B4-BE49-F238E27FC236}">
                  <a16:creationId xmlns:a16="http://schemas.microsoft.com/office/drawing/2014/main" id="{7E7ADABA-4B77-49CC-A0F3-E7F92AE5EA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38263" y="12501563"/>
              <a:ext cx="128588" cy="65087"/>
            </a:xfrm>
            <a:custGeom>
              <a:avLst/>
              <a:gdLst>
                <a:gd name="T0" fmla="*/ 183 w 201"/>
                <a:gd name="T1" fmla="*/ 4 h 103"/>
                <a:gd name="T2" fmla="*/ 21 w 201"/>
                <a:gd name="T3" fmla="*/ 73 h 103"/>
                <a:gd name="T4" fmla="*/ 26 w 201"/>
                <a:gd name="T5" fmla="*/ 94 h 103"/>
                <a:gd name="T6" fmla="*/ 199 w 201"/>
                <a:gd name="T7" fmla="*/ 4 h 103"/>
                <a:gd name="T8" fmla="*/ 198 w 201"/>
                <a:gd name="T9" fmla="*/ 1 h 103"/>
                <a:gd name="T10" fmla="*/ 26 w 201"/>
                <a:gd name="T11" fmla="*/ 87 h 103"/>
                <a:gd name="T12" fmla="*/ 23 w 201"/>
                <a:gd name="T13" fmla="*/ 79 h 103"/>
                <a:gd name="T14" fmla="*/ 183 w 201"/>
                <a:gd name="T15" fmla="*/ 6 h 103"/>
                <a:gd name="T16" fmla="*/ 183 w 201"/>
                <a:gd name="T17" fmla="*/ 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103">
                  <a:moveTo>
                    <a:pt x="183" y="4"/>
                  </a:moveTo>
                  <a:cubicBezTo>
                    <a:pt x="182" y="5"/>
                    <a:pt x="40" y="65"/>
                    <a:pt x="21" y="73"/>
                  </a:cubicBezTo>
                  <a:cubicBezTo>
                    <a:pt x="0" y="82"/>
                    <a:pt x="11" y="103"/>
                    <a:pt x="26" y="94"/>
                  </a:cubicBezTo>
                  <a:cubicBezTo>
                    <a:pt x="35" y="89"/>
                    <a:pt x="194" y="6"/>
                    <a:pt x="199" y="4"/>
                  </a:cubicBezTo>
                  <a:cubicBezTo>
                    <a:pt x="201" y="2"/>
                    <a:pt x="200" y="0"/>
                    <a:pt x="198" y="1"/>
                  </a:cubicBezTo>
                  <a:cubicBezTo>
                    <a:pt x="193" y="3"/>
                    <a:pt x="29" y="86"/>
                    <a:pt x="26" y="87"/>
                  </a:cubicBezTo>
                  <a:cubicBezTo>
                    <a:pt x="19" y="90"/>
                    <a:pt x="15" y="83"/>
                    <a:pt x="23" y="79"/>
                  </a:cubicBezTo>
                  <a:cubicBezTo>
                    <a:pt x="32" y="75"/>
                    <a:pt x="184" y="5"/>
                    <a:pt x="183" y="6"/>
                  </a:cubicBezTo>
                  <a:cubicBezTo>
                    <a:pt x="182" y="7"/>
                    <a:pt x="185" y="4"/>
                    <a:pt x="183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4" name="Freeform 613">
              <a:extLst>
                <a:ext uri="{FF2B5EF4-FFF2-40B4-BE49-F238E27FC236}">
                  <a16:creationId xmlns:a16="http://schemas.microsoft.com/office/drawing/2014/main" id="{68914640-4F26-49D1-94CD-41D8B5716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28738" y="12542838"/>
              <a:ext cx="128588" cy="142875"/>
            </a:xfrm>
            <a:custGeom>
              <a:avLst/>
              <a:gdLst>
                <a:gd name="T0" fmla="*/ 187 w 202"/>
                <a:gd name="T1" fmla="*/ 11 h 224"/>
                <a:gd name="T2" fmla="*/ 15 w 202"/>
                <a:gd name="T3" fmla="*/ 193 h 224"/>
                <a:gd name="T4" fmla="*/ 29 w 202"/>
                <a:gd name="T5" fmla="*/ 209 h 224"/>
                <a:gd name="T6" fmla="*/ 201 w 202"/>
                <a:gd name="T7" fmla="*/ 4 h 224"/>
                <a:gd name="T8" fmla="*/ 198 w 202"/>
                <a:gd name="T9" fmla="*/ 2 h 224"/>
                <a:gd name="T10" fmla="*/ 25 w 202"/>
                <a:gd name="T11" fmla="*/ 204 h 224"/>
                <a:gd name="T12" fmla="*/ 20 w 202"/>
                <a:gd name="T13" fmla="*/ 197 h 224"/>
                <a:gd name="T14" fmla="*/ 187 w 202"/>
                <a:gd name="T15" fmla="*/ 12 h 224"/>
                <a:gd name="T16" fmla="*/ 187 w 202"/>
                <a:gd name="T17" fmla="*/ 1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" h="224">
                  <a:moveTo>
                    <a:pt x="187" y="11"/>
                  </a:moveTo>
                  <a:cubicBezTo>
                    <a:pt x="185" y="12"/>
                    <a:pt x="30" y="178"/>
                    <a:pt x="15" y="193"/>
                  </a:cubicBezTo>
                  <a:cubicBezTo>
                    <a:pt x="0" y="210"/>
                    <a:pt x="18" y="224"/>
                    <a:pt x="29" y="209"/>
                  </a:cubicBezTo>
                  <a:cubicBezTo>
                    <a:pt x="35" y="202"/>
                    <a:pt x="198" y="8"/>
                    <a:pt x="201" y="4"/>
                  </a:cubicBezTo>
                  <a:cubicBezTo>
                    <a:pt x="202" y="2"/>
                    <a:pt x="200" y="0"/>
                    <a:pt x="198" y="2"/>
                  </a:cubicBezTo>
                  <a:cubicBezTo>
                    <a:pt x="196" y="6"/>
                    <a:pt x="28" y="201"/>
                    <a:pt x="25" y="204"/>
                  </a:cubicBezTo>
                  <a:cubicBezTo>
                    <a:pt x="21" y="209"/>
                    <a:pt x="14" y="204"/>
                    <a:pt x="20" y="197"/>
                  </a:cubicBezTo>
                  <a:cubicBezTo>
                    <a:pt x="26" y="190"/>
                    <a:pt x="188" y="11"/>
                    <a:pt x="187" y="12"/>
                  </a:cubicBezTo>
                  <a:cubicBezTo>
                    <a:pt x="186" y="14"/>
                    <a:pt x="188" y="10"/>
                    <a:pt x="187" y="1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5" name="Freeform 614">
              <a:extLst>
                <a:ext uri="{FF2B5EF4-FFF2-40B4-BE49-F238E27FC236}">
                  <a16:creationId xmlns:a16="http://schemas.microsoft.com/office/drawing/2014/main" id="{92612CA0-E701-460F-AE66-2262FD4514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9088" y="12544425"/>
              <a:ext cx="84138" cy="66675"/>
            </a:xfrm>
            <a:custGeom>
              <a:avLst/>
              <a:gdLst>
                <a:gd name="T0" fmla="*/ 17 w 133"/>
                <a:gd name="T1" fmla="*/ 8 h 104"/>
                <a:gd name="T2" fmla="*/ 114 w 133"/>
                <a:gd name="T3" fmla="*/ 73 h 104"/>
                <a:gd name="T4" fmla="*/ 105 w 133"/>
                <a:gd name="T5" fmla="*/ 92 h 104"/>
                <a:gd name="T6" fmla="*/ 2 w 133"/>
                <a:gd name="T7" fmla="*/ 4 h 104"/>
                <a:gd name="T8" fmla="*/ 4 w 133"/>
                <a:gd name="T9" fmla="*/ 1 h 104"/>
                <a:gd name="T10" fmla="*/ 107 w 133"/>
                <a:gd name="T11" fmla="*/ 85 h 104"/>
                <a:gd name="T12" fmla="*/ 111 w 133"/>
                <a:gd name="T13" fmla="*/ 78 h 104"/>
                <a:gd name="T14" fmla="*/ 17 w 133"/>
                <a:gd name="T15" fmla="*/ 9 h 104"/>
                <a:gd name="T16" fmla="*/ 17 w 133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04">
                  <a:moveTo>
                    <a:pt x="17" y="8"/>
                  </a:moveTo>
                  <a:cubicBezTo>
                    <a:pt x="19" y="8"/>
                    <a:pt x="98" y="61"/>
                    <a:pt x="114" y="73"/>
                  </a:cubicBezTo>
                  <a:cubicBezTo>
                    <a:pt x="133" y="86"/>
                    <a:pt x="119" y="104"/>
                    <a:pt x="105" y="92"/>
                  </a:cubicBezTo>
                  <a:cubicBezTo>
                    <a:pt x="98" y="85"/>
                    <a:pt x="6" y="7"/>
                    <a:pt x="2" y="4"/>
                  </a:cubicBezTo>
                  <a:cubicBezTo>
                    <a:pt x="0" y="2"/>
                    <a:pt x="1" y="0"/>
                    <a:pt x="4" y="1"/>
                  </a:cubicBezTo>
                  <a:cubicBezTo>
                    <a:pt x="7" y="4"/>
                    <a:pt x="104" y="83"/>
                    <a:pt x="107" y="85"/>
                  </a:cubicBezTo>
                  <a:cubicBezTo>
                    <a:pt x="113" y="89"/>
                    <a:pt x="118" y="83"/>
                    <a:pt x="111" y="78"/>
                  </a:cubicBezTo>
                  <a:cubicBezTo>
                    <a:pt x="104" y="72"/>
                    <a:pt x="16" y="8"/>
                    <a:pt x="17" y="9"/>
                  </a:cubicBezTo>
                  <a:cubicBezTo>
                    <a:pt x="18" y="10"/>
                    <a:pt x="16" y="7"/>
                    <a:pt x="17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6" name="Freeform 615">
              <a:extLst>
                <a:ext uri="{FF2B5EF4-FFF2-40B4-BE49-F238E27FC236}">
                  <a16:creationId xmlns:a16="http://schemas.microsoft.com/office/drawing/2014/main" id="{26BA5D89-1204-4C1A-9300-58186BFAA9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9088" y="12517438"/>
              <a:ext cx="79375" cy="49212"/>
            </a:xfrm>
            <a:custGeom>
              <a:avLst/>
              <a:gdLst>
                <a:gd name="T0" fmla="*/ 16 w 124"/>
                <a:gd name="T1" fmla="*/ 5 h 75"/>
                <a:gd name="T2" fmla="*/ 106 w 124"/>
                <a:gd name="T3" fmla="*/ 49 h 75"/>
                <a:gd name="T4" fmla="*/ 100 w 124"/>
                <a:gd name="T5" fmla="*/ 67 h 75"/>
                <a:gd name="T6" fmla="*/ 2 w 124"/>
                <a:gd name="T7" fmla="*/ 4 h 75"/>
                <a:gd name="T8" fmla="*/ 3 w 124"/>
                <a:gd name="T9" fmla="*/ 1 h 75"/>
                <a:gd name="T10" fmla="*/ 101 w 124"/>
                <a:gd name="T11" fmla="*/ 61 h 75"/>
                <a:gd name="T12" fmla="*/ 104 w 124"/>
                <a:gd name="T13" fmla="*/ 54 h 75"/>
                <a:gd name="T14" fmla="*/ 16 w 124"/>
                <a:gd name="T15" fmla="*/ 6 h 75"/>
                <a:gd name="T16" fmla="*/ 16 w 124"/>
                <a:gd name="T17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75">
                  <a:moveTo>
                    <a:pt x="16" y="5"/>
                  </a:moveTo>
                  <a:cubicBezTo>
                    <a:pt x="17" y="6"/>
                    <a:pt x="90" y="41"/>
                    <a:pt x="106" y="49"/>
                  </a:cubicBezTo>
                  <a:cubicBezTo>
                    <a:pt x="124" y="58"/>
                    <a:pt x="113" y="75"/>
                    <a:pt x="100" y="67"/>
                  </a:cubicBezTo>
                  <a:cubicBezTo>
                    <a:pt x="93" y="62"/>
                    <a:pt x="6" y="6"/>
                    <a:pt x="2" y="4"/>
                  </a:cubicBezTo>
                  <a:cubicBezTo>
                    <a:pt x="0" y="2"/>
                    <a:pt x="1" y="0"/>
                    <a:pt x="3" y="1"/>
                  </a:cubicBezTo>
                  <a:cubicBezTo>
                    <a:pt x="7" y="4"/>
                    <a:pt x="99" y="60"/>
                    <a:pt x="101" y="61"/>
                  </a:cubicBezTo>
                  <a:cubicBezTo>
                    <a:pt x="107" y="64"/>
                    <a:pt x="110" y="58"/>
                    <a:pt x="104" y="54"/>
                  </a:cubicBezTo>
                  <a:cubicBezTo>
                    <a:pt x="97" y="50"/>
                    <a:pt x="14" y="6"/>
                    <a:pt x="16" y="6"/>
                  </a:cubicBezTo>
                  <a:cubicBezTo>
                    <a:pt x="17" y="7"/>
                    <a:pt x="14" y="5"/>
                    <a:pt x="16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7" name="Freeform 616">
              <a:extLst>
                <a:ext uri="{FF2B5EF4-FFF2-40B4-BE49-F238E27FC236}">
                  <a16:creationId xmlns:a16="http://schemas.microsoft.com/office/drawing/2014/main" id="{6F428DDC-6A5A-47FC-982A-DF50E3CA90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7500" y="12496800"/>
              <a:ext cx="65088" cy="23812"/>
            </a:xfrm>
            <a:custGeom>
              <a:avLst/>
              <a:gdLst>
                <a:gd name="T0" fmla="*/ 15 w 101"/>
                <a:gd name="T1" fmla="*/ 1 h 38"/>
                <a:gd name="T2" fmla="*/ 82 w 101"/>
                <a:gd name="T3" fmla="*/ 14 h 38"/>
                <a:gd name="T4" fmla="*/ 80 w 101"/>
                <a:gd name="T5" fmla="*/ 32 h 38"/>
                <a:gd name="T6" fmla="*/ 2 w 101"/>
                <a:gd name="T7" fmla="*/ 3 h 38"/>
                <a:gd name="T8" fmla="*/ 2 w 101"/>
                <a:gd name="T9" fmla="*/ 0 h 38"/>
                <a:gd name="T10" fmla="*/ 79 w 101"/>
                <a:gd name="T11" fmla="*/ 26 h 38"/>
                <a:gd name="T12" fmla="*/ 81 w 101"/>
                <a:gd name="T13" fmla="*/ 19 h 38"/>
                <a:gd name="T14" fmla="*/ 16 w 101"/>
                <a:gd name="T15" fmla="*/ 2 h 38"/>
                <a:gd name="T16" fmla="*/ 15 w 101"/>
                <a:gd name="T17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38">
                  <a:moveTo>
                    <a:pt x="15" y="1"/>
                  </a:moveTo>
                  <a:cubicBezTo>
                    <a:pt x="16" y="1"/>
                    <a:pt x="64" y="10"/>
                    <a:pt x="82" y="14"/>
                  </a:cubicBezTo>
                  <a:cubicBezTo>
                    <a:pt x="101" y="19"/>
                    <a:pt x="94" y="38"/>
                    <a:pt x="80" y="32"/>
                  </a:cubicBezTo>
                  <a:cubicBezTo>
                    <a:pt x="72" y="29"/>
                    <a:pt x="6" y="4"/>
                    <a:pt x="2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6" y="2"/>
                    <a:pt x="76" y="26"/>
                    <a:pt x="79" y="26"/>
                  </a:cubicBezTo>
                  <a:cubicBezTo>
                    <a:pt x="85" y="28"/>
                    <a:pt x="88" y="21"/>
                    <a:pt x="81" y="19"/>
                  </a:cubicBezTo>
                  <a:cubicBezTo>
                    <a:pt x="73" y="17"/>
                    <a:pt x="14" y="2"/>
                    <a:pt x="16" y="2"/>
                  </a:cubicBezTo>
                  <a:cubicBezTo>
                    <a:pt x="17" y="3"/>
                    <a:pt x="14" y="1"/>
                    <a:pt x="1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8" name="Freeform 617">
              <a:extLst>
                <a:ext uri="{FF2B5EF4-FFF2-40B4-BE49-F238E27FC236}">
                  <a16:creationId xmlns:a16="http://schemas.microsoft.com/office/drawing/2014/main" id="{075470EA-FA2B-4DB0-9B82-FBF656888A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33525" y="12552363"/>
              <a:ext cx="25400" cy="49212"/>
            </a:xfrm>
            <a:custGeom>
              <a:avLst/>
              <a:gdLst>
                <a:gd name="T0" fmla="*/ 6 w 38"/>
                <a:gd name="T1" fmla="*/ 8 h 76"/>
                <a:gd name="T2" fmla="*/ 33 w 38"/>
                <a:gd name="T3" fmla="*/ 61 h 76"/>
                <a:gd name="T4" fmla="*/ 23 w 38"/>
                <a:gd name="T5" fmla="*/ 67 h 76"/>
                <a:gd name="T6" fmla="*/ 0 w 38"/>
                <a:gd name="T7" fmla="*/ 2 h 76"/>
                <a:gd name="T8" fmla="*/ 2 w 38"/>
                <a:gd name="T9" fmla="*/ 1 h 76"/>
                <a:gd name="T10" fmla="*/ 26 w 38"/>
                <a:gd name="T11" fmla="*/ 64 h 76"/>
                <a:gd name="T12" fmla="*/ 30 w 38"/>
                <a:gd name="T13" fmla="*/ 62 h 76"/>
                <a:gd name="T14" fmla="*/ 6 w 38"/>
                <a:gd name="T15" fmla="*/ 9 h 76"/>
                <a:gd name="T16" fmla="*/ 6 w 38"/>
                <a:gd name="T17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76">
                  <a:moveTo>
                    <a:pt x="6" y="8"/>
                  </a:moveTo>
                  <a:cubicBezTo>
                    <a:pt x="7" y="9"/>
                    <a:pt x="29" y="50"/>
                    <a:pt x="33" y="61"/>
                  </a:cubicBezTo>
                  <a:cubicBezTo>
                    <a:pt x="38" y="72"/>
                    <a:pt x="26" y="76"/>
                    <a:pt x="23" y="67"/>
                  </a:cubicBezTo>
                  <a:cubicBezTo>
                    <a:pt x="22" y="61"/>
                    <a:pt x="1" y="4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4"/>
                    <a:pt x="25" y="62"/>
                    <a:pt x="26" y="64"/>
                  </a:cubicBezTo>
                  <a:cubicBezTo>
                    <a:pt x="28" y="68"/>
                    <a:pt x="32" y="66"/>
                    <a:pt x="30" y="62"/>
                  </a:cubicBezTo>
                  <a:cubicBezTo>
                    <a:pt x="28" y="57"/>
                    <a:pt x="5" y="8"/>
                    <a:pt x="6" y="9"/>
                  </a:cubicBezTo>
                  <a:cubicBezTo>
                    <a:pt x="6" y="10"/>
                    <a:pt x="6" y="8"/>
                    <a:pt x="6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9" name="Freeform 618">
              <a:extLst>
                <a:ext uri="{FF2B5EF4-FFF2-40B4-BE49-F238E27FC236}">
                  <a16:creationId xmlns:a16="http://schemas.microsoft.com/office/drawing/2014/main" id="{59FDD6A8-FD99-405A-9E87-82BAFD9AF26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55750" y="12557125"/>
              <a:ext cx="20638" cy="31750"/>
            </a:xfrm>
            <a:custGeom>
              <a:avLst/>
              <a:gdLst>
                <a:gd name="T0" fmla="*/ 5 w 33"/>
                <a:gd name="T1" fmla="*/ 6 h 50"/>
                <a:gd name="T2" fmla="*/ 29 w 33"/>
                <a:gd name="T3" fmla="*/ 39 h 50"/>
                <a:gd name="T4" fmla="*/ 21 w 33"/>
                <a:gd name="T5" fmla="*/ 44 h 50"/>
                <a:gd name="T6" fmla="*/ 0 w 33"/>
                <a:gd name="T7" fmla="*/ 2 h 50"/>
                <a:gd name="T8" fmla="*/ 1 w 33"/>
                <a:gd name="T9" fmla="*/ 1 h 50"/>
                <a:gd name="T10" fmla="*/ 23 w 33"/>
                <a:gd name="T11" fmla="*/ 42 h 50"/>
                <a:gd name="T12" fmla="*/ 26 w 33"/>
                <a:gd name="T13" fmla="*/ 40 h 50"/>
                <a:gd name="T14" fmla="*/ 5 w 33"/>
                <a:gd name="T15" fmla="*/ 6 h 50"/>
                <a:gd name="T16" fmla="*/ 5 w 33"/>
                <a:gd name="T17" fmla="*/ 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50">
                  <a:moveTo>
                    <a:pt x="5" y="6"/>
                  </a:moveTo>
                  <a:cubicBezTo>
                    <a:pt x="5" y="6"/>
                    <a:pt x="25" y="32"/>
                    <a:pt x="29" y="39"/>
                  </a:cubicBezTo>
                  <a:cubicBezTo>
                    <a:pt x="33" y="47"/>
                    <a:pt x="24" y="50"/>
                    <a:pt x="21" y="44"/>
                  </a:cubicBezTo>
                  <a:cubicBezTo>
                    <a:pt x="20" y="40"/>
                    <a:pt x="1" y="4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3"/>
                    <a:pt x="23" y="41"/>
                    <a:pt x="23" y="42"/>
                  </a:cubicBezTo>
                  <a:cubicBezTo>
                    <a:pt x="24" y="44"/>
                    <a:pt x="28" y="43"/>
                    <a:pt x="26" y="40"/>
                  </a:cubicBezTo>
                  <a:cubicBezTo>
                    <a:pt x="25" y="37"/>
                    <a:pt x="4" y="6"/>
                    <a:pt x="5" y="6"/>
                  </a:cubicBezTo>
                  <a:cubicBezTo>
                    <a:pt x="5" y="7"/>
                    <a:pt x="5" y="5"/>
                    <a:pt x="5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0" name="Freeform 619">
              <a:extLst>
                <a:ext uri="{FF2B5EF4-FFF2-40B4-BE49-F238E27FC236}">
                  <a16:creationId xmlns:a16="http://schemas.microsoft.com/office/drawing/2014/main" id="{5DF29603-E7E8-46FF-88A3-1590557688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65275" y="12555538"/>
              <a:ext cx="22225" cy="22225"/>
            </a:xfrm>
            <a:custGeom>
              <a:avLst/>
              <a:gdLst>
                <a:gd name="T0" fmla="*/ 9 w 35"/>
                <a:gd name="T1" fmla="*/ 6 h 35"/>
                <a:gd name="T2" fmla="*/ 26 w 35"/>
                <a:gd name="T3" fmla="*/ 18 h 35"/>
                <a:gd name="T4" fmla="*/ 19 w 35"/>
                <a:gd name="T5" fmla="*/ 27 h 35"/>
                <a:gd name="T6" fmla="*/ 1 w 35"/>
                <a:gd name="T7" fmla="*/ 2 h 35"/>
                <a:gd name="T8" fmla="*/ 2 w 35"/>
                <a:gd name="T9" fmla="*/ 1 h 35"/>
                <a:gd name="T10" fmla="*/ 21 w 35"/>
                <a:gd name="T11" fmla="*/ 24 h 35"/>
                <a:gd name="T12" fmla="*/ 24 w 35"/>
                <a:gd name="T13" fmla="*/ 20 h 35"/>
                <a:gd name="T14" fmla="*/ 9 w 35"/>
                <a:gd name="T15" fmla="*/ 7 h 35"/>
                <a:gd name="T16" fmla="*/ 9 w 35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5">
                  <a:moveTo>
                    <a:pt x="9" y="6"/>
                  </a:moveTo>
                  <a:cubicBezTo>
                    <a:pt x="10" y="7"/>
                    <a:pt x="18" y="10"/>
                    <a:pt x="26" y="18"/>
                  </a:cubicBezTo>
                  <a:cubicBezTo>
                    <a:pt x="35" y="27"/>
                    <a:pt x="25" y="35"/>
                    <a:pt x="19" y="27"/>
                  </a:cubicBezTo>
                  <a:cubicBezTo>
                    <a:pt x="16" y="23"/>
                    <a:pt x="3" y="4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3"/>
                    <a:pt x="20" y="22"/>
                    <a:pt x="21" y="24"/>
                  </a:cubicBezTo>
                  <a:cubicBezTo>
                    <a:pt x="23" y="27"/>
                    <a:pt x="27" y="24"/>
                    <a:pt x="24" y="20"/>
                  </a:cubicBezTo>
                  <a:cubicBezTo>
                    <a:pt x="20" y="16"/>
                    <a:pt x="8" y="6"/>
                    <a:pt x="9" y="7"/>
                  </a:cubicBezTo>
                  <a:cubicBezTo>
                    <a:pt x="9" y="8"/>
                    <a:pt x="8" y="6"/>
                    <a:pt x="9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1" name="Freeform 620">
              <a:extLst>
                <a:ext uri="{FF2B5EF4-FFF2-40B4-BE49-F238E27FC236}">
                  <a16:creationId xmlns:a16="http://schemas.microsoft.com/office/drawing/2014/main" id="{5F93180B-AC10-4AFA-BA94-3712E8F85D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9563" y="12472988"/>
              <a:ext cx="34925" cy="11112"/>
            </a:xfrm>
            <a:custGeom>
              <a:avLst/>
              <a:gdLst>
                <a:gd name="T0" fmla="*/ 12 w 55"/>
                <a:gd name="T1" fmla="*/ 8 h 17"/>
                <a:gd name="T2" fmla="*/ 38 w 55"/>
                <a:gd name="T3" fmla="*/ 1 h 17"/>
                <a:gd name="T4" fmla="*/ 41 w 55"/>
                <a:gd name="T5" fmla="*/ 16 h 17"/>
                <a:gd name="T6" fmla="*/ 2 w 55"/>
                <a:gd name="T7" fmla="*/ 13 h 17"/>
                <a:gd name="T8" fmla="*/ 2 w 55"/>
                <a:gd name="T9" fmla="*/ 11 h 17"/>
                <a:gd name="T10" fmla="*/ 40 w 55"/>
                <a:gd name="T11" fmla="*/ 12 h 17"/>
                <a:gd name="T12" fmla="*/ 39 w 55"/>
                <a:gd name="T13" fmla="*/ 6 h 17"/>
                <a:gd name="T14" fmla="*/ 13 w 55"/>
                <a:gd name="T15" fmla="*/ 9 h 17"/>
                <a:gd name="T16" fmla="*/ 12 w 55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7">
                  <a:moveTo>
                    <a:pt x="12" y="8"/>
                  </a:moveTo>
                  <a:cubicBezTo>
                    <a:pt x="13" y="8"/>
                    <a:pt x="24" y="2"/>
                    <a:pt x="38" y="1"/>
                  </a:cubicBezTo>
                  <a:cubicBezTo>
                    <a:pt x="55" y="0"/>
                    <a:pt x="54" y="17"/>
                    <a:pt x="41" y="16"/>
                  </a:cubicBezTo>
                  <a:cubicBezTo>
                    <a:pt x="34" y="16"/>
                    <a:pt x="5" y="13"/>
                    <a:pt x="2" y="13"/>
                  </a:cubicBezTo>
                  <a:cubicBezTo>
                    <a:pt x="0" y="13"/>
                    <a:pt x="0" y="11"/>
                    <a:pt x="2" y="11"/>
                  </a:cubicBezTo>
                  <a:cubicBezTo>
                    <a:pt x="5" y="11"/>
                    <a:pt x="37" y="12"/>
                    <a:pt x="40" y="12"/>
                  </a:cubicBezTo>
                  <a:cubicBezTo>
                    <a:pt x="45" y="12"/>
                    <a:pt x="45" y="5"/>
                    <a:pt x="39" y="6"/>
                  </a:cubicBezTo>
                  <a:cubicBezTo>
                    <a:pt x="32" y="6"/>
                    <a:pt x="11" y="9"/>
                    <a:pt x="13" y="9"/>
                  </a:cubicBezTo>
                  <a:cubicBezTo>
                    <a:pt x="14" y="9"/>
                    <a:pt x="11" y="9"/>
                    <a:pt x="12" y="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2" name="Freeform 621">
              <a:extLst>
                <a:ext uri="{FF2B5EF4-FFF2-40B4-BE49-F238E27FC236}">
                  <a16:creationId xmlns:a16="http://schemas.microsoft.com/office/drawing/2014/main" id="{C12E2A36-5800-4744-8D58-276981BC16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1150" y="12455525"/>
              <a:ext cx="34925" cy="12700"/>
            </a:xfrm>
            <a:custGeom>
              <a:avLst/>
              <a:gdLst>
                <a:gd name="T0" fmla="*/ 12 w 55"/>
                <a:gd name="T1" fmla="*/ 14 h 20"/>
                <a:gd name="T2" fmla="*/ 37 w 55"/>
                <a:gd name="T3" fmla="*/ 3 h 20"/>
                <a:gd name="T4" fmla="*/ 42 w 55"/>
                <a:gd name="T5" fmla="*/ 18 h 20"/>
                <a:gd name="T6" fmla="*/ 2 w 55"/>
                <a:gd name="T7" fmla="*/ 19 h 20"/>
                <a:gd name="T8" fmla="*/ 2 w 55"/>
                <a:gd name="T9" fmla="*/ 17 h 20"/>
                <a:gd name="T10" fmla="*/ 40 w 55"/>
                <a:gd name="T11" fmla="*/ 13 h 20"/>
                <a:gd name="T12" fmla="*/ 38 w 55"/>
                <a:gd name="T13" fmla="*/ 7 h 20"/>
                <a:gd name="T14" fmla="*/ 12 w 55"/>
                <a:gd name="T15" fmla="*/ 14 h 20"/>
                <a:gd name="T16" fmla="*/ 12 w 55"/>
                <a:gd name="T17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0">
                  <a:moveTo>
                    <a:pt x="12" y="14"/>
                  </a:moveTo>
                  <a:cubicBezTo>
                    <a:pt x="13" y="13"/>
                    <a:pt x="22" y="6"/>
                    <a:pt x="37" y="3"/>
                  </a:cubicBezTo>
                  <a:cubicBezTo>
                    <a:pt x="53" y="0"/>
                    <a:pt x="55" y="17"/>
                    <a:pt x="42" y="18"/>
                  </a:cubicBezTo>
                  <a:cubicBezTo>
                    <a:pt x="35" y="18"/>
                    <a:pt x="6" y="19"/>
                    <a:pt x="2" y="19"/>
                  </a:cubicBezTo>
                  <a:cubicBezTo>
                    <a:pt x="0" y="20"/>
                    <a:pt x="0" y="18"/>
                    <a:pt x="2" y="17"/>
                  </a:cubicBezTo>
                  <a:cubicBezTo>
                    <a:pt x="5" y="17"/>
                    <a:pt x="37" y="14"/>
                    <a:pt x="40" y="13"/>
                  </a:cubicBezTo>
                  <a:cubicBezTo>
                    <a:pt x="45" y="12"/>
                    <a:pt x="44" y="6"/>
                    <a:pt x="38" y="7"/>
                  </a:cubicBezTo>
                  <a:cubicBezTo>
                    <a:pt x="31" y="8"/>
                    <a:pt x="11" y="14"/>
                    <a:pt x="12" y="14"/>
                  </a:cubicBezTo>
                  <a:cubicBezTo>
                    <a:pt x="14" y="14"/>
                    <a:pt x="11" y="14"/>
                    <a:pt x="12" y="1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3" name="Freeform 622">
              <a:extLst>
                <a:ext uri="{FF2B5EF4-FFF2-40B4-BE49-F238E27FC236}">
                  <a16:creationId xmlns:a16="http://schemas.microsoft.com/office/drawing/2014/main" id="{9189D361-97DC-49EE-9727-127148C536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58925" y="12439650"/>
              <a:ext cx="26988" cy="15875"/>
            </a:xfrm>
            <a:custGeom>
              <a:avLst/>
              <a:gdLst>
                <a:gd name="T0" fmla="*/ 10 w 42"/>
                <a:gd name="T1" fmla="*/ 18 h 26"/>
                <a:gd name="T2" fmla="*/ 20 w 42"/>
                <a:gd name="T3" fmla="*/ 8 h 26"/>
                <a:gd name="T4" fmla="*/ 31 w 42"/>
                <a:gd name="T5" fmla="*/ 16 h 26"/>
                <a:gd name="T6" fmla="*/ 3 w 42"/>
                <a:gd name="T7" fmla="*/ 26 h 26"/>
                <a:gd name="T8" fmla="*/ 2 w 42"/>
                <a:gd name="T9" fmla="*/ 24 h 26"/>
                <a:gd name="T10" fmla="*/ 27 w 42"/>
                <a:gd name="T11" fmla="*/ 14 h 26"/>
                <a:gd name="T12" fmla="*/ 23 w 42"/>
                <a:gd name="T13" fmla="*/ 10 h 26"/>
                <a:gd name="T14" fmla="*/ 11 w 42"/>
                <a:gd name="T15" fmla="*/ 19 h 26"/>
                <a:gd name="T16" fmla="*/ 10 w 42"/>
                <a:gd name="T17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6">
                  <a:moveTo>
                    <a:pt x="10" y="18"/>
                  </a:moveTo>
                  <a:cubicBezTo>
                    <a:pt x="10" y="18"/>
                    <a:pt x="8" y="14"/>
                    <a:pt x="20" y="8"/>
                  </a:cubicBezTo>
                  <a:cubicBezTo>
                    <a:pt x="33" y="0"/>
                    <a:pt x="42" y="11"/>
                    <a:pt x="31" y="16"/>
                  </a:cubicBezTo>
                  <a:cubicBezTo>
                    <a:pt x="24" y="19"/>
                    <a:pt x="7" y="24"/>
                    <a:pt x="3" y="26"/>
                  </a:cubicBezTo>
                  <a:cubicBezTo>
                    <a:pt x="2" y="26"/>
                    <a:pt x="0" y="25"/>
                    <a:pt x="2" y="24"/>
                  </a:cubicBezTo>
                  <a:cubicBezTo>
                    <a:pt x="5" y="23"/>
                    <a:pt x="25" y="15"/>
                    <a:pt x="27" y="14"/>
                  </a:cubicBezTo>
                  <a:cubicBezTo>
                    <a:pt x="31" y="12"/>
                    <a:pt x="28" y="8"/>
                    <a:pt x="23" y="10"/>
                  </a:cubicBezTo>
                  <a:cubicBezTo>
                    <a:pt x="17" y="13"/>
                    <a:pt x="10" y="19"/>
                    <a:pt x="11" y="19"/>
                  </a:cubicBezTo>
                  <a:cubicBezTo>
                    <a:pt x="12" y="18"/>
                    <a:pt x="9" y="19"/>
                    <a:pt x="10" y="1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4" name="Freeform 623">
              <a:extLst>
                <a:ext uri="{FF2B5EF4-FFF2-40B4-BE49-F238E27FC236}">
                  <a16:creationId xmlns:a16="http://schemas.microsoft.com/office/drawing/2014/main" id="{915C49A0-9375-40E2-AA89-FA2E525A3C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39875" y="12422188"/>
              <a:ext cx="30163" cy="25400"/>
            </a:xfrm>
            <a:custGeom>
              <a:avLst/>
              <a:gdLst>
                <a:gd name="T0" fmla="*/ 8 w 47"/>
                <a:gd name="T1" fmla="*/ 29 h 40"/>
                <a:gd name="T2" fmla="*/ 28 w 47"/>
                <a:gd name="T3" fmla="*/ 10 h 40"/>
                <a:gd name="T4" fmla="*/ 37 w 47"/>
                <a:gd name="T5" fmla="*/ 22 h 40"/>
                <a:gd name="T6" fmla="*/ 2 w 47"/>
                <a:gd name="T7" fmla="*/ 39 h 40"/>
                <a:gd name="T8" fmla="*/ 1 w 47"/>
                <a:gd name="T9" fmla="*/ 37 h 40"/>
                <a:gd name="T10" fmla="*/ 34 w 47"/>
                <a:gd name="T11" fmla="*/ 18 h 40"/>
                <a:gd name="T12" fmla="*/ 30 w 47"/>
                <a:gd name="T13" fmla="*/ 13 h 40"/>
                <a:gd name="T14" fmla="*/ 9 w 47"/>
                <a:gd name="T15" fmla="*/ 29 h 40"/>
                <a:gd name="T16" fmla="*/ 8 w 47"/>
                <a:gd name="T17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40">
                  <a:moveTo>
                    <a:pt x="8" y="29"/>
                  </a:moveTo>
                  <a:cubicBezTo>
                    <a:pt x="9" y="28"/>
                    <a:pt x="17" y="19"/>
                    <a:pt x="28" y="10"/>
                  </a:cubicBezTo>
                  <a:cubicBezTo>
                    <a:pt x="39" y="0"/>
                    <a:pt x="47" y="15"/>
                    <a:pt x="37" y="22"/>
                  </a:cubicBezTo>
                  <a:cubicBezTo>
                    <a:pt x="32" y="25"/>
                    <a:pt x="5" y="37"/>
                    <a:pt x="2" y="39"/>
                  </a:cubicBezTo>
                  <a:cubicBezTo>
                    <a:pt x="1" y="40"/>
                    <a:pt x="0" y="38"/>
                    <a:pt x="1" y="37"/>
                  </a:cubicBezTo>
                  <a:cubicBezTo>
                    <a:pt x="4" y="35"/>
                    <a:pt x="32" y="20"/>
                    <a:pt x="34" y="18"/>
                  </a:cubicBezTo>
                  <a:cubicBezTo>
                    <a:pt x="37" y="16"/>
                    <a:pt x="34" y="10"/>
                    <a:pt x="30" y="13"/>
                  </a:cubicBezTo>
                  <a:cubicBezTo>
                    <a:pt x="25" y="18"/>
                    <a:pt x="8" y="30"/>
                    <a:pt x="9" y="29"/>
                  </a:cubicBezTo>
                  <a:cubicBezTo>
                    <a:pt x="10" y="29"/>
                    <a:pt x="7" y="30"/>
                    <a:pt x="8" y="2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5" name="Freeform 624">
              <a:extLst>
                <a:ext uri="{FF2B5EF4-FFF2-40B4-BE49-F238E27FC236}">
                  <a16:creationId xmlns:a16="http://schemas.microsoft.com/office/drawing/2014/main" id="{76E7014D-454A-4439-8FB2-7450360EFD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30350" y="12414250"/>
              <a:ext cx="17463" cy="20637"/>
            </a:xfrm>
            <a:custGeom>
              <a:avLst/>
              <a:gdLst>
                <a:gd name="T0" fmla="*/ 4 w 27"/>
                <a:gd name="T1" fmla="*/ 23 h 31"/>
                <a:gd name="T2" fmla="*/ 14 w 27"/>
                <a:gd name="T3" fmla="*/ 8 h 31"/>
                <a:gd name="T4" fmla="*/ 21 w 27"/>
                <a:gd name="T5" fmla="*/ 15 h 31"/>
                <a:gd name="T6" fmla="*/ 1 w 27"/>
                <a:gd name="T7" fmla="*/ 30 h 31"/>
                <a:gd name="T8" fmla="*/ 1 w 27"/>
                <a:gd name="T9" fmla="*/ 29 h 31"/>
                <a:gd name="T10" fmla="*/ 19 w 27"/>
                <a:gd name="T11" fmla="*/ 13 h 31"/>
                <a:gd name="T12" fmla="*/ 16 w 27"/>
                <a:gd name="T13" fmla="*/ 10 h 31"/>
                <a:gd name="T14" fmla="*/ 4 w 27"/>
                <a:gd name="T15" fmla="*/ 23 h 31"/>
                <a:gd name="T16" fmla="*/ 4 w 27"/>
                <a:gd name="T1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1">
                  <a:moveTo>
                    <a:pt x="4" y="23"/>
                  </a:moveTo>
                  <a:cubicBezTo>
                    <a:pt x="4" y="22"/>
                    <a:pt x="9" y="16"/>
                    <a:pt x="14" y="8"/>
                  </a:cubicBezTo>
                  <a:cubicBezTo>
                    <a:pt x="20" y="0"/>
                    <a:pt x="27" y="9"/>
                    <a:pt x="21" y="15"/>
                  </a:cubicBezTo>
                  <a:cubicBezTo>
                    <a:pt x="18" y="18"/>
                    <a:pt x="3" y="29"/>
                    <a:pt x="1" y="30"/>
                  </a:cubicBezTo>
                  <a:cubicBezTo>
                    <a:pt x="1" y="31"/>
                    <a:pt x="0" y="30"/>
                    <a:pt x="1" y="29"/>
                  </a:cubicBezTo>
                  <a:cubicBezTo>
                    <a:pt x="2" y="28"/>
                    <a:pt x="18" y="14"/>
                    <a:pt x="19" y="13"/>
                  </a:cubicBezTo>
                  <a:cubicBezTo>
                    <a:pt x="21" y="11"/>
                    <a:pt x="18" y="8"/>
                    <a:pt x="16" y="10"/>
                  </a:cubicBezTo>
                  <a:cubicBezTo>
                    <a:pt x="13" y="14"/>
                    <a:pt x="4" y="24"/>
                    <a:pt x="4" y="23"/>
                  </a:cubicBezTo>
                  <a:cubicBezTo>
                    <a:pt x="5" y="23"/>
                    <a:pt x="3" y="24"/>
                    <a:pt x="4" y="2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6" name="Freeform 625">
              <a:extLst>
                <a:ext uri="{FF2B5EF4-FFF2-40B4-BE49-F238E27FC236}">
                  <a16:creationId xmlns:a16="http://schemas.microsoft.com/office/drawing/2014/main" id="{E5D4D1F5-07B4-4615-8578-ED4902F3CF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6388" y="12523788"/>
              <a:ext cx="25400" cy="19050"/>
            </a:xfrm>
            <a:custGeom>
              <a:avLst/>
              <a:gdLst>
                <a:gd name="T0" fmla="*/ 9 w 39"/>
                <a:gd name="T1" fmla="*/ 4 h 30"/>
                <a:gd name="T2" fmla="*/ 29 w 39"/>
                <a:gd name="T3" fmla="*/ 13 h 30"/>
                <a:gd name="T4" fmla="*/ 23 w 39"/>
                <a:gd name="T5" fmla="*/ 23 h 30"/>
                <a:gd name="T6" fmla="*/ 1 w 39"/>
                <a:gd name="T7" fmla="*/ 2 h 30"/>
                <a:gd name="T8" fmla="*/ 2 w 39"/>
                <a:gd name="T9" fmla="*/ 1 h 30"/>
                <a:gd name="T10" fmla="*/ 24 w 39"/>
                <a:gd name="T11" fmla="*/ 20 h 30"/>
                <a:gd name="T12" fmla="*/ 27 w 39"/>
                <a:gd name="T13" fmla="*/ 16 h 30"/>
                <a:gd name="T14" fmla="*/ 9 w 39"/>
                <a:gd name="T15" fmla="*/ 5 h 30"/>
                <a:gd name="T16" fmla="*/ 9 w 39"/>
                <a:gd name="T1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0">
                  <a:moveTo>
                    <a:pt x="9" y="4"/>
                  </a:moveTo>
                  <a:cubicBezTo>
                    <a:pt x="10" y="5"/>
                    <a:pt x="19" y="6"/>
                    <a:pt x="29" y="13"/>
                  </a:cubicBezTo>
                  <a:cubicBezTo>
                    <a:pt x="39" y="21"/>
                    <a:pt x="30" y="30"/>
                    <a:pt x="23" y="23"/>
                  </a:cubicBezTo>
                  <a:cubicBezTo>
                    <a:pt x="19" y="20"/>
                    <a:pt x="3" y="4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2"/>
                    <a:pt x="23" y="19"/>
                    <a:pt x="24" y="20"/>
                  </a:cubicBezTo>
                  <a:cubicBezTo>
                    <a:pt x="27" y="22"/>
                    <a:pt x="30" y="19"/>
                    <a:pt x="27" y="16"/>
                  </a:cubicBezTo>
                  <a:cubicBezTo>
                    <a:pt x="22" y="12"/>
                    <a:pt x="9" y="4"/>
                    <a:pt x="9" y="5"/>
                  </a:cubicBezTo>
                  <a:cubicBezTo>
                    <a:pt x="10" y="6"/>
                    <a:pt x="9" y="4"/>
                    <a:pt x="9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7" name="Freeform 626">
              <a:extLst>
                <a:ext uri="{FF2B5EF4-FFF2-40B4-BE49-F238E27FC236}">
                  <a16:creationId xmlns:a16="http://schemas.microsoft.com/office/drawing/2014/main" id="{C0E30FAC-B879-4153-B17C-2D246235CD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82738" y="12596813"/>
              <a:ext cx="14288" cy="25400"/>
            </a:xfrm>
            <a:custGeom>
              <a:avLst/>
              <a:gdLst>
                <a:gd name="T0" fmla="*/ 6 w 24"/>
                <a:gd name="T1" fmla="*/ 7 h 38"/>
                <a:gd name="T2" fmla="*/ 18 w 24"/>
                <a:gd name="T3" fmla="*/ 21 h 38"/>
                <a:gd name="T4" fmla="*/ 12 w 24"/>
                <a:gd name="T5" fmla="*/ 29 h 38"/>
                <a:gd name="T6" fmla="*/ 0 w 24"/>
                <a:gd name="T7" fmla="*/ 2 h 38"/>
                <a:gd name="T8" fmla="*/ 1 w 24"/>
                <a:gd name="T9" fmla="*/ 1 h 38"/>
                <a:gd name="T10" fmla="*/ 13 w 24"/>
                <a:gd name="T11" fmla="*/ 26 h 38"/>
                <a:gd name="T12" fmla="*/ 16 w 24"/>
                <a:gd name="T13" fmla="*/ 23 h 38"/>
                <a:gd name="T14" fmla="*/ 6 w 24"/>
                <a:gd name="T15" fmla="*/ 8 h 38"/>
                <a:gd name="T16" fmla="*/ 6 w 24"/>
                <a:gd name="T17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8">
                  <a:moveTo>
                    <a:pt x="6" y="7"/>
                  </a:moveTo>
                  <a:cubicBezTo>
                    <a:pt x="6" y="7"/>
                    <a:pt x="13" y="12"/>
                    <a:pt x="18" y="21"/>
                  </a:cubicBezTo>
                  <a:cubicBezTo>
                    <a:pt x="24" y="31"/>
                    <a:pt x="16" y="38"/>
                    <a:pt x="12" y="29"/>
                  </a:cubicBezTo>
                  <a:cubicBezTo>
                    <a:pt x="10" y="24"/>
                    <a:pt x="1" y="5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3"/>
                    <a:pt x="12" y="24"/>
                    <a:pt x="13" y="26"/>
                  </a:cubicBezTo>
                  <a:cubicBezTo>
                    <a:pt x="15" y="29"/>
                    <a:pt x="18" y="26"/>
                    <a:pt x="16" y="23"/>
                  </a:cubicBezTo>
                  <a:cubicBezTo>
                    <a:pt x="14" y="18"/>
                    <a:pt x="5" y="7"/>
                    <a:pt x="6" y="8"/>
                  </a:cubicBezTo>
                  <a:cubicBezTo>
                    <a:pt x="6" y="8"/>
                    <a:pt x="5" y="6"/>
                    <a:pt x="6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8" name="Freeform 627">
              <a:extLst>
                <a:ext uri="{FF2B5EF4-FFF2-40B4-BE49-F238E27FC236}">
                  <a16:creationId xmlns:a16="http://schemas.microsoft.com/office/drawing/2014/main" id="{80AEEFAA-FFEE-49B4-B00D-91964ACE26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7975" y="12552363"/>
              <a:ext cx="84138" cy="101600"/>
            </a:xfrm>
            <a:custGeom>
              <a:avLst/>
              <a:gdLst>
                <a:gd name="T0" fmla="*/ 15 w 132"/>
                <a:gd name="T1" fmla="*/ 11 h 159"/>
                <a:gd name="T2" fmla="*/ 117 w 132"/>
                <a:gd name="T3" fmla="*/ 128 h 159"/>
                <a:gd name="T4" fmla="*/ 104 w 132"/>
                <a:gd name="T5" fmla="*/ 144 h 159"/>
                <a:gd name="T6" fmla="*/ 1 w 132"/>
                <a:gd name="T7" fmla="*/ 4 h 159"/>
                <a:gd name="T8" fmla="*/ 3 w 132"/>
                <a:gd name="T9" fmla="*/ 2 h 159"/>
                <a:gd name="T10" fmla="*/ 107 w 132"/>
                <a:gd name="T11" fmla="*/ 138 h 159"/>
                <a:gd name="T12" fmla="*/ 113 w 132"/>
                <a:gd name="T13" fmla="*/ 132 h 159"/>
                <a:gd name="T14" fmla="*/ 14 w 132"/>
                <a:gd name="T15" fmla="*/ 13 h 159"/>
                <a:gd name="T16" fmla="*/ 15 w 132"/>
                <a:gd name="T17" fmla="*/ 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59">
                  <a:moveTo>
                    <a:pt x="15" y="11"/>
                  </a:moveTo>
                  <a:cubicBezTo>
                    <a:pt x="16" y="12"/>
                    <a:pt x="104" y="113"/>
                    <a:pt x="117" y="128"/>
                  </a:cubicBezTo>
                  <a:cubicBezTo>
                    <a:pt x="132" y="145"/>
                    <a:pt x="114" y="159"/>
                    <a:pt x="104" y="144"/>
                  </a:cubicBezTo>
                  <a:cubicBezTo>
                    <a:pt x="98" y="136"/>
                    <a:pt x="4" y="8"/>
                    <a:pt x="1" y="4"/>
                  </a:cubicBezTo>
                  <a:cubicBezTo>
                    <a:pt x="0" y="2"/>
                    <a:pt x="1" y="0"/>
                    <a:pt x="3" y="2"/>
                  </a:cubicBezTo>
                  <a:cubicBezTo>
                    <a:pt x="6" y="6"/>
                    <a:pt x="105" y="136"/>
                    <a:pt x="107" y="138"/>
                  </a:cubicBezTo>
                  <a:cubicBezTo>
                    <a:pt x="111" y="144"/>
                    <a:pt x="118" y="139"/>
                    <a:pt x="113" y="132"/>
                  </a:cubicBezTo>
                  <a:cubicBezTo>
                    <a:pt x="107" y="125"/>
                    <a:pt x="14" y="11"/>
                    <a:pt x="14" y="13"/>
                  </a:cubicBezTo>
                  <a:cubicBezTo>
                    <a:pt x="15" y="14"/>
                    <a:pt x="14" y="10"/>
                    <a:pt x="15" y="1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9" name="Freeform 628">
              <a:extLst>
                <a:ext uri="{FF2B5EF4-FFF2-40B4-BE49-F238E27FC236}">
                  <a16:creationId xmlns:a16="http://schemas.microsoft.com/office/drawing/2014/main" id="{73687D40-8658-44F6-AD98-14D0B3CABB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1625" y="12499975"/>
              <a:ext cx="128588" cy="65087"/>
            </a:xfrm>
            <a:custGeom>
              <a:avLst/>
              <a:gdLst>
                <a:gd name="T0" fmla="*/ 18 w 201"/>
                <a:gd name="T1" fmla="*/ 5 h 103"/>
                <a:gd name="T2" fmla="*/ 180 w 201"/>
                <a:gd name="T3" fmla="*/ 74 h 103"/>
                <a:gd name="T4" fmla="*/ 175 w 201"/>
                <a:gd name="T5" fmla="*/ 95 h 103"/>
                <a:gd name="T6" fmla="*/ 3 w 201"/>
                <a:gd name="T7" fmla="*/ 4 h 103"/>
                <a:gd name="T8" fmla="*/ 4 w 201"/>
                <a:gd name="T9" fmla="*/ 2 h 103"/>
                <a:gd name="T10" fmla="*/ 176 w 201"/>
                <a:gd name="T11" fmla="*/ 88 h 103"/>
                <a:gd name="T12" fmla="*/ 178 w 201"/>
                <a:gd name="T13" fmla="*/ 80 h 103"/>
                <a:gd name="T14" fmla="*/ 18 w 201"/>
                <a:gd name="T15" fmla="*/ 6 h 103"/>
                <a:gd name="T16" fmla="*/ 18 w 201"/>
                <a:gd name="T17" fmla="*/ 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103">
                  <a:moveTo>
                    <a:pt x="18" y="5"/>
                  </a:moveTo>
                  <a:cubicBezTo>
                    <a:pt x="20" y="5"/>
                    <a:pt x="162" y="66"/>
                    <a:pt x="180" y="74"/>
                  </a:cubicBezTo>
                  <a:cubicBezTo>
                    <a:pt x="201" y="83"/>
                    <a:pt x="191" y="103"/>
                    <a:pt x="175" y="95"/>
                  </a:cubicBezTo>
                  <a:cubicBezTo>
                    <a:pt x="166" y="90"/>
                    <a:pt x="7" y="7"/>
                    <a:pt x="3" y="4"/>
                  </a:cubicBezTo>
                  <a:cubicBezTo>
                    <a:pt x="0" y="3"/>
                    <a:pt x="1" y="0"/>
                    <a:pt x="4" y="2"/>
                  </a:cubicBezTo>
                  <a:cubicBezTo>
                    <a:pt x="8" y="4"/>
                    <a:pt x="172" y="86"/>
                    <a:pt x="176" y="88"/>
                  </a:cubicBezTo>
                  <a:cubicBezTo>
                    <a:pt x="182" y="91"/>
                    <a:pt x="186" y="83"/>
                    <a:pt x="178" y="80"/>
                  </a:cubicBezTo>
                  <a:cubicBezTo>
                    <a:pt x="169" y="76"/>
                    <a:pt x="17" y="6"/>
                    <a:pt x="18" y="6"/>
                  </a:cubicBezTo>
                  <a:cubicBezTo>
                    <a:pt x="20" y="7"/>
                    <a:pt x="17" y="5"/>
                    <a:pt x="18" y="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0" name="Freeform 629">
              <a:extLst>
                <a:ext uri="{FF2B5EF4-FFF2-40B4-BE49-F238E27FC236}">
                  <a16:creationId xmlns:a16="http://schemas.microsoft.com/office/drawing/2014/main" id="{5C209E57-74B2-4FA8-A4F2-B4F7C6380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276388" y="12544425"/>
              <a:ext cx="128588" cy="144462"/>
            </a:xfrm>
            <a:custGeom>
              <a:avLst/>
              <a:gdLst>
                <a:gd name="T0" fmla="*/ 16 w 203"/>
                <a:gd name="T1" fmla="*/ 11 h 224"/>
                <a:gd name="T2" fmla="*/ 187 w 203"/>
                <a:gd name="T3" fmla="*/ 193 h 224"/>
                <a:gd name="T4" fmla="*/ 174 w 203"/>
                <a:gd name="T5" fmla="*/ 209 h 224"/>
                <a:gd name="T6" fmla="*/ 2 w 203"/>
                <a:gd name="T7" fmla="*/ 4 h 224"/>
                <a:gd name="T8" fmla="*/ 4 w 203"/>
                <a:gd name="T9" fmla="*/ 2 h 224"/>
                <a:gd name="T10" fmla="*/ 177 w 203"/>
                <a:gd name="T11" fmla="*/ 204 h 224"/>
                <a:gd name="T12" fmla="*/ 183 w 203"/>
                <a:gd name="T13" fmla="*/ 197 h 224"/>
                <a:gd name="T14" fmla="*/ 16 w 203"/>
                <a:gd name="T15" fmla="*/ 12 h 224"/>
                <a:gd name="T16" fmla="*/ 16 w 203"/>
                <a:gd name="T17" fmla="*/ 1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3" h="224">
                  <a:moveTo>
                    <a:pt x="16" y="11"/>
                  </a:moveTo>
                  <a:cubicBezTo>
                    <a:pt x="17" y="12"/>
                    <a:pt x="173" y="178"/>
                    <a:pt x="187" y="193"/>
                  </a:cubicBezTo>
                  <a:cubicBezTo>
                    <a:pt x="203" y="209"/>
                    <a:pt x="185" y="224"/>
                    <a:pt x="174" y="209"/>
                  </a:cubicBezTo>
                  <a:cubicBezTo>
                    <a:pt x="168" y="202"/>
                    <a:pt x="5" y="8"/>
                    <a:pt x="2" y="4"/>
                  </a:cubicBezTo>
                  <a:cubicBezTo>
                    <a:pt x="0" y="2"/>
                    <a:pt x="2" y="0"/>
                    <a:pt x="4" y="2"/>
                  </a:cubicBezTo>
                  <a:cubicBezTo>
                    <a:pt x="7" y="6"/>
                    <a:pt x="175" y="201"/>
                    <a:pt x="177" y="204"/>
                  </a:cubicBezTo>
                  <a:cubicBezTo>
                    <a:pt x="182" y="209"/>
                    <a:pt x="188" y="203"/>
                    <a:pt x="183" y="197"/>
                  </a:cubicBezTo>
                  <a:cubicBezTo>
                    <a:pt x="176" y="190"/>
                    <a:pt x="15" y="11"/>
                    <a:pt x="16" y="12"/>
                  </a:cubicBezTo>
                  <a:cubicBezTo>
                    <a:pt x="16" y="14"/>
                    <a:pt x="15" y="10"/>
                    <a:pt x="16" y="1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1" name="Freeform 630">
              <a:extLst>
                <a:ext uri="{FF2B5EF4-FFF2-40B4-BE49-F238E27FC236}">
                  <a16:creationId xmlns:a16="http://schemas.microsoft.com/office/drawing/2014/main" id="{63B79C3A-6D89-4C1B-9B39-10DA6C43C5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39850" y="12688888"/>
              <a:ext cx="176213" cy="292100"/>
            </a:xfrm>
            <a:custGeom>
              <a:avLst/>
              <a:gdLst>
                <a:gd name="T0" fmla="*/ 172 w 275"/>
                <a:gd name="T1" fmla="*/ 345 h 456"/>
                <a:gd name="T2" fmla="*/ 136 w 275"/>
                <a:gd name="T3" fmla="*/ 201 h 456"/>
                <a:gd name="T4" fmla="*/ 38 w 275"/>
                <a:gd name="T5" fmla="*/ 11 h 456"/>
                <a:gd name="T6" fmla="*/ 42 w 275"/>
                <a:gd name="T7" fmla="*/ 98 h 456"/>
                <a:gd name="T8" fmla="*/ 12 w 275"/>
                <a:gd name="T9" fmla="*/ 105 h 456"/>
                <a:gd name="T10" fmla="*/ 18 w 275"/>
                <a:gd name="T11" fmla="*/ 158 h 456"/>
                <a:gd name="T12" fmla="*/ 61 w 275"/>
                <a:gd name="T13" fmla="*/ 218 h 456"/>
                <a:gd name="T14" fmla="*/ 25 w 275"/>
                <a:gd name="T15" fmla="*/ 251 h 456"/>
                <a:gd name="T16" fmla="*/ 7 w 275"/>
                <a:gd name="T17" fmla="*/ 277 h 456"/>
                <a:gd name="T18" fmla="*/ 60 w 275"/>
                <a:gd name="T19" fmla="*/ 304 h 456"/>
                <a:gd name="T20" fmla="*/ 50 w 275"/>
                <a:gd name="T21" fmla="*/ 344 h 456"/>
                <a:gd name="T22" fmla="*/ 119 w 275"/>
                <a:gd name="T23" fmla="*/ 380 h 456"/>
                <a:gd name="T24" fmla="*/ 133 w 275"/>
                <a:gd name="T25" fmla="*/ 393 h 456"/>
                <a:gd name="T26" fmla="*/ 179 w 275"/>
                <a:gd name="T27" fmla="*/ 410 h 456"/>
                <a:gd name="T28" fmla="*/ 255 w 275"/>
                <a:gd name="T29" fmla="*/ 391 h 456"/>
                <a:gd name="T30" fmla="*/ 37 w 275"/>
                <a:gd name="T31" fmla="*/ 291 h 456"/>
                <a:gd name="T32" fmla="*/ 76 w 275"/>
                <a:gd name="T33" fmla="*/ 289 h 456"/>
                <a:gd name="T34" fmla="*/ 8 w 275"/>
                <a:gd name="T35" fmla="*/ 268 h 456"/>
                <a:gd name="T36" fmla="*/ 51 w 275"/>
                <a:gd name="T37" fmla="*/ 259 h 456"/>
                <a:gd name="T38" fmla="*/ 83 w 275"/>
                <a:gd name="T39" fmla="*/ 275 h 456"/>
                <a:gd name="T40" fmla="*/ 85 w 275"/>
                <a:gd name="T41" fmla="*/ 290 h 456"/>
                <a:gd name="T42" fmla="*/ 85 w 275"/>
                <a:gd name="T43" fmla="*/ 296 h 456"/>
                <a:gd name="T44" fmla="*/ 104 w 275"/>
                <a:gd name="T45" fmla="*/ 323 h 456"/>
                <a:gd name="T46" fmla="*/ 153 w 275"/>
                <a:gd name="T47" fmla="*/ 359 h 456"/>
                <a:gd name="T48" fmla="*/ 104 w 275"/>
                <a:gd name="T49" fmla="*/ 310 h 456"/>
                <a:gd name="T50" fmla="*/ 91 w 275"/>
                <a:gd name="T51" fmla="*/ 349 h 456"/>
                <a:gd name="T52" fmla="*/ 138 w 275"/>
                <a:gd name="T53" fmla="*/ 364 h 456"/>
                <a:gd name="T54" fmla="*/ 123 w 275"/>
                <a:gd name="T55" fmla="*/ 361 h 456"/>
                <a:gd name="T56" fmla="*/ 112 w 275"/>
                <a:gd name="T57" fmla="*/ 376 h 456"/>
                <a:gd name="T58" fmla="*/ 116 w 275"/>
                <a:gd name="T59" fmla="*/ 376 h 456"/>
                <a:gd name="T60" fmla="*/ 167 w 275"/>
                <a:gd name="T61" fmla="*/ 375 h 456"/>
                <a:gd name="T62" fmla="*/ 143 w 275"/>
                <a:gd name="T63" fmla="*/ 387 h 456"/>
                <a:gd name="T64" fmla="*/ 246 w 275"/>
                <a:gd name="T65" fmla="*/ 419 h 456"/>
                <a:gd name="T66" fmla="*/ 236 w 275"/>
                <a:gd name="T67" fmla="*/ 447 h 456"/>
                <a:gd name="T68" fmla="*/ 216 w 275"/>
                <a:gd name="T69" fmla="*/ 412 h 456"/>
                <a:gd name="T70" fmla="*/ 162 w 275"/>
                <a:gd name="T71" fmla="*/ 404 h 456"/>
                <a:gd name="T72" fmla="*/ 259 w 275"/>
                <a:gd name="T73" fmla="*/ 409 h 456"/>
                <a:gd name="T74" fmla="*/ 256 w 275"/>
                <a:gd name="T75" fmla="*/ 418 h 456"/>
                <a:gd name="T76" fmla="*/ 165 w 275"/>
                <a:gd name="T77" fmla="*/ 368 h 456"/>
                <a:gd name="T78" fmla="*/ 136 w 275"/>
                <a:gd name="T79" fmla="*/ 320 h 456"/>
                <a:gd name="T80" fmla="*/ 95 w 275"/>
                <a:gd name="T81" fmla="*/ 285 h 456"/>
                <a:gd name="T82" fmla="*/ 86 w 275"/>
                <a:gd name="T83" fmla="*/ 258 h 456"/>
                <a:gd name="T84" fmla="*/ 78 w 275"/>
                <a:gd name="T85" fmla="*/ 208 h 456"/>
                <a:gd name="T86" fmla="*/ 60 w 275"/>
                <a:gd name="T87" fmla="*/ 166 h 456"/>
                <a:gd name="T88" fmla="*/ 59 w 275"/>
                <a:gd name="T89" fmla="*/ 148 h 456"/>
                <a:gd name="T90" fmla="*/ 67 w 275"/>
                <a:gd name="T91" fmla="*/ 136 h 456"/>
                <a:gd name="T92" fmla="*/ 31 w 275"/>
                <a:gd name="T93" fmla="*/ 46 h 456"/>
                <a:gd name="T94" fmla="*/ 37 w 275"/>
                <a:gd name="T95" fmla="*/ 51 h 456"/>
                <a:gd name="T96" fmla="*/ 40 w 275"/>
                <a:gd name="T97" fmla="*/ 16 h 456"/>
                <a:gd name="T98" fmla="*/ 129 w 275"/>
                <a:gd name="T99" fmla="*/ 204 h 456"/>
                <a:gd name="T100" fmla="*/ 176 w 275"/>
                <a:gd name="T101" fmla="*/ 36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5" h="456">
                  <a:moveTo>
                    <a:pt x="236" y="369"/>
                  </a:moveTo>
                  <a:cubicBezTo>
                    <a:pt x="227" y="364"/>
                    <a:pt x="227" y="364"/>
                    <a:pt x="227" y="364"/>
                  </a:cubicBezTo>
                  <a:cubicBezTo>
                    <a:pt x="221" y="362"/>
                    <a:pt x="210" y="359"/>
                    <a:pt x="203" y="358"/>
                  </a:cubicBezTo>
                  <a:cubicBezTo>
                    <a:pt x="194" y="358"/>
                    <a:pt x="194" y="358"/>
                    <a:pt x="194" y="358"/>
                  </a:cubicBezTo>
                  <a:cubicBezTo>
                    <a:pt x="180" y="358"/>
                    <a:pt x="175" y="350"/>
                    <a:pt x="172" y="345"/>
                  </a:cubicBezTo>
                  <a:cubicBezTo>
                    <a:pt x="166" y="335"/>
                    <a:pt x="165" y="325"/>
                    <a:pt x="154" y="308"/>
                  </a:cubicBezTo>
                  <a:cubicBezTo>
                    <a:pt x="137" y="289"/>
                    <a:pt x="137" y="289"/>
                    <a:pt x="137" y="289"/>
                  </a:cubicBezTo>
                  <a:cubicBezTo>
                    <a:pt x="131" y="284"/>
                    <a:pt x="130" y="279"/>
                    <a:pt x="130" y="271"/>
                  </a:cubicBezTo>
                  <a:cubicBezTo>
                    <a:pt x="132" y="253"/>
                    <a:pt x="132" y="253"/>
                    <a:pt x="132" y="253"/>
                  </a:cubicBezTo>
                  <a:cubicBezTo>
                    <a:pt x="135" y="236"/>
                    <a:pt x="139" y="220"/>
                    <a:pt x="136" y="201"/>
                  </a:cubicBezTo>
                  <a:cubicBezTo>
                    <a:pt x="133" y="171"/>
                    <a:pt x="111" y="142"/>
                    <a:pt x="99" y="125"/>
                  </a:cubicBezTo>
                  <a:cubicBezTo>
                    <a:pt x="91" y="115"/>
                    <a:pt x="86" y="107"/>
                    <a:pt x="81" y="101"/>
                  </a:cubicBezTo>
                  <a:cubicBezTo>
                    <a:pt x="81" y="101"/>
                    <a:pt x="65" y="78"/>
                    <a:pt x="58" y="56"/>
                  </a:cubicBezTo>
                  <a:cubicBezTo>
                    <a:pt x="51" y="35"/>
                    <a:pt x="47" y="23"/>
                    <a:pt x="46" y="12"/>
                  </a:cubicBezTo>
                  <a:cubicBezTo>
                    <a:pt x="46" y="0"/>
                    <a:pt x="39" y="10"/>
                    <a:pt x="38" y="11"/>
                  </a:cubicBezTo>
                  <a:cubicBezTo>
                    <a:pt x="37" y="13"/>
                    <a:pt x="34" y="19"/>
                    <a:pt x="34" y="21"/>
                  </a:cubicBezTo>
                  <a:cubicBezTo>
                    <a:pt x="33" y="22"/>
                    <a:pt x="32" y="23"/>
                    <a:pt x="32" y="23"/>
                  </a:cubicBezTo>
                  <a:cubicBezTo>
                    <a:pt x="32" y="23"/>
                    <a:pt x="29" y="23"/>
                    <a:pt x="27" y="28"/>
                  </a:cubicBezTo>
                  <a:cubicBezTo>
                    <a:pt x="27" y="28"/>
                    <a:pt x="21" y="45"/>
                    <a:pt x="27" y="65"/>
                  </a:cubicBezTo>
                  <a:cubicBezTo>
                    <a:pt x="34" y="85"/>
                    <a:pt x="40" y="96"/>
                    <a:pt x="42" y="98"/>
                  </a:cubicBezTo>
                  <a:cubicBezTo>
                    <a:pt x="43" y="99"/>
                    <a:pt x="42" y="100"/>
                    <a:pt x="42" y="100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98"/>
                    <a:pt x="27" y="95"/>
                    <a:pt x="20" y="95"/>
                  </a:cubicBezTo>
                  <a:cubicBezTo>
                    <a:pt x="13" y="94"/>
                    <a:pt x="12" y="96"/>
                    <a:pt x="9" y="98"/>
                  </a:cubicBezTo>
                  <a:cubicBezTo>
                    <a:pt x="7" y="100"/>
                    <a:pt x="6" y="101"/>
                    <a:pt x="12" y="105"/>
                  </a:cubicBezTo>
                  <a:cubicBezTo>
                    <a:pt x="17" y="109"/>
                    <a:pt x="41" y="129"/>
                    <a:pt x="50" y="145"/>
                  </a:cubicBezTo>
                  <a:cubicBezTo>
                    <a:pt x="59" y="160"/>
                    <a:pt x="54" y="156"/>
                    <a:pt x="52" y="155"/>
                  </a:cubicBezTo>
                  <a:cubicBezTo>
                    <a:pt x="50" y="155"/>
                    <a:pt x="42" y="150"/>
                    <a:pt x="32" y="149"/>
                  </a:cubicBezTo>
                  <a:cubicBezTo>
                    <a:pt x="23" y="148"/>
                    <a:pt x="20" y="148"/>
                    <a:pt x="16" y="151"/>
                  </a:cubicBezTo>
                  <a:cubicBezTo>
                    <a:pt x="14" y="153"/>
                    <a:pt x="15" y="156"/>
                    <a:pt x="18" y="158"/>
                  </a:cubicBezTo>
                  <a:cubicBezTo>
                    <a:pt x="18" y="158"/>
                    <a:pt x="44" y="175"/>
                    <a:pt x="48" y="178"/>
                  </a:cubicBezTo>
                  <a:cubicBezTo>
                    <a:pt x="51" y="180"/>
                    <a:pt x="52" y="183"/>
                    <a:pt x="50" y="182"/>
                  </a:cubicBezTo>
                  <a:cubicBezTo>
                    <a:pt x="47" y="182"/>
                    <a:pt x="39" y="182"/>
                    <a:pt x="36" y="183"/>
                  </a:cubicBezTo>
                  <a:cubicBezTo>
                    <a:pt x="33" y="185"/>
                    <a:pt x="32" y="188"/>
                    <a:pt x="35" y="191"/>
                  </a:cubicBezTo>
                  <a:cubicBezTo>
                    <a:pt x="37" y="194"/>
                    <a:pt x="50" y="204"/>
                    <a:pt x="61" y="218"/>
                  </a:cubicBezTo>
                  <a:cubicBezTo>
                    <a:pt x="73" y="235"/>
                    <a:pt x="75" y="244"/>
                    <a:pt x="78" y="249"/>
                  </a:cubicBezTo>
                  <a:cubicBezTo>
                    <a:pt x="81" y="255"/>
                    <a:pt x="81" y="256"/>
                    <a:pt x="76" y="253"/>
                  </a:cubicBezTo>
                  <a:cubicBezTo>
                    <a:pt x="71" y="249"/>
                    <a:pt x="58" y="243"/>
                    <a:pt x="53" y="243"/>
                  </a:cubicBezTo>
                  <a:cubicBezTo>
                    <a:pt x="48" y="243"/>
                    <a:pt x="33" y="244"/>
                    <a:pt x="27" y="246"/>
                  </a:cubicBezTo>
                  <a:cubicBezTo>
                    <a:pt x="21" y="249"/>
                    <a:pt x="21" y="250"/>
                    <a:pt x="25" y="251"/>
                  </a:cubicBezTo>
                  <a:cubicBezTo>
                    <a:pt x="30" y="253"/>
                    <a:pt x="32" y="254"/>
                    <a:pt x="34" y="255"/>
                  </a:cubicBezTo>
                  <a:cubicBezTo>
                    <a:pt x="37" y="256"/>
                    <a:pt x="34" y="256"/>
                    <a:pt x="32" y="256"/>
                  </a:cubicBezTo>
                  <a:cubicBezTo>
                    <a:pt x="29" y="256"/>
                    <a:pt x="22" y="255"/>
                    <a:pt x="13" y="259"/>
                  </a:cubicBezTo>
                  <a:cubicBezTo>
                    <a:pt x="4" y="263"/>
                    <a:pt x="3" y="268"/>
                    <a:pt x="2" y="272"/>
                  </a:cubicBezTo>
                  <a:cubicBezTo>
                    <a:pt x="0" y="276"/>
                    <a:pt x="2" y="278"/>
                    <a:pt x="7" y="277"/>
                  </a:cubicBezTo>
                  <a:cubicBezTo>
                    <a:pt x="11" y="276"/>
                    <a:pt x="33" y="276"/>
                    <a:pt x="39" y="278"/>
                  </a:cubicBezTo>
                  <a:cubicBezTo>
                    <a:pt x="45" y="280"/>
                    <a:pt x="47" y="282"/>
                    <a:pt x="44" y="282"/>
                  </a:cubicBezTo>
                  <a:cubicBezTo>
                    <a:pt x="41" y="283"/>
                    <a:pt x="35" y="287"/>
                    <a:pt x="31" y="291"/>
                  </a:cubicBezTo>
                  <a:cubicBezTo>
                    <a:pt x="28" y="294"/>
                    <a:pt x="24" y="298"/>
                    <a:pt x="28" y="297"/>
                  </a:cubicBezTo>
                  <a:cubicBezTo>
                    <a:pt x="32" y="297"/>
                    <a:pt x="41" y="296"/>
                    <a:pt x="60" y="304"/>
                  </a:cubicBezTo>
                  <a:cubicBezTo>
                    <a:pt x="79" y="312"/>
                    <a:pt x="96" y="325"/>
                    <a:pt x="102" y="331"/>
                  </a:cubicBezTo>
                  <a:cubicBezTo>
                    <a:pt x="109" y="336"/>
                    <a:pt x="107" y="337"/>
                    <a:pt x="104" y="336"/>
                  </a:cubicBezTo>
                  <a:cubicBezTo>
                    <a:pt x="100" y="335"/>
                    <a:pt x="90" y="331"/>
                    <a:pt x="81" y="332"/>
                  </a:cubicBezTo>
                  <a:cubicBezTo>
                    <a:pt x="73" y="332"/>
                    <a:pt x="58" y="334"/>
                    <a:pt x="52" y="338"/>
                  </a:cubicBezTo>
                  <a:cubicBezTo>
                    <a:pt x="46" y="342"/>
                    <a:pt x="46" y="344"/>
                    <a:pt x="50" y="344"/>
                  </a:cubicBezTo>
                  <a:cubicBezTo>
                    <a:pt x="54" y="344"/>
                    <a:pt x="79" y="351"/>
                    <a:pt x="88" y="354"/>
                  </a:cubicBezTo>
                  <a:cubicBezTo>
                    <a:pt x="98" y="357"/>
                    <a:pt x="108" y="362"/>
                    <a:pt x="114" y="365"/>
                  </a:cubicBezTo>
                  <a:cubicBezTo>
                    <a:pt x="119" y="368"/>
                    <a:pt x="108" y="372"/>
                    <a:pt x="104" y="375"/>
                  </a:cubicBezTo>
                  <a:cubicBezTo>
                    <a:pt x="100" y="379"/>
                    <a:pt x="104" y="379"/>
                    <a:pt x="106" y="380"/>
                  </a:cubicBezTo>
                  <a:cubicBezTo>
                    <a:pt x="109" y="381"/>
                    <a:pt x="119" y="378"/>
                    <a:pt x="119" y="380"/>
                  </a:cubicBezTo>
                  <a:cubicBezTo>
                    <a:pt x="120" y="382"/>
                    <a:pt x="113" y="383"/>
                    <a:pt x="109" y="390"/>
                  </a:cubicBezTo>
                  <a:cubicBezTo>
                    <a:pt x="105" y="396"/>
                    <a:pt x="101" y="401"/>
                    <a:pt x="101" y="407"/>
                  </a:cubicBezTo>
                  <a:cubicBezTo>
                    <a:pt x="100" y="412"/>
                    <a:pt x="103" y="408"/>
                    <a:pt x="105" y="407"/>
                  </a:cubicBezTo>
                  <a:cubicBezTo>
                    <a:pt x="106" y="405"/>
                    <a:pt x="116" y="400"/>
                    <a:pt x="120" y="398"/>
                  </a:cubicBezTo>
                  <a:cubicBezTo>
                    <a:pt x="124" y="396"/>
                    <a:pt x="130" y="394"/>
                    <a:pt x="133" y="393"/>
                  </a:cubicBezTo>
                  <a:cubicBezTo>
                    <a:pt x="136" y="392"/>
                    <a:pt x="130" y="401"/>
                    <a:pt x="132" y="404"/>
                  </a:cubicBezTo>
                  <a:cubicBezTo>
                    <a:pt x="135" y="407"/>
                    <a:pt x="142" y="405"/>
                    <a:pt x="146" y="403"/>
                  </a:cubicBezTo>
                  <a:cubicBezTo>
                    <a:pt x="151" y="400"/>
                    <a:pt x="157" y="396"/>
                    <a:pt x="159" y="398"/>
                  </a:cubicBezTo>
                  <a:cubicBezTo>
                    <a:pt x="161" y="400"/>
                    <a:pt x="153" y="406"/>
                    <a:pt x="158" y="410"/>
                  </a:cubicBezTo>
                  <a:cubicBezTo>
                    <a:pt x="163" y="414"/>
                    <a:pt x="179" y="410"/>
                    <a:pt x="179" y="410"/>
                  </a:cubicBezTo>
                  <a:cubicBezTo>
                    <a:pt x="219" y="408"/>
                    <a:pt x="232" y="433"/>
                    <a:pt x="233" y="440"/>
                  </a:cubicBezTo>
                  <a:cubicBezTo>
                    <a:pt x="234" y="446"/>
                    <a:pt x="228" y="448"/>
                    <a:pt x="224" y="449"/>
                  </a:cubicBezTo>
                  <a:cubicBezTo>
                    <a:pt x="221" y="451"/>
                    <a:pt x="226" y="455"/>
                    <a:pt x="241" y="456"/>
                  </a:cubicBezTo>
                  <a:cubicBezTo>
                    <a:pt x="249" y="456"/>
                    <a:pt x="263" y="454"/>
                    <a:pt x="269" y="437"/>
                  </a:cubicBezTo>
                  <a:cubicBezTo>
                    <a:pt x="275" y="422"/>
                    <a:pt x="257" y="395"/>
                    <a:pt x="255" y="391"/>
                  </a:cubicBezTo>
                  <a:cubicBezTo>
                    <a:pt x="252" y="386"/>
                    <a:pt x="245" y="376"/>
                    <a:pt x="236" y="369"/>
                  </a:cubicBezTo>
                  <a:moveTo>
                    <a:pt x="104" y="323"/>
                  </a:moveTo>
                  <a:cubicBezTo>
                    <a:pt x="94" y="316"/>
                    <a:pt x="94" y="316"/>
                    <a:pt x="94" y="316"/>
                  </a:cubicBezTo>
                  <a:cubicBezTo>
                    <a:pt x="88" y="310"/>
                    <a:pt x="64" y="296"/>
                    <a:pt x="57" y="295"/>
                  </a:cubicBezTo>
                  <a:cubicBezTo>
                    <a:pt x="55" y="294"/>
                    <a:pt x="44" y="292"/>
                    <a:pt x="37" y="291"/>
                  </a:cubicBezTo>
                  <a:cubicBezTo>
                    <a:pt x="39" y="291"/>
                    <a:pt x="41" y="289"/>
                    <a:pt x="45" y="288"/>
                  </a:cubicBezTo>
                  <a:cubicBezTo>
                    <a:pt x="47" y="287"/>
                    <a:pt x="47" y="287"/>
                    <a:pt x="47" y="287"/>
                  </a:cubicBezTo>
                  <a:cubicBezTo>
                    <a:pt x="56" y="285"/>
                    <a:pt x="65" y="286"/>
                    <a:pt x="74" y="290"/>
                  </a:cubicBezTo>
                  <a:cubicBezTo>
                    <a:pt x="76" y="291"/>
                    <a:pt x="76" y="291"/>
                    <a:pt x="76" y="291"/>
                  </a:cubicBezTo>
                  <a:cubicBezTo>
                    <a:pt x="76" y="289"/>
                    <a:pt x="76" y="289"/>
                    <a:pt x="76" y="289"/>
                  </a:cubicBezTo>
                  <a:cubicBezTo>
                    <a:pt x="77" y="286"/>
                    <a:pt x="71" y="282"/>
                    <a:pt x="60" y="276"/>
                  </a:cubicBezTo>
                  <a:cubicBezTo>
                    <a:pt x="57" y="275"/>
                    <a:pt x="57" y="275"/>
                    <a:pt x="57" y="275"/>
                  </a:cubicBezTo>
                  <a:cubicBezTo>
                    <a:pt x="56" y="274"/>
                    <a:pt x="55" y="274"/>
                    <a:pt x="55" y="274"/>
                  </a:cubicBezTo>
                  <a:cubicBezTo>
                    <a:pt x="44" y="270"/>
                    <a:pt x="14" y="272"/>
                    <a:pt x="9" y="272"/>
                  </a:cubicBezTo>
                  <a:cubicBezTo>
                    <a:pt x="4" y="272"/>
                    <a:pt x="10" y="268"/>
                    <a:pt x="8" y="268"/>
                  </a:cubicBezTo>
                  <a:cubicBezTo>
                    <a:pt x="10" y="265"/>
                    <a:pt x="17" y="260"/>
                    <a:pt x="39" y="263"/>
                  </a:cubicBezTo>
                  <a:cubicBezTo>
                    <a:pt x="39" y="263"/>
                    <a:pt x="56" y="266"/>
                    <a:pt x="56" y="264"/>
                  </a:cubicBezTo>
                  <a:cubicBezTo>
                    <a:pt x="57" y="264"/>
                    <a:pt x="57" y="264"/>
                    <a:pt x="57" y="263"/>
                  </a:cubicBezTo>
                  <a:cubicBezTo>
                    <a:pt x="57" y="263"/>
                    <a:pt x="56" y="262"/>
                    <a:pt x="56" y="261"/>
                  </a:cubicBezTo>
                  <a:cubicBezTo>
                    <a:pt x="51" y="259"/>
                    <a:pt x="51" y="259"/>
                    <a:pt x="51" y="259"/>
                  </a:cubicBezTo>
                  <a:cubicBezTo>
                    <a:pt x="46" y="257"/>
                    <a:pt x="40" y="254"/>
                    <a:pt x="35" y="250"/>
                  </a:cubicBezTo>
                  <a:cubicBezTo>
                    <a:pt x="35" y="246"/>
                    <a:pt x="56" y="249"/>
                    <a:pt x="56" y="249"/>
                  </a:cubicBezTo>
                  <a:cubicBezTo>
                    <a:pt x="63" y="251"/>
                    <a:pt x="72" y="255"/>
                    <a:pt x="77" y="261"/>
                  </a:cubicBezTo>
                  <a:cubicBezTo>
                    <a:pt x="79" y="263"/>
                    <a:pt x="80" y="264"/>
                    <a:pt x="81" y="267"/>
                  </a:cubicBezTo>
                  <a:cubicBezTo>
                    <a:pt x="82" y="270"/>
                    <a:pt x="83" y="273"/>
                    <a:pt x="83" y="275"/>
                  </a:cubicBezTo>
                  <a:cubicBezTo>
                    <a:pt x="83" y="275"/>
                    <a:pt x="83" y="275"/>
                    <a:pt x="82" y="275"/>
                  </a:cubicBezTo>
                  <a:cubicBezTo>
                    <a:pt x="78" y="273"/>
                    <a:pt x="73" y="276"/>
                    <a:pt x="73" y="276"/>
                  </a:cubicBezTo>
                  <a:cubicBezTo>
                    <a:pt x="73" y="278"/>
                    <a:pt x="75" y="279"/>
                    <a:pt x="75" y="280"/>
                  </a:cubicBezTo>
                  <a:cubicBezTo>
                    <a:pt x="78" y="283"/>
                    <a:pt x="83" y="287"/>
                    <a:pt x="89" y="291"/>
                  </a:cubicBezTo>
                  <a:cubicBezTo>
                    <a:pt x="87" y="290"/>
                    <a:pt x="86" y="290"/>
                    <a:pt x="85" y="290"/>
                  </a:cubicBezTo>
                  <a:cubicBezTo>
                    <a:pt x="85" y="290"/>
                    <a:pt x="83" y="291"/>
                    <a:pt x="83" y="292"/>
                  </a:cubicBezTo>
                  <a:cubicBezTo>
                    <a:pt x="83" y="292"/>
                    <a:pt x="83" y="292"/>
                    <a:pt x="83" y="292"/>
                  </a:cubicBezTo>
                  <a:cubicBezTo>
                    <a:pt x="83" y="293"/>
                    <a:pt x="83" y="294"/>
                    <a:pt x="83" y="294"/>
                  </a:cubicBezTo>
                  <a:cubicBezTo>
                    <a:pt x="84" y="295"/>
                    <a:pt x="84" y="295"/>
                    <a:pt x="84" y="295"/>
                  </a:cubicBezTo>
                  <a:cubicBezTo>
                    <a:pt x="85" y="296"/>
                    <a:pt x="85" y="296"/>
                    <a:pt x="85" y="296"/>
                  </a:cubicBezTo>
                  <a:cubicBezTo>
                    <a:pt x="87" y="297"/>
                    <a:pt x="93" y="301"/>
                    <a:pt x="94" y="303"/>
                  </a:cubicBezTo>
                  <a:cubicBezTo>
                    <a:pt x="94" y="303"/>
                    <a:pt x="94" y="310"/>
                    <a:pt x="104" y="317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9" y="329"/>
                    <a:pt x="139" y="349"/>
                    <a:pt x="129" y="350"/>
                  </a:cubicBezTo>
                  <a:cubicBezTo>
                    <a:pt x="128" y="349"/>
                    <a:pt x="115" y="339"/>
                    <a:pt x="104" y="323"/>
                  </a:cubicBezTo>
                  <a:moveTo>
                    <a:pt x="90" y="288"/>
                  </a:moveTo>
                  <a:cubicBezTo>
                    <a:pt x="114" y="295"/>
                    <a:pt x="128" y="325"/>
                    <a:pt x="136" y="329"/>
                  </a:cubicBezTo>
                  <a:cubicBezTo>
                    <a:pt x="155" y="355"/>
                    <a:pt x="155" y="355"/>
                    <a:pt x="155" y="355"/>
                  </a:cubicBezTo>
                  <a:cubicBezTo>
                    <a:pt x="155" y="355"/>
                    <a:pt x="153" y="358"/>
                    <a:pt x="153" y="359"/>
                  </a:cubicBezTo>
                  <a:cubicBezTo>
                    <a:pt x="153" y="359"/>
                    <a:pt x="153" y="359"/>
                    <a:pt x="153" y="359"/>
                  </a:cubicBezTo>
                  <a:cubicBezTo>
                    <a:pt x="149" y="360"/>
                    <a:pt x="149" y="360"/>
                    <a:pt x="149" y="360"/>
                  </a:cubicBezTo>
                  <a:cubicBezTo>
                    <a:pt x="146" y="361"/>
                    <a:pt x="135" y="343"/>
                    <a:pt x="131" y="337"/>
                  </a:cubicBezTo>
                  <a:cubicBezTo>
                    <a:pt x="126" y="330"/>
                    <a:pt x="126" y="330"/>
                    <a:pt x="126" y="330"/>
                  </a:cubicBezTo>
                  <a:cubicBezTo>
                    <a:pt x="124" y="327"/>
                    <a:pt x="118" y="322"/>
                    <a:pt x="113" y="318"/>
                  </a:cubicBezTo>
                  <a:cubicBezTo>
                    <a:pt x="109" y="314"/>
                    <a:pt x="105" y="311"/>
                    <a:pt x="104" y="310"/>
                  </a:cubicBezTo>
                  <a:cubicBezTo>
                    <a:pt x="104" y="310"/>
                    <a:pt x="103" y="310"/>
                    <a:pt x="103" y="309"/>
                  </a:cubicBezTo>
                  <a:cubicBezTo>
                    <a:pt x="103" y="309"/>
                    <a:pt x="103" y="307"/>
                    <a:pt x="103" y="307"/>
                  </a:cubicBezTo>
                  <a:cubicBezTo>
                    <a:pt x="102" y="302"/>
                    <a:pt x="102" y="302"/>
                    <a:pt x="102" y="302"/>
                  </a:cubicBezTo>
                  <a:cubicBezTo>
                    <a:pt x="95" y="298"/>
                    <a:pt x="92" y="289"/>
                    <a:pt x="90" y="288"/>
                  </a:cubicBezTo>
                  <a:moveTo>
                    <a:pt x="91" y="349"/>
                  </a:moveTo>
                  <a:cubicBezTo>
                    <a:pt x="90" y="348"/>
                    <a:pt x="87" y="348"/>
                    <a:pt x="80" y="346"/>
                  </a:cubicBezTo>
                  <a:cubicBezTo>
                    <a:pt x="74" y="345"/>
                    <a:pt x="63" y="342"/>
                    <a:pt x="59" y="340"/>
                  </a:cubicBezTo>
                  <a:cubicBezTo>
                    <a:pt x="63" y="339"/>
                    <a:pt x="76" y="336"/>
                    <a:pt x="101" y="341"/>
                  </a:cubicBezTo>
                  <a:cubicBezTo>
                    <a:pt x="106" y="342"/>
                    <a:pt x="115" y="345"/>
                    <a:pt x="121" y="349"/>
                  </a:cubicBezTo>
                  <a:cubicBezTo>
                    <a:pt x="124" y="351"/>
                    <a:pt x="136" y="360"/>
                    <a:pt x="138" y="364"/>
                  </a:cubicBezTo>
                  <a:cubicBezTo>
                    <a:pt x="138" y="364"/>
                    <a:pt x="138" y="365"/>
                    <a:pt x="138" y="365"/>
                  </a:cubicBezTo>
                  <a:cubicBezTo>
                    <a:pt x="138" y="365"/>
                    <a:pt x="137" y="366"/>
                    <a:pt x="137" y="366"/>
                  </a:cubicBezTo>
                  <a:cubicBezTo>
                    <a:pt x="131" y="369"/>
                    <a:pt x="131" y="369"/>
                    <a:pt x="131" y="369"/>
                  </a:cubicBezTo>
                  <a:cubicBezTo>
                    <a:pt x="130" y="369"/>
                    <a:pt x="129" y="368"/>
                    <a:pt x="128" y="367"/>
                  </a:cubicBezTo>
                  <a:cubicBezTo>
                    <a:pt x="123" y="361"/>
                    <a:pt x="123" y="361"/>
                    <a:pt x="123" y="361"/>
                  </a:cubicBezTo>
                  <a:cubicBezTo>
                    <a:pt x="115" y="353"/>
                    <a:pt x="104" y="351"/>
                    <a:pt x="99" y="348"/>
                  </a:cubicBezTo>
                  <a:cubicBezTo>
                    <a:pt x="97" y="348"/>
                    <a:pt x="96" y="348"/>
                    <a:pt x="96" y="348"/>
                  </a:cubicBezTo>
                  <a:cubicBezTo>
                    <a:pt x="94" y="348"/>
                    <a:pt x="93" y="350"/>
                    <a:pt x="91" y="349"/>
                  </a:cubicBezTo>
                  <a:moveTo>
                    <a:pt x="116" y="376"/>
                  </a:moveTo>
                  <a:cubicBezTo>
                    <a:pt x="112" y="376"/>
                    <a:pt x="112" y="376"/>
                    <a:pt x="112" y="376"/>
                  </a:cubicBezTo>
                  <a:cubicBezTo>
                    <a:pt x="114" y="373"/>
                    <a:pt x="114" y="373"/>
                    <a:pt x="114" y="373"/>
                  </a:cubicBezTo>
                  <a:cubicBezTo>
                    <a:pt x="117" y="371"/>
                    <a:pt x="118" y="368"/>
                    <a:pt x="121" y="369"/>
                  </a:cubicBezTo>
                  <a:cubicBezTo>
                    <a:pt x="123" y="370"/>
                    <a:pt x="123" y="370"/>
                    <a:pt x="123" y="370"/>
                  </a:cubicBezTo>
                  <a:cubicBezTo>
                    <a:pt x="124" y="371"/>
                    <a:pt x="127" y="373"/>
                    <a:pt x="126" y="375"/>
                  </a:cubicBezTo>
                  <a:cubicBezTo>
                    <a:pt x="125" y="377"/>
                    <a:pt x="124" y="377"/>
                    <a:pt x="116" y="376"/>
                  </a:cubicBezTo>
                  <a:moveTo>
                    <a:pt x="123" y="391"/>
                  </a:moveTo>
                  <a:cubicBezTo>
                    <a:pt x="111" y="398"/>
                    <a:pt x="112" y="397"/>
                    <a:pt x="110" y="398"/>
                  </a:cubicBezTo>
                  <a:cubicBezTo>
                    <a:pt x="109" y="390"/>
                    <a:pt x="143" y="364"/>
                    <a:pt x="156" y="363"/>
                  </a:cubicBezTo>
                  <a:cubicBezTo>
                    <a:pt x="157" y="362"/>
                    <a:pt x="158" y="366"/>
                    <a:pt x="160" y="369"/>
                  </a:cubicBezTo>
                  <a:cubicBezTo>
                    <a:pt x="161" y="371"/>
                    <a:pt x="167" y="375"/>
                    <a:pt x="167" y="375"/>
                  </a:cubicBezTo>
                  <a:cubicBezTo>
                    <a:pt x="168" y="376"/>
                    <a:pt x="184" y="380"/>
                    <a:pt x="185" y="380"/>
                  </a:cubicBezTo>
                  <a:cubicBezTo>
                    <a:pt x="181" y="381"/>
                    <a:pt x="147" y="376"/>
                    <a:pt x="123" y="391"/>
                  </a:cubicBezTo>
                  <a:moveTo>
                    <a:pt x="151" y="394"/>
                  </a:moveTo>
                  <a:cubicBezTo>
                    <a:pt x="151" y="394"/>
                    <a:pt x="143" y="402"/>
                    <a:pt x="136" y="400"/>
                  </a:cubicBezTo>
                  <a:cubicBezTo>
                    <a:pt x="130" y="398"/>
                    <a:pt x="140" y="390"/>
                    <a:pt x="143" y="387"/>
                  </a:cubicBezTo>
                  <a:cubicBezTo>
                    <a:pt x="151" y="383"/>
                    <a:pt x="179" y="382"/>
                    <a:pt x="192" y="384"/>
                  </a:cubicBezTo>
                  <a:cubicBezTo>
                    <a:pt x="204" y="385"/>
                    <a:pt x="218" y="388"/>
                    <a:pt x="225" y="392"/>
                  </a:cubicBezTo>
                  <a:cubicBezTo>
                    <a:pt x="235" y="397"/>
                    <a:pt x="246" y="405"/>
                    <a:pt x="250" y="416"/>
                  </a:cubicBezTo>
                  <a:cubicBezTo>
                    <a:pt x="255" y="426"/>
                    <a:pt x="255" y="434"/>
                    <a:pt x="251" y="433"/>
                  </a:cubicBezTo>
                  <a:cubicBezTo>
                    <a:pt x="248" y="431"/>
                    <a:pt x="252" y="432"/>
                    <a:pt x="246" y="419"/>
                  </a:cubicBezTo>
                  <a:cubicBezTo>
                    <a:pt x="243" y="414"/>
                    <a:pt x="242" y="409"/>
                    <a:pt x="228" y="401"/>
                  </a:cubicBezTo>
                  <a:cubicBezTo>
                    <a:pt x="202" y="392"/>
                    <a:pt x="202" y="392"/>
                    <a:pt x="202" y="392"/>
                  </a:cubicBezTo>
                  <a:cubicBezTo>
                    <a:pt x="193" y="391"/>
                    <a:pt x="170" y="387"/>
                    <a:pt x="151" y="394"/>
                  </a:cubicBezTo>
                  <a:moveTo>
                    <a:pt x="241" y="449"/>
                  </a:moveTo>
                  <a:cubicBezTo>
                    <a:pt x="237" y="450"/>
                    <a:pt x="236" y="447"/>
                    <a:pt x="236" y="447"/>
                  </a:cubicBezTo>
                  <a:cubicBezTo>
                    <a:pt x="236" y="446"/>
                    <a:pt x="236" y="446"/>
                    <a:pt x="237" y="445"/>
                  </a:cubicBezTo>
                  <a:cubicBezTo>
                    <a:pt x="239" y="443"/>
                    <a:pt x="239" y="441"/>
                    <a:pt x="239" y="439"/>
                  </a:cubicBezTo>
                  <a:cubicBezTo>
                    <a:pt x="239" y="435"/>
                    <a:pt x="236" y="430"/>
                    <a:pt x="233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28" y="420"/>
                    <a:pt x="222" y="415"/>
                    <a:pt x="216" y="412"/>
                  </a:cubicBezTo>
                  <a:cubicBezTo>
                    <a:pt x="211" y="409"/>
                    <a:pt x="204" y="407"/>
                    <a:pt x="198" y="406"/>
                  </a:cubicBezTo>
                  <a:cubicBezTo>
                    <a:pt x="196" y="406"/>
                    <a:pt x="196" y="406"/>
                    <a:pt x="196" y="406"/>
                  </a:cubicBezTo>
                  <a:cubicBezTo>
                    <a:pt x="190" y="404"/>
                    <a:pt x="181" y="405"/>
                    <a:pt x="174" y="406"/>
                  </a:cubicBezTo>
                  <a:cubicBezTo>
                    <a:pt x="169" y="406"/>
                    <a:pt x="163" y="407"/>
                    <a:pt x="162" y="406"/>
                  </a:cubicBezTo>
                  <a:cubicBezTo>
                    <a:pt x="162" y="405"/>
                    <a:pt x="162" y="405"/>
                    <a:pt x="162" y="404"/>
                  </a:cubicBezTo>
                  <a:cubicBezTo>
                    <a:pt x="163" y="402"/>
                    <a:pt x="167" y="399"/>
                    <a:pt x="172" y="397"/>
                  </a:cubicBezTo>
                  <a:cubicBezTo>
                    <a:pt x="175" y="396"/>
                    <a:pt x="204" y="391"/>
                    <a:pt x="230" y="409"/>
                  </a:cubicBezTo>
                  <a:cubicBezTo>
                    <a:pt x="236" y="413"/>
                    <a:pt x="248" y="429"/>
                    <a:pt x="248" y="440"/>
                  </a:cubicBezTo>
                  <a:cubicBezTo>
                    <a:pt x="248" y="443"/>
                    <a:pt x="244" y="448"/>
                    <a:pt x="241" y="449"/>
                  </a:cubicBezTo>
                  <a:moveTo>
                    <a:pt x="259" y="409"/>
                  </a:moveTo>
                  <a:cubicBezTo>
                    <a:pt x="266" y="419"/>
                    <a:pt x="265" y="428"/>
                    <a:pt x="263" y="435"/>
                  </a:cubicBezTo>
                  <a:cubicBezTo>
                    <a:pt x="263" y="438"/>
                    <a:pt x="261" y="441"/>
                    <a:pt x="260" y="443"/>
                  </a:cubicBezTo>
                  <a:cubicBezTo>
                    <a:pt x="251" y="453"/>
                    <a:pt x="242" y="452"/>
                    <a:pt x="251" y="443"/>
                  </a:cubicBezTo>
                  <a:cubicBezTo>
                    <a:pt x="251" y="443"/>
                    <a:pt x="257" y="437"/>
                    <a:pt x="258" y="428"/>
                  </a:cubicBezTo>
                  <a:cubicBezTo>
                    <a:pt x="258" y="424"/>
                    <a:pt x="257" y="421"/>
                    <a:pt x="256" y="418"/>
                  </a:cubicBezTo>
                  <a:cubicBezTo>
                    <a:pt x="254" y="413"/>
                    <a:pt x="249" y="405"/>
                    <a:pt x="246" y="401"/>
                  </a:cubicBezTo>
                  <a:cubicBezTo>
                    <a:pt x="237" y="391"/>
                    <a:pt x="230" y="387"/>
                    <a:pt x="217" y="383"/>
                  </a:cubicBezTo>
                  <a:cubicBezTo>
                    <a:pt x="207" y="379"/>
                    <a:pt x="197" y="377"/>
                    <a:pt x="189" y="376"/>
                  </a:cubicBezTo>
                  <a:cubicBezTo>
                    <a:pt x="183" y="375"/>
                    <a:pt x="183" y="375"/>
                    <a:pt x="183" y="375"/>
                  </a:cubicBezTo>
                  <a:cubicBezTo>
                    <a:pt x="176" y="374"/>
                    <a:pt x="169" y="374"/>
                    <a:pt x="165" y="368"/>
                  </a:cubicBezTo>
                  <a:cubicBezTo>
                    <a:pt x="162" y="362"/>
                    <a:pt x="162" y="362"/>
                    <a:pt x="162" y="362"/>
                  </a:cubicBezTo>
                  <a:cubicBezTo>
                    <a:pt x="159" y="358"/>
                    <a:pt x="157" y="353"/>
                    <a:pt x="154" y="347"/>
                  </a:cubicBezTo>
                  <a:cubicBezTo>
                    <a:pt x="154" y="346"/>
                    <a:pt x="153" y="345"/>
                    <a:pt x="153" y="343"/>
                  </a:cubicBezTo>
                  <a:cubicBezTo>
                    <a:pt x="149" y="337"/>
                    <a:pt x="144" y="331"/>
                    <a:pt x="139" y="325"/>
                  </a:cubicBezTo>
                  <a:cubicBezTo>
                    <a:pt x="136" y="320"/>
                    <a:pt x="136" y="320"/>
                    <a:pt x="136" y="320"/>
                  </a:cubicBezTo>
                  <a:cubicBezTo>
                    <a:pt x="123" y="305"/>
                    <a:pt x="123" y="305"/>
                    <a:pt x="123" y="305"/>
                  </a:cubicBezTo>
                  <a:cubicBezTo>
                    <a:pt x="121" y="303"/>
                    <a:pt x="121" y="303"/>
                    <a:pt x="121" y="303"/>
                  </a:cubicBezTo>
                  <a:cubicBezTo>
                    <a:pt x="117" y="299"/>
                    <a:pt x="114" y="295"/>
                    <a:pt x="108" y="293"/>
                  </a:cubicBezTo>
                  <a:cubicBezTo>
                    <a:pt x="103" y="291"/>
                    <a:pt x="101" y="290"/>
                    <a:pt x="97" y="286"/>
                  </a:cubicBezTo>
                  <a:cubicBezTo>
                    <a:pt x="95" y="285"/>
                    <a:pt x="95" y="285"/>
                    <a:pt x="95" y="285"/>
                  </a:cubicBezTo>
                  <a:cubicBezTo>
                    <a:pt x="90" y="280"/>
                    <a:pt x="90" y="280"/>
                    <a:pt x="90" y="280"/>
                  </a:cubicBezTo>
                  <a:cubicBezTo>
                    <a:pt x="88" y="277"/>
                    <a:pt x="87" y="274"/>
                    <a:pt x="87" y="270"/>
                  </a:cubicBezTo>
                  <a:cubicBezTo>
                    <a:pt x="87" y="270"/>
                    <a:pt x="87" y="270"/>
                    <a:pt x="87" y="270"/>
                  </a:cubicBezTo>
                  <a:cubicBezTo>
                    <a:pt x="86" y="262"/>
                    <a:pt x="86" y="262"/>
                    <a:pt x="86" y="262"/>
                  </a:cubicBezTo>
                  <a:cubicBezTo>
                    <a:pt x="86" y="258"/>
                    <a:pt x="86" y="258"/>
                    <a:pt x="86" y="258"/>
                  </a:cubicBezTo>
                  <a:cubicBezTo>
                    <a:pt x="84" y="245"/>
                    <a:pt x="72" y="220"/>
                    <a:pt x="60" y="206"/>
                  </a:cubicBezTo>
                  <a:cubicBezTo>
                    <a:pt x="57" y="203"/>
                    <a:pt x="44" y="192"/>
                    <a:pt x="40" y="189"/>
                  </a:cubicBezTo>
                  <a:cubicBezTo>
                    <a:pt x="41" y="189"/>
                    <a:pt x="44" y="188"/>
                    <a:pt x="46" y="188"/>
                  </a:cubicBezTo>
                  <a:cubicBezTo>
                    <a:pt x="50" y="188"/>
                    <a:pt x="56" y="189"/>
                    <a:pt x="60" y="192"/>
                  </a:cubicBezTo>
                  <a:cubicBezTo>
                    <a:pt x="60" y="192"/>
                    <a:pt x="76" y="209"/>
                    <a:pt x="78" y="208"/>
                  </a:cubicBezTo>
                  <a:cubicBezTo>
                    <a:pt x="79" y="208"/>
                    <a:pt x="80" y="207"/>
                    <a:pt x="80" y="205"/>
                  </a:cubicBezTo>
                  <a:cubicBezTo>
                    <a:pt x="80" y="204"/>
                    <a:pt x="80" y="203"/>
                    <a:pt x="79" y="201"/>
                  </a:cubicBezTo>
                  <a:cubicBezTo>
                    <a:pt x="77" y="198"/>
                    <a:pt x="71" y="192"/>
                    <a:pt x="52" y="175"/>
                  </a:cubicBezTo>
                  <a:cubicBezTo>
                    <a:pt x="33" y="159"/>
                    <a:pt x="18" y="157"/>
                    <a:pt x="25" y="155"/>
                  </a:cubicBezTo>
                  <a:cubicBezTo>
                    <a:pt x="32" y="156"/>
                    <a:pt x="48" y="155"/>
                    <a:pt x="60" y="166"/>
                  </a:cubicBezTo>
                  <a:cubicBezTo>
                    <a:pt x="65" y="171"/>
                    <a:pt x="75" y="180"/>
                    <a:pt x="78" y="184"/>
                  </a:cubicBezTo>
                  <a:cubicBezTo>
                    <a:pt x="82" y="188"/>
                    <a:pt x="84" y="187"/>
                    <a:pt x="84" y="187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5" y="158"/>
                    <a:pt x="61" y="153"/>
                    <a:pt x="59" y="148"/>
                  </a:cubicBezTo>
                  <a:cubicBezTo>
                    <a:pt x="56" y="143"/>
                    <a:pt x="54" y="137"/>
                    <a:pt x="50" y="132"/>
                  </a:cubicBezTo>
                  <a:cubicBezTo>
                    <a:pt x="47" y="128"/>
                    <a:pt x="37" y="120"/>
                    <a:pt x="28" y="112"/>
                  </a:cubicBezTo>
                  <a:cubicBezTo>
                    <a:pt x="23" y="108"/>
                    <a:pt x="18" y="103"/>
                    <a:pt x="16" y="101"/>
                  </a:cubicBezTo>
                  <a:cubicBezTo>
                    <a:pt x="21" y="101"/>
                    <a:pt x="40" y="106"/>
                    <a:pt x="47" y="112"/>
                  </a:cubicBezTo>
                  <a:cubicBezTo>
                    <a:pt x="47" y="112"/>
                    <a:pt x="64" y="131"/>
                    <a:pt x="67" y="136"/>
                  </a:cubicBezTo>
                  <a:cubicBezTo>
                    <a:pt x="69" y="138"/>
                    <a:pt x="71" y="139"/>
                    <a:pt x="73" y="138"/>
                  </a:cubicBezTo>
                  <a:cubicBezTo>
                    <a:pt x="74" y="138"/>
                    <a:pt x="74" y="137"/>
                    <a:pt x="74" y="136"/>
                  </a:cubicBezTo>
                  <a:cubicBezTo>
                    <a:pt x="74" y="135"/>
                    <a:pt x="74" y="134"/>
                    <a:pt x="73" y="132"/>
                  </a:cubicBezTo>
                  <a:cubicBezTo>
                    <a:pt x="65" y="122"/>
                    <a:pt x="44" y="88"/>
                    <a:pt x="41" y="83"/>
                  </a:cubicBezTo>
                  <a:cubicBezTo>
                    <a:pt x="36" y="73"/>
                    <a:pt x="33" y="61"/>
                    <a:pt x="31" y="46"/>
                  </a:cubicBezTo>
                  <a:cubicBezTo>
                    <a:pt x="30" y="46"/>
                    <a:pt x="30" y="45"/>
                    <a:pt x="30" y="43"/>
                  </a:cubicBezTo>
                  <a:cubicBezTo>
                    <a:pt x="30" y="39"/>
                    <a:pt x="31" y="33"/>
                    <a:pt x="31" y="31"/>
                  </a:cubicBezTo>
                  <a:cubicBezTo>
                    <a:pt x="32" y="33"/>
                    <a:pt x="33" y="37"/>
                    <a:pt x="33" y="40"/>
                  </a:cubicBezTo>
                  <a:cubicBezTo>
                    <a:pt x="33" y="44"/>
                    <a:pt x="33" y="47"/>
                    <a:pt x="34" y="48"/>
                  </a:cubicBezTo>
                  <a:cubicBezTo>
                    <a:pt x="34" y="48"/>
                    <a:pt x="37" y="51"/>
                    <a:pt x="37" y="51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1"/>
                    <a:pt x="38" y="27"/>
                    <a:pt x="39" y="22"/>
                  </a:cubicBezTo>
                  <a:cubicBezTo>
                    <a:pt x="39" y="21"/>
                    <a:pt x="40" y="16"/>
                    <a:pt x="40" y="16"/>
                  </a:cubicBezTo>
                  <a:cubicBezTo>
                    <a:pt x="41" y="16"/>
                    <a:pt x="43" y="16"/>
                    <a:pt x="43" y="16"/>
                  </a:cubicBezTo>
                  <a:cubicBezTo>
                    <a:pt x="43" y="17"/>
                    <a:pt x="44" y="19"/>
                    <a:pt x="44" y="21"/>
                  </a:cubicBezTo>
                  <a:cubicBezTo>
                    <a:pt x="42" y="43"/>
                    <a:pt x="53" y="64"/>
                    <a:pt x="54" y="65"/>
                  </a:cubicBezTo>
                  <a:cubicBezTo>
                    <a:pt x="69" y="96"/>
                    <a:pt x="74" y="103"/>
                    <a:pt x="95" y="131"/>
                  </a:cubicBezTo>
                  <a:cubicBezTo>
                    <a:pt x="111" y="151"/>
                    <a:pt x="126" y="179"/>
                    <a:pt x="129" y="204"/>
                  </a:cubicBezTo>
                  <a:cubicBezTo>
                    <a:pt x="132" y="226"/>
                    <a:pt x="126" y="255"/>
                    <a:pt x="123" y="267"/>
                  </a:cubicBezTo>
                  <a:cubicBezTo>
                    <a:pt x="121" y="278"/>
                    <a:pt x="126" y="287"/>
                    <a:pt x="127" y="287"/>
                  </a:cubicBezTo>
                  <a:cubicBezTo>
                    <a:pt x="133" y="297"/>
                    <a:pt x="133" y="293"/>
                    <a:pt x="145" y="308"/>
                  </a:cubicBezTo>
                  <a:cubicBezTo>
                    <a:pt x="153" y="318"/>
                    <a:pt x="159" y="334"/>
                    <a:pt x="163" y="343"/>
                  </a:cubicBezTo>
                  <a:cubicBezTo>
                    <a:pt x="167" y="350"/>
                    <a:pt x="172" y="356"/>
                    <a:pt x="176" y="360"/>
                  </a:cubicBezTo>
                  <a:cubicBezTo>
                    <a:pt x="182" y="366"/>
                    <a:pt x="186" y="366"/>
                    <a:pt x="195" y="367"/>
                  </a:cubicBezTo>
                  <a:cubicBezTo>
                    <a:pt x="217" y="369"/>
                    <a:pt x="217" y="369"/>
                    <a:pt x="217" y="369"/>
                  </a:cubicBezTo>
                  <a:cubicBezTo>
                    <a:pt x="244" y="374"/>
                    <a:pt x="249" y="393"/>
                    <a:pt x="259" y="40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2" name="Freeform 631">
              <a:extLst>
                <a:ext uri="{FF2B5EF4-FFF2-40B4-BE49-F238E27FC236}">
                  <a16:creationId xmlns:a16="http://schemas.microsoft.com/office/drawing/2014/main" id="{61498795-04E0-48AD-BED7-CD16B3794BC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22413" y="12688888"/>
              <a:ext cx="174625" cy="290512"/>
            </a:xfrm>
            <a:custGeom>
              <a:avLst/>
              <a:gdLst>
                <a:gd name="T0" fmla="*/ 42 w 274"/>
                <a:gd name="T1" fmla="*/ 439 h 455"/>
                <a:gd name="T2" fmla="*/ 143 w 274"/>
                <a:gd name="T3" fmla="*/ 403 h 455"/>
                <a:gd name="T4" fmla="*/ 166 w 274"/>
                <a:gd name="T5" fmla="*/ 389 h 455"/>
                <a:gd name="T6" fmla="*/ 186 w 274"/>
                <a:gd name="T7" fmla="*/ 354 h 455"/>
                <a:gd name="T8" fmla="*/ 172 w 274"/>
                <a:gd name="T9" fmla="*/ 330 h 455"/>
                <a:gd name="T10" fmla="*/ 236 w 274"/>
                <a:gd name="T11" fmla="*/ 278 h 455"/>
                <a:gd name="T12" fmla="*/ 241 w 274"/>
                <a:gd name="T13" fmla="*/ 255 h 455"/>
                <a:gd name="T14" fmla="*/ 197 w 274"/>
                <a:gd name="T15" fmla="*/ 249 h 455"/>
                <a:gd name="T16" fmla="*/ 227 w 274"/>
                <a:gd name="T17" fmla="*/ 177 h 455"/>
                <a:gd name="T18" fmla="*/ 225 w 274"/>
                <a:gd name="T19" fmla="*/ 145 h 455"/>
                <a:gd name="T20" fmla="*/ 232 w 274"/>
                <a:gd name="T21" fmla="*/ 100 h 455"/>
                <a:gd name="T22" fmla="*/ 241 w 274"/>
                <a:gd name="T23" fmla="*/ 18 h 455"/>
                <a:gd name="T24" fmla="*/ 178 w 274"/>
                <a:gd name="T25" fmla="*/ 121 h 455"/>
                <a:gd name="T26" fmla="*/ 143 w 274"/>
                <a:gd name="T27" fmla="*/ 255 h 455"/>
                <a:gd name="T28" fmla="*/ 106 w 274"/>
                <a:gd name="T29" fmla="*/ 338 h 455"/>
                <a:gd name="T30" fmla="*/ 16 w 274"/>
                <a:gd name="T31" fmla="*/ 442 h 455"/>
                <a:gd name="T32" fmla="*/ 100 w 274"/>
                <a:gd name="T33" fmla="*/ 360 h 455"/>
                <a:gd name="T34" fmla="*/ 147 w 274"/>
                <a:gd name="T35" fmla="*/ 204 h 455"/>
                <a:gd name="T36" fmla="*/ 237 w 274"/>
                <a:gd name="T37" fmla="*/ 18 h 455"/>
                <a:gd name="T38" fmla="*/ 239 w 274"/>
                <a:gd name="T39" fmla="*/ 51 h 455"/>
                <a:gd name="T40" fmla="*/ 245 w 274"/>
                <a:gd name="T41" fmla="*/ 47 h 455"/>
                <a:gd name="T42" fmla="*/ 208 w 274"/>
                <a:gd name="T43" fmla="*/ 136 h 455"/>
                <a:gd name="T44" fmla="*/ 217 w 274"/>
                <a:gd name="T45" fmla="*/ 148 h 455"/>
                <a:gd name="T46" fmla="*/ 216 w 274"/>
                <a:gd name="T47" fmla="*/ 166 h 455"/>
                <a:gd name="T48" fmla="*/ 199 w 274"/>
                <a:gd name="T49" fmla="*/ 205 h 455"/>
                <a:gd name="T50" fmla="*/ 190 w 274"/>
                <a:gd name="T51" fmla="*/ 258 h 455"/>
                <a:gd name="T52" fmla="*/ 180 w 274"/>
                <a:gd name="T53" fmla="*/ 285 h 455"/>
                <a:gd name="T54" fmla="*/ 140 w 274"/>
                <a:gd name="T55" fmla="*/ 320 h 455"/>
                <a:gd name="T56" fmla="*/ 111 w 274"/>
                <a:gd name="T57" fmla="*/ 368 h 455"/>
                <a:gd name="T58" fmla="*/ 20 w 274"/>
                <a:gd name="T59" fmla="*/ 417 h 455"/>
                <a:gd name="T60" fmla="*/ 171 w 274"/>
                <a:gd name="T61" fmla="*/ 309 h 455"/>
                <a:gd name="T62" fmla="*/ 127 w 274"/>
                <a:gd name="T63" fmla="*/ 360 h 455"/>
                <a:gd name="T64" fmla="*/ 185 w 274"/>
                <a:gd name="T65" fmla="*/ 289 h 455"/>
                <a:gd name="T66" fmla="*/ 78 w 274"/>
                <a:gd name="T67" fmla="*/ 405 h 455"/>
                <a:gd name="T68" fmla="*/ 39 w 274"/>
                <a:gd name="T69" fmla="*/ 444 h 455"/>
                <a:gd name="T70" fmla="*/ 104 w 274"/>
                <a:gd name="T71" fmla="*/ 397 h 455"/>
                <a:gd name="T72" fmla="*/ 124 w 274"/>
                <a:gd name="T73" fmla="*/ 393 h 455"/>
                <a:gd name="T74" fmla="*/ 26 w 274"/>
                <a:gd name="T75" fmla="*/ 415 h 455"/>
                <a:gd name="T76" fmla="*/ 166 w 274"/>
                <a:gd name="T77" fmla="*/ 398 h 455"/>
                <a:gd name="T78" fmla="*/ 120 w 274"/>
                <a:gd name="T79" fmla="*/ 362 h 455"/>
                <a:gd name="T80" fmla="*/ 150 w 274"/>
                <a:gd name="T81" fmla="*/ 373 h 455"/>
                <a:gd name="T82" fmla="*/ 216 w 274"/>
                <a:gd name="T83" fmla="*/ 340 h 455"/>
                <a:gd name="T84" fmla="*/ 147 w 274"/>
                <a:gd name="T85" fmla="*/ 366 h 455"/>
                <a:gd name="T86" fmla="*/ 155 w 274"/>
                <a:gd name="T87" fmla="*/ 348 h 455"/>
                <a:gd name="T88" fmla="*/ 215 w 274"/>
                <a:gd name="T89" fmla="*/ 276 h 455"/>
                <a:gd name="T90" fmla="*/ 230 w 274"/>
                <a:gd name="T91" fmla="*/ 287 h 455"/>
                <a:gd name="T92" fmla="*/ 147 w 274"/>
                <a:gd name="T93" fmla="*/ 349 h 455"/>
                <a:gd name="T94" fmla="*/ 192 w 274"/>
                <a:gd name="T95" fmla="*/ 295 h 455"/>
                <a:gd name="T96" fmla="*/ 187 w 274"/>
                <a:gd name="T97" fmla="*/ 291 h 455"/>
                <a:gd name="T98" fmla="*/ 195 w 274"/>
                <a:gd name="T99" fmla="*/ 266 h 455"/>
                <a:gd name="T100" fmla="*/ 220 w 274"/>
                <a:gd name="T101" fmla="*/ 261 h 455"/>
                <a:gd name="T102" fmla="*/ 266 w 274"/>
                <a:gd name="T103" fmla="*/ 272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4" h="455">
                  <a:moveTo>
                    <a:pt x="18" y="392"/>
                  </a:moveTo>
                  <a:cubicBezTo>
                    <a:pt x="17" y="396"/>
                    <a:pt x="0" y="421"/>
                    <a:pt x="6" y="437"/>
                  </a:cubicBezTo>
                  <a:cubicBezTo>
                    <a:pt x="13" y="453"/>
                    <a:pt x="26" y="455"/>
                    <a:pt x="35" y="455"/>
                  </a:cubicBezTo>
                  <a:cubicBezTo>
                    <a:pt x="49" y="454"/>
                    <a:pt x="54" y="450"/>
                    <a:pt x="51" y="449"/>
                  </a:cubicBezTo>
                  <a:cubicBezTo>
                    <a:pt x="47" y="447"/>
                    <a:pt x="41" y="445"/>
                    <a:pt x="42" y="439"/>
                  </a:cubicBezTo>
                  <a:cubicBezTo>
                    <a:pt x="43" y="433"/>
                    <a:pt x="56" y="407"/>
                    <a:pt x="96" y="410"/>
                  </a:cubicBezTo>
                  <a:cubicBezTo>
                    <a:pt x="96" y="410"/>
                    <a:pt x="112" y="414"/>
                    <a:pt x="117" y="410"/>
                  </a:cubicBezTo>
                  <a:cubicBezTo>
                    <a:pt x="122" y="406"/>
                    <a:pt x="114" y="399"/>
                    <a:pt x="116" y="397"/>
                  </a:cubicBezTo>
                  <a:cubicBezTo>
                    <a:pt x="118" y="395"/>
                    <a:pt x="124" y="400"/>
                    <a:pt x="129" y="402"/>
                  </a:cubicBezTo>
                  <a:cubicBezTo>
                    <a:pt x="133" y="405"/>
                    <a:pt x="140" y="406"/>
                    <a:pt x="143" y="403"/>
                  </a:cubicBezTo>
                  <a:cubicBezTo>
                    <a:pt x="145" y="400"/>
                    <a:pt x="139" y="392"/>
                    <a:pt x="142" y="392"/>
                  </a:cubicBezTo>
                  <a:cubicBezTo>
                    <a:pt x="145" y="393"/>
                    <a:pt x="151" y="396"/>
                    <a:pt x="155" y="398"/>
                  </a:cubicBezTo>
                  <a:cubicBezTo>
                    <a:pt x="159" y="400"/>
                    <a:pt x="169" y="404"/>
                    <a:pt x="170" y="406"/>
                  </a:cubicBezTo>
                  <a:cubicBezTo>
                    <a:pt x="172" y="408"/>
                    <a:pt x="175" y="412"/>
                    <a:pt x="174" y="406"/>
                  </a:cubicBezTo>
                  <a:cubicBezTo>
                    <a:pt x="174" y="400"/>
                    <a:pt x="170" y="396"/>
                    <a:pt x="166" y="389"/>
                  </a:cubicBezTo>
                  <a:cubicBezTo>
                    <a:pt x="162" y="383"/>
                    <a:pt x="155" y="382"/>
                    <a:pt x="156" y="380"/>
                  </a:cubicBezTo>
                  <a:cubicBezTo>
                    <a:pt x="156" y="378"/>
                    <a:pt x="165" y="379"/>
                    <a:pt x="167" y="378"/>
                  </a:cubicBezTo>
                  <a:cubicBezTo>
                    <a:pt x="170" y="378"/>
                    <a:pt x="176" y="378"/>
                    <a:pt x="173" y="375"/>
                  </a:cubicBezTo>
                  <a:cubicBezTo>
                    <a:pt x="169" y="372"/>
                    <a:pt x="158" y="365"/>
                    <a:pt x="161" y="364"/>
                  </a:cubicBezTo>
                  <a:cubicBezTo>
                    <a:pt x="167" y="362"/>
                    <a:pt x="177" y="357"/>
                    <a:pt x="186" y="354"/>
                  </a:cubicBezTo>
                  <a:cubicBezTo>
                    <a:pt x="196" y="351"/>
                    <a:pt x="221" y="343"/>
                    <a:pt x="225" y="343"/>
                  </a:cubicBezTo>
                  <a:cubicBezTo>
                    <a:pt x="228" y="343"/>
                    <a:pt x="229" y="342"/>
                    <a:pt x="223" y="337"/>
                  </a:cubicBezTo>
                  <a:cubicBezTo>
                    <a:pt x="216" y="333"/>
                    <a:pt x="202" y="332"/>
                    <a:pt x="193" y="331"/>
                  </a:cubicBezTo>
                  <a:cubicBezTo>
                    <a:pt x="185" y="331"/>
                    <a:pt x="175" y="335"/>
                    <a:pt x="171" y="336"/>
                  </a:cubicBezTo>
                  <a:cubicBezTo>
                    <a:pt x="168" y="337"/>
                    <a:pt x="166" y="336"/>
                    <a:pt x="172" y="330"/>
                  </a:cubicBezTo>
                  <a:cubicBezTo>
                    <a:pt x="179" y="324"/>
                    <a:pt x="196" y="312"/>
                    <a:pt x="215" y="304"/>
                  </a:cubicBezTo>
                  <a:cubicBezTo>
                    <a:pt x="234" y="295"/>
                    <a:pt x="243" y="296"/>
                    <a:pt x="247" y="297"/>
                  </a:cubicBezTo>
                  <a:cubicBezTo>
                    <a:pt x="251" y="297"/>
                    <a:pt x="247" y="294"/>
                    <a:pt x="244" y="290"/>
                  </a:cubicBezTo>
                  <a:cubicBezTo>
                    <a:pt x="240" y="286"/>
                    <a:pt x="234" y="282"/>
                    <a:pt x="231" y="282"/>
                  </a:cubicBezTo>
                  <a:cubicBezTo>
                    <a:pt x="228" y="282"/>
                    <a:pt x="230" y="280"/>
                    <a:pt x="236" y="278"/>
                  </a:cubicBezTo>
                  <a:cubicBezTo>
                    <a:pt x="242" y="276"/>
                    <a:pt x="263" y="276"/>
                    <a:pt x="268" y="277"/>
                  </a:cubicBezTo>
                  <a:cubicBezTo>
                    <a:pt x="272" y="277"/>
                    <a:pt x="274" y="276"/>
                    <a:pt x="273" y="272"/>
                  </a:cubicBezTo>
                  <a:cubicBezTo>
                    <a:pt x="271" y="267"/>
                    <a:pt x="270" y="263"/>
                    <a:pt x="262" y="259"/>
                  </a:cubicBezTo>
                  <a:cubicBezTo>
                    <a:pt x="253" y="254"/>
                    <a:pt x="246" y="256"/>
                    <a:pt x="243" y="256"/>
                  </a:cubicBezTo>
                  <a:cubicBezTo>
                    <a:pt x="241" y="256"/>
                    <a:pt x="238" y="256"/>
                    <a:pt x="241" y="255"/>
                  </a:cubicBezTo>
                  <a:cubicBezTo>
                    <a:pt x="243" y="254"/>
                    <a:pt x="245" y="253"/>
                    <a:pt x="250" y="251"/>
                  </a:cubicBezTo>
                  <a:cubicBezTo>
                    <a:pt x="254" y="250"/>
                    <a:pt x="254" y="248"/>
                    <a:pt x="248" y="246"/>
                  </a:cubicBezTo>
                  <a:cubicBezTo>
                    <a:pt x="241" y="243"/>
                    <a:pt x="227" y="243"/>
                    <a:pt x="222" y="243"/>
                  </a:cubicBezTo>
                  <a:cubicBezTo>
                    <a:pt x="217" y="243"/>
                    <a:pt x="204" y="249"/>
                    <a:pt x="199" y="252"/>
                  </a:cubicBezTo>
                  <a:cubicBezTo>
                    <a:pt x="194" y="256"/>
                    <a:pt x="193" y="255"/>
                    <a:pt x="197" y="249"/>
                  </a:cubicBezTo>
                  <a:cubicBezTo>
                    <a:pt x="200" y="243"/>
                    <a:pt x="202" y="234"/>
                    <a:pt x="214" y="218"/>
                  </a:cubicBezTo>
                  <a:cubicBezTo>
                    <a:pt x="225" y="203"/>
                    <a:pt x="237" y="194"/>
                    <a:pt x="240" y="191"/>
                  </a:cubicBezTo>
                  <a:cubicBezTo>
                    <a:pt x="243" y="188"/>
                    <a:pt x="242" y="185"/>
                    <a:pt x="239" y="183"/>
                  </a:cubicBezTo>
                  <a:cubicBezTo>
                    <a:pt x="236" y="182"/>
                    <a:pt x="228" y="182"/>
                    <a:pt x="225" y="182"/>
                  </a:cubicBezTo>
                  <a:cubicBezTo>
                    <a:pt x="223" y="182"/>
                    <a:pt x="224" y="180"/>
                    <a:pt x="227" y="177"/>
                  </a:cubicBezTo>
                  <a:cubicBezTo>
                    <a:pt x="231" y="175"/>
                    <a:pt x="257" y="158"/>
                    <a:pt x="257" y="158"/>
                  </a:cubicBezTo>
                  <a:cubicBezTo>
                    <a:pt x="260" y="156"/>
                    <a:pt x="261" y="153"/>
                    <a:pt x="259" y="151"/>
                  </a:cubicBezTo>
                  <a:cubicBezTo>
                    <a:pt x="255" y="147"/>
                    <a:pt x="252" y="148"/>
                    <a:pt x="243" y="149"/>
                  </a:cubicBezTo>
                  <a:cubicBezTo>
                    <a:pt x="232" y="150"/>
                    <a:pt x="225" y="155"/>
                    <a:pt x="223" y="155"/>
                  </a:cubicBezTo>
                  <a:cubicBezTo>
                    <a:pt x="220" y="156"/>
                    <a:pt x="216" y="160"/>
                    <a:pt x="225" y="145"/>
                  </a:cubicBezTo>
                  <a:cubicBezTo>
                    <a:pt x="234" y="129"/>
                    <a:pt x="258" y="109"/>
                    <a:pt x="263" y="105"/>
                  </a:cubicBezTo>
                  <a:cubicBezTo>
                    <a:pt x="269" y="101"/>
                    <a:pt x="268" y="100"/>
                    <a:pt x="265" y="98"/>
                  </a:cubicBezTo>
                  <a:cubicBezTo>
                    <a:pt x="263" y="96"/>
                    <a:pt x="261" y="94"/>
                    <a:pt x="255" y="95"/>
                  </a:cubicBezTo>
                  <a:cubicBezTo>
                    <a:pt x="248" y="95"/>
                    <a:pt x="237" y="98"/>
                    <a:pt x="237" y="98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2" y="100"/>
                    <a:pt x="232" y="99"/>
                    <a:pt x="233" y="98"/>
                  </a:cubicBezTo>
                  <a:cubicBezTo>
                    <a:pt x="234" y="96"/>
                    <a:pt x="241" y="85"/>
                    <a:pt x="248" y="65"/>
                  </a:cubicBezTo>
                  <a:cubicBezTo>
                    <a:pt x="254" y="45"/>
                    <a:pt x="248" y="28"/>
                    <a:pt x="248" y="28"/>
                  </a:cubicBezTo>
                  <a:cubicBezTo>
                    <a:pt x="246" y="23"/>
                    <a:pt x="243" y="24"/>
                    <a:pt x="243" y="24"/>
                  </a:cubicBezTo>
                  <a:cubicBezTo>
                    <a:pt x="243" y="24"/>
                    <a:pt x="242" y="20"/>
                    <a:pt x="241" y="18"/>
                  </a:cubicBezTo>
                  <a:cubicBezTo>
                    <a:pt x="240" y="17"/>
                    <a:pt x="238" y="12"/>
                    <a:pt x="237" y="10"/>
                  </a:cubicBezTo>
                  <a:cubicBezTo>
                    <a:pt x="237" y="9"/>
                    <a:pt x="229" y="0"/>
                    <a:pt x="228" y="12"/>
                  </a:cubicBezTo>
                  <a:cubicBezTo>
                    <a:pt x="228" y="23"/>
                    <a:pt x="224" y="37"/>
                    <a:pt x="217" y="58"/>
                  </a:cubicBezTo>
                  <a:cubicBezTo>
                    <a:pt x="210" y="80"/>
                    <a:pt x="194" y="101"/>
                    <a:pt x="194" y="101"/>
                  </a:cubicBezTo>
                  <a:cubicBezTo>
                    <a:pt x="185" y="112"/>
                    <a:pt x="181" y="117"/>
                    <a:pt x="178" y="121"/>
                  </a:cubicBezTo>
                  <a:cubicBezTo>
                    <a:pt x="167" y="138"/>
                    <a:pt x="159" y="147"/>
                    <a:pt x="156" y="155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1" y="188"/>
                    <a:pt x="139" y="193"/>
                    <a:pt x="138" y="209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9" y="236"/>
                    <a:pt x="141" y="245"/>
                    <a:pt x="143" y="255"/>
                  </a:cubicBezTo>
                  <a:cubicBezTo>
                    <a:pt x="144" y="269"/>
                    <a:pt x="144" y="269"/>
                    <a:pt x="144" y="269"/>
                  </a:cubicBezTo>
                  <a:cubicBezTo>
                    <a:pt x="145" y="277"/>
                    <a:pt x="143" y="283"/>
                    <a:pt x="136" y="289"/>
                  </a:cubicBezTo>
                  <a:cubicBezTo>
                    <a:pt x="129" y="296"/>
                    <a:pt x="129" y="296"/>
                    <a:pt x="129" y="296"/>
                  </a:cubicBezTo>
                  <a:cubicBezTo>
                    <a:pt x="123" y="305"/>
                    <a:pt x="113" y="322"/>
                    <a:pt x="110" y="328"/>
                  </a:cubicBezTo>
                  <a:cubicBezTo>
                    <a:pt x="106" y="338"/>
                    <a:pt x="106" y="338"/>
                    <a:pt x="106" y="338"/>
                  </a:cubicBezTo>
                  <a:cubicBezTo>
                    <a:pt x="100" y="348"/>
                    <a:pt x="97" y="357"/>
                    <a:pt x="83" y="358"/>
                  </a:cubicBezTo>
                  <a:cubicBezTo>
                    <a:pt x="59" y="361"/>
                    <a:pt x="59" y="361"/>
                    <a:pt x="59" y="361"/>
                  </a:cubicBezTo>
                  <a:cubicBezTo>
                    <a:pt x="42" y="364"/>
                    <a:pt x="37" y="372"/>
                    <a:pt x="31" y="376"/>
                  </a:cubicBezTo>
                  <a:cubicBezTo>
                    <a:pt x="25" y="383"/>
                    <a:pt x="20" y="388"/>
                    <a:pt x="18" y="392"/>
                  </a:cubicBezTo>
                  <a:moveTo>
                    <a:pt x="16" y="442"/>
                  </a:moveTo>
                  <a:cubicBezTo>
                    <a:pt x="15" y="440"/>
                    <a:pt x="13" y="438"/>
                    <a:pt x="13" y="434"/>
                  </a:cubicBezTo>
                  <a:cubicBezTo>
                    <a:pt x="11" y="428"/>
                    <a:pt x="11" y="419"/>
                    <a:pt x="17" y="408"/>
                  </a:cubicBezTo>
                  <a:cubicBezTo>
                    <a:pt x="27" y="392"/>
                    <a:pt x="32" y="374"/>
                    <a:pt x="59" y="369"/>
                  </a:cubicBezTo>
                  <a:cubicBezTo>
                    <a:pt x="81" y="366"/>
                    <a:pt x="81" y="366"/>
                    <a:pt x="81" y="366"/>
                  </a:cubicBezTo>
                  <a:cubicBezTo>
                    <a:pt x="90" y="366"/>
                    <a:pt x="94" y="365"/>
                    <a:pt x="100" y="360"/>
                  </a:cubicBezTo>
                  <a:cubicBezTo>
                    <a:pt x="104" y="355"/>
                    <a:pt x="109" y="349"/>
                    <a:pt x="112" y="342"/>
                  </a:cubicBezTo>
                  <a:cubicBezTo>
                    <a:pt x="116" y="333"/>
                    <a:pt x="123" y="318"/>
                    <a:pt x="131" y="308"/>
                  </a:cubicBezTo>
                  <a:cubicBezTo>
                    <a:pt x="143" y="292"/>
                    <a:pt x="143" y="297"/>
                    <a:pt x="149" y="287"/>
                  </a:cubicBezTo>
                  <a:cubicBezTo>
                    <a:pt x="149" y="286"/>
                    <a:pt x="155" y="277"/>
                    <a:pt x="153" y="267"/>
                  </a:cubicBezTo>
                  <a:cubicBezTo>
                    <a:pt x="150" y="254"/>
                    <a:pt x="143" y="226"/>
                    <a:pt x="147" y="204"/>
                  </a:cubicBezTo>
                  <a:cubicBezTo>
                    <a:pt x="150" y="179"/>
                    <a:pt x="164" y="151"/>
                    <a:pt x="180" y="131"/>
                  </a:cubicBezTo>
                  <a:cubicBezTo>
                    <a:pt x="201" y="103"/>
                    <a:pt x="207" y="96"/>
                    <a:pt x="222" y="65"/>
                  </a:cubicBezTo>
                  <a:cubicBezTo>
                    <a:pt x="222" y="65"/>
                    <a:pt x="233" y="43"/>
                    <a:pt x="231" y="21"/>
                  </a:cubicBezTo>
                  <a:cubicBezTo>
                    <a:pt x="231" y="19"/>
                    <a:pt x="233" y="18"/>
                    <a:pt x="234" y="18"/>
                  </a:cubicBezTo>
                  <a:cubicBezTo>
                    <a:pt x="234" y="16"/>
                    <a:pt x="237" y="18"/>
                    <a:pt x="237" y="18"/>
                  </a:cubicBezTo>
                  <a:cubicBezTo>
                    <a:pt x="237" y="19"/>
                    <a:pt x="238" y="20"/>
                    <a:pt x="238" y="21"/>
                  </a:cubicBezTo>
                  <a:cubicBezTo>
                    <a:pt x="238" y="26"/>
                    <a:pt x="238" y="31"/>
                    <a:pt x="238" y="36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6" y="50"/>
                    <a:pt x="236" y="50"/>
                    <a:pt x="236" y="50"/>
                  </a:cubicBezTo>
                  <a:cubicBezTo>
                    <a:pt x="239" y="51"/>
                    <a:pt x="239" y="51"/>
                    <a:pt x="239" y="51"/>
                  </a:cubicBezTo>
                  <a:cubicBezTo>
                    <a:pt x="239" y="51"/>
                    <a:pt x="241" y="48"/>
                    <a:pt x="241" y="48"/>
                  </a:cubicBezTo>
                  <a:cubicBezTo>
                    <a:pt x="242" y="47"/>
                    <a:pt x="242" y="44"/>
                    <a:pt x="243" y="40"/>
                  </a:cubicBezTo>
                  <a:cubicBezTo>
                    <a:pt x="243" y="38"/>
                    <a:pt x="243" y="35"/>
                    <a:pt x="244" y="33"/>
                  </a:cubicBezTo>
                  <a:cubicBezTo>
                    <a:pt x="245" y="36"/>
                    <a:pt x="245" y="39"/>
                    <a:pt x="245" y="43"/>
                  </a:cubicBezTo>
                  <a:cubicBezTo>
                    <a:pt x="245" y="45"/>
                    <a:pt x="245" y="46"/>
                    <a:pt x="245" y="47"/>
                  </a:cubicBezTo>
                  <a:cubicBezTo>
                    <a:pt x="243" y="61"/>
                    <a:pt x="239" y="73"/>
                    <a:pt x="234" y="83"/>
                  </a:cubicBezTo>
                  <a:cubicBezTo>
                    <a:pt x="231" y="88"/>
                    <a:pt x="210" y="122"/>
                    <a:pt x="203" y="132"/>
                  </a:cubicBezTo>
                  <a:cubicBezTo>
                    <a:pt x="202" y="134"/>
                    <a:pt x="202" y="135"/>
                    <a:pt x="202" y="136"/>
                  </a:cubicBezTo>
                  <a:cubicBezTo>
                    <a:pt x="202" y="137"/>
                    <a:pt x="202" y="138"/>
                    <a:pt x="202" y="138"/>
                  </a:cubicBezTo>
                  <a:cubicBezTo>
                    <a:pt x="204" y="139"/>
                    <a:pt x="207" y="138"/>
                    <a:pt x="208" y="136"/>
                  </a:cubicBezTo>
                  <a:cubicBezTo>
                    <a:pt x="212" y="131"/>
                    <a:pt x="228" y="112"/>
                    <a:pt x="228" y="112"/>
                  </a:cubicBezTo>
                  <a:cubicBezTo>
                    <a:pt x="235" y="106"/>
                    <a:pt x="254" y="101"/>
                    <a:pt x="260" y="101"/>
                  </a:cubicBezTo>
                  <a:cubicBezTo>
                    <a:pt x="258" y="103"/>
                    <a:pt x="252" y="108"/>
                    <a:pt x="247" y="112"/>
                  </a:cubicBezTo>
                  <a:cubicBezTo>
                    <a:pt x="238" y="120"/>
                    <a:pt x="228" y="128"/>
                    <a:pt x="226" y="132"/>
                  </a:cubicBezTo>
                  <a:cubicBezTo>
                    <a:pt x="222" y="137"/>
                    <a:pt x="219" y="143"/>
                    <a:pt x="217" y="148"/>
                  </a:cubicBezTo>
                  <a:cubicBezTo>
                    <a:pt x="214" y="153"/>
                    <a:pt x="210" y="158"/>
                    <a:pt x="207" y="163"/>
                  </a:cubicBezTo>
                  <a:cubicBezTo>
                    <a:pt x="195" y="177"/>
                    <a:pt x="195" y="177"/>
                    <a:pt x="195" y="177"/>
                  </a:cubicBezTo>
                  <a:cubicBezTo>
                    <a:pt x="189" y="187"/>
                    <a:pt x="189" y="187"/>
                    <a:pt x="189" y="187"/>
                  </a:cubicBezTo>
                  <a:cubicBezTo>
                    <a:pt x="189" y="187"/>
                    <a:pt x="191" y="189"/>
                    <a:pt x="195" y="184"/>
                  </a:cubicBezTo>
                  <a:cubicBezTo>
                    <a:pt x="199" y="180"/>
                    <a:pt x="210" y="171"/>
                    <a:pt x="216" y="166"/>
                  </a:cubicBezTo>
                  <a:cubicBezTo>
                    <a:pt x="228" y="155"/>
                    <a:pt x="243" y="156"/>
                    <a:pt x="251" y="155"/>
                  </a:cubicBezTo>
                  <a:cubicBezTo>
                    <a:pt x="257" y="157"/>
                    <a:pt x="242" y="159"/>
                    <a:pt x="223" y="175"/>
                  </a:cubicBezTo>
                  <a:cubicBezTo>
                    <a:pt x="204" y="191"/>
                    <a:pt x="198" y="198"/>
                    <a:pt x="197" y="201"/>
                  </a:cubicBezTo>
                  <a:cubicBezTo>
                    <a:pt x="196" y="203"/>
                    <a:pt x="196" y="204"/>
                    <a:pt x="196" y="205"/>
                  </a:cubicBezTo>
                  <a:cubicBezTo>
                    <a:pt x="196" y="207"/>
                    <a:pt x="198" y="205"/>
                    <a:pt x="199" y="205"/>
                  </a:cubicBezTo>
                  <a:cubicBezTo>
                    <a:pt x="203" y="202"/>
                    <a:pt x="216" y="191"/>
                    <a:pt x="216" y="191"/>
                  </a:cubicBezTo>
                  <a:cubicBezTo>
                    <a:pt x="219" y="189"/>
                    <a:pt x="226" y="188"/>
                    <a:pt x="229" y="188"/>
                  </a:cubicBezTo>
                  <a:cubicBezTo>
                    <a:pt x="231" y="188"/>
                    <a:pt x="234" y="188"/>
                    <a:pt x="236" y="189"/>
                  </a:cubicBezTo>
                  <a:cubicBezTo>
                    <a:pt x="232" y="192"/>
                    <a:pt x="219" y="202"/>
                    <a:pt x="216" y="206"/>
                  </a:cubicBezTo>
                  <a:cubicBezTo>
                    <a:pt x="204" y="220"/>
                    <a:pt x="192" y="244"/>
                    <a:pt x="190" y="258"/>
                  </a:cubicBezTo>
                  <a:cubicBezTo>
                    <a:pt x="189" y="262"/>
                    <a:pt x="189" y="262"/>
                    <a:pt x="189" y="262"/>
                  </a:cubicBezTo>
                  <a:cubicBezTo>
                    <a:pt x="188" y="270"/>
                    <a:pt x="188" y="270"/>
                    <a:pt x="188" y="270"/>
                  </a:cubicBezTo>
                  <a:cubicBezTo>
                    <a:pt x="188" y="270"/>
                    <a:pt x="188" y="270"/>
                    <a:pt x="188" y="270"/>
                  </a:cubicBezTo>
                  <a:cubicBezTo>
                    <a:pt x="188" y="274"/>
                    <a:pt x="188" y="277"/>
                    <a:pt x="186" y="280"/>
                  </a:cubicBezTo>
                  <a:cubicBezTo>
                    <a:pt x="180" y="285"/>
                    <a:pt x="180" y="285"/>
                    <a:pt x="180" y="285"/>
                  </a:cubicBezTo>
                  <a:cubicBezTo>
                    <a:pt x="179" y="286"/>
                    <a:pt x="179" y="286"/>
                    <a:pt x="179" y="286"/>
                  </a:cubicBezTo>
                  <a:cubicBezTo>
                    <a:pt x="175" y="289"/>
                    <a:pt x="172" y="291"/>
                    <a:pt x="168" y="293"/>
                  </a:cubicBezTo>
                  <a:cubicBezTo>
                    <a:pt x="162" y="294"/>
                    <a:pt x="158" y="299"/>
                    <a:pt x="155" y="303"/>
                  </a:cubicBezTo>
                  <a:cubicBezTo>
                    <a:pt x="153" y="305"/>
                    <a:pt x="153" y="305"/>
                    <a:pt x="153" y="305"/>
                  </a:cubicBezTo>
                  <a:cubicBezTo>
                    <a:pt x="140" y="320"/>
                    <a:pt x="140" y="320"/>
                    <a:pt x="140" y="320"/>
                  </a:cubicBezTo>
                  <a:cubicBezTo>
                    <a:pt x="137" y="324"/>
                    <a:pt x="137" y="324"/>
                    <a:pt x="137" y="324"/>
                  </a:cubicBezTo>
                  <a:cubicBezTo>
                    <a:pt x="132" y="330"/>
                    <a:pt x="127" y="336"/>
                    <a:pt x="123" y="343"/>
                  </a:cubicBezTo>
                  <a:cubicBezTo>
                    <a:pt x="122" y="344"/>
                    <a:pt x="122" y="345"/>
                    <a:pt x="121" y="346"/>
                  </a:cubicBezTo>
                  <a:cubicBezTo>
                    <a:pt x="119" y="352"/>
                    <a:pt x="117" y="357"/>
                    <a:pt x="113" y="361"/>
                  </a:cubicBezTo>
                  <a:cubicBezTo>
                    <a:pt x="111" y="368"/>
                    <a:pt x="111" y="368"/>
                    <a:pt x="111" y="368"/>
                  </a:cubicBezTo>
                  <a:cubicBezTo>
                    <a:pt x="107" y="373"/>
                    <a:pt x="100" y="374"/>
                    <a:pt x="93" y="374"/>
                  </a:cubicBezTo>
                  <a:cubicBezTo>
                    <a:pt x="87" y="375"/>
                    <a:pt x="87" y="375"/>
                    <a:pt x="87" y="375"/>
                  </a:cubicBezTo>
                  <a:cubicBezTo>
                    <a:pt x="78" y="376"/>
                    <a:pt x="69" y="379"/>
                    <a:pt x="59" y="382"/>
                  </a:cubicBezTo>
                  <a:cubicBezTo>
                    <a:pt x="46" y="387"/>
                    <a:pt x="39" y="391"/>
                    <a:pt x="30" y="401"/>
                  </a:cubicBezTo>
                  <a:cubicBezTo>
                    <a:pt x="27" y="404"/>
                    <a:pt x="22" y="412"/>
                    <a:pt x="20" y="417"/>
                  </a:cubicBezTo>
                  <a:cubicBezTo>
                    <a:pt x="19" y="420"/>
                    <a:pt x="18" y="424"/>
                    <a:pt x="18" y="428"/>
                  </a:cubicBezTo>
                  <a:cubicBezTo>
                    <a:pt x="19" y="437"/>
                    <a:pt x="25" y="442"/>
                    <a:pt x="25" y="443"/>
                  </a:cubicBezTo>
                  <a:cubicBezTo>
                    <a:pt x="34" y="451"/>
                    <a:pt x="25" y="452"/>
                    <a:pt x="16" y="442"/>
                  </a:cubicBezTo>
                  <a:moveTo>
                    <a:pt x="171" y="307"/>
                  </a:moveTo>
                  <a:cubicBezTo>
                    <a:pt x="171" y="308"/>
                    <a:pt x="171" y="309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71" y="310"/>
                    <a:pt x="167" y="314"/>
                    <a:pt x="163" y="317"/>
                  </a:cubicBezTo>
                  <a:cubicBezTo>
                    <a:pt x="158" y="322"/>
                    <a:pt x="152" y="327"/>
                    <a:pt x="150" y="330"/>
                  </a:cubicBezTo>
                  <a:cubicBezTo>
                    <a:pt x="145" y="337"/>
                    <a:pt x="145" y="337"/>
                    <a:pt x="145" y="337"/>
                  </a:cubicBezTo>
                  <a:cubicBezTo>
                    <a:pt x="141" y="343"/>
                    <a:pt x="130" y="361"/>
                    <a:pt x="127" y="360"/>
                  </a:cubicBezTo>
                  <a:cubicBezTo>
                    <a:pt x="123" y="358"/>
                    <a:pt x="123" y="358"/>
                    <a:pt x="123" y="358"/>
                  </a:cubicBezTo>
                  <a:cubicBezTo>
                    <a:pt x="123" y="358"/>
                    <a:pt x="123" y="358"/>
                    <a:pt x="123" y="358"/>
                  </a:cubicBezTo>
                  <a:cubicBezTo>
                    <a:pt x="123" y="358"/>
                    <a:pt x="121" y="354"/>
                    <a:pt x="121" y="354"/>
                  </a:cubicBezTo>
                  <a:cubicBezTo>
                    <a:pt x="139" y="329"/>
                    <a:pt x="139" y="329"/>
                    <a:pt x="139" y="329"/>
                  </a:cubicBezTo>
                  <a:cubicBezTo>
                    <a:pt x="148" y="324"/>
                    <a:pt x="161" y="296"/>
                    <a:pt x="185" y="289"/>
                  </a:cubicBezTo>
                  <a:cubicBezTo>
                    <a:pt x="183" y="290"/>
                    <a:pt x="177" y="300"/>
                    <a:pt x="170" y="304"/>
                  </a:cubicBezTo>
                  <a:lnTo>
                    <a:pt x="171" y="307"/>
                  </a:lnTo>
                  <a:close/>
                  <a:moveTo>
                    <a:pt x="102" y="405"/>
                  </a:moveTo>
                  <a:cubicBezTo>
                    <a:pt x="94" y="404"/>
                    <a:pt x="86" y="403"/>
                    <a:pt x="80" y="405"/>
                  </a:cubicBezTo>
                  <a:cubicBezTo>
                    <a:pt x="78" y="405"/>
                    <a:pt x="78" y="405"/>
                    <a:pt x="78" y="405"/>
                  </a:cubicBezTo>
                  <a:cubicBezTo>
                    <a:pt x="72" y="407"/>
                    <a:pt x="65" y="408"/>
                    <a:pt x="60" y="411"/>
                  </a:cubicBezTo>
                  <a:cubicBezTo>
                    <a:pt x="53" y="415"/>
                    <a:pt x="48" y="419"/>
                    <a:pt x="44" y="425"/>
                  </a:cubicBezTo>
                  <a:cubicBezTo>
                    <a:pt x="43" y="426"/>
                    <a:pt x="43" y="426"/>
                    <a:pt x="43" y="426"/>
                  </a:cubicBezTo>
                  <a:cubicBezTo>
                    <a:pt x="40" y="429"/>
                    <a:pt x="37" y="434"/>
                    <a:pt x="37" y="439"/>
                  </a:cubicBezTo>
                  <a:cubicBezTo>
                    <a:pt x="37" y="441"/>
                    <a:pt x="37" y="443"/>
                    <a:pt x="39" y="444"/>
                  </a:cubicBezTo>
                  <a:cubicBezTo>
                    <a:pt x="40" y="445"/>
                    <a:pt x="40" y="446"/>
                    <a:pt x="40" y="446"/>
                  </a:cubicBezTo>
                  <a:cubicBezTo>
                    <a:pt x="40" y="446"/>
                    <a:pt x="39" y="449"/>
                    <a:pt x="35" y="448"/>
                  </a:cubicBezTo>
                  <a:cubicBezTo>
                    <a:pt x="32" y="447"/>
                    <a:pt x="28" y="442"/>
                    <a:pt x="28" y="440"/>
                  </a:cubicBezTo>
                  <a:cubicBezTo>
                    <a:pt x="28" y="428"/>
                    <a:pt x="40" y="412"/>
                    <a:pt x="46" y="408"/>
                  </a:cubicBezTo>
                  <a:cubicBezTo>
                    <a:pt x="72" y="391"/>
                    <a:pt x="101" y="395"/>
                    <a:pt x="104" y="397"/>
                  </a:cubicBezTo>
                  <a:cubicBezTo>
                    <a:pt x="108" y="398"/>
                    <a:pt x="113" y="401"/>
                    <a:pt x="114" y="403"/>
                  </a:cubicBezTo>
                  <a:cubicBezTo>
                    <a:pt x="114" y="404"/>
                    <a:pt x="114" y="404"/>
                    <a:pt x="114" y="405"/>
                  </a:cubicBezTo>
                  <a:cubicBezTo>
                    <a:pt x="113" y="406"/>
                    <a:pt x="106" y="405"/>
                    <a:pt x="102" y="405"/>
                  </a:cubicBezTo>
                  <a:moveTo>
                    <a:pt x="139" y="399"/>
                  </a:moveTo>
                  <a:cubicBezTo>
                    <a:pt x="133" y="401"/>
                    <a:pt x="124" y="393"/>
                    <a:pt x="124" y="393"/>
                  </a:cubicBezTo>
                  <a:cubicBezTo>
                    <a:pt x="106" y="387"/>
                    <a:pt x="83" y="391"/>
                    <a:pt x="74" y="392"/>
                  </a:cubicBezTo>
                  <a:cubicBezTo>
                    <a:pt x="48" y="401"/>
                    <a:pt x="48" y="401"/>
                    <a:pt x="48" y="401"/>
                  </a:cubicBezTo>
                  <a:cubicBezTo>
                    <a:pt x="34" y="409"/>
                    <a:pt x="33" y="414"/>
                    <a:pt x="30" y="419"/>
                  </a:cubicBezTo>
                  <a:cubicBezTo>
                    <a:pt x="24" y="431"/>
                    <a:pt x="28" y="430"/>
                    <a:pt x="25" y="431"/>
                  </a:cubicBezTo>
                  <a:cubicBezTo>
                    <a:pt x="21" y="433"/>
                    <a:pt x="21" y="425"/>
                    <a:pt x="26" y="415"/>
                  </a:cubicBezTo>
                  <a:cubicBezTo>
                    <a:pt x="30" y="405"/>
                    <a:pt x="41" y="396"/>
                    <a:pt x="51" y="391"/>
                  </a:cubicBezTo>
                  <a:cubicBezTo>
                    <a:pt x="58" y="388"/>
                    <a:pt x="72" y="385"/>
                    <a:pt x="84" y="383"/>
                  </a:cubicBezTo>
                  <a:cubicBezTo>
                    <a:pt x="96" y="381"/>
                    <a:pt x="125" y="382"/>
                    <a:pt x="132" y="387"/>
                  </a:cubicBezTo>
                  <a:cubicBezTo>
                    <a:pt x="135" y="389"/>
                    <a:pt x="146" y="397"/>
                    <a:pt x="139" y="399"/>
                  </a:cubicBezTo>
                  <a:moveTo>
                    <a:pt x="166" y="398"/>
                  </a:moveTo>
                  <a:cubicBezTo>
                    <a:pt x="163" y="396"/>
                    <a:pt x="165" y="398"/>
                    <a:pt x="152" y="390"/>
                  </a:cubicBezTo>
                  <a:cubicBezTo>
                    <a:pt x="129" y="376"/>
                    <a:pt x="95" y="380"/>
                    <a:pt x="90" y="380"/>
                  </a:cubicBezTo>
                  <a:cubicBezTo>
                    <a:pt x="92" y="379"/>
                    <a:pt x="108" y="375"/>
                    <a:pt x="109" y="375"/>
                  </a:cubicBezTo>
                  <a:cubicBezTo>
                    <a:pt x="109" y="375"/>
                    <a:pt x="115" y="371"/>
                    <a:pt x="116" y="368"/>
                  </a:cubicBezTo>
                  <a:cubicBezTo>
                    <a:pt x="117" y="366"/>
                    <a:pt x="118" y="362"/>
                    <a:pt x="120" y="362"/>
                  </a:cubicBezTo>
                  <a:cubicBezTo>
                    <a:pt x="133" y="363"/>
                    <a:pt x="167" y="389"/>
                    <a:pt x="166" y="398"/>
                  </a:cubicBezTo>
                  <a:moveTo>
                    <a:pt x="160" y="372"/>
                  </a:moveTo>
                  <a:cubicBezTo>
                    <a:pt x="162" y="375"/>
                    <a:pt x="162" y="375"/>
                    <a:pt x="162" y="375"/>
                  </a:cubicBezTo>
                  <a:cubicBezTo>
                    <a:pt x="159" y="375"/>
                    <a:pt x="159" y="375"/>
                    <a:pt x="159" y="375"/>
                  </a:cubicBezTo>
                  <a:cubicBezTo>
                    <a:pt x="152" y="375"/>
                    <a:pt x="151" y="375"/>
                    <a:pt x="150" y="373"/>
                  </a:cubicBezTo>
                  <a:cubicBezTo>
                    <a:pt x="148" y="371"/>
                    <a:pt x="151" y="369"/>
                    <a:pt x="152" y="368"/>
                  </a:cubicBezTo>
                  <a:cubicBezTo>
                    <a:pt x="154" y="367"/>
                    <a:pt x="154" y="367"/>
                    <a:pt x="154" y="367"/>
                  </a:cubicBezTo>
                  <a:cubicBezTo>
                    <a:pt x="157" y="366"/>
                    <a:pt x="158" y="370"/>
                    <a:pt x="160" y="372"/>
                  </a:cubicBezTo>
                  <a:moveTo>
                    <a:pt x="175" y="341"/>
                  </a:moveTo>
                  <a:cubicBezTo>
                    <a:pt x="200" y="335"/>
                    <a:pt x="213" y="338"/>
                    <a:pt x="216" y="340"/>
                  </a:cubicBezTo>
                  <a:cubicBezTo>
                    <a:pt x="213" y="341"/>
                    <a:pt x="202" y="344"/>
                    <a:pt x="195" y="345"/>
                  </a:cubicBezTo>
                  <a:cubicBezTo>
                    <a:pt x="189" y="347"/>
                    <a:pt x="186" y="348"/>
                    <a:pt x="184" y="348"/>
                  </a:cubicBezTo>
                  <a:cubicBezTo>
                    <a:pt x="182" y="350"/>
                    <a:pt x="181" y="349"/>
                    <a:pt x="178" y="349"/>
                  </a:cubicBezTo>
                  <a:cubicBezTo>
                    <a:pt x="176" y="348"/>
                    <a:pt x="177" y="349"/>
                    <a:pt x="173" y="350"/>
                  </a:cubicBezTo>
                  <a:cubicBezTo>
                    <a:pt x="167" y="352"/>
                    <a:pt x="155" y="359"/>
                    <a:pt x="147" y="366"/>
                  </a:cubicBezTo>
                  <a:cubicBezTo>
                    <a:pt x="145" y="368"/>
                    <a:pt x="145" y="368"/>
                    <a:pt x="145" y="368"/>
                  </a:cubicBezTo>
                  <a:cubicBezTo>
                    <a:pt x="144" y="369"/>
                    <a:pt x="140" y="365"/>
                    <a:pt x="139" y="365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39" y="365"/>
                    <a:pt x="138" y="364"/>
                    <a:pt x="137" y="363"/>
                  </a:cubicBezTo>
                  <a:cubicBezTo>
                    <a:pt x="140" y="359"/>
                    <a:pt x="151" y="350"/>
                    <a:pt x="155" y="348"/>
                  </a:cubicBezTo>
                  <a:cubicBezTo>
                    <a:pt x="161" y="344"/>
                    <a:pt x="169" y="342"/>
                    <a:pt x="175" y="341"/>
                  </a:cubicBezTo>
                  <a:moveTo>
                    <a:pt x="266" y="272"/>
                  </a:moveTo>
                  <a:cubicBezTo>
                    <a:pt x="262" y="272"/>
                    <a:pt x="232" y="269"/>
                    <a:pt x="221" y="273"/>
                  </a:cubicBezTo>
                  <a:cubicBezTo>
                    <a:pt x="220" y="273"/>
                    <a:pt x="219" y="274"/>
                    <a:pt x="219" y="274"/>
                  </a:cubicBezTo>
                  <a:cubicBezTo>
                    <a:pt x="215" y="276"/>
                    <a:pt x="215" y="276"/>
                    <a:pt x="215" y="276"/>
                  </a:cubicBezTo>
                  <a:cubicBezTo>
                    <a:pt x="204" y="282"/>
                    <a:pt x="199" y="285"/>
                    <a:pt x="199" y="288"/>
                  </a:cubicBezTo>
                  <a:cubicBezTo>
                    <a:pt x="200" y="290"/>
                    <a:pt x="200" y="290"/>
                    <a:pt x="200" y="290"/>
                  </a:cubicBezTo>
                  <a:cubicBezTo>
                    <a:pt x="201" y="290"/>
                    <a:pt x="201" y="290"/>
                    <a:pt x="201" y="290"/>
                  </a:cubicBezTo>
                  <a:cubicBezTo>
                    <a:pt x="211" y="285"/>
                    <a:pt x="220" y="284"/>
                    <a:pt x="229" y="287"/>
                  </a:cubicBezTo>
                  <a:cubicBezTo>
                    <a:pt x="230" y="287"/>
                    <a:pt x="230" y="287"/>
                    <a:pt x="230" y="287"/>
                  </a:cubicBezTo>
                  <a:cubicBezTo>
                    <a:pt x="234" y="289"/>
                    <a:pt x="237" y="290"/>
                    <a:pt x="238" y="291"/>
                  </a:cubicBezTo>
                  <a:cubicBezTo>
                    <a:pt x="231" y="291"/>
                    <a:pt x="221" y="293"/>
                    <a:pt x="218" y="294"/>
                  </a:cubicBezTo>
                  <a:cubicBezTo>
                    <a:pt x="212" y="296"/>
                    <a:pt x="187" y="310"/>
                    <a:pt x="181" y="315"/>
                  </a:cubicBezTo>
                  <a:cubicBezTo>
                    <a:pt x="172" y="323"/>
                    <a:pt x="172" y="323"/>
                    <a:pt x="172" y="323"/>
                  </a:cubicBezTo>
                  <a:cubicBezTo>
                    <a:pt x="161" y="338"/>
                    <a:pt x="148" y="349"/>
                    <a:pt x="147" y="349"/>
                  </a:cubicBezTo>
                  <a:cubicBezTo>
                    <a:pt x="137" y="349"/>
                    <a:pt x="157" y="329"/>
                    <a:pt x="160" y="325"/>
                  </a:cubicBezTo>
                  <a:cubicBezTo>
                    <a:pt x="171" y="317"/>
                    <a:pt x="171" y="317"/>
                    <a:pt x="171" y="317"/>
                  </a:cubicBezTo>
                  <a:cubicBezTo>
                    <a:pt x="181" y="310"/>
                    <a:pt x="182" y="303"/>
                    <a:pt x="182" y="302"/>
                  </a:cubicBezTo>
                  <a:cubicBezTo>
                    <a:pt x="183" y="300"/>
                    <a:pt x="189" y="296"/>
                    <a:pt x="191" y="296"/>
                  </a:cubicBezTo>
                  <a:cubicBezTo>
                    <a:pt x="192" y="295"/>
                    <a:pt x="192" y="295"/>
                    <a:pt x="192" y="295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93"/>
                    <a:pt x="193" y="293"/>
                    <a:pt x="193" y="292"/>
                  </a:cubicBezTo>
                  <a:cubicBezTo>
                    <a:pt x="193" y="292"/>
                    <a:pt x="193" y="291"/>
                    <a:pt x="193" y="291"/>
                  </a:cubicBezTo>
                  <a:cubicBezTo>
                    <a:pt x="192" y="290"/>
                    <a:pt x="191" y="290"/>
                    <a:pt x="191" y="290"/>
                  </a:cubicBezTo>
                  <a:cubicBezTo>
                    <a:pt x="190" y="290"/>
                    <a:pt x="189" y="290"/>
                    <a:pt x="187" y="291"/>
                  </a:cubicBezTo>
                  <a:cubicBezTo>
                    <a:pt x="192" y="287"/>
                    <a:pt x="198" y="283"/>
                    <a:pt x="200" y="280"/>
                  </a:cubicBezTo>
                  <a:cubicBezTo>
                    <a:pt x="201" y="279"/>
                    <a:pt x="202" y="277"/>
                    <a:pt x="202" y="276"/>
                  </a:cubicBezTo>
                  <a:cubicBezTo>
                    <a:pt x="202" y="275"/>
                    <a:pt x="198" y="273"/>
                    <a:pt x="193" y="275"/>
                  </a:cubicBezTo>
                  <a:cubicBezTo>
                    <a:pt x="193" y="275"/>
                    <a:pt x="193" y="275"/>
                    <a:pt x="193" y="274"/>
                  </a:cubicBezTo>
                  <a:cubicBezTo>
                    <a:pt x="193" y="273"/>
                    <a:pt x="193" y="270"/>
                    <a:pt x="195" y="266"/>
                  </a:cubicBezTo>
                  <a:cubicBezTo>
                    <a:pt x="196" y="264"/>
                    <a:pt x="197" y="262"/>
                    <a:pt x="199" y="261"/>
                  </a:cubicBezTo>
                  <a:cubicBezTo>
                    <a:pt x="204" y="255"/>
                    <a:pt x="213" y="251"/>
                    <a:pt x="220" y="248"/>
                  </a:cubicBezTo>
                  <a:cubicBezTo>
                    <a:pt x="220" y="248"/>
                    <a:pt x="240" y="246"/>
                    <a:pt x="241" y="250"/>
                  </a:cubicBezTo>
                  <a:cubicBezTo>
                    <a:pt x="235" y="253"/>
                    <a:pt x="229" y="256"/>
                    <a:pt x="225" y="258"/>
                  </a:cubicBezTo>
                  <a:cubicBezTo>
                    <a:pt x="220" y="261"/>
                    <a:pt x="220" y="261"/>
                    <a:pt x="220" y="261"/>
                  </a:cubicBezTo>
                  <a:cubicBezTo>
                    <a:pt x="219" y="262"/>
                    <a:pt x="219" y="262"/>
                    <a:pt x="219" y="263"/>
                  </a:cubicBezTo>
                  <a:cubicBezTo>
                    <a:pt x="219" y="263"/>
                    <a:pt x="219" y="263"/>
                    <a:pt x="219" y="264"/>
                  </a:cubicBezTo>
                  <a:cubicBezTo>
                    <a:pt x="220" y="265"/>
                    <a:pt x="237" y="263"/>
                    <a:pt x="237" y="263"/>
                  </a:cubicBezTo>
                  <a:cubicBezTo>
                    <a:pt x="259" y="260"/>
                    <a:pt x="265" y="265"/>
                    <a:pt x="268" y="268"/>
                  </a:cubicBezTo>
                  <a:cubicBezTo>
                    <a:pt x="266" y="268"/>
                    <a:pt x="271" y="272"/>
                    <a:pt x="266" y="27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3" name="Freeform 632">
              <a:extLst>
                <a:ext uri="{FF2B5EF4-FFF2-40B4-BE49-F238E27FC236}">
                  <a16:creationId xmlns:a16="http://schemas.microsoft.com/office/drawing/2014/main" id="{668A4D33-6487-4621-93DB-E7B690BA4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90650" y="12779375"/>
              <a:ext cx="28575" cy="88900"/>
            </a:xfrm>
            <a:custGeom>
              <a:avLst/>
              <a:gdLst>
                <a:gd name="T0" fmla="*/ 39 w 46"/>
                <a:gd name="T1" fmla="*/ 62 h 140"/>
                <a:gd name="T2" fmla="*/ 2 w 46"/>
                <a:gd name="T3" fmla="*/ 0 h 140"/>
                <a:gd name="T4" fmla="*/ 0 w 46"/>
                <a:gd name="T5" fmla="*/ 0 h 140"/>
                <a:gd name="T6" fmla="*/ 7 w 46"/>
                <a:gd name="T7" fmla="*/ 12 h 140"/>
                <a:gd name="T8" fmla="*/ 36 w 46"/>
                <a:gd name="T9" fmla="*/ 79 h 140"/>
                <a:gd name="T10" fmla="*/ 28 w 46"/>
                <a:gd name="T11" fmla="*/ 136 h 140"/>
                <a:gd name="T12" fmla="*/ 32 w 46"/>
                <a:gd name="T13" fmla="*/ 139 h 140"/>
                <a:gd name="T14" fmla="*/ 39 w 46"/>
                <a:gd name="T15" fmla="*/ 6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140">
                  <a:moveTo>
                    <a:pt x="39" y="62"/>
                  </a:moveTo>
                  <a:cubicBezTo>
                    <a:pt x="35" y="35"/>
                    <a:pt x="6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3" y="6"/>
                    <a:pt x="7" y="12"/>
                  </a:cubicBezTo>
                  <a:cubicBezTo>
                    <a:pt x="32" y="44"/>
                    <a:pt x="34" y="62"/>
                    <a:pt x="36" y="79"/>
                  </a:cubicBezTo>
                  <a:cubicBezTo>
                    <a:pt x="38" y="98"/>
                    <a:pt x="31" y="132"/>
                    <a:pt x="28" y="136"/>
                  </a:cubicBezTo>
                  <a:cubicBezTo>
                    <a:pt x="26" y="140"/>
                    <a:pt x="30" y="140"/>
                    <a:pt x="32" y="139"/>
                  </a:cubicBezTo>
                  <a:cubicBezTo>
                    <a:pt x="34" y="136"/>
                    <a:pt x="46" y="103"/>
                    <a:pt x="39" y="6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4" name="Freeform 633">
              <a:extLst>
                <a:ext uri="{FF2B5EF4-FFF2-40B4-BE49-F238E27FC236}">
                  <a16:creationId xmlns:a16="http://schemas.microsoft.com/office/drawing/2014/main" id="{AF0BAAF7-6C43-4AD9-AE56-55BA3C93A2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90650" y="12819063"/>
              <a:ext cx="11113" cy="46037"/>
            </a:xfrm>
            <a:custGeom>
              <a:avLst/>
              <a:gdLst>
                <a:gd name="T0" fmla="*/ 2 w 18"/>
                <a:gd name="T1" fmla="*/ 7 h 71"/>
                <a:gd name="T2" fmla="*/ 11 w 18"/>
                <a:gd name="T3" fmla="*/ 33 h 71"/>
                <a:gd name="T4" fmla="*/ 12 w 18"/>
                <a:gd name="T5" fmla="*/ 66 h 71"/>
                <a:gd name="T6" fmla="*/ 15 w 18"/>
                <a:gd name="T7" fmla="*/ 67 h 71"/>
                <a:gd name="T8" fmla="*/ 16 w 18"/>
                <a:gd name="T9" fmla="*/ 32 h 71"/>
                <a:gd name="T10" fmla="*/ 6 w 18"/>
                <a:gd name="T11" fmla="*/ 4 h 71"/>
                <a:gd name="T12" fmla="*/ 2 w 18"/>
                <a:gd name="T1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71">
                  <a:moveTo>
                    <a:pt x="2" y="7"/>
                  </a:moveTo>
                  <a:cubicBezTo>
                    <a:pt x="6" y="13"/>
                    <a:pt x="11" y="29"/>
                    <a:pt x="11" y="33"/>
                  </a:cubicBezTo>
                  <a:cubicBezTo>
                    <a:pt x="12" y="52"/>
                    <a:pt x="13" y="61"/>
                    <a:pt x="12" y="66"/>
                  </a:cubicBezTo>
                  <a:cubicBezTo>
                    <a:pt x="11" y="71"/>
                    <a:pt x="15" y="71"/>
                    <a:pt x="15" y="67"/>
                  </a:cubicBezTo>
                  <a:cubicBezTo>
                    <a:pt x="15" y="59"/>
                    <a:pt x="18" y="56"/>
                    <a:pt x="16" y="32"/>
                  </a:cubicBezTo>
                  <a:cubicBezTo>
                    <a:pt x="16" y="25"/>
                    <a:pt x="11" y="11"/>
                    <a:pt x="6" y="4"/>
                  </a:cubicBezTo>
                  <a:cubicBezTo>
                    <a:pt x="3" y="0"/>
                    <a:pt x="0" y="4"/>
                    <a:pt x="2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5" name="Freeform 634">
              <a:extLst>
                <a:ext uri="{FF2B5EF4-FFF2-40B4-BE49-F238E27FC236}">
                  <a16:creationId xmlns:a16="http://schemas.microsoft.com/office/drawing/2014/main" id="{CBB84E1B-A17F-49F7-9737-36BC836098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97000" y="12809538"/>
              <a:ext cx="14288" cy="57150"/>
            </a:xfrm>
            <a:custGeom>
              <a:avLst/>
              <a:gdLst>
                <a:gd name="T0" fmla="*/ 2 w 21"/>
                <a:gd name="T1" fmla="*/ 7 h 89"/>
                <a:gd name="T2" fmla="*/ 13 w 21"/>
                <a:gd name="T3" fmla="*/ 34 h 89"/>
                <a:gd name="T4" fmla="*/ 11 w 21"/>
                <a:gd name="T5" fmla="*/ 84 h 89"/>
                <a:gd name="T6" fmla="*/ 14 w 21"/>
                <a:gd name="T7" fmla="*/ 86 h 89"/>
                <a:gd name="T8" fmla="*/ 18 w 21"/>
                <a:gd name="T9" fmla="*/ 33 h 89"/>
                <a:gd name="T10" fmla="*/ 6 w 21"/>
                <a:gd name="T11" fmla="*/ 4 h 89"/>
                <a:gd name="T12" fmla="*/ 2 w 21"/>
                <a:gd name="T13" fmla="*/ 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89">
                  <a:moveTo>
                    <a:pt x="2" y="7"/>
                  </a:moveTo>
                  <a:cubicBezTo>
                    <a:pt x="6" y="13"/>
                    <a:pt x="13" y="30"/>
                    <a:pt x="13" y="34"/>
                  </a:cubicBezTo>
                  <a:cubicBezTo>
                    <a:pt x="15" y="65"/>
                    <a:pt x="11" y="79"/>
                    <a:pt x="11" y="84"/>
                  </a:cubicBezTo>
                  <a:cubicBezTo>
                    <a:pt x="10" y="89"/>
                    <a:pt x="14" y="89"/>
                    <a:pt x="14" y="86"/>
                  </a:cubicBezTo>
                  <a:cubicBezTo>
                    <a:pt x="14" y="77"/>
                    <a:pt x="21" y="61"/>
                    <a:pt x="18" y="33"/>
                  </a:cubicBezTo>
                  <a:cubicBezTo>
                    <a:pt x="17" y="26"/>
                    <a:pt x="11" y="11"/>
                    <a:pt x="6" y="4"/>
                  </a:cubicBezTo>
                  <a:cubicBezTo>
                    <a:pt x="3" y="0"/>
                    <a:pt x="0" y="4"/>
                    <a:pt x="2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6" name="Freeform 635">
              <a:extLst>
                <a:ext uri="{FF2B5EF4-FFF2-40B4-BE49-F238E27FC236}">
                  <a16:creationId xmlns:a16="http://schemas.microsoft.com/office/drawing/2014/main" id="{0E343C08-715D-4FC7-8894-90D609E8AC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17663" y="12779375"/>
              <a:ext cx="30163" cy="88900"/>
            </a:xfrm>
            <a:custGeom>
              <a:avLst/>
              <a:gdLst>
                <a:gd name="T0" fmla="*/ 7 w 46"/>
                <a:gd name="T1" fmla="*/ 62 h 140"/>
                <a:gd name="T2" fmla="*/ 44 w 46"/>
                <a:gd name="T3" fmla="*/ 0 h 140"/>
                <a:gd name="T4" fmla="*/ 46 w 46"/>
                <a:gd name="T5" fmla="*/ 0 h 140"/>
                <a:gd name="T6" fmla="*/ 39 w 46"/>
                <a:gd name="T7" fmla="*/ 12 h 140"/>
                <a:gd name="T8" fmla="*/ 10 w 46"/>
                <a:gd name="T9" fmla="*/ 79 h 140"/>
                <a:gd name="T10" fmla="*/ 18 w 46"/>
                <a:gd name="T11" fmla="*/ 136 h 140"/>
                <a:gd name="T12" fmla="*/ 14 w 46"/>
                <a:gd name="T13" fmla="*/ 139 h 140"/>
                <a:gd name="T14" fmla="*/ 7 w 46"/>
                <a:gd name="T15" fmla="*/ 6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140">
                  <a:moveTo>
                    <a:pt x="7" y="62"/>
                  </a:moveTo>
                  <a:cubicBezTo>
                    <a:pt x="11" y="35"/>
                    <a:pt x="40" y="0"/>
                    <a:pt x="44" y="0"/>
                  </a:cubicBezTo>
                  <a:cubicBezTo>
                    <a:pt x="45" y="0"/>
                    <a:pt x="46" y="0"/>
                    <a:pt x="46" y="0"/>
                  </a:cubicBezTo>
                  <a:cubicBezTo>
                    <a:pt x="46" y="2"/>
                    <a:pt x="43" y="6"/>
                    <a:pt x="39" y="12"/>
                  </a:cubicBezTo>
                  <a:cubicBezTo>
                    <a:pt x="14" y="44"/>
                    <a:pt x="12" y="62"/>
                    <a:pt x="10" y="79"/>
                  </a:cubicBezTo>
                  <a:cubicBezTo>
                    <a:pt x="8" y="98"/>
                    <a:pt x="15" y="132"/>
                    <a:pt x="18" y="136"/>
                  </a:cubicBezTo>
                  <a:cubicBezTo>
                    <a:pt x="20" y="140"/>
                    <a:pt x="16" y="140"/>
                    <a:pt x="14" y="139"/>
                  </a:cubicBezTo>
                  <a:cubicBezTo>
                    <a:pt x="12" y="136"/>
                    <a:pt x="0" y="103"/>
                    <a:pt x="7" y="6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7" name="Freeform 636">
              <a:extLst>
                <a:ext uri="{FF2B5EF4-FFF2-40B4-BE49-F238E27FC236}">
                  <a16:creationId xmlns:a16="http://schemas.microsoft.com/office/drawing/2014/main" id="{A6DD4708-D45C-4675-AB4C-DA6FE26026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35125" y="12819063"/>
              <a:ext cx="11113" cy="46037"/>
            </a:xfrm>
            <a:custGeom>
              <a:avLst/>
              <a:gdLst>
                <a:gd name="T0" fmla="*/ 16 w 18"/>
                <a:gd name="T1" fmla="*/ 7 h 71"/>
                <a:gd name="T2" fmla="*/ 7 w 18"/>
                <a:gd name="T3" fmla="*/ 33 h 71"/>
                <a:gd name="T4" fmla="*/ 6 w 18"/>
                <a:gd name="T5" fmla="*/ 66 h 71"/>
                <a:gd name="T6" fmla="*/ 3 w 18"/>
                <a:gd name="T7" fmla="*/ 67 h 71"/>
                <a:gd name="T8" fmla="*/ 2 w 18"/>
                <a:gd name="T9" fmla="*/ 32 h 71"/>
                <a:gd name="T10" fmla="*/ 12 w 18"/>
                <a:gd name="T11" fmla="*/ 4 h 71"/>
                <a:gd name="T12" fmla="*/ 16 w 18"/>
                <a:gd name="T1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71">
                  <a:moveTo>
                    <a:pt x="16" y="7"/>
                  </a:moveTo>
                  <a:cubicBezTo>
                    <a:pt x="12" y="13"/>
                    <a:pt x="7" y="29"/>
                    <a:pt x="7" y="33"/>
                  </a:cubicBezTo>
                  <a:cubicBezTo>
                    <a:pt x="6" y="52"/>
                    <a:pt x="5" y="61"/>
                    <a:pt x="6" y="66"/>
                  </a:cubicBezTo>
                  <a:cubicBezTo>
                    <a:pt x="7" y="71"/>
                    <a:pt x="3" y="71"/>
                    <a:pt x="3" y="67"/>
                  </a:cubicBezTo>
                  <a:cubicBezTo>
                    <a:pt x="3" y="59"/>
                    <a:pt x="0" y="56"/>
                    <a:pt x="2" y="32"/>
                  </a:cubicBezTo>
                  <a:cubicBezTo>
                    <a:pt x="2" y="25"/>
                    <a:pt x="8" y="11"/>
                    <a:pt x="12" y="4"/>
                  </a:cubicBezTo>
                  <a:cubicBezTo>
                    <a:pt x="15" y="0"/>
                    <a:pt x="18" y="4"/>
                    <a:pt x="16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8" name="Freeform 637">
              <a:extLst>
                <a:ext uri="{FF2B5EF4-FFF2-40B4-BE49-F238E27FC236}">
                  <a16:creationId xmlns:a16="http://schemas.microsoft.com/office/drawing/2014/main" id="{B3D6AF40-6767-40E6-8F66-F2EE004F57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27188" y="12809538"/>
              <a:ext cx="12700" cy="57150"/>
            </a:xfrm>
            <a:custGeom>
              <a:avLst/>
              <a:gdLst>
                <a:gd name="T0" fmla="*/ 19 w 21"/>
                <a:gd name="T1" fmla="*/ 7 h 89"/>
                <a:gd name="T2" fmla="*/ 8 w 21"/>
                <a:gd name="T3" fmla="*/ 34 h 89"/>
                <a:gd name="T4" fmla="*/ 10 w 21"/>
                <a:gd name="T5" fmla="*/ 84 h 89"/>
                <a:gd name="T6" fmla="*/ 7 w 21"/>
                <a:gd name="T7" fmla="*/ 86 h 89"/>
                <a:gd name="T8" fmla="*/ 3 w 21"/>
                <a:gd name="T9" fmla="*/ 33 h 89"/>
                <a:gd name="T10" fmla="*/ 15 w 21"/>
                <a:gd name="T11" fmla="*/ 4 h 89"/>
                <a:gd name="T12" fmla="*/ 19 w 21"/>
                <a:gd name="T13" fmla="*/ 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89">
                  <a:moveTo>
                    <a:pt x="19" y="7"/>
                  </a:moveTo>
                  <a:cubicBezTo>
                    <a:pt x="15" y="13"/>
                    <a:pt x="8" y="30"/>
                    <a:pt x="8" y="34"/>
                  </a:cubicBezTo>
                  <a:cubicBezTo>
                    <a:pt x="6" y="65"/>
                    <a:pt x="10" y="79"/>
                    <a:pt x="10" y="84"/>
                  </a:cubicBezTo>
                  <a:cubicBezTo>
                    <a:pt x="11" y="89"/>
                    <a:pt x="7" y="89"/>
                    <a:pt x="7" y="86"/>
                  </a:cubicBezTo>
                  <a:cubicBezTo>
                    <a:pt x="7" y="77"/>
                    <a:pt x="0" y="61"/>
                    <a:pt x="3" y="33"/>
                  </a:cubicBezTo>
                  <a:cubicBezTo>
                    <a:pt x="4" y="26"/>
                    <a:pt x="11" y="11"/>
                    <a:pt x="15" y="4"/>
                  </a:cubicBezTo>
                  <a:cubicBezTo>
                    <a:pt x="18" y="0"/>
                    <a:pt x="21" y="4"/>
                    <a:pt x="19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9" name="Freeform 638">
              <a:extLst>
                <a:ext uri="{FF2B5EF4-FFF2-40B4-BE49-F238E27FC236}">
                  <a16:creationId xmlns:a16="http://schemas.microsoft.com/office/drawing/2014/main" id="{67F28EB9-8D52-4A7E-AA4B-9AF9CA1397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84288" y="12776200"/>
              <a:ext cx="52388" cy="53975"/>
            </a:xfrm>
            <a:custGeom>
              <a:avLst/>
              <a:gdLst>
                <a:gd name="T0" fmla="*/ 79 w 81"/>
                <a:gd name="T1" fmla="*/ 60 h 83"/>
                <a:gd name="T2" fmla="*/ 67 w 81"/>
                <a:gd name="T3" fmla="*/ 55 h 83"/>
                <a:gd name="T4" fmla="*/ 31 w 81"/>
                <a:gd name="T5" fmla="*/ 71 h 83"/>
                <a:gd name="T6" fmla="*/ 26 w 81"/>
                <a:gd name="T7" fmla="*/ 82 h 83"/>
                <a:gd name="T8" fmla="*/ 24 w 81"/>
                <a:gd name="T9" fmla="*/ 83 h 83"/>
                <a:gd name="T10" fmla="*/ 13 w 81"/>
                <a:gd name="T11" fmla="*/ 58 h 83"/>
                <a:gd name="T12" fmla="*/ 15 w 81"/>
                <a:gd name="T13" fmla="*/ 57 h 83"/>
                <a:gd name="T14" fmla="*/ 26 w 81"/>
                <a:gd name="T15" fmla="*/ 60 h 83"/>
                <a:gd name="T16" fmla="*/ 43 w 81"/>
                <a:gd name="T17" fmla="*/ 53 h 83"/>
                <a:gd name="T18" fmla="*/ 43 w 81"/>
                <a:gd name="T19" fmla="*/ 53 h 83"/>
                <a:gd name="T20" fmla="*/ 17 w 81"/>
                <a:gd name="T21" fmla="*/ 45 h 83"/>
                <a:gd name="T22" fmla="*/ 11 w 81"/>
                <a:gd name="T23" fmla="*/ 44 h 83"/>
                <a:gd name="T24" fmla="*/ 12 w 81"/>
                <a:gd name="T25" fmla="*/ 50 h 83"/>
                <a:gd name="T26" fmla="*/ 10 w 81"/>
                <a:gd name="T27" fmla="*/ 51 h 83"/>
                <a:gd name="T28" fmla="*/ 0 w 81"/>
                <a:gd name="T29" fmla="*/ 28 h 83"/>
                <a:gd name="T30" fmla="*/ 2 w 81"/>
                <a:gd name="T31" fmla="*/ 27 h 83"/>
                <a:gd name="T32" fmla="*/ 16 w 81"/>
                <a:gd name="T33" fmla="*/ 38 h 83"/>
                <a:gd name="T34" fmla="*/ 37 w 81"/>
                <a:gd name="T35" fmla="*/ 45 h 83"/>
                <a:gd name="T36" fmla="*/ 52 w 81"/>
                <a:gd name="T37" fmla="*/ 18 h 83"/>
                <a:gd name="T38" fmla="*/ 54 w 81"/>
                <a:gd name="T39" fmla="*/ 1 h 83"/>
                <a:gd name="T40" fmla="*/ 56 w 81"/>
                <a:gd name="T41" fmla="*/ 0 h 83"/>
                <a:gd name="T42" fmla="*/ 68 w 81"/>
                <a:gd name="T43" fmla="*/ 28 h 83"/>
                <a:gd name="T44" fmla="*/ 65 w 81"/>
                <a:gd name="T45" fmla="*/ 28 h 83"/>
                <a:gd name="T46" fmla="*/ 61 w 81"/>
                <a:gd name="T47" fmla="*/ 24 h 83"/>
                <a:gd name="T48" fmla="*/ 58 w 81"/>
                <a:gd name="T49" fmla="*/ 29 h 83"/>
                <a:gd name="T50" fmla="*/ 44 w 81"/>
                <a:gd name="T51" fmla="*/ 52 h 83"/>
                <a:gd name="T52" fmla="*/ 44 w 81"/>
                <a:gd name="T53" fmla="*/ 53 h 83"/>
                <a:gd name="T54" fmla="*/ 63 w 81"/>
                <a:gd name="T55" fmla="*/ 45 h 83"/>
                <a:gd name="T56" fmla="*/ 68 w 81"/>
                <a:gd name="T57" fmla="*/ 35 h 83"/>
                <a:gd name="T58" fmla="*/ 70 w 81"/>
                <a:gd name="T59" fmla="*/ 34 h 83"/>
                <a:gd name="T60" fmla="*/ 81 w 81"/>
                <a:gd name="T61" fmla="*/ 59 h 83"/>
                <a:gd name="T62" fmla="*/ 79 w 81"/>
                <a:gd name="T63" fmla="*/ 6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" h="83">
                  <a:moveTo>
                    <a:pt x="79" y="60"/>
                  </a:moveTo>
                  <a:cubicBezTo>
                    <a:pt x="76" y="53"/>
                    <a:pt x="74" y="52"/>
                    <a:pt x="67" y="55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4" y="74"/>
                    <a:pt x="23" y="76"/>
                    <a:pt x="26" y="82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8" y="63"/>
                    <a:pt x="19" y="63"/>
                    <a:pt x="26" y="60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5" y="44"/>
                    <a:pt x="12" y="43"/>
                    <a:pt x="11" y="44"/>
                  </a:cubicBezTo>
                  <a:cubicBezTo>
                    <a:pt x="10" y="44"/>
                    <a:pt x="11" y="46"/>
                    <a:pt x="12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5" y="34"/>
                    <a:pt x="9" y="36"/>
                    <a:pt x="16" y="3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4" y="14"/>
                    <a:pt x="57" y="8"/>
                    <a:pt x="54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5"/>
                    <a:pt x="63" y="23"/>
                    <a:pt x="61" y="24"/>
                  </a:cubicBezTo>
                  <a:cubicBezTo>
                    <a:pt x="60" y="25"/>
                    <a:pt x="59" y="26"/>
                    <a:pt x="58" y="29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70" y="42"/>
                    <a:pt x="70" y="40"/>
                    <a:pt x="68" y="35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81" y="59"/>
                    <a:pt x="81" y="59"/>
                    <a:pt x="81" y="59"/>
                  </a:cubicBezTo>
                  <a:lnTo>
                    <a:pt x="79" y="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0" name="Freeform 639">
              <a:extLst>
                <a:ext uri="{FF2B5EF4-FFF2-40B4-BE49-F238E27FC236}">
                  <a16:creationId xmlns:a16="http://schemas.microsoft.com/office/drawing/2014/main" id="{7BDF9D42-7BF2-4244-9239-0253161154F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84288" y="12776200"/>
              <a:ext cx="52388" cy="53975"/>
            </a:xfrm>
            <a:custGeom>
              <a:avLst/>
              <a:gdLst>
                <a:gd name="T0" fmla="*/ 15 w 81"/>
                <a:gd name="T1" fmla="*/ 57 h 84"/>
                <a:gd name="T2" fmla="*/ 20 w 81"/>
                <a:gd name="T3" fmla="*/ 62 h 84"/>
                <a:gd name="T4" fmla="*/ 43 w 81"/>
                <a:gd name="T5" fmla="*/ 53 h 84"/>
                <a:gd name="T6" fmla="*/ 12 w 81"/>
                <a:gd name="T7" fmla="*/ 44 h 84"/>
                <a:gd name="T8" fmla="*/ 11 w 81"/>
                <a:gd name="T9" fmla="*/ 45 h 84"/>
                <a:gd name="T10" fmla="*/ 13 w 81"/>
                <a:gd name="T11" fmla="*/ 50 h 84"/>
                <a:gd name="T12" fmla="*/ 0 w 81"/>
                <a:gd name="T13" fmla="*/ 28 h 84"/>
                <a:gd name="T14" fmla="*/ 3 w 81"/>
                <a:gd name="T15" fmla="*/ 27 h 84"/>
                <a:gd name="T16" fmla="*/ 37 w 81"/>
                <a:gd name="T17" fmla="*/ 45 h 84"/>
                <a:gd name="T18" fmla="*/ 55 w 81"/>
                <a:gd name="T19" fmla="*/ 8 h 84"/>
                <a:gd name="T20" fmla="*/ 53 w 81"/>
                <a:gd name="T21" fmla="*/ 1 h 84"/>
                <a:gd name="T22" fmla="*/ 68 w 81"/>
                <a:gd name="T23" fmla="*/ 28 h 84"/>
                <a:gd name="T24" fmla="*/ 65 w 81"/>
                <a:gd name="T25" fmla="*/ 29 h 84"/>
                <a:gd name="T26" fmla="*/ 61 w 81"/>
                <a:gd name="T27" fmla="*/ 24 h 84"/>
                <a:gd name="T28" fmla="*/ 45 w 81"/>
                <a:gd name="T29" fmla="*/ 52 h 84"/>
                <a:gd name="T30" fmla="*/ 69 w 81"/>
                <a:gd name="T31" fmla="*/ 39 h 84"/>
                <a:gd name="T32" fmla="*/ 68 w 81"/>
                <a:gd name="T33" fmla="*/ 34 h 84"/>
                <a:gd name="T34" fmla="*/ 81 w 81"/>
                <a:gd name="T35" fmla="*/ 59 h 84"/>
                <a:gd name="T36" fmla="*/ 79 w 81"/>
                <a:gd name="T37" fmla="*/ 60 h 84"/>
                <a:gd name="T38" fmla="*/ 73 w 81"/>
                <a:gd name="T39" fmla="*/ 54 h 84"/>
                <a:gd name="T40" fmla="*/ 31 w 81"/>
                <a:gd name="T41" fmla="*/ 71 h 84"/>
                <a:gd name="T42" fmla="*/ 26 w 81"/>
                <a:gd name="T43" fmla="*/ 82 h 84"/>
                <a:gd name="T44" fmla="*/ 24 w 81"/>
                <a:gd name="T45" fmla="*/ 84 h 84"/>
                <a:gd name="T46" fmla="*/ 14 w 81"/>
                <a:gd name="T47" fmla="*/ 58 h 84"/>
                <a:gd name="T48" fmla="*/ 26 w 81"/>
                <a:gd name="T49" fmla="*/ 82 h 84"/>
                <a:gd name="T50" fmla="*/ 31 w 81"/>
                <a:gd name="T51" fmla="*/ 71 h 84"/>
                <a:gd name="T52" fmla="*/ 73 w 81"/>
                <a:gd name="T53" fmla="*/ 53 h 84"/>
                <a:gd name="T54" fmla="*/ 81 w 81"/>
                <a:gd name="T55" fmla="*/ 59 h 84"/>
                <a:gd name="T56" fmla="*/ 68 w 81"/>
                <a:gd name="T57" fmla="*/ 35 h 84"/>
                <a:gd name="T58" fmla="*/ 63 w 81"/>
                <a:gd name="T59" fmla="*/ 45 h 84"/>
                <a:gd name="T60" fmla="*/ 44 w 81"/>
                <a:gd name="T61" fmla="*/ 53 h 84"/>
                <a:gd name="T62" fmla="*/ 57 w 81"/>
                <a:gd name="T63" fmla="*/ 29 h 84"/>
                <a:gd name="T64" fmla="*/ 62 w 81"/>
                <a:gd name="T65" fmla="*/ 24 h 84"/>
                <a:gd name="T66" fmla="*/ 67 w 81"/>
                <a:gd name="T67" fmla="*/ 27 h 84"/>
                <a:gd name="T68" fmla="*/ 54 w 81"/>
                <a:gd name="T69" fmla="*/ 1 h 84"/>
                <a:gd name="T70" fmla="*/ 52 w 81"/>
                <a:gd name="T71" fmla="*/ 18 h 84"/>
                <a:gd name="T72" fmla="*/ 16 w 81"/>
                <a:gd name="T73" fmla="*/ 39 h 84"/>
                <a:gd name="T74" fmla="*/ 1 w 81"/>
                <a:gd name="T75" fmla="*/ 28 h 84"/>
                <a:gd name="T76" fmla="*/ 12 w 81"/>
                <a:gd name="T77" fmla="*/ 50 h 84"/>
                <a:gd name="T78" fmla="*/ 11 w 81"/>
                <a:gd name="T79" fmla="*/ 43 h 84"/>
                <a:gd name="T80" fmla="*/ 17 w 81"/>
                <a:gd name="T81" fmla="*/ 45 h 84"/>
                <a:gd name="T82" fmla="*/ 44 w 81"/>
                <a:gd name="T83" fmla="*/ 53 h 84"/>
                <a:gd name="T84" fmla="*/ 26 w 81"/>
                <a:gd name="T85" fmla="*/ 61 h 84"/>
                <a:gd name="T86" fmla="*/ 15 w 81"/>
                <a:gd name="T87" fmla="*/ 58 h 84"/>
                <a:gd name="T88" fmla="*/ 79 w 81"/>
                <a:gd name="T89" fmla="*/ 6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1" h="84">
                  <a:moveTo>
                    <a:pt x="13" y="58"/>
                  </a:moveTo>
                  <a:cubicBezTo>
                    <a:pt x="15" y="57"/>
                    <a:pt x="15" y="57"/>
                    <a:pt x="15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60"/>
                    <a:pt x="18" y="62"/>
                    <a:pt x="20" y="62"/>
                  </a:cubicBezTo>
                  <a:cubicBezTo>
                    <a:pt x="22" y="62"/>
                    <a:pt x="24" y="61"/>
                    <a:pt x="26" y="60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3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4"/>
                    <a:pt x="11" y="44"/>
                    <a:pt x="11" y="45"/>
                  </a:cubicBezTo>
                  <a:cubicBezTo>
                    <a:pt x="11" y="46"/>
                    <a:pt x="12" y="48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6" y="34"/>
                    <a:pt x="9" y="36"/>
                    <a:pt x="17" y="3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5"/>
                    <a:pt x="55" y="12"/>
                    <a:pt x="55" y="8"/>
                  </a:cubicBezTo>
                  <a:cubicBezTo>
                    <a:pt x="55" y="5"/>
                    <a:pt x="54" y="3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6"/>
                    <a:pt x="63" y="24"/>
                    <a:pt x="62" y="24"/>
                  </a:cubicBezTo>
                  <a:cubicBezTo>
                    <a:pt x="62" y="24"/>
                    <a:pt x="61" y="24"/>
                    <a:pt x="61" y="24"/>
                  </a:cubicBezTo>
                  <a:cubicBezTo>
                    <a:pt x="60" y="25"/>
                    <a:pt x="59" y="26"/>
                    <a:pt x="58" y="29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7" y="42"/>
                    <a:pt x="69" y="41"/>
                    <a:pt x="69" y="39"/>
                  </a:cubicBezTo>
                  <a:cubicBezTo>
                    <a:pt x="69" y="38"/>
                    <a:pt x="69" y="36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7" y="56"/>
                    <a:pt x="75" y="54"/>
                    <a:pt x="73" y="54"/>
                  </a:cubicBezTo>
                  <a:cubicBezTo>
                    <a:pt x="72" y="54"/>
                    <a:pt x="70" y="54"/>
                    <a:pt x="68" y="55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6" y="73"/>
                    <a:pt x="25" y="74"/>
                    <a:pt x="25" y="77"/>
                  </a:cubicBezTo>
                  <a:cubicBezTo>
                    <a:pt x="25" y="78"/>
                    <a:pt x="25" y="80"/>
                    <a:pt x="26" y="82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4" y="84"/>
                    <a:pt x="24" y="84"/>
                    <a:pt x="24" y="84"/>
                  </a:cubicBezTo>
                  <a:lnTo>
                    <a:pt x="13" y="58"/>
                  </a:lnTo>
                  <a:close/>
                  <a:moveTo>
                    <a:pt x="14" y="58"/>
                  </a:moveTo>
                  <a:cubicBezTo>
                    <a:pt x="24" y="83"/>
                    <a:pt x="24" y="83"/>
                    <a:pt x="24" y="83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5" y="80"/>
                    <a:pt x="24" y="78"/>
                    <a:pt x="24" y="77"/>
                  </a:cubicBezTo>
                  <a:cubicBezTo>
                    <a:pt x="24" y="74"/>
                    <a:pt x="26" y="72"/>
                    <a:pt x="31" y="71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0" y="54"/>
                    <a:pt x="71" y="53"/>
                    <a:pt x="73" y="53"/>
                  </a:cubicBezTo>
                  <a:cubicBezTo>
                    <a:pt x="76" y="53"/>
                    <a:pt x="77" y="55"/>
                    <a:pt x="79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36"/>
                    <a:pt x="70" y="38"/>
                    <a:pt x="70" y="39"/>
                  </a:cubicBezTo>
                  <a:cubicBezTo>
                    <a:pt x="70" y="42"/>
                    <a:pt x="68" y="43"/>
                    <a:pt x="63" y="4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9" y="26"/>
                    <a:pt x="60" y="24"/>
                    <a:pt x="61" y="24"/>
                  </a:cubicBezTo>
                  <a:cubicBezTo>
                    <a:pt x="61" y="24"/>
                    <a:pt x="61" y="24"/>
                    <a:pt x="62" y="24"/>
                  </a:cubicBezTo>
                  <a:cubicBezTo>
                    <a:pt x="63" y="24"/>
                    <a:pt x="65" y="26"/>
                    <a:pt x="66" y="28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5" y="3"/>
                    <a:pt x="55" y="6"/>
                    <a:pt x="55" y="8"/>
                  </a:cubicBezTo>
                  <a:cubicBezTo>
                    <a:pt x="55" y="12"/>
                    <a:pt x="54" y="15"/>
                    <a:pt x="52" y="1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9" y="36"/>
                    <a:pt x="5" y="34"/>
                    <a:pt x="2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1" y="48"/>
                    <a:pt x="10" y="46"/>
                    <a:pt x="10" y="45"/>
                  </a:cubicBezTo>
                  <a:cubicBezTo>
                    <a:pt x="10" y="44"/>
                    <a:pt x="11" y="44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4" y="43"/>
                    <a:pt x="16" y="44"/>
                    <a:pt x="17" y="45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8" y="62"/>
                    <a:pt x="17" y="61"/>
                    <a:pt x="15" y="58"/>
                  </a:cubicBezTo>
                  <a:lnTo>
                    <a:pt x="14" y="58"/>
                  </a:lnTo>
                  <a:close/>
                  <a:moveTo>
                    <a:pt x="79" y="60"/>
                  </a:moveTo>
                  <a:cubicBezTo>
                    <a:pt x="79" y="60"/>
                    <a:pt x="79" y="60"/>
                    <a:pt x="79" y="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1" name="Freeform 640">
              <a:extLst>
                <a:ext uri="{FF2B5EF4-FFF2-40B4-BE49-F238E27FC236}">
                  <a16:creationId xmlns:a16="http://schemas.microsoft.com/office/drawing/2014/main" id="{936FF643-F598-407E-A976-D69DB27AF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71588" y="12741275"/>
              <a:ext cx="46038" cy="44450"/>
            </a:xfrm>
            <a:custGeom>
              <a:avLst/>
              <a:gdLst>
                <a:gd name="T0" fmla="*/ 43 w 74"/>
                <a:gd name="T1" fmla="*/ 2 h 70"/>
                <a:gd name="T2" fmla="*/ 70 w 74"/>
                <a:gd name="T3" fmla="*/ 21 h 70"/>
                <a:gd name="T4" fmla="*/ 56 w 74"/>
                <a:gd name="T5" fmla="*/ 51 h 70"/>
                <a:gd name="T6" fmla="*/ 26 w 74"/>
                <a:gd name="T7" fmla="*/ 59 h 70"/>
                <a:gd name="T8" fmla="*/ 20 w 74"/>
                <a:gd name="T9" fmla="*/ 69 h 70"/>
                <a:gd name="T10" fmla="*/ 18 w 74"/>
                <a:gd name="T11" fmla="*/ 70 h 70"/>
                <a:gd name="T12" fmla="*/ 10 w 74"/>
                <a:gd name="T13" fmla="*/ 42 h 70"/>
                <a:gd name="T14" fmla="*/ 12 w 74"/>
                <a:gd name="T15" fmla="*/ 41 h 70"/>
                <a:gd name="T16" fmla="*/ 23 w 74"/>
                <a:gd name="T17" fmla="*/ 48 h 70"/>
                <a:gd name="T18" fmla="*/ 53 w 74"/>
                <a:gd name="T19" fmla="*/ 40 h 70"/>
                <a:gd name="T20" fmla="*/ 65 w 74"/>
                <a:gd name="T21" fmla="*/ 21 h 70"/>
                <a:gd name="T22" fmla="*/ 45 w 74"/>
                <a:gd name="T23" fmla="*/ 10 h 70"/>
                <a:gd name="T24" fmla="*/ 15 w 74"/>
                <a:gd name="T25" fmla="*/ 18 h 70"/>
                <a:gd name="T26" fmla="*/ 9 w 74"/>
                <a:gd name="T27" fmla="*/ 29 h 70"/>
                <a:gd name="T28" fmla="*/ 7 w 74"/>
                <a:gd name="T29" fmla="*/ 29 h 70"/>
                <a:gd name="T30" fmla="*/ 0 w 74"/>
                <a:gd name="T31" fmla="*/ 5 h 70"/>
                <a:gd name="T32" fmla="*/ 2 w 74"/>
                <a:gd name="T33" fmla="*/ 4 h 70"/>
                <a:gd name="T34" fmla="*/ 13 w 74"/>
                <a:gd name="T35" fmla="*/ 11 h 70"/>
                <a:gd name="T36" fmla="*/ 43 w 74"/>
                <a:gd name="T3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70">
                  <a:moveTo>
                    <a:pt x="43" y="2"/>
                  </a:moveTo>
                  <a:cubicBezTo>
                    <a:pt x="53" y="0"/>
                    <a:pt x="64" y="1"/>
                    <a:pt x="70" y="21"/>
                  </a:cubicBezTo>
                  <a:cubicBezTo>
                    <a:pt x="74" y="39"/>
                    <a:pt x="69" y="47"/>
                    <a:pt x="56" y="5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19" y="61"/>
                    <a:pt x="18" y="62"/>
                    <a:pt x="20" y="69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4" y="48"/>
                    <a:pt x="16" y="50"/>
                    <a:pt x="23" y="48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62" y="37"/>
                    <a:pt x="69" y="34"/>
                    <a:pt x="65" y="21"/>
                  </a:cubicBezTo>
                  <a:cubicBezTo>
                    <a:pt x="62" y="9"/>
                    <a:pt x="56" y="7"/>
                    <a:pt x="45" y="10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8" y="20"/>
                    <a:pt x="7" y="22"/>
                    <a:pt x="9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11"/>
                    <a:pt x="6" y="12"/>
                    <a:pt x="13" y="11"/>
                  </a:cubicBezTo>
                  <a:lnTo>
                    <a:pt x="43" y="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2" name="Freeform 641">
              <a:extLst>
                <a:ext uri="{FF2B5EF4-FFF2-40B4-BE49-F238E27FC236}">
                  <a16:creationId xmlns:a16="http://schemas.microsoft.com/office/drawing/2014/main" id="{4713EB59-E218-47A4-8F8B-434320CE0D4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71588" y="12741275"/>
              <a:ext cx="46038" cy="44450"/>
            </a:xfrm>
            <a:custGeom>
              <a:avLst/>
              <a:gdLst>
                <a:gd name="T0" fmla="*/ 10 w 72"/>
                <a:gd name="T1" fmla="*/ 41 h 69"/>
                <a:gd name="T2" fmla="*/ 12 w 72"/>
                <a:gd name="T3" fmla="*/ 40 h 69"/>
                <a:gd name="T4" fmla="*/ 13 w 72"/>
                <a:gd name="T5" fmla="*/ 40 h 69"/>
                <a:gd name="T6" fmla="*/ 18 w 72"/>
                <a:gd name="T7" fmla="*/ 47 h 69"/>
                <a:gd name="T8" fmla="*/ 23 w 72"/>
                <a:gd name="T9" fmla="*/ 46 h 69"/>
                <a:gd name="T10" fmla="*/ 53 w 72"/>
                <a:gd name="T11" fmla="*/ 38 h 69"/>
                <a:gd name="T12" fmla="*/ 66 w 72"/>
                <a:gd name="T13" fmla="*/ 26 h 69"/>
                <a:gd name="T14" fmla="*/ 65 w 72"/>
                <a:gd name="T15" fmla="*/ 20 h 69"/>
                <a:gd name="T16" fmla="*/ 53 w 72"/>
                <a:gd name="T17" fmla="*/ 8 h 69"/>
                <a:gd name="T18" fmla="*/ 45 w 72"/>
                <a:gd name="T19" fmla="*/ 9 h 69"/>
                <a:gd name="T20" fmla="*/ 15 w 72"/>
                <a:gd name="T21" fmla="*/ 17 h 69"/>
                <a:gd name="T22" fmla="*/ 8 w 72"/>
                <a:gd name="T23" fmla="*/ 23 h 69"/>
                <a:gd name="T24" fmla="*/ 9 w 72"/>
                <a:gd name="T25" fmla="*/ 28 h 69"/>
                <a:gd name="T26" fmla="*/ 9 w 72"/>
                <a:gd name="T27" fmla="*/ 28 h 69"/>
                <a:gd name="T28" fmla="*/ 6 w 72"/>
                <a:gd name="T29" fmla="*/ 29 h 69"/>
                <a:gd name="T30" fmla="*/ 0 w 72"/>
                <a:gd name="T31" fmla="*/ 4 h 69"/>
                <a:gd name="T32" fmla="*/ 3 w 72"/>
                <a:gd name="T33" fmla="*/ 3 h 69"/>
                <a:gd name="T34" fmla="*/ 3 w 72"/>
                <a:gd name="T35" fmla="*/ 3 h 69"/>
                <a:gd name="T36" fmla="*/ 8 w 72"/>
                <a:gd name="T37" fmla="*/ 10 h 69"/>
                <a:gd name="T38" fmla="*/ 13 w 72"/>
                <a:gd name="T39" fmla="*/ 9 h 69"/>
                <a:gd name="T40" fmla="*/ 43 w 72"/>
                <a:gd name="T41" fmla="*/ 1 h 69"/>
                <a:gd name="T42" fmla="*/ 51 w 72"/>
                <a:gd name="T43" fmla="*/ 0 h 69"/>
                <a:gd name="T44" fmla="*/ 70 w 72"/>
                <a:gd name="T45" fmla="*/ 20 h 69"/>
                <a:gd name="T46" fmla="*/ 72 w 72"/>
                <a:gd name="T47" fmla="*/ 31 h 69"/>
                <a:gd name="T48" fmla="*/ 56 w 72"/>
                <a:gd name="T49" fmla="*/ 50 h 69"/>
                <a:gd name="T50" fmla="*/ 26 w 72"/>
                <a:gd name="T51" fmla="*/ 58 h 69"/>
                <a:gd name="T52" fmla="*/ 19 w 72"/>
                <a:gd name="T53" fmla="*/ 64 h 69"/>
                <a:gd name="T54" fmla="*/ 20 w 72"/>
                <a:gd name="T55" fmla="*/ 68 h 69"/>
                <a:gd name="T56" fmla="*/ 20 w 72"/>
                <a:gd name="T57" fmla="*/ 69 h 69"/>
                <a:gd name="T58" fmla="*/ 17 w 72"/>
                <a:gd name="T59" fmla="*/ 69 h 69"/>
                <a:gd name="T60" fmla="*/ 10 w 72"/>
                <a:gd name="T61" fmla="*/ 41 h 69"/>
                <a:gd name="T62" fmla="*/ 10 w 72"/>
                <a:gd name="T63" fmla="*/ 41 h 69"/>
                <a:gd name="T64" fmla="*/ 18 w 72"/>
                <a:gd name="T65" fmla="*/ 69 h 69"/>
                <a:gd name="T66" fmla="*/ 19 w 72"/>
                <a:gd name="T67" fmla="*/ 68 h 69"/>
                <a:gd name="T68" fmla="*/ 19 w 72"/>
                <a:gd name="T69" fmla="*/ 64 h 69"/>
                <a:gd name="T70" fmla="*/ 26 w 72"/>
                <a:gd name="T71" fmla="*/ 57 h 69"/>
                <a:gd name="T72" fmla="*/ 56 w 72"/>
                <a:gd name="T73" fmla="*/ 49 h 69"/>
                <a:gd name="T74" fmla="*/ 71 w 72"/>
                <a:gd name="T75" fmla="*/ 31 h 69"/>
                <a:gd name="T76" fmla="*/ 69 w 72"/>
                <a:gd name="T77" fmla="*/ 20 h 69"/>
                <a:gd name="T78" fmla="*/ 51 w 72"/>
                <a:gd name="T79" fmla="*/ 1 h 69"/>
                <a:gd name="T80" fmla="*/ 43 w 72"/>
                <a:gd name="T81" fmla="*/ 2 h 69"/>
                <a:gd name="T82" fmla="*/ 13 w 72"/>
                <a:gd name="T83" fmla="*/ 10 h 69"/>
                <a:gd name="T84" fmla="*/ 8 w 72"/>
                <a:gd name="T85" fmla="*/ 11 h 69"/>
                <a:gd name="T86" fmla="*/ 2 w 72"/>
                <a:gd name="T87" fmla="*/ 4 h 69"/>
                <a:gd name="T88" fmla="*/ 0 w 72"/>
                <a:gd name="T89" fmla="*/ 4 h 69"/>
                <a:gd name="T90" fmla="*/ 7 w 72"/>
                <a:gd name="T91" fmla="*/ 28 h 69"/>
                <a:gd name="T92" fmla="*/ 8 w 72"/>
                <a:gd name="T93" fmla="*/ 27 h 69"/>
                <a:gd name="T94" fmla="*/ 8 w 72"/>
                <a:gd name="T95" fmla="*/ 23 h 69"/>
                <a:gd name="T96" fmla="*/ 15 w 72"/>
                <a:gd name="T97" fmla="*/ 17 h 69"/>
                <a:gd name="T98" fmla="*/ 45 w 72"/>
                <a:gd name="T99" fmla="*/ 8 h 69"/>
                <a:gd name="T100" fmla="*/ 53 w 72"/>
                <a:gd name="T101" fmla="*/ 7 h 69"/>
                <a:gd name="T102" fmla="*/ 65 w 72"/>
                <a:gd name="T103" fmla="*/ 20 h 69"/>
                <a:gd name="T104" fmla="*/ 66 w 72"/>
                <a:gd name="T105" fmla="*/ 26 h 69"/>
                <a:gd name="T106" fmla="*/ 53 w 72"/>
                <a:gd name="T107" fmla="*/ 39 h 69"/>
                <a:gd name="T108" fmla="*/ 23 w 72"/>
                <a:gd name="T109" fmla="*/ 47 h 69"/>
                <a:gd name="T110" fmla="*/ 18 w 72"/>
                <a:gd name="T111" fmla="*/ 48 h 69"/>
                <a:gd name="T112" fmla="*/ 12 w 72"/>
                <a:gd name="T113" fmla="*/ 41 h 69"/>
                <a:gd name="T114" fmla="*/ 10 w 72"/>
                <a:gd name="T115" fmla="*/ 4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69">
                  <a:moveTo>
                    <a:pt x="10" y="41"/>
                  </a:moveTo>
                  <a:cubicBezTo>
                    <a:pt x="12" y="40"/>
                    <a:pt x="12" y="40"/>
                    <a:pt x="12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4" y="45"/>
                    <a:pt x="15" y="47"/>
                    <a:pt x="18" y="47"/>
                  </a:cubicBezTo>
                  <a:cubicBezTo>
                    <a:pt x="19" y="47"/>
                    <a:pt x="21" y="47"/>
                    <a:pt x="23" y="4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60" y="36"/>
                    <a:pt x="66" y="34"/>
                    <a:pt x="66" y="26"/>
                  </a:cubicBezTo>
                  <a:cubicBezTo>
                    <a:pt x="66" y="24"/>
                    <a:pt x="65" y="22"/>
                    <a:pt x="65" y="20"/>
                  </a:cubicBezTo>
                  <a:cubicBezTo>
                    <a:pt x="62" y="11"/>
                    <a:pt x="59" y="8"/>
                    <a:pt x="53" y="8"/>
                  </a:cubicBezTo>
                  <a:cubicBezTo>
                    <a:pt x="50" y="8"/>
                    <a:pt x="48" y="8"/>
                    <a:pt x="45" y="9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0" y="19"/>
                    <a:pt x="8" y="20"/>
                    <a:pt x="8" y="23"/>
                  </a:cubicBezTo>
                  <a:cubicBezTo>
                    <a:pt x="8" y="24"/>
                    <a:pt x="9" y="26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8"/>
                    <a:pt x="5" y="10"/>
                    <a:pt x="8" y="10"/>
                  </a:cubicBezTo>
                  <a:cubicBezTo>
                    <a:pt x="9" y="10"/>
                    <a:pt x="11" y="10"/>
                    <a:pt x="13" y="9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5" y="1"/>
                    <a:pt x="48" y="0"/>
                    <a:pt x="51" y="0"/>
                  </a:cubicBezTo>
                  <a:cubicBezTo>
                    <a:pt x="58" y="0"/>
                    <a:pt x="66" y="5"/>
                    <a:pt x="70" y="20"/>
                  </a:cubicBezTo>
                  <a:cubicBezTo>
                    <a:pt x="71" y="24"/>
                    <a:pt x="72" y="28"/>
                    <a:pt x="72" y="31"/>
                  </a:cubicBezTo>
                  <a:cubicBezTo>
                    <a:pt x="72" y="42"/>
                    <a:pt x="66" y="47"/>
                    <a:pt x="56" y="50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1" y="59"/>
                    <a:pt x="19" y="61"/>
                    <a:pt x="19" y="64"/>
                  </a:cubicBezTo>
                  <a:cubicBezTo>
                    <a:pt x="19" y="65"/>
                    <a:pt x="20" y="66"/>
                    <a:pt x="20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17" y="69"/>
                    <a:pt x="17" y="69"/>
                    <a:pt x="17" y="69"/>
                  </a:cubicBezTo>
                  <a:lnTo>
                    <a:pt x="10" y="41"/>
                  </a:lnTo>
                  <a:close/>
                  <a:moveTo>
                    <a:pt x="10" y="41"/>
                  </a:moveTo>
                  <a:cubicBezTo>
                    <a:pt x="18" y="69"/>
                    <a:pt x="18" y="69"/>
                    <a:pt x="18" y="69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6"/>
                    <a:pt x="19" y="65"/>
                    <a:pt x="19" y="64"/>
                  </a:cubicBezTo>
                  <a:cubicBezTo>
                    <a:pt x="19" y="60"/>
                    <a:pt x="21" y="59"/>
                    <a:pt x="26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66" y="47"/>
                    <a:pt x="71" y="41"/>
                    <a:pt x="71" y="31"/>
                  </a:cubicBezTo>
                  <a:cubicBezTo>
                    <a:pt x="71" y="28"/>
                    <a:pt x="70" y="24"/>
                    <a:pt x="69" y="20"/>
                  </a:cubicBezTo>
                  <a:cubicBezTo>
                    <a:pt x="65" y="5"/>
                    <a:pt x="58" y="1"/>
                    <a:pt x="51" y="1"/>
                  </a:cubicBezTo>
                  <a:cubicBezTo>
                    <a:pt x="48" y="1"/>
                    <a:pt x="46" y="1"/>
                    <a:pt x="43" y="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"/>
                    <a:pt x="10" y="11"/>
                    <a:pt x="8" y="11"/>
                  </a:cubicBezTo>
                  <a:cubicBezTo>
                    <a:pt x="5" y="11"/>
                    <a:pt x="3" y="9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8" y="19"/>
                    <a:pt x="10" y="18"/>
                    <a:pt x="15" y="1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8" y="8"/>
                    <a:pt x="50" y="7"/>
                    <a:pt x="53" y="7"/>
                  </a:cubicBezTo>
                  <a:cubicBezTo>
                    <a:pt x="59" y="7"/>
                    <a:pt x="63" y="11"/>
                    <a:pt x="65" y="20"/>
                  </a:cubicBezTo>
                  <a:cubicBezTo>
                    <a:pt x="66" y="22"/>
                    <a:pt x="66" y="24"/>
                    <a:pt x="66" y="26"/>
                  </a:cubicBezTo>
                  <a:cubicBezTo>
                    <a:pt x="66" y="34"/>
                    <a:pt x="60" y="37"/>
                    <a:pt x="53" y="39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1" y="47"/>
                    <a:pt x="19" y="48"/>
                    <a:pt x="18" y="48"/>
                  </a:cubicBezTo>
                  <a:cubicBezTo>
                    <a:pt x="15" y="48"/>
                    <a:pt x="13" y="46"/>
                    <a:pt x="12" y="41"/>
                  </a:cubicBezTo>
                  <a:lnTo>
                    <a:pt x="10" y="4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3" name="Freeform 642">
              <a:extLst>
                <a:ext uri="{FF2B5EF4-FFF2-40B4-BE49-F238E27FC236}">
                  <a16:creationId xmlns:a16="http://schemas.microsoft.com/office/drawing/2014/main" id="{07F8D6E9-163E-445E-B5DA-FCEE77003D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63650" y="12690475"/>
              <a:ext cx="44450" cy="42862"/>
            </a:xfrm>
            <a:custGeom>
              <a:avLst/>
              <a:gdLst>
                <a:gd name="T0" fmla="*/ 67 w 70"/>
                <a:gd name="T1" fmla="*/ 61 h 68"/>
                <a:gd name="T2" fmla="*/ 58 w 70"/>
                <a:gd name="T3" fmla="*/ 54 h 68"/>
                <a:gd name="T4" fmla="*/ 18 w 70"/>
                <a:gd name="T5" fmla="*/ 58 h 68"/>
                <a:gd name="T6" fmla="*/ 10 w 70"/>
                <a:gd name="T7" fmla="*/ 68 h 68"/>
                <a:gd name="T8" fmla="*/ 8 w 70"/>
                <a:gd name="T9" fmla="*/ 68 h 68"/>
                <a:gd name="T10" fmla="*/ 6 w 70"/>
                <a:gd name="T11" fmla="*/ 48 h 68"/>
                <a:gd name="T12" fmla="*/ 52 w 70"/>
                <a:gd name="T13" fmla="*/ 10 h 68"/>
                <a:gd name="T14" fmla="*/ 52 w 70"/>
                <a:gd name="T15" fmla="*/ 10 h 68"/>
                <a:gd name="T16" fmla="*/ 13 w 70"/>
                <a:gd name="T17" fmla="*/ 14 h 68"/>
                <a:gd name="T18" fmla="*/ 5 w 70"/>
                <a:gd name="T19" fmla="*/ 24 h 68"/>
                <a:gd name="T20" fmla="*/ 3 w 70"/>
                <a:gd name="T21" fmla="*/ 24 h 68"/>
                <a:gd name="T22" fmla="*/ 0 w 70"/>
                <a:gd name="T23" fmla="*/ 0 h 68"/>
                <a:gd name="T24" fmla="*/ 3 w 70"/>
                <a:gd name="T25" fmla="*/ 0 h 68"/>
                <a:gd name="T26" fmla="*/ 12 w 70"/>
                <a:gd name="T27" fmla="*/ 8 h 68"/>
                <a:gd name="T28" fmla="*/ 63 w 70"/>
                <a:gd name="T29" fmla="*/ 2 h 68"/>
                <a:gd name="T30" fmla="*/ 64 w 70"/>
                <a:gd name="T31" fmla="*/ 12 h 68"/>
                <a:gd name="T32" fmla="*/ 16 w 70"/>
                <a:gd name="T33" fmla="*/ 52 h 68"/>
                <a:gd name="T34" fmla="*/ 16 w 70"/>
                <a:gd name="T35" fmla="*/ 52 h 68"/>
                <a:gd name="T36" fmla="*/ 57 w 70"/>
                <a:gd name="T37" fmla="*/ 47 h 68"/>
                <a:gd name="T38" fmla="*/ 65 w 70"/>
                <a:gd name="T39" fmla="*/ 37 h 68"/>
                <a:gd name="T40" fmla="*/ 67 w 70"/>
                <a:gd name="T41" fmla="*/ 37 h 68"/>
                <a:gd name="T42" fmla="*/ 70 w 70"/>
                <a:gd name="T43" fmla="*/ 61 h 68"/>
                <a:gd name="T44" fmla="*/ 67 w 70"/>
                <a:gd name="T45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" h="68">
                  <a:moveTo>
                    <a:pt x="67" y="61"/>
                  </a:moveTo>
                  <a:cubicBezTo>
                    <a:pt x="67" y="54"/>
                    <a:pt x="65" y="53"/>
                    <a:pt x="58" y="54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1" y="59"/>
                    <a:pt x="10" y="61"/>
                    <a:pt x="10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6" y="15"/>
                    <a:pt x="5" y="17"/>
                    <a:pt x="5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8"/>
                    <a:pt x="5" y="9"/>
                    <a:pt x="12" y="8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64" y="46"/>
                    <a:pt x="66" y="45"/>
                    <a:pt x="65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70" y="61"/>
                    <a:pt x="70" y="61"/>
                    <a:pt x="70" y="61"/>
                  </a:cubicBezTo>
                  <a:lnTo>
                    <a:pt x="67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4" name="Freeform 643">
              <a:extLst>
                <a:ext uri="{FF2B5EF4-FFF2-40B4-BE49-F238E27FC236}">
                  <a16:creationId xmlns:a16="http://schemas.microsoft.com/office/drawing/2014/main" id="{19074D99-3CF5-4836-A786-A1A9617085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63650" y="12690475"/>
              <a:ext cx="44450" cy="44450"/>
            </a:xfrm>
            <a:custGeom>
              <a:avLst/>
              <a:gdLst>
                <a:gd name="T0" fmla="*/ 51 w 70"/>
                <a:gd name="T1" fmla="*/ 10 h 69"/>
                <a:gd name="T2" fmla="*/ 6 w 70"/>
                <a:gd name="T3" fmla="*/ 21 h 69"/>
                <a:gd name="T4" fmla="*/ 6 w 70"/>
                <a:gd name="T5" fmla="*/ 24 h 69"/>
                <a:gd name="T6" fmla="*/ 0 w 70"/>
                <a:gd name="T7" fmla="*/ 0 h 69"/>
                <a:gd name="T8" fmla="*/ 3 w 70"/>
                <a:gd name="T9" fmla="*/ 0 h 69"/>
                <a:gd name="T10" fmla="*/ 12 w 70"/>
                <a:gd name="T11" fmla="*/ 8 h 69"/>
                <a:gd name="T12" fmla="*/ 64 w 70"/>
                <a:gd name="T13" fmla="*/ 12 h 69"/>
                <a:gd name="T14" fmla="*/ 57 w 70"/>
                <a:gd name="T15" fmla="*/ 47 h 69"/>
                <a:gd name="T16" fmla="*/ 64 w 70"/>
                <a:gd name="T17" fmla="*/ 37 h 69"/>
                <a:gd name="T18" fmla="*/ 67 w 70"/>
                <a:gd name="T19" fmla="*/ 37 h 69"/>
                <a:gd name="T20" fmla="*/ 68 w 70"/>
                <a:gd name="T21" fmla="*/ 62 h 69"/>
                <a:gd name="T22" fmla="*/ 67 w 70"/>
                <a:gd name="T23" fmla="*/ 61 h 69"/>
                <a:gd name="T24" fmla="*/ 58 w 70"/>
                <a:gd name="T25" fmla="*/ 54 h 69"/>
                <a:gd name="T26" fmla="*/ 11 w 70"/>
                <a:gd name="T27" fmla="*/ 65 h 69"/>
                <a:gd name="T28" fmla="*/ 11 w 70"/>
                <a:gd name="T29" fmla="*/ 68 h 69"/>
                <a:gd name="T30" fmla="*/ 5 w 70"/>
                <a:gd name="T31" fmla="*/ 48 h 69"/>
                <a:gd name="T32" fmla="*/ 52 w 70"/>
                <a:gd name="T33" fmla="*/ 10 h 69"/>
                <a:gd name="T34" fmla="*/ 8 w 70"/>
                <a:gd name="T35" fmla="*/ 68 h 69"/>
                <a:gd name="T36" fmla="*/ 10 w 70"/>
                <a:gd name="T37" fmla="*/ 65 h 69"/>
                <a:gd name="T38" fmla="*/ 58 w 70"/>
                <a:gd name="T39" fmla="*/ 53 h 69"/>
                <a:gd name="T40" fmla="*/ 68 w 70"/>
                <a:gd name="T41" fmla="*/ 61 h 69"/>
                <a:gd name="T42" fmla="*/ 67 w 70"/>
                <a:gd name="T43" fmla="*/ 37 h 69"/>
                <a:gd name="T44" fmla="*/ 65 w 70"/>
                <a:gd name="T45" fmla="*/ 41 h 69"/>
                <a:gd name="T46" fmla="*/ 15 w 70"/>
                <a:gd name="T47" fmla="*/ 52 h 69"/>
                <a:gd name="T48" fmla="*/ 15 w 70"/>
                <a:gd name="T49" fmla="*/ 52 h 69"/>
                <a:gd name="T50" fmla="*/ 63 w 70"/>
                <a:gd name="T51" fmla="*/ 2 h 69"/>
                <a:gd name="T52" fmla="*/ 9 w 70"/>
                <a:gd name="T53" fmla="*/ 8 h 69"/>
                <a:gd name="T54" fmla="*/ 1 w 70"/>
                <a:gd name="T55" fmla="*/ 1 h 69"/>
                <a:gd name="T56" fmla="*/ 5 w 70"/>
                <a:gd name="T57" fmla="*/ 24 h 69"/>
                <a:gd name="T58" fmla="*/ 13 w 70"/>
                <a:gd name="T59" fmla="*/ 14 h 69"/>
                <a:gd name="T60" fmla="*/ 67 w 70"/>
                <a:gd name="T61" fmla="*/ 61 h 69"/>
                <a:gd name="T62" fmla="*/ 67 w 70"/>
                <a:gd name="T63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" h="69">
                  <a:moveTo>
                    <a:pt x="5" y="48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7" y="15"/>
                    <a:pt x="6" y="16"/>
                    <a:pt x="6" y="21"/>
                  </a:cubicBezTo>
                  <a:cubicBezTo>
                    <a:pt x="6" y="22"/>
                    <a:pt x="6" y="23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6"/>
                    <a:pt x="5" y="8"/>
                    <a:pt x="9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63" y="46"/>
                    <a:pt x="65" y="45"/>
                    <a:pt x="65" y="41"/>
                  </a:cubicBezTo>
                  <a:cubicBezTo>
                    <a:pt x="65" y="40"/>
                    <a:pt x="65" y="39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6" y="55"/>
                    <a:pt x="65" y="54"/>
                    <a:pt x="61" y="54"/>
                  </a:cubicBezTo>
                  <a:cubicBezTo>
                    <a:pt x="60" y="54"/>
                    <a:pt x="59" y="54"/>
                    <a:pt x="58" y="54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2" y="59"/>
                    <a:pt x="11" y="60"/>
                    <a:pt x="11" y="65"/>
                  </a:cubicBezTo>
                  <a:cubicBezTo>
                    <a:pt x="11" y="66"/>
                    <a:pt x="11" y="67"/>
                    <a:pt x="11" y="68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8" y="69"/>
                    <a:pt x="8" y="69"/>
                    <a:pt x="8" y="69"/>
                  </a:cubicBezTo>
                  <a:lnTo>
                    <a:pt x="5" y="48"/>
                  </a:lnTo>
                  <a:close/>
                  <a:moveTo>
                    <a:pt x="52" y="10"/>
                  </a:moveTo>
                  <a:cubicBezTo>
                    <a:pt x="52" y="10"/>
                    <a:pt x="52" y="10"/>
                    <a:pt x="52" y="10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6"/>
                    <a:pt x="10" y="65"/>
                    <a:pt x="10" y="65"/>
                  </a:cubicBezTo>
                  <a:cubicBezTo>
                    <a:pt x="10" y="60"/>
                    <a:pt x="12" y="58"/>
                    <a:pt x="18" y="58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9" y="53"/>
                    <a:pt x="60" y="53"/>
                    <a:pt x="61" y="53"/>
                  </a:cubicBezTo>
                  <a:cubicBezTo>
                    <a:pt x="66" y="53"/>
                    <a:pt x="67" y="55"/>
                    <a:pt x="68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9"/>
                    <a:pt x="65" y="40"/>
                    <a:pt x="65" y="41"/>
                  </a:cubicBezTo>
                  <a:cubicBezTo>
                    <a:pt x="65" y="45"/>
                    <a:pt x="63" y="47"/>
                    <a:pt x="57" y="47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0" y="8"/>
                    <a:pt x="9" y="8"/>
                  </a:cubicBezTo>
                  <a:cubicBezTo>
                    <a:pt x="4" y="9"/>
                    <a:pt x="3" y="6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5" y="22"/>
                    <a:pt x="5" y="21"/>
                  </a:cubicBezTo>
                  <a:cubicBezTo>
                    <a:pt x="5" y="16"/>
                    <a:pt x="7" y="15"/>
                    <a:pt x="13" y="14"/>
                  </a:cubicBezTo>
                  <a:cubicBezTo>
                    <a:pt x="52" y="10"/>
                    <a:pt x="52" y="10"/>
                    <a:pt x="52" y="10"/>
                  </a:cubicBezTo>
                  <a:close/>
                  <a:moveTo>
                    <a:pt x="67" y="61"/>
                  </a:moveTo>
                  <a:cubicBezTo>
                    <a:pt x="68" y="61"/>
                    <a:pt x="68" y="61"/>
                    <a:pt x="68" y="61"/>
                  </a:cubicBezTo>
                  <a:lnTo>
                    <a:pt x="67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5" name="Freeform 644">
              <a:extLst>
                <a:ext uri="{FF2B5EF4-FFF2-40B4-BE49-F238E27FC236}">
                  <a16:creationId xmlns:a16="http://schemas.microsoft.com/office/drawing/2014/main" id="{D6180758-5F68-455C-AF62-654CAE9C2B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63650" y="12638088"/>
              <a:ext cx="41275" cy="41275"/>
            </a:xfrm>
            <a:custGeom>
              <a:avLst/>
              <a:gdLst>
                <a:gd name="T0" fmla="*/ 62 w 65"/>
                <a:gd name="T1" fmla="*/ 9 h 63"/>
                <a:gd name="T2" fmla="*/ 65 w 65"/>
                <a:gd name="T3" fmla="*/ 34 h 63"/>
                <a:gd name="T4" fmla="*/ 32 w 65"/>
                <a:gd name="T5" fmla="*/ 63 h 63"/>
                <a:gd name="T6" fmla="*/ 1 w 65"/>
                <a:gd name="T7" fmla="*/ 32 h 63"/>
                <a:gd name="T8" fmla="*/ 4 w 65"/>
                <a:gd name="T9" fmla="*/ 11 h 63"/>
                <a:gd name="T10" fmla="*/ 19 w 65"/>
                <a:gd name="T11" fmla="*/ 10 h 63"/>
                <a:gd name="T12" fmla="*/ 19 w 65"/>
                <a:gd name="T13" fmla="*/ 13 h 63"/>
                <a:gd name="T14" fmla="*/ 5 w 65"/>
                <a:gd name="T15" fmla="*/ 32 h 63"/>
                <a:gd name="T16" fmla="*/ 32 w 65"/>
                <a:gd name="T17" fmla="*/ 50 h 63"/>
                <a:gd name="T18" fmla="*/ 60 w 65"/>
                <a:gd name="T19" fmla="*/ 29 h 63"/>
                <a:gd name="T20" fmla="*/ 59 w 65"/>
                <a:gd name="T21" fmla="*/ 20 h 63"/>
                <a:gd name="T22" fmla="*/ 40 w 65"/>
                <a:gd name="T23" fmla="*/ 20 h 63"/>
                <a:gd name="T24" fmla="*/ 31 w 65"/>
                <a:gd name="T25" fmla="*/ 27 h 63"/>
                <a:gd name="T26" fmla="*/ 29 w 65"/>
                <a:gd name="T27" fmla="*/ 27 h 63"/>
                <a:gd name="T28" fmla="*/ 30 w 65"/>
                <a:gd name="T29" fmla="*/ 0 h 63"/>
                <a:gd name="T30" fmla="*/ 32 w 65"/>
                <a:gd name="T31" fmla="*/ 0 h 63"/>
                <a:gd name="T32" fmla="*/ 41 w 65"/>
                <a:gd name="T33" fmla="*/ 8 h 63"/>
                <a:gd name="T34" fmla="*/ 62 w 65"/>
                <a:gd name="T35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3">
                  <a:moveTo>
                    <a:pt x="62" y="9"/>
                  </a:moveTo>
                  <a:cubicBezTo>
                    <a:pt x="63" y="15"/>
                    <a:pt x="65" y="21"/>
                    <a:pt x="65" y="34"/>
                  </a:cubicBezTo>
                  <a:cubicBezTo>
                    <a:pt x="64" y="58"/>
                    <a:pt x="46" y="63"/>
                    <a:pt x="32" y="63"/>
                  </a:cubicBezTo>
                  <a:cubicBezTo>
                    <a:pt x="13" y="62"/>
                    <a:pt x="0" y="56"/>
                    <a:pt x="1" y="32"/>
                  </a:cubicBezTo>
                  <a:cubicBezTo>
                    <a:pt x="1" y="23"/>
                    <a:pt x="3" y="15"/>
                    <a:pt x="4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4" y="15"/>
                    <a:pt x="6" y="18"/>
                    <a:pt x="5" y="32"/>
                  </a:cubicBezTo>
                  <a:cubicBezTo>
                    <a:pt x="5" y="48"/>
                    <a:pt x="20" y="50"/>
                    <a:pt x="32" y="50"/>
                  </a:cubicBezTo>
                  <a:cubicBezTo>
                    <a:pt x="48" y="51"/>
                    <a:pt x="60" y="47"/>
                    <a:pt x="60" y="29"/>
                  </a:cubicBezTo>
                  <a:cubicBezTo>
                    <a:pt x="60" y="26"/>
                    <a:pt x="60" y="23"/>
                    <a:pt x="59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3" y="19"/>
                    <a:pt x="32" y="21"/>
                    <a:pt x="31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7"/>
                    <a:pt x="33" y="8"/>
                    <a:pt x="41" y="8"/>
                  </a:cubicBezTo>
                  <a:lnTo>
                    <a:pt x="62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6" name="Freeform 645">
              <a:extLst>
                <a:ext uri="{FF2B5EF4-FFF2-40B4-BE49-F238E27FC236}">
                  <a16:creationId xmlns:a16="http://schemas.microsoft.com/office/drawing/2014/main" id="{E4109127-F0F6-419F-84C4-64FC0EF7ED3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63650" y="12638088"/>
              <a:ext cx="41275" cy="41275"/>
            </a:xfrm>
            <a:custGeom>
              <a:avLst/>
              <a:gdLst>
                <a:gd name="T0" fmla="*/ 33 w 65"/>
                <a:gd name="T1" fmla="*/ 64 h 64"/>
                <a:gd name="T2" fmla="*/ 32 w 65"/>
                <a:gd name="T3" fmla="*/ 64 h 64"/>
                <a:gd name="T4" fmla="*/ 0 w 65"/>
                <a:gd name="T5" fmla="*/ 35 h 64"/>
                <a:gd name="T6" fmla="*/ 0 w 65"/>
                <a:gd name="T7" fmla="*/ 33 h 64"/>
                <a:gd name="T8" fmla="*/ 4 w 65"/>
                <a:gd name="T9" fmla="*/ 12 h 64"/>
                <a:gd name="T10" fmla="*/ 4 w 65"/>
                <a:gd name="T11" fmla="*/ 11 h 64"/>
                <a:gd name="T12" fmla="*/ 19 w 65"/>
                <a:gd name="T13" fmla="*/ 11 h 64"/>
                <a:gd name="T14" fmla="*/ 19 w 65"/>
                <a:gd name="T15" fmla="*/ 15 h 64"/>
                <a:gd name="T16" fmla="*/ 19 w 65"/>
                <a:gd name="T17" fmla="*/ 15 h 64"/>
                <a:gd name="T18" fmla="*/ 6 w 65"/>
                <a:gd name="T19" fmla="*/ 33 h 64"/>
                <a:gd name="T20" fmla="*/ 6 w 65"/>
                <a:gd name="T21" fmla="*/ 34 h 64"/>
                <a:gd name="T22" fmla="*/ 32 w 65"/>
                <a:gd name="T23" fmla="*/ 51 h 64"/>
                <a:gd name="T24" fmla="*/ 34 w 65"/>
                <a:gd name="T25" fmla="*/ 51 h 64"/>
                <a:gd name="T26" fmla="*/ 60 w 65"/>
                <a:gd name="T27" fmla="*/ 30 h 64"/>
                <a:gd name="T28" fmla="*/ 60 w 65"/>
                <a:gd name="T29" fmla="*/ 30 h 64"/>
                <a:gd name="T30" fmla="*/ 59 w 65"/>
                <a:gd name="T31" fmla="*/ 21 h 64"/>
                <a:gd name="T32" fmla="*/ 40 w 65"/>
                <a:gd name="T33" fmla="*/ 21 h 64"/>
                <a:gd name="T34" fmla="*/ 39 w 65"/>
                <a:gd name="T35" fmla="*/ 21 h 64"/>
                <a:gd name="T36" fmla="*/ 32 w 65"/>
                <a:gd name="T37" fmla="*/ 28 h 64"/>
                <a:gd name="T38" fmla="*/ 32 w 65"/>
                <a:gd name="T39" fmla="*/ 29 h 64"/>
                <a:gd name="T40" fmla="*/ 29 w 65"/>
                <a:gd name="T41" fmla="*/ 29 h 64"/>
                <a:gd name="T42" fmla="*/ 29 w 65"/>
                <a:gd name="T43" fmla="*/ 0 h 64"/>
                <a:gd name="T44" fmla="*/ 32 w 65"/>
                <a:gd name="T45" fmla="*/ 0 h 64"/>
                <a:gd name="T46" fmla="*/ 32 w 65"/>
                <a:gd name="T47" fmla="*/ 1 h 64"/>
                <a:gd name="T48" fmla="*/ 32 w 65"/>
                <a:gd name="T49" fmla="*/ 2 h 64"/>
                <a:gd name="T50" fmla="*/ 41 w 65"/>
                <a:gd name="T51" fmla="*/ 9 h 64"/>
                <a:gd name="T52" fmla="*/ 62 w 65"/>
                <a:gd name="T53" fmla="*/ 9 h 64"/>
                <a:gd name="T54" fmla="*/ 62 w 65"/>
                <a:gd name="T55" fmla="*/ 10 h 64"/>
                <a:gd name="T56" fmla="*/ 62 w 65"/>
                <a:gd name="T57" fmla="*/ 9 h 64"/>
                <a:gd name="T58" fmla="*/ 62 w 65"/>
                <a:gd name="T59" fmla="*/ 9 h 64"/>
                <a:gd name="T60" fmla="*/ 62 w 65"/>
                <a:gd name="T61" fmla="*/ 10 h 64"/>
                <a:gd name="T62" fmla="*/ 65 w 65"/>
                <a:gd name="T63" fmla="*/ 32 h 64"/>
                <a:gd name="T64" fmla="*/ 65 w 65"/>
                <a:gd name="T65" fmla="*/ 35 h 64"/>
                <a:gd name="T66" fmla="*/ 34 w 65"/>
                <a:gd name="T67" fmla="*/ 64 h 64"/>
                <a:gd name="T68" fmla="*/ 33 w 65"/>
                <a:gd name="T69" fmla="*/ 64 h 64"/>
                <a:gd name="T70" fmla="*/ 1 w 65"/>
                <a:gd name="T71" fmla="*/ 34 h 64"/>
                <a:gd name="T72" fmla="*/ 1 w 65"/>
                <a:gd name="T73" fmla="*/ 35 h 64"/>
                <a:gd name="T74" fmla="*/ 32 w 65"/>
                <a:gd name="T75" fmla="*/ 63 h 64"/>
                <a:gd name="T76" fmla="*/ 33 w 65"/>
                <a:gd name="T77" fmla="*/ 63 h 64"/>
                <a:gd name="T78" fmla="*/ 64 w 65"/>
                <a:gd name="T79" fmla="*/ 35 h 64"/>
                <a:gd name="T80" fmla="*/ 64 w 65"/>
                <a:gd name="T81" fmla="*/ 32 h 64"/>
                <a:gd name="T82" fmla="*/ 61 w 65"/>
                <a:gd name="T83" fmla="*/ 10 h 64"/>
                <a:gd name="T84" fmla="*/ 41 w 65"/>
                <a:gd name="T85" fmla="*/ 9 h 64"/>
                <a:gd name="T86" fmla="*/ 32 w 65"/>
                <a:gd name="T87" fmla="*/ 2 h 64"/>
                <a:gd name="T88" fmla="*/ 32 w 65"/>
                <a:gd name="T89" fmla="*/ 1 h 64"/>
                <a:gd name="T90" fmla="*/ 30 w 65"/>
                <a:gd name="T91" fmla="*/ 1 h 64"/>
                <a:gd name="T92" fmla="*/ 29 w 65"/>
                <a:gd name="T93" fmla="*/ 28 h 64"/>
                <a:gd name="T94" fmla="*/ 31 w 65"/>
                <a:gd name="T95" fmla="*/ 28 h 64"/>
                <a:gd name="T96" fmla="*/ 39 w 65"/>
                <a:gd name="T97" fmla="*/ 20 h 64"/>
                <a:gd name="T98" fmla="*/ 40 w 65"/>
                <a:gd name="T99" fmla="*/ 20 h 64"/>
                <a:gd name="T100" fmla="*/ 59 w 65"/>
                <a:gd name="T101" fmla="*/ 21 h 64"/>
                <a:gd name="T102" fmla="*/ 59 w 65"/>
                <a:gd name="T103" fmla="*/ 21 h 64"/>
                <a:gd name="T104" fmla="*/ 61 w 65"/>
                <a:gd name="T105" fmla="*/ 30 h 64"/>
                <a:gd name="T106" fmla="*/ 61 w 65"/>
                <a:gd name="T107" fmla="*/ 31 h 64"/>
                <a:gd name="T108" fmla="*/ 34 w 65"/>
                <a:gd name="T109" fmla="*/ 52 h 64"/>
                <a:gd name="T110" fmla="*/ 32 w 65"/>
                <a:gd name="T111" fmla="*/ 52 h 64"/>
                <a:gd name="T112" fmla="*/ 5 w 65"/>
                <a:gd name="T113" fmla="*/ 34 h 64"/>
                <a:gd name="T114" fmla="*/ 5 w 65"/>
                <a:gd name="T115" fmla="*/ 33 h 64"/>
                <a:gd name="T116" fmla="*/ 18 w 65"/>
                <a:gd name="T117" fmla="*/ 14 h 64"/>
                <a:gd name="T118" fmla="*/ 18 w 65"/>
                <a:gd name="T119" fmla="*/ 12 h 64"/>
                <a:gd name="T120" fmla="*/ 4 w 65"/>
                <a:gd name="T121" fmla="*/ 12 h 64"/>
                <a:gd name="T122" fmla="*/ 1 w 65"/>
                <a:gd name="T123" fmla="*/ 3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5" h="64">
                  <a:moveTo>
                    <a:pt x="33" y="64"/>
                  </a:moveTo>
                  <a:cubicBezTo>
                    <a:pt x="32" y="64"/>
                    <a:pt x="32" y="64"/>
                    <a:pt x="32" y="64"/>
                  </a:cubicBezTo>
                  <a:cubicBezTo>
                    <a:pt x="13" y="63"/>
                    <a:pt x="0" y="57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24"/>
                    <a:pt x="2" y="16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4" y="16"/>
                    <a:pt x="6" y="19"/>
                    <a:pt x="6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49"/>
                    <a:pt x="20" y="51"/>
                    <a:pt x="32" y="51"/>
                  </a:cubicBezTo>
                  <a:cubicBezTo>
                    <a:pt x="33" y="51"/>
                    <a:pt x="34" y="51"/>
                    <a:pt x="34" y="51"/>
                  </a:cubicBezTo>
                  <a:cubicBezTo>
                    <a:pt x="49" y="51"/>
                    <a:pt x="59" y="47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27"/>
                    <a:pt x="59" y="24"/>
                    <a:pt x="59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3" y="21"/>
                    <a:pt x="32" y="22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2"/>
                  </a:cubicBezTo>
                  <a:cubicBezTo>
                    <a:pt x="33" y="8"/>
                    <a:pt x="34" y="9"/>
                    <a:pt x="41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3" y="15"/>
                    <a:pt x="65" y="21"/>
                    <a:pt x="65" y="32"/>
                  </a:cubicBezTo>
                  <a:cubicBezTo>
                    <a:pt x="65" y="33"/>
                    <a:pt x="65" y="34"/>
                    <a:pt x="65" y="35"/>
                  </a:cubicBezTo>
                  <a:cubicBezTo>
                    <a:pt x="64" y="58"/>
                    <a:pt x="48" y="64"/>
                    <a:pt x="34" y="64"/>
                  </a:cubicBezTo>
                  <a:lnTo>
                    <a:pt x="33" y="64"/>
                  </a:lnTo>
                  <a:close/>
                  <a:moveTo>
                    <a:pt x="1" y="34"/>
                  </a:moveTo>
                  <a:cubicBezTo>
                    <a:pt x="1" y="34"/>
                    <a:pt x="1" y="35"/>
                    <a:pt x="1" y="35"/>
                  </a:cubicBezTo>
                  <a:cubicBezTo>
                    <a:pt x="1" y="57"/>
                    <a:pt x="13" y="63"/>
                    <a:pt x="32" y="63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47" y="63"/>
                    <a:pt x="64" y="58"/>
                    <a:pt x="64" y="35"/>
                  </a:cubicBezTo>
                  <a:cubicBezTo>
                    <a:pt x="64" y="34"/>
                    <a:pt x="64" y="33"/>
                    <a:pt x="64" y="32"/>
                  </a:cubicBezTo>
                  <a:cubicBezTo>
                    <a:pt x="64" y="21"/>
                    <a:pt x="63" y="15"/>
                    <a:pt x="61" y="10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4" y="9"/>
                    <a:pt x="32" y="8"/>
                    <a:pt x="32" y="2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2"/>
                    <a:pt x="33" y="20"/>
                    <a:pt x="39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4"/>
                    <a:pt x="61" y="27"/>
                    <a:pt x="61" y="30"/>
                  </a:cubicBezTo>
                  <a:cubicBezTo>
                    <a:pt x="61" y="30"/>
                    <a:pt x="61" y="30"/>
                    <a:pt x="61" y="31"/>
                  </a:cubicBezTo>
                  <a:cubicBezTo>
                    <a:pt x="60" y="47"/>
                    <a:pt x="49" y="52"/>
                    <a:pt x="34" y="52"/>
                  </a:cubicBezTo>
                  <a:cubicBezTo>
                    <a:pt x="34" y="52"/>
                    <a:pt x="33" y="52"/>
                    <a:pt x="32" y="52"/>
                  </a:cubicBezTo>
                  <a:cubicBezTo>
                    <a:pt x="20" y="51"/>
                    <a:pt x="5" y="49"/>
                    <a:pt x="5" y="34"/>
                  </a:cubicBezTo>
                  <a:cubicBezTo>
                    <a:pt x="5" y="34"/>
                    <a:pt x="5" y="33"/>
                    <a:pt x="5" y="33"/>
                  </a:cubicBezTo>
                  <a:cubicBezTo>
                    <a:pt x="5" y="19"/>
                    <a:pt x="14" y="16"/>
                    <a:pt x="18" y="14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7"/>
                    <a:pt x="1" y="24"/>
                    <a:pt x="1" y="3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7" name="Freeform 646">
              <a:extLst>
                <a:ext uri="{FF2B5EF4-FFF2-40B4-BE49-F238E27FC236}">
                  <a16:creationId xmlns:a16="http://schemas.microsoft.com/office/drawing/2014/main" id="{49BAA255-6C9C-4AB6-8D42-893EFAA1F1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66825" y="12598400"/>
              <a:ext cx="44450" cy="33337"/>
            </a:xfrm>
            <a:custGeom>
              <a:avLst/>
              <a:gdLst>
                <a:gd name="T0" fmla="*/ 59 w 69"/>
                <a:gd name="T1" fmla="*/ 52 h 53"/>
                <a:gd name="T2" fmla="*/ 52 w 69"/>
                <a:gd name="T3" fmla="*/ 42 h 53"/>
                <a:gd name="T4" fmla="*/ 12 w 69"/>
                <a:gd name="T5" fmla="*/ 35 h 53"/>
                <a:gd name="T6" fmla="*/ 2 w 69"/>
                <a:gd name="T7" fmla="*/ 43 h 53"/>
                <a:gd name="T8" fmla="*/ 0 w 69"/>
                <a:gd name="T9" fmla="*/ 42 h 53"/>
                <a:gd name="T10" fmla="*/ 5 w 69"/>
                <a:gd name="T11" fmla="*/ 14 h 53"/>
                <a:gd name="T12" fmla="*/ 7 w 69"/>
                <a:gd name="T13" fmla="*/ 14 h 53"/>
                <a:gd name="T14" fmla="*/ 14 w 69"/>
                <a:gd name="T15" fmla="*/ 24 h 53"/>
                <a:gd name="T16" fmla="*/ 54 w 69"/>
                <a:gd name="T17" fmla="*/ 31 h 53"/>
                <a:gd name="T18" fmla="*/ 61 w 69"/>
                <a:gd name="T19" fmla="*/ 25 h 53"/>
                <a:gd name="T20" fmla="*/ 63 w 69"/>
                <a:gd name="T21" fmla="*/ 18 h 53"/>
                <a:gd name="T22" fmla="*/ 54 w 69"/>
                <a:gd name="T23" fmla="*/ 3 h 53"/>
                <a:gd name="T24" fmla="*/ 55 w 69"/>
                <a:gd name="T25" fmla="*/ 0 h 53"/>
                <a:gd name="T26" fmla="*/ 69 w 69"/>
                <a:gd name="T27" fmla="*/ 3 h 53"/>
                <a:gd name="T28" fmla="*/ 61 w 69"/>
                <a:gd name="T29" fmla="*/ 53 h 53"/>
                <a:gd name="T30" fmla="*/ 59 w 69"/>
                <a:gd name="T31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53">
                  <a:moveTo>
                    <a:pt x="59" y="52"/>
                  </a:moveTo>
                  <a:cubicBezTo>
                    <a:pt x="60" y="45"/>
                    <a:pt x="59" y="43"/>
                    <a:pt x="52" y="42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5" y="34"/>
                    <a:pt x="3" y="36"/>
                    <a:pt x="2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21"/>
                    <a:pt x="7" y="23"/>
                    <a:pt x="14" y="24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9" y="32"/>
                    <a:pt x="60" y="31"/>
                    <a:pt x="61" y="25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4" y="9"/>
                    <a:pt x="61" y="6"/>
                    <a:pt x="54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1" y="53"/>
                    <a:pt x="61" y="53"/>
                    <a:pt x="61" y="53"/>
                  </a:cubicBezTo>
                  <a:lnTo>
                    <a:pt x="59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8" name="Freeform 647">
              <a:extLst>
                <a:ext uri="{FF2B5EF4-FFF2-40B4-BE49-F238E27FC236}">
                  <a16:creationId xmlns:a16="http://schemas.microsoft.com/office/drawing/2014/main" id="{77CEF8FD-60AC-43E6-B09A-6C5DE14B1D3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66825" y="12598400"/>
              <a:ext cx="44450" cy="33337"/>
            </a:xfrm>
            <a:custGeom>
              <a:avLst/>
              <a:gdLst>
                <a:gd name="T0" fmla="*/ 59 w 70"/>
                <a:gd name="T1" fmla="*/ 52 h 53"/>
                <a:gd name="T2" fmla="*/ 59 w 70"/>
                <a:gd name="T3" fmla="*/ 52 h 53"/>
                <a:gd name="T4" fmla="*/ 59 w 70"/>
                <a:gd name="T5" fmla="*/ 52 h 53"/>
                <a:gd name="T6" fmla="*/ 59 w 70"/>
                <a:gd name="T7" fmla="*/ 52 h 53"/>
                <a:gd name="T8" fmla="*/ 59 w 70"/>
                <a:gd name="T9" fmla="*/ 52 h 53"/>
                <a:gd name="T10" fmla="*/ 58 w 70"/>
                <a:gd name="T11" fmla="*/ 52 h 53"/>
                <a:gd name="T12" fmla="*/ 59 w 70"/>
                <a:gd name="T13" fmla="*/ 52 h 53"/>
                <a:gd name="T14" fmla="*/ 59 w 70"/>
                <a:gd name="T15" fmla="*/ 48 h 53"/>
                <a:gd name="T16" fmla="*/ 52 w 70"/>
                <a:gd name="T17" fmla="*/ 42 h 53"/>
                <a:gd name="T18" fmla="*/ 12 w 70"/>
                <a:gd name="T19" fmla="*/ 36 h 53"/>
                <a:gd name="T20" fmla="*/ 8 w 70"/>
                <a:gd name="T21" fmla="*/ 35 h 53"/>
                <a:gd name="T22" fmla="*/ 3 w 70"/>
                <a:gd name="T23" fmla="*/ 43 h 53"/>
                <a:gd name="T24" fmla="*/ 3 w 70"/>
                <a:gd name="T25" fmla="*/ 43 h 53"/>
                <a:gd name="T26" fmla="*/ 0 w 70"/>
                <a:gd name="T27" fmla="*/ 43 h 53"/>
                <a:gd name="T28" fmla="*/ 4 w 70"/>
                <a:gd name="T29" fmla="*/ 13 h 53"/>
                <a:gd name="T30" fmla="*/ 7 w 70"/>
                <a:gd name="T31" fmla="*/ 14 h 53"/>
                <a:gd name="T32" fmla="*/ 7 w 70"/>
                <a:gd name="T33" fmla="*/ 14 h 53"/>
                <a:gd name="T34" fmla="*/ 7 w 70"/>
                <a:gd name="T35" fmla="*/ 18 h 53"/>
                <a:gd name="T36" fmla="*/ 14 w 70"/>
                <a:gd name="T37" fmla="*/ 24 h 53"/>
                <a:gd name="T38" fmla="*/ 54 w 70"/>
                <a:gd name="T39" fmla="*/ 31 h 53"/>
                <a:gd name="T40" fmla="*/ 57 w 70"/>
                <a:gd name="T41" fmla="*/ 31 h 53"/>
                <a:gd name="T42" fmla="*/ 61 w 70"/>
                <a:gd name="T43" fmla="*/ 25 h 53"/>
                <a:gd name="T44" fmla="*/ 62 w 70"/>
                <a:gd name="T45" fmla="*/ 17 h 53"/>
                <a:gd name="T46" fmla="*/ 63 w 70"/>
                <a:gd name="T47" fmla="*/ 14 h 53"/>
                <a:gd name="T48" fmla="*/ 54 w 70"/>
                <a:gd name="T49" fmla="*/ 3 h 53"/>
                <a:gd name="T50" fmla="*/ 54 w 70"/>
                <a:gd name="T51" fmla="*/ 3 h 53"/>
                <a:gd name="T52" fmla="*/ 55 w 70"/>
                <a:gd name="T53" fmla="*/ 0 h 53"/>
                <a:gd name="T54" fmla="*/ 70 w 70"/>
                <a:gd name="T55" fmla="*/ 3 h 53"/>
                <a:gd name="T56" fmla="*/ 61 w 70"/>
                <a:gd name="T57" fmla="*/ 53 h 53"/>
                <a:gd name="T58" fmla="*/ 59 w 70"/>
                <a:gd name="T59" fmla="*/ 52 h 53"/>
                <a:gd name="T60" fmla="*/ 61 w 70"/>
                <a:gd name="T61" fmla="*/ 52 h 53"/>
                <a:gd name="T62" fmla="*/ 69 w 70"/>
                <a:gd name="T63" fmla="*/ 3 h 53"/>
                <a:gd name="T64" fmla="*/ 55 w 70"/>
                <a:gd name="T65" fmla="*/ 0 h 53"/>
                <a:gd name="T66" fmla="*/ 55 w 70"/>
                <a:gd name="T67" fmla="*/ 3 h 53"/>
                <a:gd name="T68" fmla="*/ 63 w 70"/>
                <a:gd name="T69" fmla="*/ 14 h 53"/>
                <a:gd name="T70" fmla="*/ 63 w 70"/>
                <a:gd name="T71" fmla="*/ 18 h 53"/>
                <a:gd name="T72" fmla="*/ 62 w 70"/>
                <a:gd name="T73" fmla="*/ 25 h 53"/>
                <a:gd name="T74" fmla="*/ 57 w 70"/>
                <a:gd name="T75" fmla="*/ 31 h 53"/>
                <a:gd name="T76" fmla="*/ 54 w 70"/>
                <a:gd name="T77" fmla="*/ 31 h 53"/>
                <a:gd name="T78" fmla="*/ 14 w 70"/>
                <a:gd name="T79" fmla="*/ 25 h 53"/>
                <a:gd name="T80" fmla="*/ 6 w 70"/>
                <a:gd name="T81" fmla="*/ 18 h 53"/>
                <a:gd name="T82" fmla="*/ 7 w 70"/>
                <a:gd name="T83" fmla="*/ 14 h 53"/>
                <a:gd name="T84" fmla="*/ 5 w 70"/>
                <a:gd name="T85" fmla="*/ 14 h 53"/>
                <a:gd name="T86" fmla="*/ 0 w 70"/>
                <a:gd name="T87" fmla="*/ 42 h 53"/>
                <a:gd name="T88" fmla="*/ 2 w 70"/>
                <a:gd name="T89" fmla="*/ 42 h 53"/>
                <a:gd name="T90" fmla="*/ 8 w 70"/>
                <a:gd name="T91" fmla="*/ 35 h 53"/>
                <a:gd name="T92" fmla="*/ 12 w 70"/>
                <a:gd name="T93" fmla="*/ 35 h 53"/>
                <a:gd name="T94" fmla="*/ 52 w 70"/>
                <a:gd name="T95" fmla="*/ 42 h 53"/>
                <a:gd name="T96" fmla="*/ 60 w 70"/>
                <a:gd name="T97" fmla="*/ 48 h 53"/>
                <a:gd name="T98" fmla="*/ 59 w 70"/>
                <a:gd name="T99" fmla="*/ 52 h 53"/>
                <a:gd name="T100" fmla="*/ 61 w 70"/>
                <a:gd name="T101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0" h="53">
                  <a:moveTo>
                    <a:pt x="59" y="52"/>
                  </a:move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1"/>
                    <a:pt x="59" y="49"/>
                    <a:pt x="59" y="48"/>
                  </a:cubicBezTo>
                  <a:cubicBezTo>
                    <a:pt x="59" y="44"/>
                    <a:pt x="57" y="43"/>
                    <a:pt x="52" y="42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6"/>
                    <a:pt x="9" y="35"/>
                    <a:pt x="8" y="35"/>
                  </a:cubicBezTo>
                  <a:cubicBezTo>
                    <a:pt x="5" y="35"/>
                    <a:pt x="4" y="37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6"/>
                    <a:pt x="7" y="17"/>
                    <a:pt x="7" y="18"/>
                  </a:cubicBezTo>
                  <a:cubicBezTo>
                    <a:pt x="7" y="22"/>
                    <a:pt x="9" y="23"/>
                    <a:pt x="14" y="24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5" y="31"/>
                    <a:pt x="56" y="31"/>
                    <a:pt x="57" y="31"/>
                  </a:cubicBezTo>
                  <a:cubicBezTo>
                    <a:pt x="59" y="31"/>
                    <a:pt x="60" y="30"/>
                    <a:pt x="61" y="25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3" y="16"/>
                    <a:pt x="63" y="15"/>
                    <a:pt x="63" y="14"/>
                  </a:cubicBezTo>
                  <a:cubicBezTo>
                    <a:pt x="63" y="8"/>
                    <a:pt x="60" y="6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1" y="53"/>
                    <a:pt x="61" y="53"/>
                    <a:pt x="61" y="53"/>
                  </a:cubicBezTo>
                  <a:lnTo>
                    <a:pt x="59" y="52"/>
                  </a:lnTo>
                  <a:close/>
                  <a:moveTo>
                    <a:pt x="61" y="52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60" y="5"/>
                    <a:pt x="63" y="8"/>
                    <a:pt x="63" y="14"/>
                  </a:cubicBezTo>
                  <a:cubicBezTo>
                    <a:pt x="63" y="15"/>
                    <a:pt x="63" y="16"/>
                    <a:pt x="63" y="18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1" y="30"/>
                    <a:pt x="60" y="31"/>
                    <a:pt x="57" y="31"/>
                  </a:cubicBezTo>
                  <a:cubicBezTo>
                    <a:pt x="56" y="31"/>
                    <a:pt x="55" y="31"/>
                    <a:pt x="54" y="3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8" y="24"/>
                    <a:pt x="6" y="22"/>
                    <a:pt x="6" y="18"/>
                  </a:cubicBezTo>
                  <a:cubicBezTo>
                    <a:pt x="6" y="17"/>
                    <a:pt x="6" y="16"/>
                    <a:pt x="7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37"/>
                    <a:pt x="4" y="35"/>
                    <a:pt x="8" y="35"/>
                  </a:cubicBezTo>
                  <a:cubicBezTo>
                    <a:pt x="10" y="35"/>
                    <a:pt x="11" y="35"/>
                    <a:pt x="12" y="3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7" y="43"/>
                    <a:pt x="60" y="44"/>
                    <a:pt x="60" y="48"/>
                  </a:cubicBezTo>
                  <a:cubicBezTo>
                    <a:pt x="60" y="49"/>
                    <a:pt x="59" y="50"/>
                    <a:pt x="59" y="52"/>
                  </a:cubicBezTo>
                  <a:lnTo>
                    <a:pt x="6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9" name="Freeform 648">
              <a:extLst>
                <a:ext uri="{FF2B5EF4-FFF2-40B4-BE49-F238E27FC236}">
                  <a16:creationId xmlns:a16="http://schemas.microsoft.com/office/drawing/2014/main" id="{BF5FAEB3-3C01-4A6E-AFEE-B6C42C51FB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06513" y="12579350"/>
              <a:ext cx="9525" cy="9525"/>
            </a:xfrm>
            <a:custGeom>
              <a:avLst/>
              <a:gdLst>
                <a:gd name="T0" fmla="*/ 6 w 15"/>
                <a:gd name="T1" fmla="*/ 15 h 16"/>
                <a:gd name="T2" fmla="*/ 1 w 15"/>
                <a:gd name="T3" fmla="*/ 6 h 16"/>
                <a:gd name="T4" fmla="*/ 10 w 15"/>
                <a:gd name="T5" fmla="*/ 1 h 16"/>
                <a:gd name="T6" fmla="*/ 14 w 15"/>
                <a:gd name="T7" fmla="*/ 10 h 16"/>
                <a:gd name="T8" fmla="*/ 6 w 15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6" y="15"/>
                  </a:moveTo>
                  <a:cubicBezTo>
                    <a:pt x="2" y="14"/>
                    <a:pt x="0" y="10"/>
                    <a:pt x="1" y="6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3" y="2"/>
                    <a:pt x="15" y="6"/>
                    <a:pt x="14" y="10"/>
                  </a:cubicBezTo>
                  <a:cubicBezTo>
                    <a:pt x="13" y="14"/>
                    <a:pt x="9" y="16"/>
                    <a:pt x="6" y="1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0" name="Freeform 649">
              <a:extLst>
                <a:ext uri="{FF2B5EF4-FFF2-40B4-BE49-F238E27FC236}">
                  <a16:creationId xmlns:a16="http://schemas.microsoft.com/office/drawing/2014/main" id="{5B1AD192-5288-4DBD-B14D-30995BA9E4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06513" y="12579350"/>
              <a:ext cx="9525" cy="9525"/>
            </a:xfrm>
            <a:custGeom>
              <a:avLst/>
              <a:gdLst>
                <a:gd name="T0" fmla="*/ 5 w 14"/>
                <a:gd name="T1" fmla="*/ 15 h 15"/>
                <a:gd name="T2" fmla="*/ 5 w 14"/>
                <a:gd name="T3" fmla="*/ 14 h 15"/>
                <a:gd name="T4" fmla="*/ 5 w 14"/>
                <a:gd name="T5" fmla="*/ 14 h 15"/>
                <a:gd name="T6" fmla="*/ 6 w 14"/>
                <a:gd name="T7" fmla="*/ 14 h 15"/>
                <a:gd name="T8" fmla="*/ 13 w 14"/>
                <a:gd name="T9" fmla="*/ 9 h 15"/>
                <a:gd name="T10" fmla="*/ 13 w 14"/>
                <a:gd name="T11" fmla="*/ 7 h 15"/>
                <a:gd name="T12" fmla="*/ 9 w 14"/>
                <a:gd name="T13" fmla="*/ 0 h 15"/>
                <a:gd name="T14" fmla="*/ 7 w 14"/>
                <a:gd name="T15" fmla="*/ 0 h 15"/>
                <a:gd name="T16" fmla="*/ 1 w 14"/>
                <a:gd name="T17" fmla="*/ 6 h 15"/>
                <a:gd name="T18" fmla="*/ 1 w 14"/>
                <a:gd name="T19" fmla="*/ 7 h 15"/>
                <a:gd name="T20" fmla="*/ 5 w 14"/>
                <a:gd name="T21" fmla="*/ 14 h 15"/>
                <a:gd name="T22" fmla="*/ 5 w 14"/>
                <a:gd name="T23" fmla="*/ 14 h 15"/>
                <a:gd name="T24" fmla="*/ 5 w 14"/>
                <a:gd name="T25" fmla="*/ 15 h 15"/>
                <a:gd name="T26" fmla="*/ 0 w 14"/>
                <a:gd name="T27" fmla="*/ 7 h 15"/>
                <a:gd name="T28" fmla="*/ 0 w 14"/>
                <a:gd name="T29" fmla="*/ 5 h 15"/>
                <a:gd name="T30" fmla="*/ 7 w 14"/>
                <a:gd name="T31" fmla="*/ 0 h 15"/>
                <a:gd name="T32" fmla="*/ 9 w 14"/>
                <a:gd name="T33" fmla="*/ 0 h 15"/>
                <a:gd name="T34" fmla="*/ 14 w 14"/>
                <a:gd name="T35" fmla="*/ 7 h 15"/>
                <a:gd name="T36" fmla="*/ 14 w 14"/>
                <a:gd name="T37" fmla="*/ 9 h 15"/>
                <a:gd name="T38" fmla="*/ 6 w 14"/>
                <a:gd name="T39" fmla="*/ 15 h 15"/>
                <a:gd name="T40" fmla="*/ 5 w 14"/>
                <a:gd name="T4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15">
                  <a:moveTo>
                    <a:pt x="5" y="15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9" y="14"/>
                    <a:pt x="12" y="12"/>
                    <a:pt x="13" y="9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3" y="4"/>
                    <a:pt x="11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4" y="0"/>
                    <a:pt x="2" y="2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10"/>
                    <a:pt x="2" y="13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4"/>
                    <a:pt x="0" y="11"/>
                    <a:pt x="0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12" y="1"/>
                    <a:pt x="14" y="3"/>
                    <a:pt x="14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3" y="12"/>
                    <a:pt x="10" y="15"/>
                    <a:pt x="6" y="15"/>
                  </a:cubicBezTo>
                  <a:cubicBezTo>
                    <a:pt x="6" y="15"/>
                    <a:pt x="5" y="15"/>
                    <a:pt x="5" y="1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1" name="Freeform 650">
              <a:extLst>
                <a:ext uri="{FF2B5EF4-FFF2-40B4-BE49-F238E27FC236}">
                  <a16:creationId xmlns:a16="http://schemas.microsoft.com/office/drawing/2014/main" id="{90547610-800D-4E42-B17B-C84F528B34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979525" y="12514263"/>
              <a:ext cx="47625" cy="46037"/>
            </a:xfrm>
            <a:custGeom>
              <a:avLst/>
              <a:gdLst>
                <a:gd name="T0" fmla="*/ 15 w 73"/>
                <a:gd name="T1" fmla="*/ 63 h 71"/>
                <a:gd name="T2" fmla="*/ 2 w 73"/>
                <a:gd name="T3" fmla="*/ 71 h 71"/>
                <a:gd name="T4" fmla="*/ 0 w 73"/>
                <a:gd name="T5" fmla="*/ 70 h 71"/>
                <a:gd name="T6" fmla="*/ 11 w 73"/>
                <a:gd name="T7" fmla="*/ 42 h 71"/>
                <a:gd name="T8" fmla="*/ 13 w 73"/>
                <a:gd name="T9" fmla="*/ 43 h 71"/>
                <a:gd name="T10" fmla="*/ 13 w 73"/>
                <a:gd name="T11" fmla="*/ 51 h 71"/>
                <a:gd name="T12" fmla="*/ 18 w 73"/>
                <a:gd name="T13" fmla="*/ 52 h 71"/>
                <a:gd name="T14" fmla="*/ 61 w 73"/>
                <a:gd name="T15" fmla="*/ 52 h 71"/>
                <a:gd name="T16" fmla="*/ 61 w 73"/>
                <a:gd name="T17" fmla="*/ 52 h 71"/>
                <a:gd name="T18" fmla="*/ 30 w 73"/>
                <a:gd name="T19" fmla="*/ 22 h 71"/>
                <a:gd name="T20" fmla="*/ 26 w 73"/>
                <a:gd name="T21" fmla="*/ 19 h 71"/>
                <a:gd name="T22" fmla="*/ 20 w 73"/>
                <a:gd name="T23" fmla="*/ 25 h 71"/>
                <a:gd name="T24" fmla="*/ 18 w 73"/>
                <a:gd name="T25" fmla="*/ 24 h 71"/>
                <a:gd name="T26" fmla="*/ 27 w 73"/>
                <a:gd name="T27" fmla="*/ 0 h 71"/>
                <a:gd name="T28" fmla="*/ 29 w 73"/>
                <a:gd name="T29" fmla="*/ 1 h 71"/>
                <a:gd name="T30" fmla="*/ 32 w 73"/>
                <a:gd name="T31" fmla="*/ 15 h 71"/>
                <a:gd name="T32" fmla="*/ 73 w 73"/>
                <a:gd name="T33" fmla="*/ 54 h 71"/>
                <a:gd name="T34" fmla="*/ 69 w 73"/>
                <a:gd name="T35" fmla="*/ 62 h 71"/>
                <a:gd name="T36" fmla="*/ 15 w 73"/>
                <a:gd name="T37" fmla="*/ 6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71">
                  <a:moveTo>
                    <a:pt x="15" y="63"/>
                  </a:moveTo>
                  <a:cubicBezTo>
                    <a:pt x="7" y="63"/>
                    <a:pt x="5" y="63"/>
                    <a:pt x="2" y="71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1" y="48"/>
                    <a:pt x="11" y="50"/>
                    <a:pt x="13" y="51"/>
                  </a:cubicBezTo>
                  <a:cubicBezTo>
                    <a:pt x="14" y="52"/>
                    <a:pt x="16" y="52"/>
                    <a:pt x="18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8" y="20"/>
                    <a:pt x="27" y="19"/>
                    <a:pt x="26" y="19"/>
                  </a:cubicBezTo>
                  <a:cubicBezTo>
                    <a:pt x="24" y="18"/>
                    <a:pt x="22" y="19"/>
                    <a:pt x="20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7" y="8"/>
                    <a:pt x="27" y="10"/>
                    <a:pt x="32" y="1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69" y="62"/>
                    <a:pt x="69" y="62"/>
                    <a:pt x="69" y="62"/>
                  </a:cubicBezTo>
                  <a:lnTo>
                    <a:pt x="15" y="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2" name="Freeform 651">
              <a:extLst>
                <a:ext uri="{FF2B5EF4-FFF2-40B4-BE49-F238E27FC236}">
                  <a16:creationId xmlns:a16="http://schemas.microsoft.com/office/drawing/2014/main" id="{E571C268-9845-4A02-9AB3-BB7788E3B7A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3979525" y="12514263"/>
              <a:ext cx="47625" cy="46037"/>
            </a:xfrm>
            <a:custGeom>
              <a:avLst/>
              <a:gdLst>
                <a:gd name="T0" fmla="*/ 0 w 73"/>
                <a:gd name="T1" fmla="*/ 70 h 71"/>
                <a:gd name="T2" fmla="*/ 10 w 73"/>
                <a:gd name="T3" fmla="*/ 42 h 71"/>
                <a:gd name="T4" fmla="*/ 13 w 73"/>
                <a:gd name="T5" fmla="*/ 43 h 71"/>
                <a:gd name="T6" fmla="*/ 13 w 73"/>
                <a:gd name="T7" fmla="*/ 43 h 71"/>
                <a:gd name="T8" fmla="*/ 12 w 73"/>
                <a:gd name="T9" fmla="*/ 48 h 71"/>
                <a:gd name="T10" fmla="*/ 13 w 73"/>
                <a:gd name="T11" fmla="*/ 51 h 71"/>
                <a:gd name="T12" fmla="*/ 18 w 73"/>
                <a:gd name="T13" fmla="*/ 51 h 71"/>
                <a:gd name="T14" fmla="*/ 61 w 73"/>
                <a:gd name="T15" fmla="*/ 51 h 71"/>
                <a:gd name="T16" fmla="*/ 30 w 73"/>
                <a:gd name="T17" fmla="*/ 22 h 71"/>
                <a:gd name="T18" fmla="*/ 26 w 73"/>
                <a:gd name="T19" fmla="*/ 19 h 71"/>
                <a:gd name="T20" fmla="*/ 25 w 73"/>
                <a:gd name="T21" fmla="*/ 19 h 71"/>
                <a:gd name="T22" fmla="*/ 20 w 73"/>
                <a:gd name="T23" fmla="*/ 25 h 71"/>
                <a:gd name="T24" fmla="*/ 20 w 73"/>
                <a:gd name="T25" fmla="*/ 26 h 71"/>
                <a:gd name="T26" fmla="*/ 17 w 73"/>
                <a:gd name="T27" fmla="*/ 25 h 71"/>
                <a:gd name="T28" fmla="*/ 27 w 73"/>
                <a:gd name="T29" fmla="*/ 0 h 71"/>
                <a:gd name="T30" fmla="*/ 30 w 73"/>
                <a:gd name="T31" fmla="*/ 1 h 71"/>
                <a:gd name="T32" fmla="*/ 29 w 73"/>
                <a:gd name="T33" fmla="*/ 1 h 71"/>
                <a:gd name="T34" fmla="*/ 28 w 73"/>
                <a:gd name="T35" fmla="*/ 7 h 71"/>
                <a:gd name="T36" fmla="*/ 32 w 73"/>
                <a:gd name="T37" fmla="*/ 15 h 71"/>
                <a:gd name="T38" fmla="*/ 73 w 73"/>
                <a:gd name="T39" fmla="*/ 54 h 71"/>
                <a:gd name="T40" fmla="*/ 70 w 73"/>
                <a:gd name="T41" fmla="*/ 63 h 71"/>
                <a:gd name="T42" fmla="*/ 15 w 73"/>
                <a:gd name="T43" fmla="*/ 63 h 71"/>
                <a:gd name="T44" fmla="*/ 2 w 73"/>
                <a:gd name="T45" fmla="*/ 71 h 71"/>
                <a:gd name="T46" fmla="*/ 2 w 73"/>
                <a:gd name="T47" fmla="*/ 71 h 71"/>
                <a:gd name="T48" fmla="*/ 0 w 73"/>
                <a:gd name="T49" fmla="*/ 70 h 71"/>
                <a:gd name="T50" fmla="*/ 0 w 73"/>
                <a:gd name="T51" fmla="*/ 69 h 71"/>
                <a:gd name="T52" fmla="*/ 2 w 73"/>
                <a:gd name="T53" fmla="*/ 70 h 71"/>
                <a:gd name="T54" fmla="*/ 15 w 73"/>
                <a:gd name="T55" fmla="*/ 62 h 71"/>
                <a:gd name="T56" fmla="*/ 69 w 73"/>
                <a:gd name="T57" fmla="*/ 62 h 71"/>
                <a:gd name="T58" fmla="*/ 72 w 73"/>
                <a:gd name="T59" fmla="*/ 54 h 71"/>
                <a:gd name="T60" fmla="*/ 32 w 73"/>
                <a:gd name="T61" fmla="*/ 15 h 71"/>
                <a:gd name="T62" fmla="*/ 27 w 73"/>
                <a:gd name="T63" fmla="*/ 7 h 71"/>
                <a:gd name="T64" fmla="*/ 29 w 73"/>
                <a:gd name="T65" fmla="*/ 2 h 71"/>
                <a:gd name="T66" fmla="*/ 27 w 73"/>
                <a:gd name="T67" fmla="*/ 1 h 71"/>
                <a:gd name="T68" fmla="*/ 18 w 73"/>
                <a:gd name="T69" fmla="*/ 24 h 71"/>
                <a:gd name="T70" fmla="*/ 20 w 73"/>
                <a:gd name="T71" fmla="*/ 25 h 71"/>
                <a:gd name="T72" fmla="*/ 25 w 73"/>
                <a:gd name="T73" fmla="*/ 18 h 71"/>
                <a:gd name="T74" fmla="*/ 26 w 73"/>
                <a:gd name="T75" fmla="*/ 18 h 71"/>
                <a:gd name="T76" fmla="*/ 30 w 73"/>
                <a:gd name="T77" fmla="*/ 21 h 71"/>
                <a:gd name="T78" fmla="*/ 62 w 73"/>
                <a:gd name="T79" fmla="*/ 52 h 71"/>
                <a:gd name="T80" fmla="*/ 62 w 73"/>
                <a:gd name="T81" fmla="*/ 52 h 71"/>
                <a:gd name="T82" fmla="*/ 61 w 73"/>
                <a:gd name="T83" fmla="*/ 52 h 71"/>
                <a:gd name="T84" fmla="*/ 18 w 73"/>
                <a:gd name="T85" fmla="*/ 52 h 71"/>
                <a:gd name="T86" fmla="*/ 13 w 73"/>
                <a:gd name="T87" fmla="*/ 52 h 71"/>
                <a:gd name="T88" fmla="*/ 11 w 73"/>
                <a:gd name="T89" fmla="*/ 48 h 71"/>
                <a:gd name="T90" fmla="*/ 12 w 73"/>
                <a:gd name="T91" fmla="*/ 43 h 71"/>
                <a:gd name="T92" fmla="*/ 11 w 73"/>
                <a:gd name="T93" fmla="*/ 43 h 71"/>
                <a:gd name="T94" fmla="*/ 0 w 73"/>
                <a:gd name="T95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3" h="71">
                  <a:moveTo>
                    <a:pt x="0" y="70"/>
                  </a:moveTo>
                  <a:cubicBezTo>
                    <a:pt x="10" y="42"/>
                    <a:pt x="10" y="42"/>
                    <a:pt x="10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5"/>
                    <a:pt x="12" y="47"/>
                    <a:pt x="12" y="48"/>
                  </a:cubicBezTo>
                  <a:cubicBezTo>
                    <a:pt x="12" y="50"/>
                    <a:pt x="12" y="50"/>
                    <a:pt x="13" y="51"/>
                  </a:cubicBezTo>
                  <a:cubicBezTo>
                    <a:pt x="14" y="51"/>
                    <a:pt x="16" y="51"/>
                    <a:pt x="18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8" y="20"/>
                    <a:pt x="27" y="19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4" y="19"/>
                    <a:pt x="22" y="20"/>
                    <a:pt x="20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4"/>
                    <a:pt x="28" y="6"/>
                    <a:pt x="28" y="7"/>
                  </a:cubicBezTo>
                  <a:cubicBezTo>
                    <a:pt x="28" y="10"/>
                    <a:pt x="29" y="12"/>
                    <a:pt x="32" y="1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7" y="63"/>
                    <a:pt x="5" y="63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0" y="70"/>
                  </a:lnTo>
                  <a:close/>
                  <a:moveTo>
                    <a:pt x="0" y="69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5" y="63"/>
                    <a:pt x="7" y="62"/>
                    <a:pt x="15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9" y="12"/>
                    <a:pt x="27" y="10"/>
                    <a:pt x="27" y="7"/>
                  </a:cubicBezTo>
                  <a:cubicBezTo>
                    <a:pt x="27" y="6"/>
                    <a:pt x="28" y="4"/>
                    <a:pt x="29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0"/>
                    <a:pt x="23" y="18"/>
                    <a:pt x="25" y="18"/>
                  </a:cubicBezTo>
                  <a:cubicBezTo>
                    <a:pt x="25" y="18"/>
                    <a:pt x="26" y="18"/>
                    <a:pt x="26" y="18"/>
                  </a:cubicBezTo>
                  <a:cubicBezTo>
                    <a:pt x="27" y="19"/>
                    <a:pt x="28" y="20"/>
                    <a:pt x="30" y="21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6" y="52"/>
                    <a:pt x="14" y="52"/>
                    <a:pt x="13" y="52"/>
                  </a:cubicBezTo>
                  <a:cubicBezTo>
                    <a:pt x="12" y="51"/>
                    <a:pt x="11" y="50"/>
                    <a:pt x="11" y="48"/>
                  </a:cubicBezTo>
                  <a:cubicBezTo>
                    <a:pt x="11" y="47"/>
                    <a:pt x="12" y="45"/>
                    <a:pt x="12" y="43"/>
                  </a:cubicBezTo>
                  <a:cubicBezTo>
                    <a:pt x="11" y="43"/>
                    <a:pt x="11" y="43"/>
                    <a:pt x="11" y="43"/>
                  </a:cubicBezTo>
                  <a:lnTo>
                    <a:pt x="0" y="6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3" name="Freeform 652">
              <a:extLst>
                <a:ext uri="{FF2B5EF4-FFF2-40B4-BE49-F238E27FC236}">
                  <a16:creationId xmlns:a16="http://schemas.microsoft.com/office/drawing/2014/main" id="{2931EBED-064B-48EA-891C-420B73D3B9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01750" y="12480925"/>
              <a:ext cx="50800" cy="46037"/>
            </a:xfrm>
            <a:custGeom>
              <a:avLst/>
              <a:gdLst>
                <a:gd name="T0" fmla="*/ 52 w 79"/>
                <a:gd name="T1" fmla="*/ 72 h 73"/>
                <a:gd name="T2" fmla="*/ 48 w 79"/>
                <a:gd name="T3" fmla="*/ 60 h 73"/>
                <a:gd name="T4" fmla="*/ 14 w 79"/>
                <a:gd name="T5" fmla="*/ 40 h 73"/>
                <a:gd name="T6" fmla="*/ 2 w 79"/>
                <a:gd name="T7" fmla="*/ 43 h 73"/>
                <a:gd name="T8" fmla="*/ 0 w 79"/>
                <a:gd name="T9" fmla="*/ 42 h 73"/>
                <a:gd name="T10" fmla="*/ 24 w 79"/>
                <a:gd name="T11" fmla="*/ 0 h 73"/>
                <a:gd name="T12" fmla="*/ 36 w 79"/>
                <a:gd name="T13" fmla="*/ 6 h 73"/>
                <a:gd name="T14" fmla="*/ 35 w 79"/>
                <a:gd name="T15" fmla="*/ 9 h 73"/>
                <a:gd name="T16" fmla="*/ 20 w 79"/>
                <a:gd name="T17" fmla="*/ 15 h 73"/>
                <a:gd name="T18" fmla="*/ 17 w 79"/>
                <a:gd name="T19" fmla="*/ 21 h 73"/>
                <a:gd name="T20" fmla="*/ 20 w 79"/>
                <a:gd name="T21" fmla="*/ 30 h 73"/>
                <a:gd name="T22" fmla="*/ 34 w 79"/>
                <a:gd name="T23" fmla="*/ 38 h 73"/>
                <a:gd name="T24" fmla="*/ 41 w 79"/>
                <a:gd name="T25" fmla="*/ 26 h 73"/>
                <a:gd name="T26" fmla="*/ 38 w 79"/>
                <a:gd name="T27" fmla="*/ 16 h 73"/>
                <a:gd name="T28" fmla="*/ 39 w 79"/>
                <a:gd name="T29" fmla="*/ 14 h 73"/>
                <a:gd name="T30" fmla="*/ 56 w 79"/>
                <a:gd name="T31" fmla="*/ 23 h 73"/>
                <a:gd name="T32" fmla="*/ 55 w 79"/>
                <a:gd name="T33" fmla="*/ 26 h 73"/>
                <a:gd name="T34" fmla="*/ 44 w 79"/>
                <a:gd name="T35" fmla="*/ 29 h 73"/>
                <a:gd name="T36" fmla="*/ 37 w 79"/>
                <a:gd name="T37" fmla="*/ 40 h 73"/>
                <a:gd name="T38" fmla="*/ 54 w 79"/>
                <a:gd name="T39" fmla="*/ 50 h 73"/>
                <a:gd name="T40" fmla="*/ 63 w 79"/>
                <a:gd name="T41" fmla="*/ 48 h 73"/>
                <a:gd name="T42" fmla="*/ 68 w 79"/>
                <a:gd name="T43" fmla="*/ 40 h 73"/>
                <a:gd name="T44" fmla="*/ 66 w 79"/>
                <a:gd name="T45" fmla="*/ 25 h 73"/>
                <a:gd name="T46" fmla="*/ 67 w 79"/>
                <a:gd name="T47" fmla="*/ 22 h 73"/>
                <a:gd name="T48" fmla="*/ 79 w 79"/>
                <a:gd name="T49" fmla="*/ 29 h 73"/>
                <a:gd name="T50" fmla="*/ 54 w 79"/>
                <a:gd name="T51" fmla="*/ 73 h 73"/>
                <a:gd name="T52" fmla="*/ 52 w 79"/>
                <a:gd name="T53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73">
                  <a:moveTo>
                    <a:pt x="52" y="72"/>
                  </a:moveTo>
                  <a:cubicBezTo>
                    <a:pt x="55" y="66"/>
                    <a:pt x="55" y="64"/>
                    <a:pt x="48" y="6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7" y="36"/>
                    <a:pt x="6" y="37"/>
                    <a:pt x="2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0" y="6"/>
                    <a:pt x="26" y="5"/>
                    <a:pt x="20" y="15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4" y="26"/>
                    <a:pt x="15" y="27"/>
                    <a:pt x="20" y="30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4" y="21"/>
                    <a:pt x="43" y="19"/>
                    <a:pt x="38" y="1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0" y="23"/>
                    <a:pt x="48" y="23"/>
                    <a:pt x="44" y="29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60" y="53"/>
                    <a:pt x="60" y="53"/>
                    <a:pt x="63" y="48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72" y="32"/>
                    <a:pt x="71" y="28"/>
                    <a:pt x="66" y="25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54" y="73"/>
                    <a:pt x="54" y="73"/>
                    <a:pt x="54" y="73"/>
                  </a:cubicBezTo>
                  <a:lnTo>
                    <a:pt x="52" y="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3" name="Freeform 653">
              <a:extLst>
                <a:ext uri="{FF2B5EF4-FFF2-40B4-BE49-F238E27FC236}">
                  <a16:creationId xmlns:a16="http://schemas.microsoft.com/office/drawing/2014/main" id="{2D1EC40D-4948-4B5A-BC9A-FA87669A426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01750" y="12479338"/>
              <a:ext cx="50800" cy="47625"/>
            </a:xfrm>
            <a:custGeom>
              <a:avLst/>
              <a:gdLst>
                <a:gd name="T0" fmla="*/ 53 w 80"/>
                <a:gd name="T1" fmla="*/ 73 h 74"/>
                <a:gd name="T2" fmla="*/ 53 w 80"/>
                <a:gd name="T3" fmla="*/ 73 h 74"/>
                <a:gd name="T4" fmla="*/ 52 w 80"/>
                <a:gd name="T5" fmla="*/ 73 h 74"/>
                <a:gd name="T6" fmla="*/ 54 w 80"/>
                <a:gd name="T7" fmla="*/ 67 h 74"/>
                <a:gd name="T8" fmla="*/ 15 w 80"/>
                <a:gd name="T9" fmla="*/ 41 h 74"/>
                <a:gd name="T10" fmla="*/ 3 w 80"/>
                <a:gd name="T11" fmla="*/ 44 h 74"/>
                <a:gd name="T12" fmla="*/ 0 w 80"/>
                <a:gd name="T13" fmla="*/ 43 h 74"/>
                <a:gd name="T14" fmla="*/ 38 w 80"/>
                <a:gd name="T15" fmla="*/ 7 h 74"/>
                <a:gd name="T16" fmla="*/ 36 w 80"/>
                <a:gd name="T17" fmla="*/ 10 h 74"/>
                <a:gd name="T18" fmla="*/ 21 w 80"/>
                <a:gd name="T19" fmla="*/ 17 h 74"/>
                <a:gd name="T20" fmla="*/ 17 w 80"/>
                <a:gd name="T21" fmla="*/ 26 h 74"/>
                <a:gd name="T22" fmla="*/ 35 w 80"/>
                <a:gd name="T23" fmla="*/ 39 h 74"/>
                <a:gd name="T24" fmla="*/ 43 w 80"/>
                <a:gd name="T25" fmla="*/ 22 h 74"/>
                <a:gd name="T26" fmla="*/ 39 w 80"/>
                <a:gd name="T27" fmla="*/ 17 h 74"/>
                <a:gd name="T28" fmla="*/ 58 w 80"/>
                <a:gd name="T29" fmla="*/ 24 h 74"/>
                <a:gd name="T30" fmla="*/ 56 w 80"/>
                <a:gd name="T31" fmla="*/ 27 h 74"/>
                <a:gd name="T32" fmla="*/ 46 w 80"/>
                <a:gd name="T33" fmla="*/ 30 h 74"/>
                <a:gd name="T34" fmla="*/ 55 w 80"/>
                <a:gd name="T35" fmla="*/ 51 h 74"/>
                <a:gd name="T36" fmla="*/ 64 w 80"/>
                <a:gd name="T37" fmla="*/ 49 h 74"/>
                <a:gd name="T38" fmla="*/ 71 w 80"/>
                <a:gd name="T39" fmla="*/ 33 h 74"/>
                <a:gd name="T40" fmla="*/ 67 w 80"/>
                <a:gd name="T41" fmla="*/ 26 h 74"/>
                <a:gd name="T42" fmla="*/ 80 w 80"/>
                <a:gd name="T43" fmla="*/ 30 h 74"/>
                <a:gd name="T44" fmla="*/ 52 w 80"/>
                <a:gd name="T45" fmla="*/ 73 h 74"/>
                <a:gd name="T46" fmla="*/ 79 w 80"/>
                <a:gd name="T47" fmla="*/ 31 h 74"/>
                <a:gd name="T48" fmla="*/ 67 w 80"/>
                <a:gd name="T49" fmla="*/ 26 h 74"/>
                <a:gd name="T50" fmla="*/ 69 w 80"/>
                <a:gd name="T51" fmla="*/ 41 h 74"/>
                <a:gd name="T52" fmla="*/ 60 w 80"/>
                <a:gd name="T53" fmla="*/ 53 h 74"/>
                <a:gd name="T54" fmla="*/ 38 w 80"/>
                <a:gd name="T55" fmla="*/ 41 h 74"/>
                <a:gd name="T56" fmla="*/ 51 w 80"/>
                <a:gd name="T57" fmla="*/ 25 h 74"/>
                <a:gd name="T58" fmla="*/ 57 w 80"/>
                <a:gd name="T59" fmla="*/ 24 h 74"/>
                <a:gd name="T60" fmla="*/ 39 w 80"/>
                <a:gd name="T61" fmla="*/ 17 h 74"/>
                <a:gd name="T62" fmla="*/ 42 w 80"/>
                <a:gd name="T63" fmla="*/ 28 h 74"/>
                <a:gd name="T64" fmla="*/ 20 w 80"/>
                <a:gd name="T65" fmla="*/ 31 h 74"/>
                <a:gd name="T66" fmla="*/ 18 w 80"/>
                <a:gd name="T67" fmla="*/ 22 h 74"/>
                <a:gd name="T68" fmla="*/ 31 w 80"/>
                <a:gd name="T69" fmla="*/ 8 h 74"/>
                <a:gd name="T70" fmla="*/ 37 w 80"/>
                <a:gd name="T71" fmla="*/ 7 h 74"/>
                <a:gd name="T72" fmla="*/ 1 w 80"/>
                <a:gd name="T73" fmla="*/ 43 h 74"/>
                <a:gd name="T74" fmla="*/ 9 w 80"/>
                <a:gd name="T75" fmla="*/ 38 h 74"/>
                <a:gd name="T76" fmla="*/ 50 w 80"/>
                <a:gd name="T77" fmla="*/ 61 h 74"/>
                <a:gd name="T78" fmla="*/ 53 w 80"/>
                <a:gd name="T79" fmla="*/ 7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74">
                  <a:moveTo>
                    <a:pt x="52" y="73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4" y="70"/>
                    <a:pt x="54" y="68"/>
                    <a:pt x="54" y="67"/>
                  </a:cubicBezTo>
                  <a:cubicBezTo>
                    <a:pt x="54" y="65"/>
                    <a:pt x="53" y="63"/>
                    <a:pt x="49" y="6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2" y="40"/>
                    <a:pt x="10" y="39"/>
                    <a:pt x="9" y="39"/>
                  </a:cubicBezTo>
                  <a:cubicBezTo>
                    <a:pt x="7" y="39"/>
                    <a:pt x="5" y="40"/>
                    <a:pt x="3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4" y="9"/>
                    <a:pt x="32" y="8"/>
                    <a:pt x="31" y="8"/>
                  </a:cubicBezTo>
                  <a:cubicBezTo>
                    <a:pt x="28" y="8"/>
                    <a:pt x="25" y="10"/>
                    <a:pt x="21" y="1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4"/>
                    <a:pt x="17" y="25"/>
                    <a:pt x="17" y="26"/>
                  </a:cubicBezTo>
                  <a:cubicBezTo>
                    <a:pt x="17" y="28"/>
                    <a:pt x="18" y="29"/>
                    <a:pt x="21" y="3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3" y="25"/>
                    <a:pt x="43" y="23"/>
                    <a:pt x="43" y="22"/>
                  </a:cubicBezTo>
                  <a:cubicBezTo>
                    <a:pt x="43" y="20"/>
                    <a:pt x="42" y="19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6"/>
                    <a:pt x="52" y="25"/>
                    <a:pt x="51" y="25"/>
                  </a:cubicBezTo>
                  <a:cubicBezTo>
                    <a:pt x="49" y="25"/>
                    <a:pt x="48" y="26"/>
                    <a:pt x="46" y="30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8" y="52"/>
                    <a:pt x="59" y="53"/>
                    <a:pt x="60" y="53"/>
                  </a:cubicBezTo>
                  <a:cubicBezTo>
                    <a:pt x="61" y="53"/>
                    <a:pt x="62" y="52"/>
                    <a:pt x="64" y="49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38"/>
                    <a:pt x="71" y="35"/>
                    <a:pt x="71" y="33"/>
                  </a:cubicBezTo>
                  <a:cubicBezTo>
                    <a:pt x="71" y="30"/>
                    <a:pt x="70" y="28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55" y="74"/>
                    <a:pt x="55" y="74"/>
                    <a:pt x="55" y="74"/>
                  </a:cubicBezTo>
                  <a:lnTo>
                    <a:pt x="52" y="73"/>
                  </a:lnTo>
                  <a:close/>
                  <a:moveTo>
                    <a:pt x="54" y="74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70" y="27"/>
                    <a:pt x="72" y="30"/>
                    <a:pt x="72" y="33"/>
                  </a:cubicBezTo>
                  <a:cubicBezTo>
                    <a:pt x="72" y="35"/>
                    <a:pt x="71" y="38"/>
                    <a:pt x="69" y="41"/>
                  </a:cubicBezTo>
                  <a:cubicBezTo>
                    <a:pt x="64" y="49"/>
                    <a:pt x="64" y="49"/>
                    <a:pt x="64" y="49"/>
                  </a:cubicBezTo>
                  <a:cubicBezTo>
                    <a:pt x="63" y="52"/>
                    <a:pt x="62" y="53"/>
                    <a:pt x="60" y="53"/>
                  </a:cubicBezTo>
                  <a:cubicBezTo>
                    <a:pt x="59" y="53"/>
                    <a:pt x="57" y="53"/>
                    <a:pt x="55" y="5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7" y="26"/>
                    <a:pt x="49" y="25"/>
                    <a:pt x="51" y="25"/>
                  </a:cubicBezTo>
                  <a:cubicBezTo>
                    <a:pt x="52" y="25"/>
                    <a:pt x="54" y="25"/>
                    <a:pt x="56" y="26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2" y="19"/>
                    <a:pt x="44" y="20"/>
                    <a:pt x="44" y="22"/>
                  </a:cubicBezTo>
                  <a:cubicBezTo>
                    <a:pt x="44" y="24"/>
                    <a:pt x="43" y="25"/>
                    <a:pt x="42" y="28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8" y="30"/>
                    <a:pt x="16" y="28"/>
                    <a:pt x="16" y="26"/>
                  </a:cubicBezTo>
                  <a:cubicBezTo>
                    <a:pt x="16" y="25"/>
                    <a:pt x="17" y="24"/>
                    <a:pt x="18" y="22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5" y="10"/>
                    <a:pt x="28" y="8"/>
                    <a:pt x="31" y="8"/>
                  </a:cubicBezTo>
                  <a:cubicBezTo>
                    <a:pt x="33" y="8"/>
                    <a:pt x="34" y="8"/>
                    <a:pt x="36" y="9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0"/>
                    <a:pt x="6" y="38"/>
                    <a:pt x="9" y="38"/>
                  </a:cubicBezTo>
                  <a:cubicBezTo>
                    <a:pt x="11" y="38"/>
                    <a:pt x="12" y="39"/>
                    <a:pt x="15" y="4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3" y="63"/>
                    <a:pt x="55" y="64"/>
                    <a:pt x="55" y="67"/>
                  </a:cubicBezTo>
                  <a:cubicBezTo>
                    <a:pt x="55" y="68"/>
                    <a:pt x="54" y="70"/>
                    <a:pt x="53" y="73"/>
                  </a:cubicBezTo>
                  <a:lnTo>
                    <a:pt x="54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4" name="Freeform 654">
              <a:extLst>
                <a:ext uri="{FF2B5EF4-FFF2-40B4-BE49-F238E27FC236}">
                  <a16:creationId xmlns:a16="http://schemas.microsoft.com/office/drawing/2014/main" id="{B7191A9F-7980-4EE1-BDC3-907619A9D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25563" y="12441238"/>
              <a:ext cx="47625" cy="46037"/>
            </a:xfrm>
            <a:custGeom>
              <a:avLst/>
              <a:gdLst>
                <a:gd name="T0" fmla="*/ 54 w 74"/>
                <a:gd name="T1" fmla="*/ 69 h 71"/>
                <a:gd name="T2" fmla="*/ 53 w 74"/>
                <a:gd name="T3" fmla="*/ 57 h 71"/>
                <a:gd name="T4" fmla="*/ 17 w 74"/>
                <a:gd name="T5" fmla="*/ 28 h 71"/>
                <a:gd name="T6" fmla="*/ 14 w 74"/>
                <a:gd name="T7" fmla="*/ 31 h 71"/>
                <a:gd name="T8" fmla="*/ 13 w 74"/>
                <a:gd name="T9" fmla="*/ 48 h 71"/>
                <a:gd name="T10" fmla="*/ 11 w 74"/>
                <a:gd name="T11" fmla="*/ 51 h 71"/>
                <a:gd name="T12" fmla="*/ 0 w 74"/>
                <a:gd name="T13" fmla="*/ 41 h 71"/>
                <a:gd name="T14" fmla="*/ 33 w 74"/>
                <a:gd name="T15" fmla="*/ 0 h 71"/>
                <a:gd name="T16" fmla="*/ 45 w 74"/>
                <a:gd name="T17" fmla="*/ 9 h 71"/>
                <a:gd name="T18" fmla="*/ 43 w 74"/>
                <a:gd name="T19" fmla="*/ 11 h 71"/>
                <a:gd name="T20" fmla="*/ 26 w 74"/>
                <a:gd name="T21" fmla="*/ 16 h 71"/>
                <a:gd name="T22" fmla="*/ 24 w 74"/>
                <a:gd name="T23" fmla="*/ 19 h 71"/>
                <a:gd name="T24" fmla="*/ 60 w 74"/>
                <a:gd name="T25" fmla="*/ 48 h 71"/>
                <a:gd name="T26" fmla="*/ 72 w 74"/>
                <a:gd name="T27" fmla="*/ 47 h 71"/>
                <a:gd name="T28" fmla="*/ 74 w 74"/>
                <a:gd name="T29" fmla="*/ 48 h 71"/>
                <a:gd name="T30" fmla="*/ 56 w 74"/>
                <a:gd name="T31" fmla="*/ 71 h 71"/>
                <a:gd name="T32" fmla="*/ 54 w 74"/>
                <a:gd name="T33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71">
                  <a:moveTo>
                    <a:pt x="54" y="69"/>
                  </a:moveTo>
                  <a:cubicBezTo>
                    <a:pt x="59" y="64"/>
                    <a:pt x="59" y="62"/>
                    <a:pt x="53" y="5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7" y="39"/>
                    <a:pt x="8" y="43"/>
                    <a:pt x="13" y="48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37" y="7"/>
                    <a:pt x="33" y="7"/>
                    <a:pt x="26" y="16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6" y="53"/>
                    <a:pt x="68" y="52"/>
                    <a:pt x="72" y="47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56" y="71"/>
                    <a:pt x="56" y="71"/>
                    <a:pt x="56" y="71"/>
                  </a:cubicBezTo>
                  <a:lnTo>
                    <a:pt x="54" y="6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5" name="Freeform 655">
              <a:extLst>
                <a:ext uri="{FF2B5EF4-FFF2-40B4-BE49-F238E27FC236}">
                  <a16:creationId xmlns:a16="http://schemas.microsoft.com/office/drawing/2014/main" id="{5C39EDE1-815C-42F4-9934-5C78AFF5FB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25563" y="12441238"/>
              <a:ext cx="47625" cy="46037"/>
            </a:xfrm>
            <a:custGeom>
              <a:avLst/>
              <a:gdLst>
                <a:gd name="T0" fmla="*/ 54 w 75"/>
                <a:gd name="T1" fmla="*/ 70 h 71"/>
                <a:gd name="T2" fmla="*/ 54 w 75"/>
                <a:gd name="T3" fmla="*/ 69 h 71"/>
                <a:gd name="T4" fmla="*/ 55 w 75"/>
                <a:gd name="T5" fmla="*/ 69 h 71"/>
                <a:gd name="T6" fmla="*/ 54 w 75"/>
                <a:gd name="T7" fmla="*/ 69 h 71"/>
                <a:gd name="T8" fmla="*/ 54 w 75"/>
                <a:gd name="T9" fmla="*/ 70 h 71"/>
                <a:gd name="T10" fmla="*/ 54 w 75"/>
                <a:gd name="T11" fmla="*/ 69 h 71"/>
                <a:gd name="T12" fmla="*/ 54 w 75"/>
                <a:gd name="T13" fmla="*/ 69 h 71"/>
                <a:gd name="T14" fmla="*/ 57 w 75"/>
                <a:gd name="T15" fmla="*/ 63 h 71"/>
                <a:gd name="T16" fmla="*/ 53 w 75"/>
                <a:gd name="T17" fmla="*/ 57 h 71"/>
                <a:gd name="T18" fmla="*/ 17 w 75"/>
                <a:gd name="T19" fmla="*/ 28 h 71"/>
                <a:gd name="T20" fmla="*/ 14 w 75"/>
                <a:gd name="T21" fmla="*/ 31 h 71"/>
                <a:gd name="T22" fmla="*/ 10 w 75"/>
                <a:gd name="T23" fmla="*/ 41 h 71"/>
                <a:gd name="T24" fmla="*/ 13 w 75"/>
                <a:gd name="T25" fmla="*/ 48 h 71"/>
                <a:gd name="T26" fmla="*/ 13 w 75"/>
                <a:gd name="T27" fmla="*/ 48 h 71"/>
                <a:gd name="T28" fmla="*/ 11 w 75"/>
                <a:gd name="T29" fmla="*/ 51 h 71"/>
                <a:gd name="T30" fmla="*/ 0 w 75"/>
                <a:gd name="T31" fmla="*/ 41 h 71"/>
                <a:gd name="T32" fmla="*/ 33 w 75"/>
                <a:gd name="T33" fmla="*/ 0 h 71"/>
                <a:gd name="T34" fmla="*/ 45 w 75"/>
                <a:gd name="T35" fmla="*/ 9 h 71"/>
                <a:gd name="T36" fmla="*/ 43 w 75"/>
                <a:gd name="T37" fmla="*/ 11 h 71"/>
                <a:gd name="T38" fmla="*/ 43 w 75"/>
                <a:gd name="T39" fmla="*/ 11 h 71"/>
                <a:gd name="T40" fmla="*/ 36 w 75"/>
                <a:gd name="T41" fmla="*/ 9 h 71"/>
                <a:gd name="T42" fmla="*/ 26 w 75"/>
                <a:gd name="T43" fmla="*/ 16 h 71"/>
                <a:gd name="T44" fmla="*/ 24 w 75"/>
                <a:gd name="T45" fmla="*/ 19 h 71"/>
                <a:gd name="T46" fmla="*/ 60 w 75"/>
                <a:gd name="T47" fmla="*/ 48 h 71"/>
                <a:gd name="T48" fmla="*/ 66 w 75"/>
                <a:gd name="T49" fmla="*/ 51 h 71"/>
                <a:gd name="T50" fmla="*/ 72 w 75"/>
                <a:gd name="T51" fmla="*/ 46 h 71"/>
                <a:gd name="T52" fmla="*/ 72 w 75"/>
                <a:gd name="T53" fmla="*/ 46 h 71"/>
                <a:gd name="T54" fmla="*/ 75 w 75"/>
                <a:gd name="T55" fmla="*/ 48 h 71"/>
                <a:gd name="T56" fmla="*/ 56 w 75"/>
                <a:gd name="T57" fmla="*/ 71 h 71"/>
                <a:gd name="T58" fmla="*/ 54 w 75"/>
                <a:gd name="T59" fmla="*/ 70 h 71"/>
                <a:gd name="T60" fmla="*/ 56 w 75"/>
                <a:gd name="T61" fmla="*/ 70 h 71"/>
                <a:gd name="T62" fmla="*/ 74 w 75"/>
                <a:gd name="T63" fmla="*/ 48 h 71"/>
                <a:gd name="T64" fmla="*/ 72 w 75"/>
                <a:gd name="T65" fmla="*/ 47 h 71"/>
                <a:gd name="T66" fmla="*/ 66 w 75"/>
                <a:gd name="T67" fmla="*/ 52 h 71"/>
                <a:gd name="T68" fmla="*/ 60 w 75"/>
                <a:gd name="T69" fmla="*/ 48 h 71"/>
                <a:gd name="T70" fmla="*/ 23 w 75"/>
                <a:gd name="T71" fmla="*/ 19 h 71"/>
                <a:gd name="T72" fmla="*/ 26 w 75"/>
                <a:gd name="T73" fmla="*/ 16 h 71"/>
                <a:gd name="T74" fmla="*/ 36 w 75"/>
                <a:gd name="T75" fmla="*/ 8 h 71"/>
                <a:gd name="T76" fmla="*/ 43 w 75"/>
                <a:gd name="T77" fmla="*/ 10 h 71"/>
                <a:gd name="T78" fmla="*/ 44 w 75"/>
                <a:gd name="T79" fmla="*/ 9 h 71"/>
                <a:gd name="T80" fmla="*/ 33 w 75"/>
                <a:gd name="T81" fmla="*/ 0 h 71"/>
                <a:gd name="T82" fmla="*/ 1 w 75"/>
                <a:gd name="T83" fmla="*/ 41 h 71"/>
                <a:gd name="T84" fmla="*/ 11 w 75"/>
                <a:gd name="T85" fmla="*/ 50 h 71"/>
                <a:gd name="T86" fmla="*/ 13 w 75"/>
                <a:gd name="T87" fmla="*/ 48 h 71"/>
                <a:gd name="T88" fmla="*/ 9 w 75"/>
                <a:gd name="T89" fmla="*/ 41 h 71"/>
                <a:gd name="T90" fmla="*/ 14 w 75"/>
                <a:gd name="T91" fmla="*/ 31 h 71"/>
                <a:gd name="T92" fmla="*/ 17 w 75"/>
                <a:gd name="T93" fmla="*/ 27 h 71"/>
                <a:gd name="T94" fmla="*/ 53 w 75"/>
                <a:gd name="T95" fmla="*/ 57 h 71"/>
                <a:gd name="T96" fmla="*/ 58 w 75"/>
                <a:gd name="T97" fmla="*/ 63 h 71"/>
                <a:gd name="T98" fmla="*/ 55 w 75"/>
                <a:gd name="T99" fmla="*/ 69 h 71"/>
                <a:gd name="T100" fmla="*/ 56 w 75"/>
                <a:gd name="T101" fmla="*/ 7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" h="71">
                  <a:moveTo>
                    <a:pt x="54" y="70"/>
                  </a:moveTo>
                  <a:cubicBezTo>
                    <a:pt x="54" y="69"/>
                    <a:pt x="54" y="69"/>
                    <a:pt x="54" y="69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6" y="66"/>
                    <a:pt x="57" y="65"/>
                    <a:pt x="57" y="63"/>
                  </a:cubicBezTo>
                  <a:cubicBezTo>
                    <a:pt x="57" y="61"/>
                    <a:pt x="56" y="60"/>
                    <a:pt x="53" y="5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1" y="35"/>
                    <a:pt x="10" y="38"/>
                    <a:pt x="10" y="41"/>
                  </a:cubicBezTo>
                  <a:cubicBezTo>
                    <a:pt x="10" y="43"/>
                    <a:pt x="11" y="45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0" y="10"/>
                    <a:pt x="38" y="9"/>
                    <a:pt x="36" y="9"/>
                  </a:cubicBezTo>
                  <a:cubicBezTo>
                    <a:pt x="33" y="9"/>
                    <a:pt x="30" y="11"/>
                    <a:pt x="26" y="16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50"/>
                    <a:pt x="65" y="51"/>
                    <a:pt x="66" y="51"/>
                  </a:cubicBezTo>
                  <a:cubicBezTo>
                    <a:pt x="68" y="51"/>
                    <a:pt x="70" y="49"/>
                    <a:pt x="72" y="46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56" y="71"/>
                    <a:pt x="56" y="71"/>
                    <a:pt x="56" y="71"/>
                  </a:cubicBezTo>
                  <a:lnTo>
                    <a:pt x="54" y="70"/>
                  </a:lnTo>
                  <a:close/>
                  <a:moveTo>
                    <a:pt x="56" y="70"/>
                  </a:moveTo>
                  <a:cubicBezTo>
                    <a:pt x="74" y="48"/>
                    <a:pt x="74" y="48"/>
                    <a:pt x="74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0" y="50"/>
                    <a:pt x="68" y="52"/>
                    <a:pt x="66" y="52"/>
                  </a:cubicBezTo>
                  <a:cubicBezTo>
                    <a:pt x="64" y="52"/>
                    <a:pt x="63" y="50"/>
                    <a:pt x="60" y="4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30" y="10"/>
                    <a:pt x="33" y="8"/>
                    <a:pt x="36" y="8"/>
                  </a:cubicBezTo>
                  <a:cubicBezTo>
                    <a:pt x="39" y="8"/>
                    <a:pt x="41" y="9"/>
                    <a:pt x="43" y="10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0" y="46"/>
                    <a:pt x="9" y="43"/>
                    <a:pt x="9" y="41"/>
                  </a:cubicBezTo>
                  <a:cubicBezTo>
                    <a:pt x="9" y="38"/>
                    <a:pt x="10" y="35"/>
                    <a:pt x="14" y="31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6" y="59"/>
                    <a:pt x="58" y="61"/>
                    <a:pt x="58" y="63"/>
                  </a:cubicBezTo>
                  <a:cubicBezTo>
                    <a:pt x="58" y="65"/>
                    <a:pt x="57" y="67"/>
                    <a:pt x="55" y="69"/>
                  </a:cubicBezTo>
                  <a:lnTo>
                    <a:pt x="56" y="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6" name="Freeform 656">
              <a:extLst>
                <a:ext uri="{FF2B5EF4-FFF2-40B4-BE49-F238E27FC236}">
                  <a16:creationId xmlns:a16="http://schemas.microsoft.com/office/drawing/2014/main" id="{22ECA154-332B-42BB-99AC-7F46392DDD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54138" y="12411075"/>
              <a:ext cx="50800" cy="50800"/>
            </a:xfrm>
            <a:custGeom>
              <a:avLst/>
              <a:gdLst>
                <a:gd name="T0" fmla="*/ 40 w 79"/>
                <a:gd name="T1" fmla="*/ 77 h 78"/>
                <a:gd name="T2" fmla="*/ 41 w 79"/>
                <a:gd name="T3" fmla="*/ 64 h 78"/>
                <a:gd name="T4" fmla="*/ 14 w 79"/>
                <a:gd name="T5" fmla="*/ 34 h 78"/>
                <a:gd name="T6" fmla="*/ 2 w 79"/>
                <a:gd name="T7" fmla="*/ 34 h 78"/>
                <a:gd name="T8" fmla="*/ 0 w 79"/>
                <a:gd name="T9" fmla="*/ 32 h 78"/>
                <a:gd name="T10" fmla="*/ 37 w 79"/>
                <a:gd name="T11" fmla="*/ 0 h 78"/>
                <a:gd name="T12" fmla="*/ 46 w 79"/>
                <a:gd name="T13" fmla="*/ 9 h 78"/>
                <a:gd name="T14" fmla="*/ 44 w 79"/>
                <a:gd name="T15" fmla="*/ 11 h 78"/>
                <a:gd name="T16" fmla="*/ 28 w 79"/>
                <a:gd name="T17" fmla="*/ 13 h 78"/>
                <a:gd name="T18" fmla="*/ 23 w 79"/>
                <a:gd name="T19" fmla="*/ 18 h 78"/>
                <a:gd name="T20" fmla="*/ 23 w 79"/>
                <a:gd name="T21" fmla="*/ 27 h 78"/>
                <a:gd name="T22" fmla="*/ 34 w 79"/>
                <a:gd name="T23" fmla="*/ 39 h 78"/>
                <a:gd name="T24" fmla="*/ 44 w 79"/>
                <a:gd name="T25" fmla="*/ 30 h 78"/>
                <a:gd name="T26" fmla="*/ 45 w 79"/>
                <a:gd name="T27" fmla="*/ 20 h 78"/>
                <a:gd name="T28" fmla="*/ 47 w 79"/>
                <a:gd name="T29" fmla="*/ 18 h 78"/>
                <a:gd name="T30" fmla="*/ 60 w 79"/>
                <a:gd name="T31" fmla="*/ 32 h 78"/>
                <a:gd name="T32" fmla="*/ 57 w 79"/>
                <a:gd name="T33" fmla="*/ 34 h 78"/>
                <a:gd name="T34" fmla="*/ 47 w 79"/>
                <a:gd name="T35" fmla="*/ 33 h 78"/>
                <a:gd name="T36" fmla="*/ 36 w 79"/>
                <a:gd name="T37" fmla="*/ 42 h 78"/>
                <a:gd name="T38" fmla="*/ 49 w 79"/>
                <a:gd name="T39" fmla="*/ 57 h 78"/>
                <a:gd name="T40" fmla="*/ 58 w 79"/>
                <a:gd name="T41" fmla="*/ 58 h 78"/>
                <a:gd name="T42" fmla="*/ 65 w 79"/>
                <a:gd name="T43" fmla="*/ 51 h 78"/>
                <a:gd name="T44" fmla="*/ 68 w 79"/>
                <a:gd name="T45" fmla="*/ 36 h 78"/>
                <a:gd name="T46" fmla="*/ 71 w 79"/>
                <a:gd name="T47" fmla="*/ 34 h 78"/>
                <a:gd name="T48" fmla="*/ 79 w 79"/>
                <a:gd name="T49" fmla="*/ 45 h 78"/>
                <a:gd name="T50" fmla="*/ 41 w 79"/>
                <a:gd name="T51" fmla="*/ 78 h 78"/>
                <a:gd name="T52" fmla="*/ 40 w 79"/>
                <a:gd name="T53" fmla="*/ 7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78">
                  <a:moveTo>
                    <a:pt x="40" y="77"/>
                  </a:moveTo>
                  <a:cubicBezTo>
                    <a:pt x="45" y="72"/>
                    <a:pt x="46" y="70"/>
                    <a:pt x="41" y="6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9" y="29"/>
                    <a:pt x="7" y="29"/>
                    <a:pt x="2" y="34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0" y="8"/>
                    <a:pt x="36" y="6"/>
                    <a:pt x="28" y="13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21"/>
                    <a:pt x="19" y="23"/>
                    <a:pt x="23" y="27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9" y="26"/>
                    <a:pt x="49" y="24"/>
                    <a:pt x="45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4" y="30"/>
                    <a:pt x="52" y="29"/>
                    <a:pt x="47" y="33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3" y="62"/>
                    <a:pt x="54" y="61"/>
                    <a:pt x="58" y="58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2" y="46"/>
                    <a:pt x="72" y="41"/>
                    <a:pt x="68" y="36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41" y="78"/>
                    <a:pt x="41" y="78"/>
                    <a:pt x="41" y="78"/>
                  </a:cubicBezTo>
                  <a:lnTo>
                    <a:pt x="40" y="7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7" name="Freeform 657">
              <a:extLst>
                <a:ext uri="{FF2B5EF4-FFF2-40B4-BE49-F238E27FC236}">
                  <a16:creationId xmlns:a16="http://schemas.microsoft.com/office/drawing/2014/main" id="{4298E0E3-D56E-4CD9-AFB2-39EF32CC0D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54138" y="12411075"/>
              <a:ext cx="52388" cy="50800"/>
            </a:xfrm>
            <a:custGeom>
              <a:avLst/>
              <a:gdLst>
                <a:gd name="T0" fmla="*/ 40 w 80"/>
                <a:gd name="T1" fmla="*/ 78 h 80"/>
                <a:gd name="T2" fmla="*/ 40 w 80"/>
                <a:gd name="T3" fmla="*/ 78 h 80"/>
                <a:gd name="T4" fmla="*/ 39 w 80"/>
                <a:gd name="T5" fmla="*/ 78 h 80"/>
                <a:gd name="T6" fmla="*/ 44 w 80"/>
                <a:gd name="T7" fmla="*/ 72 h 80"/>
                <a:gd name="T8" fmla="*/ 14 w 80"/>
                <a:gd name="T9" fmla="*/ 36 h 80"/>
                <a:gd name="T10" fmla="*/ 2 w 80"/>
                <a:gd name="T11" fmla="*/ 35 h 80"/>
                <a:gd name="T12" fmla="*/ 0 w 80"/>
                <a:gd name="T13" fmla="*/ 33 h 80"/>
                <a:gd name="T14" fmla="*/ 47 w 80"/>
                <a:gd name="T15" fmla="*/ 10 h 80"/>
                <a:gd name="T16" fmla="*/ 44 w 80"/>
                <a:gd name="T17" fmla="*/ 13 h 80"/>
                <a:gd name="T18" fmla="*/ 28 w 80"/>
                <a:gd name="T19" fmla="*/ 15 h 80"/>
                <a:gd name="T20" fmla="*/ 20 w 80"/>
                <a:gd name="T21" fmla="*/ 23 h 80"/>
                <a:gd name="T22" fmla="*/ 34 w 80"/>
                <a:gd name="T23" fmla="*/ 40 h 80"/>
                <a:gd name="T24" fmla="*/ 47 w 80"/>
                <a:gd name="T25" fmla="*/ 26 h 80"/>
                <a:gd name="T26" fmla="*/ 44 w 80"/>
                <a:gd name="T27" fmla="*/ 20 h 80"/>
                <a:gd name="T28" fmla="*/ 60 w 80"/>
                <a:gd name="T29" fmla="*/ 33 h 80"/>
                <a:gd name="T30" fmla="*/ 57 w 80"/>
                <a:gd name="T31" fmla="*/ 35 h 80"/>
                <a:gd name="T32" fmla="*/ 47 w 80"/>
                <a:gd name="T33" fmla="*/ 35 h 80"/>
                <a:gd name="T34" fmla="*/ 50 w 80"/>
                <a:gd name="T35" fmla="*/ 58 h 80"/>
                <a:gd name="T36" fmla="*/ 58 w 80"/>
                <a:gd name="T37" fmla="*/ 59 h 80"/>
                <a:gd name="T38" fmla="*/ 71 w 80"/>
                <a:gd name="T39" fmla="*/ 43 h 80"/>
                <a:gd name="T40" fmla="*/ 68 w 80"/>
                <a:gd name="T41" fmla="*/ 37 h 80"/>
                <a:gd name="T42" fmla="*/ 80 w 80"/>
                <a:gd name="T43" fmla="*/ 46 h 80"/>
                <a:gd name="T44" fmla="*/ 40 w 80"/>
                <a:gd name="T45" fmla="*/ 78 h 80"/>
                <a:gd name="T46" fmla="*/ 79 w 80"/>
                <a:gd name="T47" fmla="*/ 46 h 80"/>
                <a:gd name="T48" fmla="*/ 69 w 80"/>
                <a:gd name="T49" fmla="*/ 38 h 80"/>
                <a:gd name="T50" fmla="*/ 66 w 80"/>
                <a:gd name="T51" fmla="*/ 53 h 80"/>
                <a:gd name="T52" fmla="*/ 54 w 80"/>
                <a:gd name="T53" fmla="*/ 62 h 80"/>
                <a:gd name="T54" fmla="*/ 36 w 80"/>
                <a:gd name="T55" fmla="*/ 43 h 80"/>
                <a:gd name="T56" fmla="*/ 52 w 80"/>
                <a:gd name="T57" fmla="*/ 31 h 80"/>
                <a:gd name="T58" fmla="*/ 59 w 80"/>
                <a:gd name="T59" fmla="*/ 33 h 80"/>
                <a:gd name="T60" fmla="*/ 45 w 80"/>
                <a:gd name="T61" fmla="*/ 21 h 80"/>
                <a:gd name="T62" fmla="*/ 44 w 80"/>
                <a:gd name="T63" fmla="*/ 31 h 80"/>
                <a:gd name="T64" fmla="*/ 22 w 80"/>
                <a:gd name="T65" fmla="*/ 28 h 80"/>
                <a:gd name="T66" fmla="*/ 23 w 80"/>
                <a:gd name="T67" fmla="*/ 19 h 80"/>
                <a:gd name="T68" fmla="*/ 38 w 80"/>
                <a:gd name="T69" fmla="*/ 9 h 80"/>
                <a:gd name="T70" fmla="*/ 46 w 80"/>
                <a:gd name="T71" fmla="*/ 10 h 80"/>
                <a:gd name="T72" fmla="*/ 1 w 80"/>
                <a:gd name="T73" fmla="*/ 33 h 80"/>
                <a:gd name="T74" fmla="*/ 8 w 80"/>
                <a:gd name="T75" fmla="*/ 31 h 80"/>
                <a:gd name="T76" fmla="*/ 41 w 80"/>
                <a:gd name="T77" fmla="*/ 65 h 80"/>
                <a:gd name="T78" fmla="*/ 40 w 80"/>
                <a:gd name="T79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80">
                  <a:moveTo>
                    <a:pt x="40" y="78"/>
                  </a:move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3" y="75"/>
                    <a:pt x="44" y="73"/>
                    <a:pt x="44" y="72"/>
                  </a:cubicBezTo>
                  <a:cubicBezTo>
                    <a:pt x="44" y="70"/>
                    <a:pt x="43" y="68"/>
                    <a:pt x="41" y="6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1" y="33"/>
                    <a:pt x="10" y="32"/>
                    <a:pt x="8" y="32"/>
                  </a:cubicBezTo>
                  <a:cubicBezTo>
                    <a:pt x="6" y="32"/>
                    <a:pt x="5" y="33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2" y="11"/>
                    <a:pt x="40" y="10"/>
                    <a:pt x="38" y="10"/>
                  </a:cubicBezTo>
                  <a:cubicBezTo>
                    <a:pt x="35" y="10"/>
                    <a:pt x="32" y="11"/>
                    <a:pt x="28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1" y="21"/>
                    <a:pt x="20" y="22"/>
                    <a:pt x="20" y="23"/>
                  </a:cubicBezTo>
                  <a:cubicBezTo>
                    <a:pt x="20" y="24"/>
                    <a:pt x="21" y="26"/>
                    <a:pt x="23" y="28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6" y="29"/>
                    <a:pt x="47" y="27"/>
                    <a:pt x="47" y="26"/>
                  </a:cubicBezTo>
                  <a:cubicBezTo>
                    <a:pt x="47" y="24"/>
                    <a:pt x="46" y="23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5" y="33"/>
                    <a:pt x="54" y="32"/>
                    <a:pt x="52" y="32"/>
                  </a:cubicBezTo>
                  <a:cubicBezTo>
                    <a:pt x="51" y="32"/>
                    <a:pt x="49" y="33"/>
                    <a:pt x="47" y="35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0"/>
                    <a:pt x="53" y="61"/>
                    <a:pt x="54" y="61"/>
                  </a:cubicBezTo>
                  <a:cubicBezTo>
                    <a:pt x="55" y="61"/>
                    <a:pt x="56" y="60"/>
                    <a:pt x="58" y="59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9" y="49"/>
                    <a:pt x="71" y="46"/>
                    <a:pt x="71" y="43"/>
                  </a:cubicBezTo>
                  <a:cubicBezTo>
                    <a:pt x="71" y="41"/>
                    <a:pt x="70" y="40"/>
                    <a:pt x="68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41" y="80"/>
                    <a:pt x="41" y="80"/>
                    <a:pt x="41" y="80"/>
                  </a:cubicBezTo>
                  <a:lnTo>
                    <a:pt x="40" y="78"/>
                  </a:lnTo>
                  <a:close/>
                  <a:moveTo>
                    <a:pt x="42" y="79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0" y="39"/>
                    <a:pt x="71" y="41"/>
                    <a:pt x="71" y="43"/>
                  </a:cubicBezTo>
                  <a:cubicBezTo>
                    <a:pt x="71" y="46"/>
                    <a:pt x="70" y="49"/>
                    <a:pt x="66" y="53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7" y="61"/>
                    <a:pt x="55" y="62"/>
                    <a:pt x="54" y="62"/>
                  </a:cubicBezTo>
                  <a:cubicBezTo>
                    <a:pt x="53" y="62"/>
                    <a:pt x="51" y="61"/>
                    <a:pt x="49" y="58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9" y="32"/>
                    <a:pt x="50" y="31"/>
                    <a:pt x="52" y="31"/>
                  </a:cubicBezTo>
                  <a:cubicBezTo>
                    <a:pt x="54" y="31"/>
                    <a:pt x="56" y="32"/>
                    <a:pt x="57" y="34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7" y="23"/>
                    <a:pt x="48" y="24"/>
                    <a:pt x="48" y="26"/>
                  </a:cubicBezTo>
                  <a:cubicBezTo>
                    <a:pt x="48" y="28"/>
                    <a:pt x="47" y="29"/>
                    <a:pt x="44" y="3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6"/>
                    <a:pt x="20" y="25"/>
                    <a:pt x="20" y="23"/>
                  </a:cubicBezTo>
                  <a:cubicBezTo>
                    <a:pt x="20" y="22"/>
                    <a:pt x="21" y="20"/>
                    <a:pt x="23" y="19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2" y="10"/>
                    <a:pt x="35" y="9"/>
                    <a:pt x="38" y="9"/>
                  </a:cubicBezTo>
                  <a:cubicBezTo>
                    <a:pt x="40" y="9"/>
                    <a:pt x="42" y="10"/>
                    <a:pt x="44" y="12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2"/>
                    <a:pt x="6" y="31"/>
                    <a:pt x="8" y="31"/>
                  </a:cubicBezTo>
                  <a:cubicBezTo>
                    <a:pt x="10" y="31"/>
                    <a:pt x="12" y="32"/>
                    <a:pt x="14" y="35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3" y="68"/>
                    <a:pt x="45" y="70"/>
                    <a:pt x="45" y="72"/>
                  </a:cubicBezTo>
                  <a:cubicBezTo>
                    <a:pt x="45" y="74"/>
                    <a:pt x="43" y="75"/>
                    <a:pt x="40" y="78"/>
                  </a:cubicBezTo>
                  <a:lnTo>
                    <a:pt x="42" y="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8" name="Freeform 658">
              <a:extLst>
                <a:ext uri="{FF2B5EF4-FFF2-40B4-BE49-F238E27FC236}">
                  <a16:creationId xmlns:a16="http://schemas.microsoft.com/office/drawing/2014/main" id="{2E95AF78-479C-48C3-85DE-99B2E5B64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92238" y="12379325"/>
              <a:ext cx="52388" cy="55562"/>
            </a:xfrm>
            <a:custGeom>
              <a:avLst/>
              <a:gdLst>
                <a:gd name="T0" fmla="*/ 29 w 82"/>
                <a:gd name="T1" fmla="*/ 85 h 87"/>
                <a:gd name="T2" fmla="*/ 32 w 82"/>
                <a:gd name="T3" fmla="*/ 73 h 87"/>
                <a:gd name="T4" fmla="*/ 13 w 82"/>
                <a:gd name="T5" fmla="*/ 38 h 87"/>
                <a:gd name="T6" fmla="*/ 1 w 82"/>
                <a:gd name="T7" fmla="*/ 35 h 87"/>
                <a:gd name="T8" fmla="*/ 0 w 82"/>
                <a:gd name="T9" fmla="*/ 33 h 87"/>
                <a:gd name="T10" fmla="*/ 17 w 82"/>
                <a:gd name="T11" fmla="*/ 23 h 87"/>
                <a:gd name="T12" fmla="*/ 70 w 82"/>
                <a:gd name="T13" fmla="*/ 51 h 87"/>
                <a:gd name="T14" fmla="*/ 70 w 82"/>
                <a:gd name="T15" fmla="*/ 51 h 87"/>
                <a:gd name="T16" fmla="*/ 51 w 82"/>
                <a:gd name="T17" fmla="*/ 17 h 87"/>
                <a:gd name="T18" fmla="*/ 39 w 82"/>
                <a:gd name="T19" fmla="*/ 14 h 87"/>
                <a:gd name="T20" fmla="*/ 38 w 82"/>
                <a:gd name="T21" fmla="*/ 12 h 87"/>
                <a:gd name="T22" fmla="*/ 59 w 82"/>
                <a:gd name="T23" fmla="*/ 0 h 87"/>
                <a:gd name="T24" fmla="*/ 60 w 82"/>
                <a:gd name="T25" fmla="*/ 2 h 87"/>
                <a:gd name="T26" fmla="*/ 57 w 82"/>
                <a:gd name="T27" fmla="*/ 14 h 87"/>
                <a:gd name="T28" fmla="*/ 82 w 82"/>
                <a:gd name="T29" fmla="*/ 58 h 87"/>
                <a:gd name="T30" fmla="*/ 73 w 82"/>
                <a:gd name="T31" fmla="*/ 63 h 87"/>
                <a:gd name="T32" fmla="*/ 18 w 82"/>
                <a:gd name="T33" fmla="*/ 34 h 87"/>
                <a:gd name="T34" fmla="*/ 18 w 82"/>
                <a:gd name="T35" fmla="*/ 34 h 87"/>
                <a:gd name="T36" fmla="*/ 38 w 82"/>
                <a:gd name="T37" fmla="*/ 70 h 87"/>
                <a:gd name="T38" fmla="*/ 50 w 82"/>
                <a:gd name="T39" fmla="*/ 73 h 87"/>
                <a:gd name="T40" fmla="*/ 51 w 82"/>
                <a:gd name="T41" fmla="*/ 75 h 87"/>
                <a:gd name="T42" fmla="*/ 30 w 82"/>
                <a:gd name="T43" fmla="*/ 87 h 87"/>
                <a:gd name="T44" fmla="*/ 29 w 82"/>
                <a:gd name="T45" fmla="*/ 8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2" h="87">
                  <a:moveTo>
                    <a:pt x="29" y="85"/>
                  </a:moveTo>
                  <a:cubicBezTo>
                    <a:pt x="35" y="82"/>
                    <a:pt x="36" y="80"/>
                    <a:pt x="32" y="73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32"/>
                    <a:pt x="7" y="32"/>
                    <a:pt x="1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8" y="10"/>
                    <a:pt x="46" y="10"/>
                    <a:pt x="39" y="14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4" y="5"/>
                    <a:pt x="53" y="7"/>
                    <a:pt x="57" y="14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73" y="63"/>
                    <a:pt x="73" y="63"/>
                    <a:pt x="73" y="6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42" y="77"/>
                    <a:pt x="44" y="77"/>
                    <a:pt x="50" y="73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30" y="87"/>
                    <a:pt x="30" y="87"/>
                    <a:pt x="30" y="87"/>
                  </a:cubicBezTo>
                  <a:lnTo>
                    <a:pt x="29" y="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9" name="Freeform 659">
              <a:extLst>
                <a:ext uri="{FF2B5EF4-FFF2-40B4-BE49-F238E27FC236}">
                  <a16:creationId xmlns:a16="http://schemas.microsoft.com/office/drawing/2014/main" id="{D856E579-C56E-45AF-A157-887BAD1AFE1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092238" y="12377738"/>
              <a:ext cx="52388" cy="57150"/>
            </a:xfrm>
            <a:custGeom>
              <a:avLst/>
              <a:gdLst>
                <a:gd name="T0" fmla="*/ 30 w 83"/>
                <a:gd name="T1" fmla="*/ 86 h 89"/>
                <a:gd name="T2" fmla="*/ 30 w 83"/>
                <a:gd name="T3" fmla="*/ 86 h 89"/>
                <a:gd name="T4" fmla="*/ 30 w 83"/>
                <a:gd name="T5" fmla="*/ 86 h 89"/>
                <a:gd name="T6" fmla="*/ 35 w 83"/>
                <a:gd name="T7" fmla="*/ 80 h 89"/>
                <a:gd name="T8" fmla="*/ 14 w 83"/>
                <a:gd name="T9" fmla="*/ 40 h 89"/>
                <a:gd name="T10" fmla="*/ 2 w 83"/>
                <a:gd name="T11" fmla="*/ 37 h 89"/>
                <a:gd name="T12" fmla="*/ 0 w 83"/>
                <a:gd name="T13" fmla="*/ 34 h 89"/>
                <a:gd name="T14" fmla="*/ 71 w 83"/>
                <a:gd name="T15" fmla="*/ 51 h 89"/>
                <a:gd name="T16" fmla="*/ 46 w 83"/>
                <a:gd name="T17" fmla="*/ 13 h 89"/>
                <a:gd name="T18" fmla="*/ 40 w 83"/>
                <a:gd name="T19" fmla="*/ 15 h 89"/>
                <a:gd name="T20" fmla="*/ 60 w 83"/>
                <a:gd name="T21" fmla="*/ 0 h 89"/>
                <a:gd name="T22" fmla="*/ 61 w 83"/>
                <a:gd name="T23" fmla="*/ 3 h 89"/>
                <a:gd name="T24" fmla="*/ 58 w 83"/>
                <a:gd name="T25" fmla="*/ 14 h 89"/>
                <a:gd name="T26" fmla="*/ 74 w 83"/>
                <a:gd name="T27" fmla="*/ 64 h 89"/>
                <a:gd name="T28" fmla="*/ 39 w 83"/>
                <a:gd name="T29" fmla="*/ 71 h 89"/>
                <a:gd name="T30" fmla="*/ 51 w 83"/>
                <a:gd name="T31" fmla="*/ 74 h 89"/>
                <a:gd name="T32" fmla="*/ 53 w 83"/>
                <a:gd name="T33" fmla="*/ 77 h 89"/>
                <a:gd name="T34" fmla="*/ 30 w 83"/>
                <a:gd name="T35" fmla="*/ 86 h 89"/>
                <a:gd name="T36" fmla="*/ 52 w 83"/>
                <a:gd name="T37" fmla="*/ 76 h 89"/>
                <a:gd name="T38" fmla="*/ 45 w 83"/>
                <a:gd name="T39" fmla="*/ 77 h 89"/>
                <a:gd name="T40" fmla="*/ 18 w 83"/>
                <a:gd name="T41" fmla="*/ 35 h 89"/>
                <a:gd name="T42" fmla="*/ 19 w 83"/>
                <a:gd name="T43" fmla="*/ 34 h 89"/>
                <a:gd name="T44" fmla="*/ 83 w 83"/>
                <a:gd name="T45" fmla="*/ 59 h 89"/>
                <a:gd name="T46" fmla="*/ 55 w 83"/>
                <a:gd name="T47" fmla="*/ 9 h 89"/>
                <a:gd name="T48" fmla="*/ 60 w 83"/>
                <a:gd name="T49" fmla="*/ 1 h 89"/>
                <a:gd name="T50" fmla="*/ 40 w 83"/>
                <a:gd name="T51" fmla="*/ 14 h 89"/>
                <a:gd name="T52" fmla="*/ 52 w 83"/>
                <a:gd name="T53" fmla="*/ 18 h 89"/>
                <a:gd name="T54" fmla="*/ 72 w 83"/>
                <a:gd name="T55" fmla="*/ 52 h 89"/>
                <a:gd name="T56" fmla="*/ 18 w 83"/>
                <a:gd name="T57" fmla="*/ 25 h 89"/>
                <a:gd name="T58" fmla="*/ 2 w 83"/>
                <a:gd name="T59" fmla="*/ 36 h 89"/>
                <a:gd name="T60" fmla="*/ 14 w 83"/>
                <a:gd name="T61" fmla="*/ 39 h 89"/>
                <a:gd name="T62" fmla="*/ 36 w 83"/>
                <a:gd name="T63" fmla="*/ 80 h 89"/>
                <a:gd name="T64" fmla="*/ 31 w 83"/>
                <a:gd name="T65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3" h="89">
                  <a:moveTo>
                    <a:pt x="30" y="86"/>
                  </a:moveTo>
                  <a:cubicBezTo>
                    <a:pt x="30" y="86"/>
                    <a:pt x="30" y="86"/>
                    <a:pt x="30" y="86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4" y="84"/>
                    <a:pt x="35" y="82"/>
                    <a:pt x="35" y="80"/>
                  </a:cubicBezTo>
                  <a:cubicBezTo>
                    <a:pt x="35" y="79"/>
                    <a:pt x="35" y="77"/>
                    <a:pt x="33" y="7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1" y="36"/>
                    <a:pt x="10" y="34"/>
                    <a:pt x="8" y="34"/>
                  </a:cubicBezTo>
                  <a:cubicBezTo>
                    <a:pt x="6" y="34"/>
                    <a:pt x="5" y="35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0" y="14"/>
                    <a:pt x="48" y="13"/>
                    <a:pt x="46" y="13"/>
                  </a:cubicBezTo>
                  <a:cubicBezTo>
                    <a:pt x="45" y="13"/>
                    <a:pt x="43" y="13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8" y="5"/>
                    <a:pt x="56" y="7"/>
                    <a:pt x="56" y="9"/>
                  </a:cubicBezTo>
                  <a:cubicBezTo>
                    <a:pt x="56" y="10"/>
                    <a:pt x="57" y="12"/>
                    <a:pt x="58" y="14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42" y="75"/>
                    <a:pt x="43" y="76"/>
                    <a:pt x="45" y="76"/>
                  </a:cubicBezTo>
                  <a:cubicBezTo>
                    <a:pt x="47" y="76"/>
                    <a:pt x="48" y="76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31" y="89"/>
                    <a:pt x="31" y="89"/>
                    <a:pt x="31" y="89"/>
                  </a:cubicBezTo>
                  <a:lnTo>
                    <a:pt x="30" y="86"/>
                  </a:lnTo>
                  <a:close/>
                  <a:moveTo>
                    <a:pt x="31" y="88"/>
                  </a:moveTo>
                  <a:cubicBezTo>
                    <a:pt x="52" y="76"/>
                    <a:pt x="52" y="76"/>
                    <a:pt x="52" y="76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49" y="76"/>
                    <a:pt x="47" y="77"/>
                    <a:pt x="45" y="77"/>
                  </a:cubicBezTo>
                  <a:cubicBezTo>
                    <a:pt x="43" y="77"/>
                    <a:pt x="41" y="75"/>
                    <a:pt x="39" y="71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6" y="12"/>
                    <a:pt x="55" y="10"/>
                    <a:pt x="55" y="9"/>
                  </a:cubicBezTo>
                  <a:cubicBezTo>
                    <a:pt x="55" y="6"/>
                    <a:pt x="57" y="5"/>
                    <a:pt x="61" y="3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3" y="13"/>
                    <a:pt x="45" y="12"/>
                    <a:pt x="46" y="12"/>
                  </a:cubicBezTo>
                  <a:cubicBezTo>
                    <a:pt x="49" y="12"/>
                    <a:pt x="50" y="14"/>
                    <a:pt x="52" y="18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5"/>
                    <a:pt x="6" y="34"/>
                    <a:pt x="8" y="34"/>
                  </a:cubicBezTo>
                  <a:cubicBezTo>
                    <a:pt x="10" y="34"/>
                    <a:pt x="12" y="36"/>
                    <a:pt x="14" y="39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7"/>
                    <a:pt x="36" y="79"/>
                    <a:pt x="36" y="80"/>
                  </a:cubicBezTo>
                  <a:cubicBezTo>
                    <a:pt x="36" y="83"/>
                    <a:pt x="34" y="84"/>
                    <a:pt x="31" y="86"/>
                  </a:cubicBezTo>
                  <a:lnTo>
                    <a:pt x="31" y="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0" name="Freeform 660">
              <a:extLst>
                <a:ext uri="{FF2B5EF4-FFF2-40B4-BE49-F238E27FC236}">
                  <a16:creationId xmlns:a16="http://schemas.microsoft.com/office/drawing/2014/main" id="{3DF3FF6E-91F4-4888-AB8E-FE62DE2C24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47800" y="12366625"/>
              <a:ext cx="36513" cy="44450"/>
            </a:xfrm>
            <a:custGeom>
              <a:avLst/>
              <a:gdLst>
                <a:gd name="T0" fmla="*/ 39 w 57"/>
                <a:gd name="T1" fmla="*/ 15 h 69"/>
                <a:gd name="T2" fmla="*/ 22 w 57"/>
                <a:gd name="T3" fmla="*/ 7 h 69"/>
                <a:gd name="T4" fmla="*/ 12 w 57"/>
                <a:gd name="T5" fmla="*/ 19 h 69"/>
                <a:gd name="T6" fmla="*/ 41 w 57"/>
                <a:gd name="T7" fmla="*/ 30 h 69"/>
                <a:gd name="T8" fmla="*/ 54 w 57"/>
                <a:gd name="T9" fmla="*/ 41 h 69"/>
                <a:gd name="T10" fmla="*/ 33 w 57"/>
                <a:gd name="T11" fmla="*/ 66 h 69"/>
                <a:gd name="T12" fmla="*/ 14 w 57"/>
                <a:gd name="T13" fmla="*/ 69 h 69"/>
                <a:gd name="T14" fmla="*/ 9 w 57"/>
                <a:gd name="T15" fmla="*/ 54 h 69"/>
                <a:gd name="T16" fmla="*/ 12 w 57"/>
                <a:gd name="T17" fmla="*/ 53 h 69"/>
                <a:gd name="T18" fmla="*/ 32 w 57"/>
                <a:gd name="T19" fmla="*/ 61 h 69"/>
                <a:gd name="T20" fmla="*/ 43 w 57"/>
                <a:gd name="T21" fmla="*/ 48 h 69"/>
                <a:gd name="T22" fmla="*/ 17 w 57"/>
                <a:gd name="T23" fmla="*/ 37 h 69"/>
                <a:gd name="T24" fmla="*/ 2 w 57"/>
                <a:gd name="T25" fmla="*/ 25 h 69"/>
                <a:gd name="T26" fmla="*/ 21 w 57"/>
                <a:gd name="T27" fmla="*/ 3 h 69"/>
                <a:gd name="T28" fmla="*/ 37 w 57"/>
                <a:gd name="T29" fmla="*/ 0 h 69"/>
                <a:gd name="T30" fmla="*/ 42 w 57"/>
                <a:gd name="T31" fmla="*/ 14 h 69"/>
                <a:gd name="T32" fmla="*/ 39 w 57"/>
                <a:gd name="T33" fmla="*/ 1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69">
                  <a:moveTo>
                    <a:pt x="39" y="15"/>
                  </a:moveTo>
                  <a:cubicBezTo>
                    <a:pt x="37" y="10"/>
                    <a:pt x="32" y="4"/>
                    <a:pt x="22" y="7"/>
                  </a:cubicBezTo>
                  <a:cubicBezTo>
                    <a:pt x="14" y="10"/>
                    <a:pt x="10" y="15"/>
                    <a:pt x="12" y="19"/>
                  </a:cubicBezTo>
                  <a:cubicBezTo>
                    <a:pt x="14" y="28"/>
                    <a:pt x="32" y="27"/>
                    <a:pt x="41" y="30"/>
                  </a:cubicBezTo>
                  <a:cubicBezTo>
                    <a:pt x="47" y="32"/>
                    <a:pt x="52" y="35"/>
                    <a:pt x="54" y="41"/>
                  </a:cubicBezTo>
                  <a:cubicBezTo>
                    <a:pt x="57" y="54"/>
                    <a:pt x="48" y="62"/>
                    <a:pt x="33" y="66"/>
                  </a:cubicBezTo>
                  <a:cubicBezTo>
                    <a:pt x="25" y="68"/>
                    <a:pt x="18" y="69"/>
                    <a:pt x="14" y="69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5" y="58"/>
                    <a:pt x="19" y="65"/>
                    <a:pt x="32" y="61"/>
                  </a:cubicBezTo>
                  <a:cubicBezTo>
                    <a:pt x="41" y="59"/>
                    <a:pt x="45" y="53"/>
                    <a:pt x="43" y="48"/>
                  </a:cubicBezTo>
                  <a:cubicBezTo>
                    <a:pt x="41" y="39"/>
                    <a:pt x="28" y="39"/>
                    <a:pt x="17" y="37"/>
                  </a:cubicBezTo>
                  <a:cubicBezTo>
                    <a:pt x="10" y="35"/>
                    <a:pt x="4" y="32"/>
                    <a:pt x="2" y="25"/>
                  </a:cubicBezTo>
                  <a:cubicBezTo>
                    <a:pt x="0" y="15"/>
                    <a:pt x="6" y="7"/>
                    <a:pt x="21" y="3"/>
                  </a:cubicBezTo>
                  <a:cubicBezTo>
                    <a:pt x="27" y="1"/>
                    <a:pt x="34" y="0"/>
                    <a:pt x="37" y="0"/>
                  </a:cubicBezTo>
                  <a:cubicBezTo>
                    <a:pt x="42" y="14"/>
                    <a:pt x="42" y="14"/>
                    <a:pt x="42" y="14"/>
                  </a:cubicBezTo>
                  <a:lnTo>
                    <a:pt x="39" y="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1" name="Freeform 661">
              <a:extLst>
                <a:ext uri="{FF2B5EF4-FFF2-40B4-BE49-F238E27FC236}">
                  <a16:creationId xmlns:a16="http://schemas.microsoft.com/office/drawing/2014/main" id="{67AC74C5-E826-4876-811A-AC9D8AA6DC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49388" y="12366625"/>
              <a:ext cx="33338" cy="44450"/>
            </a:xfrm>
            <a:custGeom>
              <a:avLst/>
              <a:gdLst>
                <a:gd name="T0" fmla="*/ 8 w 54"/>
                <a:gd name="T1" fmla="*/ 54 h 69"/>
                <a:gd name="T2" fmla="*/ 11 w 54"/>
                <a:gd name="T3" fmla="*/ 53 h 69"/>
                <a:gd name="T4" fmla="*/ 11 w 54"/>
                <a:gd name="T5" fmla="*/ 53 h 69"/>
                <a:gd name="T6" fmla="*/ 25 w 54"/>
                <a:gd name="T7" fmla="*/ 62 h 69"/>
                <a:gd name="T8" fmla="*/ 31 w 54"/>
                <a:gd name="T9" fmla="*/ 61 h 69"/>
                <a:gd name="T10" fmla="*/ 42 w 54"/>
                <a:gd name="T11" fmla="*/ 50 h 69"/>
                <a:gd name="T12" fmla="*/ 42 w 54"/>
                <a:gd name="T13" fmla="*/ 48 h 69"/>
                <a:gd name="T14" fmla="*/ 16 w 54"/>
                <a:gd name="T15" fmla="*/ 37 h 69"/>
                <a:gd name="T16" fmla="*/ 1 w 54"/>
                <a:gd name="T17" fmla="*/ 25 h 69"/>
                <a:gd name="T18" fmla="*/ 0 w 54"/>
                <a:gd name="T19" fmla="*/ 21 h 69"/>
                <a:gd name="T20" fmla="*/ 20 w 54"/>
                <a:gd name="T21" fmla="*/ 3 h 69"/>
                <a:gd name="T22" fmla="*/ 36 w 54"/>
                <a:gd name="T23" fmla="*/ 0 h 69"/>
                <a:gd name="T24" fmla="*/ 37 w 54"/>
                <a:gd name="T25" fmla="*/ 0 h 69"/>
                <a:gd name="T26" fmla="*/ 41 w 54"/>
                <a:gd name="T27" fmla="*/ 14 h 69"/>
                <a:gd name="T28" fmla="*/ 38 w 54"/>
                <a:gd name="T29" fmla="*/ 15 h 69"/>
                <a:gd name="T30" fmla="*/ 38 w 54"/>
                <a:gd name="T31" fmla="*/ 15 h 69"/>
                <a:gd name="T32" fmla="*/ 38 w 54"/>
                <a:gd name="T33" fmla="*/ 15 h 69"/>
                <a:gd name="T34" fmla="*/ 26 w 54"/>
                <a:gd name="T35" fmla="*/ 7 h 69"/>
                <a:gd name="T36" fmla="*/ 21 w 54"/>
                <a:gd name="T37" fmla="*/ 8 h 69"/>
                <a:gd name="T38" fmla="*/ 11 w 54"/>
                <a:gd name="T39" fmla="*/ 17 h 69"/>
                <a:gd name="T40" fmla="*/ 11 w 54"/>
                <a:gd name="T41" fmla="*/ 19 h 69"/>
                <a:gd name="T42" fmla="*/ 40 w 54"/>
                <a:gd name="T43" fmla="*/ 30 h 69"/>
                <a:gd name="T44" fmla="*/ 53 w 54"/>
                <a:gd name="T45" fmla="*/ 41 h 69"/>
                <a:gd name="T46" fmla="*/ 54 w 54"/>
                <a:gd name="T47" fmla="*/ 46 h 69"/>
                <a:gd name="T48" fmla="*/ 32 w 54"/>
                <a:gd name="T49" fmla="*/ 66 h 69"/>
                <a:gd name="T50" fmla="*/ 13 w 54"/>
                <a:gd name="T51" fmla="*/ 69 h 69"/>
                <a:gd name="T52" fmla="*/ 13 w 54"/>
                <a:gd name="T53" fmla="*/ 69 h 69"/>
                <a:gd name="T54" fmla="*/ 8 w 54"/>
                <a:gd name="T55" fmla="*/ 54 h 69"/>
                <a:gd name="T56" fmla="*/ 9 w 54"/>
                <a:gd name="T57" fmla="*/ 54 h 69"/>
                <a:gd name="T58" fmla="*/ 13 w 54"/>
                <a:gd name="T59" fmla="*/ 68 h 69"/>
                <a:gd name="T60" fmla="*/ 31 w 54"/>
                <a:gd name="T61" fmla="*/ 66 h 69"/>
                <a:gd name="T62" fmla="*/ 53 w 54"/>
                <a:gd name="T63" fmla="*/ 46 h 69"/>
                <a:gd name="T64" fmla="*/ 52 w 54"/>
                <a:gd name="T65" fmla="*/ 41 h 69"/>
                <a:gd name="T66" fmla="*/ 40 w 54"/>
                <a:gd name="T67" fmla="*/ 31 h 69"/>
                <a:gd name="T68" fmla="*/ 10 w 54"/>
                <a:gd name="T69" fmla="*/ 19 h 69"/>
                <a:gd name="T70" fmla="*/ 10 w 54"/>
                <a:gd name="T71" fmla="*/ 17 h 69"/>
                <a:gd name="T72" fmla="*/ 21 w 54"/>
                <a:gd name="T73" fmla="*/ 7 h 69"/>
                <a:gd name="T74" fmla="*/ 26 w 54"/>
                <a:gd name="T75" fmla="*/ 6 h 69"/>
                <a:gd name="T76" fmla="*/ 38 w 54"/>
                <a:gd name="T77" fmla="*/ 14 h 69"/>
                <a:gd name="T78" fmla="*/ 41 w 54"/>
                <a:gd name="T79" fmla="*/ 13 h 69"/>
                <a:gd name="T80" fmla="*/ 36 w 54"/>
                <a:gd name="T81" fmla="*/ 0 h 69"/>
                <a:gd name="T82" fmla="*/ 20 w 54"/>
                <a:gd name="T83" fmla="*/ 3 h 69"/>
                <a:gd name="T84" fmla="*/ 1 w 54"/>
                <a:gd name="T85" fmla="*/ 21 h 69"/>
                <a:gd name="T86" fmla="*/ 2 w 54"/>
                <a:gd name="T87" fmla="*/ 25 h 69"/>
                <a:gd name="T88" fmla="*/ 16 w 54"/>
                <a:gd name="T89" fmla="*/ 36 h 69"/>
                <a:gd name="T90" fmla="*/ 42 w 54"/>
                <a:gd name="T91" fmla="*/ 48 h 69"/>
                <a:gd name="T92" fmla="*/ 43 w 54"/>
                <a:gd name="T93" fmla="*/ 50 h 69"/>
                <a:gd name="T94" fmla="*/ 31 w 54"/>
                <a:gd name="T95" fmla="*/ 62 h 69"/>
                <a:gd name="T96" fmla="*/ 25 w 54"/>
                <a:gd name="T97" fmla="*/ 63 h 69"/>
                <a:gd name="T98" fmla="*/ 11 w 54"/>
                <a:gd name="T99" fmla="*/ 54 h 69"/>
                <a:gd name="T100" fmla="*/ 9 w 54"/>
                <a:gd name="T101" fmla="*/ 54 h 69"/>
                <a:gd name="T102" fmla="*/ 38 w 54"/>
                <a:gd name="T103" fmla="*/ 15 h 69"/>
                <a:gd name="T104" fmla="*/ 38 w 54"/>
                <a:gd name="T105" fmla="*/ 14 h 69"/>
                <a:gd name="T106" fmla="*/ 38 w 54"/>
                <a:gd name="T107" fmla="*/ 1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4" h="69">
                  <a:moveTo>
                    <a:pt x="8" y="54"/>
                  </a:moveTo>
                  <a:cubicBezTo>
                    <a:pt x="11" y="53"/>
                    <a:pt x="11" y="53"/>
                    <a:pt x="11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3" y="57"/>
                    <a:pt x="17" y="62"/>
                    <a:pt x="25" y="62"/>
                  </a:cubicBezTo>
                  <a:cubicBezTo>
                    <a:pt x="27" y="62"/>
                    <a:pt x="29" y="62"/>
                    <a:pt x="31" y="61"/>
                  </a:cubicBezTo>
                  <a:cubicBezTo>
                    <a:pt x="39" y="59"/>
                    <a:pt x="42" y="55"/>
                    <a:pt x="42" y="50"/>
                  </a:cubicBezTo>
                  <a:cubicBezTo>
                    <a:pt x="42" y="50"/>
                    <a:pt x="42" y="49"/>
                    <a:pt x="42" y="48"/>
                  </a:cubicBezTo>
                  <a:cubicBezTo>
                    <a:pt x="39" y="40"/>
                    <a:pt x="27" y="40"/>
                    <a:pt x="16" y="37"/>
                  </a:cubicBezTo>
                  <a:cubicBezTo>
                    <a:pt x="9" y="35"/>
                    <a:pt x="3" y="32"/>
                    <a:pt x="1" y="25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13"/>
                    <a:pt x="7" y="6"/>
                    <a:pt x="20" y="3"/>
                  </a:cubicBezTo>
                  <a:cubicBezTo>
                    <a:pt x="26" y="1"/>
                    <a:pt x="33" y="0"/>
                    <a:pt x="36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6" y="11"/>
                    <a:pt x="33" y="7"/>
                    <a:pt x="26" y="7"/>
                  </a:cubicBezTo>
                  <a:cubicBezTo>
                    <a:pt x="25" y="7"/>
                    <a:pt x="23" y="7"/>
                    <a:pt x="21" y="8"/>
                  </a:cubicBezTo>
                  <a:cubicBezTo>
                    <a:pt x="14" y="10"/>
                    <a:pt x="11" y="13"/>
                    <a:pt x="11" y="17"/>
                  </a:cubicBezTo>
                  <a:cubicBezTo>
                    <a:pt x="11" y="18"/>
                    <a:pt x="11" y="18"/>
                    <a:pt x="11" y="19"/>
                  </a:cubicBezTo>
                  <a:cubicBezTo>
                    <a:pt x="13" y="27"/>
                    <a:pt x="31" y="27"/>
                    <a:pt x="40" y="30"/>
                  </a:cubicBezTo>
                  <a:cubicBezTo>
                    <a:pt x="46" y="32"/>
                    <a:pt x="51" y="35"/>
                    <a:pt x="53" y="41"/>
                  </a:cubicBezTo>
                  <a:cubicBezTo>
                    <a:pt x="53" y="43"/>
                    <a:pt x="54" y="45"/>
                    <a:pt x="54" y="46"/>
                  </a:cubicBezTo>
                  <a:cubicBezTo>
                    <a:pt x="54" y="56"/>
                    <a:pt x="45" y="63"/>
                    <a:pt x="32" y="66"/>
                  </a:cubicBezTo>
                  <a:cubicBezTo>
                    <a:pt x="24" y="69"/>
                    <a:pt x="17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lnTo>
                    <a:pt x="8" y="54"/>
                  </a:lnTo>
                  <a:close/>
                  <a:moveTo>
                    <a:pt x="9" y="54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17" y="68"/>
                    <a:pt x="24" y="68"/>
                    <a:pt x="31" y="66"/>
                  </a:cubicBezTo>
                  <a:cubicBezTo>
                    <a:pt x="44" y="62"/>
                    <a:pt x="53" y="56"/>
                    <a:pt x="53" y="46"/>
                  </a:cubicBezTo>
                  <a:cubicBezTo>
                    <a:pt x="53" y="45"/>
                    <a:pt x="53" y="43"/>
                    <a:pt x="52" y="41"/>
                  </a:cubicBezTo>
                  <a:cubicBezTo>
                    <a:pt x="50" y="35"/>
                    <a:pt x="46" y="33"/>
                    <a:pt x="40" y="31"/>
                  </a:cubicBezTo>
                  <a:cubicBezTo>
                    <a:pt x="31" y="28"/>
                    <a:pt x="13" y="28"/>
                    <a:pt x="10" y="19"/>
                  </a:cubicBezTo>
                  <a:cubicBezTo>
                    <a:pt x="10" y="19"/>
                    <a:pt x="10" y="18"/>
                    <a:pt x="10" y="17"/>
                  </a:cubicBezTo>
                  <a:cubicBezTo>
                    <a:pt x="10" y="13"/>
                    <a:pt x="14" y="9"/>
                    <a:pt x="21" y="7"/>
                  </a:cubicBezTo>
                  <a:cubicBezTo>
                    <a:pt x="23" y="6"/>
                    <a:pt x="25" y="6"/>
                    <a:pt x="26" y="6"/>
                  </a:cubicBezTo>
                  <a:cubicBezTo>
                    <a:pt x="33" y="6"/>
                    <a:pt x="36" y="10"/>
                    <a:pt x="38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3" y="1"/>
                    <a:pt x="26" y="1"/>
                    <a:pt x="20" y="3"/>
                  </a:cubicBezTo>
                  <a:cubicBezTo>
                    <a:pt x="7" y="7"/>
                    <a:pt x="1" y="13"/>
                    <a:pt x="1" y="21"/>
                  </a:cubicBezTo>
                  <a:cubicBezTo>
                    <a:pt x="1" y="22"/>
                    <a:pt x="1" y="23"/>
                    <a:pt x="2" y="25"/>
                  </a:cubicBezTo>
                  <a:cubicBezTo>
                    <a:pt x="4" y="32"/>
                    <a:pt x="10" y="34"/>
                    <a:pt x="16" y="36"/>
                  </a:cubicBezTo>
                  <a:cubicBezTo>
                    <a:pt x="27" y="39"/>
                    <a:pt x="40" y="39"/>
                    <a:pt x="42" y="48"/>
                  </a:cubicBezTo>
                  <a:cubicBezTo>
                    <a:pt x="43" y="49"/>
                    <a:pt x="43" y="50"/>
                    <a:pt x="43" y="50"/>
                  </a:cubicBezTo>
                  <a:cubicBezTo>
                    <a:pt x="43" y="55"/>
                    <a:pt x="39" y="60"/>
                    <a:pt x="31" y="62"/>
                  </a:cubicBezTo>
                  <a:cubicBezTo>
                    <a:pt x="29" y="62"/>
                    <a:pt x="27" y="63"/>
                    <a:pt x="25" y="63"/>
                  </a:cubicBezTo>
                  <a:cubicBezTo>
                    <a:pt x="17" y="63"/>
                    <a:pt x="13" y="57"/>
                    <a:pt x="11" y="54"/>
                  </a:cubicBezTo>
                  <a:lnTo>
                    <a:pt x="9" y="54"/>
                  </a:lnTo>
                  <a:close/>
                  <a:moveTo>
                    <a:pt x="38" y="15"/>
                  </a:moveTo>
                  <a:cubicBezTo>
                    <a:pt x="38" y="14"/>
                    <a:pt x="38" y="14"/>
                    <a:pt x="38" y="14"/>
                  </a:cubicBezTo>
                  <a:lnTo>
                    <a:pt x="38" y="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2" name="Freeform 662">
              <a:extLst>
                <a:ext uri="{FF2B5EF4-FFF2-40B4-BE49-F238E27FC236}">
                  <a16:creationId xmlns:a16="http://schemas.microsoft.com/office/drawing/2014/main" id="{BE71EA7F-B23B-4CD1-9C74-84F400DF1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190663" y="12360275"/>
              <a:ext cx="42863" cy="41275"/>
            </a:xfrm>
            <a:custGeom>
              <a:avLst/>
              <a:gdLst>
                <a:gd name="T0" fmla="*/ 2 w 66"/>
                <a:gd name="T1" fmla="*/ 62 h 64"/>
                <a:gd name="T2" fmla="*/ 10 w 66"/>
                <a:gd name="T3" fmla="*/ 53 h 64"/>
                <a:gd name="T4" fmla="*/ 9 w 66"/>
                <a:gd name="T5" fmla="*/ 13 h 64"/>
                <a:gd name="T6" fmla="*/ 0 w 66"/>
                <a:gd name="T7" fmla="*/ 4 h 64"/>
                <a:gd name="T8" fmla="*/ 0 w 66"/>
                <a:gd name="T9" fmla="*/ 2 h 64"/>
                <a:gd name="T10" fmla="*/ 27 w 66"/>
                <a:gd name="T11" fmla="*/ 1 h 64"/>
                <a:gd name="T12" fmla="*/ 27 w 66"/>
                <a:gd name="T13" fmla="*/ 3 h 64"/>
                <a:gd name="T14" fmla="*/ 20 w 66"/>
                <a:gd name="T15" fmla="*/ 12 h 64"/>
                <a:gd name="T16" fmla="*/ 21 w 66"/>
                <a:gd name="T17" fmla="*/ 31 h 64"/>
                <a:gd name="T18" fmla="*/ 21 w 66"/>
                <a:gd name="T19" fmla="*/ 31 h 64"/>
                <a:gd name="T20" fmla="*/ 38 w 66"/>
                <a:gd name="T21" fmla="*/ 10 h 64"/>
                <a:gd name="T22" fmla="*/ 41 w 66"/>
                <a:gd name="T23" fmla="*/ 4 h 64"/>
                <a:gd name="T24" fmla="*/ 35 w 66"/>
                <a:gd name="T25" fmla="*/ 3 h 64"/>
                <a:gd name="T26" fmla="*/ 35 w 66"/>
                <a:gd name="T27" fmla="*/ 1 h 64"/>
                <a:gd name="T28" fmla="*/ 60 w 66"/>
                <a:gd name="T29" fmla="*/ 0 h 64"/>
                <a:gd name="T30" fmla="*/ 60 w 66"/>
                <a:gd name="T31" fmla="*/ 2 h 64"/>
                <a:gd name="T32" fmla="*/ 44 w 66"/>
                <a:gd name="T33" fmla="*/ 11 h 64"/>
                <a:gd name="T34" fmla="*/ 31 w 66"/>
                <a:gd name="T35" fmla="*/ 28 h 64"/>
                <a:gd name="T36" fmla="*/ 51 w 66"/>
                <a:gd name="T37" fmla="*/ 51 h 64"/>
                <a:gd name="T38" fmla="*/ 66 w 66"/>
                <a:gd name="T39" fmla="*/ 59 h 64"/>
                <a:gd name="T40" fmla="*/ 66 w 66"/>
                <a:gd name="T41" fmla="*/ 61 h 64"/>
                <a:gd name="T42" fmla="*/ 36 w 66"/>
                <a:gd name="T43" fmla="*/ 63 h 64"/>
                <a:gd name="T44" fmla="*/ 36 w 66"/>
                <a:gd name="T45" fmla="*/ 60 h 64"/>
                <a:gd name="T46" fmla="*/ 42 w 66"/>
                <a:gd name="T47" fmla="*/ 58 h 64"/>
                <a:gd name="T48" fmla="*/ 39 w 66"/>
                <a:gd name="T49" fmla="*/ 53 h 64"/>
                <a:gd name="T50" fmla="*/ 21 w 66"/>
                <a:gd name="T51" fmla="*/ 32 h 64"/>
                <a:gd name="T52" fmla="*/ 21 w 66"/>
                <a:gd name="T53" fmla="*/ 32 h 64"/>
                <a:gd name="T54" fmla="*/ 22 w 66"/>
                <a:gd name="T55" fmla="*/ 52 h 64"/>
                <a:gd name="T56" fmla="*/ 30 w 66"/>
                <a:gd name="T57" fmla="*/ 61 h 64"/>
                <a:gd name="T58" fmla="*/ 30 w 66"/>
                <a:gd name="T59" fmla="*/ 63 h 64"/>
                <a:gd name="T60" fmla="*/ 2 w 66"/>
                <a:gd name="T61" fmla="*/ 64 h 64"/>
                <a:gd name="T62" fmla="*/ 2 w 66"/>
                <a:gd name="T63" fmla="*/ 6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64">
                  <a:moveTo>
                    <a:pt x="2" y="62"/>
                  </a:moveTo>
                  <a:cubicBezTo>
                    <a:pt x="9" y="61"/>
                    <a:pt x="11" y="60"/>
                    <a:pt x="10" y="5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5"/>
                    <a:pt x="7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1" y="4"/>
                    <a:pt x="20" y="5"/>
                    <a:pt x="20" y="12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8"/>
                    <a:pt x="41" y="5"/>
                    <a:pt x="41" y="4"/>
                  </a:cubicBezTo>
                  <a:cubicBezTo>
                    <a:pt x="41" y="3"/>
                    <a:pt x="39" y="3"/>
                    <a:pt x="35" y="3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2" y="2"/>
                    <a:pt x="49" y="5"/>
                    <a:pt x="44" y="11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4" y="55"/>
                    <a:pt x="59" y="59"/>
                    <a:pt x="66" y="59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9" y="60"/>
                    <a:pt x="42" y="60"/>
                    <a:pt x="42" y="58"/>
                  </a:cubicBezTo>
                  <a:cubicBezTo>
                    <a:pt x="42" y="57"/>
                    <a:pt x="40" y="55"/>
                    <a:pt x="39" y="53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60"/>
                    <a:pt x="24" y="61"/>
                    <a:pt x="30" y="61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2" y="64"/>
                    <a:pt x="2" y="64"/>
                    <a:pt x="2" y="64"/>
                  </a:cubicBezTo>
                  <a:lnTo>
                    <a:pt x="2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3" name="Freeform 663">
              <a:extLst>
                <a:ext uri="{FF2B5EF4-FFF2-40B4-BE49-F238E27FC236}">
                  <a16:creationId xmlns:a16="http://schemas.microsoft.com/office/drawing/2014/main" id="{FB2D83E2-29A9-4020-921F-3B5B916A325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90663" y="12360275"/>
              <a:ext cx="42863" cy="41275"/>
            </a:xfrm>
            <a:custGeom>
              <a:avLst/>
              <a:gdLst>
                <a:gd name="T0" fmla="*/ 3 w 67"/>
                <a:gd name="T1" fmla="*/ 63 h 65"/>
                <a:gd name="T2" fmla="*/ 3 w 67"/>
                <a:gd name="T3" fmla="*/ 63 h 65"/>
                <a:gd name="T4" fmla="*/ 3 w 67"/>
                <a:gd name="T5" fmla="*/ 63 h 65"/>
                <a:gd name="T6" fmla="*/ 3 w 67"/>
                <a:gd name="T7" fmla="*/ 62 h 65"/>
                <a:gd name="T8" fmla="*/ 11 w 67"/>
                <a:gd name="T9" fmla="*/ 54 h 65"/>
                <a:gd name="T10" fmla="*/ 2 w 67"/>
                <a:gd name="T11" fmla="*/ 6 h 65"/>
                <a:gd name="T12" fmla="*/ 0 w 67"/>
                <a:gd name="T13" fmla="*/ 6 h 65"/>
                <a:gd name="T14" fmla="*/ 28 w 67"/>
                <a:gd name="T15" fmla="*/ 2 h 65"/>
                <a:gd name="T16" fmla="*/ 28 w 67"/>
                <a:gd name="T17" fmla="*/ 5 h 65"/>
                <a:gd name="T18" fmla="*/ 21 w 67"/>
                <a:gd name="T19" fmla="*/ 13 h 65"/>
                <a:gd name="T20" fmla="*/ 39 w 67"/>
                <a:gd name="T21" fmla="*/ 10 h 65"/>
                <a:gd name="T22" fmla="*/ 41 w 67"/>
                <a:gd name="T23" fmla="*/ 5 h 65"/>
                <a:gd name="T24" fmla="*/ 36 w 67"/>
                <a:gd name="T25" fmla="*/ 4 h 65"/>
                <a:gd name="T26" fmla="*/ 35 w 67"/>
                <a:gd name="T27" fmla="*/ 1 h 65"/>
                <a:gd name="T28" fmla="*/ 61 w 67"/>
                <a:gd name="T29" fmla="*/ 3 h 65"/>
                <a:gd name="T30" fmla="*/ 45 w 67"/>
                <a:gd name="T31" fmla="*/ 12 h 65"/>
                <a:gd name="T32" fmla="*/ 52 w 67"/>
                <a:gd name="T33" fmla="*/ 52 h 65"/>
                <a:gd name="T34" fmla="*/ 67 w 67"/>
                <a:gd name="T35" fmla="*/ 60 h 65"/>
                <a:gd name="T36" fmla="*/ 67 w 67"/>
                <a:gd name="T37" fmla="*/ 63 h 65"/>
                <a:gd name="T38" fmla="*/ 37 w 67"/>
                <a:gd name="T39" fmla="*/ 61 h 65"/>
                <a:gd name="T40" fmla="*/ 42 w 67"/>
                <a:gd name="T41" fmla="*/ 59 h 65"/>
                <a:gd name="T42" fmla="*/ 39 w 67"/>
                <a:gd name="T43" fmla="*/ 54 h 65"/>
                <a:gd name="T44" fmla="*/ 23 w 67"/>
                <a:gd name="T45" fmla="*/ 53 h 65"/>
                <a:gd name="T46" fmla="*/ 31 w 67"/>
                <a:gd name="T47" fmla="*/ 61 h 65"/>
                <a:gd name="T48" fmla="*/ 31 w 67"/>
                <a:gd name="T49" fmla="*/ 64 h 65"/>
                <a:gd name="T50" fmla="*/ 3 w 67"/>
                <a:gd name="T51" fmla="*/ 65 h 65"/>
                <a:gd name="T52" fmla="*/ 30 w 67"/>
                <a:gd name="T53" fmla="*/ 62 h 65"/>
                <a:gd name="T54" fmla="*/ 22 w 67"/>
                <a:gd name="T55" fmla="*/ 53 h 65"/>
                <a:gd name="T56" fmla="*/ 22 w 67"/>
                <a:gd name="T57" fmla="*/ 33 h 65"/>
                <a:gd name="T58" fmla="*/ 40 w 67"/>
                <a:gd name="T59" fmla="*/ 54 h 65"/>
                <a:gd name="T60" fmla="*/ 43 w 67"/>
                <a:gd name="T61" fmla="*/ 59 h 65"/>
                <a:gd name="T62" fmla="*/ 38 w 67"/>
                <a:gd name="T63" fmla="*/ 63 h 65"/>
                <a:gd name="T64" fmla="*/ 66 w 67"/>
                <a:gd name="T65" fmla="*/ 60 h 65"/>
                <a:gd name="T66" fmla="*/ 51 w 67"/>
                <a:gd name="T67" fmla="*/ 53 h 65"/>
                <a:gd name="T68" fmla="*/ 45 w 67"/>
                <a:gd name="T69" fmla="*/ 12 h 65"/>
                <a:gd name="T70" fmla="*/ 61 w 67"/>
                <a:gd name="T71" fmla="*/ 1 h 65"/>
                <a:gd name="T72" fmla="*/ 36 w 67"/>
                <a:gd name="T73" fmla="*/ 4 h 65"/>
                <a:gd name="T74" fmla="*/ 42 w 67"/>
                <a:gd name="T75" fmla="*/ 5 h 65"/>
                <a:gd name="T76" fmla="*/ 22 w 67"/>
                <a:gd name="T77" fmla="*/ 32 h 65"/>
                <a:gd name="T78" fmla="*/ 22 w 67"/>
                <a:gd name="T79" fmla="*/ 32 h 65"/>
                <a:gd name="T80" fmla="*/ 21 w 67"/>
                <a:gd name="T81" fmla="*/ 11 h 65"/>
                <a:gd name="T82" fmla="*/ 28 w 67"/>
                <a:gd name="T83" fmla="*/ 2 h 65"/>
                <a:gd name="T84" fmla="*/ 1 w 67"/>
                <a:gd name="T85" fmla="*/ 5 h 65"/>
                <a:gd name="T86" fmla="*/ 10 w 67"/>
                <a:gd name="T87" fmla="*/ 14 h 65"/>
                <a:gd name="T88" fmla="*/ 12 w 67"/>
                <a:gd name="T89" fmla="*/ 55 h 65"/>
                <a:gd name="T90" fmla="*/ 3 w 67"/>
                <a:gd name="T91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65">
                  <a:moveTo>
                    <a:pt x="3" y="65"/>
                  </a:move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10" y="62"/>
                    <a:pt x="11" y="61"/>
                    <a:pt x="11" y="55"/>
                  </a:cubicBezTo>
                  <a:cubicBezTo>
                    <a:pt x="11" y="55"/>
                    <a:pt x="11" y="54"/>
                    <a:pt x="11" y="5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7"/>
                    <a:pt x="8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3" y="5"/>
                    <a:pt x="22" y="6"/>
                    <a:pt x="21" y="11"/>
                  </a:cubicBezTo>
                  <a:cubicBezTo>
                    <a:pt x="21" y="12"/>
                    <a:pt x="21" y="13"/>
                    <a:pt x="21" y="13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9"/>
                    <a:pt x="42" y="6"/>
                    <a:pt x="42" y="5"/>
                  </a:cubicBezTo>
                  <a:cubicBezTo>
                    <a:pt x="42" y="5"/>
                    <a:pt x="42" y="5"/>
                    <a:pt x="41" y="5"/>
                  </a:cubicBezTo>
                  <a:cubicBezTo>
                    <a:pt x="40" y="4"/>
                    <a:pt x="39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3" y="4"/>
                    <a:pt x="50" y="6"/>
                    <a:pt x="45" y="12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5" y="56"/>
                    <a:pt x="59" y="60"/>
                    <a:pt x="66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40" y="61"/>
                    <a:pt x="43" y="60"/>
                    <a:pt x="42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58"/>
                    <a:pt x="41" y="56"/>
                    <a:pt x="39" y="5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60"/>
                    <a:pt x="24" y="61"/>
                    <a:pt x="29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" y="65"/>
                    <a:pt x="3" y="65"/>
                    <a:pt x="3" y="65"/>
                  </a:cubicBezTo>
                  <a:close/>
                  <a:moveTo>
                    <a:pt x="3" y="65"/>
                  </a:moveTo>
                  <a:cubicBezTo>
                    <a:pt x="30" y="64"/>
                    <a:pt x="30" y="64"/>
                    <a:pt x="30" y="64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29" y="62"/>
                  </a:cubicBezTo>
                  <a:cubicBezTo>
                    <a:pt x="24" y="62"/>
                    <a:pt x="23" y="60"/>
                    <a:pt x="22" y="5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2" y="56"/>
                    <a:pt x="43" y="57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61"/>
                    <a:pt x="40" y="61"/>
                    <a:pt x="37" y="62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59" y="60"/>
                    <a:pt x="54" y="56"/>
                    <a:pt x="51" y="53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50" y="6"/>
                    <a:pt x="53" y="3"/>
                    <a:pt x="61" y="3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40" y="4"/>
                    <a:pt x="42" y="4"/>
                    <a:pt x="42" y="5"/>
                  </a:cubicBezTo>
                  <a:cubicBezTo>
                    <a:pt x="42" y="7"/>
                    <a:pt x="41" y="9"/>
                    <a:pt x="39" y="11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6"/>
                    <a:pt x="23" y="4"/>
                    <a:pt x="28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8" y="5"/>
                    <a:pt x="10" y="7"/>
                    <a:pt x="10" y="1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5"/>
                    <a:pt x="12" y="55"/>
                  </a:cubicBezTo>
                  <a:cubicBezTo>
                    <a:pt x="12" y="61"/>
                    <a:pt x="10" y="63"/>
                    <a:pt x="3" y="63"/>
                  </a:cubicBezTo>
                  <a:lnTo>
                    <a:pt x="3" y="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4" name="Freeform 664">
              <a:extLst>
                <a:ext uri="{FF2B5EF4-FFF2-40B4-BE49-F238E27FC236}">
                  <a16:creationId xmlns:a16="http://schemas.microsoft.com/office/drawing/2014/main" id="{08C4375A-7A5B-4EDE-A3BA-17377232821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33525" y="12365038"/>
              <a:ext cx="46038" cy="44450"/>
            </a:xfrm>
            <a:custGeom>
              <a:avLst/>
              <a:gdLst>
                <a:gd name="T0" fmla="*/ 0 w 74"/>
                <a:gd name="T1" fmla="*/ 51 h 69"/>
                <a:gd name="T2" fmla="*/ 15 w 74"/>
                <a:gd name="T3" fmla="*/ 45 h 69"/>
                <a:gd name="T4" fmla="*/ 46 w 74"/>
                <a:gd name="T5" fmla="*/ 0 h 69"/>
                <a:gd name="T6" fmla="*/ 54 w 74"/>
                <a:gd name="T7" fmla="*/ 2 h 69"/>
                <a:gd name="T8" fmla="*/ 64 w 74"/>
                <a:gd name="T9" fmla="*/ 56 h 69"/>
                <a:gd name="T10" fmla="*/ 74 w 74"/>
                <a:gd name="T11" fmla="*/ 67 h 69"/>
                <a:gd name="T12" fmla="*/ 74 w 74"/>
                <a:gd name="T13" fmla="*/ 69 h 69"/>
                <a:gd name="T14" fmla="*/ 45 w 74"/>
                <a:gd name="T15" fmla="*/ 63 h 69"/>
                <a:gd name="T16" fmla="*/ 46 w 74"/>
                <a:gd name="T17" fmla="*/ 61 h 69"/>
                <a:gd name="T18" fmla="*/ 54 w 74"/>
                <a:gd name="T19" fmla="*/ 60 h 69"/>
                <a:gd name="T20" fmla="*/ 54 w 74"/>
                <a:gd name="T21" fmla="*/ 56 h 69"/>
                <a:gd name="T22" fmla="*/ 52 w 74"/>
                <a:gd name="T23" fmla="*/ 45 h 69"/>
                <a:gd name="T24" fmla="*/ 26 w 74"/>
                <a:gd name="T25" fmla="*/ 40 h 69"/>
                <a:gd name="T26" fmla="*/ 20 w 74"/>
                <a:gd name="T27" fmla="*/ 48 h 69"/>
                <a:gd name="T28" fmla="*/ 18 w 74"/>
                <a:gd name="T29" fmla="*/ 51 h 69"/>
                <a:gd name="T30" fmla="*/ 25 w 74"/>
                <a:gd name="T31" fmla="*/ 57 h 69"/>
                <a:gd name="T32" fmla="*/ 24 w 74"/>
                <a:gd name="T33" fmla="*/ 59 h 69"/>
                <a:gd name="T34" fmla="*/ 0 w 74"/>
                <a:gd name="T35" fmla="*/ 54 h 69"/>
                <a:gd name="T36" fmla="*/ 0 w 74"/>
                <a:gd name="T37" fmla="*/ 51 h 69"/>
                <a:gd name="T38" fmla="*/ 28 w 74"/>
                <a:gd name="T39" fmla="*/ 36 h 69"/>
                <a:gd name="T40" fmla="*/ 51 w 74"/>
                <a:gd name="T41" fmla="*/ 41 h 69"/>
                <a:gd name="T42" fmla="*/ 46 w 74"/>
                <a:gd name="T43" fmla="*/ 11 h 69"/>
                <a:gd name="T44" fmla="*/ 28 w 74"/>
                <a:gd name="T45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69">
                  <a:moveTo>
                    <a:pt x="0" y="51"/>
                  </a:moveTo>
                  <a:cubicBezTo>
                    <a:pt x="7" y="53"/>
                    <a:pt x="10" y="51"/>
                    <a:pt x="15" y="45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5" y="64"/>
                    <a:pt x="67" y="66"/>
                    <a:pt x="74" y="67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9" y="62"/>
                    <a:pt x="53" y="62"/>
                    <a:pt x="54" y="60"/>
                  </a:cubicBezTo>
                  <a:cubicBezTo>
                    <a:pt x="54" y="58"/>
                    <a:pt x="54" y="57"/>
                    <a:pt x="54" y="56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9"/>
                    <a:pt x="18" y="50"/>
                    <a:pt x="18" y="51"/>
                  </a:cubicBezTo>
                  <a:cubicBezTo>
                    <a:pt x="17" y="54"/>
                    <a:pt x="19" y="56"/>
                    <a:pt x="25" y="57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0" y="54"/>
                    <a:pt x="0" y="54"/>
                    <a:pt x="0" y="54"/>
                  </a:cubicBezTo>
                  <a:lnTo>
                    <a:pt x="0" y="51"/>
                  </a:lnTo>
                  <a:close/>
                  <a:moveTo>
                    <a:pt x="28" y="36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46" y="11"/>
                    <a:pt x="46" y="11"/>
                    <a:pt x="46" y="11"/>
                  </a:cubicBezTo>
                  <a:lnTo>
                    <a:pt x="28" y="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5" name="Freeform 665">
              <a:extLst>
                <a:ext uri="{FF2B5EF4-FFF2-40B4-BE49-F238E27FC236}">
                  <a16:creationId xmlns:a16="http://schemas.microsoft.com/office/drawing/2014/main" id="{7E4E0665-A42F-4D4C-97D3-0CAE7BCFD2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31938" y="12365038"/>
              <a:ext cx="49213" cy="44450"/>
            </a:xfrm>
            <a:custGeom>
              <a:avLst/>
              <a:gdLst>
                <a:gd name="T0" fmla="*/ 46 w 76"/>
                <a:gd name="T1" fmla="*/ 64 h 70"/>
                <a:gd name="T2" fmla="*/ 46 w 76"/>
                <a:gd name="T3" fmla="*/ 61 h 70"/>
                <a:gd name="T4" fmla="*/ 47 w 76"/>
                <a:gd name="T5" fmla="*/ 61 h 70"/>
                <a:gd name="T6" fmla="*/ 51 w 76"/>
                <a:gd name="T7" fmla="*/ 61 h 70"/>
                <a:gd name="T8" fmla="*/ 54 w 76"/>
                <a:gd name="T9" fmla="*/ 59 h 70"/>
                <a:gd name="T10" fmla="*/ 55 w 76"/>
                <a:gd name="T11" fmla="*/ 58 h 70"/>
                <a:gd name="T12" fmla="*/ 54 w 76"/>
                <a:gd name="T13" fmla="*/ 56 h 70"/>
                <a:gd name="T14" fmla="*/ 52 w 76"/>
                <a:gd name="T15" fmla="*/ 46 h 70"/>
                <a:gd name="T16" fmla="*/ 27 w 76"/>
                <a:gd name="T17" fmla="*/ 40 h 70"/>
                <a:gd name="T18" fmla="*/ 21 w 76"/>
                <a:gd name="T19" fmla="*/ 48 h 70"/>
                <a:gd name="T20" fmla="*/ 19 w 76"/>
                <a:gd name="T21" fmla="*/ 51 h 70"/>
                <a:gd name="T22" fmla="*/ 19 w 76"/>
                <a:gd name="T23" fmla="*/ 52 h 70"/>
                <a:gd name="T24" fmla="*/ 26 w 76"/>
                <a:gd name="T25" fmla="*/ 56 h 70"/>
                <a:gd name="T26" fmla="*/ 26 w 76"/>
                <a:gd name="T27" fmla="*/ 56 h 70"/>
                <a:gd name="T28" fmla="*/ 26 w 76"/>
                <a:gd name="T29" fmla="*/ 59 h 70"/>
                <a:gd name="T30" fmla="*/ 0 w 76"/>
                <a:gd name="T31" fmla="*/ 54 h 70"/>
                <a:gd name="T32" fmla="*/ 1 w 76"/>
                <a:gd name="T33" fmla="*/ 51 h 70"/>
                <a:gd name="T34" fmla="*/ 1 w 76"/>
                <a:gd name="T35" fmla="*/ 51 h 70"/>
                <a:gd name="T36" fmla="*/ 1 w 76"/>
                <a:gd name="T37" fmla="*/ 51 h 70"/>
                <a:gd name="T38" fmla="*/ 5 w 76"/>
                <a:gd name="T39" fmla="*/ 52 h 70"/>
                <a:gd name="T40" fmla="*/ 16 w 76"/>
                <a:gd name="T41" fmla="*/ 44 h 70"/>
                <a:gd name="T42" fmla="*/ 46 w 76"/>
                <a:gd name="T43" fmla="*/ 0 h 70"/>
                <a:gd name="T44" fmla="*/ 55 w 76"/>
                <a:gd name="T45" fmla="*/ 2 h 70"/>
                <a:gd name="T46" fmla="*/ 65 w 76"/>
                <a:gd name="T47" fmla="*/ 56 h 70"/>
                <a:gd name="T48" fmla="*/ 75 w 76"/>
                <a:gd name="T49" fmla="*/ 67 h 70"/>
                <a:gd name="T50" fmla="*/ 76 w 76"/>
                <a:gd name="T51" fmla="*/ 67 h 70"/>
                <a:gd name="T52" fmla="*/ 75 w 76"/>
                <a:gd name="T53" fmla="*/ 70 h 70"/>
                <a:gd name="T54" fmla="*/ 46 w 76"/>
                <a:gd name="T55" fmla="*/ 64 h 70"/>
                <a:gd name="T56" fmla="*/ 46 w 76"/>
                <a:gd name="T57" fmla="*/ 63 h 70"/>
                <a:gd name="T58" fmla="*/ 75 w 76"/>
                <a:gd name="T59" fmla="*/ 69 h 70"/>
                <a:gd name="T60" fmla="*/ 75 w 76"/>
                <a:gd name="T61" fmla="*/ 67 h 70"/>
                <a:gd name="T62" fmla="*/ 65 w 76"/>
                <a:gd name="T63" fmla="*/ 56 h 70"/>
                <a:gd name="T64" fmla="*/ 55 w 76"/>
                <a:gd name="T65" fmla="*/ 2 h 70"/>
                <a:gd name="T66" fmla="*/ 47 w 76"/>
                <a:gd name="T67" fmla="*/ 0 h 70"/>
                <a:gd name="T68" fmla="*/ 16 w 76"/>
                <a:gd name="T69" fmla="*/ 45 h 70"/>
                <a:gd name="T70" fmla="*/ 5 w 76"/>
                <a:gd name="T71" fmla="*/ 52 h 70"/>
                <a:gd name="T72" fmla="*/ 1 w 76"/>
                <a:gd name="T73" fmla="*/ 52 h 70"/>
                <a:gd name="T74" fmla="*/ 1 w 76"/>
                <a:gd name="T75" fmla="*/ 53 h 70"/>
                <a:gd name="T76" fmla="*/ 25 w 76"/>
                <a:gd name="T77" fmla="*/ 59 h 70"/>
                <a:gd name="T78" fmla="*/ 25 w 76"/>
                <a:gd name="T79" fmla="*/ 57 h 70"/>
                <a:gd name="T80" fmla="*/ 19 w 76"/>
                <a:gd name="T81" fmla="*/ 52 h 70"/>
                <a:gd name="T82" fmla="*/ 19 w 76"/>
                <a:gd name="T83" fmla="*/ 51 h 70"/>
                <a:gd name="T84" fmla="*/ 20 w 76"/>
                <a:gd name="T85" fmla="*/ 48 h 70"/>
                <a:gd name="T86" fmla="*/ 26 w 76"/>
                <a:gd name="T87" fmla="*/ 39 h 70"/>
                <a:gd name="T88" fmla="*/ 53 w 76"/>
                <a:gd name="T89" fmla="*/ 45 h 70"/>
                <a:gd name="T90" fmla="*/ 55 w 76"/>
                <a:gd name="T91" fmla="*/ 56 h 70"/>
                <a:gd name="T92" fmla="*/ 55 w 76"/>
                <a:gd name="T93" fmla="*/ 58 h 70"/>
                <a:gd name="T94" fmla="*/ 55 w 76"/>
                <a:gd name="T95" fmla="*/ 60 h 70"/>
                <a:gd name="T96" fmla="*/ 51 w 76"/>
                <a:gd name="T97" fmla="*/ 62 h 70"/>
                <a:gd name="T98" fmla="*/ 47 w 76"/>
                <a:gd name="T99" fmla="*/ 61 h 70"/>
                <a:gd name="T100" fmla="*/ 46 w 76"/>
                <a:gd name="T101" fmla="*/ 63 h 70"/>
                <a:gd name="T102" fmla="*/ 29 w 76"/>
                <a:gd name="T103" fmla="*/ 36 h 70"/>
                <a:gd name="T104" fmla="*/ 29 w 76"/>
                <a:gd name="T105" fmla="*/ 36 h 70"/>
                <a:gd name="T106" fmla="*/ 47 w 76"/>
                <a:gd name="T107" fmla="*/ 10 h 70"/>
                <a:gd name="T108" fmla="*/ 52 w 76"/>
                <a:gd name="T109" fmla="*/ 41 h 70"/>
                <a:gd name="T110" fmla="*/ 29 w 76"/>
                <a:gd name="T111" fmla="*/ 36 h 70"/>
                <a:gd name="T112" fmla="*/ 52 w 76"/>
                <a:gd name="T113" fmla="*/ 40 h 70"/>
                <a:gd name="T114" fmla="*/ 46 w 76"/>
                <a:gd name="T115" fmla="*/ 12 h 70"/>
                <a:gd name="T116" fmla="*/ 30 w 76"/>
                <a:gd name="T117" fmla="*/ 36 h 70"/>
                <a:gd name="T118" fmla="*/ 52 w 76"/>
                <a:gd name="T119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6" h="70">
                  <a:moveTo>
                    <a:pt x="46" y="64"/>
                  </a:moveTo>
                  <a:cubicBezTo>
                    <a:pt x="46" y="61"/>
                    <a:pt x="46" y="61"/>
                    <a:pt x="46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8" y="61"/>
                    <a:pt x="50" y="61"/>
                    <a:pt x="51" y="61"/>
                  </a:cubicBezTo>
                  <a:cubicBezTo>
                    <a:pt x="53" y="61"/>
                    <a:pt x="54" y="61"/>
                    <a:pt x="54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5" y="57"/>
                    <a:pt x="55" y="57"/>
                    <a:pt x="54" y="5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9"/>
                    <a:pt x="20" y="50"/>
                    <a:pt x="19" y="51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9" y="54"/>
                    <a:pt x="21" y="55"/>
                    <a:pt x="26" y="56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3" y="51"/>
                    <a:pt x="4" y="52"/>
                    <a:pt x="5" y="52"/>
                  </a:cubicBezTo>
                  <a:cubicBezTo>
                    <a:pt x="9" y="52"/>
                    <a:pt x="12" y="50"/>
                    <a:pt x="16" y="44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65" y="56"/>
                    <a:pt x="65" y="56"/>
                    <a:pt x="65" y="56"/>
                  </a:cubicBezTo>
                  <a:cubicBezTo>
                    <a:pt x="67" y="63"/>
                    <a:pt x="68" y="65"/>
                    <a:pt x="75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70"/>
                    <a:pt x="75" y="70"/>
                    <a:pt x="75" y="70"/>
                  </a:cubicBezTo>
                  <a:lnTo>
                    <a:pt x="46" y="64"/>
                  </a:lnTo>
                  <a:close/>
                  <a:moveTo>
                    <a:pt x="46" y="63"/>
                  </a:moveTo>
                  <a:cubicBezTo>
                    <a:pt x="75" y="69"/>
                    <a:pt x="75" y="69"/>
                    <a:pt x="75" y="69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8" y="66"/>
                    <a:pt x="66" y="64"/>
                    <a:pt x="65" y="56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2" y="50"/>
                    <a:pt x="10" y="52"/>
                    <a:pt x="5" y="52"/>
                  </a:cubicBezTo>
                  <a:cubicBezTo>
                    <a:pt x="4" y="52"/>
                    <a:pt x="3" y="52"/>
                    <a:pt x="1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1" y="56"/>
                    <a:pt x="19" y="55"/>
                    <a:pt x="19" y="52"/>
                  </a:cubicBezTo>
                  <a:cubicBezTo>
                    <a:pt x="19" y="52"/>
                    <a:pt x="19" y="52"/>
                    <a:pt x="19" y="51"/>
                  </a:cubicBezTo>
                  <a:cubicBezTo>
                    <a:pt x="19" y="50"/>
                    <a:pt x="20" y="49"/>
                    <a:pt x="20" y="48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7"/>
                    <a:pt x="55" y="57"/>
                    <a:pt x="55" y="58"/>
                  </a:cubicBezTo>
                  <a:cubicBezTo>
                    <a:pt x="55" y="59"/>
                    <a:pt x="55" y="59"/>
                    <a:pt x="55" y="60"/>
                  </a:cubicBezTo>
                  <a:cubicBezTo>
                    <a:pt x="55" y="61"/>
                    <a:pt x="53" y="62"/>
                    <a:pt x="51" y="62"/>
                  </a:cubicBezTo>
                  <a:cubicBezTo>
                    <a:pt x="50" y="62"/>
                    <a:pt x="48" y="62"/>
                    <a:pt x="47" y="61"/>
                  </a:cubicBezTo>
                  <a:lnTo>
                    <a:pt x="46" y="63"/>
                  </a:lnTo>
                  <a:close/>
                  <a:moveTo>
                    <a:pt x="29" y="36"/>
                  </a:moveTo>
                  <a:cubicBezTo>
                    <a:pt x="29" y="36"/>
                    <a:pt x="29" y="36"/>
                    <a:pt x="29" y="36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52" y="41"/>
                    <a:pt x="52" y="41"/>
                    <a:pt x="52" y="41"/>
                  </a:cubicBezTo>
                  <a:lnTo>
                    <a:pt x="29" y="36"/>
                  </a:lnTo>
                  <a:close/>
                  <a:moveTo>
                    <a:pt x="52" y="40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30" y="36"/>
                    <a:pt x="30" y="36"/>
                    <a:pt x="30" y="36"/>
                  </a:cubicBezTo>
                  <a:lnTo>
                    <a:pt x="52" y="4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6" name="Freeform 666">
              <a:extLst>
                <a:ext uri="{FF2B5EF4-FFF2-40B4-BE49-F238E27FC236}">
                  <a16:creationId xmlns:a16="http://schemas.microsoft.com/office/drawing/2014/main" id="{5ACC9A7E-3525-4562-A7E1-9C4B2333A88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79563" y="12374563"/>
              <a:ext cx="47625" cy="42862"/>
            </a:xfrm>
            <a:custGeom>
              <a:avLst/>
              <a:gdLst>
                <a:gd name="T0" fmla="*/ 1 w 73"/>
                <a:gd name="T1" fmla="*/ 54 h 68"/>
                <a:gd name="T2" fmla="*/ 13 w 73"/>
                <a:gd name="T3" fmla="*/ 50 h 68"/>
                <a:gd name="T4" fmla="*/ 30 w 73"/>
                <a:gd name="T5" fmla="*/ 13 h 68"/>
                <a:gd name="T6" fmla="*/ 25 w 73"/>
                <a:gd name="T7" fmla="*/ 2 h 68"/>
                <a:gd name="T8" fmla="*/ 26 w 73"/>
                <a:gd name="T9" fmla="*/ 0 h 68"/>
                <a:gd name="T10" fmla="*/ 53 w 73"/>
                <a:gd name="T11" fmla="*/ 12 h 68"/>
                <a:gd name="T12" fmla="*/ 67 w 73"/>
                <a:gd name="T13" fmla="*/ 38 h 68"/>
                <a:gd name="T14" fmla="*/ 33 w 73"/>
                <a:gd name="T15" fmla="*/ 41 h 68"/>
                <a:gd name="T16" fmla="*/ 30 w 73"/>
                <a:gd name="T17" fmla="*/ 40 h 68"/>
                <a:gd name="T18" fmla="*/ 23 w 73"/>
                <a:gd name="T19" fmla="*/ 55 h 68"/>
                <a:gd name="T20" fmla="*/ 27 w 73"/>
                <a:gd name="T21" fmla="*/ 66 h 68"/>
                <a:gd name="T22" fmla="*/ 26 w 73"/>
                <a:gd name="T23" fmla="*/ 68 h 68"/>
                <a:gd name="T24" fmla="*/ 0 w 73"/>
                <a:gd name="T25" fmla="*/ 56 h 68"/>
                <a:gd name="T26" fmla="*/ 1 w 73"/>
                <a:gd name="T27" fmla="*/ 54 h 68"/>
                <a:gd name="T28" fmla="*/ 32 w 73"/>
                <a:gd name="T29" fmla="*/ 36 h 68"/>
                <a:gd name="T30" fmla="*/ 35 w 73"/>
                <a:gd name="T31" fmla="*/ 37 h 68"/>
                <a:gd name="T32" fmla="*/ 56 w 73"/>
                <a:gd name="T33" fmla="*/ 33 h 68"/>
                <a:gd name="T34" fmla="*/ 48 w 73"/>
                <a:gd name="T35" fmla="*/ 15 h 68"/>
                <a:gd name="T36" fmla="*/ 40 w 73"/>
                <a:gd name="T37" fmla="*/ 18 h 68"/>
                <a:gd name="T38" fmla="*/ 32 w 73"/>
                <a:gd name="T39" fmla="*/ 3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3" h="68">
                  <a:moveTo>
                    <a:pt x="1" y="54"/>
                  </a:moveTo>
                  <a:cubicBezTo>
                    <a:pt x="7" y="57"/>
                    <a:pt x="9" y="56"/>
                    <a:pt x="13" y="50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3" y="7"/>
                    <a:pt x="32" y="5"/>
                    <a:pt x="25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65" y="18"/>
                    <a:pt x="73" y="26"/>
                    <a:pt x="67" y="38"/>
                  </a:cubicBezTo>
                  <a:cubicBezTo>
                    <a:pt x="60" y="53"/>
                    <a:pt x="45" y="47"/>
                    <a:pt x="33" y="41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0" y="61"/>
                    <a:pt x="21" y="63"/>
                    <a:pt x="27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0" y="56"/>
                    <a:pt x="0" y="56"/>
                    <a:pt x="0" y="56"/>
                  </a:cubicBezTo>
                  <a:lnTo>
                    <a:pt x="1" y="54"/>
                  </a:lnTo>
                  <a:close/>
                  <a:moveTo>
                    <a:pt x="32" y="36"/>
                  </a:moveTo>
                  <a:cubicBezTo>
                    <a:pt x="35" y="37"/>
                    <a:pt x="35" y="37"/>
                    <a:pt x="35" y="37"/>
                  </a:cubicBezTo>
                  <a:cubicBezTo>
                    <a:pt x="43" y="41"/>
                    <a:pt x="51" y="44"/>
                    <a:pt x="56" y="33"/>
                  </a:cubicBezTo>
                  <a:cubicBezTo>
                    <a:pt x="61" y="23"/>
                    <a:pt x="57" y="19"/>
                    <a:pt x="48" y="15"/>
                  </a:cubicBezTo>
                  <a:cubicBezTo>
                    <a:pt x="43" y="13"/>
                    <a:pt x="42" y="13"/>
                    <a:pt x="40" y="18"/>
                  </a:cubicBezTo>
                  <a:lnTo>
                    <a:pt x="32" y="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7" name="Freeform 667">
              <a:extLst>
                <a:ext uri="{FF2B5EF4-FFF2-40B4-BE49-F238E27FC236}">
                  <a16:creationId xmlns:a16="http://schemas.microsoft.com/office/drawing/2014/main" id="{C3F5EF60-1F70-41B8-8147-42D20595AE6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279563" y="12374563"/>
              <a:ext cx="44450" cy="44450"/>
            </a:xfrm>
            <a:custGeom>
              <a:avLst/>
              <a:gdLst>
                <a:gd name="T0" fmla="*/ 0 w 70"/>
                <a:gd name="T1" fmla="*/ 57 h 70"/>
                <a:gd name="T2" fmla="*/ 2 w 70"/>
                <a:gd name="T3" fmla="*/ 55 h 70"/>
                <a:gd name="T4" fmla="*/ 2 w 70"/>
                <a:gd name="T5" fmla="*/ 54 h 70"/>
                <a:gd name="T6" fmla="*/ 2 w 70"/>
                <a:gd name="T7" fmla="*/ 54 h 70"/>
                <a:gd name="T8" fmla="*/ 8 w 70"/>
                <a:gd name="T9" fmla="*/ 56 h 70"/>
                <a:gd name="T10" fmla="*/ 13 w 70"/>
                <a:gd name="T11" fmla="*/ 51 h 70"/>
                <a:gd name="T12" fmla="*/ 30 w 70"/>
                <a:gd name="T13" fmla="*/ 14 h 70"/>
                <a:gd name="T14" fmla="*/ 32 w 70"/>
                <a:gd name="T15" fmla="*/ 9 h 70"/>
                <a:gd name="T16" fmla="*/ 26 w 70"/>
                <a:gd name="T17" fmla="*/ 3 h 70"/>
                <a:gd name="T18" fmla="*/ 26 w 70"/>
                <a:gd name="T19" fmla="*/ 3 h 70"/>
                <a:gd name="T20" fmla="*/ 27 w 70"/>
                <a:gd name="T21" fmla="*/ 0 h 70"/>
                <a:gd name="T22" fmla="*/ 54 w 70"/>
                <a:gd name="T23" fmla="*/ 13 h 70"/>
                <a:gd name="T24" fmla="*/ 70 w 70"/>
                <a:gd name="T25" fmla="*/ 31 h 70"/>
                <a:gd name="T26" fmla="*/ 68 w 70"/>
                <a:gd name="T27" fmla="*/ 39 h 70"/>
                <a:gd name="T28" fmla="*/ 54 w 70"/>
                <a:gd name="T29" fmla="*/ 48 h 70"/>
                <a:gd name="T30" fmla="*/ 34 w 70"/>
                <a:gd name="T31" fmla="*/ 43 h 70"/>
                <a:gd name="T32" fmla="*/ 31 w 70"/>
                <a:gd name="T33" fmla="*/ 41 h 70"/>
                <a:gd name="T34" fmla="*/ 24 w 70"/>
                <a:gd name="T35" fmla="*/ 56 h 70"/>
                <a:gd name="T36" fmla="*/ 22 w 70"/>
                <a:gd name="T37" fmla="*/ 61 h 70"/>
                <a:gd name="T38" fmla="*/ 28 w 70"/>
                <a:gd name="T39" fmla="*/ 67 h 70"/>
                <a:gd name="T40" fmla="*/ 29 w 70"/>
                <a:gd name="T41" fmla="*/ 67 h 70"/>
                <a:gd name="T42" fmla="*/ 27 w 70"/>
                <a:gd name="T43" fmla="*/ 70 h 70"/>
                <a:gd name="T44" fmla="*/ 0 w 70"/>
                <a:gd name="T45" fmla="*/ 57 h 70"/>
                <a:gd name="T46" fmla="*/ 1 w 70"/>
                <a:gd name="T47" fmla="*/ 57 h 70"/>
                <a:gd name="T48" fmla="*/ 27 w 70"/>
                <a:gd name="T49" fmla="*/ 69 h 70"/>
                <a:gd name="T50" fmla="*/ 28 w 70"/>
                <a:gd name="T51" fmla="*/ 67 h 70"/>
                <a:gd name="T52" fmla="*/ 22 w 70"/>
                <a:gd name="T53" fmla="*/ 61 h 70"/>
                <a:gd name="T54" fmla="*/ 24 w 70"/>
                <a:gd name="T55" fmla="*/ 55 h 70"/>
                <a:gd name="T56" fmla="*/ 31 w 70"/>
                <a:gd name="T57" fmla="*/ 40 h 70"/>
                <a:gd name="T58" fmla="*/ 34 w 70"/>
                <a:gd name="T59" fmla="*/ 42 h 70"/>
                <a:gd name="T60" fmla="*/ 54 w 70"/>
                <a:gd name="T61" fmla="*/ 48 h 70"/>
                <a:gd name="T62" fmla="*/ 68 w 70"/>
                <a:gd name="T63" fmla="*/ 39 h 70"/>
                <a:gd name="T64" fmla="*/ 70 w 70"/>
                <a:gd name="T65" fmla="*/ 31 h 70"/>
                <a:gd name="T66" fmla="*/ 54 w 70"/>
                <a:gd name="T67" fmla="*/ 13 h 70"/>
                <a:gd name="T68" fmla="*/ 27 w 70"/>
                <a:gd name="T69" fmla="*/ 1 h 70"/>
                <a:gd name="T70" fmla="*/ 27 w 70"/>
                <a:gd name="T71" fmla="*/ 3 h 70"/>
                <a:gd name="T72" fmla="*/ 33 w 70"/>
                <a:gd name="T73" fmla="*/ 9 h 70"/>
                <a:gd name="T74" fmla="*/ 31 w 70"/>
                <a:gd name="T75" fmla="*/ 15 h 70"/>
                <a:gd name="T76" fmla="*/ 14 w 70"/>
                <a:gd name="T77" fmla="*/ 51 h 70"/>
                <a:gd name="T78" fmla="*/ 8 w 70"/>
                <a:gd name="T79" fmla="*/ 57 h 70"/>
                <a:gd name="T80" fmla="*/ 2 w 70"/>
                <a:gd name="T81" fmla="*/ 55 h 70"/>
                <a:gd name="T82" fmla="*/ 1 w 70"/>
                <a:gd name="T83" fmla="*/ 57 h 70"/>
                <a:gd name="T84" fmla="*/ 47 w 70"/>
                <a:gd name="T85" fmla="*/ 42 h 70"/>
                <a:gd name="T86" fmla="*/ 36 w 70"/>
                <a:gd name="T87" fmla="*/ 39 h 70"/>
                <a:gd name="T88" fmla="*/ 33 w 70"/>
                <a:gd name="T89" fmla="*/ 37 h 70"/>
                <a:gd name="T90" fmla="*/ 32 w 70"/>
                <a:gd name="T91" fmla="*/ 37 h 70"/>
                <a:gd name="T92" fmla="*/ 41 w 70"/>
                <a:gd name="T93" fmla="*/ 19 h 70"/>
                <a:gd name="T94" fmla="*/ 45 w 70"/>
                <a:gd name="T95" fmla="*/ 14 h 70"/>
                <a:gd name="T96" fmla="*/ 50 w 70"/>
                <a:gd name="T97" fmla="*/ 16 h 70"/>
                <a:gd name="T98" fmla="*/ 60 w 70"/>
                <a:gd name="T99" fmla="*/ 27 h 70"/>
                <a:gd name="T100" fmla="*/ 58 w 70"/>
                <a:gd name="T101" fmla="*/ 34 h 70"/>
                <a:gd name="T102" fmla="*/ 47 w 70"/>
                <a:gd name="T103" fmla="*/ 42 h 70"/>
                <a:gd name="T104" fmla="*/ 36 w 70"/>
                <a:gd name="T105" fmla="*/ 38 h 70"/>
                <a:gd name="T106" fmla="*/ 47 w 70"/>
                <a:gd name="T107" fmla="*/ 41 h 70"/>
                <a:gd name="T108" fmla="*/ 57 w 70"/>
                <a:gd name="T109" fmla="*/ 34 h 70"/>
                <a:gd name="T110" fmla="*/ 59 w 70"/>
                <a:gd name="T111" fmla="*/ 27 h 70"/>
                <a:gd name="T112" fmla="*/ 49 w 70"/>
                <a:gd name="T113" fmla="*/ 16 h 70"/>
                <a:gd name="T114" fmla="*/ 45 w 70"/>
                <a:gd name="T115" fmla="*/ 15 h 70"/>
                <a:gd name="T116" fmla="*/ 41 w 70"/>
                <a:gd name="T117" fmla="*/ 19 h 70"/>
                <a:gd name="T118" fmla="*/ 33 w 70"/>
                <a:gd name="T119" fmla="*/ 37 h 70"/>
                <a:gd name="T120" fmla="*/ 36 w 70"/>
                <a:gd name="T121" fmla="*/ 3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" h="70">
                  <a:moveTo>
                    <a:pt x="0" y="57"/>
                  </a:moveTo>
                  <a:cubicBezTo>
                    <a:pt x="2" y="55"/>
                    <a:pt x="2" y="55"/>
                    <a:pt x="2" y="55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4" y="56"/>
                    <a:pt x="6" y="56"/>
                    <a:pt x="8" y="56"/>
                  </a:cubicBezTo>
                  <a:cubicBezTo>
                    <a:pt x="10" y="56"/>
                    <a:pt x="11" y="55"/>
                    <a:pt x="13" y="5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2"/>
                    <a:pt x="32" y="10"/>
                    <a:pt x="32" y="9"/>
                  </a:cubicBezTo>
                  <a:cubicBezTo>
                    <a:pt x="32" y="7"/>
                    <a:pt x="30" y="5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63" y="17"/>
                    <a:pt x="70" y="23"/>
                    <a:pt x="70" y="31"/>
                  </a:cubicBezTo>
                  <a:cubicBezTo>
                    <a:pt x="70" y="34"/>
                    <a:pt x="70" y="36"/>
                    <a:pt x="68" y="39"/>
                  </a:cubicBezTo>
                  <a:cubicBezTo>
                    <a:pt x="65" y="46"/>
                    <a:pt x="60" y="48"/>
                    <a:pt x="54" y="48"/>
                  </a:cubicBezTo>
                  <a:cubicBezTo>
                    <a:pt x="48" y="48"/>
                    <a:pt x="40" y="45"/>
                    <a:pt x="34" y="43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8"/>
                    <a:pt x="22" y="60"/>
                    <a:pt x="22" y="61"/>
                  </a:cubicBezTo>
                  <a:cubicBezTo>
                    <a:pt x="22" y="63"/>
                    <a:pt x="24" y="65"/>
                    <a:pt x="28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7" y="70"/>
                    <a:pt x="27" y="70"/>
                    <a:pt x="27" y="70"/>
                  </a:cubicBezTo>
                  <a:lnTo>
                    <a:pt x="0" y="57"/>
                  </a:lnTo>
                  <a:close/>
                  <a:moveTo>
                    <a:pt x="1" y="57"/>
                  </a:moveTo>
                  <a:cubicBezTo>
                    <a:pt x="27" y="69"/>
                    <a:pt x="27" y="69"/>
                    <a:pt x="27" y="69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4" y="65"/>
                    <a:pt x="22" y="64"/>
                    <a:pt x="22" y="61"/>
                  </a:cubicBezTo>
                  <a:cubicBezTo>
                    <a:pt x="22" y="60"/>
                    <a:pt x="22" y="58"/>
                    <a:pt x="24" y="55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41" y="45"/>
                    <a:pt x="48" y="48"/>
                    <a:pt x="54" y="48"/>
                  </a:cubicBezTo>
                  <a:cubicBezTo>
                    <a:pt x="60" y="48"/>
                    <a:pt x="65" y="46"/>
                    <a:pt x="68" y="39"/>
                  </a:cubicBezTo>
                  <a:cubicBezTo>
                    <a:pt x="69" y="36"/>
                    <a:pt x="70" y="34"/>
                    <a:pt x="70" y="31"/>
                  </a:cubicBezTo>
                  <a:cubicBezTo>
                    <a:pt x="70" y="24"/>
                    <a:pt x="63" y="18"/>
                    <a:pt x="54" y="13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0"/>
                    <a:pt x="32" y="12"/>
                    <a:pt x="31" y="15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2" y="55"/>
                    <a:pt x="10" y="57"/>
                    <a:pt x="8" y="57"/>
                  </a:cubicBezTo>
                  <a:cubicBezTo>
                    <a:pt x="6" y="57"/>
                    <a:pt x="4" y="56"/>
                    <a:pt x="2" y="55"/>
                  </a:cubicBezTo>
                  <a:lnTo>
                    <a:pt x="1" y="57"/>
                  </a:lnTo>
                  <a:close/>
                  <a:moveTo>
                    <a:pt x="47" y="42"/>
                  </a:moveTo>
                  <a:cubicBezTo>
                    <a:pt x="44" y="42"/>
                    <a:pt x="40" y="40"/>
                    <a:pt x="36" y="39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2" y="16"/>
                    <a:pt x="43" y="14"/>
                    <a:pt x="45" y="14"/>
                  </a:cubicBezTo>
                  <a:cubicBezTo>
                    <a:pt x="46" y="14"/>
                    <a:pt x="48" y="15"/>
                    <a:pt x="50" y="16"/>
                  </a:cubicBezTo>
                  <a:cubicBezTo>
                    <a:pt x="55" y="18"/>
                    <a:pt x="60" y="21"/>
                    <a:pt x="60" y="27"/>
                  </a:cubicBezTo>
                  <a:cubicBezTo>
                    <a:pt x="60" y="29"/>
                    <a:pt x="59" y="31"/>
                    <a:pt x="58" y="34"/>
                  </a:cubicBezTo>
                  <a:cubicBezTo>
                    <a:pt x="55" y="40"/>
                    <a:pt x="51" y="42"/>
                    <a:pt x="47" y="42"/>
                  </a:cubicBezTo>
                  <a:close/>
                  <a:moveTo>
                    <a:pt x="36" y="38"/>
                  </a:moveTo>
                  <a:cubicBezTo>
                    <a:pt x="40" y="40"/>
                    <a:pt x="44" y="41"/>
                    <a:pt x="47" y="41"/>
                  </a:cubicBezTo>
                  <a:cubicBezTo>
                    <a:pt x="51" y="41"/>
                    <a:pt x="54" y="39"/>
                    <a:pt x="57" y="34"/>
                  </a:cubicBezTo>
                  <a:cubicBezTo>
                    <a:pt x="58" y="31"/>
                    <a:pt x="59" y="29"/>
                    <a:pt x="59" y="27"/>
                  </a:cubicBezTo>
                  <a:cubicBezTo>
                    <a:pt x="59" y="22"/>
                    <a:pt x="55" y="19"/>
                    <a:pt x="49" y="16"/>
                  </a:cubicBezTo>
                  <a:cubicBezTo>
                    <a:pt x="48" y="15"/>
                    <a:pt x="46" y="15"/>
                    <a:pt x="45" y="15"/>
                  </a:cubicBezTo>
                  <a:cubicBezTo>
                    <a:pt x="44" y="15"/>
                    <a:pt x="43" y="16"/>
                    <a:pt x="41" y="19"/>
                  </a:cubicBezTo>
                  <a:cubicBezTo>
                    <a:pt x="33" y="37"/>
                    <a:pt x="33" y="37"/>
                    <a:pt x="33" y="37"/>
                  </a:cubicBezTo>
                  <a:lnTo>
                    <a:pt x="36" y="3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8" name="Freeform 668">
              <a:extLst>
                <a:ext uri="{FF2B5EF4-FFF2-40B4-BE49-F238E27FC236}">
                  <a16:creationId xmlns:a16="http://schemas.microsoft.com/office/drawing/2014/main" id="{E195C58D-2204-4097-ADDC-605A147F0D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16075" y="12398375"/>
              <a:ext cx="44450" cy="44450"/>
            </a:xfrm>
            <a:custGeom>
              <a:avLst/>
              <a:gdLst>
                <a:gd name="T0" fmla="*/ 58 w 69"/>
                <a:gd name="T1" fmla="*/ 31 h 69"/>
                <a:gd name="T2" fmla="*/ 53 w 69"/>
                <a:gd name="T3" fmla="*/ 13 h 69"/>
                <a:gd name="T4" fmla="*/ 38 w 69"/>
                <a:gd name="T5" fmla="*/ 12 h 69"/>
                <a:gd name="T6" fmla="*/ 47 w 69"/>
                <a:gd name="T7" fmla="*/ 42 h 69"/>
                <a:gd name="T8" fmla="*/ 46 w 69"/>
                <a:gd name="T9" fmla="*/ 59 h 69"/>
                <a:gd name="T10" fmla="*/ 14 w 69"/>
                <a:gd name="T11" fmla="*/ 57 h 69"/>
                <a:gd name="T12" fmla="*/ 0 w 69"/>
                <a:gd name="T13" fmla="*/ 45 h 69"/>
                <a:gd name="T14" fmla="*/ 9 w 69"/>
                <a:gd name="T15" fmla="*/ 32 h 69"/>
                <a:gd name="T16" fmla="*/ 11 w 69"/>
                <a:gd name="T17" fmla="*/ 34 h 69"/>
                <a:gd name="T18" fmla="*/ 17 w 69"/>
                <a:gd name="T19" fmla="*/ 54 h 69"/>
                <a:gd name="T20" fmla="*/ 35 w 69"/>
                <a:gd name="T21" fmla="*/ 55 h 69"/>
                <a:gd name="T22" fmla="*/ 28 w 69"/>
                <a:gd name="T23" fmla="*/ 27 h 69"/>
                <a:gd name="T24" fmla="*/ 27 w 69"/>
                <a:gd name="T25" fmla="*/ 8 h 69"/>
                <a:gd name="T26" fmla="*/ 56 w 69"/>
                <a:gd name="T27" fmla="*/ 9 h 69"/>
                <a:gd name="T28" fmla="*/ 69 w 69"/>
                <a:gd name="T29" fmla="*/ 20 h 69"/>
                <a:gd name="T30" fmla="*/ 61 w 69"/>
                <a:gd name="T31" fmla="*/ 32 h 69"/>
                <a:gd name="T32" fmla="*/ 58 w 69"/>
                <a:gd name="T33" fmla="*/ 3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69">
                  <a:moveTo>
                    <a:pt x="58" y="31"/>
                  </a:moveTo>
                  <a:cubicBezTo>
                    <a:pt x="61" y="26"/>
                    <a:pt x="62" y="19"/>
                    <a:pt x="53" y="13"/>
                  </a:cubicBezTo>
                  <a:cubicBezTo>
                    <a:pt x="46" y="8"/>
                    <a:pt x="40" y="8"/>
                    <a:pt x="38" y="12"/>
                  </a:cubicBezTo>
                  <a:cubicBezTo>
                    <a:pt x="32" y="20"/>
                    <a:pt x="44" y="33"/>
                    <a:pt x="47" y="42"/>
                  </a:cubicBezTo>
                  <a:cubicBezTo>
                    <a:pt x="49" y="48"/>
                    <a:pt x="50" y="53"/>
                    <a:pt x="46" y="59"/>
                  </a:cubicBezTo>
                  <a:cubicBezTo>
                    <a:pt x="38" y="69"/>
                    <a:pt x="26" y="67"/>
                    <a:pt x="14" y="57"/>
                  </a:cubicBezTo>
                  <a:cubicBezTo>
                    <a:pt x="7" y="53"/>
                    <a:pt x="3" y="47"/>
                    <a:pt x="0" y="45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8"/>
                    <a:pt x="6" y="47"/>
                    <a:pt x="17" y="54"/>
                  </a:cubicBezTo>
                  <a:cubicBezTo>
                    <a:pt x="25" y="60"/>
                    <a:pt x="31" y="59"/>
                    <a:pt x="35" y="55"/>
                  </a:cubicBezTo>
                  <a:cubicBezTo>
                    <a:pt x="40" y="47"/>
                    <a:pt x="32" y="37"/>
                    <a:pt x="28" y="27"/>
                  </a:cubicBezTo>
                  <a:cubicBezTo>
                    <a:pt x="25" y="21"/>
                    <a:pt x="23" y="14"/>
                    <a:pt x="27" y="8"/>
                  </a:cubicBezTo>
                  <a:cubicBezTo>
                    <a:pt x="33" y="0"/>
                    <a:pt x="44" y="0"/>
                    <a:pt x="56" y="9"/>
                  </a:cubicBezTo>
                  <a:cubicBezTo>
                    <a:pt x="62" y="13"/>
                    <a:pt x="66" y="18"/>
                    <a:pt x="69" y="20"/>
                  </a:cubicBezTo>
                  <a:cubicBezTo>
                    <a:pt x="61" y="32"/>
                    <a:pt x="61" y="32"/>
                    <a:pt x="61" y="32"/>
                  </a:cubicBezTo>
                  <a:lnTo>
                    <a:pt x="58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9" name="Freeform 669">
              <a:extLst>
                <a:ext uri="{FF2B5EF4-FFF2-40B4-BE49-F238E27FC236}">
                  <a16:creationId xmlns:a16="http://schemas.microsoft.com/office/drawing/2014/main" id="{048313EF-C25D-4024-90DD-D6999C9D22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16075" y="12399963"/>
              <a:ext cx="44450" cy="41275"/>
            </a:xfrm>
            <a:custGeom>
              <a:avLst/>
              <a:gdLst>
                <a:gd name="T0" fmla="*/ 33 w 69"/>
                <a:gd name="T1" fmla="*/ 64 h 64"/>
                <a:gd name="T2" fmla="*/ 14 w 69"/>
                <a:gd name="T3" fmla="*/ 56 h 64"/>
                <a:gd name="T4" fmla="*/ 0 w 69"/>
                <a:gd name="T5" fmla="*/ 43 h 64"/>
                <a:gd name="T6" fmla="*/ 0 w 69"/>
                <a:gd name="T7" fmla="*/ 43 h 64"/>
                <a:gd name="T8" fmla="*/ 9 w 69"/>
                <a:gd name="T9" fmla="*/ 29 h 64"/>
                <a:gd name="T10" fmla="*/ 12 w 69"/>
                <a:gd name="T11" fmla="*/ 31 h 64"/>
                <a:gd name="T12" fmla="*/ 11 w 69"/>
                <a:gd name="T13" fmla="*/ 32 h 64"/>
                <a:gd name="T14" fmla="*/ 10 w 69"/>
                <a:gd name="T15" fmla="*/ 39 h 64"/>
                <a:gd name="T16" fmla="*/ 17 w 69"/>
                <a:gd name="T17" fmla="*/ 52 h 64"/>
                <a:gd name="T18" fmla="*/ 27 w 69"/>
                <a:gd name="T19" fmla="*/ 56 h 64"/>
                <a:gd name="T20" fmla="*/ 34 w 69"/>
                <a:gd name="T21" fmla="*/ 52 h 64"/>
                <a:gd name="T22" fmla="*/ 36 w 69"/>
                <a:gd name="T23" fmla="*/ 47 h 64"/>
                <a:gd name="T24" fmla="*/ 27 w 69"/>
                <a:gd name="T25" fmla="*/ 25 h 64"/>
                <a:gd name="T26" fmla="*/ 24 w 69"/>
                <a:gd name="T27" fmla="*/ 14 h 64"/>
                <a:gd name="T28" fmla="*/ 27 w 69"/>
                <a:gd name="T29" fmla="*/ 6 h 64"/>
                <a:gd name="T30" fmla="*/ 39 w 69"/>
                <a:gd name="T31" fmla="*/ 0 h 64"/>
                <a:gd name="T32" fmla="*/ 56 w 69"/>
                <a:gd name="T33" fmla="*/ 7 h 64"/>
                <a:gd name="T34" fmla="*/ 69 w 69"/>
                <a:gd name="T35" fmla="*/ 18 h 64"/>
                <a:gd name="T36" fmla="*/ 69 w 69"/>
                <a:gd name="T37" fmla="*/ 18 h 64"/>
                <a:gd name="T38" fmla="*/ 61 w 69"/>
                <a:gd name="T39" fmla="*/ 31 h 64"/>
                <a:gd name="T40" fmla="*/ 58 w 69"/>
                <a:gd name="T41" fmla="*/ 29 h 64"/>
                <a:gd name="T42" fmla="*/ 58 w 69"/>
                <a:gd name="T43" fmla="*/ 29 h 64"/>
                <a:gd name="T44" fmla="*/ 59 w 69"/>
                <a:gd name="T45" fmla="*/ 29 h 64"/>
                <a:gd name="T46" fmla="*/ 58 w 69"/>
                <a:gd name="T47" fmla="*/ 29 h 64"/>
                <a:gd name="T48" fmla="*/ 58 w 69"/>
                <a:gd name="T49" fmla="*/ 29 h 64"/>
                <a:gd name="T50" fmla="*/ 58 w 69"/>
                <a:gd name="T51" fmla="*/ 29 h 64"/>
                <a:gd name="T52" fmla="*/ 58 w 69"/>
                <a:gd name="T53" fmla="*/ 28 h 64"/>
                <a:gd name="T54" fmla="*/ 60 w 69"/>
                <a:gd name="T55" fmla="*/ 22 h 64"/>
                <a:gd name="T56" fmla="*/ 53 w 69"/>
                <a:gd name="T57" fmla="*/ 11 h 64"/>
                <a:gd name="T58" fmla="*/ 44 w 69"/>
                <a:gd name="T59" fmla="*/ 7 h 64"/>
                <a:gd name="T60" fmla="*/ 38 w 69"/>
                <a:gd name="T61" fmla="*/ 10 h 64"/>
                <a:gd name="T62" fmla="*/ 37 w 69"/>
                <a:gd name="T63" fmla="*/ 15 h 64"/>
                <a:gd name="T64" fmla="*/ 48 w 69"/>
                <a:gd name="T65" fmla="*/ 40 h 64"/>
                <a:gd name="T66" fmla="*/ 49 w 69"/>
                <a:gd name="T67" fmla="*/ 48 h 64"/>
                <a:gd name="T68" fmla="*/ 46 w 69"/>
                <a:gd name="T69" fmla="*/ 57 h 64"/>
                <a:gd name="T70" fmla="*/ 33 w 69"/>
                <a:gd name="T71" fmla="*/ 64 h 64"/>
                <a:gd name="T72" fmla="*/ 14 w 69"/>
                <a:gd name="T73" fmla="*/ 55 h 64"/>
                <a:gd name="T74" fmla="*/ 33 w 69"/>
                <a:gd name="T75" fmla="*/ 63 h 64"/>
                <a:gd name="T76" fmla="*/ 46 w 69"/>
                <a:gd name="T77" fmla="*/ 56 h 64"/>
                <a:gd name="T78" fmla="*/ 49 w 69"/>
                <a:gd name="T79" fmla="*/ 48 h 64"/>
                <a:gd name="T80" fmla="*/ 47 w 69"/>
                <a:gd name="T81" fmla="*/ 40 h 64"/>
                <a:gd name="T82" fmla="*/ 36 w 69"/>
                <a:gd name="T83" fmla="*/ 15 h 64"/>
                <a:gd name="T84" fmla="*/ 37 w 69"/>
                <a:gd name="T85" fmla="*/ 10 h 64"/>
                <a:gd name="T86" fmla="*/ 44 w 69"/>
                <a:gd name="T87" fmla="*/ 7 h 64"/>
                <a:gd name="T88" fmla="*/ 53 w 69"/>
                <a:gd name="T89" fmla="*/ 10 h 64"/>
                <a:gd name="T90" fmla="*/ 60 w 69"/>
                <a:gd name="T91" fmla="*/ 22 h 64"/>
                <a:gd name="T92" fmla="*/ 59 w 69"/>
                <a:gd name="T93" fmla="*/ 29 h 64"/>
                <a:gd name="T94" fmla="*/ 61 w 69"/>
                <a:gd name="T95" fmla="*/ 30 h 64"/>
                <a:gd name="T96" fmla="*/ 68 w 69"/>
                <a:gd name="T97" fmla="*/ 18 h 64"/>
                <a:gd name="T98" fmla="*/ 56 w 69"/>
                <a:gd name="T99" fmla="*/ 7 h 64"/>
                <a:gd name="T100" fmla="*/ 39 w 69"/>
                <a:gd name="T101" fmla="*/ 1 h 64"/>
                <a:gd name="T102" fmla="*/ 28 w 69"/>
                <a:gd name="T103" fmla="*/ 6 h 64"/>
                <a:gd name="T104" fmla="*/ 25 w 69"/>
                <a:gd name="T105" fmla="*/ 14 h 64"/>
                <a:gd name="T106" fmla="*/ 28 w 69"/>
                <a:gd name="T107" fmla="*/ 25 h 64"/>
                <a:gd name="T108" fmla="*/ 37 w 69"/>
                <a:gd name="T109" fmla="*/ 47 h 64"/>
                <a:gd name="T110" fmla="*/ 35 w 69"/>
                <a:gd name="T111" fmla="*/ 53 h 64"/>
                <a:gd name="T112" fmla="*/ 27 w 69"/>
                <a:gd name="T113" fmla="*/ 57 h 64"/>
                <a:gd name="T114" fmla="*/ 17 w 69"/>
                <a:gd name="T115" fmla="*/ 53 h 64"/>
                <a:gd name="T116" fmla="*/ 9 w 69"/>
                <a:gd name="T117" fmla="*/ 39 h 64"/>
                <a:gd name="T118" fmla="*/ 11 w 69"/>
                <a:gd name="T119" fmla="*/ 32 h 64"/>
                <a:gd name="T120" fmla="*/ 9 w 69"/>
                <a:gd name="T121" fmla="*/ 30 h 64"/>
                <a:gd name="T122" fmla="*/ 1 w 69"/>
                <a:gd name="T123" fmla="*/ 43 h 64"/>
                <a:gd name="T124" fmla="*/ 14 w 69"/>
                <a:gd name="T125" fmla="*/ 5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" h="64">
                  <a:moveTo>
                    <a:pt x="33" y="64"/>
                  </a:moveTo>
                  <a:cubicBezTo>
                    <a:pt x="27" y="64"/>
                    <a:pt x="21" y="61"/>
                    <a:pt x="14" y="56"/>
                  </a:cubicBezTo>
                  <a:cubicBezTo>
                    <a:pt x="7" y="51"/>
                    <a:pt x="2" y="46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4"/>
                    <a:pt x="10" y="36"/>
                    <a:pt x="10" y="39"/>
                  </a:cubicBezTo>
                  <a:cubicBezTo>
                    <a:pt x="10" y="43"/>
                    <a:pt x="11" y="48"/>
                    <a:pt x="17" y="52"/>
                  </a:cubicBezTo>
                  <a:cubicBezTo>
                    <a:pt x="21" y="55"/>
                    <a:pt x="24" y="56"/>
                    <a:pt x="27" y="56"/>
                  </a:cubicBezTo>
                  <a:cubicBezTo>
                    <a:pt x="30" y="56"/>
                    <a:pt x="33" y="55"/>
                    <a:pt x="34" y="52"/>
                  </a:cubicBezTo>
                  <a:cubicBezTo>
                    <a:pt x="36" y="51"/>
                    <a:pt x="36" y="49"/>
                    <a:pt x="36" y="47"/>
                  </a:cubicBezTo>
                  <a:cubicBezTo>
                    <a:pt x="36" y="41"/>
                    <a:pt x="31" y="33"/>
                    <a:pt x="27" y="25"/>
                  </a:cubicBezTo>
                  <a:cubicBezTo>
                    <a:pt x="26" y="22"/>
                    <a:pt x="24" y="18"/>
                    <a:pt x="24" y="14"/>
                  </a:cubicBezTo>
                  <a:cubicBezTo>
                    <a:pt x="24" y="12"/>
                    <a:pt x="25" y="9"/>
                    <a:pt x="27" y="6"/>
                  </a:cubicBezTo>
                  <a:cubicBezTo>
                    <a:pt x="30" y="2"/>
                    <a:pt x="34" y="0"/>
                    <a:pt x="39" y="0"/>
                  </a:cubicBezTo>
                  <a:cubicBezTo>
                    <a:pt x="44" y="0"/>
                    <a:pt x="50" y="2"/>
                    <a:pt x="56" y="7"/>
                  </a:cubicBezTo>
                  <a:cubicBezTo>
                    <a:pt x="62" y="11"/>
                    <a:pt x="67" y="16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9" y="27"/>
                    <a:pt x="60" y="24"/>
                    <a:pt x="60" y="22"/>
                  </a:cubicBezTo>
                  <a:cubicBezTo>
                    <a:pt x="60" y="18"/>
                    <a:pt x="58" y="15"/>
                    <a:pt x="53" y="11"/>
                  </a:cubicBezTo>
                  <a:cubicBezTo>
                    <a:pt x="50" y="9"/>
                    <a:pt x="47" y="7"/>
                    <a:pt x="44" y="7"/>
                  </a:cubicBezTo>
                  <a:cubicBezTo>
                    <a:pt x="41" y="7"/>
                    <a:pt x="39" y="8"/>
                    <a:pt x="38" y="10"/>
                  </a:cubicBezTo>
                  <a:cubicBezTo>
                    <a:pt x="37" y="12"/>
                    <a:pt x="37" y="13"/>
                    <a:pt x="37" y="15"/>
                  </a:cubicBezTo>
                  <a:cubicBezTo>
                    <a:pt x="37" y="22"/>
                    <a:pt x="45" y="33"/>
                    <a:pt x="48" y="40"/>
                  </a:cubicBezTo>
                  <a:cubicBezTo>
                    <a:pt x="49" y="43"/>
                    <a:pt x="49" y="46"/>
                    <a:pt x="49" y="48"/>
                  </a:cubicBezTo>
                  <a:cubicBezTo>
                    <a:pt x="49" y="51"/>
                    <a:pt x="48" y="54"/>
                    <a:pt x="46" y="57"/>
                  </a:cubicBezTo>
                  <a:cubicBezTo>
                    <a:pt x="43" y="62"/>
                    <a:pt x="38" y="64"/>
                    <a:pt x="33" y="64"/>
                  </a:cubicBezTo>
                  <a:moveTo>
                    <a:pt x="14" y="55"/>
                  </a:moveTo>
                  <a:cubicBezTo>
                    <a:pt x="21" y="60"/>
                    <a:pt x="28" y="63"/>
                    <a:pt x="33" y="63"/>
                  </a:cubicBezTo>
                  <a:cubicBezTo>
                    <a:pt x="38" y="63"/>
                    <a:pt x="42" y="61"/>
                    <a:pt x="46" y="56"/>
                  </a:cubicBezTo>
                  <a:cubicBezTo>
                    <a:pt x="48" y="54"/>
                    <a:pt x="49" y="51"/>
                    <a:pt x="49" y="48"/>
                  </a:cubicBezTo>
                  <a:cubicBezTo>
                    <a:pt x="49" y="46"/>
                    <a:pt x="48" y="43"/>
                    <a:pt x="47" y="40"/>
                  </a:cubicBezTo>
                  <a:cubicBezTo>
                    <a:pt x="44" y="33"/>
                    <a:pt x="36" y="23"/>
                    <a:pt x="36" y="15"/>
                  </a:cubicBezTo>
                  <a:cubicBezTo>
                    <a:pt x="36" y="13"/>
                    <a:pt x="36" y="11"/>
                    <a:pt x="37" y="10"/>
                  </a:cubicBezTo>
                  <a:cubicBezTo>
                    <a:pt x="39" y="8"/>
                    <a:pt x="41" y="7"/>
                    <a:pt x="44" y="7"/>
                  </a:cubicBezTo>
                  <a:cubicBezTo>
                    <a:pt x="47" y="7"/>
                    <a:pt x="50" y="8"/>
                    <a:pt x="53" y="10"/>
                  </a:cubicBezTo>
                  <a:cubicBezTo>
                    <a:pt x="59" y="14"/>
                    <a:pt x="60" y="18"/>
                    <a:pt x="60" y="22"/>
                  </a:cubicBezTo>
                  <a:cubicBezTo>
                    <a:pt x="60" y="24"/>
                    <a:pt x="60" y="27"/>
                    <a:pt x="59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6" y="16"/>
                    <a:pt x="61" y="11"/>
                    <a:pt x="56" y="7"/>
                  </a:cubicBezTo>
                  <a:cubicBezTo>
                    <a:pt x="49" y="3"/>
                    <a:pt x="44" y="1"/>
                    <a:pt x="39" y="1"/>
                  </a:cubicBezTo>
                  <a:cubicBezTo>
                    <a:pt x="34" y="1"/>
                    <a:pt x="30" y="2"/>
                    <a:pt x="28" y="6"/>
                  </a:cubicBezTo>
                  <a:cubicBezTo>
                    <a:pt x="26" y="9"/>
                    <a:pt x="25" y="12"/>
                    <a:pt x="25" y="14"/>
                  </a:cubicBezTo>
                  <a:cubicBezTo>
                    <a:pt x="25" y="18"/>
                    <a:pt x="26" y="22"/>
                    <a:pt x="28" y="25"/>
                  </a:cubicBezTo>
                  <a:cubicBezTo>
                    <a:pt x="31" y="33"/>
                    <a:pt x="37" y="40"/>
                    <a:pt x="37" y="47"/>
                  </a:cubicBezTo>
                  <a:cubicBezTo>
                    <a:pt x="37" y="49"/>
                    <a:pt x="36" y="51"/>
                    <a:pt x="35" y="53"/>
                  </a:cubicBezTo>
                  <a:cubicBezTo>
                    <a:pt x="33" y="55"/>
                    <a:pt x="30" y="57"/>
                    <a:pt x="27" y="57"/>
                  </a:cubicBezTo>
                  <a:cubicBezTo>
                    <a:pt x="24" y="57"/>
                    <a:pt x="21" y="55"/>
                    <a:pt x="17" y="53"/>
                  </a:cubicBezTo>
                  <a:cubicBezTo>
                    <a:pt x="11" y="48"/>
                    <a:pt x="9" y="43"/>
                    <a:pt x="9" y="39"/>
                  </a:cubicBezTo>
                  <a:cubicBezTo>
                    <a:pt x="9" y="36"/>
                    <a:pt x="10" y="34"/>
                    <a:pt x="11" y="32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3" y="45"/>
                    <a:pt x="7" y="51"/>
                    <a:pt x="14" y="5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0" name="Freeform 670">
              <a:extLst>
                <a:ext uri="{FF2B5EF4-FFF2-40B4-BE49-F238E27FC236}">
                  <a16:creationId xmlns:a16="http://schemas.microsoft.com/office/drawing/2014/main" id="{D6610100-1102-465E-B850-53856932086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41475" y="12433300"/>
              <a:ext cx="46038" cy="47625"/>
            </a:xfrm>
            <a:custGeom>
              <a:avLst/>
              <a:gdLst>
                <a:gd name="T0" fmla="*/ 2 w 74"/>
                <a:gd name="T1" fmla="*/ 17 h 73"/>
                <a:gd name="T2" fmla="*/ 18 w 74"/>
                <a:gd name="T3" fmla="*/ 20 h 73"/>
                <a:gd name="T4" fmla="*/ 68 w 74"/>
                <a:gd name="T5" fmla="*/ 0 h 73"/>
                <a:gd name="T6" fmla="*/ 74 w 74"/>
                <a:gd name="T7" fmla="*/ 6 h 73"/>
                <a:gd name="T8" fmla="*/ 52 w 74"/>
                <a:gd name="T9" fmla="*/ 57 h 73"/>
                <a:gd name="T10" fmla="*/ 55 w 74"/>
                <a:gd name="T11" fmla="*/ 72 h 73"/>
                <a:gd name="T12" fmla="*/ 53 w 74"/>
                <a:gd name="T13" fmla="*/ 73 h 73"/>
                <a:gd name="T14" fmla="*/ 32 w 74"/>
                <a:gd name="T15" fmla="*/ 52 h 73"/>
                <a:gd name="T16" fmla="*/ 34 w 74"/>
                <a:gd name="T17" fmla="*/ 51 h 73"/>
                <a:gd name="T18" fmla="*/ 42 w 74"/>
                <a:gd name="T19" fmla="*/ 54 h 73"/>
                <a:gd name="T20" fmla="*/ 44 w 74"/>
                <a:gd name="T21" fmla="*/ 51 h 73"/>
                <a:gd name="T22" fmla="*/ 48 w 74"/>
                <a:gd name="T23" fmla="*/ 41 h 73"/>
                <a:gd name="T24" fmla="*/ 30 w 74"/>
                <a:gd name="T25" fmla="*/ 22 h 73"/>
                <a:gd name="T26" fmla="*/ 20 w 74"/>
                <a:gd name="T27" fmla="*/ 25 h 73"/>
                <a:gd name="T28" fmla="*/ 17 w 74"/>
                <a:gd name="T29" fmla="*/ 27 h 73"/>
                <a:gd name="T30" fmla="*/ 20 w 74"/>
                <a:gd name="T31" fmla="*/ 35 h 73"/>
                <a:gd name="T32" fmla="*/ 18 w 74"/>
                <a:gd name="T33" fmla="*/ 37 h 73"/>
                <a:gd name="T34" fmla="*/ 0 w 74"/>
                <a:gd name="T35" fmla="*/ 19 h 73"/>
                <a:gd name="T36" fmla="*/ 2 w 74"/>
                <a:gd name="T37" fmla="*/ 17 h 73"/>
                <a:gd name="T38" fmla="*/ 34 w 74"/>
                <a:gd name="T39" fmla="*/ 20 h 73"/>
                <a:gd name="T40" fmla="*/ 50 w 74"/>
                <a:gd name="T41" fmla="*/ 37 h 73"/>
                <a:gd name="T42" fmla="*/ 62 w 74"/>
                <a:gd name="T43" fmla="*/ 9 h 73"/>
                <a:gd name="T44" fmla="*/ 34 w 74"/>
                <a:gd name="T45" fmla="*/ 2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73">
                  <a:moveTo>
                    <a:pt x="2" y="17"/>
                  </a:moveTo>
                  <a:cubicBezTo>
                    <a:pt x="7" y="22"/>
                    <a:pt x="10" y="23"/>
                    <a:pt x="18" y="2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49" y="64"/>
                    <a:pt x="50" y="67"/>
                    <a:pt x="55" y="72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7" y="54"/>
                    <a:pt x="40" y="56"/>
                    <a:pt x="42" y="54"/>
                  </a:cubicBezTo>
                  <a:cubicBezTo>
                    <a:pt x="43" y="53"/>
                    <a:pt x="43" y="52"/>
                    <a:pt x="44" y="5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6"/>
                    <a:pt x="18" y="26"/>
                    <a:pt x="17" y="27"/>
                  </a:cubicBezTo>
                  <a:cubicBezTo>
                    <a:pt x="15" y="29"/>
                    <a:pt x="16" y="31"/>
                    <a:pt x="20" y="35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2" y="17"/>
                  </a:lnTo>
                  <a:close/>
                  <a:moveTo>
                    <a:pt x="34" y="20"/>
                  </a:moveTo>
                  <a:cubicBezTo>
                    <a:pt x="50" y="37"/>
                    <a:pt x="50" y="37"/>
                    <a:pt x="50" y="37"/>
                  </a:cubicBezTo>
                  <a:cubicBezTo>
                    <a:pt x="62" y="9"/>
                    <a:pt x="62" y="9"/>
                    <a:pt x="62" y="9"/>
                  </a:cubicBezTo>
                  <a:lnTo>
                    <a:pt x="34" y="2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1" name="Freeform 671">
              <a:extLst>
                <a:ext uri="{FF2B5EF4-FFF2-40B4-BE49-F238E27FC236}">
                  <a16:creationId xmlns:a16="http://schemas.microsoft.com/office/drawing/2014/main" id="{54F67944-68DB-4226-9A87-37DA6848D5D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41475" y="12433300"/>
              <a:ext cx="47625" cy="47625"/>
            </a:xfrm>
            <a:custGeom>
              <a:avLst/>
              <a:gdLst>
                <a:gd name="T0" fmla="*/ 32 w 75"/>
                <a:gd name="T1" fmla="*/ 52 h 74"/>
                <a:gd name="T2" fmla="*/ 34 w 75"/>
                <a:gd name="T3" fmla="*/ 50 h 74"/>
                <a:gd name="T4" fmla="*/ 34 w 75"/>
                <a:gd name="T5" fmla="*/ 50 h 74"/>
                <a:gd name="T6" fmla="*/ 40 w 75"/>
                <a:gd name="T7" fmla="*/ 54 h 74"/>
                <a:gd name="T8" fmla="*/ 42 w 75"/>
                <a:gd name="T9" fmla="*/ 54 h 74"/>
                <a:gd name="T10" fmla="*/ 44 w 75"/>
                <a:gd name="T11" fmla="*/ 51 h 74"/>
                <a:gd name="T12" fmla="*/ 48 w 75"/>
                <a:gd name="T13" fmla="*/ 41 h 74"/>
                <a:gd name="T14" fmla="*/ 30 w 75"/>
                <a:gd name="T15" fmla="*/ 22 h 74"/>
                <a:gd name="T16" fmla="*/ 20 w 75"/>
                <a:gd name="T17" fmla="*/ 26 h 74"/>
                <a:gd name="T18" fmla="*/ 17 w 75"/>
                <a:gd name="T19" fmla="*/ 27 h 74"/>
                <a:gd name="T20" fmla="*/ 16 w 75"/>
                <a:gd name="T21" fmla="*/ 29 h 74"/>
                <a:gd name="T22" fmla="*/ 20 w 75"/>
                <a:gd name="T23" fmla="*/ 35 h 74"/>
                <a:gd name="T24" fmla="*/ 20 w 75"/>
                <a:gd name="T25" fmla="*/ 35 h 74"/>
                <a:gd name="T26" fmla="*/ 18 w 75"/>
                <a:gd name="T27" fmla="*/ 37 h 74"/>
                <a:gd name="T28" fmla="*/ 0 w 75"/>
                <a:gd name="T29" fmla="*/ 19 h 74"/>
                <a:gd name="T30" fmla="*/ 2 w 75"/>
                <a:gd name="T31" fmla="*/ 17 h 74"/>
                <a:gd name="T32" fmla="*/ 2 w 75"/>
                <a:gd name="T33" fmla="*/ 17 h 74"/>
                <a:gd name="T34" fmla="*/ 2 w 75"/>
                <a:gd name="T35" fmla="*/ 17 h 74"/>
                <a:gd name="T36" fmla="*/ 10 w 75"/>
                <a:gd name="T37" fmla="*/ 21 h 74"/>
                <a:gd name="T38" fmla="*/ 18 w 75"/>
                <a:gd name="T39" fmla="*/ 19 h 74"/>
                <a:gd name="T40" fmla="*/ 69 w 75"/>
                <a:gd name="T41" fmla="*/ 0 h 74"/>
                <a:gd name="T42" fmla="*/ 75 w 75"/>
                <a:gd name="T43" fmla="*/ 6 h 74"/>
                <a:gd name="T44" fmla="*/ 52 w 75"/>
                <a:gd name="T45" fmla="*/ 57 h 74"/>
                <a:gd name="T46" fmla="*/ 51 w 75"/>
                <a:gd name="T47" fmla="*/ 64 h 74"/>
                <a:gd name="T48" fmla="*/ 55 w 75"/>
                <a:gd name="T49" fmla="*/ 72 h 74"/>
                <a:gd name="T50" fmla="*/ 55 w 75"/>
                <a:gd name="T51" fmla="*/ 72 h 74"/>
                <a:gd name="T52" fmla="*/ 53 w 75"/>
                <a:gd name="T53" fmla="*/ 74 h 74"/>
                <a:gd name="T54" fmla="*/ 32 w 75"/>
                <a:gd name="T55" fmla="*/ 52 h 74"/>
                <a:gd name="T56" fmla="*/ 33 w 75"/>
                <a:gd name="T57" fmla="*/ 52 h 74"/>
                <a:gd name="T58" fmla="*/ 53 w 75"/>
                <a:gd name="T59" fmla="*/ 73 h 74"/>
                <a:gd name="T60" fmla="*/ 54 w 75"/>
                <a:gd name="T61" fmla="*/ 72 h 74"/>
                <a:gd name="T62" fmla="*/ 50 w 75"/>
                <a:gd name="T63" fmla="*/ 64 h 74"/>
                <a:gd name="T64" fmla="*/ 52 w 75"/>
                <a:gd name="T65" fmla="*/ 57 h 74"/>
                <a:gd name="T66" fmla="*/ 74 w 75"/>
                <a:gd name="T67" fmla="*/ 6 h 74"/>
                <a:gd name="T68" fmla="*/ 68 w 75"/>
                <a:gd name="T69" fmla="*/ 0 h 74"/>
                <a:gd name="T70" fmla="*/ 18 w 75"/>
                <a:gd name="T71" fmla="*/ 20 h 74"/>
                <a:gd name="T72" fmla="*/ 10 w 75"/>
                <a:gd name="T73" fmla="*/ 22 h 74"/>
                <a:gd name="T74" fmla="*/ 2 w 75"/>
                <a:gd name="T75" fmla="*/ 18 h 74"/>
                <a:gd name="T76" fmla="*/ 1 w 75"/>
                <a:gd name="T77" fmla="*/ 19 h 74"/>
                <a:gd name="T78" fmla="*/ 18 w 75"/>
                <a:gd name="T79" fmla="*/ 37 h 74"/>
                <a:gd name="T80" fmla="*/ 19 w 75"/>
                <a:gd name="T81" fmla="*/ 35 h 74"/>
                <a:gd name="T82" fmla="*/ 15 w 75"/>
                <a:gd name="T83" fmla="*/ 29 h 74"/>
                <a:gd name="T84" fmla="*/ 17 w 75"/>
                <a:gd name="T85" fmla="*/ 27 h 74"/>
                <a:gd name="T86" fmla="*/ 20 w 75"/>
                <a:gd name="T87" fmla="*/ 25 h 74"/>
                <a:gd name="T88" fmla="*/ 30 w 75"/>
                <a:gd name="T89" fmla="*/ 21 h 74"/>
                <a:gd name="T90" fmla="*/ 49 w 75"/>
                <a:gd name="T91" fmla="*/ 41 h 74"/>
                <a:gd name="T92" fmla="*/ 44 w 75"/>
                <a:gd name="T93" fmla="*/ 51 h 74"/>
                <a:gd name="T94" fmla="*/ 42 w 75"/>
                <a:gd name="T95" fmla="*/ 54 h 74"/>
                <a:gd name="T96" fmla="*/ 40 w 75"/>
                <a:gd name="T97" fmla="*/ 55 h 74"/>
                <a:gd name="T98" fmla="*/ 34 w 75"/>
                <a:gd name="T99" fmla="*/ 51 h 74"/>
                <a:gd name="T100" fmla="*/ 33 w 75"/>
                <a:gd name="T101" fmla="*/ 52 h 74"/>
                <a:gd name="T102" fmla="*/ 34 w 75"/>
                <a:gd name="T103" fmla="*/ 20 h 74"/>
                <a:gd name="T104" fmla="*/ 33 w 75"/>
                <a:gd name="T105" fmla="*/ 20 h 74"/>
                <a:gd name="T106" fmla="*/ 63 w 75"/>
                <a:gd name="T107" fmla="*/ 8 h 74"/>
                <a:gd name="T108" fmla="*/ 50 w 75"/>
                <a:gd name="T109" fmla="*/ 37 h 74"/>
                <a:gd name="T110" fmla="*/ 34 w 75"/>
                <a:gd name="T111" fmla="*/ 20 h 74"/>
                <a:gd name="T112" fmla="*/ 50 w 75"/>
                <a:gd name="T113" fmla="*/ 36 h 74"/>
                <a:gd name="T114" fmla="*/ 62 w 75"/>
                <a:gd name="T115" fmla="*/ 10 h 74"/>
                <a:gd name="T116" fmla="*/ 35 w 75"/>
                <a:gd name="T117" fmla="*/ 20 h 74"/>
                <a:gd name="T118" fmla="*/ 50 w 75"/>
                <a:gd name="T119" fmla="*/ 3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5" h="74">
                  <a:moveTo>
                    <a:pt x="32" y="52"/>
                  </a:move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3"/>
                    <a:pt x="39" y="54"/>
                    <a:pt x="40" y="54"/>
                  </a:cubicBezTo>
                  <a:cubicBezTo>
                    <a:pt x="41" y="54"/>
                    <a:pt x="41" y="54"/>
                    <a:pt x="42" y="54"/>
                  </a:cubicBezTo>
                  <a:cubicBezTo>
                    <a:pt x="42" y="53"/>
                    <a:pt x="43" y="52"/>
                    <a:pt x="44" y="5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9" y="26"/>
                    <a:pt x="18" y="27"/>
                    <a:pt x="17" y="27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6" y="31"/>
                    <a:pt x="17" y="33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20"/>
                    <a:pt x="7" y="21"/>
                    <a:pt x="10" y="21"/>
                  </a:cubicBezTo>
                  <a:cubicBezTo>
                    <a:pt x="12" y="21"/>
                    <a:pt x="15" y="21"/>
                    <a:pt x="18" y="19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1" y="60"/>
                    <a:pt x="51" y="62"/>
                    <a:pt x="51" y="64"/>
                  </a:cubicBezTo>
                  <a:cubicBezTo>
                    <a:pt x="51" y="66"/>
                    <a:pt x="52" y="69"/>
                    <a:pt x="5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4"/>
                    <a:pt x="53" y="74"/>
                    <a:pt x="53" y="74"/>
                  </a:cubicBezTo>
                  <a:lnTo>
                    <a:pt x="32" y="52"/>
                  </a:lnTo>
                  <a:close/>
                  <a:moveTo>
                    <a:pt x="33" y="52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1" y="69"/>
                    <a:pt x="50" y="67"/>
                    <a:pt x="50" y="64"/>
                  </a:cubicBezTo>
                  <a:cubicBezTo>
                    <a:pt x="50" y="62"/>
                    <a:pt x="51" y="60"/>
                    <a:pt x="52" y="57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5" y="21"/>
                    <a:pt x="13" y="22"/>
                    <a:pt x="10" y="22"/>
                  </a:cubicBezTo>
                  <a:cubicBezTo>
                    <a:pt x="7" y="22"/>
                    <a:pt x="5" y="21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7" y="33"/>
                    <a:pt x="15" y="31"/>
                    <a:pt x="15" y="29"/>
                  </a:cubicBezTo>
                  <a:cubicBezTo>
                    <a:pt x="15" y="29"/>
                    <a:pt x="16" y="28"/>
                    <a:pt x="17" y="27"/>
                  </a:cubicBezTo>
                  <a:cubicBezTo>
                    <a:pt x="18" y="26"/>
                    <a:pt x="19" y="25"/>
                    <a:pt x="20" y="25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2"/>
                    <a:pt x="43" y="53"/>
                    <a:pt x="42" y="54"/>
                  </a:cubicBezTo>
                  <a:cubicBezTo>
                    <a:pt x="42" y="55"/>
                    <a:pt x="41" y="55"/>
                    <a:pt x="40" y="55"/>
                  </a:cubicBezTo>
                  <a:cubicBezTo>
                    <a:pt x="38" y="55"/>
                    <a:pt x="36" y="53"/>
                    <a:pt x="34" y="51"/>
                  </a:cubicBezTo>
                  <a:lnTo>
                    <a:pt x="33" y="52"/>
                  </a:lnTo>
                  <a:close/>
                  <a:moveTo>
                    <a:pt x="34" y="20"/>
                  </a:moveTo>
                  <a:cubicBezTo>
                    <a:pt x="33" y="20"/>
                    <a:pt x="33" y="20"/>
                    <a:pt x="33" y="2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50" y="37"/>
                    <a:pt x="50" y="37"/>
                    <a:pt x="50" y="37"/>
                  </a:cubicBezTo>
                  <a:lnTo>
                    <a:pt x="34" y="20"/>
                  </a:lnTo>
                  <a:close/>
                  <a:moveTo>
                    <a:pt x="50" y="36"/>
                  </a:moveTo>
                  <a:cubicBezTo>
                    <a:pt x="62" y="10"/>
                    <a:pt x="62" y="10"/>
                    <a:pt x="62" y="10"/>
                  </a:cubicBezTo>
                  <a:cubicBezTo>
                    <a:pt x="35" y="20"/>
                    <a:pt x="35" y="20"/>
                    <a:pt x="35" y="20"/>
                  </a:cubicBezTo>
                  <a:lnTo>
                    <a:pt x="50" y="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2" name="Freeform 672">
              <a:extLst>
                <a:ext uri="{FF2B5EF4-FFF2-40B4-BE49-F238E27FC236}">
                  <a16:creationId xmlns:a16="http://schemas.microsoft.com/office/drawing/2014/main" id="{B7C83FAB-8CF0-4834-BBC2-F6DC8DBD83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374813" y="12458700"/>
              <a:ext cx="53975" cy="55562"/>
            </a:xfrm>
            <a:custGeom>
              <a:avLst/>
              <a:gdLst>
                <a:gd name="T0" fmla="*/ 2 w 86"/>
                <a:gd name="T1" fmla="*/ 33 h 87"/>
                <a:gd name="T2" fmla="*/ 15 w 86"/>
                <a:gd name="T3" fmla="*/ 35 h 87"/>
                <a:gd name="T4" fmla="*/ 48 w 86"/>
                <a:gd name="T5" fmla="*/ 13 h 87"/>
                <a:gd name="T6" fmla="*/ 50 w 86"/>
                <a:gd name="T7" fmla="*/ 1 h 87"/>
                <a:gd name="T8" fmla="*/ 52 w 86"/>
                <a:gd name="T9" fmla="*/ 0 h 87"/>
                <a:gd name="T10" fmla="*/ 67 w 86"/>
                <a:gd name="T11" fmla="*/ 23 h 87"/>
                <a:gd name="T12" fmla="*/ 65 w 86"/>
                <a:gd name="T13" fmla="*/ 24 h 87"/>
                <a:gd name="T14" fmla="*/ 54 w 86"/>
                <a:gd name="T15" fmla="*/ 23 h 87"/>
                <a:gd name="T16" fmla="*/ 39 w 86"/>
                <a:gd name="T17" fmla="*/ 33 h 87"/>
                <a:gd name="T18" fmla="*/ 39 w 86"/>
                <a:gd name="T19" fmla="*/ 33 h 87"/>
                <a:gd name="T20" fmla="*/ 66 w 86"/>
                <a:gd name="T21" fmla="*/ 36 h 87"/>
                <a:gd name="T22" fmla="*/ 72 w 86"/>
                <a:gd name="T23" fmla="*/ 36 h 87"/>
                <a:gd name="T24" fmla="*/ 70 w 86"/>
                <a:gd name="T25" fmla="*/ 30 h 87"/>
                <a:gd name="T26" fmla="*/ 72 w 86"/>
                <a:gd name="T27" fmla="*/ 29 h 87"/>
                <a:gd name="T28" fmla="*/ 86 w 86"/>
                <a:gd name="T29" fmla="*/ 50 h 87"/>
                <a:gd name="T30" fmla="*/ 84 w 86"/>
                <a:gd name="T31" fmla="*/ 51 h 87"/>
                <a:gd name="T32" fmla="*/ 68 w 86"/>
                <a:gd name="T33" fmla="*/ 42 h 87"/>
                <a:gd name="T34" fmla="*/ 46 w 86"/>
                <a:gd name="T35" fmla="*/ 40 h 87"/>
                <a:gd name="T36" fmla="*/ 37 w 86"/>
                <a:gd name="T37" fmla="*/ 69 h 87"/>
                <a:gd name="T38" fmla="*/ 38 w 86"/>
                <a:gd name="T39" fmla="*/ 86 h 87"/>
                <a:gd name="T40" fmla="*/ 36 w 86"/>
                <a:gd name="T41" fmla="*/ 87 h 87"/>
                <a:gd name="T42" fmla="*/ 19 w 86"/>
                <a:gd name="T43" fmla="*/ 62 h 87"/>
                <a:gd name="T44" fmla="*/ 21 w 86"/>
                <a:gd name="T45" fmla="*/ 61 h 87"/>
                <a:gd name="T46" fmla="*/ 27 w 86"/>
                <a:gd name="T47" fmla="*/ 65 h 87"/>
                <a:gd name="T48" fmla="*/ 29 w 86"/>
                <a:gd name="T49" fmla="*/ 59 h 87"/>
                <a:gd name="T50" fmla="*/ 38 w 86"/>
                <a:gd name="T51" fmla="*/ 34 h 87"/>
                <a:gd name="T52" fmla="*/ 38 w 86"/>
                <a:gd name="T53" fmla="*/ 34 h 87"/>
                <a:gd name="T54" fmla="*/ 21 w 86"/>
                <a:gd name="T55" fmla="*/ 45 h 87"/>
                <a:gd name="T56" fmla="*/ 18 w 86"/>
                <a:gd name="T57" fmla="*/ 56 h 87"/>
                <a:gd name="T58" fmla="*/ 16 w 86"/>
                <a:gd name="T59" fmla="*/ 57 h 87"/>
                <a:gd name="T60" fmla="*/ 0 w 86"/>
                <a:gd name="T61" fmla="*/ 34 h 87"/>
                <a:gd name="T62" fmla="*/ 2 w 86"/>
                <a:gd name="T63" fmla="*/ 3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6" h="87">
                  <a:moveTo>
                    <a:pt x="2" y="33"/>
                  </a:moveTo>
                  <a:cubicBezTo>
                    <a:pt x="6" y="39"/>
                    <a:pt x="8" y="39"/>
                    <a:pt x="15" y="35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4" y="9"/>
                    <a:pt x="54" y="7"/>
                    <a:pt x="50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2" y="19"/>
                    <a:pt x="60" y="18"/>
                    <a:pt x="54" y="2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8" y="36"/>
                    <a:pt x="71" y="37"/>
                    <a:pt x="72" y="36"/>
                  </a:cubicBezTo>
                  <a:cubicBezTo>
                    <a:pt x="73" y="36"/>
                    <a:pt x="72" y="34"/>
                    <a:pt x="70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79" y="45"/>
                    <a:pt x="76" y="43"/>
                    <a:pt x="68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5" y="73"/>
                    <a:pt x="34" y="80"/>
                    <a:pt x="38" y="86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3" y="64"/>
                    <a:pt x="25" y="66"/>
                    <a:pt x="27" y="65"/>
                  </a:cubicBezTo>
                  <a:cubicBezTo>
                    <a:pt x="28" y="64"/>
                    <a:pt x="28" y="62"/>
                    <a:pt x="29" y="5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15" y="49"/>
                    <a:pt x="14" y="51"/>
                    <a:pt x="18" y="56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0" y="34"/>
                    <a:pt x="0" y="34"/>
                    <a:pt x="0" y="34"/>
                  </a:cubicBezTo>
                  <a:lnTo>
                    <a:pt x="2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3" name="Freeform 673">
              <a:extLst>
                <a:ext uri="{FF2B5EF4-FFF2-40B4-BE49-F238E27FC236}">
                  <a16:creationId xmlns:a16="http://schemas.microsoft.com/office/drawing/2014/main" id="{57EFA130-4E2E-49DE-B252-BF68B7A167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74813" y="12458700"/>
              <a:ext cx="53975" cy="57150"/>
            </a:xfrm>
            <a:custGeom>
              <a:avLst/>
              <a:gdLst>
                <a:gd name="T0" fmla="*/ 21 w 86"/>
                <a:gd name="T1" fmla="*/ 62 h 89"/>
                <a:gd name="T2" fmla="*/ 26 w 86"/>
                <a:gd name="T3" fmla="*/ 66 h 89"/>
                <a:gd name="T4" fmla="*/ 29 w 86"/>
                <a:gd name="T5" fmla="*/ 60 h 89"/>
                <a:gd name="T6" fmla="*/ 21 w 86"/>
                <a:gd name="T7" fmla="*/ 46 h 89"/>
                <a:gd name="T8" fmla="*/ 18 w 86"/>
                <a:gd name="T9" fmla="*/ 56 h 89"/>
                <a:gd name="T10" fmla="*/ 16 w 86"/>
                <a:gd name="T11" fmla="*/ 58 h 89"/>
                <a:gd name="T12" fmla="*/ 2 w 86"/>
                <a:gd name="T13" fmla="*/ 33 h 89"/>
                <a:gd name="T14" fmla="*/ 3 w 86"/>
                <a:gd name="T15" fmla="*/ 34 h 89"/>
                <a:gd name="T16" fmla="*/ 14 w 86"/>
                <a:gd name="T17" fmla="*/ 36 h 89"/>
                <a:gd name="T18" fmla="*/ 52 w 86"/>
                <a:gd name="T19" fmla="*/ 8 h 89"/>
                <a:gd name="T20" fmla="*/ 50 w 86"/>
                <a:gd name="T21" fmla="*/ 2 h 89"/>
                <a:gd name="T22" fmla="*/ 68 w 86"/>
                <a:gd name="T23" fmla="*/ 24 h 89"/>
                <a:gd name="T24" fmla="*/ 65 w 86"/>
                <a:gd name="T25" fmla="*/ 25 h 89"/>
                <a:gd name="T26" fmla="*/ 54 w 86"/>
                <a:gd name="T27" fmla="*/ 24 h 89"/>
                <a:gd name="T28" fmla="*/ 66 w 86"/>
                <a:gd name="T29" fmla="*/ 37 h 89"/>
                <a:gd name="T30" fmla="*/ 72 w 86"/>
                <a:gd name="T31" fmla="*/ 37 h 89"/>
                <a:gd name="T32" fmla="*/ 69 w 86"/>
                <a:gd name="T33" fmla="*/ 31 h 89"/>
                <a:gd name="T34" fmla="*/ 72 w 86"/>
                <a:gd name="T35" fmla="*/ 29 h 89"/>
                <a:gd name="T36" fmla="*/ 84 w 86"/>
                <a:gd name="T37" fmla="*/ 53 h 89"/>
                <a:gd name="T38" fmla="*/ 68 w 86"/>
                <a:gd name="T39" fmla="*/ 44 h 89"/>
                <a:gd name="T40" fmla="*/ 37 w 86"/>
                <a:gd name="T41" fmla="*/ 70 h 89"/>
                <a:gd name="T42" fmla="*/ 38 w 86"/>
                <a:gd name="T43" fmla="*/ 87 h 89"/>
                <a:gd name="T44" fmla="*/ 36 w 86"/>
                <a:gd name="T45" fmla="*/ 89 h 89"/>
                <a:gd name="T46" fmla="*/ 20 w 86"/>
                <a:gd name="T47" fmla="*/ 64 h 89"/>
                <a:gd name="T48" fmla="*/ 37 w 86"/>
                <a:gd name="T49" fmla="*/ 87 h 89"/>
                <a:gd name="T50" fmla="*/ 36 w 86"/>
                <a:gd name="T51" fmla="*/ 70 h 89"/>
                <a:gd name="T52" fmla="*/ 68 w 86"/>
                <a:gd name="T53" fmla="*/ 43 h 89"/>
                <a:gd name="T54" fmla="*/ 85 w 86"/>
                <a:gd name="T55" fmla="*/ 51 h 89"/>
                <a:gd name="T56" fmla="*/ 70 w 86"/>
                <a:gd name="T57" fmla="*/ 31 h 89"/>
                <a:gd name="T58" fmla="*/ 72 w 86"/>
                <a:gd name="T59" fmla="*/ 38 h 89"/>
                <a:gd name="T60" fmla="*/ 66 w 86"/>
                <a:gd name="T61" fmla="*/ 38 h 89"/>
                <a:gd name="T62" fmla="*/ 38 w 86"/>
                <a:gd name="T63" fmla="*/ 34 h 89"/>
                <a:gd name="T64" fmla="*/ 54 w 86"/>
                <a:gd name="T65" fmla="*/ 23 h 89"/>
                <a:gd name="T66" fmla="*/ 65 w 86"/>
                <a:gd name="T67" fmla="*/ 24 h 89"/>
                <a:gd name="T68" fmla="*/ 52 w 86"/>
                <a:gd name="T69" fmla="*/ 1 h 89"/>
                <a:gd name="T70" fmla="*/ 53 w 86"/>
                <a:gd name="T71" fmla="*/ 8 h 89"/>
                <a:gd name="T72" fmla="*/ 15 w 86"/>
                <a:gd name="T73" fmla="*/ 37 h 89"/>
                <a:gd name="T74" fmla="*/ 2 w 86"/>
                <a:gd name="T75" fmla="*/ 34 h 89"/>
                <a:gd name="T76" fmla="*/ 16 w 86"/>
                <a:gd name="T77" fmla="*/ 58 h 89"/>
                <a:gd name="T78" fmla="*/ 15 w 86"/>
                <a:gd name="T79" fmla="*/ 52 h 89"/>
                <a:gd name="T80" fmla="*/ 38 w 86"/>
                <a:gd name="T81" fmla="*/ 34 h 89"/>
                <a:gd name="T82" fmla="*/ 38 w 86"/>
                <a:gd name="T83" fmla="*/ 35 h 89"/>
                <a:gd name="T84" fmla="*/ 27 w 86"/>
                <a:gd name="T85" fmla="*/ 66 h 89"/>
                <a:gd name="T86" fmla="*/ 21 w 86"/>
                <a:gd name="T87" fmla="*/ 6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" h="89">
                  <a:moveTo>
                    <a:pt x="19" y="63"/>
                  </a:moveTo>
                  <a:cubicBezTo>
                    <a:pt x="21" y="62"/>
                    <a:pt x="21" y="62"/>
                    <a:pt x="21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3" y="64"/>
                    <a:pt x="25" y="66"/>
                    <a:pt x="26" y="66"/>
                  </a:cubicBezTo>
                  <a:cubicBezTo>
                    <a:pt x="26" y="66"/>
                    <a:pt x="26" y="66"/>
                    <a:pt x="26" y="65"/>
                  </a:cubicBezTo>
                  <a:cubicBezTo>
                    <a:pt x="27" y="65"/>
                    <a:pt x="28" y="63"/>
                    <a:pt x="29" y="60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17" y="48"/>
                    <a:pt x="16" y="50"/>
                    <a:pt x="16" y="52"/>
                  </a:cubicBezTo>
                  <a:cubicBezTo>
                    <a:pt x="16" y="53"/>
                    <a:pt x="17" y="54"/>
                    <a:pt x="18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5" y="37"/>
                    <a:pt x="7" y="39"/>
                    <a:pt x="9" y="39"/>
                  </a:cubicBezTo>
                  <a:cubicBezTo>
                    <a:pt x="10" y="39"/>
                    <a:pt x="12" y="38"/>
                    <a:pt x="14" y="36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51" y="12"/>
                    <a:pt x="53" y="10"/>
                    <a:pt x="52" y="8"/>
                  </a:cubicBezTo>
                  <a:cubicBezTo>
                    <a:pt x="53" y="7"/>
                    <a:pt x="52" y="5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3" y="22"/>
                    <a:pt x="62" y="21"/>
                    <a:pt x="60" y="21"/>
                  </a:cubicBezTo>
                  <a:cubicBezTo>
                    <a:pt x="59" y="21"/>
                    <a:pt x="57" y="22"/>
                    <a:pt x="54" y="2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7" y="37"/>
                    <a:pt x="69" y="37"/>
                    <a:pt x="70" y="37"/>
                  </a:cubicBezTo>
                  <a:cubicBezTo>
                    <a:pt x="71" y="37"/>
                    <a:pt x="71" y="37"/>
                    <a:pt x="72" y="37"/>
                  </a:cubicBezTo>
                  <a:cubicBezTo>
                    <a:pt x="72" y="37"/>
                    <a:pt x="72" y="37"/>
                    <a:pt x="72" y="36"/>
                  </a:cubicBezTo>
                  <a:cubicBezTo>
                    <a:pt x="72" y="36"/>
                    <a:pt x="71" y="34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79" y="46"/>
                    <a:pt x="75" y="45"/>
                    <a:pt x="68" y="44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6" y="72"/>
                    <a:pt x="35" y="75"/>
                    <a:pt x="35" y="78"/>
                  </a:cubicBezTo>
                  <a:cubicBezTo>
                    <a:pt x="35" y="81"/>
                    <a:pt x="36" y="84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6" y="89"/>
                    <a:pt x="36" y="89"/>
                    <a:pt x="36" y="89"/>
                  </a:cubicBezTo>
                  <a:lnTo>
                    <a:pt x="19" y="63"/>
                  </a:lnTo>
                  <a:close/>
                  <a:moveTo>
                    <a:pt x="20" y="64"/>
                  </a:moveTo>
                  <a:cubicBezTo>
                    <a:pt x="36" y="88"/>
                    <a:pt x="36" y="88"/>
                    <a:pt x="36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6" y="84"/>
                    <a:pt x="35" y="81"/>
                    <a:pt x="35" y="78"/>
                  </a:cubicBezTo>
                  <a:cubicBezTo>
                    <a:pt x="35" y="75"/>
                    <a:pt x="36" y="72"/>
                    <a:pt x="36" y="7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75" y="44"/>
                    <a:pt x="80" y="45"/>
                    <a:pt x="84" y="5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4"/>
                    <a:pt x="72" y="35"/>
                    <a:pt x="72" y="36"/>
                  </a:cubicBezTo>
                  <a:cubicBezTo>
                    <a:pt x="72" y="37"/>
                    <a:pt x="72" y="37"/>
                    <a:pt x="72" y="38"/>
                  </a:cubicBezTo>
                  <a:cubicBezTo>
                    <a:pt x="71" y="38"/>
                    <a:pt x="71" y="38"/>
                    <a:pt x="70" y="38"/>
                  </a:cubicBezTo>
                  <a:cubicBezTo>
                    <a:pt x="69" y="38"/>
                    <a:pt x="67" y="38"/>
                    <a:pt x="66" y="38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7" y="21"/>
                    <a:pt x="59" y="20"/>
                    <a:pt x="60" y="20"/>
                  </a:cubicBezTo>
                  <a:cubicBezTo>
                    <a:pt x="62" y="20"/>
                    <a:pt x="64" y="22"/>
                    <a:pt x="65" y="24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5"/>
                    <a:pt x="53" y="6"/>
                    <a:pt x="53" y="8"/>
                  </a:cubicBezTo>
                  <a:cubicBezTo>
                    <a:pt x="53" y="10"/>
                    <a:pt x="51" y="12"/>
                    <a:pt x="48" y="14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2" y="38"/>
                    <a:pt x="10" y="39"/>
                    <a:pt x="9" y="39"/>
                  </a:cubicBezTo>
                  <a:cubicBezTo>
                    <a:pt x="6" y="39"/>
                    <a:pt x="5" y="38"/>
                    <a:pt x="2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5"/>
                    <a:pt x="15" y="53"/>
                    <a:pt x="15" y="52"/>
                  </a:cubicBezTo>
                  <a:cubicBezTo>
                    <a:pt x="15" y="50"/>
                    <a:pt x="17" y="48"/>
                    <a:pt x="21" y="4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8" y="63"/>
                    <a:pt x="28" y="65"/>
                    <a:pt x="27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4" y="66"/>
                    <a:pt x="23" y="65"/>
                    <a:pt x="21" y="63"/>
                  </a:cubicBezTo>
                  <a:lnTo>
                    <a:pt x="20" y="6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4" name="Freeform 674">
              <a:extLst>
                <a:ext uri="{FF2B5EF4-FFF2-40B4-BE49-F238E27FC236}">
                  <a16:creationId xmlns:a16="http://schemas.microsoft.com/office/drawing/2014/main" id="{ACB4DD3A-0063-4A30-833F-24C466F7839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97038" y="12514263"/>
              <a:ext cx="47625" cy="44450"/>
            </a:xfrm>
            <a:custGeom>
              <a:avLst/>
              <a:gdLst>
                <a:gd name="T0" fmla="*/ 2 w 74"/>
                <a:gd name="T1" fmla="*/ 0 h 70"/>
                <a:gd name="T2" fmla="*/ 16 w 74"/>
                <a:gd name="T3" fmla="*/ 8 h 70"/>
                <a:gd name="T4" fmla="*/ 70 w 74"/>
                <a:gd name="T5" fmla="*/ 6 h 70"/>
                <a:gd name="T6" fmla="*/ 74 w 74"/>
                <a:gd name="T7" fmla="*/ 13 h 70"/>
                <a:gd name="T8" fmla="*/ 36 w 74"/>
                <a:gd name="T9" fmla="*/ 54 h 70"/>
                <a:gd name="T10" fmla="*/ 33 w 74"/>
                <a:gd name="T11" fmla="*/ 69 h 70"/>
                <a:gd name="T12" fmla="*/ 31 w 74"/>
                <a:gd name="T13" fmla="*/ 70 h 70"/>
                <a:gd name="T14" fmla="*/ 19 w 74"/>
                <a:gd name="T15" fmla="*/ 43 h 70"/>
                <a:gd name="T16" fmla="*/ 21 w 74"/>
                <a:gd name="T17" fmla="*/ 42 h 70"/>
                <a:gd name="T18" fmla="*/ 27 w 74"/>
                <a:gd name="T19" fmla="*/ 48 h 70"/>
                <a:gd name="T20" fmla="*/ 30 w 74"/>
                <a:gd name="T21" fmla="*/ 46 h 70"/>
                <a:gd name="T22" fmla="*/ 37 w 74"/>
                <a:gd name="T23" fmla="*/ 38 h 70"/>
                <a:gd name="T24" fmla="*/ 26 w 74"/>
                <a:gd name="T25" fmla="*/ 13 h 70"/>
                <a:gd name="T26" fmla="*/ 16 w 74"/>
                <a:gd name="T27" fmla="*/ 14 h 70"/>
                <a:gd name="T28" fmla="*/ 12 w 74"/>
                <a:gd name="T29" fmla="*/ 14 h 70"/>
                <a:gd name="T30" fmla="*/ 12 w 74"/>
                <a:gd name="T31" fmla="*/ 23 h 70"/>
                <a:gd name="T32" fmla="*/ 10 w 74"/>
                <a:gd name="T33" fmla="*/ 24 h 70"/>
                <a:gd name="T34" fmla="*/ 0 w 74"/>
                <a:gd name="T35" fmla="*/ 1 h 70"/>
                <a:gd name="T36" fmla="*/ 2 w 74"/>
                <a:gd name="T37" fmla="*/ 0 h 70"/>
                <a:gd name="T38" fmla="*/ 31 w 74"/>
                <a:gd name="T39" fmla="*/ 13 h 70"/>
                <a:gd name="T40" fmla="*/ 41 w 74"/>
                <a:gd name="T41" fmla="*/ 34 h 70"/>
                <a:gd name="T42" fmla="*/ 61 w 74"/>
                <a:gd name="T43" fmla="*/ 12 h 70"/>
                <a:gd name="T44" fmla="*/ 31 w 74"/>
                <a:gd name="T45" fmla="*/ 1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70">
                  <a:moveTo>
                    <a:pt x="2" y="0"/>
                  </a:moveTo>
                  <a:cubicBezTo>
                    <a:pt x="5" y="6"/>
                    <a:pt x="8" y="8"/>
                    <a:pt x="16" y="8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1" y="59"/>
                    <a:pt x="30" y="62"/>
                    <a:pt x="33" y="69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3" y="46"/>
                    <a:pt x="25" y="49"/>
                    <a:pt x="27" y="48"/>
                  </a:cubicBezTo>
                  <a:cubicBezTo>
                    <a:pt x="28" y="47"/>
                    <a:pt x="29" y="46"/>
                    <a:pt x="30" y="46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3" y="14"/>
                    <a:pt x="12" y="14"/>
                  </a:cubicBezTo>
                  <a:cubicBezTo>
                    <a:pt x="10" y="15"/>
                    <a:pt x="10" y="18"/>
                    <a:pt x="12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2" y="0"/>
                  </a:lnTo>
                  <a:close/>
                  <a:moveTo>
                    <a:pt x="31" y="13"/>
                  </a:moveTo>
                  <a:cubicBezTo>
                    <a:pt x="41" y="34"/>
                    <a:pt x="41" y="34"/>
                    <a:pt x="41" y="34"/>
                  </a:cubicBezTo>
                  <a:cubicBezTo>
                    <a:pt x="61" y="12"/>
                    <a:pt x="61" y="12"/>
                    <a:pt x="61" y="12"/>
                  </a:cubicBezTo>
                  <a:lnTo>
                    <a:pt x="31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5" name="Freeform 675">
              <a:extLst>
                <a:ext uri="{FF2B5EF4-FFF2-40B4-BE49-F238E27FC236}">
                  <a16:creationId xmlns:a16="http://schemas.microsoft.com/office/drawing/2014/main" id="{4AE36EFF-6C04-433C-A3FB-0F7DEF939C5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397038" y="12512675"/>
              <a:ext cx="47625" cy="46037"/>
            </a:xfrm>
            <a:custGeom>
              <a:avLst/>
              <a:gdLst>
                <a:gd name="T0" fmla="*/ 19 w 75"/>
                <a:gd name="T1" fmla="*/ 44 h 71"/>
                <a:gd name="T2" fmla="*/ 22 w 75"/>
                <a:gd name="T3" fmla="*/ 43 h 71"/>
                <a:gd name="T4" fmla="*/ 22 w 75"/>
                <a:gd name="T5" fmla="*/ 43 h 71"/>
                <a:gd name="T6" fmla="*/ 27 w 75"/>
                <a:gd name="T7" fmla="*/ 49 h 71"/>
                <a:gd name="T8" fmla="*/ 28 w 75"/>
                <a:gd name="T9" fmla="*/ 48 h 71"/>
                <a:gd name="T10" fmla="*/ 31 w 75"/>
                <a:gd name="T11" fmla="*/ 46 h 71"/>
                <a:gd name="T12" fmla="*/ 38 w 75"/>
                <a:gd name="T13" fmla="*/ 39 h 71"/>
                <a:gd name="T14" fmla="*/ 27 w 75"/>
                <a:gd name="T15" fmla="*/ 15 h 71"/>
                <a:gd name="T16" fmla="*/ 17 w 75"/>
                <a:gd name="T17" fmla="*/ 15 h 71"/>
                <a:gd name="T18" fmla="*/ 17 w 75"/>
                <a:gd name="T19" fmla="*/ 15 h 71"/>
                <a:gd name="T20" fmla="*/ 14 w 75"/>
                <a:gd name="T21" fmla="*/ 16 h 71"/>
                <a:gd name="T22" fmla="*/ 12 w 75"/>
                <a:gd name="T23" fmla="*/ 18 h 71"/>
                <a:gd name="T24" fmla="*/ 14 w 75"/>
                <a:gd name="T25" fmla="*/ 24 h 71"/>
                <a:gd name="T26" fmla="*/ 14 w 75"/>
                <a:gd name="T27" fmla="*/ 24 h 71"/>
                <a:gd name="T28" fmla="*/ 11 w 75"/>
                <a:gd name="T29" fmla="*/ 25 h 71"/>
                <a:gd name="T30" fmla="*/ 0 w 75"/>
                <a:gd name="T31" fmla="*/ 2 h 71"/>
                <a:gd name="T32" fmla="*/ 3 w 75"/>
                <a:gd name="T33" fmla="*/ 1 h 71"/>
                <a:gd name="T34" fmla="*/ 3 w 75"/>
                <a:gd name="T35" fmla="*/ 0 h 71"/>
                <a:gd name="T36" fmla="*/ 3 w 75"/>
                <a:gd name="T37" fmla="*/ 1 h 71"/>
                <a:gd name="T38" fmla="*/ 15 w 75"/>
                <a:gd name="T39" fmla="*/ 8 h 71"/>
                <a:gd name="T40" fmla="*/ 17 w 75"/>
                <a:gd name="T41" fmla="*/ 8 h 71"/>
                <a:gd name="T42" fmla="*/ 71 w 75"/>
                <a:gd name="T43" fmla="*/ 6 h 71"/>
                <a:gd name="T44" fmla="*/ 75 w 75"/>
                <a:gd name="T45" fmla="*/ 14 h 71"/>
                <a:gd name="T46" fmla="*/ 37 w 75"/>
                <a:gd name="T47" fmla="*/ 55 h 71"/>
                <a:gd name="T48" fmla="*/ 33 w 75"/>
                <a:gd name="T49" fmla="*/ 63 h 71"/>
                <a:gd name="T50" fmla="*/ 35 w 75"/>
                <a:gd name="T51" fmla="*/ 70 h 71"/>
                <a:gd name="T52" fmla="*/ 35 w 75"/>
                <a:gd name="T53" fmla="*/ 70 h 71"/>
                <a:gd name="T54" fmla="*/ 32 w 75"/>
                <a:gd name="T55" fmla="*/ 71 h 71"/>
                <a:gd name="T56" fmla="*/ 19 w 75"/>
                <a:gd name="T57" fmla="*/ 44 h 71"/>
                <a:gd name="T58" fmla="*/ 20 w 75"/>
                <a:gd name="T59" fmla="*/ 44 h 71"/>
                <a:gd name="T60" fmla="*/ 32 w 75"/>
                <a:gd name="T61" fmla="*/ 70 h 71"/>
                <a:gd name="T62" fmla="*/ 34 w 75"/>
                <a:gd name="T63" fmla="*/ 70 h 71"/>
                <a:gd name="T64" fmla="*/ 32 w 75"/>
                <a:gd name="T65" fmla="*/ 63 h 71"/>
                <a:gd name="T66" fmla="*/ 37 w 75"/>
                <a:gd name="T67" fmla="*/ 55 h 71"/>
                <a:gd name="T68" fmla="*/ 74 w 75"/>
                <a:gd name="T69" fmla="*/ 14 h 71"/>
                <a:gd name="T70" fmla="*/ 71 w 75"/>
                <a:gd name="T71" fmla="*/ 7 h 71"/>
                <a:gd name="T72" fmla="*/ 17 w 75"/>
                <a:gd name="T73" fmla="*/ 9 h 71"/>
                <a:gd name="T74" fmla="*/ 15 w 75"/>
                <a:gd name="T75" fmla="*/ 9 h 71"/>
                <a:gd name="T76" fmla="*/ 3 w 75"/>
                <a:gd name="T77" fmla="*/ 1 h 71"/>
                <a:gd name="T78" fmla="*/ 1 w 75"/>
                <a:gd name="T79" fmla="*/ 2 h 71"/>
                <a:gd name="T80" fmla="*/ 11 w 75"/>
                <a:gd name="T81" fmla="*/ 24 h 71"/>
                <a:gd name="T82" fmla="*/ 13 w 75"/>
                <a:gd name="T83" fmla="*/ 24 h 71"/>
                <a:gd name="T84" fmla="*/ 11 w 75"/>
                <a:gd name="T85" fmla="*/ 18 h 71"/>
                <a:gd name="T86" fmla="*/ 13 w 75"/>
                <a:gd name="T87" fmla="*/ 15 h 71"/>
                <a:gd name="T88" fmla="*/ 17 w 75"/>
                <a:gd name="T89" fmla="*/ 14 h 71"/>
                <a:gd name="T90" fmla="*/ 17 w 75"/>
                <a:gd name="T91" fmla="*/ 14 h 71"/>
                <a:gd name="T92" fmla="*/ 27 w 75"/>
                <a:gd name="T93" fmla="*/ 14 h 71"/>
                <a:gd name="T94" fmla="*/ 39 w 75"/>
                <a:gd name="T95" fmla="*/ 39 h 71"/>
                <a:gd name="T96" fmla="*/ 31 w 75"/>
                <a:gd name="T97" fmla="*/ 47 h 71"/>
                <a:gd name="T98" fmla="*/ 28 w 75"/>
                <a:gd name="T99" fmla="*/ 49 h 71"/>
                <a:gd name="T100" fmla="*/ 27 w 75"/>
                <a:gd name="T101" fmla="*/ 49 h 71"/>
                <a:gd name="T102" fmla="*/ 22 w 75"/>
                <a:gd name="T103" fmla="*/ 43 h 71"/>
                <a:gd name="T104" fmla="*/ 20 w 75"/>
                <a:gd name="T105" fmla="*/ 44 h 71"/>
                <a:gd name="T106" fmla="*/ 32 w 75"/>
                <a:gd name="T107" fmla="*/ 14 h 71"/>
                <a:gd name="T108" fmla="*/ 31 w 75"/>
                <a:gd name="T109" fmla="*/ 14 h 71"/>
                <a:gd name="T110" fmla="*/ 63 w 75"/>
                <a:gd name="T111" fmla="*/ 13 h 71"/>
                <a:gd name="T112" fmla="*/ 41 w 75"/>
                <a:gd name="T113" fmla="*/ 36 h 71"/>
                <a:gd name="T114" fmla="*/ 32 w 75"/>
                <a:gd name="T115" fmla="*/ 14 h 71"/>
                <a:gd name="T116" fmla="*/ 42 w 75"/>
                <a:gd name="T117" fmla="*/ 35 h 71"/>
                <a:gd name="T118" fmla="*/ 62 w 75"/>
                <a:gd name="T119" fmla="*/ 13 h 71"/>
                <a:gd name="T120" fmla="*/ 32 w 75"/>
                <a:gd name="T121" fmla="*/ 14 h 71"/>
                <a:gd name="T122" fmla="*/ 42 w 75"/>
                <a:gd name="T123" fmla="*/ 3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" h="71">
                  <a:moveTo>
                    <a:pt x="19" y="44"/>
                  </a:moveTo>
                  <a:cubicBezTo>
                    <a:pt x="22" y="43"/>
                    <a:pt x="22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6"/>
                    <a:pt x="25" y="49"/>
                    <a:pt x="27" y="49"/>
                  </a:cubicBezTo>
                  <a:cubicBezTo>
                    <a:pt x="27" y="49"/>
                    <a:pt x="28" y="49"/>
                    <a:pt x="28" y="48"/>
                  </a:cubicBezTo>
                  <a:cubicBezTo>
                    <a:pt x="29" y="48"/>
                    <a:pt x="30" y="47"/>
                    <a:pt x="31" y="46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5" y="15"/>
                    <a:pt x="14" y="16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2" y="19"/>
                    <a:pt x="12" y="21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6" y="7"/>
                    <a:pt x="8" y="8"/>
                    <a:pt x="15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4" y="58"/>
                    <a:pt x="33" y="61"/>
                    <a:pt x="33" y="63"/>
                  </a:cubicBezTo>
                  <a:cubicBezTo>
                    <a:pt x="33" y="65"/>
                    <a:pt x="33" y="67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2" y="71"/>
                    <a:pt x="32" y="71"/>
                    <a:pt x="32" y="71"/>
                  </a:cubicBezTo>
                  <a:lnTo>
                    <a:pt x="19" y="44"/>
                  </a:lnTo>
                  <a:close/>
                  <a:moveTo>
                    <a:pt x="20" y="44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3" y="67"/>
                    <a:pt x="32" y="65"/>
                    <a:pt x="32" y="63"/>
                  </a:cubicBezTo>
                  <a:cubicBezTo>
                    <a:pt x="32" y="60"/>
                    <a:pt x="34" y="58"/>
                    <a:pt x="37" y="5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5" y="9"/>
                  </a:cubicBezTo>
                  <a:cubicBezTo>
                    <a:pt x="8" y="9"/>
                    <a:pt x="5" y="7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1"/>
                    <a:pt x="11" y="20"/>
                    <a:pt x="11" y="18"/>
                  </a:cubicBezTo>
                  <a:cubicBezTo>
                    <a:pt x="11" y="17"/>
                    <a:pt x="12" y="16"/>
                    <a:pt x="13" y="15"/>
                  </a:cubicBezTo>
                  <a:cubicBezTo>
                    <a:pt x="14" y="14"/>
                    <a:pt x="16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28" y="49"/>
                    <a:pt x="28" y="49"/>
                    <a:pt x="27" y="49"/>
                  </a:cubicBezTo>
                  <a:cubicBezTo>
                    <a:pt x="25" y="49"/>
                    <a:pt x="23" y="46"/>
                    <a:pt x="22" y="43"/>
                  </a:cubicBezTo>
                  <a:lnTo>
                    <a:pt x="20" y="44"/>
                  </a:lnTo>
                  <a:close/>
                  <a:moveTo>
                    <a:pt x="32" y="14"/>
                  </a:moveTo>
                  <a:cubicBezTo>
                    <a:pt x="31" y="14"/>
                    <a:pt x="31" y="14"/>
                    <a:pt x="31" y="14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41" y="36"/>
                    <a:pt x="41" y="36"/>
                    <a:pt x="41" y="36"/>
                  </a:cubicBezTo>
                  <a:lnTo>
                    <a:pt x="32" y="14"/>
                  </a:lnTo>
                  <a:close/>
                  <a:moveTo>
                    <a:pt x="42" y="35"/>
                  </a:moveTo>
                  <a:cubicBezTo>
                    <a:pt x="62" y="13"/>
                    <a:pt x="62" y="13"/>
                    <a:pt x="62" y="13"/>
                  </a:cubicBezTo>
                  <a:cubicBezTo>
                    <a:pt x="32" y="14"/>
                    <a:pt x="32" y="14"/>
                    <a:pt x="32" y="14"/>
                  </a:cubicBezTo>
                  <a:lnTo>
                    <a:pt x="42" y="3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6" name="Freeform 676">
              <a:extLst>
                <a:ext uri="{FF2B5EF4-FFF2-40B4-BE49-F238E27FC236}">
                  <a16:creationId xmlns:a16="http://schemas.microsoft.com/office/drawing/2014/main" id="{FBE68E27-2EC2-4561-944E-CB1E000A944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17675" y="12547600"/>
              <a:ext cx="46038" cy="47625"/>
            </a:xfrm>
            <a:custGeom>
              <a:avLst/>
              <a:gdLst>
                <a:gd name="T0" fmla="*/ 2 w 72"/>
                <a:gd name="T1" fmla="*/ 16 h 74"/>
                <a:gd name="T2" fmla="*/ 13 w 72"/>
                <a:gd name="T3" fmla="*/ 22 h 74"/>
                <a:gd name="T4" fmla="*/ 51 w 72"/>
                <a:gd name="T5" fmla="*/ 11 h 74"/>
                <a:gd name="T6" fmla="*/ 57 w 72"/>
                <a:gd name="T7" fmla="*/ 0 h 74"/>
                <a:gd name="T8" fmla="*/ 59 w 72"/>
                <a:gd name="T9" fmla="*/ 0 h 74"/>
                <a:gd name="T10" fmla="*/ 67 w 72"/>
                <a:gd name="T11" fmla="*/ 26 h 74"/>
                <a:gd name="T12" fmla="*/ 47 w 72"/>
                <a:gd name="T13" fmla="*/ 67 h 74"/>
                <a:gd name="T14" fmla="*/ 7 w 72"/>
                <a:gd name="T15" fmla="*/ 43 h 74"/>
                <a:gd name="T16" fmla="*/ 0 w 72"/>
                <a:gd name="T17" fmla="*/ 17 h 74"/>
                <a:gd name="T18" fmla="*/ 2 w 72"/>
                <a:gd name="T19" fmla="*/ 16 h 74"/>
                <a:gd name="T20" fmla="*/ 16 w 72"/>
                <a:gd name="T21" fmla="*/ 33 h 74"/>
                <a:gd name="T22" fmla="*/ 11 w 72"/>
                <a:gd name="T23" fmla="*/ 42 h 74"/>
                <a:gd name="T24" fmla="*/ 43 w 72"/>
                <a:gd name="T25" fmla="*/ 55 h 74"/>
                <a:gd name="T26" fmla="*/ 63 w 72"/>
                <a:gd name="T27" fmla="*/ 27 h 74"/>
                <a:gd name="T28" fmla="*/ 54 w 72"/>
                <a:gd name="T29" fmla="*/ 22 h 74"/>
                <a:gd name="T30" fmla="*/ 16 w 72"/>
                <a:gd name="T31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74">
                  <a:moveTo>
                    <a:pt x="2" y="16"/>
                  </a:moveTo>
                  <a:cubicBezTo>
                    <a:pt x="4" y="23"/>
                    <a:pt x="6" y="24"/>
                    <a:pt x="13" y="2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8" y="9"/>
                    <a:pt x="59" y="7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72" y="44"/>
                    <a:pt x="72" y="59"/>
                    <a:pt x="47" y="67"/>
                  </a:cubicBezTo>
                  <a:cubicBezTo>
                    <a:pt x="21" y="74"/>
                    <a:pt x="13" y="62"/>
                    <a:pt x="7" y="43"/>
                  </a:cubicBezTo>
                  <a:cubicBezTo>
                    <a:pt x="0" y="17"/>
                    <a:pt x="0" y="17"/>
                    <a:pt x="0" y="17"/>
                  </a:cubicBezTo>
                  <a:lnTo>
                    <a:pt x="2" y="16"/>
                  </a:lnTo>
                  <a:close/>
                  <a:moveTo>
                    <a:pt x="16" y="33"/>
                  </a:moveTo>
                  <a:cubicBezTo>
                    <a:pt x="11" y="35"/>
                    <a:pt x="10" y="35"/>
                    <a:pt x="11" y="42"/>
                  </a:cubicBezTo>
                  <a:cubicBezTo>
                    <a:pt x="16" y="59"/>
                    <a:pt x="25" y="60"/>
                    <a:pt x="43" y="55"/>
                  </a:cubicBezTo>
                  <a:cubicBezTo>
                    <a:pt x="60" y="50"/>
                    <a:pt x="68" y="45"/>
                    <a:pt x="63" y="27"/>
                  </a:cubicBezTo>
                  <a:cubicBezTo>
                    <a:pt x="61" y="21"/>
                    <a:pt x="60" y="21"/>
                    <a:pt x="54" y="22"/>
                  </a:cubicBezTo>
                  <a:lnTo>
                    <a:pt x="16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7" name="Freeform 677">
              <a:extLst>
                <a:ext uri="{FF2B5EF4-FFF2-40B4-BE49-F238E27FC236}">
                  <a16:creationId xmlns:a16="http://schemas.microsoft.com/office/drawing/2014/main" id="{15DED9A4-DDB7-4FC4-A92F-3A216AA8E0A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16088" y="12547600"/>
              <a:ext cx="46038" cy="44450"/>
            </a:xfrm>
            <a:custGeom>
              <a:avLst/>
              <a:gdLst>
                <a:gd name="T0" fmla="*/ 8 w 71"/>
                <a:gd name="T1" fmla="*/ 44 h 70"/>
                <a:gd name="T2" fmla="*/ 0 w 71"/>
                <a:gd name="T3" fmla="*/ 18 h 70"/>
                <a:gd name="T4" fmla="*/ 3 w 71"/>
                <a:gd name="T5" fmla="*/ 17 h 70"/>
                <a:gd name="T6" fmla="*/ 3 w 71"/>
                <a:gd name="T7" fmla="*/ 17 h 70"/>
                <a:gd name="T8" fmla="*/ 3 w 71"/>
                <a:gd name="T9" fmla="*/ 17 h 70"/>
                <a:gd name="T10" fmla="*/ 9 w 71"/>
                <a:gd name="T11" fmla="*/ 24 h 70"/>
                <a:gd name="T12" fmla="*/ 14 w 71"/>
                <a:gd name="T13" fmla="*/ 23 h 70"/>
                <a:gd name="T14" fmla="*/ 52 w 71"/>
                <a:gd name="T15" fmla="*/ 12 h 70"/>
                <a:gd name="T16" fmla="*/ 59 w 71"/>
                <a:gd name="T17" fmla="*/ 7 h 70"/>
                <a:gd name="T18" fmla="*/ 58 w 71"/>
                <a:gd name="T19" fmla="*/ 2 h 70"/>
                <a:gd name="T20" fmla="*/ 58 w 71"/>
                <a:gd name="T21" fmla="*/ 1 h 70"/>
                <a:gd name="T22" fmla="*/ 61 w 71"/>
                <a:gd name="T23" fmla="*/ 0 h 70"/>
                <a:gd name="T24" fmla="*/ 68 w 71"/>
                <a:gd name="T25" fmla="*/ 26 h 70"/>
                <a:gd name="T26" fmla="*/ 71 w 71"/>
                <a:gd name="T27" fmla="*/ 43 h 70"/>
                <a:gd name="T28" fmla="*/ 48 w 71"/>
                <a:gd name="T29" fmla="*/ 68 h 70"/>
                <a:gd name="T30" fmla="*/ 34 w 71"/>
                <a:gd name="T31" fmla="*/ 70 h 70"/>
                <a:gd name="T32" fmla="*/ 8 w 71"/>
                <a:gd name="T33" fmla="*/ 44 h 70"/>
                <a:gd name="T34" fmla="*/ 1 w 71"/>
                <a:gd name="T35" fmla="*/ 18 h 70"/>
                <a:gd name="T36" fmla="*/ 9 w 71"/>
                <a:gd name="T37" fmla="*/ 44 h 70"/>
                <a:gd name="T38" fmla="*/ 34 w 71"/>
                <a:gd name="T39" fmla="*/ 70 h 70"/>
                <a:gd name="T40" fmla="*/ 48 w 71"/>
                <a:gd name="T41" fmla="*/ 67 h 70"/>
                <a:gd name="T42" fmla="*/ 70 w 71"/>
                <a:gd name="T43" fmla="*/ 43 h 70"/>
                <a:gd name="T44" fmla="*/ 68 w 71"/>
                <a:gd name="T45" fmla="*/ 27 h 70"/>
                <a:gd name="T46" fmla="*/ 60 w 71"/>
                <a:gd name="T47" fmla="*/ 1 h 70"/>
                <a:gd name="T48" fmla="*/ 59 w 71"/>
                <a:gd name="T49" fmla="*/ 2 h 70"/>
                <a:gd name="T50" fmla="*/ 59 w 71"/>
                <a:gd name="T51" fmla="*/ 7 h 70"/>
                <a:gd name="T52" fmla="*/ 52 w 71"/>
                <a:gd name="T53" fmla="*/ 13 h 70"/>
                <a:gd name="T54" fmla="*/ 14 w 71"/>
                <a:gd name="T55" fmla="*/ 24 h 70"/>
                <a:gd name="T56" fmla="*/ 9 w 71"/>
                <a:gd name="T57" fmla="*/ 25 h 70"/>
                <a:gd name="T58" fmla="*/ 3 w 71"/>
                <a:gd name="T59" fmla="*/ 18 h 70"/>
                <a:gd name="T60" fmla="*/ 1 w 71"/>
                <a:gd name="T61" fmla="*/ 18 h 70"/>
                <a:gd name="T62" fmla="*/ 12 w 71"/>
                <a:gd name="T63" fmla="*/ 43 h 70"/>
                <a:gd name="T64" fmla="*/ 11 w 71"/>
                <a:gd name="T65" fmla="*/ 39 h 70"/>
                <a:gd name="T66" fmla="*/ 17 w 71"/>
                <a:gd name="T67" fmla="*/ 34 h 70"/>
                <a:gd name="T68" fmla="*/ 55 w 71"/>
                <a:gd name="T69" fmla="*/ 23 h 70"/>
                <a:gd name="T70" fmla="*/ 59 w 71"/>
                <a:gd name="T71" fmla="*/ 22 h 70"/>
                <a:gd name="T72" fmla="*/ 64 w 71"/>
                <a:gd name="T73" fmla="*/ 28 h 70"/>
                <a:gd name="T74" fmla="*/ 66 w 71"/>
                <a:gd name="T75" fmla="*/ 38 h 70"/>
                <a:gd name="T76" fmla="*/ 44 w 71"/>
                <a:gd name="T77" fmla="*/ 56 h 70"/>
                <a:gd name="T78" fmla="*/ 30 w 71"/>
                <a:gd name="T79" fmla="*/ 59 h 70"/>
                <a:gd name="T80" fmla="*/ 29 w 71"/>
                <a:gd name="T81" fmla="*/ 59 h 70"/>
                <a:gd name="T82" fmla="*/ 12 w 71"/>
                <a:gd name="T83" fmla="*/ 43 h 70"/>
                <a:gd name="T84" fmla="*/ 12 w 71"/>
                <a:gd name="T85" fmla="*/ 39 h 70"/>
                <a:gd name="T86" fmla="*/ 13 w 71"/>
                <a:gd name="T87" fmla="*/ 43 h 70"/>
                <a:gd name="T88" fmla="*/ 30 w 71"/>
                <a:gd name="T89" fmla="*/ 58 h 70"/>
                <a:gd name="T90" fmla="*/ 44 w 71"/>
                <a:gd name="T91" fmla="*/ 56 h 70"/>
                <a:gd name="T92" fmla="*/ 65 w 71"/>
                <a:gd name="T93" fmla="*/ 38 h 70"/>
                <a:gd name="T94" fmla="*/ 63 w 71"/>
                <a:gd name="T95" fmla="*/ 28 h 70"/>
                <a:gd name="T96" fmla="*/ 59 w 71"/>
                <a:gd name="T97" fmla="*/ 23 h 70"/>
                <a:gd name="T98" fmla="*/ 56 w 71"/>
                <a:gd name="T99" fmla="*/ 24 h 70"/>
                <a:gd name="T100" fmla="*/ 17 w 71"/>
                <a:gd name="T101" fmla="*/ 35 h 70"/>
                <a:gd name="T102" fmla="*/ 12 w 71"/>
                <a:gd name="T103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" h="70">
                  <a:moveTo>
                    <a:pt x="8" y="4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22"/>
                    <a:pt x="6" y="24"/>
                    <a:pt x="9" y="24"/>
                  </a:cubicBezTo>
                  <a:cubicBezTo>
                    <a:pt x="10" y="24"/>
                    <a:pt x="12" y="24"/>
                    <a:pt x="14" y="2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7" y="11"/>
                    <a:pt x="59" y="9"/>
                    <a:pt x="59" y="7"/>
                  </a:cubicBezTo>
                  <a:cubicBezTo>
                    <a:pt x="59" y="5"/>
                    <a:pt x="58" y="4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70" y="32"/>
                    <a:pt x="71" y="38"/>
                    <a:pt x="71" y="43"/>
                  </a:cubicBezTo>
                  <a:cubicBezTo>
                    <a:pt x="71" y="54"/>
                    <a:pt x="65" y="63"/>
                    <a:pt x="48" y="68"/>
                  </a:cubicBezTo>
                  <a:cubicBezTo>
                    <a:pt x="42" y="69"/>
                    <a:pt x="38" y="70"/>
                    <a:pt x="34" y="70"/>
                  </a:cubicBezTo>
                  <a:cubicBezTo>
                    <a:pt x="18" y="70"/>
                    <a:pt x="12" y="59"/>
                    <a:pt x="8" y="44"/>
                  </a:cubicBezTo>
                  <a:moveTo>
                    <a:pt x="1" y="18"/>
                  </a:moveTo>
                  <a:cubicBezTo>
                    <a:pt x="9" y="44"/>
                    <a:pt x="9" y="44"/>
                    <a:pt x="9" y="44"/>
                  </a:cubicBezTo>
                  <a:cubicBezTo>
                    <a:pt x="13" y="59"/>
                    <a:pt x="19" y="70"/>
                    <a:pt x="34" y="70"/>
                  </a:cubicBezTo>
                  <a:cubicBezTo>
                    <a:pt x="38" y="70"/>
                    <a:pt x="42" y="69"/>
                    <a:pt x="48" y="67"/>
                  </a:cubicBezTo>
                  <a:cubicBezTo>
                    <a:pt x="65" y="62"/>
                    <a:pt x="70" y="54"/>
                    <a:pt x="70" y="43"/>
                  </a:cubicBezTo>
                  <a:cubicBezTo>
                    <a:pt x="70" y="38"/>
                    <a:pt x="69" y="32"/>
                    <a:pt x="68" y="27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4"/>
                    <a:pt x="59" y="5"/>
                    <a:pt x="59" y="7"/>
                  </a:cubicBezTo>
                  <a:cubicBezTo>
                    <a:pt x="59" y="10"/>
                    <a:pt x="57" y="11"/>
                    <a:pt x="52" y="1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2" y="24"/>
                    <a:pt x="10" y="25"/>
                    <a:pt x="9" y="25"/>
                  </a:cubicBezTo>
                  <a:cubicBezTo>
                    <a:pt x="6" y="25"/>
                    <a:pt x="4" y="23"/>
                    <a:pt x="3" y="18"/>
                  </a:cubicBezTo>
                  <a:lnTo>
                    <a:pt x="1" y="18"/>
                  </a:lnTo>
                  <a:close/>
                  <a:moveTo>
                    <a:pt x="12" y="43"/>
                  </a:moveTo>
                  <a:cubicBezTo>
                    <a:pt x="12" y="41"/>
                    <a:pt x="11" y="40"/>
                    <a:pt x="11" y="39"/>
                  </a:cubicBezTo>
                  <a:cubicBezTo>
                    <a:pt x="11" y="36"/>
                    <a:pt x="14" y="35"/>
                    <a:pt x="17" y="34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62" y="22"/>
                    <a:pt x="63" y="24"/>
                    <a:pt x="64" y="28"/>
                  </a:cubicBezTo>
                  <a:cubicBezTo>
                    <a:pt x="65" y="31"/>
                    <a:pt x="66" y="35"/>
                    <a:pt x="66" y="38"/>
                  </a:cubicBezTo>
                  <a:cubicBezTo>
                    <a:pt x="66" y="49"/>
                    <a:pt x="57" y="52"/>
                    <a:pt x="44" y="56"/>
                  </a:cubicBezTo>
                  <a:cubicBezTo>
                    <a:pt x="38" y="58"/>
                    <a:pt x="34" y="59"/>
                    <a:pt x="30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1" y="59"/>
                    <a:pt x="15" y="54"/>
                    <a:pt x="12" y="43"/>
                  </a:cubicBezTo>
                  <a:moveTo>
                    <a:pt x="12" y="39"/>
                  </a:moveTo>
                  <a:cubicBezTo>
                    <a:pt x="12" y="40"/>
                    <a:pt x="12" y="41"/>
                    <a:pt x="13" y="43"/>
                  </a:cubicBezTo>
                  <a:cubicBezTo>
                    <a:pt x="16" y="54"/>
                    <a:pt x="21" y="58"/>
                    <a:pt x="30" y="58"/>
                  </a:cubicBezTo>
                  <a:cubicBezTo>
                    <a:pt x="34" y="58"/>
                    <a:pt x="38" y="57"/>
                    <a:pt x="44" y="56"/>
                  </a:cubicBezTo>
                  <a:cubicBezTo>
                    <a:pt x="57" y="52"/>
                    <a:pt x="65" y="48"/>
                    <a:pt x="65" y="38"/>
                  </a:cubicBezTo>
                  <a:cubicBezTo>
                    <a:pt x="65" y="35"/>
                    <a:pt x="64" y="32"/>
                    <a:pt x="63" y="28"/>
                  </a:cubicBezTo>
                  <a:cubicBezTo>
                    <a:pt x="62" y="24"/>
                    <a:pt x="62" y="23"/>
                    <a:pt x="59" y="23"/>
                  </a:cubicBezTo>
                  <a:cubicBezTo>
                    <a:pt x="58" y="23"/>
                    <a:pt x="57" y="23"/>
                    <a:pt x="56" y="2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36"/>
                    <a:pt x="12" y="36"/>
                    <a:pt x="12" y="3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8" name="Freeform 678">
              <a:extLst>
                <a:ext uri="{FF2B5EF4-FFF2-40B4-BE49-F238E27FC236}">
                  <a16:creationId xmlns:a16="http://schemas.microsoft.com/office/drawing/2014/main" id="{B5A9B7E6-BA5B-41FB-89F3-B29E9A3C7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28788" y="12596813"/>
              <a:ext cx="44450" cy="38100"/>
            </a:xfrm>
            <a:custGeom>
              <a:avLst/>
              <a:gdLst>
                <a:gd name="T0" fmla="*/ 2 w 68"/>
                <a:gd name="T1" fmla="*/ 9 h 59"/>
                <a:gd name="T2" fmla="*/ 12 w 68"/>
                <a:gd name="T3" fmla="*/ 17 h 59"/>
                <a:gd name="T4" fmla="*/ 52 w 68"/>
                <a:gd name="T5" fmla="*/ 11 h 59"/>
                <a:gd name="T6" fmla="*/ 59 w 68"/>
                <a:gd name="T7" fmla="*/ 1 h 59"/>
                <a:gd name="T8" fmla="*/ 61 w 68"/>
                <a:gd name="T9" fmla="*/ 0 h 59"/>
                <a:gd name="T10" fmla="*/ 68 w 68"/>
                <a:gd name="T11" fmla="*/ 49 h 59"/>
                <a:gd name="T12" fmla="*/ 55 w 68"/>
                <a:gd name="T13" fmla="*/ 51 h 59"/>
                <a:gd name="T14" fmla="*/ 55 w 68"/>
                <a:gd name="T15" fmla="*/ 48 h 59"/>
                <a:gd name="T16" fmla="*/ 62 w 68"/>
                <a:gd name="T17" fmla="*/ 34 h 59"/>
                <a:gd name="T18" fmla="*/ 61 w 68"/>
                <a:gd name="T19" fmla="*/ 27 h 59"/>
                <a:gd name="T20" fmla="*/ 53 w 68"/>
                <a:gd name="T21" fmla="*/ 22 h 59"/>
                <a:gd name="T22" fmla="*/ 37 w 68"/>
                <a:gd name="T23" fmla="*/ 24 h 59"/>
                <a:gd name="T24" fmla="*/ 39 w 68"/>
                <a:gd name="T25" fmla="*/ 38 h 59"/>
                <a:gd name="T26" fmla="*/ 47 w 68"/>
                <a:gd name="T27" fmla="*/ 44 h 59"/>
                <a:gd name="T28" fmla="*/ 48 w 68"/>
                <a:gd name="T29" fmla="*/ 47 h 59"/>
                <a:gd name="T30" fmla="*/ 29 w 68"/>
                <a:gd name="T31" fmla="*/ 50 h 59"/>
                <a:gd name="T32" fmla="*/ 28 w 68"/>
                <a:gd name="T33" fmla="*/ 47 h 59"/>
                <a:gd name="T34" fmla="*/ 35 w 68"/>
                <a:gd name="T35" fmla="*/ 38 h 59"/>
                <a:gd name="T36" fmla="*/ 33 w 68"/>
                <a:gd name="T37" fmla="*/ 25 h 59"/>
                <a:gd name="T38" fmla="*/ 14 w 68"/>
                <a:gd name="T39" fmla="*/ 28 h 59"/>
                <a:gd name="T40" fmla="*/ 8 w 68"/>
                <a:gd name="T41" fmla="*/ 35 h 59"/>
                <a:gd name="T42" fmla="*/ 9 w 68"/>
                <a:gd name="T43" fmla="*/ 44 h 59"/>
                <a:gd name="T44" fmla="*/ 20 w 68"/>
                <a:gd name="T45" fmla="*/ 55 h 59"/>
                <a:gd name="T46" fmla="*/ 21 w 68"/>
                <a:gd name="T47" fmla="*/ 58 h 59"/>
                <a:gd name="T48" fmla="*/ 7 w 68"/>
                <a:gd name="T49" fmla="*/ 59 h 59"/>
                <a:gd name="T50" fmla="*/ 0 w 68"/>
                <a:gd name="T51" fmla="*/ 10 h 59"/>
                <a:gd name="T52" fmla="*/ 2 w 68"/>
                <a:gd name="T53" fmla="*/ 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59">
                  <a:moveTo>
                    <a:pt x="2" y="9"/>
                  </a:moveTo>
                  <a:cubicBezTo>
                    <a:pt x="3" y="16"/>
                    <a:pt x="5" y="18"/>
                    <a:pt x="12" y="17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9" y="10"/>
                    <a:pt x="60" y="8"/>
                    <a:pt x="59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0" y="47"/>
                    <a:pt x="63" y="45"/>
                    <a:pt x="62" y="3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0" y="22"/>
                    <a:pt x="58" y="21"/>
                    <a:pt x="53" y="22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40" y="44"/>
                    <a:pt x="41" y="45"/>
                    <a:pt x="47" y="44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4" y="46"/>
                    <a:pt x="36" y="45"/>
                    <a:pt x="35" y="38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7" y="29"/>
                    <a:pt x="7" y="30"/>
                    <a:pt x="8" y="35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1" y="53"/>
                    <a:pt x="14" y="56"/>
                    <a:pt x="20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0" y="10"/>
                    <a:pt x="0" y="10"/>
                    <a:pt x="0" y="10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9" name="Freeform 679">
              <a:extLst>
                <a:ext uri="{FF2B5EF4-FFF2-40B4-BE49-F238E27FC236}">
                  <a16:creationId xmlns:a16="http://schemas.microsoft.com/office/drawing/2014/main" id="{DC3BD6A5-1FD3-447B-B15F-13E69F5C83E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28788" y="12596813"/>
              <a:ext cx="44450" cy="38100"/>
            </a:xfrm>
            <a:custGeom>
              <a:avLst/>
              <a:gdLst>
                <a:gd name="T0" fmla="*/ 3 w 70"/>
                <a:gd name="T1" fmla="*/ 9 h 60"/>
                <a:gd name="T2" fmla="*/ 3 w 70"/>
                <a:gd name="T3" fmla="*/ 9 h 60"/>
                <a:gd name="T4" fmla="*/ 13 w 70"/>
                <a:gd name="T5" fmla="*/ 16 h 60"/>
                <a:gd name="T6" fmla="*/ 60 w 70"/>
                <a:gd name="T7" fmla="*/ 5 h 60"/>
                <a:gd name="T8" fmla="*/ 59 w 70"/>
                <a:gd name="T9" fmla="*/ 0 h 60"/>
                <a:gd name="T10" fmla="*/ 70 w 70"/>
                <a:gd name="T11" fmla="*/ 49 h 60"/>
                <a:gd name="T12" fmla="*/ 55 w 70"/>
                <a:gd name="T13" fmla="*/ 48 h 60"/>
                <a:gd name="T14" fmla="*/ 63 w 70"/>
                <a:gd name="T15" fmla="*/ 39 h 60"/>
                <a:gd name="T16" fmla="*/ 61 w 70"/>
                <a:gd name="T17" fmla="*/ 27 h 60"/>
                <a:gd name="T18" fmla="*/ 54 w 70"/>
                <a:gd name="T19" fmla="*/ 22 h 60"/>
                <a:gd name="T20" fmla="*/ 40 w 70"/>
                <a:gd name="T21" fmla="*/ 38 h 60"/>
                <a:gd name="T22" fmla="*/ 48 w 70"/>
                <a:gd name="T23" fmla="*/ 44 h 60"/>
                <a:gd name="T24" fmla="*/ 49 w 70"/>
                <a:gd name="T25" fmla="*/ 47 h 60"/>
                <a:gd name="T26" fmla="*/ 29 w 70"/>
                <a:gd name="T27" fmla="*/ 47 h 60"/>
                <a:gd name="T28" fmla="*/ 36 w 70"/>
                <a:gd name="T29" fmla="*/ 41 h 60"/>
                <a:gd name="T30" fmla="*/ 33 w 70"/>
                <a:gd name="T31" fmla="*/ 25 h 60"/>
                <a:gd name="T32" fmla="*/ 9 w 70"/>
                <a:gd name="T33" fmla="*/ 32 h 60"/>
                <a:gd name="T34" fmla="*/ 11 w 70"/>
                <a:gd name="T35" fmla="*/ 44 h 60"/>
                <a:gd name="T36" fmla="*/ 21 w 70"/>
                <a:gd name="T37" fmla="*/ 55 h 60"/>
                <a:gd name="T38" fmla="*/ 22 w 70"/>
                <a:gd name="T39" fmla="*/ 58 h 60"/>
                <a:gd name="T40" fmla="*/ 0 w 70"/>
                <a:gd name="T41" fmla="*/ 9 h 60"/>
                <a:gd name="T42" fmla="*/ 8 w 70"/>
                <a:gd name="T43" fmla="*/ 59 h 60"/>
                <a:gd name="T44" fmla="*/ 21 w 70"/>
                <a:gd name="T45" fmla="*/ 55 h 60"/>
                <a:gd name="T46" fmla="*/ 10 w 70"/>
                <a:gd name="T47" fmla="*/ 45 h 60"/>
                <a:gd name="T48" fmla="*/ 8 w 70"/>
                <a:gd name="T49" fmla="*/ 32 h 60"/>
                <a:gd name="T50" fmla="*/ 34 w 70"/>
                <a:gd name="T51" fmla="*/ 25 h 60"/>
                <a:gd name="T52" fmla="*/ 36 w 70"/>
                <a:gd name="T53" fmla="*/ 41 h 60"/>
                <a:gd name="T54" fmla="*/ 30 w 70"/>
                <a:gd name="T55" fmla="*/ 50 h 60"/>
                <a:gd name="T56" fmla="*/ 48 w 70"/>
                <a:gd name="T57" fmla="*/ 45 h 60"/>
                <a:gd name="T58" fmla="*/ 40 w 70"/>
                <a:gd name="T59" fmla="*/ 38 h 60"/>
                <a:gd name="T60" fmla="*/ 54 w 70"/>
                <a:gd name="T61" fmla="*/ 22 h 60"/>
                <a:gd name="T62" fmla="*/ 62 w 70"/>
                <a:gd name="T63" fmla="*/ 27 h 60"/>
                <a:gd name="T64" fmla="*/ 63 w 70"/>
                <a:gd name="T65" fmla="*/ 39 h 60"/>
                <a:gd name="T66" fmla="*/ 56 w 70"/>
                <a:gd name="T67" fmla="*/ 51 h 60"/>
                <a:gd name="T68" fmla="*/ 62 w 70"/>
                <a:gd name="T69" fmla="*/ 1 h 60"/>
                <a:gd name="T70" fmla="*/ 60 w 70"/>
                <a:gd name="T71" fmla="*/ 5 h 60"/>
                <a:gd name="T72" fmla="*/ 13 w 70"/>
                <a:gd name="T73" fmla="*/ 17 h 60"/>
                <a:gd name="T74" fmla="*/ 3 w 70"/>
                <a:gd name="T75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0">
                  <a:moveTo>
                    <a:pt x="0" y="9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5"/>
                    <a:pt x="5" y="17"/>
                    <a:pt x="9" y="17"/>
                  </a:cubicBezTo>
                  <a:cubicBezTo>
                    <a:pt x="10" y="17"/>
                    <a:pt x="11" y="17"/>
                    <a:pt x="13" y="16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8" y="9"/>
                    <a:pt x="60" y="8"/>
                    <a:pt x="60" y="5"/>
                  </a:cubicBezTo>
                  <a:cubicBezTo>
                    <a:pt x="60" y="3"/>
                    <a:pt x="60" y="2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60" y="47"/>
                    <a:pt x="63" y="46"/>
                    <a:pt x="63" y="39"/>
                  </a:cubicBezTo>
                  <a:cubicBezTo>
                    <a:pt x="63" y="37"/>
                    <a:pt x="63" y="36"/>
                    <a:pt x="62" y="3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3"/>
                    <a:pt x="60" y="22"/>
                    <a:pt x="57" y="22"/>
                  </a:cubicBezTo>
                  <a:cubicBezTo>
                    <a:pt x="56" y="22"/>
                    <a:pt x="55" y="22"/>
                    <a:pt x="54" y="22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3"/>
                    <a:pt x="42" y="44"/>
                    <a:pt x="45" y="44"/>
                  </a:cubicBezTo>
                  <a:cubicBezTo>
                    <a:pt x="46" y="44"/>
                    <a:pt x="47" y="44"/>
                    <a:pt x="48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4" y="46"/>
                    <a:pt x="36" y="45"/>
                    <a:pt x="36" y="41"/>
                  </a:cubicBezTo>
                  <a:cubicBezTo>
                    <a:pt x="36" y="41"/>
                    <a:pt x="36" y="40"/>
                    <a:pt x="35" y="3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0" y="29"/>
                    <a:pt x="9" y="29"/>
                    <a:pt x="9" y="32"/>
                  </a:cubicBezTo>
                  <a:cubicBezTo>
                    <a:pt x="9" y="33"/>
                    <a:pt x="9" y="34"/>
                    <a:pt x="9" y="35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52"/>
                    <a:pt x="15" y="55"/>
                    <a:pt x="20" y="55"/>
                  </a:cubicBezTo>
                  <a:cubicBezTo>
                    <a:pt x="20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8" y="60"/>
                    <a:pt x="8" y="60"/>
                    <a:pt x="8" y="60"/>
                  </a:cubicBezTo>
                  <a:lnTo>
                    <a:pt x="0" y="9"/>
                  </a:lnTo>
                  <a:close/>
                  <a:moveTo>
                    <a:pt x="1" y="10"/>
                  </a:moveTo>
                  <a:cubicBezTo>
                    <a:pt x="8" y="59"/>
                    <a:pt x="8" y="59"/>
                    <a:pt x="8" y="59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0" y="55"/>
                    <a:pt x="20" y="55"/>
                  </a:cubicBezTo>
                  <a:cubicBezTo>
                    <a:pt x="15" y="56"/>
                    <a:pt x="11" y="53"/>
                    <a:pt x="10" y="4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8" y="34"/>
                    <a:pt x="8" y="33"/>
                    <a:pt x="8" y="32"/>
                  </a:cubicBezTo>
                  <a:cubicBezTo>
                    <a:pt x="8" y="29"/>
                    <a:pt x="10" y="28"/>
                    <a:pt x="15" y="28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40"/>
                    <a:pt x="36" y="41"/>
                    <a:pt x="36" y="41"/>
                  </a:cubicBezTo>
                  <a:cubicBezTo>
                    <a:pt x="36" y="46"/>
                    <a:pt x="34" y="47"/>
                    <a:pt x="30" y="48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7" y="45"/>
                    <a:pt x="46" y="45"/>
                    <a:pt x="45" y="45"/>
                  </a:cubicBezTo>
                  <a:cubicBezTo>
                    <a:pt x="42" y="45"/>
                    <a:pt x="40" y="43"/>
                    <a:pt x="40" y="3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2"/>
                    <a:pt x="56" y="21"/>
                    <a:pt x="57" y="21"/>
                  </a:cubicBezTo>
                  <a:cubicBezTo>
                    <a:pt x="60" y="21"/>
                    <a:pt x="62" y="23"/>
                    <a:pt x="62" y="27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6"/>
                    <a:pt x="63" y="37"/>
                    <a:pt x="63" y="39"/>
                  </a:cubicBezTo>
                  <a:cubicBezTo>
                    <a:pt x="64" y="46"/>
                    <a:pt x="60" y="48"/>
                    <a:pt x="56" y="49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2"/>
                    <a:pt x="60" y="3"/>
                    <a:pt x="60" y="5"/>
                  </a:cubicBezTo>
                  <a:cubicBezTo>
                    <a:pt x="61" y="9"/>
                    <a:pt x="58" y="10"/>
                    <a:pt x="53" y="11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0" y="17"/>
                    <a:pt x="9" y="17"/>
                  </a:cubicBezTo>
                  <a:cubicBezTo>
                    <a:pt x="5" y="17"/>
                    <a:pt x="4" y="15"/>
                    <a:pt x="3" y="10"/>
                  </a:cubicBezTo>
                  <a:lnTo>
                    <a:pt x="1" y="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0" name="Freeform 680">
              <a:extLst>
                <a:ext uri="{FF2B5EF4-FFF2-40B4-BE49-F238E27FC236}">
                  <a16:creationId xmlns:a16="http://schemas.microsoft.com/office/drawing/2014/main" id="{D7DA4AD8-AC66-4683-BCE0-0063CC24BC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35138" y="12646025"/>
              <a:ext cx="39688" cy="55562"/>
            </a:xfrm>
            <a:custGeom>
              <a:avLst/>
              <a:gdLst>
                <a:gd name="T0" fmla="*/ 3 w 63"/>
                <a:gd name="T1" fmla="*/ 0 h 87"/>
                <a:gd name="T2" fmla="*/ 12 w 63"/>
                <a:gd name="T3" fmla="*/ 9 h 87"/>
                <a:gd name="T4" fmla="*/ 52 w 63"/>
                <a:gd name="T5" fmla="*/ 10 h 87"/>
                <a:gd name="T6" fmla="*/ 61 w 63"/>
                <a:gd name="T7" fmla="*/ 1 h 87"/>
                <a:gd name="T8" fmla="*/ 63 w 63"/>
                <a:gd name="T9" fmla="*/ 1 h 87"/>
                <a:gd name="T10" fmla="*/ 63 w 63"/>
                <a:gd name="T11" fmla="*/ 24 h 87"/>
                <a:gd name="T12" fmla="*/ 12 w 63"/>
                <a:gd name="T13" fmla="*/ 43 h 87"/>
                <a:gd name="T14" fmla="*/ 12 w 63"/>
                <a:gd name="T15" fmla="*/ 43 h 87"/>
                <a:gd name="T16" fmla="*/ 62 w 63"/>
                <a:gd name="T17" fmla="*/ 64 h 87"/>
                <a:gd name="T18" fmla="*/ 62 w 63"/>
                <a:gd name="T19" fmla="*/ 87 h 87"/>
                <a:gd name="T20" fmla="*/ 60 w 63"/>
                <a:gd name="T21" fmla="*/ 87 h 87"/>
                <a:gd name="T22" fmla="*/ 51 w 63"/>
                <a:gd name="T23" fmla="*/ 78 h 87"/>
                <a:gd name="T24" fmla="*/ 11 w 63"/>
                <a:gd name="T25" fmla="*/ 77 h 87"/>
                <a:gd name="T26" fmla="*/ 2 w 63"/>
                <a:gd name="T27" fmla="*/ 86 h 87"/>
                <a:gd name="T28" fmla="*/ 0 w 63"/>
                <a:gd name="T29" fmla="*/ 86 h 87"/>
                <a:gd name="T30" fmla="*/ 0 w 63"/>
                <a:gd name="T31" fmla="*/ 58 h 87"/>
                <a:gd name="T32" fmla="*/ 3 w 63"/>
                <a:gd name="T33" fmla="*/ 58 h 87"/>
                <a:gd name="T34" fmla="*/ 11 w 63"/>
                <a:gd name="T35" fmla="*/ 67 h 87"/>
                <a:gd name="T36" fmla="*/ 55 w 63"/>
                <a:gd name="T37" fmla="*/ 67 h 87"/>
                <a:gd name="T38" fmla="*/ 55 w 63"/>
                <a:gd name="T39" fmla="*/ 67 h 87"/>
                <a:gd name="T40" fmla="*/ 0 w 63"/>
                <a:gd name="T41" fmla="*/ 45 h 87"/>
                <a:gd name="T42" fmla="*/ 1 w 63"/>
                <a:gd name="T43" fmla="*/ 37 h 87"/>
                <a:gd name="T44" fmla="*/ 56 w 63"/>
                <a:gd name="T45" fmla="*/ 16 h 87"/>
                <a:gd name="T46" fmla="*/ 56 w 63"/>
                <a:gd name="T47" fmla="*/ 16 h 87"/>
                <a:gd name="T48" fmla="*/ 12 w 63"/>
                <a:gd name="T49" fmla="*/ 16 h 87"/>
                <a:gd name="T50" fmla="*/ 3 w 63"/>
                <a:gd name="T51" fmla="*/ 24 h 87"/>
                <a:gd name="T52" fmla="*/ 1 w 63"/>
                <a:gd name="T53" fmla="*/ 24 h 87"/>
                <a:gd name="T54" fmla="*/ 1 w 63"/>
                <a:gd name="T55" fmla="*/ 0 h 87"/>
                <a:gd name="T56" fmla="*/ 3 w 63"/>
                <a:gd name="T5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3" h="87">
                  <a:moveTo>
                    <a:pt x="3" y="0"/>
                  </a:moveTo>
                  <a:cubicBezTo>
                    <a:pt x="3" y="8"/>
                    <a:pt x="5" y="9"/>
                    <a:pt x="12" y="9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9" y="10"/>
                    <a:pt x="61" y="8"/>
                    <a:pt x="61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79"/>
                    <a:pt x="58" y="78"/>
                    <a:pt x="51" y="78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4" y="77"/>
                    <a:pt x="2" y="79"/>
                    <a:pt x="2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65"/>
                    <a:pt x="4" y="67"/>
                    <a:pt x="11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5" y="16"/>
                    <a:pt x="3" y="17"/>
                    <a:pt x="3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1" name="Freeform 681">
              <a:extLst>
                <a:ext uri="{FF2B5EF4-FFF2-40B4-BE49-F238E27FC236}">
                  <a16:creationId xmlns:a16="http://schemas.microsoft.com/office/drawing/2014/main" id="{82AB8D3A-0EC4-445D-A1C6-2045D4638BA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35138" y="12646025"/>
              <a:ext cx="39688" cy="55562"/>
            </a:xfrm>
            <a:custGeom>
              <a:avLst/>
              <a:gdLst>
                <a:gd name="T0" fmla="*/ 59 w 63"/>
                <a:gd name="T1" fmla="*/ 87 h 87"/>
                <a:gd name="T2" fmla="*/ 51 w 63"/>
                <a:gd name="T3" fmla="*/ 78 h 87"/>
                <a:gd name="T4" fmla="*/ 10 w 63"/>
                <a:gd name="T5" fmla="*/ 78 h 87"/>
                <a:gd name="T6" fmla="*/ 3 w 63"/>
                <a:gd name="T7" fmla="*/ 86 h 87"/>
                <a:gd name="T8" fmla="*/ 0 w 63"/>
                <a:gd name="T9" fmla="*/ 57 h 87"/>
                <a:gd name="T10" fmla="*/ 3 w 63"/>
                <a:gd name="T11" fmla="*/ 58 h 87"/>
                <a:gd name="T12" fmla="*/ 11 w 63"/>
                <a:gd name="T13" fmla="*/ 66 h 87"/>
                <a:gd name="T14" fmla="*/ 0 w 63"/>
                <a:gd name="T15" fmla="*/ 45 h 87"/>
                <a:gd name="T16" fmla="*/ 54 w 63"/>
                <a:gd name="T17" fmla="*/ 17 h 87"/>
                <a:gd name="T18" fmla="*/ 11 w 63"/>
                <a:gd name="T19" fmla="*/ 16 h 87"/>
                <a:gd name="T20" fmla="*/ 3 w 63"/>
                <a:gd name="T21" fmla="*/ 25 h 87"/>
                <a:gd name="T22" fmla="*/ 1 w 63"/>
                <a:gd name="T23" fmla="*/ 0 h 87"/>
                <a:gd name="T24" fmla="*/ 3 w 63"/>
                <a:gd name="T25" fmla="*/ 0 h 87"/>
                <a:gd name="T26" fmla="*/ 3 w 63"/>
                <a:gd name="T27" fmla="*/ 0 h 87"/>
                <a:gd name="T28" fmla="*/ 4 w 63"/>
                <a:gd name="T29" fmla="*/ 0 h 87"/>
                <a:gd name="T30" fmla="*/ 12 w 63"/>
                <a:gd name="T31" fmla="*/ 9 h 87"/>
                <a:gd name="T32" fmla="*/ 53 w 63"/>
                <a:gd name="T33" fmla="*/ 9 h 87"/>
                <a:gd name="T34" fmla="*/ 60 w 63"/>
                <a:gd name="T35" fmla="*/ 1 h 87"/>
                <a:gd name="T36" fmla="*/ 63 w 63"/>
                <a:gd name="T37" fmla="*/ 24 h 87"/>
                <a:gd name="T38" fmla="*/ 63 w 63"/>
                <a:gd name="T39" fmla="*/ 64 h 87"/>
                <a:gd name="T40" fmla="*/ 59 w 63"/>
                <a:gd name="T41" fmla="*/ 87 h 87"/>
                <a:gd name="T42" fmla="*/ 62 w 63"/>
                <a:gd name="T43" fmla="*/ 64 h 87"/>
                <a:gd name="T44" fmla="*/ 11 w 63"/>
                <a:gd name="T45" fmla="*/ 43 h 87"/>
                <a:gd name="T46" fmla="*/ 62 w 63"/>
                <a:gd name="T47" fmla="*/ 23 h 87"/>
                <a:gd name="T48" fmla="*/ 61 w 63"/>
                <a:gd name="T49" fmla="*/ 1 h 87"/>
                <a:gd name="T50" fmla="*/ 52 w 63"/>
                <a:gd name="T51" fmla="*/ 10 h 87"/>
                <a:gd name="T52" fmla="*/ 3 w 63"/>
                <a:gd name="T53" fmla="*/ 1 h 87"/>
                <a:gd name="T54" fmla="*/ 1 w 63"/>
                <a:gd name="T55" fmla="*/ 0 h 87"/>
                <a:gd name="T56" fmla="*/ 3 w 63"/>
                <a:gd name="T57" fmla="*/ 24 h 87"/>
                <a:gd name="T58" fmla="*/ 12 w 63"/>
                <a:gd name="T59" fmla="*/ 15 h 87"/>
                <a:gd name="T60" fmla="*/ 56 w 63"/>
                <a:gd name="T61" fmla="*/ 16 h 87"/>
                <a:gd name="T62" fmla="*/ 1 w 63"/>
                <a:gd name="T63" fmla="*/ 38 h 87"/>
                <a:gd name="T64" fmla="*/ 55 w 63"/>
                <a:gd name="T65" fmla="*/ 67 h 87"/>
                <a:gd name="T66" fmla="*/ 55 w 63"/>
                <a:gd name="T67" fmla="*/ 68 h 87"/>
                <a:gd name="T68" fmla="*/ 2 w 63"/>
                <a:gd name="T69" fmla="*/ 58 h 87"/>
                <a:gd name="T70" fmla="*/ 1 w 63"/>
                <a:gd name="T71" fmla="*/ 58 h 87"/>
                <a:gd name="T72" fmla="*/ 2 w 63"/>
                <a:gd name="T73" fmla="*/ 86 h 87"/>
                <a:gd name="T74" fmla="*/ 11 w 63"/>
                <a:gd name="T75" fmla="*/ 77 h 87"/>
                <a:gd name="T76" fmla="*/ 60 w 63"/>
                <a:gd name="T77" fmla="*/ 86 h 87"/>
                <a:gd name="T78" fmla="*/ 62 w 63"/>
                <a:gd name="T79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" h="87">
                  <a:moveTo>
                    <a:pt x="59" y="87"/>
                  </a:moveTo>
                  <a:cubicBezTo>
                    <a:pt x="59" y="87"/>
                    <a:pt x="59" y="87"/>
                    <a:pt x="59" y="87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9" y="79"/>
                    <a:pt x="58" y="78"/>
                    <a:pt x="5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4" y="78"/>
                    <a:pt x="3" y="79"/>
                    <a:pt x="3" y="86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65"/>
                    <a:pt x="4" y="66"/>
                    <a:pt x="11" y="66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4" y="16"/>
                    <a:pt x="4" y="17"/>
                    <a:pt x="3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8"/>
                    <a:pt x="5" y="9"/>
                    <a:pt x="12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9" y="9"/>
                    <a:pt x="60" y="8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2" y="87"/>
                    <a:pt x="62" y="87"/>
                    <a:pt x="62" y="87"/>
                  </a:cubicBezTo>
                  <a:lnTo>
                    <a:pt x="59" y="87"/>
                  </a:lnTo>
                  <a:close/>
                  <a:moveTo>
                    <a:pt x="62" y="86"/>
                  </a:moveTo>
                  <a:cubicBezTo>
                    <a:pt x="62" y="64"/>
                    <a:pt x="62" y="64"/>
                    <a:pt x="62" y="6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8"/>
                    <a:pt x="59" y="10"/>
                    <a:pt x="53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5" y="9"/>
                    <a:pt x="3" y="8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17"/>
                    <a:pt x="4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4" y="67"/>
                    <a:pt x="2" y="65"/>
                    <a:pt x="2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2" y="79"/>
                    <a:pt x="4" y="77"/>
                    <a:pt x="10" y="77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8" y="77"/>
                    <a:pt x="60" y="79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lnTo>
                    <a:pt x="62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2" name="Freeform 682">
              <a:extLst>
                <a:ext uri="{FF2B5EF4-FFF2-40B4-BE49-F238E27FC236}">
                  <a16:creationId xmlns:a16="http://schemas.microsoft.com/office/drawing/2014/main" id="{DA9868B6-85D5-469D-B0E0-BDAB7A262C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30375" y="12709525"/>
              <a:ext cx="41275" cy="23812"/>
            </a:xfrm>
            <a:custGeom>
              <a:avLst/>
              <a:gdLst>
                <a:gd name="T0" fmla="*/ 6 w 65"/>
                <a:gd name="T1" fmla="*/ 1 h 38"/>
                <a:gd name="T2" fmla="*/ 14 w 65"/>
                <a:gd name="T3" fmla="*/ 11 h 38"/>
                <a:gd name="T4" fmla="*/ 53 w 65"/>
                <a:gd name="T5" fmla="*/ 17 h 38"/>
                <a:gd name="T6" fmla="*/ 63 w 65"/>
                <a:gd name="T7" fmla="*/ 9 h 38"/>
                <a:gd name="T8" fmla="*/ 65 w 65"/>
                <a:gd name="T9" fmla="*/ 9 h 38"/>
                <a:gd name="T10" fmla="*/ 61 w 65"/>
                <a:gd name="T11" fmla="*/ 38 h 38"/>
                <a:gd name="T12" fmla="*/ 59 w 65"/>
                <a:gd name="T13" fmla="*/ 38 h 38"/>
                <a:gd name="T14" fmla="*/ 52 w 65"/>
                <a:gd name="T15" fmla="*/ 28 h 38"/>
                <a:gd name="T16" fmla="*/ 12 w 65"/>
                <a:gd name="T17" fmla="*/ 22 h 38"/>
                <a:gd name="T18" fmla="*/ 2 w 65"/>
                <a:gd name="T19" fmla="*/ 29 h 38"/>
                <a:gd name="T20" fmla="*/ 0 w 65"/>
                <a:gd name="T21" fmla="*/ 29 h 38"/>
                <a:gd name="T22" fmla="*/ 4 w 65"/>
                <a:gd name="T23" fmla="*/ 0 h 38"/>
                <a:gd name="T24" fmla="*/ 6 w 65"/>
                <a:gd name="T25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" h="38">
                  <a:moveTo>
                    <a:pt x="6" y="1"/>
                  </a:moveTo>
                  <a:cubicBezTo>
                    <a:pt x="5" y="8"/>
                    <a:pt x="6" y="10"/>
                    <a:pt x="14" y="11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60" y="18"/>
                    <a:pt x="62" y="16"/>
                    <a:pt x="63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60" y="31"/>
                    <a:pt x="59" y="29"/>
                    <a:pt x="52" y="28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5" y="21"/>
                    <a:pt x="3" y="22"/>
                    <a:pt x="2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3" name="Freeform 683">
              <a:extLst>
                <a:ext uri="{FF2B5EF4-FFF2-40B4-BE49-F238E27FC236}">
                  <a16:creationId xmlns:a16="http://schemas.microsoft.com/office/drawing/2014/main" id="{4B4DF5E3-A045-42A8-8643-36B0BA1D2F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30375" y="12709525"/>
              <a:ext cx="42863" cy="23812"/>
            </a:xfrm>
            <a:custGeom>
              <a:avLst/>
              <a:gdLst>
                <a:gd name="T0" fmla="*/ 60 w 67"/>
                <a:gd name="T1" fmla="*/ 38 h 39"/>
                <a:gd name="T2" fmla="*/ 60 w 67"/>
                <a:gd name="T3" fmla="*/ 38 h 39"/>
                <a:gd name="T4" fmla="*/ 60 w 67"/>
                <a:gd name="T5" fmla="*/ 34 h 39"/>
                <a:gd name="T6" fmla="*/ 53 w 67"/>
                <a:gd name="T7" fmla="*/ 28 h 39"/>
                <a:gd name="T8" fmla="*/ 13 w 67"/>
                <a:gd name="T9" fmla="*/ 22 h 39"/>
                <a:gd name="T10" fmla="*/ 9 w 67"/>
                <a:gd name="T11" fmla="*/ 22 h 39"/>
                <a:gd name="T12" fmla="*/ 3 w 67"/>
                <a:gd name="T13" fmla="*/ 29 h 39"/>
                <a:gd name="T14" fmla="*/ 3 w 67"/>
                <a:gd name="T15" fmla="*/ 30 h 39"/>
                <a:gd name="T16" fmla="*/ 0 w 67"/>
                <a:gd name="T17" fmla="*/ 29 h 39"/>
                <a:gd name="T18" fmla="*/ 5 w 67"/>
                <a:gd name="T19" fmla="*/ 0 h 39"/>
                <a:gd name="T20" fmla="*/ 7 w 67"/>
                <a:gd name="T21" fmla="*/ 0 h 39"/>
                <a:gd name="T22" fmla="*/ 7 w 67"/>
                <a:gd name="T23" fmla="*/ 1 h 39"/>
                <a:gd name="T24" fmla="*/ 7 w 67"/>
                <a:gd name="T25" fmla="*/ 0 h 39"/>
                <a:gd name="T26" fmla="*/ 8 w 67"/>
                <a:gd name="T27" fmla="*/ 0 h 39"/>
                <a:gd name="T28" fmla="*/ 8 w 67"/>
                <a:gd name="T29" fmla="*/ 1 h 39"/>
                <a:gd name="T30" fmla="*/ 7 w 67"/>
                <a:gd name="T31" fmla="*/ 5 h 39"/>
                <a:gd name="T32" fmla="*/ 15 w 67"/>
                <a:gd name="T33" fmla="*/ 10 h 39"/>
                <a:gd name="T34" fmla="*/ 54 w 67"/>
                <a:gd name="T35" fmla="*/ 16 h 39"/>
                <a:gd name="T36" fmla="*/ 58 w 67"/>
                <a:gd name="T37" fmla="*/ 17 h 39"/>
                <a:gd name="T38" fmla="*/ 64 w 67"/>
                <a:gd name="T39" fmla="*/ 9 h 39"/>
                <a:gd name="T40" fmla="*/ 64 w 67"/>
                <a:gd name="T41" fmla="*/ 9 h 39"/>
                <a:gd name="T42" fmla="*/ 67 w 67"/>
                <a:gd name="T43" fmla="*/ 9 h 39"/>
                <a:gd name="T44" fmla="*/ 63 w 67"/>
                <a:gd name="T45" fmla="*/ 39 h 39"/>
                <a:gd name="T46" fmla="*/ 60 w 67"/>
                <a:gd name="T47" fmla="*/ 38 h 39"/>
                <a:gd name="T48" fmla="*/ 62 w 67"/>
                <a:gd name="T49" fmla="*/ 38 h 39"/>
                <a:gd name="T50" fmla="*/ 66 w 67"/>
                <a:gd name="T51" fmla="*/ 10 h 39"/>
                <a:gd name="T52" fmla="*/ 64 w 67"/>
                <a:gd name="T53" fmla="*/ 9 h 39"/>
                <a:gd name="T54" fmla="*/ 58 w 67"/>
                <a:gd name="T55" fmla="*/ 17 h 39"/>
                <a:gd name="T56" fmla="*/ 54 w 67"/>
                <a:gd name="T57" fmla="*/ 17 h 39"/>
                <a:gd name="T58" fmla="*/ 15 w 67"/>
                <a:gd name="T59" fmla="*/ 11 h 39"/>
                <a:gd name="T60" fmla="*/ 7 w 67"/>
                <a:gd name="T61" fmla="*/ 5 h 39"/>
                <a:gd name="T62" fmla="*/ 7 w 67"/>
                <a:gd name="T63" fmla="*/ 1 h 39"/>
                <a:gd name="T64" fmla="*/ 5 w 67"/>
                <a:gd name="T65" fmla="*/ 1 h 39"/>
                <a:gd name="T66" fmla="*/ 1 w 67"/>
                <a:gd name="T67" fmla="*/ 29 h 39"/>
                <a:gd name="T68" fmla="*/ 3 w 67"/>
                <a:gd name="T69" fmla="*/ 29 h 39"/>
                <a:gd name="T70" fmla="*/ 9 w 67"/>
                <a:gd name="T71" fmla="*/ 21 h 39"/>
                <a:gd name="T72" fmla="*/ 13 w 67"/>
                <a:gd name="T73" fmla="*/ 22 h 39"/>
                <a:gd name="T74" fmla="*/ 53 w 67"/>
                <a:gd name="T75" fmla="*/ 28 h 39"/>
                <a:gd name="T76" fmla="*/ 61 w 67"/>
                <a:gd name="T77" fmla="*/ 34 h 39"/>
                <a:gd name="T78" fmla="*/ 60 w 67"/>
                <a:gd name="T79" fmla="*/ 38 h 39"/>
                <a:gd name="T80" fmla="*/ 62 w 67"/>
                <a:gd name="T8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" h="39">
                  <a:moveTo>
                    <a:pt x="60" y="38"/>
                  </a:moveTo>
                  <a:cubicBezTo>
                    <a:pt x="60" y="38"/>
                    <a:pt x="60" y="38"/>
                    <a:pt x="60" y="38"/>
                  </a:cubicBezTo>
                  <a:cubicBezTo>
                    <a:pt x="60" y="36"/>
                    <a:pt x="60" y="35"/>
                    <a:pt x="60" y="34"/>
                  </a:cubicBezTo>
                  <a:cubicBezTo>
                    <a:pt x="60" y="30"/>
                    <a:pt x="58" y="29"/>
                    <a:pt x="53" y="28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0" y="22"/>
                    <a:pt x="9" y="22"/>
                  </a:cubicBezTo>
                  <a:cubicBezTo>
                    <a:pt x="5" y="22"/>
                    <a:pt x="4" y="24"/>
                    <a:pt x="3" y="29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9"/>
                    <a:pt x="9" y="9"/>
                    <a:pt x="15" y="10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6" y="16"/>
                    <a:pt x="57" y="17"/>
                    <a:pt x="58" y="17"/>
                  </a:cubicBezTo>
                  <a:cubicBezTo>
                    <a:pt x="62" y="17"/>
                    <a:pt x="63" y="15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3" y="39"/>
                    <a:pt x="63" y="39"/>
                    <a:pt x="63" y="39"/>
                  </a:cubicBezTo>
                  <a:lnTo>
                    <a:pt x="60" y="38"/>
                  </a:lnTo>
                  <a:close/>
                  <a:moveTo>
                    <a:pt x="62" y="38"/>
                  </a:moveTo>
                  <a:cubicBezTo>
                    <a:pt x="66" y="10"/>
                    <a:pt x="66" y="10"/>
                    <a:pt x="66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15"/>
                    <a:pt x="62" y="17"/>
                    <a:pt x="58" y="17"/>
                  </a:cubicBezTo>
                  <a:cubicBezTo>
                    <a:pt x="57" y="17"/>
                    <a:pt x="56" y="17"/>
                    <a:pt x="54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9" y="10"/>
                    <a:pt x="7" y="9"/>
                    <a:pt x="7" y="5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4"/>
                    <a:pt x="5" y="21"/>
                    <a:pt x="9" y="21"/>
                  </a:cubicBezTo>
                  <a:cubicBezTo>
                    <a:pt x="10" y="21"/>
                    <a:pt x="12" y="21"/>
                    <a:pt x="13" y="22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8" y="28"/>
                    <a:pt x="61" y="30"/>
                    <a:pt x="61" y="34"/>
                  </a:cubicBezTo>
                  <a:cubicBezTo>
                    <a:pt x="61" y="35"/>
                    <a:pt x="60" y="36"/>
                    <a:pt x="60" y="38"/>
                  </a:cubicBezTo>
                  <a:lnTo>
                    <a:pt x="62" y="3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4" name="Freeform 684">
              <a:extLst>
                <a:ext uri="{FF2B5EF4-FFF2-40B4-BE49-F238E27FC236}">
                  <a16:creationId xmlns:a16="http://schemas.microsoft.com/office/drawing/2014/main" id="{0129AFBA-BEBA-4F5C-A612-E8EF25CF1F7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20850" y="12736513"/>
              <a:ext cx="46038" cy="39687"/>
            </a:xfrm>
            <a:custGeom>
              <a:avLst/>
              <a:gdLst>
                <a:gd name="T0" fmla="*/ 15 w 73"/>
                <a:gd name="T1" fmla="*/ 0 h 63"/>
                <a:gd name="T2" fmla="*/ 21 w 73"/>
                <a:gd name="T3" fmla="*/ 11 h 63"/>
                <a:gd name="T4" fmla="*/ 60 w 73"/>
                <a:gd name="T5" fmla="*/ 21 h 63"/>
                <a:gd name="T6" fmla="*/ 71 w 73"/>
                <a:gd name="T7" fmla="*/ 15 h 63"/>
                <a:gd name="T8" fmla="*/ 73 w 73"/>
                <a:gd name="T9" fmla="*/ 16 h 63"/>
                <a:gd name="T10" fmla="*/ 60 w 73"/>
                <a:gd name="T11" fmla="*/ 63 h 63"/>
                <a:gd name="T12" fmla="*/ 47 w 73"/>
                <a:gd name="T13" fmla="*/ 60 h 63"/>
                <a:gd name="T14" fmla="*/ 48 w 73"/>
                <a:gd name="T15" fmla="*/ 57 h 63"/>
                <a:gd name="T16" fmla="*/ 60 w 73"/>
                <a:gd name="T17" fmla="*/ 46 h 63"/>
                <a:gd name="T18" fmla="*/ 62 w 73"/>
                <a:gd name="T19" fmla="*/ 40 h 63"/>
                <a:gd name="T20" fmla="*/ 57 w 73"/>
                <a:gd name="T21" fmla="*/ 32 h 63"/>
                <a:gd name="T22" fmla="*/ 41 w 73"/>
                <a:gd name="T23" fmla="*/ 28 h 63"/>
                <a:gd name="T24" fmla="*/ 38 w 73"/>
                <a:gd name="T25" fmla="*/ 41 h 63"/>
                <a:gd name="T26" fmla="*/ 43 w 73"/>
                <a:gd name="T27" fmla="*/ 51 h 63"/>
                <a:gd name="T28" fmla="*/ 42 w 73"/>
                <a:gd name="T29" fmla="*/ 53 h 63"/>
                <a:gd name="T30" fmla="*/ 24 w 73"/>
                <a:gd name="T31" fmla="*/ 48 h 63"/>
                <a:gd name="T32" fmla="*/ 24 w 73"/>
                <a:gd name="T33" fmla="*/ 46 h 63"/>
                <a:gd name="T34" fmla="*/ 33 w 73"/>
                <a:gd name="T35" fmla="*/ 40 h 63"/>
                <a:gd name="T36" fmla="*/ 37 w 73"/>
                <a:gd name="T37" fmla="*/ 27 h 63"/>
                <a:gd name="T38" fmla="*/ 18 w 73"/>
                <a:gd name="T39" fmla="*/ 22 h 63"/>
                <a:gd name="T40" fmla="*/ 10 w 73"/>
                <a:gd name="T41" fmla="*/ 26 h 63"/>
                <a:gd name="T42" fmla="*/ 8 w 73"/>
                <a:gd name="T43" fmla="*/ 36 h 63"/>
                <a:gd name="T44" fmla="*/ 14 w 73"/>
                <a:gd name="T45" fmla="*/ 50 h 63"/>
                <a:gd name="T46" fmla="*/ 13 w 73"/>
                <a:gd name="T47" fmla="*/ 53 h 63"/>
                <a:gd name="T48" fmla="*/ 0 w 73"/>
                <a:gd name="T49" fmla="*/ 48 h 63"/>
                <a:gd name="T50" fmla="*/ 13 w 73"/>
                <a:gd name="T51" fmla="*/ 0 h 63"/>
                <a:gd name="T52" fmla="*/ 15 w 73"/>
                <a:gd name="T5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3" h="63">
                  <a:moveTo>
                    <a:pt x="15" y="0"/>
                  </a:moveTo>
                  <a:cubicBezTo>
                    <a:pt x="13" y="7"/>
                    <a:pt x="14" y="9"/>
                    <a:pt x="21" y="1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7" y="23"/>
                    <a:pt x="69" y="22"/>
                    <a:pt x="71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53" y="58"/>
                    <a:pt x="57" y="58"/>
                    <a:pt x="60" y="46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3" y="35"/>
                    <a:pt x="62" y="34"/>
                    <a:pt x="57" y="32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8"/>
                    <a:pt x="37" y="49"/>
                    <a:pt x="43" y="51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30" y="47"/>
                    <a:pt x="32" y="47"/>
                    <a:pt x="33" y="4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2" y="20"/>
                    <a:pt x="12" y="21"/>
                    <a:pt x="10" y="2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44"/>
                    <a:pt x="8" y="48"/>
                    <a:pt x="14" y="50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5" name="Freeform 685">
              <a:extLst>
                <a:ext uri="{FF2B5EF4-FFF2-40B4-BE49-F238E27FC236}">
                  <a16:creationId xmlns:a16="http://schemas.microsoft.com/office/drawing/2014/main" id="{39D170C4-80BF-4B2E-8DB0-802A97A6E37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20850" y="12734925"/>
              <a:ext cx="46038" cy="41275"/>
            </a:xfrm>
            <a:custGeom>
              <a:avLst/>
              <a:gdLst>
                <a:gd name="T0" fmla="*/ 48 w 73"/>
                <a:gd name="T1" fmla="*/ 58 h 64"/>
                <a:gd name="T2" fmla="*/ 51 w 73"/>
                <a:gd name="T3" fmla="*/ 58 h 64"/>
                <a:gd name="T4" fmla="*/ 62 w 73"/>
                <a:gd name="T5" fmla="*/ 41 h 64"/>
                <a:gd name="T6" fmla="*/ 57 w 73"/>
                <a:gd name="T7" fmla="*/ 34 h 64"/>
                <a:gd name="T8" fmla="*/ 38 w 73"/>
                <a:gd name="T9" fmla="*/ 42 h 64"/>
                <a:gd name="T10" fmla="*/ 43 w 73"/>
                <a:gd name="T11" fmla="*/ 51 h 64"/>
                <a:gd name="T12" fmla="*/ 42 w 73"/>
                <a:gd name="T13" fmla="*/ 55 h 64"/>
                <a:gd name="T14" fmla="*/ 24 w 73"/>
                <a:gd name="T15" fmla="*/ 46 h 64"/>
                <a:gd name="T16" fmla="*/ 28 w 73"/>
                <a:gd name="T17" fmla="*/ 47 h 64"/>
                <a:gd name="T18" fmla="*/ 37 w 73"/>
                <a:gd name="T19" fmla="*/ 28 h 64"/>
                <a:gd name="T20" fmla="*/ 14 w 73"/>
                <a:gd name="T21" fmla="*/ 23 h 64"/>
                <a:gd name="T22" fmla="*/ 8 w 73"/>
                <a:gd name="T23" fmla="*/ 37 h 64"/>
                <a:gd name="T24" fmla="*/ 14 w 73"/>
                <a:gd name="T25" fmla="*/ 50 h 64"/>
                <a:gd name="T26" fmla="*/ 13 w 73"/>
                <a:gd name="T27" fmla="*/ 54 h 64"/>
                <a:gd name="T28" fmla="*/ 13 w 73"/>
                <a:gd name="T29" fmla="*/ 0 h 64"/>
                <a:gd name="T30" fmla="*/ 15 w 73"/>
                <a:gd name="T31" fmla="*/ 1 h 64"/>
                <a:gd name="T32" fmla="*/ 15 w 73"/>
                <a:gd name="T33" fmla="*/ 1 h 64"/>
                <a:gd name="T34" fmla="*/ 15 w 73"/>
                <a:gd name="T35" fmla="*/ 6 h 64"/>
                <a:gd name="T36" fmla="*/ 60 w 73"/>
                <a:gd name="T37" fmla="*/ 22 h 64"/>
                <a:gd name="T38" fmla="*/ 70 w 73"/>
                <a:gd name="T39" fmla="*/ 16 h 64"/>
                <a:gd name="T40" fmla="*/ 73 w 73"/>
                <a:gd name="T41" fmla="*/ 16 h 64"/>
                <a:gd name="T42" fmla="*/ 47 w 73"/>
                <a:gd name="T43" fmla="*/ 61 h 64"/>
                <a:gd name="T44" fmla="*/ 60 w 73"/>
                <a:gd name="T45" fmla="*/ 63 h 64"/>
                <a:gd name="T46" fmla="*/ 71 w 73"/>
                <a:gd name="T47" fmla="*/ 16 h 64"/>
                <a:gd name="T48" fmla="*/ 60 w 73"/>
                <a:gd name="T49" fmla="*/ 23 h 64"/>
                <a:gd name="T50" fmla="*/ 14 w 73"/>
                <a:gd name="T51" fmla="*/ 6 h 64"/>
                <a:gd name="T52" fmla="*/ 13 w 73"/>
                <a:gd name="T53" fmla="*/ 1 h 64"/>
                <a:gd name="T54" fmla="*/ 13 w 73"/>
                <a:gd name="T55" fmla="*/ 53 h 64"/>
                <a:gd name="T56" fmla="*/ 7 w 73"/>
                <a:gd name="T57" fmla="*/ 42 h 64"/>
                <a:gd name="T58" fmla="*/ 10 w 73"/>
                <a:gd name="T59" fmla="*/ 27 h 64"/>
                <a:gd name="T60" fmla="*/ 18 w 73"/>
                <a:gd name="T61" fmla="*/ 23 h 64"/>
                <a:gd name="T62" fmla="*/ 34 w 73"/>
                <a:gd name="T63" fmla="*/ 41 h 64"/>
                <a:gd name="T64" fmla="*/ 24 w 73"/>
                <a:gd name="T65" fmla="*/ 47 h 64"/>
                <a:gd name="T66" fmla="*/ 42 w 73"/>
                <a:gd name="T67" fmla="*/ 54 h 64"/>
                <a:gd name="T68" fmla="*/ 37 w 73"/>
                <a:gd name="T69" fmla="*/ 47 h 64"/>
                <a:gd name="T70" fmla="*/ 41 w 73"/>
                <a:gd name="T71" fmla="*/ 29 h 64"/>
                <a:gd name="T72" fmla="*/ 63 w 73"/>
                <a:gd name="T73" fmla="*/ 38 h 64"/>
                <a:gd name="T74" fmla="*/ 61 w 73"/>
                <a:gd name="T75" fmla="*/ 47 h 64"/>
                <a:gd name="T76" fmla="*/ 48 w 73"/>
                <a:gd name="T77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64">
                  <a:moveTo>
                    <a:pt x="47" y="61"/>
                  </a:move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8"/>
                    <a:pt x="50" y="58"/>
                    <a:pt x="51" y="58"/>
                  </a:cubicBezTo>
                  <a:cubicBezTo>
                    <a:pt x="54" y="58"/>
                    <a:pt x="58" y="56"/>
                    <a:pt x="60" y="47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0"/>
                    <a:pt x="62" y="39"/>
                    <a:pt x="62" y="38"/>
                  </a:cubicBezTo>
                  <a:cubicBezTo>
                    <a:pt x="62" y="36"/>
                    <a:pt x="61" y="35"/>
                    <a:pt x="57" y="34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7" y="49"/>
                    <a:pt x="39" y="50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6" y="47"/>
                    <a:pt x="27" y="47"/>
                    <a:pt x="28" y="47"/>
                  </a:cubicBezTo>
                  <a:cubicBezTo>
                    <a:pt x="31" y="47"/>
                    <a:pt x="32" y="46"/>
                    <a:pt x="33" y="41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6" y="23"/>
                    <a:pt x="15" y="23"/>
                    <a:pt x="14" y="23"/>
                  </a:cubicBezTo>
                  <a:cubicBezTo>
                    <a:pt x="12" y="23"/>
                    <a:pt x="12" y="24"/>
                    <a:pt x="11" y="2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9"/>
                    <a:pt x="7" y="41"/>
                    <a:pt x="7" y="42"/>
                  </a:cubicBezTo>
                  <a:cubicBezTo>
                    <a:pt x="7" y="47"/>
                    <a:pt x="10" y="49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3"/>
                    <a:pt x="15" y="5"/>
                    <a:pt x="15" y="6"/>
                  </a:cubicBezTo>
                  <a:cubicBezTo>
                    <a:pt x="15" y="9"/>
                    <a:pt x="16" y="10"/>
                    <a:pt x="21" y="1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2" y="22"/>
                    <a:pt x="63" y="23"/>
                    <a:pt x="65" y="23"/>
                  </a:cubicBezTo>
                  <a:cubicBezTo>
                    <a:pt x="68" y="23"/>
                    <a:pt x="69" y="21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61" y="64"/>
                    <a:pt x="61" y="64"/>
                    <a:pt x="61" y="64"/>
                  </a:cubicBezTo>
                  <a:lnTo>
                    <a:pt x="47" y="61"/>
                  </a:lnTo>
                  <a:close/>
                  <a:moveTo>
                    <a:pt x="48" y="6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69" y="21"/>
                    <a:pt x="68" y="23"/>
                    <a:pt x="65" y="23"/>
                  </a:cubicBezTo>
                  <a:cubicBezTo>
                    <a:pt x="63" y="23"/>
                    <a:pt x="62" y="23"/>
                    <a:pt x="60" y="2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6" y="11"/>
                    <a:pt x="14" y="10"/>
                    <a:pt x="14" y="6"/>
                  </a:cubicBezTo>
                  <a:cubicBezTo>
                    <a:pt x="14" y="5"/>
                    <a:pt x="14" y="3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49"/>
                    <a:pt x="7" y="47"/>
                    <a:pt x="7" y="42"/>
                  </a:cubicBezTo>
                  <a:cubicBezTo>
                    <a:pt x="7" y="41"/>
                    <a:pt x="7" y="39"/>
                    <a:pt x="7" y="3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4"/>
                    <a:pt x="12" y="22"/>
                    <a:pt x="14" y="22"/>
                  </a:cubicBezTo>
                  <a:cubicBezTo>
                    <a:pt x="15" y="22"/>
                    <a:pt x="17" y="22"/>
                    <a:pt x="18" y="23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3" y="46"/>
                    <a:pt x="31" y="48"/>
                    <a:pt x="28" y="48"/>
                  </a:cubicBezTo>
                  <a:cubicBezTo>
                    <a:pt x="27" y="48"/>
                    <a:pt x="26" y="47"/>
                    <a:pt x="24" y="47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8" y="51"/>
                    <a:pt x="37" y="50"/>
                    <a:pt x="37" y="47"/>
                  </a:cubicBezTo>
                  <a:cubicBezTo>
                    <a:pt x="37" y="45"/>
                    <a:pt x="37" y="44"/>
                    <a:pt x="37" y="42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61" y="34"/>
                    <a:pt x="63" y="35"/>
                    <a:pt x="63" y="38"/>
                  </a:cubicBezTo>
                  <a:cubicBezTo>
                    <a:pt x="63" y="39"/>
                    <a:pt x="63" y="40"/>
                    <a:pt x="62" y="41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58" y="56"/>
                    <a:pt x="55" y="59"/>
                    <a:pt x="51" y="59"/>
                  </a:cubicBezTo>
                  <a:cubicBezTo>
                    <a:pt x="50" y="59"/>
                    <a:pt x="49" y="58"/>
                    <a:pt x="48" y="58"/>
                  </a:cubicBezTo>
                  <a:lnTo>
                    <a:pt x="48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6" name="Freeform 686">
              <a:extLst>
                <a:ext uri="{FF2B5EF4-FFF2-40B4-BE49-F238E27FC236}">
                  <a16:creationId xmlns:a16="http://schemas.microsoft.com/office/drawing/2014/main" id="{085DDD56-2171-43CF-BC19-127A52192D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403388" y="12776200"/>
              <a:ext cx="50800" cy="57150"/>
            </a:xfrm>
            <a:custGeom>
              <a:avLst/>
              <a:gdLst>
                <a:gd name="T0" fmla="*/ 26 w 81"/>
                <a:gd name="T1" fmla="*/ 1 h 87"/>
                <a:gd name="T2" fmla="*/ 30 w 81"/>
                <a:gd name="T3" fmla="*/ 12 h 87"/>
                <a:gd name="T4" fmla="*/ 67 w 81"/>
                <a:gd name="T5" fmla="*/ 28 h 87"/>
                <a:gd name="T6" fmla="*/ 79 w 81"/>
                <a:gd name="T7" fmla="*/ 24 h 87"/>
                <a:gd name="T8" fmla="*/ 81 w 81"/>
                <a:gd name="T9" fmla="*/ 25 h 87"/>
                <a:gd name="T10" fmla="*/ 73 w 81"/>
                <a:gd name="T11" fmla="*/ 43 h 87"/>
                <a:gd name="T12" fmla="*/ 14 w 81"/>
                <a:gd name="T13" fmla="*/ 53 h 87"/>
                <a:gd name="T14" fmla="*/ 14 w 81"/>
                <a:gd name="T15" fmla="*/ 53 h 87"/>
                <a:gd name="T16" fmla="*/ 50 w 81"/>
                <a:gd name="T17" fmla="*/ 69 h 87"/>
                <a:gd name="T18" fmla="*/ 61 w 81"/>
                <a:gd name="T19" fmla="*/ 64 h 87"/>
                <a:gd name="T20" fmla="*/ 63 w 81"/>
                <a:gd name="T21" fmla="*/ 65 h 87"/>
                <a:gd name="T22" fmla="*/ 54 w 81"/>
                <a:gd name="T23" fmla="*/ 87 h 87"/>
                <a:gd name="T24" fmla="*/ 52 w 81"/>
                <a:gd name="T25" fmla="*/ 86 h 87"/>
                <a:gd name="T26" fmla="*/ 47 w 81"/>
                <a:gd name="T27" fmla="*/ 75 h 87"/>
                <a:gd name="T28" fmla="*/ 0 w 81"/>
                <a:gd name="T29" fmla="*/ 54 h 87"/>
                <a:gd name="T30" fmla="*/ 4 w 81"/>
                <a:gd name="T31" fmla="*/ 45 h 87"/>
                <a:gd name="T32" fmla="*/ 66 w 81"/>
                <a:gd name="T33" fmla="*/ 35 h 87"/>
                <a:gd name="T34" fmla="*/ 66 w 81"/>
                <a:gd name="T35" fmla="*/ 35 h 87"/>
                <a:gd name="T36" fmla="*/ 28 w 81"/>
                <a:gd name="T37" fmla="*/ 18 h 87"/>
                <a:gd name="T38" fmla="*/ 16 w 81"/>
                <a:gd name="T39" fmla="*/ 23 h 87"/>
                <a:gd name="T40" fmla="*/ 14 w 81"/>
                <a:gd name="T41" fmla="*/ 22 h 87"/>
                <a:gd name="T42" fmla="*/ 24 w 81"/>
                <a:gd name="T43" fmla="*/ 0 h 87"/>
                <a:gd name="T44" fmla="*/ 26 w 81"/>
                <a:gd name="T45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" h="87">
                  <a:moveTo>
                    <a:pt x="26" y="1"/>
                  </a:moveTo>
                  <a:cubicBezTo>
                    <a:pt x="23" y="8"/>
                    <a:pt x="24" y="9"/>
                    <a:pt x="30" y="1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4" y="31"/>
                    <a:pt x="76" y="30"/>
                    <a:pt x="79" y="24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6" y="72"/>
                    <a:pt x="58" y="71"/>
                    <a:pt x="61" y="64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55" y="79"/>
                    <a:pt x="54" y="78"/>
                    <a:pt x="47" y="7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1" y="15"/>
                    <a:pt x="19" y="16"/>
                    <a:pt x="16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4" y="0"/>
                    <a:pt x="24" y="0"/>
                    <a:pt x="24" y="0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7" name="Freeform 687">
              <a:extLst>
                <a:ext uri="{FF2B5EF4-FFF2-40B4-BE49-F238E27FC236}">
                  <a16:creationId xmlns:a16="http://schemas.microsoft.com/office/drawing/2014/main" id="{934F7B62-FF02-46C4-AB99-7D57A2B2F20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403388" y="12776200"/>
              <a:ext cx="50800" cy="57150"/>
            </a:xfrm>
            <a:custGeom>
              <a:avLst/>
              <a:gdLst>
                <a:gd name="T0" fmla="*/ 51 w 81"/>
                <a:gd name="T1" fmla="*/ 86 h 88"/>
                <a:gd name="T2" fmla="*/ 47 w 81"/>
                <a:gd name="T3" fmla="*/ 75 h 88"/>
                <a:gd name="T4" fmla="*/ 4 w 81"/>
                <a:gd name="T5" fmla="*/ 45 h 88"/>
                <a:gd name="T6" fmla="*/ 28 w 81"/>
                <a:gd name="T7" fmla="*/ 19 h 88"/>
                <a:gd name="T8" fmla="*/ 17 w 81"/>
                <a:gd name="T9" fmla="*/ 23 h 88"/>
                <a:gd name="T10" fmla="*/ 14 w 81"/>
                <a:gd name="T11" fmla="*/ 22 h 88"/>
                <a:gd name="T12" fmla="*/ 26 w 81"/>
                <a:gd name="T13" fmla="*/ 1 h 88"/>
                <a:gd name="T14" fmla="*/ 26 w 81"/>
                <a:gd name="T15" fmla="*/ 1 h 88"/>
                <a:gd name="T16" fmla="*/ 26 w 81"/>
                <a:gd name="T17" fmla="*/ 1 h 88"/>
                <a:gd name="T18" fmla="*/ 31 w 81"/>
                <a:gd name="T19" fmla="*/ 12 h 88"/>
                <a:gd name="T20" fmla="*/ 73 w 81"/>
                <a:gd name="T21" fmla="*/ 29 h 88"/>
                <a:gd name="T22" fmla="*/ 79 w 81"/>
                <a:gd name="T23" fmla="*/ 23 h 88"/>
                <a:gd name="T24" fmla="*/ 73 w 81"/>
                <a:gd name="T25" fmla="*/ 43 h 88"/>
                <a:gd name="T26" fmla="*/ 50 w 81"/>
                <a:gd name="T27" fmla="*/ 68 h 88"/>
                <a:gd name="T28" fmla="*/ 61 w 81"/>
                <a:gd name="T29" fmla="*/ 64 h 88"/>
                <a:gd name="T30" fmla="*/ 64 w 81"/>
                <a:gd name="T31" fmla="*/ 65 h 88"/>
                <a:gd name="T32" fmla="*/ 51 w 81"/>
                <a:gd name="T33" fmla="*/ 86 h 88"/>
                <a:gd name="T34" fmla="*/ 63 w 81"/>
                <a:gd name="T35" fmla="*/ 65 h 88"/>
                <a:gd name="T36" fmla="*/ 55 w 81"/>
                <a:gd name="T37" fmla="*/ 71 h 88"/>
                <a:gd name="T38" fmla="*/ 14 w 81"/>
                <a:gd name="T39" fmla="*/ 53 h 88"/>
                <a:gd name="T40" fmla="*/ 14 w 81"/>
                <a:gd name="T41" fmla="*/ 53 h 88"/>
                <a:gd name="T42" fmla="*/ 80 w 81"/>
                <a:gd name="T43" fmla="*/ 25 h 88"/>
                <a:gd name="T44" fmla="*/ 73 w 81"/>
                <a:gd name="T45" fmla="*/ 30 h 88"/>
                <a:gd name="T46" fmla="*/ 30 w 81"/>
                <a:gd name="T47" fmla="*/ 13 h 88"/>
                <a:gd name="T48" fmla="*/ 26 w 81"/>
                <a:gd name="T49" fmla="*/ 1 h 88"/>
                <a:gd name="T50" fmla="*/ 15 w 81"/>
                <a:gd name="T51" fmla="*/ 22 h 88"/>
                <a:gd name="T52" fmla="*/ 22 w 81"/>
                <a:gd name="T53" fmla="*/ 16 h 88"/>
                <a:gd name="T54" fmla="*/ 67 w 81"/>
                <a:gd name="T55" fmla="*/ 35 h 88"/>
                <a:gd name="T56" fmla="*/ 66 w 81"/>
                <a:gd name="T57" fmla="*/ 35 h 88"/>
                <a:gd name="T58" fmla="*/ 1 w 81"/>
                <a:gd name="T59" fmla="*/ 54 h 88"/>
                <a:gd name="T60" fmla="*/ 54 w 81"/>
                <a:gd name="T61" fmla="*/ 81 h 88"/>
                <a:gd name="T62" fmla="*/ 54 w 81"/>
                <a:gd name="T63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" h="88"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  <a:cubicBezTo>
                    <a:pt x="52" y="84"/>
                    <a:pt x="53" y="82"/>
                    <a:pt x="53" y="81"/>
                  </a:cubicBezTo>
                  <a:cubicBezTo>
                    <a:pt x="53" y="78"/>
                    <a:pt x="51" y="77"/>
                    <a:pt x="47" y="7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5" y="18"/>
                    <a:pt x="24" y="17"/>
                    <a:pt x="22" y="17"/>
                  </a:cubicBezTo>
                  <a:cubicBezTo>
                    <a:pt x="20" y="17"/>
                    <a:pt x="19" y="19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3"/>
                    <a:pt x="25" y="5"/>
                    <a:pt x="25" y="7"/>
                  </a:cubicBezTo>
                  <a:cubicBezTo>
                    <a:pt x="25" y="9"/>
                    <a:pt x="26" y="10"/>
                    <a:pt x="31" y="1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29"/>
                    <a:pt x="71" y="29"/>
                    <a:pt x="73" y="29"/>
                  </a:cubicBezTo>
                  <a:cubicBezTo>
                    <a:pt x="75" y="29"/>
                    <a:pt x="77" y="28"/>
                    <a:pt x="78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2" y="69"/>
                    <a:pt x="54" y="70"/>
                    <a:pt x="55" y="70"/>
                  </a:cubicBezTo>
                  <a:cubicBezTo>
                    <a:pt x="58" y="70"/>
                    <a:pt x="59" y="68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54" y="88"/>
                    <a:pt x="54" y="88"/>
                    <a:pt x="54" y="88"/>
                  </a:cubicBezTo>
                  <a:lnTo>
                    <a:pt x="51" y="86"/>
                  </a:lnTo>
                  <a:close/>
                  <a:moveTo>
                    <a:pt x="54" y="87"/>
                  </a:moveTo>
                  <a:cubicBezTo>
                    <a:pt x="63" y="65"/>
                    <a:pt x="63" y="65"/>
                    <a:pt x="63" y="6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9"/>
                    <a:pt x="58" y="71"/>
                    <a:pt x="55" y="71"/>
                  </a:cubicBezTo>
                  <a:cubicBezTo>
                    <a:pt x="54" y="71"/>
                    <a:pt x="52" y="70"/>
                    <a:pt x="50" y="69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7" y="28"/>
                    <a:pt x="76" y="30"/>
                    <a:pt x="73" y="30"/>
                  </a:cubicBezTo>
                  <a:cubicBezTo>
                    <a:pt x="71" y="30"/>
                    <a:pt x="69" y="30"/>
                    <a:pt x="67" y="29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6" y="11"/>
                    <a:pt x="24" y="9"/>
                    <a:pt x="24" y="7"/>
                  </a:cubicBezTo>
                  <a:cubicBezTo>
                    <a:pt x="24" y="5"/>
                    <a:pt x="25" y="3"/>
                    <a:pt x="2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8" y="18"/>
                    <a:pt x="20" y="16"/>
                    <a:pt x="22" y="16"/>
                  </a:cubicBezTo>
                  <a:cubicBezTo>
                    <a:pt x="24" y="16"/>
                    <a:pt x="26" y="17"/>
                    <a:pt x="28" y="18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52" y="76"/>
                    <a:pt x="54" y="78"/>
                    <a:pt x="54" y="81"/>
                  </a:cubicBezTo>
                  <a:cubicBezTo>
                    <a:pt x="54" y="82"/>
                    <a:pt x="53" y="84"/>
                    <a:pt x="52" y="86"/>
                  </a:cubicBezTo>
                  <a:lnTo>
                    <a:pt x="54" y="8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8" name="Freeform 688">
              <a:extLst>
                <a:ext uri="{FF2B5EF4-FFF2-40B4-BE49-F238E27FC236}">
                  <a16:creationId xmlns:a16="http://schemas.microsoft.com/office/drawing/2014/main" id="{844C3C41-D899-42C1-BC5E-33099974A76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4165263" y="12444413"/>
              <a:ext cx="106363" cy="100012"/>
            </a:xfrm>
            <a:custGeom>
              <a:avLst/>
              <a:gdLst>
                <a:gd name="T0" fmla="*/ 160 w 166"/>
                <a:gd name="T1" fmla="*/ 68 h 156"/>
                <a:gd name="T2" fmla="*/ 157 w 166"/>
                <a:gd name="T3" fmla="*/ 56 h 156"/>
                <a:gd name="T4" fmla="*/ 121 w 166"/>
                <a:gd name="T5" fmla="*/ 58 h 156"/>
                <a:gd name="T6" fmla="*/ 109 w 166"/>
                <a:gd name="T7" fmla="*/ 49 h 156"/>
                <a:gd name="T8" fmla="*/ 91 w 166"/>
                <a:gd name="T9" fmla="*/ 6 h 156"/>
                <a:gd name="T10" fmla="*/ 79 w 166"/>
                <a:gd name="T11" fmla="*/ 6 h 156"/>
                <a:gd name="T12" fmla="*/ 66 w 166"/>
                <a:gd name="T13" fmla="*/ 46 h 156"/>
                <a:gd name="T14" fmla="*/ 50 w 166"/>
                <a:gd name="T15" fmla="*/ 56 h 156"/>
                <a:gd name="T16" fmla="*/ 9 w 166"/>
                <a:gd name="T17" fmla="*/ 57 h 156"/>
                <a:gd name="T18" fmla="*/ 6 w 166"/>
                <a:gd name="T19" fmla="*/ 69 h 156"/>
                <a:gd name="T20" fmla="*/ 38 w 166"/>
                <a:gd name="T21" fmla="*/ 90 h 156"/>
                <a:gd name="T22" fmla="*/ 44 w 166"/>
                <a:gd name="T23" fmla="*/ 110 h 156"/>
                <a:gd name="T24" fmla="*/ 33 w 166"/>
                <a:gd name="T25" fmla="*/ 146 h 156"/>
                <a:gd name="T26" fmla="*/ 41 w 166"/>
                <a:gd name="T27" fmla="*/ 153 h 156"/>
                <a:gd name="T28" fmla="*/ 78 w 166"/>
                <a:gd name="T29" fmla="*/ 133 h 156"/>
                <a:gd name="T30" fmla="*/ 95 w 166"/>
                <a:gd name="T31" fmla="*/ 132 h 156"/>
                <a:gd name="T32" fmla="*/ 138 w 166"/>
                <a:gd name="T33" fmla="*/ 152 h 156"/>
                <a:gd name="T34" fmla="*/ 145 w 166"/>
                <a:gd name="T35" fmla="*/ 144 h 156"/>
                <a:gd name="T36" fmla="*/ 129 w 166"/>
                <a:gd name="T37" fmla="*/ 106 h 156"/>
                <a:gd name="T38" fmla="*/ 131 w 166"/>
                <a:gd name="T39" fmla="*/ 92 h 156"/>
                <a:gd name="T40" fmla="*/ 160 w 166"/>
                <a:gd name="T41" fmla="*/ 68 h 156"/>
                <a:gd name="T42" fmla="*/ 139 w 166"/>
                <a:gd name="T43" fmla="*/ 73 h 156"/>
                <a:gd name="T44" fmla="*/ 115 w 166"/>
                <a:gd name="T45" fmla="*/ 87 h 156"/>
                <a:gd name="T46" fmla="*/ 112 w 166"/>
                <a:gd name="T47" fmla="*/ 100 h 156"/>
                <a:gd name="T48" fmla="*/ 128 w 166"/>
                <a:gd name="T49" fmla="*/ 129 h 156"/>
                <a:gd name="T50" fmla="*/ 123 w 166"/>
                <a:gd name="T51" fmla="*/ 133 h 156"/>
                <a:gd name="T52" fmla="*/ 94 w 166"/>
                <a:gd name="T53" fmla="*/ 115 h 156"/>
                <a:gd name="T54" fmla="*/ 81 w 166"/>
                <a:gd name="T55" fmla="*/ 115 h 156"/>
                <a:gd name="T56" fmla="*/ 54 w 166"/>
                <a:gd name="T57" fmla="*/ 134 h 156"/>
                <a:gd name="T58" fmla="*/ 49 w 166"/>
                <a:gd name="T59" fmla="*/ 128 h 156"/>
                <a:gd name="T60" fmla="*/ 59 w 166"/>
                <a:gd name="T61" fmla="*/ 100 h 156"/>
                <a:gd name="T62" fmla="*/ 55 w 166"/>
                <a:gd name="T63" fmla="*/ 87 h 156"/>
                <a:gd name="T64" fmla="*/ 27 w 166"/>
                <a:gd name="T65" fmla="*/ 72 h 156"/>
                <a:gd name="T66" fmla="*/ 29 w 166"/>
                <a:gd name="T67" fmla="*/ 66 h 156"/>
                <a:gd name="T68" fmla="*/ 61 w 166"/>
                <a:gd name="T69" fmla="*/ 67 h 156"/>
                <a:gd name="T70" fmla="*/ 73 w 166"/>
                <a:gd name="T71" fmla="*/ 61 h 156"/>
                <a:gd name="T72" fmla="*/ 82 w 166"/>
                <a:gd name="T73" fmla="*/ 30 h 156"/>
                <a:gd name="T74" fmla="*/ 89 w 166"/>
                <a:gd name="T75" fmla="*/ 30 h 156"/>
                <a:gd name="T76" fmla="*/ 99 w 166"/>
                <a:gd name="T77" fmla="*/ 61 h 156"/>
                <a:gd name="T78" fmla="*/ 108 w 166"/>
                <a:gd name="T79" fmla="*/ 69 h 156"/>
                <a:gd name="T80" fmla="*/ 137 w 166"/>
                <a:gd name="T81" fmla="*/ 67 h 156"/>
                <a:gd name="T82" fmla="*/ 139 w 166"/>
                <a:gd name="T83" fmla="*/ 7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6" h="156">
                  <a:moveTo>
                    <a:pt x="160" y="68"/>
                  </a:moveTo>
                  <a:cubicBezTo>
                    <a:pt x="166" y="64"/>
                    <a:pt x="164" y="56"/>
                    <a:pt x="157" y="56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14" y="58"/>
                    <a:pt x="112" y="56"/>
                    <a:pt x="109" y="49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88" y="0"/>
                    <a:pt x="81" y="0"/>
                    <a:pt x="79" y="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3" y="52"/>
                    <a:pt x="60" y="55"/>
                    <a:pt x="50" y="56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2" y="57"/>
                    <a:pt x="0" y="65"/>
                    <a:pt x="6" y="6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45" y="96"/>
                    <a:pt x="47" y="99"/>
                    <a:pt x="44" y="110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1" y="152"/>
                    <a:pt x="35" y="156"/>
                    <a:pt x="41" y="153"/>
                  </a:cubicBezTo>
                  <a:cubicBezTo>
                    <a:pt x="78" y="133"/>
                    <a:pt x="78" y="133"/>
                    <a:pt x="78" y="133"/>
                  </a:cubicBezTo>
                  <a:cubicBezTo>
                    <a:pt x="86" y="128"/>
                    <a:pt x="90" y="130"/>
                    <a:pt x="95" y="13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44" y="154"/>
                    <a:pt x="147" y="151"/>
                    <a:pt x="145" y="144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6" y="101"/>
                    <a:pt x="127" y="96"/>
                    <a:pt x="131" y="92"/>
                  </a:cubicBezTo>
                  <a:lnTo>
                    <a:pt x="160" y="68"/>
                  </a:lnTo>
                  <a:close/>
                  <a:moveTo>
                    <a:pt x="139" y="73"/>
                  </a:moveTo>
                  <a:cubicBezTo>
                    <a:pt x="115" y="87"/>
                    <a:pt x="115" y="87"/>
                    <a:pt x="115" y="87"/>
                  </a:cubicBezTo>
                  <a:cubicBezTo>
                    <a:pt x="112" y="90"/>
                    <a:pt x="111" y="95"/>
                    <a:pt x="112" y="100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9" y="133"/>
                    <a:pt x="127" y="135"/>
                    <a:pt x="123" y="133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1" y="112"/>
                    <a:pt x="84" y="112"/>
                    <a:pt x="81" y="11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0" y="137"/>
                    <a:pt x="47" y="134"/>
                    <a:pt x="49" y="128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1" y="95"/>
                    <a:pt x="59" y="90"/>
                    <a:pt x="55" y="87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23" y="70"/>
                    <a:pt x="24" y="65"/>
                    <a:pt x="29" y="66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5" y="67"/>
                    <a:pt x="72" y="65"/>
                    <a:pt x="73" y="61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3" y="26"/>
                    <a:pt x="87" y="26"/>
                    <a:pt x="89" y="30"/>
                  </a:cubicBezTo>
                  <a:cubicBezTo>
                    <a:pt x="99" y="61"/>
                    <a:pt x="99" y="61"/>
                    <a:pt x="99" y="61"/>
                  </a:cubicBezTo>
                  <a:cubicBezTo>
                    <a:pt x="101" y="65"/>
                    <a:pt x="103" y="69"/>
                    <a:pt x="108" y="69"/>
                  </a:cubicBezTo>
                  <a:cubicBezTo>
                    <a:pt x="137" y="67"/>
                    <a:pt x="137" y="67"/>
                    <a:pt x="137" y="67"/>
                  </a:cubicBezTo>
                  <a:cubicBezTo>
                    <a:pt x="141" y="67"/>
                    <a:pt x="143" y="70"/>
                    <a:pt x="139" y="7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grpSp>
        <p:nvGrpSpPr>
          <p:cNvPr id="709" name="Grupp 708">
            <a:extLst>
              <a:ext uri="{FF2B5EF4-FFF2-40B4-BE49-F238E27FC236}">
                <a16:creationId xmlns:a16="http://schemas.microsoft.com/office/drawing/2014/main" id="{4323E281-98A4-45A0-B27E-F428A3CBD654}"/>
              </a:ext>
            </a:extLst>
          </p:cNvPr>
          <p:cNvGrpSpPr/>
          <p:nvPr userDrawn="1"/>
        </p:nvGrpSpPr>
        <p:grpSpPr>
          <a:xfrm>
            <a:off x="18122901" y="12072938"/>
            <a:ext cx="3986212" cy="912812"/>
            <a:chOff x="18122901" y="12072938"/>
            <a:chExt cx="3986212" cy="912812"/>
          </a:xfrm>
          <a:solidFill>
            <a:schemeClr val="bg1"/>
          </a:solidFill>
        </p:grpSpPr>
        <p:sp>
          <p:nvSpPr>
            <p:cNvPr id="710" name="Freeform 692">
              <a:extLst>
                <a:ext uri="{FF2B5EF4-FFF2-40B4-BE49-F238E27FC236}">
                  <a16:creationId xmlns:a16="http://schemas.microsoft.com/office/drawing/2014/main" id="{B5ABEAB7-80BF-4A21-B939-3CC892536D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22901" y="12665075"/>
              <a:ext cx="98425" cy="141287"/>
            </a:xfrm>
            <a:custGeom>
              <a:avLst/>
              <a:gdLst>
                <a:gd name="T0" fmla="*/ 28 w 127"/>
                <a:gd name="T1" fmla="*/ 131 h 183"/>
                <a:gd name="T2" fmla="*/ 28 w 127"/>
                <a:gd name="T3" fmla="*/ 154 h 183"/>
                <a:gd name="T4" fmla="*/ 60 w 127"/>
                <a:gd name="T5" fmla="*/ 161 h 183"/>
                <a:gd name="T6" fmla="*/ 97 w 127"/>
                <a:gd name="T7" fmla="*/ 132 h 183"/>
                <a:gd name="T8" fmla="*/ 70 w 127"/>
                <a:gd name="T9" fmla="*/ 107 h 183"/>
                <a:gd name="T10" fmla="*/ 39 w 127"/>
                <a:gd name="T11" fmla="*/ 98 h 183"/>
                <a:gd name="T12" fmla="*/ 0 w 127"/>
                <a:gd name="T13" fmla="*/ 52 h 183"/>
                <a:gd name="T14" fmla="*/ 67 w 127"/>
                <a:gd name="T15" fmla="*/ 0 h 183"/>
                <a:gd name="T16" fmla="*/ 120 w 127"/>
                <a:gd name="T17" fmla="*/ 9 h 183"/>
                <a:gd name="T18" fmla="*/ 120 w 127"/>
                <a:gd name="T19" fmla="*/ 48 h 183"/>
                <a:gd name="T20" fmla="*/ 94 w 127"/>
                <a:gd name="T21" fmla="*/ 48 h 183"/>
                <a:gd name="T22" fmla="*/ 94 w 127"/>
                <a:gd name="T23" fmla="*/ 27 h 183"/>
                <a:gd name="T24" fmla="*/ 67 w 127"/>
                <a:gd name="T25" fmla="*/ 22 h 183"/>
                <a:gd name="T26" fmla="*/ 30 w 127"/>
                <a:gd name="T27" fmla="*/ 48 h 183"/>
                <a:gd name="T28" fmla="*/ 57 w 127"/>
                <a:gd name="T29" fmla="*/ 73 h 183"/>
                <a:gd name="T30" fmla="*/ 85 w 127"/>
                <a:gd name="T31" fmla="*/ 80 h 183"/>
                <a:gd name="T32" fmla="*/ 127 w 127"/>
                <a:gd name="T33" fmla="*/ 127 h 183"/>
                <a:gd name="T34" fmla="*/ 59 w 127"/>
                <a:gd name="T35" fmla="*/ 183 h 183"/>
                <a:gd name="T36" fmla="*/ 0 w 127"/>
                <a:gd name="T37" fmla="*/ 173 h 183"/>
                <a:gd name="T38" fmla="*/ 0 w 127"/>
                <a:gd name="T39" fmla="*/ 131 h 183"/>
                <a:gd name="T40" fmla="*/ 28 w 127"/>
                <a:gd name="T41" fmla="*/ 13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7" h="183">
                  <a:moveTo>
                    <a:pt x="28" y="131"/>
                  </a:moveTo>
                  <a:cubicBezTo>
                    <a:pt x="28" y="154"/>
                    <a:pt x="28" y="154"/>
                    <a:pt x="28" y="154"/>
                  </a:cubicBezTo>
                  <a:cubicBezTo>
                    <a:pt x="33" y="157"/>
                    <a:pt x="46" y="161"/>
                    <a:pt x="60" y="161"/>
                  </a:cubicBezTo>
                  <a:cubicBezTo>
                    <a:pt x="83" y="161"/>
                    <a:pt x="97" y="151"/>
                    <a:pt x="97" y="132"/>
                  </a:cubicBezTo>
                  <a:cubicBezTo>
                    <a:pt x="97" y="117"/>
                    <a:pt x="89" y="112"/>
                    <a:pt x="70" y="107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18" y="92"/>
                    <a:pt x="0" y="80"/>
                    <a:pt x="0" y="52"/>
                  </a:cubicBezTo>
                  <a:cubicBezTo>
                    <a:pt x="0" y="17"/>
                    <a:pt x="30" y="0"/>
                    <a:pt x="67" y="0"/>
                  </a:cubicBezTo>
                  <a:cubicBezTo>
                    <a:pt x="90" y="0"/>
                    <a:pt x="107" y="5"/>
                    <a:pt x="120" y="9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0" y="25"/>
                    <a:pt x="81" y="22"/>
                    <a:pt x="67" y="22"/>
                  </a:cubicBezTo>
                  <a:cubicBezTo>
                    <a:pt x="41" y="22"/>
                    <a:pt x="30" y="34"/>
                    <a:pt x="30" y="48"/>
                  </a:cubicBezTo>
                  <a:cubicBezTo>
                    <a:pt x="30" y="63"/>
                    <a:pt x="41" y="69"/>
                    <a:pt x="57" y="73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105" y="85"/>
                    <a:pt x="127" y="96"/>
                    <a:pt x="127" y="127"/>
                  </a:cubicBezTo>
                  <a:cubicBezTo>
                    <a:pt x="127" y="162"/>
                    <a:pt x="101" y="183"/>
                    <a:pt x="59" y="183"/>
                  </a:cubicBezTo>
                  <a:cubicBezTo>
                    <a:pt x="46" y="183"/>
                    <a:pt x="15" y="179"/>
                    <a:pt x="0" y="173"/>
                  </a:cubicBezTo>
                  <a:cubicBezTo>
                    <a:pt x="0" y="131"/>
                    <a:pt x="0" y="131"/>
                    <a:pt x="0" y="131"/>
                  </a:cubicBezTo>
                  <a:lnTo>
                    <a:pt x="28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1" name="Freeform 693">
              <a:extLst>
                <a:ext uri="{FF2B5EF4-FFF2-40B4-BE49-F238E27FC236}">
                  <a16:creationId xmlns:a16="http://schemas.microsoft.com/office/drawing/2014/main" id="{B5ACEC34-446D-4983-8167-865CE05CA9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237200" y="12677775"/>
              <a:ext cx="66675" cy="128587"/>
            </a:xfrm>
            <a:custGeom>
              <a:avLst/>
              <a:gdLst>
                <a:gd name="T0" fmla="*/ 0 w 88"/>
                <a:gd name="T1" fmla="*/ 32 h 166"/>
                <a:gd name="T2" fmla="*/ 20 w 88"/>
                <a:gd name="T3" fmla="*/ 32 h 166"/>
                <a:gd name="T4" fmla="*/ 21 w 88"/>
                <a:gd name="T5" fmla="*/ 2 h 166"/>
                <a:gd name="T6" fmla="*/ 49 w 88"/>
                <a:gd name="T7" fmla="*/ 0 h 166"/>
                <a:gd name="T8" fmla="*/ 48 w 88"/>
                <a:gd name="T9" fmla="*/ 32 h 166"/>
                <a:gd name="T10" fmla="*/ 86 w 88"/>
                <a:gd name="T11" fmla="*/ 32 h 166"/>
                <a:gd name="T12" fmla="*/ 86 w 88"/>
                <a:gd name="T13" fmla="*/ 52 h 166"/>
                <a:gd name="T14" fmla="*/ 48 w 88"/>
                <a:gd name="T15" fmla="*/ 52 h 166"/>
                <a:gd name="T16" fmla="*/ 48 w 88"/>
                <a:gd name="T17" fmla="*/ 114 h 166"/>
                <a:gd name="T18" fmla="*/ 66 w 88"/>
                <a:gd name="T19" fmla="*/ 144 h 166"/>
                <a:gd name="T20" fmla="*/ 88 w 88"/>
                <a:gd name="T21" fmla="*/ 139 h 166"/>
                <a:gd name="T22" fmla="*/ 87 w 88"/>
                <a:gd name="T23" fmla="*/ 159 h 166"/>
                <a:gd name="T24" fmla="*/ 58 w 88"/>
                <a:gd name="T25" fmla="*/ 166 h 166"/>
                <a:gd name="T26" fmla="*/ 19 w 88"/>
                <a:gd name="T27" fmla="*/ 125 h 166"/>
                <a:gd name="T28" fmla="*/ 20 w 88"/>
                <a:gd name="T29" fmla="*/ 52 h 166"/>
                <a:gd name="T30" fmla="*/ 0 w 88"/>
                <a:gd name="T31" fmla="*/ 52 h 166"/>
                <a:gd name="T32" fmla="*/ 0 w 88"/>
                <a:gd name="T33" fmla="*/ 3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66">
                  <a:moveTo>
                    <a:pt x="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73"/>
                    <a:pt x="48" y="94"/>
                    <a:pt x="48" y="114"/>
                  </a:cubicBezTo>
                  <a:cubicBezTo>
                    <a:pt x="48" y="138"/>
                    <a:pt x="53" y="144"/>
                    <a:pt x="66" y="144"/>
                  </a:cubicBezTo>
                  <a:cubicBezTo>
                    <a:pt x="74" y="144"/>
                    <a:pt x="82" y="141"/>
                    <a:pt x="88" y="13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0" y="163"/>
                    <a:pt x="69" y="166"/>
                    <a:pt x="58" y="166"/>
                  </a:cubicBezTo>
                  <a:cubicBezTo>
                    <a:pt x="30" y="166"/>
                    <a:pt x="19" y="155"/>
                    <a:pt x="19" y="125"/>
                  </a:cubicBezTo>
                  <a:cubicBezTo>
                    <a:pt x="19" y="109"/>
                    <a:pt x="20" y="75"/>
                    <a:pt x="20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2" name="Freeform 694">
              <a:extLst>
                <a:ext uri="{FF2B5EF4-FFF2-40B4-BE49-F238E27FC236}">
                  <a16:creationId xmlns:a16="http://schemas.microsoft.com/office/drawing/2014/main" id="{B45846C6-FECD-4A79-8CEB-6FCE2DA3E6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308638" y="12700000"/>
              <a:ext cx="101600" cy="106362"/>
            </a:xfrm>
            <a:custGeom>
              <a:avLst/>
              <a:gdLst>
                <a:gd name="T0" fmla="*/ 69 w 133"/>
                <a:gd name="T1" fmla="*/ 0 h 137"/>
                <a:gd name="T2" fmla="*/ 133 w 133"/>
                <a:gd name="T3" fmla="*/ 69 h 137"/>
                <a:gd name="T4" fmla="*/ 66 w 133"/>
                <a:gd name="T5" fmla="*/ 137 h 137"/>
                <a:gd name="T6" fmla="*/ 0 w 133"/>
                <a:gd name="T7" fmla="*/ 71 h 137"/>
                <a:gd name="T8" fmla="*/ 69 w 133"/>
                <a:gd name="T9" fmla="*/ 0 h 137"/>
                <a:gd name="T10" fmla="*/ 66 w 133"/>
                <a:gd name="T11" fmla="*/ 113 h 137"/>
                <a:gd name="T12" fmla="*/ 103 w 133"/>
                <a:gd name="T13" fmla="*/ 66 h 137"/>
                <a:gd name="T14" fmla="*/ 68 w 133"/>
                <a:gd name="T15" fmla="*/ 23 h 137"/>
                <a:gd name="T16" fmla="*/ 30 w 133"/>
                <a:gd name="T17" fmla="*/ 70 h 137"/>
                <a:gd name="T18" fmla="*/ 66 w 133"/>
                <a:gd name="T19" fmla="*/ 11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7">
                  <a:moveTo>
                    <a:pt x="69" y="0"/>
                  </a:moveTo>
                  <a:cubicBezTo>
                    <a:pt x="117" y="0"/>
                    <a:pt x="133" y="37"/>
                    <a:pt x="133" y="69"/>
                  </a:cubicBezTo>
                  <a:cubicBezTo>
                    <a:pt x="133" y="106"/>
                    <a:pt x="110" y="137"/>
                    <a:pt x="66" y="137"/>
                  </a:cubicBezTo>
                  <a:cubicBezTo>
                    <a:pt x="19" y="137"/>
                    <a:pt x="0" y="104"/>
                    <a:pt x="0" y="71"/>
                  </a:cubicBezTo>
                  <a:cubicBezTo>
                    <a:pt x="0" y="28"/>
                    <a:pt x="29" y="0"/>
                    <a:pt x="69" y="0"/>
                  </a:cubicBezTo>
                  <a:moveTo>
                    <a:pt x="66" y="113"/>
                  </a:moveTo>
                  <a:cubicBezTo>
                    <a:pt x="92" y="113"/>
                    <a:pt x="103" y="92"/>
                    <a:pt x="103" y="66"/>
                  </a:cubicBezTo>
                  <a:cubicBezTo>
                    <a:pt x="103" y="36"/>
                    <a:pt x="88" y="23"/>
                    <a:pt x="68" y="23"/>
                  </a:cubicBezTo>
                  <a:cubicBezTo>
                    <a:pt x="40" y="23"/>
                    <a:pt x="30" y="47"/>
                    <a:pt x="30" y="70"/>
                  </a:cubicBezTo>
                  <a:cubicBezTo>
                    <a:pt x="30" y="92"/>
                    <a:pt x="41" y="113"/>
                    <a:pt x="66" y="1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3" name="Freeform 695">
              <a:extLst>
                <a:ext uri="{FF2B5EF4-FFF2-40B4-BE49-F238E27FC236}">
                  <a16:creationId xmlns:a16="http://schemas.microsoft.com/office/drawing/2014/main" id="{80508F1D-9FFC-4E62-A190-27C6868BEE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424525" y="12700000"/>
              <a:ext cx="82550" cy="106362"/>
            </a:xfrm>
            <a:custGeom>
              <a:avLst/>
              <a:gdLst>
                <a:gd name="T0" fmla="*/ 84 w 107"/>
                <a:gd name="T1" fmla="*/ 24 h 137"/>
                <a:gd name="T2" fmla="*/ 67 w 107"/>
                <a:gd name="T3" fmla="*/ 22 h 137"/>
                <a:gd name="T4" fmla="*/ 28 w 107"/>
                <a:gd name="T5" fmla="*/ 66 h 137"/>
                <a:gd name="T6" fmla="*/ 74 w 107"/>
                <a:gd name="T7" fmla="*/ 113 h 137"/>
                <a:gd name="T8" fmla="*/ 107 w 107"/>
                <a:gd name="T9" fmla="*/ 106 h 137"/>
                <a:gd name="T10" fmla="*/ 106 w 107"/>
                <a:gd name="T11" fmla="*/ 130 h 137"/>
                <a:gd name="T12" fmla="*/ 70 w 107"/>
                <a:gd name="T13" fmla="*/ 137 h 137"/>
                <a:gd name="T14" fmla="*/ 0 w 107"/>
                <a:gd name="T15" fmla="*/ 69 h 137"/>
                <a:gd name="T16" fmla="*/ 70 w 107"/>
                <a:gd name="T17" fmla="*/ 0 h 137"/>
                <a:gd name="T18" fmla="*/ 107 w 107"/>
                <a:gd name="T19" fmla="*/ 6 h 137"/>
                <a:gd name="T20" fmla="*/ 107 w 107"/>
                <a:gd name="T21" fmla="*/ 43 h 137"/>
                <a:gd name="T22" fmla="*/ 84 w 107"/>
                <a:gd name="T23" fmla="*/ 43 h 137"/>
                <a:gd name="T24" fmla="*/ 84 w 107"/>
                <a:gd name="T25" fmla="*/ 2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7" h="137">
                  <a:moveTo>
                    <a:pt x="84" y="24"/>
                  </a:moveTo>
                  <a:cubicBezTo>
                    <a:pt x="80" y="23"/>
                    <a:pt x="73" y="22"/>
                    <a:pt x="67" y="22"/>
                  </a:cubicBezTo>
                  <a:cubicBezTo>
                    <a:pt x="41" y="22"/>
                    <a:pt x="28" y="41"/>
                    <a:pt x="28" y="66"/>
                  </a:cubicBezTo>
                  <a:cubicBezTo>
                    <a:pt x="28" y="89"/>
                    <a:pt x="39" y="113"/>
                    <a:pt x="74" y="113"/>
                  </a:cubicBezTo>
                  <a:cubicBezTo>
                    <a:pt x="86" y="113"/>
                    <a:pt x="101" y="109"/>
                    <a:pt x="107" y="106"/>
                  </a:cubicBezTo>
                  <a:cubicBezTo>
                    <a:pt x="106" y="130"/>
                    <a:pt x="106" y="130"/>
                    <a:pt x="106" y="130"/>
                  </a:cubicBezTo>
                  <a:cubicBezTo>
                    <a:pt x="100" y="132"/>
                    <a:pt x="86" y="137"/>
                    <a:pt x="70" y="137"/>
                  </a:cubicBezTo>
                  <a:cubicBezTo>
                    <a:pt x="17" y="137"/>
                    <a:pt x="0" y="102"/>
                    <a:pt x="0" y="69"/>
                  </a:cubicBezTo>
                  <a:cubicBezTo>
                    <a:pt x="0" y="29"/>
                    <a:pt x="24" y="0"/>
                    <a:pt x="70" y="0"/>
                  </a:cubicBezTo>
                  <a:cubicBezTo>
                    <a:pt x="90" y="0"/>
                    <a:pt x="102" y="4"/>
                    <a:pt x="107" y="6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84" y="43"/>
                    <a:pt x="84" y="43"/>
                    <a:pt x="84" y="43"/>
                  </a:cubicBezTo>
                  <a:lnTo>
                    <a:pt x="84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4" name="Freeform 696">
              <a:extLst>
                <a:ext uri="{FF2B5EF4-FFF2-40B4-BE49-F238E27FC236}">
                  <a16:creationId xmlns:a16="http://schemas.microsoft.com/office/drawing/2014/main" id="{612324E7-8433-43FA-96B8-D7C2729D32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515013" y="12653963"/>
              <a:ext cx="109537" cy="149225"/>
            </a:xfrm>
            <a:custGeom>
              <a:avLst/>
              <a:gdLst>
                <a:gd name="T0" fmla="*/ 2 w 69"/>
                <a:gd name="T1" fmla="*/ 84 h 94"/>
                <a:gd name="T2" fmla="*/ 10 w 69"/>
                <a:gd name="T3" fmla="*/ 84 h 94"/>
                <a:gd name="T4" fmla="*/ 11 w 69"/>
                <a:gd name="T5" fmla="*/ 11 h 94"/>
                <a:gd name="T6" fmla="*/ 0 w 69"/>
                <a:gd name="T7" fmla="*/ 11 h 94"/>
                <a:gd name="T8" fmla="*/ 0 w 69"/>
                <a:gd name="T9" fmla="*/ 0 h 94"/>
                <a:gd name="T10" fmla="*/ 24 w 69"/>
                <a:gd name="T11" fmla="*/ 0 h 94"/>
                <a:gd name="T12" fmla="*/ 24 w 69"/>
                <a:gd name="T13" fmla="*/ 58 h 94"/>
                <a:gd name="T14" fmla="*/ 46 w 69"/>
                <a:gd name="T15" fmla="*/ 41 h 94"/>
                <a:gd name="T16" fmla="*/ 46 w 69"/>
                <a:gd name="T17" fmla="*/ 41 h 94"/>
                <a:gd name="T18" fmla="*/ 37 w 69"/>
                <a:gd name="T19" fmla="*/ 41 h 94"/>
                <a:gd name="T20" fmla="*/ 37 w 69"/>
                <a:gd name="T21" fmla="*/ 31 h 94"/>
                <a:gd name="T22" fmla="*/ 67 w 69"/>
                <a:gd name="T23" fmla="*/ 31 h 94"/>
                <a:gd name="T24" fmla="*/ 67 w 69"/>
                <a:gd name="T25" fmla="*/ 41 h 94"/>
                <a:gd name="T26" fmla="*/ 60 w 69"/>
                <a:gd name="T27" fmla="*/ 41 h 94"/>
                <a:gd name="T28" fmla="*/ 38 w 69"/>
                <a:gd name="T29" fmla="*/ 59 h 94"/>
                <a:gd name="T30" fmla="*/ 62 w 69"/>
                <a:gd name="T31" fmla="*/ 84 h 94"/>
                <a:gd name="T32" fmla="*/ 69 w 69"/>
                <a:gd name="T33" fmla="*/ 84 h 94"/>
                <a:gd name="T34" fmla="*/ 69 w 69"/>
                <a:gd name="T35" fmla="*/ 94 h 94"/>
                <a:gd name="T36" fmla="*/ 39 w 69"/>
                <a:gd name="T37" fmla="*/ 94 h 94"/>
                <a:gd name="T38" fmla="*/ 39 w 69"/>
                <a:gd name="T39" fmla="*/ 84 h 94"/>
                <a:gd name="T40" fmla="*/ 46 w 69"/>
                <a:gd name="T41" fmla="*/ 84 h 94"/>
                <a:gd name="T42" fmla="*/ 24 w 69"/>
                <a:gd name="T43" fmla="*/ 62 h 94"/>
                <a:gd name="T44" fmla="*/ 24 w 69"/>
                <a:gd name="T45" fmla="*/ 84 h 94"/>
                <a:gd name="T46" fmla="*/ 31 w 69"/>
                <a:gd name="T47" fmla="*/ 84 h 94"/>
                <a:gd name="T48" fmla="*/ 31 w 69"/>
                <a:gd name="T49" fmla="*/ 94 h 94"/>
                <a:gd name="T50" fmla="*/ 2 w 69"/>
                <a:gd name="T51" fmla="*/ 94 h 94"/>
                <a:gd name="T52" fmla="*/ 2 w 69"/>
                <a:gd name="T53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" h="94">
                  <a:moveTo>
                    <a:pt x="2" y="84"/>
                  </a:moveTo>
                  <a:lnTo>
                    <a:pt x="10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4" y="58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37" y="41"/>
                  </a:lnTo>
                  <a:lnTo>
                    <a:pt x="37" y="31"/>
                  </a:lnTo>
                  <a:lnTo>
                    <a:pt x="67" y="31"/>
                  </a:lnTo>
                  <a:lnTo>
                    <a:pt x="67" y="41"/>
                  </a:lnTo>
                  <a:lnTo>
                    <a:pt x="60" y="41"/>
                  </a:lnTo>
                  <a:lnTo>
                    <a:pt x="38" y="59"/>
                  </a:lnTo>
                  <a:lnTo>
                    <a:pt x="62" y="84"/>
                  </a:lnTo>
                  <a:lnTo>
                    <a:pt x="69" y="84"/>
                  </a:lnTo>
                  <a:lnTo>
                    <a:pt x="69" y="94"/>
                  </a:lnTo>
                  <a:lnTo>
                    <a:pt x="39" y="94"/>
                  </a:lnTo>
                  <a:lnTo>
                    <a:pt x="39" y="84"/>
                  </a:lnTo>
                  <a:lnTo>
                    <a:pt x="46" y="84"/>
                  </a:lnTo>
                  <a:lnTo>
                    <a:pt x="24" y="62"/>
                  </a:lnTo>
                  <a:lnTo>
                    <a:pt x="24" y="84"/>
                  </a:lnTo>
                  <a:lnTo>
                    <a:pt x="31" y="84"/>
                  </a:lnTo>
                  <a:lnTo>
                    <a:pt x="31" y="94"/>
                  </a:lnTo>
                  <a:lnTo>
                    <a:pt x="2" y="94"/>
                  </a:lnTo>
                  <a:lnTo>
                    <a:pt x="2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5" name="Freeform 697">
              <a:extLst>
                <a:ext uri="{FF2B5EF4-FFF2-40B4-BE49-F238E27FC236}">
                  <a16:creationId xmlns:a16="http://schemas.microsoft.com/office/drawing/2014/main" id="{FBCB2135-18DB-4F67-A89E-E8F48361AF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635663" y="12653963"/>
              <a:ext cx="117475" cy="149225"/>
            </a:xfrm>
            <a:custGeom>
              <a:avLst/>
              <a:gdLst>
                <a:gd name="T0" fmla="*/ 3 w 153"/>
                <a:gd name="T1" fmla="*/ 173 h 194"/>
                <a:gd name="T2" fmla="*/ 18 w 153"/>
                <a:gd name="T3" fmla="*/ 173 h 194"/>
                <a:gd name="T4" fmla="*/ 19 w 153"/>
                <a:gd name="T5" fmla="*/ 21 h 194"/>
                <a:gd name="T6" fmla="*/ 0 w 153"/>
                <a:gd name="T7" fmla="*/ 21 h 194"/>
                <a:gd name="T8" fmla="*/ 0 w 153"/>
                <a:gd name="T9" fmla="*/ 0 h 194"/>
                <a:gd name="T10" fmla="*/ 48 w 153"/>
                <a:gd name="T11" fmla="*/ 0 h 194"/>
                <a:gd name="T12" fmla="*/ 48 w 153"/>
                <a:gd name="T13" fmla="*/ 63 h 194"/>
                <a:gd name="T14" fmla="*/ 44 w 153"/>
                <a:gd name="T15" fmla="*/ 92 h 194"/>
                <a:gd name="T16" fmla="*/ 45 w 153"/>
                <a:gd name="T17" fmla="*/ 92 h 194"/>
                <a:gd name="T18" fmla="*/ 91 w 153"/>
                <a:gd name="T19" fmla="*/ 60 h 194"/>
                <a:gd name="T20" fmla="*/ 137 w 153"/>
                <a:gd name="T21" fmla="*/ 110 h 194"/>
                <a:gd name="T22" fmla="*/ 136 w 153"/>
                <a:gd name="T23" fmla="*/ 173 h 194"/>
                <a:gd name="T24" fmla="*/ 153 w 153"/>
                <a:gd name="T25" fmla="*/ 173 h 194"/>
                <a:gd name="T26" fmla="*/ 153 w 153"/>
                <a:gd name="T27" fmla="*/ 194 h 194"/>
                <a:gd name="T28" fmla="*/ 93 w 153"/>
                <a:gd name="T29" fmla="*/ 194 h 194"/>
                <a:gd name="T30" fmla="*/ 93 w 153"/>
                <a:gd name="T31" fmla="*/ 173 h 194"/>
                <a:gd name="T32" fmla="*/ 107 w 153"/>
                <a:gd name="T33" fmla="*/ 173 h 194"/>
                <a:gd name="T34" fmla="*/ 108 w 153"/>
                <a:gd name="T35" fmla="*/ 115 h 194"/>
                <a:gd name="T36" fmla="*/ 82 w 153"/>
                <a:gd name="T37" fmla="*/ 83 h 194"/>
                <a:gd name="T38" fmla="*/ 47 w 153"/>
                <a:gd name="T39" fmla="*/ 123 h 194"/>
                <a:gd name="T40" fmla="*/ 46 w 153"/>
                <a:gd name="T41" fmla="*/ 173 h 194"/>
                <a:gd name="T42" fmla="*/ 64 w 153"/>
                <a:gd name="T43" fmla="*/ 173 h 194"/>
                <a:gd name="T44" fmla="*/ 64 w 153"/>
                <a:gd name="T45" fmla="*/ 194 h 194"/>
                <a:gd name="T46" fmla="*/ 3 w 153"/>
                <a:gd name="T47" fmla="*/ 194 h 194"/>
                <a:gd name="T48" fmla="*/ 3 w 153"/>
                <a:gd name="T49" fmla="*/ 1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3" h="194">
                  <a:moveTo>
                    <a:pt x="3" y="173"/>
                  </a:moveTo>
                  <a:cubicBezTo>
                    <a:pt x="18" y="173"/>
                    <a:pt x="18" y="173"/>
                    <a:pt x="18" y="173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71"/>
                    <a:pt x="46" y="81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50" y="75"/>
                    <a:pt x="65" y="60"/>
                    <a:pt x="91" y="60"/>
                  </a:cubicBezTo>
                  <a:cubicBezTo>
                    <a:pt x="122" y="60"/>
                    <a:pt x="137" y="79"/>
                    <a:pt x="137" y="110"/>
                  </a:cubicBezTo>
                  <a:cubicBezTo>
                    <a:pt x="137" y="131"/>
                    <a:pt x="136" y="152"/>
                    <a:pt x="136" y="173"/>
                  </a:cubicBezTo>
                  <a:cubicBezTo>
                    <a:pt x="153" y="173"/>
                    <a:pt x="153" y="173"/>
                    <a:pt x="153" y="173"/>
                  </a:cubicBezTo>
                  <a:cubicBezTo>
                    <a:pt x="153" y="194"/>
                    <a:pt x="153" y="194"/>
                    <a:pt x="153" y="194"/>
                  </a:cubicBezTo>
                  <a:cubicBezTo>
                    <a:pt x="93" y="194"/>
                    <a:pt x="93" y="194"/>
                    <a:pt x="93" y="194"/>
                  </a:cubicBezTo>
                  <a:cubicBezTo>
                    <a:pt x="93" y="173"/>
                    <a:pt x="93" y="173"/>
                    <a:pt x="93" y="173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8" y="154"/>
                    <a:pt x="108" y="134"/>
                    <a:pt x="108" y="115"/>
                  </a:cubicBezTo>
                  <a:cubicBezTo>
                    <a:pt x="108" y="97"/>
                    <a:pt x="100" y="83"/>
                    <a:pt x="82" y="83"/>
                  </a:cubicBezTo>
                  <a:cubicBezTo>
                    <a:pt x="63" y="83"/>
                    <a:pt x="48" y="99"/>
                    <a:pt x="47" y="123"/>
                  </a:cubicBezTo>
                  <a:cubicBezTo>
                    <a:pt x="46" y="173"/>
                    <a:pt x="46" y="173"/>
                    <a:pt x="46" y="173"/>
                  </a:cubicBezTo>
                  <a:cubicBezTo>
                    <a:pt x="64" y="173"/>
                    <a:pt x="64" y="173"/>
                    <a:pt x="64" y="173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3" y="194"/>
                    <a:pt x="3" y="194"/>
                    <a:pt x="3" y="194"/>
                  </a:cubicBezTo>
                  <a:lnTo>
                    <a:pt x="3" y="1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6" name="Freeform 698">
              <a:extLst>
                <a:ext uri="{FF2B5EF4-FFF2-40B4-BE49-F238E27FC236}">
                  <a16:creationId xmlns:a16="http://schemas.microsoft.com/office/drawing/2014/main" id="{F6BE690E-B883-4FDE-BFA7-6B668B95A58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764250" y="12700000"/>
              <a:ext cx="101600" cy="106362"/>
            </a:xfrm>
            <a:custGeom>
              <a:avLst/>
              <a:gdLst>
                <a:gd name="T0" fmla="*/ 68 w 133"/>
                <a:gd name="T1" fmla="*/ 0 h 137"/>
                <a:gd name="T2" fmla="*/ 133 w 133"/>
                <a:gd name="T3" fmla="*/ 69 h 137"/>
                <a:gd name="T4" fmla="*/ 65 w 133"/>
                <a:gd name="T5" fmla="*/ 137 h 137"/>
                <a:gd name="T6" fmla="*/ 0 w 133"/>
                <a:gd name="T7" fmla="*/ 71 h 137"/>
                <a:gd name="T8" fmla="*/ 68 w 133"/>
                <a:gd name="T9" fmla="*/ 0 h 137"/>
                <a:gd name="T10" fmla="*/ 66 w 133"/>
                <a:gd name="T11" fmla="*/ 113 h 137"/>
                <a:gd name="T12" fmla="*/ 103 w 133"/>
                <a:gd name="T13" fmla="*/ 66 h 137"/>
                <a:gd name="T14" fmla="*/ 68 w 133"/>
                <a:gd name="T15" fmla="*/ 23 h 137"/>
                <a:gd name="T16" fmla="*/ 29 w 133"/>
                <a:gd name="T17" fmla="*/ 70 h 137"/>
                <a:gd name="T18" fmla="*/ 66 w 133"/>
                <a:gd name="T19" fmla="*/ 11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7">
                  <a:moveTo>
                    <a:pt x="68" y="0"/>
                  </a:moveTo>
                  <a:cubicBezTo>
                    <a:pt x="117" y="0"/>
                    <a:pt x="133" y="37"/>
                    <a:pt x="133" y="69"/>
                  </a:cubicBezTo>
                  <a:cubicBezTo>
                    <a:pt x="133" y="106"/>
                    <a:pt x="110" y="137"/>
                    <a:pt x="65" y="137"/>
                  </a:cubicBezTo>
                  <a:cubicBezTo>
                    <a:pt x="18" y="137"/>
                    <a:pt x="0" y="104"/>
                    <a:pt x="0" y="71"/>
                  </a:cubicBezTo>
                  <a:cubicBezTo>
                    <a:pt x="0" y="28"/>
                    <a:pt x="28" y="0"/>
                    <a:pt x="68" y="0"/>
                  </a:cubicBezTo>
                  <a:moveTo>
                    <a:pt x="66" y="113"/>
                  </a:moveTo>
                  <a:cubicBezTo>
                    <a:pt x="92" y="113"/>
                    <a:pt x="103" y="92"/>
                    <a:pt x="103" y="66"/>
                  </a:cubicBezTo>
                  <a:cubicBezTo>
                    <a:pt x="103" y="36"/>
                    <a:pt x="87" y="23"/>
                    <a:pt x="68" y="23"/>
                  </a:cubicBezTo>
                  <a:cubicBezTo>
                    <a:pt x="40" y="23"/>
                    <a:pt x="29" y="47"/>
                    <a:pt x="29" y="70"/>
                  </a:cubicBezTo>
                  <a:cubicBezTo>
                    <a:pt x="29" y="92"/>
                    <a:pt x="40" y="113"/>
                    <a:pt x="66" y="1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7" name="Freeform 699">
              <a:extLst>
                <a:ext uri="{FF2B5EF4-FFF2-40B4-BE49-F238E27FC236}">
                  <a16:creationId xmlns:a16="http://schemas.microsoft.com/office/drawing/2014/main" id="{26A37DD3-19EE-4344-9337-8EACB5DA23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875375" y="12653963"/>
              <a:ext cx="52387" cy="149225"/>
            </a:xfrm>
            <a:custGeom>
              <a:avLst/>
              <a:gdLst>
                <a:gd name="T0" fmla="*/ 3 w 33"/>
                <a:gd name="T1" fmla="*/ 84 h 94"/>
                <a:gd name="T2" fmla="*/ 11 w 33"/>
                <a:gd name="T3" fmla="*/ 84 h 94"/>
                <a:gd name="T4" fmla="*/ 11 w 33"/>
                <a:gd name="T5" fmla="*/ 11 h 94"/>
                <a:gd name="T6" fmla="*/ 0 w 33"/>
                <a:gd name="T7" fmla="*/ 11 h 94"/>
                <a:gd name="T8" fmla="*/ 0 w 33"/>
                <a:gd name="T9" fmla="*/ 0 h 94"/>
                <a:gd name="T10" fmla="*/ 25 w 33"/>
                <a:gd name="T11" fmla="*/ 0 h 94"/>
                <a:gd name="T12" fmla="*/ 24 w 33"/>
                <a:gd name="T13" fmla="*/ 84 h 94"/>
                <a:gd name="T14" fmla="*/ 33 w 33"/>
                <a:gd name="T15" fmla="*/ 84 h 94"/>
                <a:gd name="T16" fmla="*/ 33 w 33"/>
                <a:gd name="T17" fmla="*/ 94 h 94"/>
                <a:gd name="T18" fmla="*/ 3 w 33"/>
                <a:gd name="T19" fmla="*/ 94 h 94"/>
                <a:gd name="T20" fmla="*/ 3 w 33"/>
                <a:gd name="T21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94">
                  <a:moveTo>
                    <a:pt x="3" y="84"/>
                  </a:moveTo>
                  <a:lnTo>
                    <a:pt x="11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5" y="0"/>
                  </a:lnTo>
                  <a:lnTo>
                    <a:pt x="24" y="84"/>
                  </a:lnTo>
                  <a:lnTo>
                    <a:pt x="33" y="84"/>
                  </a:lnTo>
                  <a:lnTo>
                    <a:pt x="33" y="94"/>
                  </a:lnTo>
                  <a:lnTo>
                    <a:pt x="3" y="94"/>
                  </a:lnTo>
                  <a:lnTo>
                    <a:pt x="3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8" name="Freeform 700">
              <a:extLst>
                <a:ext uri="{FF2B5EF4-FFF2-40B4-BE49-F238E27FC236}">
                  <a16:creationId xmlns:a16="http://schemas.microsoft.com/office/drawing/2014/main" id="{8B1287E3-1DF2-4C2A-B8F5-7D88BEB67E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40463" y="12700000"/>
              <a:ext cx="180975" cy="103187"/>
            </a:xfrm>
            <a:custGeom>
              <a:avLst/>
              <a:gdLst>
                <a:gd name="T0" fmla="*/ 3 w 236"/>
                <a:gd name="T1" fmla="*/ 113 h 134"/>
                <a:gd name="T2" fmla="*/ 17 w 236"/>
                <a:gd name="T3" fmla="*/ 113 h 134"/>
                <a:gd name="T4" fmla="*/ 18 w 236"/>
                <a:gd name="T5" fmla="*/ 23 h 134"/>
                <a:gd name="T6" fmla="*/ 0 w 236"/>
                <a:gd name="T7" fmla="*/ 23 h 134"/>
                <a:gd name="T8" fmla="*/ 0 w 236"/>
                <a:gd name="T9" fmla="*/ 3 h 134"/>
                <a:gd name="T10" fmla="*/ 46 w 236"/>
                <a:gd name="T11" fmla="*/ 3 h 134"/>
                <a:gd name="T12" fmla="*/ 44 w 236"/>
                <a:gd name="T13" fmla="*/ 32 h 134"/>
                <a:gd name="T14" fmla="*/ 44 w 236"/>
                <a:gd name="T15" fmla="*/ 32 h 134"/>
                <a:gd name="T16" fmla="*/ 89 w 236"/>
                <a:gd name="T17" fmla="*/ 0 h 134"/>
                <a:gd name="T18" fmla="*/ 129 w 236"/>
                <a:gd name="T19" fmla="*/ 29 h 134"/>
                <a:gd name="T20" fmla="*/ 130 w 236"/>
                <a:gd name="T21" fmla="*/ 29 h 134"/>
                <a:gd name="T22" fmla="*/ 175 w 236"/>
                <a:gd name="T23" fmla="*/ 0 h 134"/>
                <a:gd name="T24" fmla="*/ 220 w 236"/>
                <a:gd name="T25" fmla="*/ 50 h 134"/>
                <a:gd name="T26" fmla="*/ 219 w 236"/>
                <a:gd name="T27" fmla="*/ 113 h 134"/>
                <a:gd name="T28" fmla="*/ 236 w 236"/>
                <a:gd name="T29" fmla="*/ 113 h 134"/>
                <a:gd name="T30" fmla="*/ 236 w 236"/>
                <a:gd name="T31" fmla="*/ 134 h 134"/>
                <a:gd name="T32" fmla="*/ 176 w 236"/>
                <a:gd name="T33" fmla="*/ 134 h 134"/>
                <a:gd name="T34" fmla="*/ 176 w 236"/>
                <a:gd name="T35" fmla="*/ 113 h 134"/>
                <a:gd name="T36" fmla="*/ 191 w 236"/>
                <a:gd name="T37" fmla="*/ 113 h 134"/>
                <a:gd name="T38" fmla="*/ 192 w 236"/>
                <a:gd name="T39" fmla="*/ 55 h 134"/>
                <a:gd name="T40" fmla="*/ 165 w 236"/>
                <a:gd name="T41" fmla="*/ 23 h 134"/>
                <a:gd name="T42" fmla="*/ 133 w 236"/>
                <a:gd name="T43" fmla="*/ 63 h 134"/>
                <a:gd name="T44" fmla="*/ 133 w 236"/>
                <a:gd name="T45" fmla="*/ 113 h 134"/>
                <a:gd name="T46" fmla="*/ 149 w 236"/>
                <a:gd name="T47" fmla="*/ 113 h 134"/>
                <a:gd name="T48" fmla="*/ 149 w 236"/>
                <a:gd name="T49" fmla="*/ 134 h 134"/>
                <a:gd name="T50" fmla="*/ 90 w 236"/>
                <a:gd name="T51" fmla="*/ 134 h 134"/>
                <a:gd name="T52" fmla="*/ 90 w 236"/>
                <a:gd name="T53" fmla="*/ 113 h 134"/>
                <a:gd name="T54" fmla="*/ 104 w 236"/>
                <a:gd name="T55" fmla="*/ 113 h 134"/>
                <a:gd name="T56" fmla="*/ 105 w 236"/>
                <a:gd name="T57" fmla="*/ 60 h 134"/>
                <a:gd name="T58" fmla="*/ 79 w 236"/>
                <a:gd name="T59" fmla="*/ 23 h 134"/>
                <a:gd name="T60" fmla="*/ 46 w 236"/>
                <a:gd name="T61" fmla="*/ 63 h 134"/>
                <a:gd name="T62" fmla="*/ 46 w 236"/>
                <a:gd name="T63" fmla="*/ 113 h 134"/>
                <a:gd name="T64" fmla="*/ 63 w 236"/>
                <a:gd name="T65" fmla="*/ 113 h 134"/>
                <a:gd name="T66" fmla="*/ 63 w 236"/>
                <a:gd name="T67" fmla="*/ 134 h 134"/>
                <a:gd name="T68" fmla="*/ 3 w 236"/>
                <a:gd name="T69" fmla="*/ 134 h 134"/>
                <a:gd name="T70" fmla="*/ 3 w 236"/>
                <a:gd name="T71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6" h="134">
                  <a:moveTo>
                    <a:pt x="3" y="113"/>
                  </a:moveTo>
                  <a:cubicBezTo>
                    <a:pt x="17" y="113"/>
                    <a:pt x="17" y="113"/>
                    <a:pt x="17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5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9" y="12"/>
                    <a:pt x="67" y="0"/>
                    <a:pt x="89" y="0"/>
                  </a:cubicBezTo>
                  <a:cubicBezTo>
                    <a:pt x="115" y="0"/>
                    <a:pt x="127" y="13"/>
                    <a:pt x="129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6" y="10"/>
                    <a:pt x="153" y="0"/>
                    <a:pt x="175" y="0"/>
                  </a:cubicBezTo>
                  <a:cubicBezTo>
                    <a:pt x="205" y="0"/>
                    <a:pt x="220" y="19"/>
                    <a:pt x="220" y="50"/>
                  </a:cubicBezTo>
                  <a:cubicBezTo>
                    <a:pt x="220" y="71"/>
                    <a:pt x="220" y="92"/>
                    <a:pt x="219" y="113"/>
                  </a:cubicBezTo>
                  <a:cubicBezTo>
                    <a:pt x="236" y="113"/>
                    <a:pt x="236" y="113"/>
                    <a:pt x="236" y="113"/>
                  </a:cubicBezTo>
                  <a:cubicBezTo>
                    <a:pt x="236" y="134"/>
                    <a:pt x="236" y="134"/>
                    <a:pt x="236" y="134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91" y="113"/>
                    <a:pt x="191" y="113"/>
                    <a:pt x="191" y="113"/>
                  </a:cubicBezTo>
                  <a:cubicBezTo>
                    <a:pt x="191" y="94"/>
                    <a:pt x="192" y="74"/>
                    <a:pt x="192" y="55"/>
                  </a:cubicBezTo>
                  <a:cubicBezTo>
                    <a:pt x="192" y="37"/>
                    <a:pt x="183" y="23"/>
                    <a:pt x="165" y="23"/>
                  </a:cubicBezTo>
                  <a:cubicBezTo>
                    <a:pt x="146" y="23"/>
                    <a:pt x="134" y="39"/>
                    <a:pt x="133" y="63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9" y="134"/>
                    <a:pt x="149" y="134"/>
                    <a:pt x="149" y="134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5" y="40"/>
                    <a:pt x="100" y="23"/>
                    <a:pt x="79" y="23"/>
                  </a:cubicBezTo>
                  <a:cubicBezTo>
                    <a:pt x="62" y="23"/>
                    <a:pt x="46" y="39"/>
                    <a:pt x="46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9" name="Freeform 701">
              <a:extLst>
                <a:ext uri="{FF2B5EF4-FFF2-40B4-BE49-F238E27FC236}">
                  <a16:creationId xmlns:a16="http://schemas.microsoft.com/office/drawing/2014/main" id="{D02B6425-ABB4-45BA-B822-1F634FE177A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89700" y="12668250"/>
              <a:ext cx="119062" cy="134937"/>
            </a:xfrm>
            <a:custGeom>
              <a:avLst/>
              <a:gdLst>
                <a:gd name="T0" fmla="*/ 0 w 154"/>
                <a:gd name="T1" fmla="*/ 156 h 177"/>
                <a:gd name="T2" fmla="*/ 18 w 154"/>
                <a:gd name="T3" fmla="*/ 156 h 177"/>
                <a:gd name="T4" fmla="*/ 19 w 154"/>
                <a:gd name="T5" fmla="*/ 21 h 177"/>
                <a:gd name="T6" fmla="*/ 0 w 154"/>
                <a:gd name="T7" fmla="*/ 21 h 177"/>
                <a:gd name="T8" fmla="*/ 0 w 154"/>
                <a:gd name="T9" fmla="*/ 0 h 177"/>
                <a:gd name="T10" fmla="*/ 79 w 154"/>
                <a:gd name="T11" fmla="*/ 0 h 177"/>
                <a:gd name="T12" fmla="*/ 132 w 154"/>
                <a:gd name="T13" fmla="*/ 47 h 177"/>
                <a:gd name="T14" fmla="*/ 90 w 154"/>
                <a:gd name="T15" fmla="*/ 94 h 177"/>
                <a:gd name="T16" fmla="*/ 90 w 154"/>
                <a:gd name="T17" fmla="*/ 94 h 177"/>
                <a:gd name="T18" fmla="*/ 112 w 154"/>
                <a:gd name="T19" fmla="*/ 113 h 177"/>
                <a:gd name="T20" fmla="*/ 132 w 154"/>
                <a:gd name="T21" fmla="*/ 145 h 177"/>
                <a:gd name="T22" fmla="*/ 147 w 154"/>
                <a:gd name="T23" fmla="*/ 156 h 177"/>
                <a:gd name="T24" fmla="*/ 154 w 154"/>
                <a:gd name="T25" fmla="*/ 156 h 177"/>
                <a:gd name="T26" fmla="*/ 154 w 154"/>
                <a:gd name="T27" fmla="*/ 177 h 177"/>
                <a:gd name="T28" fmla="*/ 137 w 154"/>
                <a:gd name="T29" fmla="*/ 177 h 177"/>
                <a:gd name="T30" fmla="*/ 105 w 154"/>
                <a:gd name="T31" fmla="*/ 158 h 177"/>
                <a:gd name="T32" fmla="*/ 81 w 154"/>
                <a:gd name="T33" fmla="*/ 117 h 177"/>
                <a:gd name="T34" fmla="*/ 62 w 154"/>
                <a:gd name="T35" fmla="*/ 102 h 177"/>
                <a:gd name="T36" fmla="*/ 47 w 154"/>
                <a:gd name="T37" fmla="*/ 102 h 177"/>
                <a:gd name="T38" fmla="*/ 46 w 154"/>
                <a:gd name="T39" fmla="*/ 156 h 177"/>
                <a:gd name="T40" fmla="*/ 66 w 154"/>
                <a:gd name="T41" fmla="*/ 156 h 177"/>
                <a:gd name="T42" fmla="*/ 66 w 154"/>
                <a:gd name="T43" fmla="*/ 177 h 177"/>
                <a:gd name="T44" fmla="*/ 0 w 154"/>
                <a:gd name="T45" fmla="*/ 177 h 177"/>
                <a:gd name="T46" fmla="*/ 0 w 154"/>
                <a:gd name="T47" fmla="*/ 156 h 177"/>
                <a:gd name="T48" fmla="*/ 68 w 154"/>
                <a:gd name="T49" fmla="*/ 79 h 177"/>
                <a:gd name="T50" fmla="*/ 102 w 154"/>
                <a:gd name="T51" fmla="*/ 50 h 177"/>
                <a:gd name="T52" fmla="*/ 70 w 154"/>
                <a:gd name="T53" fmla="*/ 21 h 177"/>
                <a:gd name="T54" fmla="*/ 47 w 154"/>
                <a:gd name="T55" fmla="*/ 21 h 177"/>
                <a:gd name="T56" fmla="*/ 47 w 154"/>
                <a:gd name="T57" fmla="*/ 79 h 177"/>
                <a:gd name="T58" fmla="*/ 68 w 154"/>
                <a:gd name="T59" fmla="*/ 7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4" h="177">
                  <a:moveTo>
                    <a:pt x="0" y="156"/>
                  </a:moveTo>
                  <a:cubicBezTo>
                    <a:pt x="18" y="156"/>
                    <a:pt x="18" y="156"/>
                    <a:pt x="18" y="156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115" y="0"/>
                    <a:pt x="132" y="21"/>
                    <a:pt x="132" y="47"/>
                  </a:cubicBezTo>
                  <a:cubicBezTo>
                    <a:pt x="132" y="77"/>
                    <a:pt x="112" y="91"/>
                    <a:pt x="90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100" y="95"/>
                    <a:pt x="106" y="103"/>
                    <a:pt x="112" y="113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7" y="154"/>
                    <a:pt x="141" y="156"/>
                    <a:pt x="147" y="156"/>
                  </a:cubicBezTo>
                  <a:cubicBezTo>
                    <a:pt x="154" y="156"/>
                    <a:pt x="154" y="156"/>
                    <a:pt x="154" y="156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37" y="177"/>
                    <a:pt x="137" y="177"/>
                    <a:pt x="137" y="177"/>
                  </a:cubicBezTo>
                  <a:cubicBezTo>
                    <a:pt x="122" y="177"/>
                    <a:pt x="116" y="175"/>
                    <a:pt x="105" y="158"/>
                  </a:cubicBezTo>
                  <a:cubicBezTo>
                    <a:pt x="81" y="117"/>
                    <a:pt x="81" y="117"/>
                    <a:pt x="81" y="117"/>
                  </a:cubicBezTo>
                  <a:cubicBezTo>
                    <a:pt x="74" y="104"/>
                    <a:pt x="70" y="102"/>
                    <a:pt x="62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0" y="177"/>
                    <a:pt x="0" y="177"/>
                    <a:pt x="0" y="177"/>
                  </a:cubicBezTo>
                  <a:lnTo>
                    <a:pt x="0" y="156"/>
                  </a:lnTo>
                  <a:close/>
                  <a:moveTo>
                    <a:pt x="68" y="79"/>
                  </a:moveTo>
                  <a:cubicBezTo>
                    <a:pt x="88" y="79"/>
                    <a:pt x="102" y="69"/>
                    <a:pt x="102" y="50"/>
                  </a:cubicBezTo>
                  <a:cubicBezTo>
                    <a:pt x="102" y="32"/>
                    <a:pt x="91" y="21"/>
                    <a:pt x="70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79"/>
                    <a:pt x="47" y="79"/>
                    <a:pt x="47" y="79"/>
                  </a:cubicBezTo>
                  <a:lnTo>
                    <a:pt x="68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0" name="Freeform 702">
              <a:extLst>
                <a:ext uri="{FF2B5EF4-FFF2-40B4-BE49-F238E27FC236}">
                  <a16:creationId xmlns:a16="http://schemas.microsoft.com/office/drawing/2014/main" id="{40384EA1-7B56-4568-B4B3-FE79B17089C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15113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4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4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1" name="Freeform 703">
              <a:extLst>
                <a:ext uri="{FF2B5EF4-FFF2-40B4-BE49-F238E27FC236}">
                  <a16:creationId xmlns:a16="http://schemas.microsoft.com/office/drawing/2014/main" id="{34DE3BC7-E819-41DD-968B-6FD7D6148F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24650" y="12700000"/>
              <a:ext cx="82550" cy="106362"/>
            </a:xfrm>
            <a:custGeom>
              <a:avLst/>
              <a:gdLst>
                <a:gd name="T0" fmla="*/ 77 w 109"/>
                <a:gd name="T1" fmla="*/ 40 h 137"/>
                <a:gd name="T2" fmla="*/ 76 w 109"/>
                <a:gd name="T3" fmla="*/ 25 h 137"/>
                <a:gd name="T4" fmla="*/ 55 w 109"/>
                <a:gd name="T5" fmla="*/ 20 h 137"/>
                <a:gd name="T6" fmla="*/ 28 w 109"/>
                <a:gd name="T7" fmla="*/ 36 h 137"/>
                <a:gd name="T8" fmla="*/ 45 w 109"/>
                <a:gd name="T9" fmla="*/ 51 h 137"/>
                <a:gd name="T10" fmla="*/ 77 w 109"/>
                <a:gd name="T11" fmla="*/ 57 h 137"/>
                <a:gd name="T12" fmla="*/ 109 w 109"/>
                <a:gd name="T13" fmla="*/ 93 h 137"/>
                <a:gd name="T14" fmla="*/ 50 w 109"/>
                <a:gd name="T15" fmla="*/ 137 h 137"/>
                <a:gd name="T16" fmla="*/ 2 w 109"/>
                <a:gd name="T17" fmla="*/ 129 h 137"/>
                <a:gd name="T18" fmla="*/ 2 w 109"/>
                <a:gd name="T19" fmla="*/ 93 h 137"/>
                <a:gd name="T20" fmla="*/ 27 w 109"/>
                <a:gd name="T21" fmla="*/ 93 h 137"/>
                <a:gd name="T22" fmla="*/ 28 w 109"/>
                <a:gd name="T23" fmla="*/ 111 h 137"/>
                <a:gd name="T24" fmla="*/ 56 w 109"/>
                <a:gd name="T25" fmla="*/ 116 h 137"/>
                <a:gd name="T26" fmla="*/ 82 w 109"/>
                <a:gd name="T27" fmla="*/ 98 h 137"/>
                <a:gd name="T28" fmla="*/ 63 w 109"/>
                <a:gd name="T29" fmla="*/ 81 h 137"/>
                <a:gd name="T30" fmla="*/ 42 w 109"/>
                <a:gd name="T31" fmla="*/ 77 h 137"/>
                <a:gd name="T32" fmla="*/ 0 w 109"/>
                <a:gd name="T33" fmla="*/ 41 h 137"/>
                <a:gd name="T34" fmla="*/ 56 w 109"/>
                <a:gd name="T35" fmla="*/ 0 h 137"/>
                <a:gd name="T36" fmla="*/ 101 w 109"/>
                <a:gd name="T37" fmla="*/ 8 h 137"/>
                <a:gd name="T38" fmla="*/ 102 w 109"/>
                <a:gd name="T39" fmla="*/ 40 h 137"/>
                <a:gd name="T40" fmla="*/ 77 w 109"/>
                <a:gd name="T41" fmla="*/ 4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37">
                  <a:moveTo>
                    <a:pt x="77" y="40"/>
                  </a:moveTo>
                  <a:cubicBezTo>
                    <a:pt x="76" y="25"/>
                    <a:pt x="76" y="25"/>
                    <a:pt x="76" y="25"/>
                  </a:cubicBezTo>
                  <a:cubicBezTo>
                    <a:pt x="72" y="22"/>
                    <a:pt x="66" y="20"/>
                    <a:pt x="55" y="20"/>
                  </a:cubicBezTo>
                  <a:cubicBezTo>
                    <a:pt x="42" y="20"/>
                    <a:pt x="28" y="23"/>
                    <a:pt x="28" y="36"/>
                  </a:cubicBezTo>
                  <a:cubicBezTo>
                    <a:pt x="28" y="46"/>
                    <a:pt x="37" y="49"/>
                    <a:pt x="45" y="51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92" y="60"/>
                    <a:pt x="109" y="66"/>
                    <a:pt x="109" y="93"/>
                  </a:cubicBezTo>
                  <a:cubicBezTo>
                    <a:pt x="109" y="128"/>
                    <a:pt x="79" y="137"/>
                    <a:pt x="50" y="137"/>
                  </a:cubicBezTo>
                  <a:cubicBezTo>
                    <a:pt x="28" y="137"/>
                    <a:pt x="11" y="132"/>
                    <a:pt x="2" y="129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33" y="112"/>
                    <a:pt x="41" y="116"/>
                    <a:pt x="56" y="116"/>
                  </a:cubicBezTo>
                  <a:cubicBezTo>
                    <a:pt x="69" y="116"/>
                    <a:pt x="82" y="111"/>
                    <a:pt x="82" y="98"/>
                  </a:cubicBezTo>
                  <a:cubicBezTo>
                    <a:pt x="82" y="87"/>
                    <a:pt x="74" y="83"/>
                    <a:pt x="63" y="81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22" y="73"/>
                    <a:pt x="0" y="66"/>
                    <a:pt x="0" y="41"/>
                  </a:cubicBezTo>
                  <a:cubicBezTo>
                    <a:pt x="0" y="10"/>
                    <a:pt x="27" y="0"/>
                    <a:pt x="56" y="0"/>
                  </a:cubicBezTo>
                  <a:cubicBezTo>
                    <a:pt x="77" y="0"/>
                    <a:pt x="94" y="6"/>
                    <a:pt x="101" y="8"/>
                  </a:cubicBezTo>
                  <a:cubicBezTo>
                    <a:pt x="102" y="40"/>
                    <a:pt x="102" y="40"/>
                    <a:pt x="102" y="40"/>
                  </a:cubicBezTo>
                  <a:lnTo>
                    <a:pt x="77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2" name="Freeform 704">
              <a:extLst>
                <a:ext uri="{FF2B5EF4-FFF2-40B4-BE49-F238E27FC236}">
                  <a16:creationId xmlns:a16="http://schemas.microsoft.com/office/drawing/2014/main" id="{E7739319-5138-46B4-8E3C-22C712D7339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521488" y="12652375"/>
              <a:ext cx="50800" cy="150812"/>
            </a:xfrm>
            <a:custGeom>
              <a:avLst/>
              <a:gdLst>
                <a:gd name="T0" fmla="*/ 3 w 66"/>
                <a:gd name="T1" fmla="*/ 176 h 197"/>
                <a:gd name="T2" fmla="*/ 20 w 66"/>
                <a:gd name="T3" fmla="*/ 176 h 197"/>
                <a:gd name="T4" fmla="*/ 20 w 66"/>
                <a:gd name="T5" fmla="*/ 86 h 197"/>
                <a:gd name="T6" fmla="*/ 0 w 66"/>
                <a:gd name="T7" fmla="*/ 86 h 197"/>
                <a:gd name="T8" fmla="*/ 0 w 66"/>
                <a:gd name="T9" fmla="*/ 66 h 197"/>
                <a:gd name="T10" fmla="*/ 49 w 66"/>
                <a:gd name="T11" fmla="*/ 66 h 197"/>
                <a:gd name="T12" fmla="*/ 48 w 66"/>
                <a:gd name="T13" fmla="*/ 176 h 197"/>
                <a:gd name="T14" fmla="*/ 66 w 66"/>
                <a:gd name="T15" fmla="*/ 176 h 197"/>
                <a:gd name="T16" fmla="*/ 66 w 66"/>
                <a:gd name="T17" fmla="*/ 197 h 197"/>
                <a:gd name="T18" fmla="*/ 3 w 66"/>
                <a:gd name="T19" fmla="*/ 197 h 197"/>
                <a:gd name="T20" fmla="*/ 3 w 66"/>
                <a:gd name="T21" fmla="*/ 176 h 197"/>
                <a:gd name="T22" fmla="*/ 34 w 66"/>
                <a:gd name="T23" fmla="*/ 0 h 197"/>
                <a:gd name="T24" fmla="*/ 54 w 66"/>
                <a:gd name="T25" fmla="*/ 19 h 197"/>
                <a:gd name="T26" fmla="*/ 34 w 66"/>
                <a:gd name="T27" fmla="*/ 39 h 197"/>
                <a:gd name="T28" fmla="*/ 15 w 66"/>
                <a:gd name="T29" fmla="*/ 19 h 197"/>
                <a:gd name="T30" fmla="*/ 34 w 66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97">
                  <a:moveTo>
                    <a:pt x="3" y="176"/>
                  </a:moveTo>
                  <a:cubicBezTo>
                    <a:pt x="20" y="176"/>
                    <a:pt x="20" y="176"/>
                    <a:pt x="20" y="17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176"/>
                    <a:pt x="48" y="176"/>
                    <a:pt x="48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3" y="197"/>
                    <a:pt x="3" y="197"/>
                    <a:pt x="3" y="197"/>
                  </a:cubicBezTo>
                  <a:lnTo>
                    <a:pt x="3" y="176"/>
                  </a:lnTo>
                  <a:close/>
                  <a:moveTo>
                    <a:pt x="34" y="0"/>
                  </a:moveTo>
                  <a:cubicBezTo>
                    <a:pt x="45" y="0"/>
                    <a:pt x="54" y="8"/>
                    <a:pt x="54" y="19"/>
                  </a:cubicBezTo>
                  <a:cubicBezTo>
                    <a:pt x="54" y="30"/>
                    <a:pt x="45" y="39"/>
                    <a:pt x="34" y="39"/>
                  </a:cubicBezTo>
                  <a:cubicBezTo>
                    <a:pt x="24" y="39"/>
                    <a:pt x="15" y="30"/>
                    <a:pt x="15" y="19"/>
                  </a:cubicBezTo>
                  <a:cubicBezTo>
                    <a:pt x="15" y="8"/>
                    <a:pt x="2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3" name="Freeform 705">
              <a:extLst>
                <a:ext uri="{FF2B5EF4-FFF2-40B4-BE49-F238E27FC236}">
                  <a16:creationId xmlns:a16="http://schemas.microsoft.com/office/drawing/2014/main" id="{74C41769-6FFD-4D15-A6F3-2D36C1108D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580225" y="12653963"/>
              <a:ext cx="52387" cy="149225"/>
            </a:xfrm>
            <a:custGeom>
              <a:avLst/>
              <a:gdLst>
                <a:gd name="T0" fmla="*/ 3 w 33"/>
                <a:gd name="T1" fmla="*/ 84 h 94"/>
                <a:gd name="T2" fmla="*/ 11 w 33"/>
                <a:gd name="T3" fmla="*/ 84 h 94"/>
                <a:gd name="T4" fmla="*/ 11 w 33"/>
                <a:gd name="T5" fmla="*/ 11 h 94"/>
                <a:gd name="T6" fmla="*/ 0 w 33"/>
                <a:gd name="T7" fmla="*/ 11 h 94"/>
                <a:gd name="T8" fmla="*/ 0 w 33"/>
                <a:gd name="T9" fmla="*/ 0 h 94"/>
                <a:gd name="T10" fmla="*/ 25 w 33"/>
                <a:gd name="T11" fmla="*/ 0 h 94"/>
                <a:gd name="T12" fmla="*/ 25 w 33"/>
                <a:gd name="T13" fmla="*/ 84 h 94"/>
                <a:gd name="T14" fmla="*/ 33 w 33"/>
                <a:gd name="T15" fmla="*/ 84 h 94"/>
                <a:gd name="T16" fmla="*/ 33 w 33"/>
                <a:gd name="T17" fmla="*/ 94 h 94"/>
                <a:gd name="T18" fmla="*/ 3 w 33"/>
                <a:gd name="T19" fmla="*/ 94 h 94"/>
                <a:gd name="T20" fmla="*/ 3 w 33"/>
                <a:gd name="T21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94">
                  <a:moveTo>
                    <a:pt x="3" y="84"/>
                  </a:moveTo>
                  <a:lnTo>
                    <a:pt x="11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5" y="0"/>
                  </a:lnTo>
                  <a:lnTo>
                    <a:pt x="25" y="84"/>
                  </a:lnTo>
                  <a:lnTo>
                    <a:pt x="33" y="84"/>
                  </a:lnTo>
                  <a:lnTo>
                    <a:pt x="33" y="94"/>
                  </a:lnTo>
                  <a:lnTo>
                    <a:pt x="3" y="94"/>
                  </a:lnTo>
                  <a:lnTo>
                    <a:pt x="3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4" name="Freeform 706">
              <a:extLst>
                <a:ext uri="{FF2B5EF4-FFF2-40B4-BE49-F238E27FC236}">
                  <a16:creationId xmlns:a16="http://schemas.microsoft.com/office/drawing/2014/main" id="{5FBE0217-6731-4F0A-859E-7DD47FEFEE6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43725" y="12652375"/>
              <a:ext cx="49212" cy="150812"/>
            </a:xfrm>
            <a:custGeom>
              <a:avLst/>
              <a:gdLst>
                <a:gd name="T0" fmla="*/ 3 w 66"/>
                <a:gd name="T1" fmla="*/ 176 h 197"/>
                <a:gd name="T2" fmla="*/ 20 w 66"/>
                <a:gd name="T3" fmla="*/ 176 h 197"/>
                <a:gd name="T4" fmla="*/ 20 w 66"/>
                <a:gd name="T5" fmla="*/ 86 h 197"/>
                <a:gd name="T6" fmla="*/ 0 w 66"/>
                <a:gd name="T7" fmla="*/ 86 h 197"/>
                <a:gd name="T8" fmla="*/ 0 w 66"/>
                <a:gd name="T9" fmla="*/ 66 h 197"/>
                <a:gd name="T10" fmla="*/ 49 w 66"/>
                <a:gd name="T11" fmla="*/ 66 h 197"/>
                <a:gd name="T12" fmla="*/ 48 w 66"/>
                <a:gd name="T13" fmla="*/ 176 h 197"/>
                <a:gd name="T14" fmla="*/ 66 w 66"/>
                <a:gd name="T15" fmla="*/ 176 h 197"/>
                <a:gd name="T16" fmla="*/ 66 w 66"/>
                <a:gd name="T17" fmla="*/ 197 h 197"/>
                <a:gd name="T18" fmla="*/ 3 w 66"/>
                <a:gd name="T19" fmla="*/ 197 h 197"/>
                <a:gd name="T20" fmla="*/ 3 w 66"/>
                <a:gd name="T21" fmla="*/ 176 h 197"/>
                <a:gd name="T22" fmla="*/ 34 w 66"/>
                <a:gd name="T23" fmla="*/ 0 h 197"/>
                <a:gd name="T24" fmla="*/ 54 w 66"/>
                <a:gd name="T25" fmla="*/ 19 h 197"/>
                <a:gd name="T26" fmla="*/ 34 w 66"/>
                <a:gd name="T27" fmla="*/ 39 h 197"/>
                <a:gd name="T28" fmla="*/ 15 w 66"/>
                <a:gd name="T29" fmla="*/ 19 h 197"/>
                <a:gd name="T30" fmla="*/ 34 w 66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97">
                  <a:moveTo>
                    <a:pt x="3" y="176"/>
                  </a:moveTo>
                  <a:cubicBezTo>
                    <a:pt x="20" y="176"/>
                    <a:pt x="20" y="176"/>
                    <a:pt x="20" y="17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176"/>
                    <a:pt x="48" y="176"/>
                    <a:pt x="48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3" y="197"/>
                    <a:pt x="3" y="197"/>
                    <a:pt x="3" y="197"/>
                  </a:cubicBezTo>
                  <a:lnTo>
                    <a:pt x="3" y="176"/>
                  </a:lnTo>
                  <a:close/>
                  <a:moveTo>
                    <a:pt x="34" y="0"/>
                  </a:moveTo>
                  <a:cubicBezTo>
                    <a:pt x="45" y="0"/>
                    <a:pt x="54" y="8"/>
                    <a:pt x="54" y="19"/>
                  </a:cubicBezTo>
                  <a:cubicBezTo>
                    <a:pt x="54" y="30"/>
                    <a:pt x="45" y="39"/>
                    <a:pt x="34" y="39"/>
                  </a:cubicBezTo>
                  <a:cubicBezTo>
                    <a:pt x="24" y="39"/>
                    <a:pt x="15" y="30"/>
                    <a:pt x="15" y="19"/>
                  </a:cubicBezTo>
                  <a:cubicBezTo>
                    <a:pt x="15" y="8"/>
                    <a:pt x="2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5" name="Freeform 707">
              <a:extLst>
                <a:ext uri="{FF2B5EF4-FFF2-40B4-BE49-F238E27FC236}">
                  <a16:creationId xmlns:a16="http://schemas.microsoft.com/office/drawing/2014/main" id="{0247C49F-438B-4BC0-9D8F-4D7D7FB24A9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05638" y="12700000"/>
              <a:ext cx="93662" cy="106362"/>
            </a:xfrm>
            <a:custGeom>
              <a:avLst/>
              <a:gdLst>
                <a:gd name="T0" fmla="*/ 116 w 124"/>
                <a:gd name="T1" fmla="*/ 128 h 137"/>
                <a:gd name="T2" fmla="*/ 69 w 124"/>
                <a:gd name="T3" fmla="*/ 137 h 137"/>
                <a:gd name="T4" fmla="*/ 0 w 124"/>
                <a:gd name="T5" fmla="*/ 69 h 137"/>
                <a:gd name="T6" fmla="*/ 65 w 124"/>
                <a:gd name="T7" fmla="*/ 0 h 137"/>
                <a:gd name="T8" fmla="*/ 124 w 124"/>
                <a:gd name="T9" fmla="*/ 69 h 137"/>
                <a:gd name="T10" fmla="*/ 124 w 124"/>
                <a:gd name="T11" fmla="*/ 73 h 137"/>
                <a:gd name="T12" fmla="*/ 30 w 124"/>
                <a:gd name="T13" fmla="*/ 73 h 137"/>
                <a:gd name="T14" fmla="*/ 75 w 124"/>
                <a:gd name="T15" fmla="*/ 115 h 137"/>
                <a:gd name="T16" fmla="*/ 117 w 124"/>
                <a:gd name="T17" fmla="*/ 105 h 137"/>
                <a:gd name="T18" fmla="*/ 116 w 124"/>
                <a:gd name="T19" fmla="*/ 128 h 137"/>
                <a:gd name="T20" fmla="*/ 94 w 124"/>
                <a:gd name="T21" fmla="*/ 54 h 137"/>
                <a:gd name="T22" fmla="*/ 94 w 124"/>
                <a:gd name="T23" fmla="*/ 51 h 137"/>
                <a:gd name="T24" fmla="*/ 63 w 124"/>
                <a:gd name="T25" fmla="*/ 20 h 137"/>
                <a:gd name="T26" fmla="*/ 30 w 124"/>
                <a:gd name="T27" fmla="*/ 54 h 137"/>
                <a:gd name="T28" fmla="*/ 94 w 124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4" h="137">
                  <a:moveTo>
                    <a:pt x="116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5" y="0"/>
                  </a:cubicBezTo>
                  <a:cubicBezTo>
                    <a:pt x="104" y="0"/>
                    <a:pt x="124" y="28"/>
                    <a:pt x="124" y="69"/>
                  </a:cubicBezTo>
                  <a:cubicBezTo>
                    <a:pt x="124" y="73"/>
                    <a:pt x="124" y="73"/>
                    <a:pt x="124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5" y="115"/>
                  </a:cubicBezTo>
                  <a:cubicBezTo>
                    <a:pt x="91" y="115"/>
                    <a:pt x="106" y="110"/>
                    <a:pt x="117" y="105"/>
                  </a:cubicBezTo>
                  <a:lnTo>
                    <a:pt x="116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6" name="Freeform 708">
              <a:extLst>
                <a:ext uri="{FF2B5EF4-FFF2-40B4-BE49-F238E27FC236}">
                  <a16:creationId xmlns:a16="http://schemas.microsoft.com/office/drawing/2014/main" id="{94AD512C-777B-473D-8ED5-99A43A24F0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13588" y="12700000"/>
              <a:ext cx="115887" cy="103187"/>
            </a:xfrm>
            <a:custGeom>
              <a:avLst/>
              <a:gdLst>
                <a:gd name="T0" fmla="*/ 3 w 152"/>
                <a:gd name="T1" fmla="*/ 113 h 134"/>
                <a:gd name="T2" fmla="*/ 17 w 152"/>
                <a:gd name="T3" fmla="*/ 113 h 134"/>
                <a:gd name="T4" fmla="*/ 18 w 152"/>
                <a:gd name="T5" fmla="*/ 23 h 134"/>
                <a:gd name="T6" fmla="*/ 0 w 152"/>
                <a:gd name="T7" fmla="*/ 23 h 134"/>
                <a:gd name="T8" fmla="*/ 0 w 152"/>
                <a:gd name="T9" fmla="*/ 3 h 134"/>
                <a:gd name="T10" fmla="*/ 46 w 152"/>
                <a:gd name="T11" fmla="*/ 3 h 134"/>
                <a:gd name="T12" fmla="*/ 44 w 152"/>
                <a:gd name="T13" fmla="*/ 32 h 134"/>
                <a:gd name="T14" fmla="*/ 44 w 152"/>
                <a:gd name="T15" fmla="*/ 32 h 134"/>
                <a:gd name="T16" fmla="*/ 90 w 152"/>
                <a:gd name="T17" fmla="*/ 0 h 134"/>
                <a:gd name="T18" fmla="*/ 136 w 152"/>
                <a:gd name="T19" fmla="*/ 50 h 134"/>
                <a:gd name="T20" fmla="*/ 135 w 152"/>
                <a:gd name="T21" fmla="*/ 113 h 134"/>
                <a:gd name="T22" fmla="*/ 152 w 152"/>
                <a:gd name="T23" fmla="*/ 113 h 134"/>
                <a:gd name="T24" fmla="*/ 152 w 152"/>
                <a:gd name="T25" fmla="*/ 134 h 134"/>
                <a:gd name="T26" fmla="*/ 92 w 152"/>
                <a:gd name="T27" fmla="*/ 134 h 134"/>
                <a:gd name="T28" fmla="*/ 92 w 152"/>
                <a:gd name="T29" fmla="*/ 113 h 134"/>
                <a:gd name="T30" fmla="*/ 107 w 152"/>
                <a:gd name="T31" fmla="*/ 113 h 134"/>
                <a:gd name="T32" fmla="*/ 108 w 152"/>
                <a:gd name="T33" fmla="*/ 55 h 134"/>
                <a:gd name="T34" fmla="*/ 81 w 152"/>
                <a:gd name="T35" fmla="*/ 23 h 134"/>
                <a:gd name="T36" fmla="*/ 47 w 152"/>
                <a:gd name="T37" fmla="*/ 63 h 134"/>
                <a:gd name="T38" fmla="*/ 46 w 152"/>
                <a:gd name="T39" fmla="*/ 113 h 134"/>
                <a:gd name="T40" fmla="*/ 63 w 152"/>
                <a:gd name="T41" fmla="*/ 113 h 134"/>
                <a:gd name="T42" fmla="*/ 63 w 152"/>
                <a:gd name="T43" fmla="*/ 134 h 134"/>
                <a:gd name="T44" fmla="*/ 3 w 152"/>
                <a:gd name="T45" fmla="*/ 134 h 134"/>
                <a:gd name="T46" fmla="*/ 3 w 152"/>
                <a:gd name="T47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134">
                  <a:moveTo>
                    <a:pt x="3" y="113"/>
                  </a:moveTo>
                  <a:cubicBezTo>
                    <a:pt x="17" y="113"/>
                    <a:pt x="17" y="113"/>
                    <a:pt x="17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5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9" y="15"/>
                    <a:pt x="64" y="0"/>
                    <a:pt x="90" y="0"/>
                  </a:cubicBezTo>
                  <a:cubicBezTo>
                    <a:pt x="121" y="0"/>
                    <a:pt x="136" y="19"/>
                    <a:pt x="136" y="50"/>
                  </a:cubicBezTo>
                  <a:cubicBezTo>
                    <a:pt x="136" y="71"/>
                    <a:pt x="135" y="92"/>
                    <a:pt x="135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2" y="113"/>
                    <a:pt x="92" y="113"/>
                    <a:pt x="92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7" y="94"/>
                    <a:pt x="108" y="74"/>
                    <a:pt x="108" y="55"/>
                  </a:cubicBezTo>
                  <a:cubicBezTo>
                    <a:pt x="108" y="37"/>
                    <a:pt x="99" y="23"/>
                    <a:pt x="81" y="23"/>
                  </a:cubicBezTo>
                  <a:cubicBezTo>
                    <a:pt x="62" y="23"/>
                    <a:pt x="47" y="39"/>
                    <a:pt x="47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7" name="Freeform 709">
              <a:extLst>
                <a:ext uri="{FF2B5EF4-FFF2-40B4-BE49-F238E27FC236}">
                  <a16:creationId xmlns:a16="http://schemas.microsoft.com/office/drawing/2014/main" id="{8820DBFD-746E-43B8-8112-E1AA236C5F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42175" y="12700000"/>
              <a:ext cx="82550" cy="106362"/>
            </a:xfrm>
            <a:custGeom>
              <a:avLst/>
              <a:gdLst>
                <a:gd name="T0" fmla="*/ 84 w 108"/>
                <a:gd name="T1" fmla="*/ 24 h 137"/>
                <a:gd name="T2" fmla="*/ 67 w 108"/>
                <a:gd name="T3" fmla="*/ 22 h 137"/>
                <a:gd name="T4" fmla="*/ 28 w 108"/>
                <a:gd name="T5" fmla="*/ 66 h 137"/>
                <a:gd name="T6" fmla="*/ 74 w 108"/>
                <a:gd name="T7" fmla="*/ 113 h 137"/>
                <a:gd name="T8" fmla="*/ 107 w 108"/>
                <a:gd name="T9" fmla="*/ 106 h 137"/>
                <a:gd name="T10" fmla="*/ 106 w 108"/>
                <a:gd name="T11" fmla="*/ 130 h 137"/>
                <a:gd name="T12" fmla="*/ 70 w 108"/>
                <a:gd name="T13" fmla="*/ 137 h 137"/>
                <a:gd name="T14" fmla="*/ 0 w 108"/>
                <a:gd name="T15" fmla="*/ 69 h 137"/>
                <a:gd name="T16" fmla="*/ 70 w 108"/>
                <a:gd name="T17" fmla="*/ 0 h 137"/>
                <a:gd name="T18" fmla="*/ 108 w 108"/>
                <a:gd name="T19" fmla="*/ 6 h 137"/>
                <a:gd name="T20" fmla="*/ 108 w 108"/>
                <a:gd name="T21" fmla="*/ 43 h 137"/>
                <a:gd name="T22" fmla="*/ 84 w 108"/>
                <a:gd name="T23" fmla="*/ 43 h 137"/>
                <a:gd name="T24" fmla="*/ 84 w 108"/>
                <a:gd name="T25" fmla="*/ 2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137">
                  <a:moveTo>
                    <a:pt x="84" y="24"/>
                  </a:moveTo>
                  <a:cubicBezTo>
                    <a:pt x="80" y="23"/>
                    <a:pt x="74" y="22"/>
                    <a:pt x="67" y="22"/>
                  </a:cubicBezTo>
                  <a:cubicBezTo>
                    <a:pt x="41" y="22"/>
                    <a:pt x="28" y="41"/>
                    <a:pt x="28" y="66"/>
                  </a:cubicBezTo>
                  <a:cubicBezTo>
                    <a:pt x="28" y="89"/>
                    <a:pt x="39" y="113"/>
                    <a:pt x="74" y="113"/>
                  </a:cubicBezTo>
                  <a:cubicBezTo>
                    <a:pt x="87" y="113"/>
                    <a:pt x="101" y="109"/>
                    <a:pt x="107" y="106"/>
                  </a:cubicBezTo>
                  <a:cubicBezTo>
                    <a:pt x="106" y="130"/>
                    <a:pt x="106" y="130"/>
                    <a:pt x="106" y="130"/>
                  </a:cubicBezTo>
                  <a:cubicBezTo>
                    <a:pt x="101" y="132"/>
                    <a:pt x="87" y="137"/>
                    <a:pt x="70" y="137"/>
                  </a:cubicBezTo>
                  <a:cubicBezTo>
                    <a:pt x="18" y="137"/>
                    <a:pt x="0" y="102"/>
                    <a:pt x="0" y="69"/>
                  </a:cubicBezTo>
                  <a:cubicBezTo>
                    <a:pt x="0" y="29"/>
                    <a:pt x="25" y="0"/>
                    <a:pt x="70" y="0"/>
                  </a:cubicBezTo>
                  <a:cubicBezTo>
                    <a:pt x="90" y="0"/>
                    <a:pt x="102" y="4"/>
                    <a:pt x="108" y="6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84" y="43"/>
                    <a:pt x="84" y="43"/>
                    <a:pt x="84" y="43"/>
                  </a:cubicBezTo>
                  <a:lnTo>
                    <a:pt x="84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8" name="Freeform 710">
              <a:extLst>
                <a:ext uri="{FF2B5EF4-FFF2-40B4-BE49-F238E27FC236}">
                  <a16:creationId xmlns:a16="http://schemas.microsoft.com/office/drawing/2014/main" id="{7D4B3715-87F0-4466-802B-89FE4A62E7B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37425" y="12700000"/>
              <a:ext cx="95250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5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4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5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9" name="Freeform 711">
              <a:extLst>
                <a:ext uri="{FF2B5EF4-FFF2-40B4-BE49-F238E27FC236}">
                  <a16:creationId xmlns:a16="http://schemas.microsoft.com/office/drawing/2014/main" id="{3D6F9198-2F78-4FC4-8633-E0F81AF53E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04113" y="12665075"/>
              <a:ext cx="114300" cy="141287"/>
            </a:xfrm>
            <a:custGeom>
              <a:avLst/>
              <a:gdLst>
                <a:gd name="T0" fmla="*/ 125 w 151"/>
                <a:gd name="T1" fmla="*/ 55 h 183"/>
                <a:gd name="T2" fmla="*/ 125 w 151"/>
                <a:gd name="T3" fmla="*/ 27 h 183"/>
                <a:gd name="T4" fmla="*/ 95 w 151"/>
                <a:gd name="T5" fmla="*/ 22 h 183"/>
                <a:gd name="T6" fmla="*/ 31 w 151"/>
                <a:gd name="T7" fmla="*/ 92 h 183"/>
                <a:gd name="T8" fmla="*/ 92 w 151"/>
                <a:gd name="T9" fmla="*/ 161 h 183"/>
                <a:gd name="T10" fmla="*/ 123 w 151"/>
                <a:gd name="T11" fmla="*/ 158 h 183"/>
                <a:gd name="T12" fmla="*/ 124 w 151"/>
                <a:gd name="T13" fmla="*/ 126 h 183"/>
                <a:gd name="T14" fmla="*/ 149 w 151"/>
                <a:gd name="T15" fmla="*/ 126 h 183"/>
                <a:gd name="T16" fmla="*/ 148 w 151"/>
                <a:gd name="T17" fmla="*/ 174 h 183"/>
                <a:gd name="T18" fmla="*/ 93 w 151"/>
                <a:gd name="T19" fmla="*/ 183 h 183"/>
                <a:gd name="T20" fmla="*/ 0 w 151"/>
                <a:gd name="T21" fmla="*/ 93 h 183"/>
                <a:gd name="T22" fmla="*/ 96 w 151"/>
                <a:gd name="T23" fmla="*/ 0 h 183"/>
                <a:gd name="T24" fmla="*/ 151 w 151"/>
                <a:gd name="T25" fmla="*/ 10 h 183"/>
                <a:gd name="T26" fmla="*/ 151 w 151"/>
                <a:gd name="T27" fmla="*/ 55 h 183"/>
                <a:gd name="T28" fmla="*/ 125 w 151"/>
                <a:gd name="T29" fmla="*/ 5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1" h="183">
                  <a:moveTo>
                    <a:pt x="125" y="55"/>
                  </a:moveTo>
                  <a:cubicBezTo>
                    <a:pt x="125" y="27"/>
                    <a:pt x="125" y="27"/>
                    <a:pt x="125" y="27"/>
                  </a:cubicBezTo>
                  <a:cubicBezTo>
                    <a:pt x="119" y="25"/>
                    <a:pt x="109" y="22"/>
                    <a:pt x="95" y="22"/>
                  </a:cubicBezTo>
                  <a:cubicBezTo>
                    <a:pt x="53" y="22"/>
                    <a:pt x="31" y="48"/>
                    <a:pt x="31" y="92"/>
                  </a:cubicBezTo>
                  <a:cubicBezTo>
                    <a:pt x="31" y="132"/>
                    <a:pt x="56" y="161"/>
                    <a:pt x="92" y="161"/>
                  </a:cubicBezTo>
                  <a:cubicBezTo>
                    <a:pt x="104" y="161"/>
                    <a:pt x="117" y="159"/>
                    <a:pt x="123" y="158"/>
                  </a:cubicBezTo>
                  <a:cubicBezTo>
                    <a:pt x="124" y="126"/>
                    <a:pt x="124" y="126"/>
                    <a:pt x="124" y="126"/>
                  </a:cubicBezTo>
                  <a:cubicBezTo>
                    <a:pt x="149" y="126"/>
                    <a:pt x="149" y="126"/>
                    <a:pt x="149" y="126"/>
                  </a:cubicBezTo>
                  <a:cubicBezTo>
                    <a:pt x="148" y="174"/>
                    <a:pt x="148" y="174"/>
                    <a:pt x="148" y="174"/>
                  </a:cubicBezTo>
                  <a:cubicBezTo>
                    <a:pt x="137" y="178"/>
                    <a:pt x="114" y="183"/>
                    <a:pt x="93" y="183"/>
                  </a:cubicBezTo>
                  <a:cubicBezTo>
                    <a:pt x="30" y="183"/>
                    <a:pt x="0" y="143"/>
                    <a:pt x="0" y="93"/>
                  </a:cubicBezTo>
                  <a:cubicBezTo>
                    <a:pt x="0" y="38"/>
                    <a:pt x="37" y="0"/>
                    <a:pt x="96" y="0"/>
                  </a:cubicBezTo>
                  <a:cubicBezTo>
                    <a:pt x="118" y="0"/>
                    <a:pt x="139" y="5"/>
                    <a:pt x="151" y="10"/>
                  </a:cubicBezTo>
                  <a:cubicBezTo>
                    <a:pt x="151" y="55"/>
                    <a:pt x="151" y="55"/>
                    <a:pt x="151" y="55"/>
                  </a:cubicBezTo>
                  <a:lnTo>
                    <a:pt x="125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0" name="Freeform 712">
              <a:extLst>
                <a:ext uri="{FF2B5EF4-FFF2-40B4-BE49-F238E27FC236}">
                  <a16:creationId xmlns:a16="http://schemas.microsoft.com/office/drawing/2014/main" id="{6F299B61-4C26-42C8-9A9C-D4800104D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335875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29 w 123"/>
                <a:gd name="T13" fmla="*/ 73 h 137"/>
                <a:gd name="T14" fmla="*/ 74 w 123"/>
                <a:gd name="T15" fmla="*/ 115 h 137"/>
                <a:gd name="T16" fmla="*/ 116 w 123"/>
                <a:gd name="T17" fmla="*/ 105 h 137"/>
                <a:gd name="T18" fmla="*/ 115 w 123"/>
                <a:gd name="T19" fmla="*/ 128 h 137"/>
                <a:gd name="T20" fmla="*/ 93 w 123"/>
                <a:gd name="T21" fmla="*/ 54 h 137"/>
                <a:gd name="T22" fmla="*/ 93 w 123"/>
                <a:gd name="T23" fmla="*/ 51 h 137"/>
                <a:gd name="T24" fmla="*/ 62 w 123"/>
                <a:gd name="T25" fmla="*/ 20 h 137"/>
                <a:gd name="T26" fmla="*/ 29 w 123"/>
                <a:gd name="T27" fmla="*/ 54 h 137"/>
                <a:gd name="T28" fmla="*/ 93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8" y="137"/>
                    <a:pt x="69" y="137"/>
                  </a:cubicBezTo>
                  <a:cubicBezTo>
                    <a:pt x="25" y="137"/>
                    <a:pt x="0" y="110"/>
                    <a:pt x="0" y="69"/>
                  </a:cubicBezTo>
                  <a:cubicBezTo>
                    <a:pt x="0" y="30"/>
                    <a:pt x="21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30" y="98"/>
                    <a:pt x="48" y="115"/>
                    <a:pt x="74" y="115"/>
                  </a:cubicBezTo>
                  <a:cubicBezTo>
                    <a:pt x="91" y="115"/>
                    <a:pt x="105" y="110"/>
                    <a:pt x="116" y="105"/>
                  </a:cubicBezTo>
                  <a:lnTo>
                    <a:pt x="115" y="128"/>
                  </a:lnTo>
                  <a:close/>
                  <a:moveTo>
                    <a:pt x="93" y="54"/>
                  </a:moveTo>
                  <a:cubicBezTo>
                    <a:pt x="93" y="51"/>
                    <a:pt x="93" y="51"/>
                    <a:pt x="93" y="51"/>
                  </a:cubicBezTo>
                  <a:cubicBezTo>
                    <a:pt x="93" y="40"/>
                    <a:pt x="86" y="20"/>
                    <a:pt x="62" y="20"/>
                  </a:cubicBezTo>
                  <a:cubicBezTo>
                    <a:pt x="38" y="20"/>
                    <a:pt x="30" y="38"/>
                    <a:pt x="29" y="54"/>
                  </a:cubicBezTo>
                  <a:lnTo>
                    <a:pt x="93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1" name="Freeform 713">
              <a:extLst>
                <a:ext uri="{FF2B5EF4-FFF2-40B4-BE49-F238E27FC236}">
                  <a16:creationId xmlns:a16="http://schemas.microsoft.com/office/drawing/2014/main" id="{F2085A20-D508-4604-9427-D277A441B1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42238" y="12700000"/>
              <a:ext cx="115887" cy="103187"/>
            </a:xfrm>
            <a:custGeom>
              <a:avLst/>
              <a:gdLst>
                <a:gd name="T0" fmla="*/ 3 w 152"/>
                <a:gd name="T1" fmla="*/ 113 h 134"/>
                <a:gd name="T2" fmla="*/ 18 w 152"/>
                <a:gd name="T3" fmla="*/ 113 h 134"/>
                <a:gd name="T4" fmla="*/ 18 w 152"/>
                <a:gd name="T5" fmla="*/ 23 h 134"/>
                <a:gd name="T6" fmla="*/ 0 w 152"/>
                <a:gd name="T7" fmla="*/ 23 h 134"/>
                <a:gd name="T8" fmla="*/ 0 w 152"/>
                <a:gd name="T9" fmla="*/ 3 h 134"/>
                <a:gd name="T10" fmla="*/ 46 w 152"/>
                <a:gd name="T11" fmla="*/ 3 h 134"/>
                <a:gd name="T12" fmla="*/ 44 w 152"/>
                <a:gd name="T13" fmla="*/ 32 h 134"/>
                <a:gd name="T14" fmla="*/ 44 w 152"/>
                <a:gd name="T15" fmla="*/ 32 h 134"/>
                <a:gd name="T16" fmla="*/ 91 w 152"/>
                <a:gd name="T17" fmla="*/ 0 h 134"/>
                <a:gd name="T18" fmla="*/ 136 w 152"/>
                <a:gd name="T19" fmla="*/ 50 h 134"/>
                <a:gd name="T20" fmla="*/ 135 w 152"/>
                <a:gd name="T21" fmla="*/ 113 h 134"/>
                <a:gd name="T22" fmla="*/ 152 w 152"/>
                <a:gd name="T23" fmla="*/ 113 h 134"/>
                <a:gd name="T24" fmla="*/ 152 w 152"/>
                <a:gd name="T25" fmla="*/ 134 h 134"/>
                <a:gd name="T26" fmla="*/ 92 w 152"/>
                <a:gd name="T27" fmla="*/ 134 h 134"/>
                <a:gd name="T28" fmla="*/ 92 w 152"/>
                <a:gd name="T29" fmla="*/ 113 h 134"/>
                <a:gd name="T30" fmla="*/ 107 w 152"/>
                <a:gd name="T31" fmla="*/ 113 h 134"/>
                <a:gd name="T32" fmla="*/ 108 w 152"/>
                <a:gd name="T33" fmla="*/ 55 h 134"/>
                <a:gd name="T34" fmla="*/ 81 w 152"/>
                <a:gd name="T35" fmla="*/ 23 h 134"/>
                <a:gd name="T36" fmla="*/ 47 w 152"/>
                <a:gd name="T37" fmla="*/ 63 h 134"/>
                <a:gd name="T38" fmla="*/ 46 w 152"/>
                <a:gd name="T39" fmla="*/ 113 h 134"/>
                <a:gd name="T40" fmla="*/ 64 w 152"/>
                <a:gd name="T41" fmla="*/ 113 h 134"/>
                <a:gd name="T42" fmla="*/ 64 w 152"/>
                <a:gd name="T43" fmla="*/ 134 h 134"/>
                <a:gd name="T44" fmla="*/ 3 w 152"/>
                <a:gd name="T45" fmla="*/ 134 h 134"/>
                <a:gd name="T46" fmla="*/ 3 w 152"/>
                <a:gd name="T47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134">
                  <a:moveTo>
                    <a:pt x="3" y="113"/>
                  </a:moveTo>
                  <a:cubicBezTo>
                    <a:pt x="18" y="113"/>
                    <a:pt x="18" y="113"/>
                    <a:pt x="18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6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50" y="15"/>
                    <a:pt x="64" y="0"/>
                    <a:pt x="91" y="0"/>
                  </a:cubicBezTo>
                  <a:cubicBezTo>
                    <a:pt x="121" y="0"/>
                    <a:pt x="136" y="19"/>
                    <a:pt x="136" y="50"/>
                  </a:cubicBezTo>
                  <a:cubicBezTo>
                    <a:pt x="136" y="71"/>
                    <a:pt x="135" y="92"/>
                    <a:pt x="135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2" y="113"/>
                    <a:pt x="92" y="113"/>
                    <a:pt x="92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7" y="94"/>
                    <a:pt x="108" y="74"/>
                    <a:pt x="108" y="55"/>
                  </a:cubicBezTo>
                  <a:cubicBezTo>
                    <a:pt x="108" y="37"/>
                    <a:pt x="99" y="23"/>
                    <a:pt x="81" y="23"/>
                  </a:cubicBezTo>
                  <a:cubicBezTo>
                    <a:pt x="62" y="23"/>
                    <a:pt x="47" y="39"/>
                    <a:pt x="47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4" y="113"/>
                    <a:pt x="64" y="113"/>
                    <a:pt x="64" y="113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2" name="Freeform 714">
              <a:extLst>
                <a:ext uri="{FF2B5EF4-FFF2-40B4-BE49-F238E27FC236}">
                  <a16:creationId xmlns:a16="http://schemas.microsoft.com/office/drawing/2014/main" id="{7AE60A07-2E3D-4F51-A244-C8B19A981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69238" y="12677775"/>
              <a:ext cx="68262" cy="128587"/>
            </a:xfrm>
            <a:custGeom>
              <a:avLst/>
              <a:gdLst>
                <a:gd name="T0" fmla="*/ 0 w 88"/>
                <a:gd name="T1" fmla="*/ 32 h 166"/>
                <a:gd name="T2" fmla="*/ 20 w 88"/>
                <a:gd name="T3" fmla="*/ 32 h 166"/>
                <a:gd name="T4" fmla="*/ 21 w 88"/>
                <a:gd name="T5" fmla="*/ 2 h 166"/>
                <a:gd name="T6" fmla="*/ 49 w 88"/>
                <a:gd name="T7" fmla="*/ 0 h 166"/>
                <a:gd name="T8" fmla="*/ 48 w 88"/>
                <a:gd name="T9" fmla="*/ 32 h 166"/>
                <a:gd name="T10" fmla="*/ 86 w 88"/>
                <a:gd name="T11" fmla="*/ 32 h 166"/>
                <a:gd name="T12" fmla="*/ 86 w 88"/>
                <a:gd name="T13" fmla="*/ 52 h 166"/>
                <a:gd name="T14" fmla="*/ 48 w 88"/>
                <a:gd name="T15" fmla="*/ 52 h 166"/>
                <a:gd name="T16" fmla="*/ 48 w 88"/>
                <a:gd name="T17" fmla="*/ 114 h 166"/>
                <a:gd name="T18" fmla="*/ 66 w 88"/>
                <a:gd name="T19" fmla="*/ 144 h 166"/>
                <a:gd name="T20" fmla="*/ 88 w 88"/>
                <a:gd name="T21" fmla="*/ 139 h 166"/>
                <a:gd name="T22" fmla="*/ 87 w 88"/>
                <a:gd name="T23" fmla="*/ 159 h 166"/>
                <a:gd name="T24" fmla="*/ 58 w 88"/>
                <a:gd name="T25" fmla="*/ 166 h 166"/>
                <a:gd name="T26" fmla="*/ 20 w 88"/>
                <a:gd name="T27" fmla="*/ 125 h 166"/>
                <a:gd name="T28" fmla="*/ 20 w 88"/>
                <a:gd name="T29" fmla="*/ 52 h 166"/>
                <a:gd name="T30" fmla="*/ 0 w 88"/>
                <a:gd name="T31" fmla="*/ 52 h 166"/>
                <a:gd name="T32" fmla="*/ 0 w 88"/>
                <a:gd name="T33" fmla="*/ 3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66">
                  <a:moveTo>
                    <a:pt x="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73"/>
                    <a:pt x="48" y="94"/>
                    <a:pt x="48" y="114"/>
                  </a:cubicBezTo>
                  <a:cubicBezTo>
                    <a:pt x="48" y="138"/>
                    <a:pt x="53" y="144"/>
                    <a:pt x="66" y="144"/>
                  </a:cubicBezTo>
                  <a:cubicBezTo>
                    <a:pt x="74" y="144"/>
                    <a:pt x="82" y="141"/>
                    <a:pt x="88" y="13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0" y="163"/>
                    <a:pt x="69" y="166"/>
                    <a:pt x="58" y="166"/>
                  </a:cubicBezTo>
                  <a:cubicBezTo>
                    <a:pt x="31" y="166"/>
                    <a:pt x="20" y="155"/>
                    <a:pt x="20" y="125"/>
                  </a:cubicBezTo>
                  <a:cubicBezTo>
                    <a:pt x="20" y="109"/>
                    <a:pt x="20" y="75"/>
                    <a:pt x="20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3" name="Freeform 715">
              <a:extLst>
                <a:ext uri="{FF2B5EF4-FFF2-40B4-BE49-F238E27FC236}">
                  <a16:creationId xmlns:a16="http://schemas.microsoft.com/office/drawing/2014/main" id="{82BB5A5B-FA43-4CC0-A11D-A1F7B06527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2263" y="12700000"/>
              <a:ext cx="76200" cy="103187"/>
            </a:xfrm>
            <a:custGeom>
              <a:avLst/>
              <a:gdLst>
                <a:gd name="T0" fmla="*/ 3 w 100"/>
                <a:gd name="T1" fmla="*/ 113 h 134"/>
                <a:gd name="T2" fmla="*/ 19 w 100"/>
                <a:gd name="T3" fmla="*/ 113 h 134"/>
                <a:gd name="T4" fmla="*/ 20 w 100"/>
                <a:gd name="T5" fmla="*/ 23 h 134"/>
                <a:gd name="T6" fmla="*/ 0 w 100"/>
                <a:gd name="T7" fmla="*/ 23 h 134"/>
                <a:gd name="T8" fmla="*/ 0 w 100"/>
                <a:gd name="T9" fmla="*/ 3 h 134"/>
                <a:gd name="T10" fmla="*/ 46 w 100"/>
                <a:gd name="T11" fmla="*/ 3 h 134"/>
                <a:gd name="T12" fmla="*/ 45 w 100"/>
                <a:gd name="T13" fmla="*/ 39 h 134"/>
                <a:gd name="T14" fmla="*/ 45 w 100"/>
                <a:gd name="T15" fmla="*/ 39 h 134"/>
                <a:gd name="T16" fmla="*/ 84 w 100"/>
                <a:gd name="T17" fmla="*/ 0 h 134"/>
                <a:gd name="T18" fmla="*/ 100 w 100"/>
                <a:gd name="T19" fmla="*/ 2 h 134"/>
                <a:gd name="T20" fmla="*/ 97 w 100"/>
                <a:gd name="T21" fmla="*/ 27 h 134"/>
                <a:gd name="T22" fmla="*/ 84 w 100"/>
                <a:gd name="T23" fmla="*/ 25 h 134"/>
                <a:gd name="T24" fmla="*/ 48 w 100"/>
                <a:gd name="T25" fmla="*/ 72 h 134"/>
                <a:gd name="T26" fmla="*/ 47 w 100"/>
                <a:gd name="T27" fmla="*/ 113 h 134"/>
                <a:gd name="T28" fmla="*/ 67 w 100"/>
                <a:gd name="T29" fmla="*/ 113 h 134"/>
                <a:gd name="T30" fmla="*/ 67 w 100"/>
                <a:gd name="T31" fmla="*/ 134 h 134"/>
                <a:gd name="T32" fmla="*/ 3 w 100"/>
                <a:gd name="T33" fmla="*/ 134 h 134"/>
                <a:gd name="T34" fmla="*/ 3 w 100"/>
                <a:gd name="T35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34">
                  <a:moveTo>
                    <a:pt x="3" y="113"/>
                  </a:moveTo>
                  <a:cubicBezTo>
                    <a:pt x="19" y="113"/>
                    <a:pt x="19" y="113"/>
                    <a:pt x="19" y="11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2"/>
                    <a:pt x="46" y="26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0" y="15"/>
                    <a:pt x="65" y="0"/>
                    <a:pt x="84" y="0"/>
                  </a:cubicBezTo>
                  <a:cubicBezTo>
                    <a:pt x="91" y="0"/>
                    <a:pt x="97" y="1"/>
                    <a:pt x="100" y="2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3" y="26"/>
                    <a:pt x="90" y="25"/>
                    <a:pt x="84" y="25"/>
                  </a:cubicBezTo>
                  <a:cubicBezTo>
                    <a:pt x="59" y="25"/>
                    <a:pt x="48" y="49"/>
                    <a:pt x="48" y="72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4" name="Freeform 716">
              <a:extLst>
                <a:ext uri="{FF2B5EF4-FFF2-40B4-BE49-F238E27FC236}">
                  <a16:creationId xmlns:a16="http://schemas.microsoft.com/office/drawing/2014/main" id="{D570017E-519A-4267-95EB-1CD43F12680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4813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4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8" y="115"/>
                    <a:pt x="74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5" name="Freeform 717">
              <a:extLst>
                <a:ext uri="{FF2B5EF4-FFF2-40B4-BE49-F238E27FC236}">
                  <a16:creationId xmlns:a16="http://schemas.microsoft.com/office/drawing/2014/main" id="{BD73C438-9D8A-4FD6-9CBD-84B487B2C9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53438" y="12634913"/>
              <a:ext cx="90487" cy="138112"/>
            </a:xfrm>
            <a:custGeom>
              <a:avLst/>
              <a:gdLst>
                <a:gd name="T0" fmla="*/ 0 w 118"/>
                <a:gd name="T1" fmla="*/ 133 h 180"/>
                <a:gd name="T2" fmla="*/ 20 w 118"/>
                <a:gd name="T3" fmla="*/ 133 h 180"/>
                <a:gd name="T4" fmla="*/ 20 w 118"/>
                <a:gd name="T5" fmla="*/ 156 h 180"/>
                <a:gd name="T6" fmla="*/ 54 w 118"/>
                <a:gd name="T7" fmla="*/ 163 h 180"/>
                <a:gd name="T8" fmla="*/ 95 w 118"/>
                <a:gd name="T9" fmla="*/ 130 h 180"/>
                <a:gd name="T10" fmla="*/ 0 w 118"/>
                <a:gd name="T11" fmla="*/ 50 h 180"/>
                <a:gd name="T12" fmla="*/ 64 w 118"/>
                <a:gd name="T13" fmla="*/ 0 h 180"/>
                <a:gd name="T14" fmla="*/ 111 w 118"/>
                <a:gd name="T15" fmla="*/ 8 h 180"/>
                <a:gd name="T16" fmla="*/ 111 w 118"/>
                <a:gd name="T17" fmla="*/ 43 h 180"/>
                <a:gd name="T18" fmla="*/ 91 w 118"/>
                <a:gd name="T19" fmla="*/ 43 h 180"/>
                <a:gd name="T20" fmla="*/ 91 w 118"/>
                <a:gd name="T21" fmla="*/ 22 h 180"/>
                <a:gd name="T22" fmla="*/ 62 w 118"/>
                <a:gd name="T23" fmla="*/ 17 h 180"/>
                <a:gd name="T24" fmla="*/ 23 w 118"/>
                <a:gd name="T25" fmla="*/ 47 h 180"/>
                <a:gd name="T26" fmla="*/ 118 w 118"/>
                <a:gd name="T27" fmla="*/ 128 h 180"/>
                <a:gd name="T28" fmla="*/ 52 w 118"/>
                <a:gd name="T29" fmla="*/ 180 h 180"/>
                <a:gd name="T30" fmla="*/ 0 w 118"/>
                <a:gd name="T31" fmla="*/ 171 h 180"/>
                <a:gd name="T32" fmla="*/ 0 w 118"/>
                <a:gd name="T33" fmla="*/ 13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180">
                  <a:moveTo>
                    <a:pt x="0" y="133"/>
                  </a:moveTo>
                  <a:cubicBezTo>
                    <a:pt x="20" y="133"/>
                    <a:pt x="20" y="133"/>
                    <a:pt x="20" y="133"/>
                  </a:cubicBezTo>
                  <a:cubicBezTo>
                    <a:pt x="20" y="156"/>
                    <a:pt x="20" y="156"/>
                    <a:pt x="20" y="156"/>
                  </a:cubicBezTo>
                  <a:cubicBezTo>
                    <a:pt x="28" y="161"/>
                    <a:pt x="43" y="163"/>
                    <a:pt x="54" y="163"/>
                  </a:cubicBezTo>
                  <a:cubicBezTo>
                    <a:pt x="79" y="163"/>
                    <a:pt x="95" y="151"/>
                    <a:pt x="95" y="130"/>
                  </a:cubicBezTo>
                  <a:cubicBezTo>
                    <a:pt x="95" y="84"/>
                    <a:pt x="0" y="112"/>
                    <a:pt x="0" y="50"/>
                  </a:cubicBezTo>
                  <a:cubicBezTo>
                    <a:pt x="0" y="29"/>
                    <a:pt x="12" y="0"/>
                    <a:pt x="64" y="0"/>
                  </a:cubicBezTo>
                  <a:cubicBezTo>
                    <a:pt x="77" y="0"/>
                    <a:pt x="100" y="3"/>
                    <a:pt x="111" y="8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85" y="19"/>
                    <a:pt x="70" y="17"/>
                    <a:pt x="62" y="17"/>
                  </a:cubicBezTo>
                  <a:cubicBezTo>
                    <a:pt x="44" y="17"/>
                    <a:pt x="23" y="24"/>
                    <a:pt x="23" y="47"/>
                  </a:cubicBezTo>
                  <a:cubicBezTo>
                    <a:pt x="23" y="91"/>
                    <a:pt x="118" y="64"/>
                    <a:pt x="118" y="128"/>
                  </a:cubicBezTo>
                  <a:cubicBezTo>
                    <a:pt x="118" y="166"/>
                    <a:pt x="85" y="180"/>
                    <a:pt x="52" y="180"/>
                  </a:cubicBezTo>
                  <a:cubicBezTo>
                    <a:pt x="23" y="180"/>
                    <a:pt x="9" y="173"/>
                    <a:pt x="0" y="171"/>
                  </a:cubicBezTo>
                  <a:lnTo>
                    <a:pt x="0" y="1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6" name="Freeform 718">
              <a:extLst>
                <a:ext uri="{FF2B5EF4-FFF2-40B4-BE49-F238E27FC236}">
                  <a16:creationId xmlns:a16="http://schemas.microsoft.com/office/drawing/2014/main" id="{EE810E82-45FD-48B9-A0CD-B36B8B2AD6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58213" y="12647613"/>
              <a:ext cx="65087" cy="125412"/>
            </a:xfrm>
            <a:custGeom>
              <a:avLst/>
              <a:gdLst>
                <a:gd name="T0" fmla="*/ 0 w 85"/>
                <a:gd name="T1" fmla="*/ 33 h 164"/>
                <a:gd name="T2" fmla="*/ 21 w 85"/>
                <a:gd name="T3" fmla="*/ 33 h 164"/>
                <a:gd name="T4" fmla="*/ 22 w 85"/>
                <a:gd name="T5" fmla="*/ 2 h 164"/>
                <a:gd name="T6" fmla="*/ 42 w 85"/>
                <a:gd name="T7" fmla="*/ 0 h 164"/>
                <a:gd name="T8" fmla="*/ 41 w 85"/>
                <a:gd name="T9" fmla="*/ 33 h 164"/>
                <a:gd name="T10" fmla="*/ 81 w 85"/>
                <a:gd name="T11" fmla="*/ 33 h 164"/>
                <a:gd name="T12" fmla="*/ 81 w 85"/>
                <a:gd name="T13" fmla="*/ 48 h 164"/>
                <a:gd name="T14" fmla="*/ 41 w 85"/>
                <a:gd name="T15" fmla="*/ 48 h 164"/>
                <a:gd name="T16" fmla="*/ 40 w 85"/>
                <a:gd name="T17" fmla="*/ 113 h 164"/>
                <a:gd name="T18" fmla="*/ 59 w 85"/>
                <a:gd name="T19" fmla="*/ 147 h 164"/>
                <a:gd name="T20" fmla="*/ 85 w 85"/>
                <a:gd name="T21" fmla="*/ 141 h 164"/>
                <a:gd name="T22" fmla="*/ 84 w 85"/>
                <a:gd name="T23" fmla="*/ 158 h 164"/>
                <a:gd name="T24" fmla="*/ 55 w 85"/>
                <a:gd name="T25" fmla="*/ 164 h 164"/>
                <a:gd name="T26" fmla="*/ 20 w 85"/>
                <a:gd name="T27" fmla="*/ 122 h 164"/>
                <a:gd name="T28" fmla="*/ 21 w 85"/>
                <a:gd name="T29" fmla="*/ 48 h 164"/>
                <a:gd name="T30" fmla="*/ 0 w 85"/>
                <a:gd name="T31" fmla="*/ 48 h 164"/>
                <a:gd name="T32" fmla="*/ 0 w 85"/>
                <a:gd name="T33" fmla="*/ 3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164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0" y="70"/>
                    <a:pt x="40" y="91"/>
                    <a:pt x="40" y="113"/>
                  </a:cubicBezTo>
                  <a:cubicBezTo>
                    <a:pt x="40" y="131"/>
                    <a:pt x="40" y="147"/>
                    <a:pt x="59" y="147"/>
                  </a:cubicBezTo>
                  <a:cubicBezTo>
                    <a:pt x="70" y="147"/>
                    <a:pt x="79" y="144"/>
                    <a:pt x="85" y="141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78" y="161"/>
                    <a:pt x="66" y="164"/>
                    <a:pt x="55" y="164"/>
                  </a:cubicBezTo>
                  <a:cubicBezTo>
                    <a:pt x="20" y="164"/>
                    <a:pt x="20" y="138"/>
                    <a:pt x="20" y="122"/>
                  </a:cubicBezTo>
                  <a:cubicBezTo>
                    <a:pt x="20" y="106"/>
                    <a:pt x="20" y="67"/>
                    <a:pt x="21" y="4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7" name="Freeform 719">
              <a:extLst>
                <a:ext uri="{FF2B5EF4-FFF2-40B4-BE49-F238E27FC236}">
                  <a16:creationId xmlns:a16="http://schemas.microsoft.com/office/drawing/2014/main" id="{573F577F-FAB7-42EB-BFA9-64FF688562A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31238" y="12671425"/>
              <a:ext cx="93662" cy="101600"/>
            </a:xfrm>
            <a:custGeom>
              <a:avLst/>
              <a:gdLst>
                <a:gd name="T0" fmla="*/ 62 w 123"/>
                <a:gd name="T1" fmla="*/ 0 h 134"/>
                <a:gd name="T2" fmla="*/ 123 w 123"/>
                <a:gd name="T3" fmla="*/ 63 h 134"/>
                <a:gd name="T4" fmla="*/ 62 w 123"/>
                <a:gd name="T5" fmla="*/ 134 h 134"/>
                <a:gd name="T6" fmla="*/ 0 w 123"/>
                <a:gd name="T7" fmla="*/ 70 h 134"/>
                <a:gd name="T8" fmla="*/ 62 w 123"/>
                <a:gd name="T9" fmla="*/ 0 h 134"/>
                <a:gd name="T10" fmla="*/ 62 w 123"/>
                <a:gd name="T11" fmla="*/ 117 h 134"/>
                <a:gd name="T12" fmla="*/ 102 w 123"/>
                <a:gd name="T13" fmla="*/ 67 h 134"/>
                <a:gd name="T14" fmla="*/ 62 w 123"/>
                <a:gd name="T15" fmla="*/ 17 h 134"/>
                <a:gd name="T16" fmla="*/ 21 w 123"/>
                <a:gd name="T17" fmla="*/ 67 h 134"/>
                <a:gd name="T18" fmla="*/ 62 w 123"/>
                <a:gd name="T19" fmla="*/ 1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3" h="134">
                  <a:moveTo>
                    <a:pt x="62" y="0"/>
                  </a:moveTo>
                  <a:cubicBezTo>
                    <a:pt x="100" y="0"/>
                    <a:pt x="123" y="27"/>
                    <a:pt x="123" y="63"/>
                  </a:cubicBezTo>
                  <a:cubicBezTo>
                    <a:pt x="123" y="104"/>
                    <a:pt x="100" y="134"/>
                    <a:pt x="62" y="134"/>
                  </a:cubicBezTo>
                  <a:cubicBezTo>
                    <a:pt x="23" y="134"/>
                    <a:pt x="0" y="107"/>
                    <a:pt x="0" y="70"/>
                  </a:cubicBezTo>
                  <a:cubicBezTo>
                    <a:pt x="0" y="30"/>
                    <a:pt x="23" y="0"/>
                    <a:pt x="62" y="0"/>
                  </a:cubicBezTo>
                  <a:moveTo>
                    <a:pt x="62" y="117"/>
                  </a:moveTo>
                  <a:cubicBezTo>
                    <a:pt x="89" y="117"/>
                    <a:pt x="102" y="94"/>
                    <a:pt x="102" y="67"/>
                  </a:cubicBezTo>
                  <a:cubicBezTo>
                    <a:pt x="102" y="39"/>
                    <a:pt x="89" y="17"/>
                    <a:pt x="62" y="17"/>
                  </a:cubicBezTo>
                  <a:cubicBezTo>
                    <a:pt x="34" y="17"/>
                    <a:pt x="21" y="39"/>
                    <a:pt x="21" y="67"/>
                  </a:cubicBezTo>
                  <a:cubicBezTo>
                    <a:pt x="21" y="94"/>
                    <a:pt x="34" y="117"/>
                    <a:pt x="62" y="11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8" name="Freeform 720">
              <a:extLst>
                <a:ext uri="{FF2B5EF4-FFF2-40B4-BE49-F238E27FC236}">
                  <a16:creationId xmlns:a16="http://schemas.microsoft.com/office/drawing/2014/main" id="{A527C6CC-03F5-4F10-945D-96D56F2874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2363" y="12671425"/>
              <a:ext cx="79375" cy="101600"/>
            </a:xfrm>
            <a:custGeom>
              <a:avLst/>
              <a:gdLst>
                <a:gd name="T0" fmla="*/ 103 w 105"/>
                <a:gd name="T1" fmla="*/ 127 h 134"/>
                <a:gd name="T2" fmla="*/ 66 w 105"/>
                <a:gd name="T3" fmla="*/ 134 h 134"/>
                <a:gd name="T4" fmla="*/ 0 w 105"/>
                <a:gd name="T5" fmla="*/ 67 h 134"/>
                <a:gd name="T6" fmla="*/ 63 w 105"/>
                <a:gd name="T7" fmla="*/ 0 h 134"/>
                <a:gd name="T8" fmla="*/ 105 w 105"/>
                <a:gd name="T9" fmla="*/ 6 h 134"/>
                <a:gd name="T10" fmla="*/ 105 w 105"/>
                <a:gd name="T11" fmla="*/ 40 h 134"/>
                <a:gd name="T12" fmla="*/ 86 w 105"/>
                <a:gd name="T13" fmla="*/ 40 h 134"/>
                <a:gd name="T14" fmla="*/ 86 w 105"/>
                <a:gd name="T15" fmla="*/ 20 h 134"/>
                <a:gd name="T16" fmla="*/ 65 w 105"/>
                <a:gd name="T17" fmla="*/ 17 h 134"/>
                <a:gd name="T18" fmla="*/ 21 w 105"/>
                <a:gd name="T19" fmla="*/ 67 h 134"/>
                <a:gd name="T20" fmla="*/ 69 w 105"/>
                <a:gd name="T21" fmla="*/ 117 h 134"/>
                <a:gd name="T22" fmla="*/ 104 w 105"/>
                <a:gd name="T23" fmla="*/ 110 h 134"/>
                <a:gd name="T24" fmla="*/ 103 w 105"/>
                <a:gd name="T25" fmla="*/ 12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4">
                  <a:moveTo>
                    <a:pt x="103" y="127"/>
                  </a:moveTo>
                  <a:cubicBezTo>
                    <a:pt x="93" y="130"/>
                    <a:pt x="80" y="134"/>
                    <a:pt x="66" y="134"/>
                  </a:cubicBezTo>
                  <a:cubicBezTo>
                    <a:pt x="16" y="134"/>
                    <a:pt x="0" y="100"/>
                    <a:pt x="0" y="67"/>
                  </a:cubicBezTo>
                  <a:cubicBezTo>
                    <a:pt x="0" y="18"/>
                    <a:pt x="35" y="0"/>
                    <a:pt x="63" y="0"/>
                  </a:cubicBezTo>
                  <a:cubicBezTo>
                    <a:pt x="78" y="0"/>
                    <a:pt x="92" y="1"/>
                    <a:pt x="105" y="6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1" y="18"/>
                    <a:pt x="71" y="17"/>
                    <a:pt x="65" y="17"/>
                  </a:cubicBezTo>
                  <a:cubicBezTo>
                    <a:pt x="28" y="17"/>
                    <a:pt x="21" y="46"/>
                    <a:pt x="21" y="67"/>
                  </a:cubicBezTo>
                  <a:cubicBezTo>
                    <a:pt x="21" y="74"/>
                    <a:pt x="22" y="117"/>
                    <a:pt x="69" y="117"/>
                  </a:cubicBezTo>
                  <a:cubicBezTo>
                    <a:pt x="82" y="117"/>
                    <a:pt x="92" y="113"/>
                    <a:pt x="104" y="110"/>
                  </a:cubicBezTo>
                  <a:lnTo>
                    <a:pt x="103" y="1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9" name="Freeform 721">
              <a:extLst>
                <a:ext uri="{FF2B5EF4-FFF2-40B4-BE49-F238E27FC236}">
                  <a16:creationId xmlns:a16="http://schemas.microsoft.com/office/drawing/2014/main" id="{80324172-FDD7-44FE-8F33-F58E56EE84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29675" y="12625388"/>
              <a:ext cx="104775" cy="146050"/>
            </a:xfrm>
            <a:custGeom>
              <a:avLst/>
              <a:gdLst>
                <a:gd name="T0" fmla="*/ 12 w 66"/>
                <a:gd name="T1" fmla="*/ 7 h 92"/>
                <a:gd name="T2" fmla="*/ 0 w 66"/>
                <a:gd name="T3" fmla="*/ 7 h 92"/>
                <a:gd name="T4" fmla="*/ 0 w 66"/>
                <a:gd name="T5" fmla="*/ 0 h 92"/>
                <a:gd name="T6" fmla="*/ 22 w 66"/>
                <a:gd name="T7" fmla="*/ 0 h 92"/>
                <a:gd name="T8" fmla="*/ 21 w 66"/>
                <a:gd name="T9" fmla="*/ 57 h 92"/>
                <a:gd name="T10" fmla="*/ 45 w 66"/>
                <a:gd name="T11" fmla="*/ 38 h 92"/>
                <a:gd name="T12" fmla="*/ 45 w 66"/>
                <a:gd name="T13" fmla="*/ 37 h 92"/>
                <a:gd name="T14" fmla="*/ 36 w 66"/>
                <a:gd name="T15" fmla="*/ 37 h 92"/>
                <a:gd name="T16" fmla="*/ 36 w 66"/>
                <a:gd name="T17" fmla="*/ 30 h 92"/>
                <a:gd name="T18" fmla="*/ 63 w 66"/>
                <a:gd name="T19" fmla="*/ 30 h 92"/>
                <a:gd name="T20" fmla="*/ 63 w 66"/>
                <a:gd name="T21" fmla="*/ 37 h 92"/>
                <a:gd name="T22" fmla="*/ 57 w 66"/>
                <a:gd name="T23" fmla="*/ 37 h 92"/>
                <a:gd name="T24" fmla="*/ 31 w 66"/>
                <a:gd name="T25" fmla="*/ 58 h 92"/>
                <a:gd name="T26" fmla="*/ 59 w 66"/>
                <a:gd name="T27" fmla="*/ 84 h 92"/>
                <a:gd name="T28" fmla="*/ 66 w 66"/>
                <a:gd name="T29" fmla="*/ 84 h 92"/>
                <a:gd name="T30" fmla="*/ 66 w 66"/>
                <a:gd name="T31" fmla="*/ 92 h 92"/>
                <a:gd name="T32" fmla="*/ 39 w 66"/>
                <a:gd name="T33" fmla="*/ 92 h 92"/>
                <a:gd name="T34" fmla="*/ 39 w 66"/>
                <a:gd name="T35" fmla="*/ 84 h 92"/>
                <a:gd name="T36" fmla="*/ 46 w 66"/>
                <a:gd name="T37" fmla="*/ 84 h 92"/>
                <a:gd name="T38" fmla="*/ 46 w 66"/>
                <a:gd name="T39" fmla="*/ 84 h 92"/>
                <a:gd name="T40" fmla="*/ 21 w 66"/>
                <a:gd name="T41" fmla="*/ 60 h 92"/>
                <a:gd name="T42" fmla="*/ 21 w 66"/>
                <a:gd name="T43" fmla="*/ 84 h 92"/>
                <a:gd name="T44" fmla="*/ 29 w 66"/>
                <a:gd name="T45" fmla="*/ 84 h 92"/>
                <a:gd name="T46" fmla="*/ 29 w 66"/>
                <a:gd name="T47" fmla="*/ 92 h 92"/>
                <a:gd name="T48" fmla="*/ 2 w 66"/>
                <a:gd name="T49" fmla="*/ 92 h 92"/>
                <a:gd name="T50" fmla="*/ 2 w 66"/>
                <a:gd name="T51" fmla="*/ 84 h 92"/>
                <a:gd name="T52" fmla="*/ 12 w 66"/>
                <a:gd name="T53" fmla="*/ 84 h 92"/>
                <a:gd name="T54" fmla="*/ 12 w 66"/>
                <a:gd name="T55" fmla="*/ 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6" h="92">
                  <a:moveTo>
                    <a:pt x="12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1" y="57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36" y="37"/>
                  </a:lnTo>
                  <a:lnTo>
                    <a:pt x="36" y="30"/>
                  </a:lnTo>
                  <a:lnTo>
                    <a:pt x="63" y="30"/>
                  </a:lnTo>
                  <a:lnTo>
                    <a:pt x="63" y="37"/>
                  </a:lnTo>
                  <a:lnTo>
                    <a:pt x="57" y="37"/>
                  </a:lnTo>
                  <a:lnTo>
                    <a:pt x="31" y="58"/>
                  </a:lnTo>
                  <a:lnTo>
                    <a:pt x="59" y="84"/>
                  </a:lnTo>
                  <a:lnTo>
                    <a:pt x="66" y="84"/>
                  </a:lnTo>
                  <a:lnTo>
                    <a:pt x="66" y="92"/>
                  </a:lnTo>
                  <a:lnTo>
                    <a:pt x="39" y="92"/>
                  </a:lnTo>
                  <a:lnTo>
                    <a:pt x="39" y="84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21" y="60"/>
                  </a:lnTo>
                  <a:lnTo>
                    <a:pt x="21" y="84"/>
                  </a:lnTo>
                  <a:lnTo>
                    <a:pt x="29" y="84"/>
                  </a:lnTo>
                  <a:lnTo>
                    <a:pt x="29" y="92"/>
                  </a:lnTo>
                  <a:lnTo>
                    <a:pt x="2" y="92"/>
                  </a:lnTo>
                  <a:lnTo>
                    <a:pt x="2" y="84"/>
                  </a:lnTo>
                  <a:lnTo>
                    <a:pt x="12" y="84"/>
                  </a:lnTo>
                  <a:lnTo>
                    <a:pt x="12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0" name="Freeform 722">
              <a:extLst>
                <a:ext uri="{FF2B5EF4-FFF2-40B4-BE49-F238E27FC236}">
                  <a16:creationId xmlns:a16="http://schemas.microsoft.com/office/drawing/2014/main" id="{F79D0522-54B9-4685-9B96-E37A39CEB7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39213" y="12625388"/>
              <a:ext cx="114300" cy="146050"/>
            </a:xfrm>
            <a:custGeom>
              <a:avLst/>
              <a:gdLst>
                <a:gd name="T0" fmla="*/ 25 w 150"/>
                <a:gd name="T1" fmla="*/ 16 h 191"/>
                <a:gd name="T2" fmla="*/ 0 w 150"/>
                <a:gd name="T3" fmla="*/ 16 h 191"/>
                <a:gd name="T4" fmla="*/ 0 w 150"/>
                <a:gd name="T5" fmla="*/ 0 h 191"/>
                <a:gd name="T6" fmla="*/ 46 w 150"/>
                <a:gd name="T7" fmla="*/ 0 h 191"/>
                <a:gd name="T8" fmla="*/ 45 w 150"/>
                <a:gd name="T9" fmla="*/ 67 h 191"/>
                <a:gd name="T10" fmla="*/ 43 w 150"/>
                <a:gd name="T11" fmla="*/ 91 h 191"/>
                <a:gd name="T12" fmla="*/ 43 w 150"/>
                <a:gd name="T13" fmla="*/ 91 h 191"/>
                <a:gd name="T14" fmla="*/ 89 w 150"/>
                <a:gd name="T15" fmla="*/ 60 h 191"/>
                <a:gd name="T16" fmla="*/ 132 w 150"/>
                <a:gd name="T17" fmla="*/ 108 h 191"/>
                <a:gd name="T18" fmla="*/ 131 w 150"/>
                <a:gd name="T19" fmla="*/ 175 h 191"/>
                <a:gd name="T20" fmla="*/ 150 w 150"/>
                <a:gd name="T21" fmla="*/ 175 h 191"/>
                <a:gd name="T22" fmla="*/ 150 w 150"/>
                <a:gd name="T23" fmla="*/ 191 h 191"/>
                <a:gd name="T24" fmla="*/ 95 w 150"/>
                <a:gd name="T25" fmla="*/ 191 h 191"/>
                <a:gd name="T26" fmla="*/ 95 w 150"/>
                <a:gd name="T27" fmla="*/ 175 h 191"/>
                <a:gd name="T28" fmla="*/ 111 w 150"/>
                <a:gd name="T29" fmla="*/ 175 h 191"/>
                <a:gd name="T30" fmla="*/ 112 w 150"/>
                <a:gd name="T31" fmla="*/ 114 h 191"/>
                <a:gd name="T32" fmla="*/ 83 w 150"/>
                <a:gd name="T33" fmla="*/ 77 h 191"/>
                <a:gd name="T34" fmla="*/ 45 w 150"/>
                <a:gd name="T35" fmla="*/ 122 h 191"/>
                <a:gd name="T36" fmla="*/ 44 w 150"/>
                <a:gd name="T37" fmla="*/ 175 h 191"/>
                <a:gd name="T38" fmla="*/ 63 w 150"/>
                <a:gd name="T39" fmla="*/ 175 h 191"/>
                <a:gd name="T40" fmla="*/ 63 w 150"/>
                <a:gd name="T41" fmla="*/ 191 h 191"/>
                <a:gd name="T42" fmla="*/ 6 w 150"/>
                <a:gd name="T43" fmla="*/ 191 h 191"/>
                <a:gd name="T44" fmla="*/ 6 w 150"/>
                <a:gd name="T45" fmla="*/ 175 h 191"/>
                <a:gd name="T46" fmla="*/ 24 w 150"/>
                <a:gd name="T47" fmla="*/ 175 h 191"/>
                <a:gd name="T48" fmla="*/ 25 w 150"/>
                <a:gd name="T49" fmla="*/ 1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0" h="191">
                  <a:moveTo>
                    <a:pt x="25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73"/>
                    <a:pt x="44" y="86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9" y="72"/>
                    <a:pt x="69" y="60"/>
                    <a:pt x="89" y="60"/>
                  </a:cubicBezTo>
                  <a:cubicBezTo>
                    <a:pt x="124" y="60"/>
                    <a:pt x="132" y="84"/>
                    <a:pt x="132" y="108"/>
                  </a:cubicBezTo>
                  <a:cubicBezTo>
                    <a:pt x="132" y="130"/>
                    <a:pt x="131" y="155"/>
                    <a:pt x="131" y="175"/>
                  </a:cubicBezTo>
                  <a:cubicBezTo>
                    <a:pt x="150" y="175"/>
                    <a:pt x="150" y="175"/>
                    <a:pt x="150" y="175"/>
                  </a:cubicBezTo>
                  <a:cubicBezTo>
                    <a:pt x="150" y="191"/>
                    <a:pt x="150" y="191"/>
                    <a:pt x="150" y="191"/>
                  </a:cubicBezTo>
                  <a:cubicBezTo>
                    <a:pt x="95" y="191"/>
                    <a:pt x="95" y="191"/>
                    <a:pt x="95" y="191"/>
                  </a:cubicBezTo>
                  <a:cubicBezTo>
                    <a:pt x="95" y="175"/>
                    <a:pt x="95" y="175"/>
                    <a:pt x="95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1" y="155"/>
                    <a:pt x="112" y="134"/>
                    <a:pt x="112" y="114"/>
                  </a:cubicBezTo>
                  <a:cubicBezTo>
                    <a:pt x="112" y="101"/>
                    <a:pt x="112" y="77"/>
                    <a:pt x="83" y="77"/>
                  </a:cubicBezTo>
                  <a:cubicBezTo>
                    <a:pt x="65" y="77"/>
                    <a:pt x="45" y="88"/>
                    <a:pt x="45" y="122"/>
                  </a:cubicBezTo>
                  <a:cubicBezTo>
                    <a:pt x="44" y="175"/>
                    <a:pt x="44" y="175"/>
                    <a:pt x="44" y="175"/>
                  </a:cubicBezTo>
                  <a:cubicBezTo>
                    <a:pt x="63" y="175"/>
                    <a:pt x="63" y="175"/>
                    <a:pt x="63" y="175"/>
                  </a:cubicBezTo>
                  <a:cubicBezTo>
                    <a:pt x="63" y="191"/>
                    <a:pt x="63" y="191"/>
                    <a:pt x="63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24" y="175"/>
                    <a:pt x="24" y="175"/>
                    <a:pt x="24" y="175"/>
                  </a:cubicBezTo>
                  <a:lnTo>
                    <a:pt x="25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1" name="Freeform 723">
              <a:extLst>
                <a:ext uri="{FF2B5EF4-FFF2-40B4-BE49-F238E27FC236}">
                  <a16:creationId xmlns:a16="http://schemas.microsoft.com/office/drawing/2014/main" id="{7111B95A-158E-4D9B-BBE9-0EC8BDE7EF5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767800" y="12671425"/>
              <a:ext cx="95250" cy="101600"/>
            </a:xfrm>
            <a:custGeom>
              <a:avLst/>
              <a:gdLst>
                <a:gd name="T0" fmla="*/ 62 w 124"/>
                <a:gd name="T1" fmla="*/ 0 h 134"/>
                <a:gd name="T2" fmla="*/ 124 w 124"/>
                <a:gd name="T3" fmla="*/ 63 h 134"/>
                <a:gd name="T4" fmla="*/ 62 w 124"/>
                <a:gd name="T5" fmla="*/ 134 h 134"/>
                <a:gd name="T6" fmla="*/ 0 w 124"/>
                <a:gd name="T7" fmla="*/ 70 h 134"/>
                <a:gd name="T8" fmla="*/ 62 w 124"/>
                <a:gd name="T9" fmla="*/ 0 h 134"/>
                <a:gd name="T10" fmla="*/ 62 w 124"/>
                <a:gd name="T11" fmla="*/ 117 h 134"/>
                <a:gd name="T12" fmla="*/ 103 w 124"/>
                <a:gd name="T13" fmla="*/ 67 h 134"/>
                <a:gd name="T14" fmla="*/ 62 w 124"/>
                <a:gd name="T15" fmla="*/ 17 h 134"/>
                <a:gd name="T16" fmla="*/ 21 w 124"/>
                <a:gd name="T17" fmla="*/ 67 h 134"/>
                <a:gd name="T18" fmla="*/ 62 w 124"/>
                <a:gd name="T19" fmla="*/ 1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34">
                  <a:moveTo>
                    <a:pt x="62" y="0"/>
                  </a:moveTo>
                  <a:cubicBezTo>
                    <a:pt x="101" y="0"/>
                    <a:pt x="124" y="27"/>
                    <a:pt x="124" y="63"/>
                  </a:cubicBezTo>
                  <a:cubicBezTo>
                    <a:pt x="124" y="104"/>
                    <a:pt x="101" y="134"/>
                    <a:pt x="62" y="134"/>
                  </a:cubicBezTo>
                  <a:cubicBezTo>
                    <a:pt x="23" y="134"/>
                    <a:pt x="0" y="107"/>
                    <a:pt x="0" y="70"/>
                  </a:cubicBezTo>
                  <a:cubicBezTo>
                    <a:pt x="0" y="30"/>
                    <a:pt x="23" y="0"/>
                    <a:pt x="62" y="0"/>
                  </a:cubicBezTo>
                  <a:moveTo>
                    <a:pt x="62" y="117"/>
                  </a:moveTo>
                  <a:cubicBezTo>
                    <a:pt x="89" y="117"/>
                    <a:pt x="103" y="94"/>
                    <a:pt x="103" y="67"/>
                  </a:cubicBezTo>
                  <a:cubicBezTo>
                    <a:pt x="103" y="39"/>
                    <a:pt x="89" y="17"/>
                    <a:pt x="62" y="17"/>
                  </a:cubicBezTo>
                  <a:cubicBezTo>
                    <a:pt x="35" y="17"/>
                    <a:pt x="21" y="39"/>
                    <a:pt x="21" y="67"/>
                  </a:cubicBezTo>
                  <a:cubicBezTo>
                    <a:pt x="21" y="94"/>
                    <a:pt x="35" y="117"/>
                    <a:pt x="62" y="11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2" name="Freeform 724">
              <a:extLst>
                <a:ext uri="{FF2B5EF4-FFF2-40B4-BE49-F238E27FC236}">
                  <a16:creationId xmlns:a16="http://schemas.microsoft.com/office/drawing/2014/main" id="{19FDCDF2-F350-4074-8DB1-1793B2EF3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74163" y="12625388"/>
              <a:ext cx="49212" cy="146050"/>
            </a:xfrm>
            <a:custGeom>
              <a:avLst/>
              <a:gdLst>
                <a:gd name="T0" fmla="*/ 12 w 31"/>
                <a:gd name="T1" fmla="*/ 7 h 92"/>
                <a:gd name="T2" fmla="*/ 0 w 31"/>
                <a:gd name="T3" fmla="*/ 7 h 92"/>
                <a:gd name="T4" fmla="*/ 0 w 31"/>
                <a:gd name="T5" fmla="*/ 0 h 92"/>
                <a:gd name="T6" fmla="*/ 21 w 31"/>
                <a:gd name="T7" fmla="*/ 0 h 92"/>
                <a:gd name="T8" fmla="*/ 21 w 31"/>
                <a:gd name="T9" fmla="*/ 84 h 92"/>
                <a:gd name="T10" fmla="*/ 31 w 31"/>
                <a:gd name="T11" fmla="*/ 84 h 92"/>
                <a:gd name="T12" fmla="*/ 31 w 31"/>
                <a:gd name="T13" fmla="*/ 92 h 92"/>
                <a:gd name="T14" fmla="*/ 3 w 31"/>
                <a:gd name="T15" fmla="*/ 92 h 92"/>
                <a:gd name="T16" fmla="*/ 3 w 31"/>
                <a:gd name="T17" fmla="*/ 84 h 92"/>
                <a:gd name="T18" fmla="*/ 11 w 31"/>
                <a:gd name="T19" fmla="*/ 84 h 92"/>
                <a:gd name="T20" fmla="*/ 12 w 31"/>
                <a:gd name="T21" fmla="*/ 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2">
                  <a:moveTo>
                    <a:pt x="12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1" y="0"/>
                  </a:lnTo>
                  <a:lnTo>
                    <a:pt x="21" y="84"/>
                  </a:lnTo>
                  <a:lnTo>
                    <a:pt x="31" y="84"/>
                  </a:lnTo>
                  <a:lnTo>
                    <a:pt x="31" y="92"/>
                  </a:lnTo>
                  <a:lnTo>
                    <a:pt x="3" y="92"/>
                  </a:lnTo>
                  <a:lnTo>
                    <a:pt x="3" y="84"/>
                  </a:lnTo>
                  <a:lnTo>
                    <a:pt x="11" y="84"/>
                  </a:lnTo>
                  <a:lnTo>
                    <a:pt x="12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3" name="Freeform 725">
              <a:extLst>
                <a:ext uri="{FF2B5EF4-FFF2-40B4-BE49-F238E27FC236}">
                  <a16:creationId xmlns:a16="http://schemas.microsoft.com/office/drawing/2014/main" id="{E0F7CE63-4102-4AB0-ACED-EA83B33522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34488" y="12671425"/>
              <a:ext cx="174625" cy="100012"/>
            </a:xfrm>
            <a:custGeom>
              <a:avLst/>
              <a:gdLst>
                <a:gd name="T0" fmla="*/ 3 w 228"/>
                <a:gd name="T1" fmla="*/ 115 h 131"/>
                <a:gd name="T2" fmla="*/ 20 w 228"/>
                <a:gd name="T3" fmla="*/ 115 h 131"/>
                <a:gd name="T4" fmla="*/ 21 w 228"/>
                <a:gd name="T5" fmla="*/ 18 h 131"/>
                <a:gd name="T6" fmla="*/ 0 w 228"/>
                <a:gd name="T7" fmla="*/ 18 h 131"/>
                <a:gd name="T8" fmla="*/ 0 w 228"/>
                <a:gd name="T9" fmla="*/ 3 h 131"/>
                <a:gd name="T10" fmla="*/ 41 w 228"/>
                <a:gd name="T11" fmla="*/ 3 h 131"/>
                <a:gd name="T12" fmla="*/ 40 w 228"/>
                <a:gd name="T13" fmla="*/ 18 h 131"/>
                <a:gd name="T14" fmla="*/ 38 w 228"/>
                <a:gd name="T15" fmla="*/ 31 h 131"/>
                <a:gd name="T16" fmla="*/ 39 w 228"/>
                <a:gd name="T17" fmla="*/ 31 h 131"/>
                <a:gd name="T18" fmla="*/ 84 w 228"/>
                <a:gd name="T19" fmla="*/ 0 h 131"/>
                <a:gd name="T20" fmla="*/ 123 w 228"/>
                <a:gd name="T21" fmla="*/ 30 h 131"/>
                <a:gd name="T22" fmla="*/ 123 w 228"/>
                <a:gd name="T23" fmla="*/ 30 h 131"/>
                <a:gd name="T24" fmla="*/ 167 w 228"/>
                <a:gd name="T25" fmla="*/ 0 h 131"/>
                <a:gd name="T26" fmla="*/ 210 w 228"/>
                <a:gd name="T27" fmla="*/ 48 h 131"/>
                <a:gd name="T28" fmla="*/ 209 w 228"/>
                <a:gd name="T29" fmla="*/ 115 h 131"/>
                <a:gd name="T30" fmla="*/ 228 w 228"/>
                <a:gd name="T31" fmla="*/ 115 h 131"/>
                <a:gd name="T32" fmla="*/ 228 w 228"/>
                <a:gd name="T33" fmla="*/ 131 h 131"/>
                <a:gd name="T34" fmla="*/ 173 w 228"/>
                <a:gd name="T35" fmla="*/ 131 h 131"/>
                <a:gd name="T36" fmla="*/ 173 w 228"/>
                <a:gd name="T37" fmla="*/ 115 h 131"/>
                <a:gd name="T38" fmla="*/ 189 w 228"/>
                <a:gd name="T39" fmla="*/ 115 h 131"/>
                <a:gd name="T40" fmla="*/ 190 w 228"/>
                <a:gd name="T41" fmla="*/ 53 h 131"/>
                <a:gd name="T42" fmla="*/ 162 w 228"/>
                <a:gd name="T43" fmla="*/ 17 h 131"/>
                <a:gd name="T44" fmla="*/ 126 w 228"/>
                <a:gd name="T45" fmla="*/ 62 h 131"/>
                <a:gd name="T46" fmla="*/ 125 w 228"/>
                <a:gd name="T47" fmla="*/ 115 h 131"/>
                <a:gd name="T48" fmla="*/ 143 w 228"/>
                <a:gd name="T49" fmla="*/ 115 h 131"/>
                <a:gd name="T50" fmla="*/ 143 w 228"/>
                <a:gd name="T51" fmla="*/ 131 h 131"/>
                <a:gd name="T52" fmla="*/ 88 w 228"/>
                <a:gd name="T53" fmla="*/ 131 h 131"/>
                <a:gd name="T54" fmla="*/ 88 w 228"/>
                <a:gd name="T55" fmla="*/ 115 h 131"/>
                <a:gd name="T56" fmla="*/ 104 w 228"/>
                <a:gd name="T57" fmla="*/ 115 h 131"/>
                <a:gd name="T58" fmla="*/ 105 w 228"/>
                <a:gd name="T59" fmla="*/ 53 h 131"/>
                <a:gd name="T60" fmla="*/ 77 w 228"/>
                <a:gd name="T61" fmla="*/ 17 h 131"/>
                <a:gd name="T62" fmla="*/ 41 w 228"/>
                <a:gd name="T63" fmla="*/ 62 h 131"/>
                <a:gd name="T64" fmla="*/ 40 w 228"/>
                <a:gd name="T65" fmla="*/ 115 h 131"/>
                <a:gd name="T66" fmla="*/ 59 w 228"/>
                <a:gd name="T67" fmla="*/ 115 h 131"/>
                <a:gd name="T68" fmla="*/ 59 w 228"/>
                <a:gd name="T69" fmla="*/ 131 h 131"/>
                <a:gd name="T70" fmla="*/ 3 w 228"/>
                <a:gd name="T71" fmla="*/ 131 h 131"/>
                <a:gd name="T72" fmla="*/ 3 w 228"/>
                <a:gd name="T73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131">
                  <a:moveTo>
                    <a:pt x="3" y="115"/>
                  </a:moveTo>
                  <a:cubicBezTo>
                    <a:pt x="20" y="115"/>
                    <a:pt x="20" y="115"/>
                    <a:pt x="20" y="115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8"/>
                    <a:pt x="41" y="15"/>
                    <a:pt x="40" y="1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44" y="12"/>
                    <a:pt x="65" y="0"/>
                    <a:pt x="84" y="0"/>
                  </a:cubicBezTo>
                  <a:cubicBezTo>
                    <a:pt x="107" y="0"/>
                    <a:pt x="119" y="13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6" y="24"/>
                    <a:pt x="134" y="0"/>
                    <a:pt x="167" y="0"/>
                  </a:cubicBezTo>
                  <a:cubicBezTo>
                    <a:pt x="202" y="0"/>
                    <a:pt x="210" y="24"/>
                    <a:pt x="210" y="48"/>
                  </a:cubicBezTo>
                  <a:cubicBezTo>
                    <a:pt x="210" y="70"/>
                    <a:pt x="209" y="95"/>
                    <a:pt x="209" y="115"/>
                  </a:cubicBezTo>
                  <a:cubicBezTo>
                    <a:pt x="228" y="115"/>
                    <a:pt x="228" y="115"/>
                    <a:pt x="228" y="115"/>
                  </a:cubicBezTo>
                  <a:cubicBezTo>
                    <a:pt x="228" y="131"/>
                    <a:pt x="228" y="131"/>
                    <a:pt x="228" y="131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3" y="115"/>
                    <a:pt x="173" y="115"/>
                    <a:pt x="173" y="115"/>
                  </a:cubicBezTo>
                  <a:cubicBezTo>
                    <a:pt x="189" y="115"/>
                    <a:pt x="189" y="115"/>
                    <a:pt x="189" y="115"/>
                  </a:cubicBezTo>
                  <a:cubicBezTo>
                    <a:pt x="189" y="94"/>
                    <a:pt x="190" y="74"/>
                    <a:pt x="190" y="53"/>
                  </a:cubicBezTo>
                  <a:cubicBezTo>
                    <a:pt x="190" y="35"/>
                    <a:pt x="186" y="17"/>
                    <a:pt x="162" y="17"/>
                  </a:cubicBezTo>
                  <a:cubicBezTo>
                    <a:pt x="146" y="17"/>
                    <a:pt x="126" y="28"/>
                    <a:pt x="126" y="62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43" y="115"/>
                    <a:pt x="143" y="115"/>
                    <a:pt x="143" y="115"/>
                  </a:cubicBezTo>
                  <a:cubicBezTo>
                    <a:pt x="143" y="131"/>
                    <a:pt x="143" y="131"/>
                    <a:pt x="143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4" y="94"/>
                    <a:pt x="105" y="74"/>
                    <a:pt x="105" y="53"/>
                  </a:cubicBezTo>
                  <a:cubicBezTo>
                    <a:pt x="105" y="35"/>
                    <a:pt x="101" y="17"/>
                    <a:pt x="77" y="17"/>
                  </a:cubicBezTo>
                  <a:cubicBezTo>
                    <a:pt x="61" y="17"/>
                    <a:pt x="41" y="28"/>
                    <a:pt x="41" y="62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59" y="131"/>
                    <a:pt x="59" y="131"/>
                    <a:pt x="59" y="131"/>
                  </a:cubicBezTo>
                  <a:cubicBezTo>
                    <a:pt x="3" y="131"/>
                    <a:pt x="3" y="131"/>
                    <a:pt x="3" y="131"/>
                  </a:cubicBezTo>
                  <a:lnTo>
                    <a:pt x="3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4" name="Freeform 726">
              <a:extLst>
                <a:ext uri="{FF2B5EF4-FFF2-40B4-BE49-F238E27FC236}">
                  <a16:creationId xmlns:a16="http://schemas.microsoft.com/office/drawing/2014/main" id="{CE65F849-FE12-4B7A-95C5-9771208C92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48675" y="12803188"/>
              <a:ext cx="131762" cy="136525"/>
            </a:xfrm>
            <a:custGeom>
              <a:avLst/>
              <a:gdLst>
                <a:gd name="T0" fmla="*/ 60 w 172"/>
                <a:gd name="T1" fmla="*/ 16 h 177"/>
                <a:gd name="T2" fmla="*/ 41 w 172"/>
                <a:gd name="T3" fmla="*/ 16 h 177"/>
                <a:gd name="T4" fmla="*/ 41 w 172"/>
                <a:gd name="T5" fmla="*/ 105 h 177"/>
                <a:gd name="T6" fmla="*/ 50 w 172"/>
                <a:gd name="T7" fmla="*/ 147 h 177"/>
                <a:gd name="T8" fmla="*/ 87 w 172"/>
                <a:gd name="T9" fmla="*/ 160 h 177"/>
                <a:gd name="T10" fmla="*/ 126 w 172"/>
                <a:gd name="T11" fmla="*/ 145 h 177"/>
                <a:gd name="T12" fmla="*/ 133 w 172"/>
                <a:gd name="T13" fmla="*/ 97 h 177"/>
                <a:gd name="T14" fmla="*/ 134 w 172"/>
                <a:gd name="T15" fmla="*/ 16 h 177"/>
                <a:gd name="T16" fmla="*/ 112 w 172"/>
                <a:gd name="T17" fmla="*/ 16 h 177"/>
                <a:gd name="T18" fmla="*/ 112 w 172"/>
                <a:gd name="T19" fmla="*/ 0 h 177"/>
                <a:gd name="T20" fmla="*/ 172 w 172"/>
                <a:gd name="T21" fmla="*/ 0 h 177"/>
                <a:gd name="T22" fmla="*/ 172 w 172"/>
                <a:gd name="T23" fmla="*/ 16 h 177"/>
                <a:gd name="T24" fmla="*/ 153 w 172"/>
                <a:gd name="T25" fmla="*/ 16 h 177"/>
                <a:gd name="T26" fmla="*/ 153 w 172"/>
                <a:gd name="T27" fmla="*/ 110 h 177"/>
                <a:gd name="T28" fmla="*/ 139 w 172"/>
                <a:gd name="T29" fmla="*/ 158 h 177"/>
                <a:gd name="T30" fmla="*/ 86 w 172"/>
                <a:gd name="T31" fmla="*/ 177 h 177"/>
                <a:gd name="T32" fmla="*/ 29 w 172"/>
                <a:gd name="T33" fmla="*/ 155 h 177"/>
                <a:gd name="T34" fmla="*/ 20 w 172"/>
                <a:gd name="T35" fmla="*/ 103 h 177"/>
                <a:gd name="T36" fmla="*/ 20 w 172"/>
                <a:gd name="T37" fmla="*/ 16 h 177"/>
                <a:gd name="T38" fmla="*/ 0 w 172"/>
                <a:gd name="T39" fmla="*/ 16 h 177"/>
                <a:gd name="T40" fmla="*/ 0 w 172"/>
                <a:gd name="T41" fmla="*/ 0 h 177"/>
                <a:gd name="T42" fmla="*/ 60 w 172"/>
                <a:gd name="T43" fmla="*/ 0 h 177"/>
                <a:gd name="T44" fmla="*/ 60 w 172"/>
                <a:gd name="T45" fmla="*/ 1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77">
                  <a:moveTo>
                    <a:pt x="60" y="16"/>
                  </a:moveTo>
                  <a:cubicBezTo>
                    <a:pt x="41" y="16"/>
                    <a:pt x="41" y="16"/>
                    <a:pt x="41" y="16"/>
                  </a:cubicBezTo>
                  <a:cubicBezTo>
                    <a:pt x="41" y="40"/>
                    <a:pt x="41" y="64"/>
                    <a:pt x="41" y="105"/>
                  </a:cubicBezTo>
                  <a:cubicBezTo>
                    <a:pt x="41" y="126"/>
                    <a:pt x="42" y="138"/>
                    <a:pt x="50" y="147"/>
                  </a:cubicBezTo>
                  <a:cubicBezTo>
                    <a:pt x="57" y="156"/>
                    <a:pt x="69" y="160"/>
                    <a:pt x="87" y="160"/>
                  </a:cubicBezTo>
                  <a:cubicBezTo>
                    <a:pt x="104" y="160"/>
                    <a:pt x="118" y="156"/>
                    <a:pt x="126" y="145"/>
                  </a:cubicBezTo>
                  <a:cubicBezTo>
                    <a:pt x="133" y="136"/>
                    <a:pt x="133" y="121"/>
                    <a:pt x="133" y="97"/>
                  </a:cubicBezTo>
                  <a:cubicBezTo>
                    <a:pt x="134" y="16"/>
                    <a:pt x="134" y="16"/>
                    <a:pt x="134" y="16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16"/>
                    <a:pt x="172" y="16"/>
                    <a:pt x="172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30"/>
                    <a:pt x="150" y="144"/>
                    <a:pt x="139" y="158"/>
                  </a:cubicBezTo>
                  <a:cubicBezTo>
                    <a:pt x="129" y="170"/>
                    <a:pt x="111" y="177"/>
                    <a:pt x="86" y="177"/>
                  </a:cubicBezTo>
                  <a:cubicBezTo>
                    <a:pt x="56" y="177"/>
                    <a:pt x="39" y="169"/>
                    <a:pt x="29" y="155"/>
                  </a:cubicBezTo>
                  <a:cubicBezTo>
                    <a:pt x="21" y="144"/>
                    <a:pt x="20" y="132"/>
                    <a:pt x="20" y="103"/>
                  </a:cubicBezTo>
                  <a:cubicBezTo>
                    <a:pt x="20" y="75"/>
                    <a:pt x="20" y="42"/>
                    <a:pt x="2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0" y="0"/>
                    <a:pt x="60" y="0"/>
                    <a:pt x="60" y="0"/>
                  </a:cubicBezTo>
                  <a:lnTo>
                    <a:pt x="6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5" name="Freeform 727">
              <a:extLst>
                <a:ext uri="{FF2B5EF4-FFF2-40B4-BE49-F238E27FC236}">
                  <a16:creationId xmlns:a16="http://schemas.microsoft.com/office/drawing/2014/main" id="{84BA2444-8759-48E1-8B24-26EA05DE84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89963" y="12836525"/>
              <a:ext cx="111125" cy="100012"/>
            </a:xfrm>
            <a:custGeom>
              <a:avLst/>
              <a:gdLst>
                <a:gd name="T0" fmla="*/ 90 w 145"/>
                <a:gd name="T1" fmla="*/ 115 h 131"/>
                <a:gd name="T2" fmla="*/ 106 w 145"/>
                <a:gd name="T3" fmla="*/ 115 h 131"/>
                <a:gd name="T4" fmla="*/ 107 w 145"/>
                <a:gd name="T5" fmla="*/ 54 h 131"/>
                <a:gd name="T6" fmla="*/ 78 w 145"/>
                <a:gd name="T7" fmla="*/ 17 h 131"/>
                <a:gd name="T8" fmla="*/ 40 w 145"/>
                <a:gd name="T9" fmla="*/ 62 h 131"/>
                <a:gd name="T10" fmla="*/ 40 w 145"/>
                <a:gd name="T11" fmla="*/ 115 h 131"/>
                <a:gd name="T12" fmla="*/ 59 w 145"/>
                <a:gd name="T13" fmla="*/ 115 h 131"/>
                <a:gd name="T14" fmla="*/ 59 w 145"/>
                <a:gd name="T15" fmla="*/ 131 h 131"/>
                <a:gd name="T16" fmla="*/ 3 w 145"/>
                <a:gd name="T17" fmla="*/ 131 h 131"/>
                <a:gd name="T18" fmla="*/ 3 w 145"/>
                <a:gd name="T19" fmla="*/ 115 h 131"/>
                <a:gd name="T20" fmla="*/ 19 w 145"/>
                <a:gd name="T21" fmla="*/ 115 h 131"/>
                <a:gd name="T22" fmla="*/ 20 w 145"/>
                <a:gd name="T23" fmla="*/ 18 h 131"/>
                <a:gd name="T24" fmla="*/ 0 w 145"/>
                <a:gd name="T25" fmla="*/ 18 h 131"/>
                <a:gd name="T26" fmla="*/ 0 w 145"/>
                <a:gd name="T27" fmla="*/ 3 h 131"/>
                <a:gd name="T28" fmla="*/ 41 w 145"/>
                <a:gd name="T29" fmla="*/ 3 h 131"/>
                <a:gd name="T30" fmla="*/ 40 w 145"/>
                <a:gd name="T31" fmla="*/ 18 h 131"/>
                <a:gd name="T32" fmla="*/ 38 w 145"/>
                <a:gd name="T33" fmla="*/ 31 h 131"/>
                <a:gd name="T34" fmla="*/ 38 w 145"/>
                <a:gd name="T35" fmla="*/ 31 h 131"/>
                <a:gd name="T36" fmla="*/ 84 w 145"/>
                <a:gd name="T37" fmla="*/ 0 h 131"/>
                <a:gd name="T38" fmla="*/ 128 w 145"/>
                <a:gd name="T39" fmla="*/ 48 h 131"/>
                <a:gd name="T40" fmla="*/ 127 w 145"/>
                <a:gd name="T41" fmla="*/ 115 h 131"/>
                <a:gd name="T42" fmla="*/ 145 w 145"/>
                <a:gd name="T43" fmla="*/ 115 h 131"/>
                <a:gd name="T44" fmla="*/ 145 w 145"/>
                <a:gd name="T45" fmla="*/ 131 h 131"/>
                <a:gd name="T46" fmla="*/ 90 w 145"/>
                <a:gd name="T47" fmla="*/ 131 h 131"/>
                <a:gd name="T48" fmla="*/ 90 w 145"/>
                <a:gd name="T49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5" h="131">
                  <a:moveTo>
                    <a:pt x="90" y="115"/>
                  </a:moveTo>
                  <a:cubicBezTo>
                    <a:pt x="106" y="115"/>
                    <a:pt x="106" y="115"/>
                    <a:pt x="106" y="115"/>
                  </a:cubicBezTo>
                  <a:cubicBezTo>
                    <a:pt x="106" y="95"/>
                    <a:pt x="107" y="74"/>
                    <a:pt x="107" y="54"/>
                  </a:cubicBezTo>
                  <a:cubicBezTo>
                    <a:pt x="107" y="41"/>
                    <a:pt x="107" y="17"/>
                    <a:pt x="78" y="17"/>
                  </a:cubicBezTo>
                  <a:cubicBezTo>
                    <a:pt x="60" y="17"/>
                    <a:pt x="40" y="28"/>
                    <a:pt x="40" y="62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59" y="131"/>
                    <a:pt x="59" y="131"/>
                    <a:pt x="59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15"/>
                    <a:pt x="3" y="115"/>
                    <a:pt x="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8"/>
                    <a:pt x="40" y="15"/>
                    <a:pt x="40" y="1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44" y="12"/>
                    <a:pt x="64" y="0"/>
                    <a:pt x="84" y="0"/>
                  </a:cubicBezTo>
                  <a:cubicBezTo>
                    <a:pt x="119" y="0"/>
                    <a:pt x="128" y="24"/>
                    <a:pt x="128" y="48"/>
                  </a:cubicBezTo>
                  <a:cubicBezTo>
                    <a:pt x="128" y="70"/>
                    <a:pt x="127" y="95"/>
                    <a:pt x="127" y="115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90" y="131"/>
                    <a:pt x="90" y="131"/>
                    <a:pt x="90" y="131"/>
                  </a:cubicBezTo>
                  <a:lnTo>
                    <a:pt x="90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6" name="Freeform 728">
              <a:extLst>
                <a:ext uri="{FF2B5EF4-FFF2-40B4-BE49-F238E27FC236}">
                  <a16:creationId xmlns:a16="http://schemas.microsoft.com/office/drawing/2014/main" id="{A899A330-7394-40E2-9304-BC39876F469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10613" y="12788900"/>
              <a:ext cx="49212" cy="147637"/>
            </a:xfrm>
            <a:custGeom>
              <a:avLst/>
              <a:gdLst>
                <a:gd name="T0" fmla="*/ 23 w 63"/>
                <a:gd name="T1" fmla="*/ 80 h 193"/>
                <a:gd name="T2" fmla="*/ 0 w 63"/>
                <a:gd name="T3" fmla="*/ 80 h 193"/>
                <a:gd name="T4" fmla="*/ 0 w 63"/>
                <a:gd name="T5" fmla="*/ 65 h 193"/>
                <a:gd name="T6" fmla="*/ 44 w 63"/>
                <a:gd name="T7" fmla="*/ 65 h 193"/>
                <a:gd name="T8" fmla="*/ 43 w 63"/>
                <a:gd name="T9" fmla="*/ 177 h 193"/>
                <a:gd name="T10" fmla="*/ 63 w 63"/>
                <a:gd name="T11" fmla="*/ 177 h 193"/>
                <a:gd name="T12" fmla="*/ 63 w 63"/>
                <a:gd name="T13" fmla="*/ 193 h 193"/>
                <a:gd name="T14" fmla="*/ 2 w 63"/>
                <a:gd name="T15" fmla="*/ 193 h 193"/>
                <a:gd name="T16" fmla="*/ 2 w 63"/>
                <a:gd name="T17" fmla="*/ 177 h 193"/>
                <a:gd name="T18" fmla="*/ 22 w 63"/>
                <a:gd name="T19" fmla="*/ 177 h 193"/>
                <a:gd name="T20" fmla="*/ 23 w 63"/>
                <a:gd name="T21" fmla="*/ 80 h 193"/>
                <a:gd name="T22" fmla="*/ 31 w 63"/>
                <a:gd name="T23" fmla="*/ 0 h 193"/>
                <a:gd name="T24" fmla="*/ 46 w 63"/>
                <a:gd name="T25" fmla="*/ 16 h 193"/>
                <a:gd name="T26" fmla="*/ 31 w 63"/>
                <a:gd name="T27" fmla="*/ 31 h 193"/>
                <a:gd name="T28" fmla="*/ 16 w 63"/>
                <a:gd name="T29" fmla="*/ 16 h 193"/>
                <a:gd name="T30" fmla="*/ 31 w 63"/>
                <a:gd name="T3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93">
                  <a:moveTo>
                    <a:pt x="23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3" y="193"/>
                    <a:pt x="63" y="193"/>
                    <a:pt x="63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2" y="177"/>
                    <a:pt x="22" y="177"/>
                    <a:pt x="22" y="177"/>
                  </a:cubicBezTo>
                  <a:lnTo>
                    <a:pt x="23" y="80"/>
                  </a:lnTo>
                  <a:close/>
                  <a:moveTo>
                    <a:pt x="31" y="0"/>
                  </a:moveTo>
                  <a:cubicBezTo>
                    <a:pt x="39" y="0"/>
                    <a:pt x="46" y="7"/>
                    <a:pt x="46" y="16"/>
                  </a:cubicBezTo>
                  <a:cubicBezTo>
                    <a:pt x="46" y="24"/>
                    <a:pt x="39" y="31"/>
                    <a:pt x="31" y="31"/>
                  </a:cubicBezTo>
                  <a:cubicBezTo>
                    <a:pt x="23" y="31"/>
                    <a:pt x="16" y="24"/>
                    <a:pt x="16" y="16"/>
                  </a:cubicBezTo>
                  <a:cubicBezTo>
                    <a:pt x="16" y="7"/>
                    <a:pt x="23" y="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7" name="Freeform 729">
              <a:extLst>
                <a:ext uri="{FF2B5EF4-FFF2-40B4-BE49-F238E27FC236}">
                  <a16:creationId xmlns:a16="http://schemas.microsoft.com/office/drawing/2014/main" id="{D6F1B935-9823-4B95-9AA4-5592F51B37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63000" y="12838113"/>
              <a:ext cx="104775" cy="98425"/>
            </a:xfrm>
            <a:custGeom>
              <a:avLst/>
              <a:gdLst>
                <a:gd name="T0" fmla="*/ 0 w 137"/>
                <a:gd name="T1" fmla="*/ 0 h 128"/>
                <a:gd name="T2" fmla="*/ 52 w 137"/>
                <a:gd name="T3" fmla="*/ 0 h 128"/>
                <a:gd name="T4" fmla="*/ 52 w 137"/>
                <a:gd name="T5" fmla="*/ 15 h 128"/>
                <a:gd name="T6" fmla="*/ 37 w 137"/>
                <a:gd name="T7" fmla="*/ 15 h 128"/>
                <a:gd name="T8" fmla="*/ 66 w 137"/>
                <a:gd name="T9" fmla="*/ 97 h 128"/>
                <a:gd name="T10" fmla="*/ 69 w 137"/>
                <a:gd name="T11" fmla="*/ 108 h 128"/>
                <a:gd name="T12" fmla="*/ 70 w 137"/>
                <a:gd name="T13" fmla="*/ 108 h 128"/>
                <a:gd name="T14" fmla="*/ 72 w 137"/>
                <a:gd name="T15" fmla="*/ 97 h 128"/>
                <a:gd name="T16" fmla="*/ 103 w 137"/>
                <a:gd name="T17" fmla="*/ 15 h 128"/>
                <a:gd name="T18" fmla="*/ 86 w 137"/>
                <a:gd name="T19" fmla="*/ 15 h 128"/>
                <a:gd name="T20" fmla="*/ 86 w 137"/>
                <a:gd name="T21" fmla="*/ 0 h 128"/>
                <a:gd name="T22" fmla="*/ 137 w 137"/>
                <a:gd name="T23" fmla="*/ 0 h 128"/>
                <a:gd name="T24" fmla="*/ 137 w 137"/>
                <a:gd name="T25" fmla="*/ 15 h 128"/>
                <a:gd name="T26" fmla="*/ 123 w 137"/>
                <a:gd name="T27" fmla="*/ 15 h 128"/>
                <a:gd name="T28" fmla="*/ 79 w 137"/>
                <a:gd name="T29" fmla="*/ 128 h 128"/>
                <a:gd name="T30" fmla="*/ 58 w 137"/>
                <a:gd name="T31" fmla="*/ 128 h 128"/>
                <a:gd name="T32" fmla="*/ 14 w 137"/>
                <a:gd name="T33" fmla="*/ 15 h 128"/>
                <a:gd name="T34" fmla="*/ 0 w 137"/>
                <a:gd name="T35" fmla="*/ 15 h 128"/>
                <a:gd name="T36" fmla="*/ 0 w 137"/>
                <a:gd name="T3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28">
                  <a:moveTo>
                    <a:pt x="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8" y="101"/>
                    <a:pt x="68" y="105"/>
                    <a:pt x="69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5"/>
                    <a:pt x="71" y="101"/>
                    <a:pt x="72" y="97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58" y="128"/>
                    <a:pt x="58" y="128"/>
                    <a:pt x="58" y="128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0" y="15"/>
                    <a:pt x="0" y="15"/>
                    <a:pt x="0" y="1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8" name="Freeform 730">
              <a:extLst>
                <a:ext uri="{FF2B5EF4-FFF2-40B4-BE49-F238E27FC236}">
                  <a16:creationId xmlns:a16="http://schemas.microsoft.com/office/drawing/2014/main" id="{043D98F9-8791-4FF4-B401-31D5FEC7EEC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74125" y="12836525"/>
              <a:ext cx="87312" cy="103187"/>
            </a:xfrm>
            <a:custGeom>
              <a:avLst/>
              <a:gdLst>
                <a:gd name="T0" fmla="*/ 21 w 114"/>
                <a:gd name="T1" fmla="*/ 68 h 134"/>
                <a:gd name="T2" fmla="*/ 70 w 114"/>
                <a:gd name="T3" fmla="*/ 117 h 134"/>
                <a:gd name="T4" fmla="*/ 108 w 114"/>
                <a:gd name="T5" fmla="*/ 107 h 134"/>
                <a:gd name="T6" fmla="*/ 107 w 114"/>
                <a:gd name="T7" fmla="*/ 125 h 134"/>
                <a:gd name="T8" fmla="*/ 65 w 114"/>
                <a:gd name="T9" fmla="*/ 134 h 134"/>
                <a:gd name="T10" fmla="*/ 0 w 114"/>
                <a:gd name="T11" fmla="*/ 67 h 134"/>
                <a:gd name="T12" fmla="*/ 59 w 114"/>
                <a:gd name="T13" fmla="*/ 0 h 134"/>
                <a:gd name="T14" fmla="*/ 114 w 114"/>
                <a:gd name="T15" fmla="*/ 68 h 134"/>
                <a:gd name="T16" fmla="*/ 21 w 114"/>
                <a:gd name="T17" fmla="*/ 68 h 134"/>
                <a:gd name="T18" fmla="*/ 93 w 114"/>
                <a:gd name="T19" fmla="*/ 53 h 134"/>
                <a:gd name="T20" fmla="*/ 59 w 114"/>
                <a:gd name="T21" fmla="*/ 15 h 134"/>
                <a:gd name="T22" fmla="*/ 21 w 114"/>
                <a:gd name="T23" fmla="*/ 53 h 134"/>
                <a:gd name="T24" fmla="*/ 93 w 114"/>
                <a:gd name="T25" fmla="*/ 5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134">
                  <a:moveTo>
                    <a:pt x="21" y="68"/>
                  </a:moveTo>
                  <a:cubicBezTo>
                    <a:pt x="22" y="95"/>
                    <a:pt x="33" y="117"/>
                    <a:pt x="70" y="117"/>
                  </a:cubicBezTo>
                  <a:cubicBezTo>
                    <a:pt x="84" y="117"/>
                    <a:pt x="97" y="113"/>
                    <a:pt x="108" y="107"/>
                  </a:cubicBezTo>
                  <a:cubicBezTo>
                    <a:pt x="107" y="125"/>
                    <a:pt x="107" y="125"/>
                    <a:pt x="107" y="125"/>
                  </a:cubicBezTo>
                  <a:cubicBezTo>
                    <a:pt x="98" y="129"/>
                    <a:pt x="78" y="134"/>
                    <a:pt x="65" y="134"/>
                  </a:cubicBezTo>
                  <a:cubicBezTo>
                    <a:pt x="25" y="134"/>
                    <a:pt x="0" y="111"/>
                    <a:pt x="0" y="67"/>
                  </a:cubicBezTo>
                  <a:cubicBezTo>
                    <a:pt x="0" y="29"/>
                    <a:pt x="20" y="0"/>
                    <a:pt x="59" y="0"/>
                  </a:cubicBezTo>
                  <a:cubicBezTo>
                    <a:pt x="109" y="0"/>
                    <a:pt x="114" y="46"/>
                    <a:pt x="114" y="68"/>
                  </a:cubicBezTo>
                  <a:lnTo>
                    <a:pt x="21" y="68"/>
                  </a:lnTo>
                  <a:close/>
                  <a:moveTo>
                    <a:pt x="93" y="53"/>
                  </a:moveTo>
                  <a:cubicBezTo>
                    <a:pt x="93" y="33"/>
                    <a:pt x="80" y="15"/>
                    <a:pt x="59" y="15"/>
                  </a:cubicBezTo>
                  <a:cubicBezTo>
                    <a:pt x="37" y="15"/>
                    <a:pt x="22" y="32"/>
                    <a:pt x="21" y="53"/>
                  </a:cubicBezTo>
                  <a:lnTo>
                    <a:pt x="9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9" name="Freeform 731">
              <a:extLst>
                <a:ext uri="{FF2B5EF4-FFF2-40B4-BE49-F238E27FC236}">
                  <a16:creationId xmlns:a16="http://schemas.microsoft.com/office/drawing/2014/main" id="{DAF02E15-5056-4E86-BC5E-2291FDC20B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74138" y="12836525"/>
              <a:ext cx="74612" cy="100012"/>
            </a:xfrm>
            <a:custGeom>
              <a:avLst/>
              <a:gdLst>
                <a:gd name="T0" fmla="*/ 21 w 96"/>
                <a:gd name="T1" fmla="*/ 17 h 130"/>
                <a:gd name="T2" fmla="*/ 0 w 96"/>
                <a:gd name="T3" fmla="*/ 17 h 130"/>
                <a:gd name="T4" fmla="*/ 0 w 96"/>
                <a:gd name="T5" fmla="*/ 2 h 130"/>
                <a:gd name="T6" fmla="*/ 42 w 96"/>
                <a:gd name="T7" fmla="*/ 2 h 130"/>
                <a:gd name="T8" fmla="*/ 42 w 96"/>
                <a:gd name="T9" fmla="*/ 9 h 130"/>
                <a:gd name="T10" fmla="*/ 39 w 96"/>
                <a:gd name="T11" fmla="*/ 42 h 130"/>
                <a:gd name="T12" fmla="*/ 39 w 96"/>
                <a:gd name="T13" fmla="*/ 42 h 130"/>
                <a:gd name="T14" fmla="*/ 40 w 96"/>
                <a:gd name="T15" fmla="*/ 42 h 130"/>
                <a:gd name="T16" fmla="*/ 83 w 96"/>
                <a:gd name="T17" fmla="*/ 0 h 130"/>
                <a:gd name="T18" fmla="*/ 96 w 96"/>
                <a:gd name="T19" fmla="*/ 2 h 130"/>
                <a:gd name="T20" fmla="*/ 94 w 96"/>
                <a:gd name="T21" fmla="*/ 20 h 130"/>
                <a:gd name="T22" fmla="*/ 80 w 96"/>
                <a:gd name="T23" fmla="*/ 18 h 130"/>
                <a:gd name="T24" fmla="*/ 42 w 96"/>
                <a:gd name="T25" fmla="*/ 66 h 130"/>
                <a:gd name="T26" fmla="*/ 41 w 96"/>
                <a:gd name="T27" fmla="*/ 114 h 130"/>
                <a:gd name="T28" fmla="*/ 62 w 96"/>
                <a:gd name="T29" fmla="*/ 114 h 130"/>
                <a:gd name="T30" fmla="*/ 62 w 96"/>
                <a:gd name="T31" fmla="*/ 130 h 130"/>
                <a:gd name="T32" fmla="*/ 2 w 96"/>
                <a:gd name="T33" fmla="*/ 130 h 130"/>
                <a:gd name="T34" fmla="*/ 2 w 96"/>
                <a:gd name="T35" fmla="*/ 114 h 130"/>
                <a:gd name="T36" fmla="*/ 20 w 96"/>
                <a:gd name="T37" fmla="*/ 114 h 130"/>
                <a:gd name="T38" fmla="*/ 21 w 96"/>
                <a:gd name="T39" fmla="*/ 1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" h="130">
                  <a:moveTo>
                    <a:pt x="21" y="17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16"/>
                    <a:pt x="40" y="31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5" y="23"/>
                    <a:pt x="51" y="0"/>
                    <a:pt x="83" y="0"/>
                  </a:cubicBezTo>
                  <a:cubicBezTo>
                    <a:pt x="85" y="0"/>
                    <a:pt x="95" y="0"/>
                    <a:pt x="96" y="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0" y="19"/>
                    <a:pt x="85" y="18"/>
                    <a:pt x="80" y="18"/>
                  </a:cubicBezTo>
                  <a:cubicBezTo>
                    <a:pt x="54" y="18"/>
                    <a:pt x="42" y="44"/>
                    <a:pt x="42" y="66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2" y="130"/>
                    <a:pt x="62" y="130"/>
                    <a:pt x="6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0" y="114"/>
                    <a:pt x="20" y="114"/>
                    <a:pt x="20" y="114"/>
                  </a:cubicBezTo>
                  <a:lnTo>
                    <a:pt x="21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0" name="Freeform 732">
              <a:extLst>
                <a:ext uri="{FF2B5EF4-FFF2-40B4-BE49-F238E27FC236}">
                  <a16:creationId xmlns:a16="http://schemas.microsoft.com/office/drawing/2014/main" id="{9BECC657-69C7-4B28-8E9E-B3B55D8B7F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755100" y="12836525"/>
              <a:ext cx="76200" cy="103187"/>
            </a:xfrm>
            <a:custGeom>
              <a:avLst/>
              <a:gdLst>
                <a:gd name="T0" fmla="*/ 92 w 98"/>
                <a:gd name="T1" fmla="*/ 38 h 134"/>
                <a:gd name="T2" fmla="*/ 73 w 98"/>
                <a:gd name="T3" fmla="*/ 38 h 134"/>
                <a:gd name="T4" fmla="*/ 72 w 98"/>
                <a:gd name="T5" fmla="*/ 20 h 134"/>
                <a:gd name="T6" fmla="*/ 50 w 98"/>
                <a:gd name="T7" fmla="*/ 15 h 134"/>
                <a:gd name="T8" fmla="*/ 20 w 98"/>
                <a:gd name="T9" fmla="*/ 35 h 134"/>
                <a:gd name="T10" fmla="*/ 52 w 98"/>
                <a:gd name="T11" fmla="*/ 56 h 134"/>
                <a:gd name="T12" fmla="*/ 98 w 98"/>
                <a:gd name="T13" fmla="*/ 93 h 134"/>
                <a:gd name="T14" fmla="*/ 45 w 98"/>
                <a:gd name="T15" fmla="*/ 134 h 134"/>
                <a:gd name="T16" fmla="*/ 2 w 98"/>
                <a:gd name="T17" fmla="*/ 126 h 134"/>
                <a:gd name="T18" fmla="*/ 1 w 98"/>
                <a:gd name="T19" fmla="*/ 93 h 134"/>
                <a:gd name="T20" fmla="*/ 19 w 98"/>
                <a:gd name="T21" fmla="*/ 93 h 134"/>
                <a:gd name="T22" fmla="*/ 20 w 98"/>
                <a:gd name="T23" fmla="*/ 112 h 134"/>
                <a:gd name="T24" fmla="*/ 49 w 98"/>
                <a:gd name="T25" fmla="*/ 118 h 134"/>
                <a:gd name="T26" fmla="*/ 78 w 98"/>
                <a:gd name="T27" fmla="*/ 97 h 134"/>
                <a:gd name="T28" fmla="*/ 51 w 98"/>
                <a:gd name="T29" fmla="*/ 77 h 134"/>
                <a:gd name="T30" fmla="*/ 0 w 98"/>
                <a:gd name="T31" fmla="*/ 38 h 134"/>
                <a:gd name="T32" fmla="*/ 50 w 98"/>
                <a:gd name="T33" fmla="*/ 0 h 134"/>
                <a:gd name="T34" fmla="*/ 91 w 98"/>
                <a:gd name="T35" fmla="*/ 8 h 134"/>
                <a:gd name="T36" fmla="*/ 92 w 98"/>
                <a:gd name="T37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34">
                  <a:moveTo>
                    <a:pt x="92" y="38"/>
                  </a:moveTo>
                  <a:cubicBezTo>
                    <a:pt x="73" y="38"/>
                    <a:pt x="73" y="38"/>
                    <a:pt x="73" y="3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68" y="16"/>
                    <a:pt x="56" y="15"/>
                    <a:pt x="50" y="15"/>
                  </a:cubicBezTo>
                  <a:cubicBezTo>
                    <a:pt x="37" y="15"/>
                    <a:pt x="20" y="20"/>
                    <a:pt x="20" y="35"/>
                  </a:cubicBezTo>
                  <a:cubicBezTo>
                    <a:pt x="20" y="49"/>
                    <a:pt x="33" y="53"/>
                    <a:pt x="52" y="56"/>
                  </a:cubicBezTo>
                  <a:cubicBezTo>
                    <a:pt x="84" y="62"/>
                    <a:pt x="98" y="72"/>
                    <a:pt x="98" y="93"/>
                  </a:cubicBezTo>
                  <a:cubicBezTo>
                    <a:pt x="98" y="115"/>
                    <a:pt x="82" y="134"/>
                    <a:pt x="45" y="134"/>
                  </a:cubicBezTo>
                  <a:cubicBezTo>
                    <a:pt x="32" y="134"/>
                    <a:pt x="9" y="130"/>
                    <a:pt x="2" y="126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8" y="116"/>
                    <a:pt x="41" y="118"/>
                    <a:pt x="49" y="118"/>
                  </a:cubicBezTo>
                  <a:cubicBezTo>
                    <a:pt x="62" y="118"/>
                    <a:pt x="78" y="112"/>
                    <a:pt x="78" y="97"/>
                  </a:cubicBezTo>
                  <a:cubicBezTo>
                    <a:pt x="78" y="84"/>
                    <a:pt x="65" y="80"/>
                    <a:pt x="51" y="77"/>
                  </a:cubicBezTo>
                  <a:cubicBezTo>
                    <a:pt x="17" y="69"/>
                    <a:pt x="0" y="63"/>
                    <a:pt x="0" y="38"/>
                  </a:cubicBezTo>
                  <a:cubicBezTo>
                    <a:pt x="0" y="18"/>
                    <a:pt x="14" y="0"/>
                    <a:pt x="50" y="0"/>
                  </a:cubicBezTo>
                  <a:cubicBezTo>
                    <a:pt x="61" y="0"/>
                    <a:pt x="81" y="3"/>
                    <a:pt x="91" y="8"/>
                  </a:cubicBezTo>
                  <a:lnTo>
                    <a:pt x="92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1" name="Freeform 733">
              <a:extLst>
                <a:ext uri="{FF2B5EF4-FFF2-40B4-BE49-F238E27FC236}">
                  <a16:creationId xmlns:a16="http://schemas.microsoft.com/office/drawing/2014/main" id="{510D9AF5-8D79-4B7C-B5AA-4005A995EE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844000" y="12788900"/>
              <a:ext cx="47625" cy="147637"/>
            </a:xfrm>
            <a:custGeom>
              <a:avLst/>
              <a:gdLst>
                <a:gd name="T0" fmla="*/ 23 w 63"/>
                <a:gd name="T1" fmla="*/ 80 h 193"/>
                <a:gd name="T2" fmla="*/ 0 w 63"/>
                <a:gd name="T3" fmla="*/ 80 h 193"/>
                <a:gd name="T4" fmla="*/ 0 w 63"/>
                <a:gd name="T5" fmla="*/ 65 h 193"/>
                <a:gd name="T6" fmla="*/ 44 w 63"/>
                <a:gd name="T7" fmla="*/ 65 h 193"/>
                <a:gd name="T8" fmla="*/ 43 w 63"/>
                <a:gd name="T9" fmla="*/ 177 h 193"/>
                <a:gd name="T10" fmla="*/ 63 w 63"/>
                <a:gd name="T11" fmla="*/ 177 h 193"/>
                <a:gd name="T12" fmla="*/ 63 w 63"/>
                <a:gd name="T13" fmla="*/ 193 h 193"/>
                <a:gd name="T14" fmla="*/ 2 w 63"/>
                <a:gd name="T15" fmla="*/ 193 h 193"/>
                <a:gd name="T16" fmla="*/ 2 w 63"/>
                <a:gd name="T17" fmla="*/ 177 h 193"/>
                <a:gd name="T18" fmla="*/ 22 w 63"/>
                <a:gd name="T19" fmla="*/ 177 h 193"/>
                <a:gd name="T20" fmla="*/ 23 w 63"/>
                <a:gd name="T21" fmla="*/ 80 h 193"/>
                <a:gd name="T22" fmla="*/ 31 w 63"/>
                <a:gd name="T23" fmla="*/ 0 h 193"/>
                <a:gd name="T24" fmla="*/ 46 w 63"/>
                <a:gd name="T25" fmla="*/ 16 h 193"/>
                <a:gd name="T26" fmla="*/ 31 w 63"/>
                <a:gd name="T27" fmla="*/ 31 h 193"/>
                <a:gd name="T28" fmla="*/ 16 w 63"/>
                <a:gd name="T29" fmla="*/ 16 h 193"/>
                <a:gd name="T30" fmla="*/ 31 w 63"/>
                <a:gd name="T3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93">
                  <a:moveTo>
                    <a:pt x="23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3" y="193"/>
                    <a:pt x="63" y="193"/>
                    <a:pt x="63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2" y="177"/>
                    <a:pt x="22" y="177"/>
                    <a:pt x="22" y="177"/>
                  </a:cubicBezTo>
                  <a:lnTo>
                    <a:pt x="23" y="80"/>
                  </a:lnTo>
                  <a:close/>
                  <a:moveTo>
                    <a:pt x="31" y="0"/>
                  </a:moveTo>
                  <a:cubicBezTo>
                    <a:pt x="39" y="0"/>
                    <a:pt x="46" y="7"/>
                    <a:pt x="46" y="16"/>
                  </a:cubicBezTo>
                  <a:cubicBezTo>
                    <a:pt x="46" y="24"/>
                    <a:pt x="39" y="31"/>
                    <a:pt x="31" y="31"/>
                  </a:cubicBezTo>
                  <a:cubicBezTo>
                    <a:pt x="23" y="31"/>
                    <a:pt x="16" y="24"/>
                    <a:pt x="16" y="16"/>
                  </a:cubicBezTo>
                  <a:cubicBezTo>
                    <a:pt x="16" y="7"/>
                    <a:pt x="23" y="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2" name="Freeform 734">
              <a:extLst>
                <a:ext uri="{FF2B5EF4-FFF2-40B4-BE49-F238E27FC236}">
                  <a16:creationId xmlns:a16="http://schemas.microsoft.com/office/drawing/2014/main" id="{F4AA972B-9BB5-486A-86FB-DE86F8B1BB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02738" y="12812713"/>
              <a:ext cx="65087" cy="127000"/>
            </a:xfrm>
            <a:custGeom>
              <a:avLst/>
              <a:gdLst>
                <a:gd name="T0" fmla="*/ 0 w 84"/>
                <a:gd name="T1" fmla="*/ 33 h 164"/>
                <a:gd name="T2" fmla="*/ 20 w 84"/>
                <a:gd name="T3" fmla="*/ 33 h 164"/>
                <a:gd name="T4" fmla="*/ 21 w 84"/>
                <a:gd name="T5" fmla="*/ 2 h 164"/>
                <a:gd name="T6" fmla="*/ 41 w 84"/>
                <a:gd name="T7" fmla="*/ 0 h 164"/>
                <a:gd name="T8" fmla="*/ 40 w 84"/>
                <a:gd name="T9" fmla="*/ 33 h 164"/>
                <a:gd name="T10" fmla="*/ 81 w 84"/>
                <a:gd name="T11" fmla="*/ 33 h 164"/>
                <a:gd name="T12" fmla="*/ 81 w 84"/>
                <a:gd name="T13" fmla="*/ 48 h 164"/>
                <a:gd name="T14" fmla="*/ 40 w 84"/>
                <a:gd name="T15" fmla="*/ 48 h 164"/>
                <a:gd name="T16" fmla="*/ 39 w 84"/>
                <a:gd name="T17" fmla="*/ 113 h 164"/>
                <a:gd name="T18" fmla="*/ 59 w 84"/>
                <a:gd name="T19" fmla="*/ 147 h 164"/>
                <a:gd name="T20" fmla="*/ 84 w 84"/>
                <a:gd name="T21" fmla="*/ 141 h 164"/>
                <a:gd name="T22" fmla="*/ 83 w 84"/>
                <a:gd name="T23" fmla="*/ 158 h 164"/>
                <a:gd name="T24" fmla="*/ 55 w 84"/>
                <a:gd name="T25" fmla="*/ 164 h 164"/>
                <a:gd name="T26" fmla="*/ 19 w 84"/>
                <a:gd name="T27" fmla="*/ 122 h 164"/>
                <a:gd name="T28" fmla="*/ 20 w 84"/>
                <a:gd name="T29" fmla="*/ 48 h 164"/>
                <a:gd name="T30" fmla="*/ 0 w 84"/>
                <a:gd name="T31" fmla="*/ 48 h 164"/>
                <a:gd name="T32" fmla="*/ 0 w 84"/>
                <a:gd name="T33" fmla="*/ 3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164">
                  <a:moveTo>
                    <a:pt x="0" y="33"/>
                  </a:moveTo>
                  <a:cubicBezTo>
                    <a:pt x="20" y="33"/>
                    <a:pt x="20" y="33"/>
                    <a:pt x="20" y="3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70"/>
                    <a:pt x="39" y="91"/>
                    <a:pt x="39" y="113"/>
                  </a:cubicBezTo>
                  <a:cubicBezTo>
                    <a:pt x="39" y="131"/>
                    <a:pt x="39" y="147"/>
                    <a:pt x="59" y="147"/>
                  </a:cubicBezTo>
                  <a:cubicBezTo>
                    <a:pt x="69" y="147"/>
                    <a:pt x="79" y="144"/>
                    <a:pt x="84" y="141"/>
                  </a:cubicBezTo>
                  <a:cubicBezTo>
                    <a:pt x="83" y="158"/>
                    <a:pt x="83" y="158"/>
                    <a:pt x="83" y="158"/>
                  </a:cubicBezTo>
                  <a:cubicBezTo>
                    <a:pt x="77" y="161"/>
                    <a:pt x="65" y="164"/>
                    <a:pt x="55" y="164"/>
                  </a:cubicBezTo>
                  <a:cubicBezTo>
                    <a:pt x="19" y="164"/>
                    <a:pt x="19" y="138"/>
                    <a:pt x="19" y="122"/>
                  </a:cubicBezTo>
                  <a:cubicBezTo>
                    <a:pt x="19" y="106"/>
                    <a:pt x="20" y="67"/>
                    <a:pt x="20" y="4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3" name="Freeform 735">
              <a:extLst>
                <a:ext uri="{FF2B5EF4-FFF2-40B4-BE49-F238E27FC236}">
                  <a16:creationId xmlns:a16="http://schemas.microsoft.com/office/drawing/2014/main" id="{B8899B94-6816-4EAA-9D23-2C0855E472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67825" y="12838113"/>
              <a:ext cx="106362" cy="147637"/>
            </a:xfrm>
            <a:custGeom>
              <a:avLst/>
              <a:gdLst>
                <a:gd name="T0" fmla="*/ 0 w 137"/>
                <a:gd name="T1" fmla="*/ 0 h 193"/>
                <a:gd name="T2" fmla="*/ 54 w 137"/>
                <a:gd name="T3" fmla="*/ 0 h 193"/>
                <a:gd name="T4" fmla="*/ 54 w 137"/>
                <a:gd name="T5" fmla="*/ 15 h 193"/>
                <a:gd name="T6" fmla="*/ 38 w 137"/>
                <a:gd name="T7" fmla="*/ 15 h 193"/>
                <a:gd name="T8" fmla="*/ 68 w 137"/>
                <a:gd name="T9" fmla="*/ 95 h 193"/>
                <a:gd name="T10" fmla="*/ 72 w 137"/>
                <a:gd name="T11" fmla="*/ 108 h 193"/>
                <a:gd name="T12" fmla="*/ 72 w 137"/>
                <a:gd name="T13" fmla="*/ 108 h 193"/>
                <a:gd name="T14" fmla="*/ 76 w 137"/>
                <a:gd name="T15" fmla="*/ 95 h 193"/>
                <a:gd name="T16" fmla="*/ 104 w 137"/>
                <a:gd name="T17" fmla="*/ 15 h 193"/>
                <a:gd name="T18" fmla="*/ 86 w 137"/>
                <a:gd name="T19" fmla="*/ 15 h 193"/>
                <a:gd name="T20" fmla="*/ 86 w 137"/>
                <a:gd name="T21" fmla="*/ 0 h 193"/>
                <a:gd name="T22" fmla="*/ 137 w 137"/>
                <a:gd name="T23" fmla="*/ 0 h 193"/>
                <a:gd name="T24" fmla="*/ 137 w 137"/>
                <a:gd name="T25" fmla="*/ 15 h 193"/>
                <a:gd name="T26" fmla="*/ 123 w 137"/>
                <a:gd name="T27" fmla="*/ 15 h 193"/>
                <a:gd name="T28" fmla="*/ 84 w 137"/>
                <a:gd name="T29" fmla="*/ 123 h 193"/>
                <a:gd name="T30" fmla="*/ 19 w 137"/>
                <a:gd name="T31" fmla="*/ 193 h 193"/>
                <a:gd name="T32" fmla="*/ 4 w 137"/>
                <a:gd name="T33" fmla="*/ 191 h 193"/>
                <a:gd name="T34" fmla="*/ 4 w 137"/>
                <a:gd name="T35" fmla="*/ 174 h 193"/>
                <a:gd name="T36" fmla="*/ 18 w 137"/>
                <a:gd name="T37" fmla="*/ 176 h 193"/>
                <a:gd name="T38" fmla="*/ 57 w 137"/>
                <a:gd name="T39" fmla="*/ 144 h 193"/>
                <a:gd name="T40" fmla="*/ 62 w 137"/>
                <a:gd name="T41" fmla="*/ 133 h 193"/>
                <a:gd name="T42" fmla="*/ 15 w 137"/>
                <a:gd name="T43" fmla="*/ 15 h 193"/>
                <a:gd name="T44" fmla="*/ 0 w 137"/>
                <a:gd name="T45" fmla="*/ 15 h 193"/>
                <a:gd name="T46" fmla="*/ 0 w 137"/>
                <a:gd name="T4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7" h="193">
                  <a:moveTo>
                    <a:pt x="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70" y="99"/>
                    <a:pt x="71" y="105"/>
                    <a:pt x="72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3" y="105"/>
                    <a:pt x="74" y="99"/>
                    <a:pt x="76" y="95"/>
                  </a:cubicBezTo>
                  <a:cubicBezTo>
                    <a:pt x="104" y="15"/>
                    <a:pt x="104" y="15"/>
                    <a:pt x="104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66" y="173"/>
                    <a:pt x="51" y="193"/>
                    <a:pt x="19" y="193"/>
                  </a:cubicBezTo>
                  <a:cubicBezTo>
                    <a:pt x="13" y="193"/>
                    <a:pt x="7" y="192"/>
                    <a:pt x="4" y="191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7" y="175"/>
                    <a:pt x="13" y="176"/>
                    <a:pt x="18" y="176"/>
                  </a:cubicBezTo>
                  <a:cubicBezTo>
                    <a:pt x="33" y="176"/>
                    <a:pt x="48" y="167"/>
                    <a:pt x="57" y="144"/>
                  </a:cubicBezTo>
                  <a:cubicBezTo>
                    <a:pt x="62" y="133"/>
                    <a:pt x="62" y="133"/>
                    <a:pt x="62" y="133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0" y="15"/>
                    <a:pt x="0" y="15"/>
                    <a:pt x="0" y="1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4" name="Freeform 736">
              <a:extLst>
                <a:ext uri="{FF2B5EF4-FFF2-40B4-BE49-F238E27FC236}">
                  <a16:creationId xmlns:a16="http://schemas.microsoft.com/office/drawing/2014/main" id="{F47E0190-DFA6-49A0-A54C-120C5CB2CC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18563" y="12112625"/>
              <a:ext cx="52387" cy="52387"/>
            </a:xfrm>
            <a:custGeom>
              <a:avLst/>
              <a:gdLst>
                <a:gd name="T0" fmla="*/ 67 w 68"/>
                <a:gd name="T1" fmla="*/ 15 h 68"/>
                <a:gd name="T2" fmla="*/ 67 w 68"/>
                <a:gd name="T3" fmla="*/ 16 h 68"/>
                <a:gd name="T4" fmla="*/ 60 w 68"/>
                <a:gd name="T5" fmla="*/ 26 h 68"/>
                <a:gd name="T6" fmla="*/ 60 w 68"/>
                <a:gd name="T7" fmla="*/ 25 h 68"/>
                <a:gd name="T8" fmla="*/ 56 w 68"/>
                <a:gd name="T9" fmla="*/ 9 h 68"/>
                <a:gd name="T10" fmla="*/ 41 w 68"/>
                <a:gd name="T11" fmla="*/ 12 h 68"/>
                <a:gd name="T12" fmla="*/ 41 w 68"/>
                <a:gd name="T13" fmla="*/ 35 h 68"/>
                <a:gd name="T14" fmla="*/ 38 w 68"/>
                <a:gd name="T15" fmla="*/ 60 h 68"/>
                <a:gd name="T16" fmla="*/ 13 w 68"/>
                <a:gd name="T17" fmla="*/ 62 h 68"/>
                <a:gd name="T18" fmla="*/ 1 w 68"/>
                <a:gd name="T19" fmla="*/ 52 h 68"/>
                <a:gd name="T20" fmla="*/ 1 w 68"/>
                <a:gd name="T21" fmla="*/ 50 h 68"/>
                <a:gd name="T22" fmla="*/ 10 w 68"/>
                <a:gd name="T23" fmla="*/ 38 h 68"/>
                <a:gd name="T24" fmla="*/ 10 w 68"/>
                <a:gd name="T25" fmla="*/ 40 h 68"/>
                <a:gd name="T26" fmla="*/ 14 w 68"/>
                <a:gd name="T27" fmla="*/ 57 h 68"/>
                <a:gd name="T28" fmla="*/ 30 w 68"/>
                <a:gd name="T29" fmla="*/ 56 h 68"/>
                <a:gd name="T30" fmla="*/ 30 w 68"/>
                <a:gd name="T31" fmla="*/ 33 h 68"/>
                <a:gd name="T32" fmla="*/ 35 w 68"/>
                <a:gd name="T33" fmla="*/ 5 h 68"/>
                <a:gd name="T34" fmla="*/ 58 w 68"/>
                <a:gd name="T35" fmla="*/ 5 h 68"/>
                <a:gd name="T36" fmla="*/ 65 w 68"/>
                <a:gd name="T37" fmla="*/ 12 h 68"/>
                <a:gd name="T38" fmla="*/ 67 w 68"/>
                <a:gd name="T39" fmla="*/ 14 h 68"/>
                <a:gd name="T40" fmla="*/ 67 w 68"/>
                <a:gd name="T41" fmla="*/ 1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68">
                  <a:moveTo>
                    <a:pt x="67" y="15"/>
                  </a:moveTo>
                  <a:cubicBezTo>
                    <a:pt x="68" y="15"/>
                    <a:pt x="68" y="16"/>
                    <a:pt x="67" y="16"/>
                  </a:cubicBezTo>
                  <a:cubicBezTo>
                    <a:pt x="66" y="17"/>
                    <a:pt x="61" y="25"/>
                    <a:pt x="60" y="26"/>
                  </a:cubicBezTo>
                  <a:cubicBezTo>
                    <a:pt x="59" y="27"/>
                    <a:pt x="59" y="25"/>
                    <a:pt x="60" y="25"/>
                  </a:cubicBezTo>
                  <a:cubicBezTo>
                    <a:pt x="60" y="23"/>
                    <a:pt x="62" y="15"/>
                    <a:pt x="56" y="9"/>
                  </a:cubicBezTo>
                  <a:cubicBezTo>
                    <a:pt x="51" y="5"/>
                    <a:pt x="44" y="8"/>
                    <a:pt x="41" y="12"/>
                  </a:cubicBezTo>
                  <a:cubicBezTo>
                    <a:pt x="38" y="17"/>
                    <a:pt x="38" y="21"/>
                    <a:pt x="41" y="35"/>
                  </a:cubicBezTo>
                  <a:cubicBezTo>
                    <a:pt x="45" y="49"/>
                    <a:pt x="44" y="54"/>
                    <a:pt x="38" y="60"/>
                  </a:cubicBezTo>
                  <a:cubicBezTo>
                    <a:pt x="34" y="65"/>
                    <a:pt x="23" y="68"/>
                    <a:pt x="13" y="62"/>
                  </a:cubicBezTo>
                  <a:cubicBezTo>
                    <a:pt x="3" y="55"/>
                    <a:pt x="3" y="53"/>
                    <a:pt x="1" y="52"/>
                  </a:cubicBezTo>
                  <a:cubicBezTo>
                    <a:pt x="0" y="52"/>
                    <a:pt x="0" y="51"/>
                    <a:pt x="1" y="50"/>
                  </a:cubicBezTo>
                  <a:cubicBezTo>
                    <a:pt x="3" y="48"/>
                    <a:pt x="9" y="39"/>
                    <a:pt x="10" y="38"/>
                  </a:cubicBezTo>
                  <a:cubicBezTo>
                    <a:pt x="10" y="37"/>
                    <a:pt x="11" y="38"/>
                    <a:pt x="10" y="40"/>
                  </a:cubicBezTo>
                  <a:cubicBezTo>
                    <a:pt x="9" y="42"/>
                    <a:pt x="5" y="52"/>
                    <a:pt x="14" y="57"/>
                  </a:cubicBezTo>
                  <a:cubicBezTo>
                    <a:pt x="22" y="63"/>
                    <a:pt x="27" y="59"/>
                    <a:pt x="30" y="56"/>
                  </a:cubicBezTo>
                  <a:cubicBezTo>
                    <a:pt x="33" y="52"/>
                    <a:pt x="34" y="49"/>
                    <a:pt x="30" y="33"/>
                  </a:cubicBezTo>
                  <a:cubicBezTo>
                    <a:pt x="26" y="16"/>
                    <a:pt x="29" y="10"/>
                    <a:pt x="35" y="5"/>
                  </a:cubicBezTo>
                  <a:cubicBezTo>
                    <a:pt x="42" y="0"/>
                    <a:pt x="50" y="0"/>
                    <a:pt x="58" y="5"/>
                  </a:cubicBezTo>
                  <a:cubicBezTo>
                    <a:pt x="62" y="8"/>
                    <a:pt x="64" y="11"/>
                    <a:pt x="65" y="12"/>
                  </a:cubicBezTo>
                  <a:cubicBezTo>
                    <a:pt x="66" y="13"/>
                    <a:pt x="66" y="14"/>
                    <a:pt x="67" y="14"/>
                  </a:cubicBezTo>
                  <a:cubicBezTo>
                    <a:pt x="67" y="14"/>
                    <a:pt x="67" y="14"/>
                    <a:pt x="67" y="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5" name="Freeform 737">
              <a:extLst>
                <a:ext uri="{FF2B5EF4-FFF2-40B4-BE49-F238E27FC236}">
                  <a16:creationId xmlns:a16="http://schemas.microsoft.com/office/drawing/2014/main" id="{A59A1C00-2F9E-40BF-984A-18FAAA0A7D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58200" y="12271375"/>
              <a:ext cx="57150" cy="33337"/>
            </a:xfrm>
            <a:custGeom>
              <a:avLst/>
              <a:gdLst>
                <a:gd name="T0" fmla="*/ 6 w 76"/>
                <a:gd name="T1" fmla="*/ 0 h 44"/>
                <a:gd name="T2" fmla="*/ 8 w 76"/>
                <a:gd name="T3" fmla="*/ 0 h 44"/>
                <a:gd name="T4" fmla="*/ 19 w 76"/>
                <a:gd name="T5" fmla="*/ 2 h 44"/>
                <a:gd name="T6" fmla="*/ 16 w 76"/>
                <a:gd name="T7" fmla="*/ 4 h 44"/>
                <a:gd name="T8" fmla="*/ 7 w 76"/>
                <a:gd name="T9" fmla="*/ 14 h 44"/>
                <a:gd name="T10" fmla="*/ 13 w 76"/>
                <a:gd name="T11" fmla="*/ 26 h 44"/>
                <a:gd name="T12" fmla="*/ 35 w 76"/>
                <a:gd name="T13" fmla="*/ 16 h 44"/>
                <a:gd name="T14" fmla="*/ 61 w 76"/>
                <a:gd name="T15" fmla="*/ 7 h 44"/>
                <a:gd name="T16" fmla="*/ 73 w 76"/>
                <a:gd name="T17" fmla="*/ 29 h 44"/>
                <a:gd name="T18" fmla="*/ 67 w 76"/>
                <a:gd name="T19" fmla="*/ 43 h 44"/>
                <a:gd name="T20" fmla="*/ 64 w 76"/>
                <a:gd name="T21" fmla="*/ 44 h 44"/>
                <a:gd name="T22" fmla="*/ 52 w 76"/>
                <a:gd name="T23" fmla="*/ 42 h 44"/>
                <a:gd name="T24" fmla="*/ 52 w 76"/>
                <a:gd name="T25" fmla="*/ 40 h 44"/>
                <a:gd name="T26" fmla="*/ 68 w 76"/>
                <a:gd name="T27" fmla="*/ 29 h 44"/>
                <a:gd name="T28" fmla="*/ 60 w 76"/>
                <a:gd name="T29" fmla="*/ 17 h 44"/>
                <a:gd name="T30" fmla="*/ 38 w 76"/>
                <a:gd name="T31" fmla="*/ 26 h 44"/>
                <a:gd name="T32" fmla="*/ 11 w 76"/>
                <a:gd name="T33" fmla="*/ 34 h 44"/>
                <a:gd name="T34" fmla="*/ 2 w 76"/>
                <a:gd name="T35" fmla="*/ 14 h 44"/>
                <a:gd name="T36" fmla="*/ 6 w 76"/>
                <a:gd name="T37" fmla="*/ 2 h 44"/>
                <a:gd name="T38" fmla="*/ 6 w 76"/>
                <a:gd name="T3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44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10" y="1"/>
                    <a:pt x="16" y="2"/>
                    <a:pt x="19" y="2"/>
                  </a:cubicBezTo>
                  <a:cubicBezTo>
                    <a:pt x="20" y="2"/>
                    <a:pt x="17" y="4"/>
                    <a:pt x="16" y="4"/>
                  </a:cubicBezTo>
                  <a:cubicBezTo>
                    <a:pt x="14" y="4"/>
                    <a:pt x="9" y="5"/>
                    <a:pt x="7" y="14"/>
                  </a:cubicBezTo>
                  <a:cubicBezTo>
                    <a:pt x="5" y="20"/>
                    <a:pt x="9" y="25"/>
                    <a:pt x="13" y="26"/>
                  </a:cubicBezTo>
                  <a:cubicBezTo>
                    <a:pt x="21" y="27"/>
                    <a:pt x="24" y="24"/>
                    <a:pt x="35" y="16"/>
                  </a:cubicBezTo>
                  <a:cubicBezTo>
                    <a:pt x="47" y="7"/>
                    <a:pt x="54" y="5"/>
                    <a:pt x="61" y="7"/>
                  </a:cubicBezTo>
                  <a:cubicBezTo>
                    <a:pt x="68" y="9"/>
                    <a:pt x="76" y="18"/>
                    <a:pt x="73" y="29"/>
                  </a:cubicBezTo>
                  <a:cubicBezTo>
                    <a:pt x="71" y="39"/>
                    <a:pt x="68" y="41"/>
                    <a:pt x="67" y="43"/>
                  </a:cubicBezTo>
                  <a:cubicBezTo>
                    <a:pt x="67" y="44"/>
                    <a:pt x="66" y="44"/>
                    <a:pt x="64" y="44"/>
                  </a:cubicBezTo>
                  <a:cubicBezTo>
                    <a:pt x="62" y="43"/>
                    <a:pt x="53" y="42"/>
                    <a:pt x="52" y="42"/>
                  </a:cubicBezTo>
                  <a:cubicBezTo>
                    <a:pt x="49" y="41"/>
                    <a:pt x="50" y="40"/>
                    <a:pt x="52" y="40"/>
                  </a:cubicBezTo>
                  <a:cubicBezTo>
                    <a:pt x="56" y="40"/>
                    <a:pt x="66" y="38"/>
                    <a:pt x="68" y="29"/>
                  </a:cubicBezTo>
                  <a:cubicBezTo>
                    <a:pt x="69" y="21"/>
                    <a:pt x="65" y="18"/>
                    <a:pt x="60" y="17"/>
                  </a:cubicBezTo>
                  <a:cubicBezTo>
                    <a:pt x="56" y="16"/>
                    <a:pt x="51" y="16"/>
                    <a:pt x="38" y="26"/>
                  </a:cubicBezTo>
                  <a:cubicBezTo>
                    <a:pt x="24" y="38"/>
                    <a:pt x="19" y="38"/>
                    <a:pt x="11" y="34"/>
                  </a:cubicBezTo>
                  <a:cubicBezTo>
                    <a:pt x="3" y="31"/>
                    <a:pt x="0" y="24"/>
                    <a:pt x="2" y="14"/>
                  </a:cubicBezTo>
                  <a:cubicBezTo>
                    <a:pt x="3" y="8"/>
                    <a:pt x="6" y="3"/>
                    <a:pt x="6" y="2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6" name="Freeform 738">
              <a:extLst>
                <a:ext uri="{FF2B5EF4-FFF2-40B4-BE49-F238E27FC236}">
                  <a16:creationId xmlns:a16="http://schemas.microsoft.com/office/drawing/2014/main" id="{ABEF9321-C390-433E-94A3-A517771EFB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69350" y="12519025"/>
              <a:ext cx="36512" cy="58737"/>
            </a:xfrm>
            <a:custGeom>
              <a:avLst/>
              <a:gdLst>
                <a:gd name="T0" fmla="*/ 19 w 46"/>
                <a:gd name="T1" fmla="*/ 76 h 76"/>
                <a:gd name="T2" fmla="*/ 18 w 46"/>
                <a:gd name="T3" fmla="*/ 74 h 76"/>
                <a:gd name="T4" fmla="*/ 15 w 46"/>
                <a:gd name="T5" fmla="*/ 65 h 76"/>
                <a:gd name="T6" fmla="*/ 16 w 46"/>
                <a:gd name="T7" fmla="*/ 65 h 76"/>
                <a:gd name="T8" fmla="*/ 30 w 46"/>
                <a:gd name="T9" fmla="*/ 70 h 76"/>
                <a:gd name="T10" fmla="*/ 38 w 46"/>
                <a:gd name="T11" fmla="*/ 57 h 76"/>
                <a:gd name="T12" fmla="*/ 18 w 46"/>
                <a:gd name="T13" fmla="*/ 43 h 76"/>
                <a:gd name="T14" fmla="*/ 1 w 46"/>
                <a:gd name="T15" fmla="*/ 26 h 76"/>
                <a:gd name="T16" fmla="*/ 16 w 46"/>
                <a:gd name="T17" fmla="*/ 4 h 76"/>
                <a:gd name="T18" fmla="*/ 30 w 46"/>
                <a:gd name="T19" fmla="*/ 0 h 76"/>
                <a:gd name="T20" fmla="*/ 32 w 46"/>
                <a:gd name="T21" fmla="*/ 3 h 76"/>
                <a:gd name="T22" fmla="*/ 36 w 46"/>
                <a:gd name="T23" fmla="*/ 15 h 76"/>
                <a:gd name="T24" fmla="*/ 34 w 46"/>
                <a:gd name="T25" fmla="*/ 16 h 76"/>
                <a:gd name="T26" fmla="*/ 18 w 46"/>
                <a:gd name="T27" fmla="*/ 8 h 76"/>
                <a:gd name="T28" fmla="*/ 9 w 46"/>
                <a:gd name="T29" fmla="*/ 21 h 76"/>
                <a:gd name="T30" fmla="*/ 28 w 46"/>
                <a:gd name="T31" fmla="*/ 36 h 76"/>
                <a:gd name="T32" fmla="*/ 46 w 46"/>
                <a:gd name="T33" fmla="*/ 57 h 76"/>
                <a:gd name="T34" fmla="*/ 31 w 46"/>
                <a:gd name="T35" fmla="*/ 74 h 76"/>
                <a:gd name="T36" fmla="*/ 23 w 46"/>
                <a:gd name="T37" fmla="*/ 75 h 76"/>
                <a:gd name="T38" fmla="*/ 20 w 46"/>
                <a:gd name="T39" fmla="*/ 75 h 76"/>
                <a:gd name="T40" fmla="*/ 19 w 46"/>
                <a:gd name="T4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76">
                  <a:moveTo>
                    <a:pt x="19" y="76"/>
                  </a:moveTo>
                  <a:cubicBezTo>
                    <a:pt x="18" y="76"/>
                    <a:pt x="18" y="75"/>
                    <a:pt x="18" y="74"/>
                  </a:cubicBezTo>
                  <a:cubicBezTo>
                    <a:pt x="18" y="74"/>
                    <a:pt x="16" y="66"/>
                    <a:pt x="15" y="65"/>
                  </a:cubicBezTo>
                  <a:cubicBezTo>
                    <a:pt x="15" y="65"/>
                    <a:pt x="16" y="65"/>
                    <a:pt x="16" y="65"/>
                  </a:cubicBezTo>
                  <a:cubicBezTo>
                    <a:pt x="18" y="67"/>
                    <a:pt x="23" y="72"/>
                    <a:pt x="30" y="70"/>
                  </a:cubicBezTo>
                  <a:cubicBezTo>
                    <a:pt x="36" y="68"/>
                    <a:pt x="39" y="62"/>
                    <a:pt x="38" y="57"/>
                  </a:cubicBezTo>
                  <a:cubicBezTo>
                    <a:pt x="36" y="52"/>
                    <a:pt x="30" y="49"/>
                    <a:pt x="18" y="43"/>
                  </a:cubicBezTo>
                  <a:cubicBezTo>
                    <a:pt x="6" y="38"/>
                    <a:pt x="2" y="32"/>
                    <a:pt x="1" y="26"/>
                  </a:cubicBezTo>
                  <a:cubicBezTo>
                    <a:pt x="0" y="18"/>
                    <a:pt x="5" y="7"/>
                    <a:pt x="16" y="4"/>
                  </a:cubicBezTo>
                  <a:cubicBezTo>
                    <a:pt x="26" y="1"/>
                    <a:pt x="28" y="1"/>
                    <a:pt x="30" y="0"/>
                  </a:cubicBezTo>
                  <a:cubicBezTo>
                    <a:pt x="31" y="0"/>
                    <a:pt x="31" y="3"/>
                    <a:pt x="32" y="3"/>
                  </a:cubicBezTo>
                  <a:cubicBezTo>
                    <a:pt x="33" y="6"/>
                    <a:pt x="35" y="14"/>
                    <a:pt x="36" y="15"/>
                  </a:cubicBezTo>
                  <a:cubicBezTo>
                    <a:pt x="36" y="16"/>
                    <a:pt x="35" y="17"/>
                    <a:pt x="34" y="16"/>
                  </a:cubicBezTo>
                  <a:cubicBezTo>
                    <a:pt x="33" y="13"/>
                    <a:pt x="27" y="5"/>
                    <a:pt x="18" y="8"/>
                  </a:cubicBezTo>
                  <a:cubicBezTo>
                    <a:pt x="10" y="11"/>
                    <a:pt x="8" y="17"/>
                    <a:pt x="9" y="21"/>
                  </a:cubicBezTo>
                  <a:cubicBezTo>
                    <a:pt x="11" y="25"/>
                    <a:pt x="12" y="29"/>
                    <a:pt x="28" y="36"/>
                  </a:cubicBezTo>
                  <a:cubicBezTo>
                    <a:pt x="43" y="42"/>
                    <a:pt x="46" y="49"/>
                    <a:pt x="46" y="57"/>
                  </a:cubicBezTo>
                  <a:cubicBezTo>
                    <a:pt x="46" y="65"/>
                    <a:pt x="40" y="71"/>
                    <a:pt x="31" y="74"/>
                  </a:cubicBezTo>
                  <a:cubicBezTo>
                    <a:pt x="26" y="75"/>
                    <a:pt x="25" y="75"/>
                    <a:pt x="23" y="75"/>
                  </a:cubicBezTo>
                  <a:cubicBezTo>
                    <a:pt x="22" y="75"/>
                    <a:pt x="21" y="75"/>
                    <a:pt x="20" y="75"/>
                  </a:cubicBezTo>
                  <a:cubicBezTo>
                    <a:pt x="20" y="75"/>
                    <a:pt x="20" y="76"/>
                    <a:pt x="19" y="7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7" name="Freeform 739">
              <a:extLst>
                <a:ext uri="{FF2B5EF4-FFF2-40B4-BE49-F238E27FC236}">
                  <a16:creationId xmlns:a16="http://schemas.microsoft.com/office/drawing/2014/main" id="{81911B77-A74C-480A-9E22-638A5FEF563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53488" y="12134850"/>
              <a:ext cx="58737" cy="55562"/>
            </a:xfrm>
            <a:custGeom>
              <a:avLst/>
              <a:gdLst>
                <a:gd name="T0" fmla="*/ 29 w 77"/>
                <a:gd name="T1" fmla="*/ 4 h 74"/>
                <a:gd name="T2" fmla="*/ 35 w 77"/>
                <a:gd name="T3" fmla="*/ 0 h 74"/>
                <a:gd name="T4" fmla="*/ 39 w 77"/>
                <a:gd name="T5" fmla="*/ 1 h 74"/>
                <a:gd name="T6" fmla="*/ 56 w 77"/>
                <a:gd name="T7" fmla="*/ 19 h 74"/>
                <a:gd name="T8" fmla="*/ 74 w 77"/>
                <a:gd name="T9" fmla="*/ 36 h 74"/>
                <a:gd name="T10" fmla="*/ 75 w 77"/>
                <a:gd name="T11" fmla="*/ 39 h 74"/>
                <a:gd name="T12" fmla="*/ 69 w 77"/>
                <a:gd name="T13" fmla="*/ 42 h 74"/>
                <a:gd name="T14" fmla="*/ 68 w 77"/>
                <a:gd name="T15" fmla="*/ 41 h 74"/>
                <a:gd name="T16" fmla="*/ 64 w 77"/>
                <a:gd name="T17" fmla="*/ 35 h 74"/>
                <a:gd name="T18" fmla="*/ 56 w 77"/>
                <a:gd name="T19" fmla="*/ 27 h 74"/>
                <a:gd name="T20" fmla="*/ 54 w 77"/>
                <a:gd name="T21" fmla="*/ 26 h 74"/>
                <a:gd name="T22" fmla="*/ 37 w 77"/>
                <a:gd name="T23" fmla="*/ 44 h 74"/>
                <a:gd name="T24" fmla="*/ 16 w 77"/>
                <a:gd name="T25" fmla="*/ 67 h 74"/>
                <a:gd name="T26" fmla="*/ 16 w 77"/>
                <a:gd name="T27" fmla="*/ 71 h 74"/>
                <a:gd name="T28" fmla="*/ 16 w 77"/>
                <a:gd name="T29" fmla="*/ 73 h 74"/>
                <a:gd name="T30" fmla="*/ 8 w 77"/>
                <a:gd name="T31" fmla="*/ 65 h 74"/>
                <a:gd name="T32" fmla="*/ 1 w 77"/>
                <a:gd name="T33" fmla="*/ 58 h 74"/>
                <a:gd name="T34" fmla="*/ 2 w 77"/>
                <a:gd name="T35" fmla="*/ 58 h 74"/>
                <a:gd name="T36" fmla="*/ 8 w 77"/>
                <a:gd name="T37" fmla="*/ 58 h 74"/>
                <a:gd name="T38" fmla="*/ 29 w 77"/>
                <a:gd name="T39" fmla="*/ 38 h 74"/>
                <a:gd name="T40" fmla="*/ 47 w 77"/>
                <a:gd name="T41" fmla="*/ 20 h 74"/>
                <a:gd name="T42" fmla="*/ 47 w 77"/>
                <a:gd name="T43" fmla="*/ 17 h 74"/>
                <a:gd name="T44" fmla="*/ 35 w 77"/>
                <a:gd name="T45" fmla="*/ 6 h 74"/>
                <a:gd name="T46" fmla="*/ 30 w 77"/>
                <a:gd name="T47" fmla="*/ 5 h 74"/>
                <a:gd name="T48" fmla="*/ 29 w 77"/>
                <a:gd name="T49" fmla="*/ 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" h="74">
                  <a:moveTo>
                    <a:pt x="29" y="4"/>
                  </a:moveTo>
                  <a:cubicBezTo>
                    <a:pt x="31" y="3"/>
                    <a:pt x="33" y="2"/>
                    <a:pt x="35" y="0"/>
                  </a:cubicBezTo>
                  <a:cubicBezTo>
                    <a:pt x="36" y="0"/>
                    <a:pt x="38" y="0"/>
                    <a:pt x="39" y="1"/>
                  </a:cubicBezTo>
                  <a:cubicBezTo>
                    <a:pt x="39" y="2"/>
                    <a:pt x="53" y="16"/>
                    <a:pt x="56" y="19"/>
                  </a:cubicBezTo>
                  <a:cubicBezTo>
                    <a:pt x="60" y="23"/>
                    <a:pt x="72" y="34"/>
                    <a:pt x="74" y="36"/>
                  </a:cubicBezTo>
                  <a:cubicBezTo>
                    <a:pt x="75" y="37"/>
                    <a:pt x="77" y="38"/>
                    <a:pt x="75" y="39"/>
                  </a:cubicBezTo>
                  <a:cubicBezTo>
                    <a:pt x="74" y="40"/>
                    <a:pt x="70" y="42"/>
                    <a:pt x="69" y="42"/>
                  </a:cubicBezTo>
                  <a:cubicBezTo>
                    <a:pt x="68" y="43"/>
                    <a:pt x="68" y="43"/>
                    <a:pt x="68" y="41"/>
                  </a:cubicBezTo>
                  <a:cubicBezTo>
                    <a:pt x="68" y="40"/>
                    <a:pt x="68" y="38"/>
                    <a:pt x="64" y="35"/>
                  </a:cubicBezTo>
                  <a:cubicBezTo>
                    <a:pt x="61" y="31"/>
                    <a:pt x="57" y="27"/>
                    <a:pt x="56" y="27"/>
                  </a:cubicBezTo>
                  <a:cubicBezTo>
                    <a:pt x="55" y="26"/>
                    <a:pt x="55" y="26"/>
                    <a:pt x="54" y="26"/>
                  </a:cubicBezTo>
                  <a:cubicBezTo>
                    <a:pt x="53" y="27"/>
                    <a:pt x="40" y="41"/>
                    <a:pt x="37" y="44"/>
                  </a:cubicBezTo>
                  <a:cubicBezTo>
                    <a:pt x="34" y="47"/>
                    <a:pt x="16" y="65"/>
                    <a:pt x="16" y="67"/>
                  </a:cubicBezTo>
                  <a:cubicBezTo>
                    <a:pt x="15" y="70"/>
                    <a:pt x="16" y="71"/>
                    <a:pt x="16" y="71"/>
                  </a:cubicBezTo>
                  <a:cubicBezTo>
                    <a:pt x="17" y="72"/>
                    <a:pt x="17" y="74"/>
                    <a:pt x="16" y="73"/>
                  </a:cubicBezTo>
                  <a:cubicBezTo>
                    <a:pt x="15" y="72"/>
                    <a:pt x="10" y="66"/>
                    <a:pt x="8" y="65"/>
                  </a:cubicBezTo>
                  <a:cubicBezTo>
                    <a:pt x="7" y="63"/>
                    <a:pt x="1" y="59"/>
                    <a:pt x="1" y="58"/>
                  </a:cubicBezTo>
                  <a:cubicBezTo>
                    <a:pt x="0" y="58"/>
                    <a:pt x="0" y="57"/>
                    <a:pt x="2" y="58"/>
                  </a:cubicBezTo>
                  <a:cubicBezTo>
                    <a:pt x="3" y="58"/>
                    <a:pt x="5" y="59"/>
                    <a:pt x="8" y="58"/>
                  </a:cubicBezTo>
                  <a:cubicBezTo>
                    <a:pt x="12" y="56"/>
                    <a:pt x="27" y="40"/>
                    <a:pt x="29" y="38"/>
                  </a:cubicBezTo>
                  <a:cubicBezTo>
                    <a:pt x="31" y="36"/>
                    <a:pt x="46" y="20"/>
                    <a:pt x="47" y="20"/>
                  </a:cubicBezTo>
                  <a:cubicBezTo>
                    <a:pt x="47" y="19"/>
                    <a:pt x="48" y="19"/>
                    <a:pt x="47" y="17"/>
                  </a:cubicBezTo>
                  <a:cubicBezTo>
                    <a:pt x="45" y="16"/>
                    <a:pt x="36" y="8"/>
                    <a:pt x="35" y="6"/>
                  </a:cubicBezTo>
                  <a:cubicBezTo>
                    <a:pt x="33" y="5"/>
                    <a:pt x="32" y="5"/>
                    <a:pt x="30" y="5"/>
                  </a:cubicBezTo>
                  <a:cubicBezTo>
                    <a:pt x="29" y="5"/>
                    <a:pt x="28" y="5"/>
                    <a:pt x="29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8" name="Freeform 740">
              <a:extLst>
                <a:ext uri="{FF2B5EF4-FFF2-40B4-BE49-F238E27FC236}">
                  <a16:creationId xmlns:a16="http://schemas.microsoft.com/office/drawing/2014/main" id="{25D22B94-3B91-4458-A63C-CDE03ED947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2013" y="12180888"/>
              <a:ext cx="60325" cy="52387"/>
            </a:xfrm>
            <a:custGeom>
              <a:avLst/>
              <a:gdLst>
                <a:gd name="T0" fmla="*/ 7 w 78"/>
                <a:gd name="T1" fmla="*/ 55 h 69"/>
                <a:gd name="T2" fmla="*/ 1 w 78"/>
                <a:gd name="T3" fmla="*/ 49 h 69"/>
                <a:gd name="T4" fmla="*/ 1 w 78"/>
                <a:gd name="T5" fmla="*/ 47 h 69"/>
                <a:gd name="T6" fmla="*/ 14 w 78"/>
                <a:gd name="T7" fmla="*/ 25 h 69"/>
                <a:gd name="T8" fmla="*/ 26 w 78"/>
                <a:gd name="T9" fmla="*/ 3 h 69"/>
                <a:gd name="T10" fmla="*/ 29 w 78"/>
                <a:gd name="T11" fmla="*/ 1 h 69"/>
                <a:gd name="T12" fmla="*/ 34 w 78"/>
                <a:gd name="T13" fmla="*/ 6 h 69"/>
                <a:gd name="T14" fmla="*/ 33 w 78"/>
                <a:gd name="T15" fmla="*/ 6 h 69"/>
                <a:gd name="T16" fmla="*/ 28 w 78"/>
                <a:gd name="T17" fmla="*/ 13 h 69"/>
                <a:gd name="T18" fmla="*/ 22 w 78"/>
                <a:gd name="T19" fmla="*/ 22 h 69"/>
                <a:gd name="T20" fmla="*/ 23 w 78"/>
                <a:gd name="T21" fmla="*/ 24 h 69"/>
                <a:gd name="T22" fmla="*/ 44 w 78"/>
                <a:gd name="T23" fmla="*/ 37 h 69"/>
                <a:gd name="T24" fmla="*/ 72 w 78"/>
                <a:gd name="T25" fmla="*/ 51 h 69"/>
                <a:gd name="T26" fmla="*/ 75 w 78"/>
                <a:gd name="T27" fmla="*/ 50 h 69"/>
                <a:gd name="T28" fmla="*/ 77 w 78"/>
                <a:gd name="T29" fmla="*/ 50 h 69"/>
                <a:gd name="T30" fmla="*/ 71 w 78"/>
                <a:gd name="T31" fmla="*/ 59 h 69"/>
                <a:gd name="T32" fmla="*/ 66 w 78"/>
                <a:gd name="T33" fmla="*/ 68 h 69"/>
                <a:gd name="T34" fmla="*/ 66 w 78"/>
                <a:gd name="T35" fmla="*/ 66 h 69"/>
                <a:gd name="T36" fmla="*/ 65 w 78"/>
                <a:gd name="T37" fmla="*/ 62 h 69"/>
                <a:gd name="T38" fmla="*/ 40 w 78"/>
                <a:gd name="T39" fmla="*/ 46 h 69"/>
                <a:gd name="T40" fmla="*/ 18 w 78"/>
                <a:gd name="T41" fmla="*/ 34 h 69"/>
                <a:gd name="T42" fmla="*/ 15 w 78"/>
                <a:gd name="T43" fmla="*/ 34 h 69"/>
                <a:gd name="T44" fmla="*/ 7 w 78"/>
                <a:gd name="T45" fmla="*/ 50 h 69"/>
                <a:gd name="T46" fmla="*/ 7 w 78"/>
                <a:gd name="T47" fmla="*/ 53 h 69"/>
                <a:gd name="T48" fmla="*/ 7 w 78"/>
                <a:gd name="T49" fmla="*/ 5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69">
                  <a:moveTo>
                    <a:pt x="7" y="55"/>
                  </a:moveTo>
                  <a:cubicBezTo>
                    <a:pt x="6" y="53"/>
                    <a:pt x="3" y="51"/>
                    <a:pt x="1" y="49"/>
                  </a:cubicBezTo>
                  <a:cubicBezTo>
                    <a:pt x="0" y="49"/>
                    <a:pt x="0" y="48"/>
                    <a:pt x="1" y="47"/>
                  </a:cubicBezTo>
                  <a:cubicBezTo>
                    <a:pt x="2" y="46"/>
                    <a:pt x="11" y="28"/>
                    <a:pt x="14" y="25"/>
                  </a:cubicBezTo>
                  <a:cubicBezTo>
                    <a:pt x="16" y="20"/>
                    <a:pt x="25" y="5"/>
                    <a:pt x="26" y="3"/>
                  </a:cubicBezTo>
                  <a:cubicBezTo>
                    <a:pt x="28" y="1"/>
                    <a:pt x="28" y="0"/>
                    <a:pt x="29" y="1"/>
                  </a:cubicBezTo>
                  <a:cubicBezTo>
                    <a:pt x="31" y="2"/>
                    <a:pt x="33" y="5"/>
                    <a:pt x="34" y="6"/>
                  </a:cubicBezTo>
                  <a:cubicBezTo>
                    <a:pt x="34" y="7"/>
                    <a:pt x="34" y="6"/>
                    <a:pt x="33" y="6"/>
                  </a:cubicBezTo>
                  <a:cubicBezTo>
                    <a:pt x="32" y="6"/>
                    <a:pt x="30" y="9"/>
                    <a:pt x="28" y="13"/>
                  </a:cubicBezTo>
                  <a:cubicBezTo>
                    <a:pt x="25" y="17"/>
                    <a:pt x="23" y="22"/>
                    <a:pt x="22" y="22"/>
                  </a:cubicBezTo>
                  <a:cubicBezTo>
                    <a:pt x="22" y="24"/>
                    <a:pt x="23" y="24"/>
                    <a:pt x="23" y="24"/>
                  </a:cubicBezTo>
                  <a:cubicBezTo>
                    <a:pt x="24" y="25"/>
                    <a:pt x="41" y="35"/>
                    <a:pt x="44" y="37"/>
                  </a:cubicBezTo>
                  <a:cubicBezTo>
                    <a:pt x="48" y="39"/>
                    <a:pt x="69" y="52"/>
                    <a:pt x="72" y="51"/>
                  </a:cubicBezTo>
                  <a:cubicBezTo>
                    <a:pt x="75" y="51"/>
                    <a:pt x="75" y="51"/>
                    <a:pt x="75" y="50"/>
                  </a:cubicBezTo>
                  <a:cubicBezTo>
                    <a:pt x="76" y="50"/>
                    <a:pt x="78" y="50"/>
                    <a:pt x="77" y="50"/>
                  </a:cubicBezTo>
                  <a:cubicBezTo>
                    <a:pt x="76" y="52"/>
                    <a:pt x="73" y="57"/>
                    <a:pt x="71" y="59"/>
                  </a:cubicBezTo>
                  <a:cubicBezTo>
                    <a:pt x="70" y="61"/>
                    <a:pt x="67" y="67"/>
                    <a:pt x="66" y="68"/>
                  </a:cubicBezTo>
                  <a:cubicBezTo>
                    <a:pt x="66" y="69"/>
                    <a:pt x="66" y="68"/>
                    <a:pt x="66" y="66"/>
                  </a:cubicBezTo>
                  <a:cubicBezTo>
                    <a:pt x="66" y="65"/>
                    <a:pt x="67" y="64"/>
                    <a:pt x="65" y="62"/>
                  </a:cubicBezTo>
                  <a:cubicBezTo>
                    <a:pt x="61" y="59"/>
                    <a:pt x="43" y="48"/>
                    <a:pt x="40" y="46"/>
                  </a:cubicBezTo>
                  <a:cubicBezTo>
                    <a:pt x="37" y="45"/>
                    <a:pt x="19" y="34"/>
                    <a:pt x="18" y="34"/>
                  </a:cubicBezTo>
                  <a:cubicBezTo>
                    <a:pt x="17" y="33"/>
                    <a:pt x="16" y="32"/>
                    <a:pt x="15" y="34"/>
                  </a:cubicBezTo>
                  <a:cubicBezTo>
                    <a:pt x="14" y="35"/>
                    <a:pt x="8" y="46"/>
                    <a:pt x="7" y="50"/>
                  </a:cubicBezTo>
                  <a:cubicBezTo>
                    <a:pt x="7" y="51"/>
                    <a:pt x="7" y="52"/>
                    <a:pt x="7" y="53"/>
                  </a:cubicBezTo>
                  <a:cubicBezTo>
                    <a:pt x="8" y="55"/>
                    <a:pt x="8" y="56"/>
                    <a:pt x="7" y="5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9" name="Freeform 741">
              <a:extLst>
                <a:ext uri="{FF2B5EF4-FFF2-40B4-BE49-F238E27FC236}">
                  <a16:creationId xmlns:a16="http://schemas.microsoft.com/office/drawing/2014/main" id="{705D5520-BCB3-4C2E-BA80-D0AF06EE68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48688" y="12107863"/>
              <a:ext cx="53975" cy="60325"/>
            </a:xfrm>
            <a:custGeom>
              <a:avLst/>
              <a:gdLst>
                <a:gd name="T0" fmla="*/ 4 w 71"/>
                <a:gd name="T1" fmla="*/ 41 h 79"/>
                <a:gd name="T2" fmla="*/ 0 w 71"/>
                <a:gd name="T3" fmla="*/ 34 h 79"/>
                <a:gd name="T4" fmla="*/ 1 w 71"/>
                <a:gd name="T5" fmla="*/ 32 h 79"/>
                <a:gd name="T6" fmla="*/ 22 w 71"/>
                <a:gd name="T7" fmla="*/ 16 h 79"/>
                <a:gd name="T8" fmla="*/ 43 w 71"/>
                <a:gd name="T9" fmla="*/ 2 h 79"/>
                <a:gd name="T10" fmla="*/ 47 w 71"/>
                <a:gd name="T11" fmla="*/ 1 h 79"/>
                <a:gd name="T12" fmla="*/ 50 w 71"/>
                <a:gd name="T13" fmla="*/ 8 h 79"/>
                <a:gd name="T14" fmla="*/ 48 w 71"/>
                <a:gd name="T15" fmla="*/ 8 h 79"/>
                <a:gd name="T16" fmla="*/ 42 w 71"/>
                <a:gd name="T17" fmla="*/ 10 h 79"/>
                <a:gd name="T18" fmla="*/ 31 w 71"/>
                <a:gd name="T19" fmla="*/ 17 h 79"/>
                <a:gd name="T20" fmla="*/ 31 w 71"/>
                <a:gd name="T21" fmla="*/ 19 h 79"/>
                <a:gd name="T22" fmla="*/ 45 w 71"/>
                <a:gd name="T23" fmla="*/ 40 h 79"/>
                <a:gd name="T24" fmla="*/ 65 w 71"/>
                <a:gd name="T25" fmla="*/ 66 h 79"/>
                <a:gd name="T26" fmla="*/ 69 w 71"/>
                <a:gd name="T27" fmla="*/ 66 h 79"/>
                <a:gd name="T28" fmla="*/ 69 w 71"/>
                <a:gd name="T29" fmla="*/ 67 h 79"/>
                <a:gd name="T30" fmla="*/ 62 w 71"/>
                <a:gd name="T31" fmla="*/ 72 h 79"/>
                <a:gd name="T32" fmla="*/ 55 w 71"/>
                <a:gd name="T33" fmla="*/ 77 h 79"/>
                <a:gd name="T34" fmla="*/ 54 w 71"/>
                <a:gd name="T35" fmla="*/ 76 h 79"/>
                <a:gd name="T36" fmla="*/ 54 w 71"/>
                <a:gd name="T37" fmla="*/ 72 h 79"/>
                <a:gd name="T38" fmla="*/ 39 w 71"/>
                <a:gd name="T39" fmla="*/ 48 h 79"/>
                <a:gd name="T40" fmla="*/ 22 w 71"/>
                <a:gd name="T41" fmla="*/ 25 h 79"/>
                <a:gd name="T42" fmla="*/ 20 w 71"/>
                <a:gd name="T43" fmla="*/ 25 h 79"/>
                <a:gd name="T44" fmla="*/ 6 w 71"/>
                <a:gd name="T45" fmla="*/ 36 h 79"/>
                <a:gd name="T46" fmla="*/ 4 w 71"/>
                <a:gd name="T47" fmla="*/ 39 h 79"/>
                <a:gd name="T48" fmla="*/ 4 w 71"/>
                <a:gd name="T49" fmla="*/ 4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1" h="79">
                  <a:moveTo>
                    <a:pt x="4" y="41"/>
                  </a:moveTo>
                  <a:cubicBezTo>
                    <a:pt x="3" y="38"/>
                    <a:pt x="1" y="36"/>
                    <a:pt x="0" y="34"/>
                  </a:cubicBezTo>
                  <a:cubicBezTo>
                    <a:pt x="0" y="33"/>
                    <a:pt x="0" y="33"/>
                    <a:pt x="1" y="32"/>
                  </a:cubicBezTo>
                  <a:cubicBezTo>
                    <a:pt x="2" y="31"/>
                    <a:pt x="18" y="19"/>
                    <a:pt x="22" y="16"/>
                  </a:cubicBezTo>
                  <a:cubicBezTo>
                    <a:pt x="26" y="13"/>
                    <a:pt x="41" y="3"/>
                    <a:pt x="43" y="2"/>
                  </a:cubicBezTo>
                  <a:cubicBezTo>
                    <a:pt x="44" y="0"/>
                    <a:pt x="46" y="0"/>
                    <a:pt x="47" y="1"/>
                  </a:cubicBezTo>
                  <a:cubicBezTo>
                    <a:pt x="48" y="3"/>
                    <a:pt x="49" y="7"/>
                    <a:pt x="50" y="8"/>
                  </a:cubicBezTo>
                  <a:cubicBezTo>
                    <a:pt x="50" y="10"/>
                    <a:pt x="50" y="9"/>
                    <a:pt x="48" y="8"/>
                  </a:cubicBezTo>
                  <a:cubicBezTo>
                    <a:pt x="47" y="7"/>
                    <a:pt x="46" y="7"/>
                    <a:pt x="42" y="10"/>
                  </a:cubicBezTo>
                  <a:cubicBezTo>
                    <a:pt x="38" y="13"/>
                    <a:pt x="32" y="17"/>
                    <a:pt x="31" y="17"/>
                  </a:cubicBezTo>
                  <a:cubicBezTo>
                    <a:pt x="30" y="18"/>
                    <a:pt x="30" y="18"/>
                    <a:pt x="31" y="19"/>
                  </a:cubicBezTo>
                  <a:cubicBezTo>
                    <a:pt x="32" y="21"/>
                    <a:pt x="42" y="36"/>
                    <a:pt x="45" y="40"/>
                  </a:cubicBezTo>
                  <a:cubicBezTo>
                    <a:pt x="48" y="44"/>
                    <a:pt x="63" y="65"/>
                    <a:pt x="65" y="66"/>
                  </a:cubicBezTo>
                  <a:cubicBezTo>
                    <a:pt x="67" y="67"/>
                    <a:pt x="68" y="66"/>
                    <a:pt x="69" y="66"/>
                  </a:cubicBezTo>
                  <a:cubicBezTo>
                    <a:pt x="70" y="66"/>
                    <a:pt x="71" y="66"/>
                    <a:pt x="69" y="67"/>
                  </a:cubicBezTo>
                  <a:cubicBezTo>
                    <a:pt x="68" y="67"/>
                    <a:pt x="63" y="71"/>
                    <a:pt x="62" y="72"/>
                  </a:cubicBezTo>
                  <a:cubicBezTo>
                    <a:pt x="60" y="73"/>
                    <a:pt x="56" y="76"/>
                    <a:pt x="55" y="77"/>
                  </a:cubicBezTo>
                  <a:cubicBezTo>
                    <a:pt x="53" y="79"/>
                    <a:pt x="53" y="77"/>
                    <a:pt x="54" y="76"/>
                  </a:cubicBezTo>
                  <a:cubicBezTo>
                    <a:pt x="55" y="75"/>
                    <a:pt x="56" y="74"/>
                    <a:pt x="54" y="72"/>
                  </a:cubicBezTo>
                  <a:cubicBezTo>
                    <a:pt x="52" y="67"/>
                    <a:pt x="42" y="51"/>
                    <a:pt x="39" y="48"/>
                  </a:cubicBezTo>
                  <a:cubicBezTo>
                    <a:pt x="37" y="45"/>
                    <a:pt x="23" y="26"/>
                    <a:pt x="22" y="25"/>
                  </a:cubicBezTo>
                  <a:cubicBezTo>
                    <a:pt x="22" y="24"/>
                    <a:pt x="21" y="24"/>
                    <a:pt x="20" y="25"/>
                  </a:cubicBezTo>
                  <a:cubicBezTo>
                    <a:pt x="19" y="26"/>
                    <a:pt x="8" y="34"/>
                    <a:pt x="6" y="36"/>
                  </a:cubicBezTo>
                  <a:cubicBezTo>
                    <a:pt x="5" y="37"/>
                    <a:pt x="4" y="37"/>
                    <a:pt x="4" y="39"/>
                  </a:cubicBezTo>
                  <a:cubicBezTo>
                    <a:pt x="4" y="40"/>
                    <a:pt x="4" y="42"/>
                    <a:pt x="4" y="4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0" name="Freeform 742">
              <a:extLst>
                <a:ext uri="{FF2B5EF4-FFF2-40B4-BE49-F238E27FC236}">
                  <a16:creationId xmlns:a16="http://schemas.microsoft.com/office/drawing/2014/main" id="{94B85A4A-5BA7-4A9E-960F-B2751A4E261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77300" y="12174538"/>
              <a:ext cx="68262" cy="65087"/>
            </a:xfrm>
            <a:custGeom>
              <a:avLst/>
              <a:gdLst>
                <a:gd name="T0" fmla="*/ 70 w 88"/>
                <a:gd name="T1" fmla="*/ 18 h 85"/>
                <a:gd name="T2" fmla="*/ 67 w 88"/>
                <a:gd name="T3" fmla="*/ 70 h 85"/>
                <a:gd name="T4" fmla="*/ 18 w 88"/>
                <a:gd name="T5" fmla="*/ 68 h 85"/>
                <a:gd name="T6" fmla="*/ 19 w 88"/>
                <a:gd name="T7" fmla="*/ 18 h 85"/>
                <a:gd name="T8" fmla="*/ 70 w 88"/>
                <a:gd name="T9" fmla="*/ 18 h 85"/>
                <a:gd name="T10" fmla="*/ 28 w 88"/>
                <a:gd name="T11" fmla="*/ 26 h 85"/>
                <a:gd name="T12" fmla="*/ 22 w 88"/>
                <a:gd name="T13" fmla="*/ 65 h 85"/>
                <a:gd name="T14" fmla="*/ 61 w 88"/>
                <a:gd name="T15" fmla="*/ 60 h 85"/>
                <a:gd name="T16" fmla="*/ 65 w 88"/>
                <a:gd name="T17" fmla="*/ 19 h 85"/>
                <a:gd name="T18" fmla="*/ 28 w 88"/>
                <a:gd name="T19" fmla="*/ 2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5">
                  <a:moveTo>
                    <a:pt x="70" y="18"/>
                  </a:moveTo>
                  <a:cubicBezTo>
                    <a:pt x="80" y="28"/>
                    <a:pt x="88" y="53"/>
                    <a:pt x="67" y="70"/>
                  </a:cubicBezTo>
                  <a:cubicBezTo>
                    <a:pt x="49" y="85"/>
                    <a:pt x="27" y="78"/>
                    <a:pt x="18" y="68"/>
                  </a:cubicBezTo>
                  <a:cubicBezTo>
                    <a:pt x="9" y="59"/>
                    <a:pt x="0" y="36"/>
                    <a:pt x="19" y="18"/>
                  </a:cubicBezTo>
                  <a:cubicBezTo>
                    <a:pt x="38" y="0"/>
                    <a:pt x="60" y="8"/>
                    <a:pt x="70" y="18"/>
                  </a:cubicBezTo>
                  <a:moveTo>
                    <a:pt x="28" y="26"/>
                  </a:moveTo>
                  <a:cubicBezTo>
                    <a:pt x="13" y="41"/>
                    <a:pt x="15" y="57"/>
                    <a:pt x="22" y="65"/>
                  </a:cubicBezTo>
                  <a:cubicBezTo>
                    <a:pt x="30" y="73"/>
                    <a:pt x="46" y="74"/>
                    <a:pt x="61" y="60"/>
                  </a:cubicBezTo>
                  <a:cubicBezTo>
                    <a:pt x="75" y="46"/>
                    <a:pt x="74" y="27"/>
                    <a:pt x="65" y="19"/>
                  </a:cubicBezTo>
                  <a:cubicBezTo>
                    <a:pt x="58" y="13"/>
                    <a:pt x="43" y="11"/>
                    <a:pt x="28" y="2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1" name="Freeform 743">
              <a:extLst>
                <a:ext uri="{FF2B5EF4-FFF2-40B4-BE49-F238E27FC236}">
                  <a16:creationId xmlns:a16="http://schemas.microsoft.com/office/drawing/2014/main" id="{43E6989B-21B8-4427-AF33-8C8ABB9A06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91588" y="12406313"/>
              <a:ext cx="58737" cy="63500"/>
            </a:xfrm>
            <a:custGeom>
              <a:avLst/>
              <a:gdLst>
                <a:gd name="T0" fmla="*/ 73 w 77"/>
                <a:gd name="T1" fmla="*/ 53 h 84"/>
                <a:gd name="T2" fmla="*/ 24 w 77"/>
                <a:gd name="T3" fmla="*/ 74 h 84"/>
                <a:gd name="T4" fmla="*/ 5 w 77"/>
                <a:gd name="T5" fmla="*/ 30 h 84"/>
                <a:gd name="T6" fmla="*/ 50 w 77"/>
                <a:gd name="T7" fmla="*/ 9 h 84"/>
                <a:gd name="T8" fmla="*/ 73 w 77"/>
                <a:gd name="T9" fmla="*/ 53 h 84"/>
                <a:gd name="T10" fmla="*/ 46 w 77"/>
                <a:gd name="T11" fmla="*/ 19 h 84"/>
                <a:gd name="T12" fmla="*/ 10 w 77"/>
                <a:gd name="T13" fmla="*/ 31 h 84"/>
                <a:gd name="T14" fmla="*/ 31 w 77"/>
                <a:gd name="T15" fmla="*/ 62 h 84"/>
                <a:gd name="T16" fmla="*/ 69 w 77"/>
                <a:gd name="T17" fmla="*/ 49 h 84"/>
                <a:gd name="T18" fmla="*/ 46 w 77"/>
                <a:gd name="T19" fmla="*/ 1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84">
                  <a:moveTo>
                    <a:pt x="73" y="53"/>
                  </a:moveTo>
                  <a:cubicBezTo>
                    <a:pt x="68" y="68"/>
                    <a:pt x="48" y="84"/>
                    <a:pt x="24" y="74"/>
                  </a:cubicBezTo>
                  <a:cubicBezTo>
                    <a:pt x="5" y="65"/>
                    <a:pt x="0" y="43"/>
                    <a:pt x="5" y="30"/>
                  </a:cubicBezTo>
                  <a:cubicBezTo>
                    <a:pt x="9" y="17"/>
                    <a:pt x="27" y="0"/>
                    <a:pt x="50" y="9"/>
                  </a:cubicBezTo>
                  <a:cubicBezTo>
                    <a:pt x="72" y="17"/>
                    <a:pt x="77" y="38"/>
                    <a:pt x="73" y="53"/>
                  </a:cubicBezTo>
                  <a:moveTo>
                    <a:pt x="46" y="19"/>
                  </a:moveTo>
                  <a:cubicBezTo>
                    <a:pt x="26" y="12"/>
                    <a:pt x="13" y="21"/>
                    <a:pt x="10" y="31"/>
                  </a:cubicBezTo>
                  <a:cubicBezTo>
                    <a:pt x="7" y="40"/>
                    <a:pt x="10" y="54"/>
                    <a:pt x="31" y="62"/>
                  </a:cubicBezTo>
                  <a:cubicBezTo>
                    <a:pt x="51" y="70"/>
                    <a:pt x="66" y="62"/>
                    <a:pt x="69" y="49"/>
                  </a:cubicBezTo>
                  <a:cubicBezTo>
                    <a:pt x="71" y="44"/>
                    <a:pt x="71" y="28"/>
                    <a:pt x="46" y="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2" name="Freeform 744">
              <a:extLst>
                <a:ext uri="{FF2B5EF4-FFF2-40B4-BE49-F238E27FC236}">
                  <a16:creationId xmlns:a16="http://schemas.microsoft.com/office/drawing/2014/main" id="{226E65C6-492E-4B33-A213-500B4F9DC8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10638" y="12234863"/>
              <a:ext cx="55562" cy="53975"/>
            </a:xfrm>
            <a:custGeom>
              <a:avLst/>
              <a:gdLst>
                <a:gd name="T0" fmla="*/ 22 w 74"/>
                <a:gd name="T1" fmla="*/ 70 h 70"/>
                <a:gd name="T2" fmla="*/ 13 w 74"/>
                <a:gd name="T3" fmla="*/ 69 h 70"/>
                <a:gd name="T4" fmla="*/ 10 w 74"/>
                <a:gd name="T5" fmla="*/ 68 h 70"/>
                <a:gd name="T6" fmla="*/ 0 w 74"/>
                <a:gd name="T7" fmla="*/ 41 h 70"/>
                <a:gd name="T8" fmla="*/ 25 w 74"/>
                <a:gd name="T9" fmla="*/ 4 h 70"/>
                <a:gd name="T10" fmla="*/ 63 w 74"/>
                <a:gd name="T11" fmla="*/ 17 h 70"/>
                <a:gd name="T12" fmla="*/ 72 w 74"/>
                <a:gd name="T13" fmla="*/ 41 h 70"/>
                <a:gd name="T14" fmla="*/ 72 w 74"/>
                <a:gd name="T15" fmla="*/ 51 h 70"/>
                <a:gd name="T16" fmla="*/ 73 w 74"/>
                <a:gd name="T17" fmla="*/ 55 h 70"/>
                <a:gd name="T18" fmla="*/ 72 w 74"/>
                <a:gd name="T19" fmla="*/ 56 h 70"/>
                <a:gd name="T20" fmla="*/ 65 w 74"/>
                <a:gd name="T21" fmla="*/ 57 h 70"/>
                <a:gd name="T22" fmla="*/ 60 w 74"/>
                <a:gd name="T23" fmla="*/ 59 h 70"/>
                <a:gd name="T24" fmla="*/ 60 w 74"/>
                <a:gd name="T25" fmla="*/ 57 h 70"/>
                <a:gd name="T26" fmla="*/ 67 w 74"/>
                <a:gd name="T27" fmla="*/ 48 h 70"/>
                <a:gd name="T28" fmla="*/ 60 w 74"/>
                <a:gd name="T29" fmla="*/ 21 h 70"/>
                <a:gd name="T30" fmla="*/ 27 w 74"/>
                <a:gd name="T31" fmla="*/ 16 h 70"/>
                <a:gd name="T32" fmla="*/ 6 w 74"/>
                <a:gd name="T33" fmla="*/ 45 h 70"/>
                <a:gd name="T34" fmla="*/ 21 w 74"/>
                <a:gd name="T35" fmla="*/ 68 h 70"/>
                <a:gd name="T36" fmla="*/ 22 w 74"/>
                <a:gd name="T3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70">
                  <a:moveTo>
                    <a:pt x="22" y="70"/>
                  </a:moveTo>
                  <a:cubicBezTo>
                    <a:pt x="20" y="70"/>
                    <a:pt x="15" y="69"/>
                    <a:pt x="13" y="69"/>
                  </a:cubicBezTo>
                  <a:cubicBezTo>
                    <a:pt x="11" y="69"/>
                    <a:pt x="10" y="69"/>
                    <a:pt x="10" y="68"/>
                  </a:cubicBezTo>
                  <a:cubicBezTo>
                    <a:pt x="9" y="67"/>
                    <a:pt x="0" y="57"/>
                    <a:pt x="0" y="41"/>
                  </a:cubicBezTo>
                  <a:cubicBezTo>
                    <a:pt x="0" y="23"/>
                    <a:pt x="9" y="9"/>
                    <a:pt x="25" y="4"/>
                  </a:cubicBezTo>
                  <a:cubicBezTo>
                    <a:pt x="40" y="0"/>
                    <a:pt x="55" y="6"/>
                    <a:pt x="63" y="17"/>
                  </a:cubicBezTo>
                  <a:cubicBezTo>
                    <a:pt x="70" y="26"/>
                    <a:pt x="71" y="37"/>
                    <a:pt x="72" y="41"/>
                  </a:cubicBezTo>
                  <a:cubicBezTo>
                    <a:pt x="72" y="46"/>
                    <a:pt x="72" y="49"/>
                    <a:pt x="72" y="51"/>
                  </a:cubicBezTo>
                  <a:cubicBezTo>
                    <a:pt x="73" y="53"/>
                    <a:pt x="73" y="54"/>
                    <a:pt x="73" y="55"/>
                  </a:cubicBezTo>
                  <a:cubicBezTo>
                    <a:pt x="74" y="55"/>
                    <a:pt x="73" y="56"/>
                    <a:pt x="72" y="56"/>
                  </a:cubicBezTo>
                  <a:cubicBezTo>
                    <a:pt x="71" y="56"/>
                    <a:pt x="67" y="57"/>
                    <a:pt x="65" y="57"/>
                  </a:cubicBezTo>
                  <a:cubicBezTo>
                    <a:pt x="64" y="58"/>
                    <a:pt x="61" y="59"/>
                    <a:pt x="60" y="59"/>
                  </a:cubicBezTo>
                  <a:cubicBezTo>
                    <a:pt x="58" y="59"/>
                    <a:pt x="58" y="59"/>
                    <a:pt x="60" y="57"/>
                  </a:cubicBezTo>
                  <a:cubicBezTo>
                    <a:pt x="61" y="56"/>
                    <a:pt x="66" y="54"/>
                    <a:pt x="67" y="48"/>
                  </a:cubicBezTo>
                  <a:cubicBezTo>
                    <a:pt x="67" y="42"/>
                    <a:pt x="68" y="30"/>
                    <a:pt x="60" y="21"/>
                  </a:cubicBezTo>
                  <a:cubicBezTo>
                    <a:pt x="53" y="15"/>
                    <a:pt x="42" y="10"/>
                    <a:pt x="27" y="16"/>
                  </a:cubicBezTo>
                  <a:cubicBezTo>
                    <a:pt x="14" y="21"/>
                    <a:pt x="6" y="32"/>
                    <a:pt x="6" y="45"/>
                  </a:cubicBezTo>
                  <a:cubicBezTo>
                    <a:pt x="6" y="58"/>
                    <a:pt x="14" y="66"/>
                    <a:pt x="21" y="68"/>
                  </a:cubicBezTo>
                  <a:cubicBezTo>
                    <a:pt x="24" y="69"/>
                    <a:pt x="25" y="70"/>
                    <a:pt x="22" y="7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3" name="Freeform 745">
              <a:extLst>
                <a:ext uri="{FF2B5EF4-FFF2-40B4-BE49-F238E27FC236}">
                  <a16:creationId xmlns:a16="http://schemas.microsoft.com/office/drawing/2014/main" id="{716E4A1C-E541-44C4-9E36-D20125577F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20163" y="12293600"/>
              <a:ext cx="52387" cy="52387"/>
            </a:xfrm>
            <a:custGeom>
              <a:avLst/>
              <a:gdLst>
                <a:gd name="T0" fmla="*/ 66 w 70"/>
                <a:gd name="T1" fmla="*/ 3 h 69"/>
                <a:gd name="T2" fmla="*/ 68 w 70"/>
                <a:gd name="T3" fmla="*/ 20 h 69"/>
                <a:gd name="T4" fmla="*/ 67 w 70"/>
                <a:gd name="T5" fmla="*/ 21 h 69"/>
                <a:gd name="T6" fmla="*/ 64 w 70"/>
                <a:gd name="T7" fmla="*/ 18 h 69"/>
                <a:gd name="T8" fmla="*/ 35 w 70"/>
                <a:gd name="T9" fmla="*/ 20 h 69"/>
                <a:gd name="T10" fmla="*/ 60 w 70"/>
                <a:gd name="T11" fmla="*/ 40 h 69"/>
                <a:gd name="T12" fmla="*/ 67 w 70"/>
                <a:gd name="T13" fmla="*/ 44 h 69"/>
                <a:gd name="T14" fmla="*/ 67 w 70"/>
                <a:gd name="T15" fmla="*/ 44 h 69"/>
                <a:gd name="T16" fmla="*/ 69 w 70"/>
                <a:gd name="T17" fmla="*/ 45 h 69"/>
                <a:gd name="T18" fmla="*/ 69 w 70"/>
                <a:gd name="T19" fmla="*/ 51 h 69"/>
                <a:gd name="T20" fmla="*/ 69 w 70"/>
                <a:gd name="T21" fmla="*/ 55 h 69"/>
                <a:gd name="T22" fmla="*/ 67 w 70"/>
                <a:gd name="T23" fmla="*/ 55 h 69"/>
                <a:gd name="T24" fmla="*/ 54 w 70"/>
                <a:gd name="T25" fmla="*/ 44 h 69"/>
                <a:gd name="T26" fmla="*/ 37 w 70"/>
                <a:gd name="T27" fmla="*/ 31 h 69"/>
                <a:gd name="T28" fmla="*/ 11 w 70"/>
                <a:gd name="T29" fmla="*/ 56 h 69"/>
                <a:gd name="T30" fmla="*/ 2 w 70"/>
                <a:gd name="T31" fmla="*/ 67 h 69"/>
                <a:gd name="T32" fmla="*/ 1 w 70"/>
                <a:gd name="T33" fmla="*/ 68 h 69"/>
                <a:gd name="T34" fmla="*/ 2 w 70"/>
                <a:gd name="T35" fmla="*/ 58 h 69"/>
                <a:gd name="T36" fmla="*/ 3 w 70"/>
                <a:gd name="T37" fmla="*/ 48 h 69"/>
                <a:gd name="T38" fmla="*/ 4 w 70"/>
                <a:gd name="T39" fmla="*/ 48 h 69"/>
                <a:gd name="T40" fmla="*/ 18 w 70"/>
                <a:gd name="T41" fmla="*/ 36 h 69"/>
                <a:gd name="T42" fmla="*/ 33 w 70"/>
                <a:gd name="T43" fmla="*/ 21 h 69"/>
                <a:gd name="T44" fmla="*/ 11 w 70"/>
                <a:gd name="T45" fmla="*/ 23 h 69"/>
                <a:gd name="T46" fmla="*/ 4 w 70"/>
                <a:gd name="T47" fmla="*/ 26 h 69"/>
                <a:gd name="T48" fmla="*/ 2 w 70"/>
                <a:gd name="T49" fmla="*/ 29 h 69"/>
                <a:gd name="T50" fmla="*/ 1 w 70"/>
                <a:gd name="T51" fmla="*/ 29 h 69"/>
                <a:gd name="T52" fmla="*/ 1 w 70"/>
                <a:gd name="T53" fmla="*/ 19 h 69"/>
                <a:gd name="T54" fmla="*/ 0 w 70"/>
                <a:gd name="T55" fmla="*/ 11 h 69"/>
                <a:gd name="T56" fmla="*/ 1 w 70"/>
                <a:gd name="T57" fmla="*/ 11 h 69"/>
                <a:gd name="T58" fmla="*/ 3 w 70"/>
                <a:gd name="T59" fmla="*/ 13 h 69"/>
                <a:gd name="T60" fmla="*/ 32 w 70"/>
                <a:gd name="T61" fmla="*/ 11 h 69"/>
                <a:gd name="T62" fmla="*/ 61 w 70"/>
                <a:gd name="T63" fmla="*/ 7 h 69"/>
                <a:gd name="T64" fmla="*/ 65 w 70"/>
                <a:gd name="T65" fmla="*/ 3 h 69"/>
                <a:gd name="T66" fmla="*/ 66 w 70"/>
                <a:gd name="T67" fmla="*/ 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66" y="3"/>
                  </a:moveTo>
                  <a:cubicBezTo>
                    <a:pt x="66" y="6"/>
                    <a:pt x="68" y="18"/>
                    <a:pt x="68" y="20"/>
                  </a:cubicBezTo>
                  <a:cubicBezTo>
                    <a:pt x="69" y="23"/>
                    <a:pt x="67" y="22"/>
                    <a:pt x="67" y="21"/>
                  </a:cubicBezTo>
                  <a:cubicBezTo>
                    <a:pt x="67" y="20"/>
                    <a:pt x="66" y="18"/>
                    <a:pt x="64" y="18"/>
                  </a:cubicBezTo>
                  <a:cubicBezTo>
                    <a:pt x="61" y="18"/>
                    <a:pt x="46" y="19"/>
                    <a:pt x="35" y="20"/>
                  </a:cubicBezTo>
                  <a:cubicBezTo>
                    <a:pt x="40" y="26"/>
                    <a:pt x="58" y="39"/>
                    <a:pt x="60" y="40"/>
                  </a:cubicBezTo>
                  <a:cubicBezTo>
                    <a:pt x="63" y="42"/>
                    <a:pt x="66" y="44"/>
                    <a:pt x="67" y="44"/>
                  </a:cubicBezTo>
                  <a:cubicBezTo>
                    <a:pt x="67" y="44"/>
                    <a:pt x="67" y="45"/>
                    <a:pt x="67" y="44"/>
                  </a:cubicBezTo>
                  <a:cubicBezTo>
                    <a:pt x="68" y="43"/>
                    <a:pt x="69" y="39"/>
                    <a:pt x="69" y="45"/>
                  </a:cubicBezTo>
                  <a:cubicBezTo>
                    <a:pt x="69" y="46"/>
                    <a:pt x="69" y="50"/>
                    <a:pt x="69" y="51"/>
                  </a:cubicBezTo>
                  <a:cubicBezTo>
                    <a:pt x="69" y="52"/>
                    <a:pt x="69" y="54"/>
                    <a:pt x="69" y="55"/>
                  </a:cubicBezTo>
                  <a:cubicBezTo>
                    <a:pt x="70" y="58"/>
                    <a:pt x="69" y="57"/>
                    <a:pt x="67" y="55"/>
                  </a:cubicBezTo>
                  <a:cubicBezTo>
                    <a:pt x="64" y="51"/>
                    <a:pt x="57" y="46"/>
                    <a:pt x="54" y="44"/>
                  </a:cubicBezTo>
                  <a:cubicBezTo>
                    <a:pt x="52" y="42"/>
                    <a:pt x="37" y="31"/>
                    <a:pt x="37" y="31"/>
                  </a:cubicBezTo>
                  <a:cubicBezTo>
                    <a:pt x="37" y="31"/>
                    <a:pt x="15" y="52"/>
                    <a:pt x="11" y="56"/>
                  </a:cubicBezTo>
                  <a:cubicBezTo>
                    <a:pt x="10" y="58"/>
                    <a:pt x="4" y="63"/>
                    <a:pt x="2" y="67"/>
                  </a:cubicBezTo>
                  <a:cubicBezTo>
                    <a:pt x="2" y="68"/>
                    <a:pt x="1" y="69"/>
                    <a:pt x="1" y="68"/>
                  </a:cubicBezTo>
                  <a:cubicBezTo>
                    <a:pt x="2" y="67"/>
                    <a:pt x="2" y="61"/>
                    <a:pt x="2" y="58"/>
                  </a:cubicBezTo>
                  <a:cubicBezTo>
                    <a:pt x="3" y="56"/>
                    <a:pt x="3" y="49"/>
                    <a:pt x="3" y="48"/>
                  </a:cubicBezTo>
                  <a:cubicBezTo>
                    <a:pt x="3" y="47"/>
                    <a:pt x="4" y="48"/>
                    <a:pt x="4" y="48"/>
                  </a:cubicBezTo>
                  <a:cubicBezTo>
                    <a:pt x="5" y="48"/>
                    <a:pt x="12" y="43"/>
                    <a:pt x="18" y="36"/>
                  </a:cubicBezTo>
                  <a:cubicBezTo>
                    <a:pt x="23" y="31"/>
                    <a:pt x="32" y="22"/>
                    <a:pt x="33" y="21"/>
                  </a:cubicBezTo>
                  <a:cubicBezTo>
                    <a:pt x="31" y="21"/>
                    <a:pt x="15" y="23"/>
                    <a:pt x="11" y="23"/>
                  </a:cubicBezTo>
                  <a:cubicBezTo>
                    <a:pt x="8" y="24"/>
                    <a:pt x="5" y="25"/>
                    <a:pt x="4" y="26"/>
                  </a:cubicBezTo>
                  <a:cubicBezTo>
                    <a:pt x="3" y="27"/>
                    <a:pt x="2" y="28"/>
                    <a:pt x="2" y="29"/>
                  </a:cubicBezTo>
                  <a:cubicBezTo>
                    <a:pt x="2" y="30"/>
                    <a:pt x="1" y="30"/>
                    <a:pt x="1" y="29"/>
                  </a:cubicBezTo>
                  <a:cubicBezTo>
                    <a:pt x="1" y="28"/>
                    <a:pt x="1" y="21"/>
                    <a:pt x="1" y="19"/>
                  </a:cubicBezTo>
                  <a:cubicBezTo>
                    <a:pt x="1" y="17"/>
                    <a:pt x="0" y="12"/>
                    <a:pt x="0" y="11"/>
                  </a:cubicBezTo>
                  <a:cubicBezTo>
                    <a:pt x="0" y="11"/>
                    <a:pt x="0" y="10"/>
                    <a:pt x="1" y="11"/>
                  </a:cubicBezTo>
                  <a:cubicBezTo>
                    <a:pt x="1" y="12"/>
                    <a:pt x="1" y="12"/>
                    <a:pt x="3" y="13"/>
                  </a:cubicBezTo>
                  <a:cubicBezTo>
                    <a:pt x="5" y="14"/>
                    <a:pt x="8" y="14"/>
                    <a:pt x="32" y="11"/>
                  </a:cubicBezTo>
                  <a:cubicBezTo>
                    <a:pt x="57" y="8"/>
                    <a:pt x="58" y="8"/>
                    <a:pt x="61" y="7"/>
                  </a:cubicBezTo>
                  <a:cubicBezTo>
                    <a:pt x="63" y="6"/>
                    <a:pt x="65" y="5"/>
                    <a:pt x="65" y="3"/>
                  </a:cubicBezTo>
                  <a:cubicBezTo>
                    <a:pt x="65" y="2"/>
                    <a:pt x="66" y="0"/>
                    <a:pt x="66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4" name="Freeform 746">
              <a:extLst>
                <a:ext uri="{FF2B5EF4-FFF2-40B4-BE49-F238E27FC236}">
                  <a16:creationId xmlns:a16="http://schemas.microsoft.com/office/drawing/2014/main" id="{11D13D8A-BF11-4416-9D0C-23BF6E8D5B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09050" y="12349163"/>
              <a:ext cx="61912" cy="63500"/>
            </a:xfrm>
            <a:custGeom>
              <a:avLst/>
              <a:gdLst>
                <a:gd name="T0" fmla="*/ 80 w 81"/>
                <a:gd name="T1" fmla="*/ 13 h 83"/>
                <a:gd name="T2" fmla="*/ 77 w 81"/>
                <a:gd name="T3" fmla="*/ 29 h 83"/>
                <a:gd name="T4" fmla="*/ 76 w 81"/>
                <a:gd name="T5" fmla="*/ 30 h 83"/>
                <a:gd name="T6" fmla="*/ 74 w 81"/>
                <a:gd name="T7" fmla="*/ 27 h 83"/>
                <a:gd name="T8" fmla="*/ 62 w 81"/>
                <a:gd name="T9" fmla="*/ 24 h 83"/>
                <a:gd name="T10" fmla="*/ 48 w 81"/>
                <a:gd name="T11" fmla="*/ 22 h 83"/>
                <a:gd name="T12" fmla="*/ 44 w 81"/>
                <a:gd name="T13" fmla="*/ 40 h 83"/>
                <a:gd name="T14" fmla="*/ 40 w 81"/>
                <a:gd name="T15" fmla="*/ 59 h 83"/>
                <a:gd name="T16" fmla="*/ 56 w 81"/>
                <a:gd name="T17" fmla="*/ 63 h 83"/>
                <a:gd name="T18" fmla="*/ 69 w 81"/>
                <a:gd name="T19" fmla="*/ 64 h 83"/>
                <a:gd name="T20" fmla="*/ 70 w 81"/>
                <a:gd name="T21" fmla="*/ 65 h 83"/>
                <a:gd name="T22" fmla="*/ 66 w 81"/>
                <a:gd name="T23" fmla="*/ 79 h 83"/>
                <a:gd name="T24" fmla="*/ 65 w 81"/>
                <a:gd name="T25" fmla="*/ 80 h 83"/>
                <a:gd name="T26" fmla="*/ 62 w 81"/>
                <a:gd name="T27" fmla="*/ 75 h 83"/>
                <a:gd name="T28" fmla="*/ 35 w 81"/>
                <a:gd name="T29" fmla="*/ 67 h 83"/>
                <a:gd name="T30" fmla="*/ 6 w 81"/>
                <a:gd name="T31" fmla="*/ 60 h 83"/>
                <a:gd name="T32" fmla="*/ 3 w 81"/>
                <a:gd name="T33" fmla="*/ 61 h 83"/>
                <a:gd name="T34" fmla="*/ 1 w 81"/>
                <a:gd name="T35" fmla="*/ 61 h 83"/>
                <a:gd name="T36" fmla="*/ 6 w 81"/>
                <a:gd name="T37" fmla="*/ 46 h 83"/>
                <a:gd name="T38" fmla="*/ 7 w 81"/>
                <a:gd name="T39" fmla="*/ 45 h 83"/>
                <a:gd name="T40" fmla="*/ 10 w 81"/>
                <a:gd name="T41" fmla="*/ 49 h 83"/>
                <a:gd name="T42" fmla="*/ 35 w 81"/>
                <a:gd name="T43" fmla="*/ 57 h 83"/>
                <a:gd name="T44" fmla="*/ 39 w 81"/>
                <a:gd name="T45" fmla="*/ 39 h 83"/>
                <a:gd name="T46" fmla="*/ 43 w 81"/>
                <a:gd name="T47" fmla="*/ 21 h 83"/>
                <a:gd name="T48" fmla="*/ 34 w 81"/>
                <a:gd name="T49" fmla="*/ 20 h 83"/>
                <a:gd name="T50" fmla="*/ 15 w 81"/>
                <a:gd name="T51" fmla="*/ 18 h 83"/>
                <a:gd name="T52" fmla="*/ 12 w 81"/>
                <a:gd name="T53" fmla="*/ 20 h 83"/>
                <a:gd name="T54" fmla="*/ 11 w 81"/>
                <a:gd name="T55" fmla="*/ 20 h 83"/>
                <a:gd name="T56" fmla="*/ 14 w 81"/>
                <a:gd name="T57" fmla="*/ 5 h 83"/>
                <a:gd name="T58" fmla="*/ 15 w 81"/>
                <a:gd name="T59" fmla="*/ 3 h 83"/>
                <a:gd name="T60" fmla="*/ 17 w 81"/>
                <a:gd name="T61" fmla="*/ 6 h 83"/>
                <a:gd name="T62" fmla="*/ 45 w 81"/>
                <a:gd name="T63" fmla="*/ 12 h 83"/>
                <a:gd name="T64" fmla="*/ 76 w 81"/>
                <a:gd name="T65" fmla="*/ 15 h 83"/>
                <a:gd name="T66" fmla="*/ 79 w 81"/>
                <a:gd name="T67" fmla="*/ 12 h 83"/>
                <a:gd name="T68" fmla="*/ 80 w 81"/>
                <a:gd name="T69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1" h="83">
                  <a:moveTo>
                    <a:pt x="80" y="13"/>
                  </a:moveTo>
                  <a:cubicBezTo>
                    <a:pt x="79" y="15"/>
                    <a:pt x="77" y="27"/>
                    <a:pt x="77" y="29"/>
                  </a:cubicBezTo>
                  <a:cubicBezTo>
                    <a:pt x="77" y="32"/>
                    <a:pt x="76" y="32"/>
                    <a:pt x="76" y="30"/>
                  </a:cubicBezTo>
                  <a:cubicBezTo>
                    <a:pt x="76" y="28"/>
                    <a:pt x="75" y="28"/>
                    <a:pt x="74" y="27"/>
                  </a:cubicBezTo>
                  <a:cubicBezTo>
                    <a:pt x="73" y="26"/>
                    <a:pt x="70" y="25"/>
                    <a:pt x="62" y="24"/>
                  </a:cubicBezTo>
                  <a:cubicBezTo>
                    <a:pt x="53" y="23"/>
                    <a:pt x="48" y="22"/>
                    <a:pt x="48" y="22"/>
                  </a:cubicBezTo>
                  <a:cubicBezTo>
                    <a:pt x="48" y="22"/>
                    <a:pt x="45" y="33"/>
                    <a:pt x="44" y="40"/>
                  </a:cubicBezTo>
                  <a:cubicBezTo>
                    <a:pt x="42" y="48"/>
                    <a:pt x="40" y="59"/>
                    <a:pt x="40" y="59"/>
                  </a:cubicBezTo>
                  <a:cubicBezTo>
                    <a:pt x="40" y="59"/>
                    <a:pt x="52" y="62"/>
                    <a:pt x="56" y="63"/>
                  </a:cubicBezTo>
                  <a:cubicBezTo>
                    <a:pt x="61" y="65"/>
                    <a:pt x="67" y="67"/>
                    <a:pt x="69" y="64"/>
                  </a:cubicBezTo>
                  <a:cubicBezTo>
                    <a:pt x="71" y="61"/>
                    <a:pt x="72" y="62"/>
                    <a:pt x="70" y="65"/>
                  </a:cubicBezTo>
                  <a:cubicBezTo>
                    <a:pt x="70" y="65"/>
                    <a:pt x="67" y="77"/>
                    <a:pt x="66" y="79"/>
                  </a:cubicBezTo>
                  <a:cubicBezTo>
                    <a:pt x="66" y="83"/>
                    <a:pt x="65" y="81"/>
                    <a:pt x="65" y="80"/>
                  </a:cubicBezTo>
                  <a:cubicBezTo>
                    <a:pt x="65" y="79"/>
                    <a:pt x="66" y="77"/>
                    <a:pt x="62" y="75"/>
                  </a:cubicBezTo>
                  <a:cubicBezTo>
                    <a:pt x="59" y="74"/>
                    <a:pt x="46" y="70"/>
                    <a:pt x="35" y="67"/>
                  </a:cubicBezTo>
                  <a:cubicBezTo>
                    <a:pt x="24" y="63"/>
                    <a:pt x="11" y="59"/>
                    <a:pt x="6" y="60"/>
                  </a:cubicBezTo>
                  <a:cubicBezTo>
                    <a:pt x="4" y="60"/>
                    <a:pt x="3" y="61"/>
                    <a:pt x="3" y="61"/>
                  </a:cubicBezTo>
                  <a:cubicBezTo>
                    <a:pt x="2" y="63"/>
                    <a:pt x="0" y="63"/>
                    <a:pt x="1" y="61"/>
                  </a:cubicBezTo>
                  <a:cubicBezTo>
                    <a:pt x="3" y="59"/>
                    <a:pt x="5" y="49"/>
                    <a:pt x="6" y="46"/>
                  </a:cubicBezTo>
                  <a:cubicBezTo>
                    <a:pt x="7" y="41"/>
                    <a:pt x="7" y="44"/>
                    <a:pt x="7" y="45"/>
                  </a:cubicBezTo>
                  <a:cubicBezTo>
                    <a:pt x="7" y="46"/>
                    <a:pt x="7" y="48"/>
                    <a:pt x="10" y="49"/>
                  </a:cubicBezTo>
                  <a:cubicBezTo>
                    <a:pt x="15" y="52"/>
                    <a:pt x="35" y="57"/>
                    <a:pt x="35" y="57"/>
                  </a:cubicBezTo>
                  <a:cubicBezTo>
                    <a:pt x="35" y="57"/>
                    <a:pt x="38" y="47"/>
                    <a:pt x="39" y="39"/>
                  </a:cubicBezTo>
                  <a:cubicBezTo>
                    <a:pt x="41" y="30"/>
                    <a:pt x="43" y="21"/>
                    <a:pt x="43" y="21"/>
                  </a:cubicBezTo>
                  <a:cubicBezTo>
                    <a:pt x="43" y="21"/>
                    <a:pt x="38" y="20"/>
                    <a:pt x="34" y="20"/>
                  </a:cubicBezTo>
                  <a:cubicBezTo>
                    <a:pt x="30" y="19"/>
                    <a:pt x="17" y="17"/>
                    <a:pt x="15" y="18"/>
                  </a:cubicBezTo>
                  <a:cubicBezTo>
                    <a:pt x="14" y="18"/>
                    <a:pt x="13" y="19"/>
                    <a:pt x="12" y="20"/>
                  </a:cubicBezTo>
                  <a:cubicBezTo>
                    <a:pt x="12" y="21"/>
                    <a:pt x="10" y="23"/>
                    <a:pt x="11" y="20"/>
                  </a:cubicBezTo>
                  <a:cubicBezTo>
                    <a:pt x="12" y="18"/>
                    <a:pt x="13" y="9"/>
                    <a:pt x="14" y="5"/>
                  </a:cubicBezTo>
                  <a:cubicBezTo>
                    <a:pt x="14" y="0"/>
                    <a:pt x="15" y="2"/>
                    <a:pt x="15" y="3"/>
                  </a:cubicBezTo>
                  <a:cubicBezTo>
                    <a:pt x="15" y="4"/>
                    <a:pt x="16" y="6"/>
                    <a:pt x="17" y="6"/>
                  </a:cubicBezTo>
                  <a:cubicBezTo>
                    <a:pt x="21" y="8"/>
                    <a:pt x="29" y="9"/>
                    <a:pt x="45" y="12"/>
                  </a:cubicBezTo>
                  <a:cubicBezTo>
                    <a:pt x="62" y="14"/>
                    <a:pt x="74" y="16"/>
                    <a:pt x="76" y="15"/>
                  </a:cubicBezTo>
                  <a:cubicBezTo>
                    <a:pt x="78" y="14"/>
                    <a:pt x="78" y="13"/>
                    <a:pt x="79" y="12"/>
                  </a:cubicBezTo>
                  <a:cubicBezTo>
                    <a:pt x="79" y="11"/>
                    <a:pt x="81" y="10"/>
                    <a:pt x="80" y="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5" name="Freeform 747">
              <a:extLst>
                <a:ext uri="{FF2B5EF4-FFF2-40B4-BE49-F238E27FC236}">
                  <a16:creationId xmlns:a16="http://schemas.microsoft.com/office/drawing/2014/main" id="{9BCEB421-FB9C-475E-B3A0-800310FCC3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61425" y="12450763"/>
              <a:ext cx="60325" cy="47625"/>
            </a:xfrm>
            <a:custGeom>
              <a:avLst/>
              <a:gdLst>
                <a:gd name="T0" fmla="*/ 77 w 79"/>
                <a:gd name="T1" fmla="*/ 46 h 61"/>
                <a:gd name="T2" fmla="*/ 66 w 79"/>
                <a:gd name="T3" fmla="*/ 59 h 61"/>
                <a:gd name="T4" fmla="*/ 65 w 79"/>
                <a:gd name="T5" fmla="*/ 58 h 61"/>
                <a:gd name="T6" fmla="*/ 64 w 79"/>
                <a:gd name="T7" fmla="*/ 55 h 61"/>
                <a:gd name="T8" fmla="*/ 44 w 79"/>
                <a:gd name="T9" fmla="*/ 37 h 61"/>
                <a:gd name="T10" fmla="*/ 21 w 79"/>
                <a:gd name="T11" fmla="*/ 19 h 61"/>
                <a:gd name="T12" fmla="*/ 15 w 79"/>
                <a:gd name="T13" fmla="*/ 22 h 61"/>
                <a:gd name="T14" fmla="*/ 4 w 79"/>
                <a:gd name="T15" fmla="*/ 35 h 61"/>
                <a:gd name="T16" fmla="*/ 3 w 79"/>
                <a:gd name="T17" fmla="*/ 42 h 61"/>
                <a:gd name="T18" fmla="*/ 2 w 79"/>
                <a:gd name="T19" fmla="*/ 42 h 61"/>
                <a:gd name="T20" fmla="*/ 0 w 79"/>
                <a:gd name="T21" fmla="*/ 33 h 61"/>
                <a:gd name="T22" fmla="*/ 1 w 79"/>
                <a:gd name="T23" fmla="*/ 30 h 61"/>
                <a:gd name="T24" fmla="*/ 19 w 79"/>
                <a:gd name="T25" fmla="*/ 10 h 61"/>
                <a:gd name="T26" fmla="*/ 25 w 79"/>
                <a:gd name="T27" fmla="*/ 2 h 61"/>
                <a:gd name="T28" fmla="*/ 27 w 79"/>
                <a:gd name="T29" fmla="*/ 3 h 61"/>
                <a:gd name="T30" fmla="*/ 26 w 79"/>
                <a:gd name="T31" fmla="*/ 7 h 61"/>
                <a:gd name="T32" fmla="*/ 48 w 79"/>
                <a:gd name="T33" fmla="*/ 27 h 61"/>
                <a:gd name="T34" fmla="*/ 73 w 79"/>
                <a:gd name="T35" fmla="*/ 46 h 61"/>
                <a:gd name="T36" fmla="*/ 76 w 79"/>
                <a:gd name="T37" fmla="*/ 45 h 61"/>
                <a:gd name="T38" fmla="*/ 77 w 79"/>
                <a:gd name="T39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9" h="61">
                  <a:moveTo>
                    <a:pt x="77" y="46"/>
                  </a:moveTo>
                  <a:cubicBezTo>
                    <a:pt x="75" y="47"/>
                    <a:pt x="68" y="56"/>
                    <a:pt x="66" y="59"/>
                  </a:cubicBezTo>
                  <a:cubicBezTo>
                    <a:pt x="64" y="61"/>
                    <a:pt x="64" y="59"/>
                    <a:pt x="65" y="58"/>
                  </a:cubicBezTo>
                  <a:cubicBezTo>
                    <a:pt x="66" y="57"/>
                    <a:pt x="65" y="56"/>
                    <a:pt x="64" y="55"/>
                  </a:cubicBezTo>
                  <a:cubicBezTo>
                    <a:pt x="63" y="52"/>
                    <a:pt x="55" y="46"/>
                    <a:pt x="44" y="37"/>
                  </a:cubicBezTo>
                  <a:cubicBezTo>
                    <a:pt x="34" y="28"/>
                    <a:pt x="24" y="19"/>
                    <a:pt x="21" y="19"/>
                  </a:cubicBezTo>
                  <a:cubicBezTo>
                    <a:pt x="20" y="19"/>
                    <a:pt x="18" y="19"/>
                    <a:pt x="15" y="22"/>
                  </a:cubicBezTo>
                  <a:cubicBezTo>
                    <a:pt x="11" y="26"/>
                    <a:pt x="6" y="33"/>
                    <a:pt x="4" y="35"/>
                  </a:cubicBezTo>
                  <a:cubicBezTo>
                    <a:pt x="3" y="38"/>
                    <a:pt x="3" y="41"/>
                    <a:pt x="3" y="42"/>
                  </a:cubicBezTo>
                  <a:cubicBezTo>
                    <a:pt x="3" y="43"/>
                    <a:pt x="3" y="43"/>
                    <a:pt x="2" y="42"/>
                  </a:cubicBezTo>
                  <a:cubicBezTo>
                    <a:pt x="1" y="40"/>
                    <a:pt x="0" y="34"/>
                    <a:pt x="0" y="33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8"/>
                    <a:pt x="16" y="12"/>
                    <a:pt x="19" y="10"/>
                  </a:cubicBezTo>
                  <a:cubicBezTo>
                    <a:pt x="21" y="8"/>
                    <a:pt x="24" y="4"/>
                    <a:pt x="25" y="2"/>
                  </a:cubicBezTo>
                  <a:cubicBezTo>
                    <a:pt x="26" y="0"/>
                    <a:pt x="27" y="1"/>
                    <a:pt x="27" y="3"/>
                  </a:cubicBezTo>
                  <a:cubicBezTo>
                    <a:pt x="26" y="4"/>
                    <a:pt x="25" y="5"/>
                    <a:pt x="26" y="7"/>
                  </a:cubicBezTo>
                  <a:cubicBezTo>
                    <a:pt x="27" y="11"/>
                    <a:pt x="40" y="21"/>
                    <a:pt x="48" y="27"/>
                  </a:cubicBezTo>
                  <a:cubicBezTo>
                    <a:pt x="63" y="39"/>
                    <a:pt x="70" y="46"/>
                    <a:pt x="73" y="46"/>
                  </a:cubicBezTo>
                  <a:cubicBezTo>
                    <a:pt x="75" y="46"/>
                    <a:pt x="75" y="46"/>
                    <a:pt x="76" y="45"/>
                  </a:cubicBezTo>
                  <a:cubicBezTo>
                    <a:pt x="77" y="44"/>
                    <a:pt x="79" y="45"/>
                    <a:pt x="77" y="4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6" name="Freeform 748">
              <a:extLst>
                <a:ext uri="{FF2B5EF4-FFF2-40B4-BE49-F238E27FC236}">
                  <a16:creationId xmlns:a16="http://schemas.microsoft.com/office/drawing/2014/main" id="{72A32F4D-45B3-4AF6-9448-BE429FC16A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02688" y="12480925"/>
              <a:ext cx="77787" cy="77787"/>
            </a:xfrm>
            <a:custGeom>
              <a:avLst/>
              <a:gdLst>
                <a:gd name="T0" fmla="*/ 67 w 102"/>
                <a:gd name="T1" fmla="*/ 6 h 101"/>
                <a:gd name="T2" fmla="*/ 83 w 102"/>
                <a:gd name="T3" fmla="*/ 33 h 101"/>
                <a:gd name="T4" fmla="*/ 100 w 102"/>
                <a:gd name="T5" fmla="*/ 62 h 101"/>
                <a:gd name="T6" fmla="*/ 99 w 102"/>
                <a:gd name="T7" fmla="*/ 64 h 101"/>
                <a:gd name="T8" fmla="*/ 66 w 102"/>
                <a:gd name="T9" fmla="*/ 48 h 101"/>
                <a:gd name="T10" fmla="*/ 44 w 102"/>
                <a:gd name="T11" fmla="*/ 37 h 101"/>
                <a:gd name="T12" fmla="*/ 48 w 102"/>
                <a:gd name="T13" fmla="*/ 69 h 101"/>
                <a:gd name="T14" fmla="*/ 52 w 102"/>
                <a:gd name="T15" fmla="*/ 98 h 101"/>
                <a:gd name="T16" fmla="*/ 50 w 102"/>
                <a:gd name="T17" fmla="*/ 99 h 101"/>
                <a:gd name="T18" fmla="*/ 10 w 102"/>
                <a:gd name="T19" fmla="*/ 48 h 101"/>
                <a:gd name="T20" fmla="*/ 4 w 102"/>
                <a:gd name="T21" fmla="*/ 45 h 101"/>
                <a:gd name="T22" fmla="*/ 2 w 102"/>
                <a:gd name="T23" fmla="*/ 46 h 101"/>
                <a:gd name="T24" fmla="*/ 1 w 102"/>
                <a:gd name="T25" fmla="*/ 45 h 101"/>
                <a:gd name="T26" fmla="*/ 17 w 102"/>
                <a:gd name="T27" fmla="*/ 36 h 101"/>
                <a:gd name="T28" fmla="*/ 18 w 102"/>
                <a:gd name="T29" fmla="*/ 37 h 101"/>
                <a:gd name="T30" fmla="*/ 16 w 102"/>
                <a:gd name="T31" fmla="*/ 41 h 101"/>
                <a:gd name="T32" fmla="*/ 43 w 102"/>
                <a:gd name="T33" fmla="*/ 77 h 101"/>
                <a:gd name="T34" fmla="*/ 38 w 102"/>
                <a:gd name="T35" fmla="*/ 44 h 101"/>
                <a:gd name="T36" fmla="*/ 35 w 102"/>
                <a:gd name="T37" fmla="*/ 23 h 101"/>
                <a:gd name="T38" fmla="*/ 36 w 102"/>
                <a:gd name="T39" fmla="*/ 22 h 101"/>
                <a:gd name="T40" fmla="*/ 65 w 102"/>
                <a:gd name="T41" fmla="*/ 37 h 101"/>
                <a:gd name="T42" fmla="*/ 84 w 102"/>
                <a:gd name="T43" fmla="*/ 47 h 101"/>
                <a:gd name="T44" fmla="*/ 64 w 102"/>
                <a:gd name="T45" fmla="*/ 14 h 101"/>
                <a:gd name="T46" fmla="*/ 60 w 102"/>
                <a:gd name="T47" fmla="*/ 10 h 101"/>
                <a:gd name="T48" fmla="*/ 56 w 102"/>
                <a:gd name="T49" fmla="*/ 11 h 101"/>
                <a:gd name="T50" fmla="*/ 56 w 102"/>
                <a:gd name="T51" fmla="*/ 10 h 101"/>
                <a:gd name="T52" fmla="*/ 62 w 102"/>
                <a:gd name="T53" fmla="*/ 6 h 101"/>
                <a:gd name="T54" fmla="*/ 68 w 102"/>
                <a:gd name="T55" fmla="*/ 0 h 101"/>
                <a:gd name="T56" fmla="*/ 69 w 102"/>
                <a:gd name="T57" fmla="*/ 1 h 101"/>
                <a:gd name="T58" fmla="*/ 67 w 102"/>
                <a:gd name="T59" fmla="*/ 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2" h="101">
                  <a:moveTo>
                    <a:pt x="67" y="6"/>
                  </a:moveTo>
                  <a:cubicBezTo>
                    <a:pt x="68" y="8"/>
                    <a:pt x="75" y="20"/>
                    <a:pt x="83" y="33"/>
                  </a:cubicBezTo>
                  <a:cubicBezTo>
                    <a:pt x="91" y="46"/>
                    <a:pt x="99" y="59"/>
                    <a:pt x="100" y="62"/>
                  </a:cubicBezTo>
                  <a:cubicBezTo>
                    <a:pt x="102" y="66"/>
                    <a:pt x="102" y="66"/>
                    <a:pt x="99" y="64"/>
                  </a:cubicBezTo>
                  <a:cubicBezTo>
                    <a:pt x="93" y="62"/>
                    <a:pt x="70" y="50"/>
                    <a:pt x="66" y="48"/>
                  </a:cubicBezTo>
                  <a:cubicBezTo>
                    <a:pt x="63" y="46"/>
                    <a:pt x="44" y="37"/>
                    <a:pt x="44" y="37"/>
                  </a:cubicBezTo>
                  <a:cubicBezTo>
                    <a:pt x="44" y="37"/>
                    <a:pt x="48" y="68"/>
                    <a:pt x="48" y="69"/>
                  </a:cubicBezTo>
                  <a:cubicBezTo>
                    <a:pt x="48" y="71"/>
                    <a:pt x="52" y="96"/>
                    <a:pt x="52" y="98"/>
                  </a:cubicBezTo>
                  <a:cubicBezTo>
                    <a:pt x="52" y="99"/>
                    <a:pt x="52" y="101"/>
                    <a:pt x="50" y="99"/>
                  </a:cubicBezTo>
                  <a:cubicBezTo>
                    <a:pt x="48" y="97"/>
                    <a:pt x="11" y="51"/>
                    <a:pt x="10" y="48"/>
                  </a:cubicBezTo>
                  <a:cubicBezTo>
                    <a:pt x="8" y="46"/>
                    <a:pt x="6" y="46"/>
                    <a:pt x="4" y="45"/>
                  </a:cubicBezTo>
                  <a:cubicBezTo>
                    <a:pt x="3" y="45"/>
                    <a:pt x="2" y="45"/>
                    <a:pt x="2" y="46"/>
                  </a:cubicBezTo>
                  <a:cubicBezTo>
                    <a:pt x="1" y="46"/>
                    <a:pt x="0" y="45"/>
                    <a:pt x="1" y="45"/>
                  </a:cubicBezTo>
                  <a:cubicBezTo>
                    <a:pt x="3" y="44"/>
                    <a:pt x="16" y="37"/>
                    <a:pt x="17" y="36"/>
                  </a:cubicBezTo>
                  <a:cubicBezTo>
                    <a:pt x="18" y="36"/>
                    <a:pt x="19" y="37"/>
                    <a:pt x="18" y="37"/>
                  </a:cubicBezTo>
                  <a:cubicBezTo>
                    <a:pt x="16" y="38"/>
                    <a:pt x="16" y="39"/>
                    <a:pt x="16" y="41"/>
                  </a:cubicBezTo>
                  <a:cubicBezTo>
                    <a:pt x="17" y="44"/>
                    <a:pt x="43" y="77"/>
                    <a:pt x="43" y="77"/>
                  </a:cubicBezTo>
                  <a:cubicBezTo>
                    <a:pt x="43" y="77"/>
                    <a:pt x="39" y="47"/>
                    <a:pt x="38" y="44"/>
                  </a:cubicBezTo>
                  <a:cubicBezTo>
                    <a:pt x="37" y="40"/>
                    <a:pt x="35" y="23"/>
                    <a:pt x="35" y="23"/>
                  </a:cubicBezTo>
                  <a:cubicBezTo>
                    <a:pt x="35" y="23"/>
                    <a:pt x="35" y="22"/>
                    <a:pt x="36" y="22"/>
                  </a:cubicBezTo>
                  <a:cubicBezTo>
                    <a:pt x="37" y="23"/>
                    <a:pt x="62" y="36"/>
                    <a:pt x="65" y="37"/>
                  </a:cubicBezTo>
                  <a:cubicBezTo>
                    <a:pt x="68" y="39"/>
                    <a:pt x="84" y="47"/>
                    <a:pt x="84" y="47"/>
                  </a:cubicBezTo>
                  <a:cubicBezTo>
                    <a:pt x="84" y="47"/>
                    <a:pt x="70" y="23"/>
                    <a:pt x="64" y="14"/>
                  </a:cubicBezTo>
                  <a:cubicBezTo>
                    <a:pt x="62" y="12"/>
                    <a:pt x="61" y="11"/>
                    <a:pt x="60" y="10"/>
                  </a:cubicBezTo>
                  <a:cubicBezTo>
                    <a:pt x="58" y="10"/>
                    <a:pt x="57" y="11"/>
                    <a:pt x="56" y="11"/>
                  </a:cubicBezTo>
                  <a:cubicBezTo>
                    <a:pt x="56" y="12"/>
                    <a:pt x="55" y="11"/>
                    <a:pt x="56" y="10"/>
                  </a:cubicBezTo>
                  <a:cubicBezTo>
                    <a:pt x="59" y="9"/>
                    <a:pt x="61" y="7"/>
                    <a:pt x="62" y="6"/>
                  </a:cubicBezTo>
                  <a:cubicBezTo>
                    <a:pt x="64" y="4"/>
                    <a:pt x="67" y="1"/>
                    <a:pt x="68" y="0"/>
                  </a:cubicBezTo>
                  <a:cubicBezTo>
                    <a:pt x="69" y="0"/>
                    <a:pt x="70" y="0"/>
                    <a:pt x="69" y="1"/>
                  </a:cubicBezTo>
                  <a:cubicBezTo>
                    <a:pt x="68" y="2"/>
                    <a:pt x="66" y="4"/>
                    <a:pt x="67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7" name="Freeform 749">
              <a:extLst>
                <a:ext uri="{FF2B5EF4-FFF2-40B4-BE49-F238E27FC236}">
                  <a16:creationId xmlns:a16="http://schemas.microsoft.com/office/drawing/2014/main" id="{B1278AE9-4D69-49A7-8E55-6B0F7C1463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96325" y="12542838"/>
              <a:ext cx="36512" cy="38100"/>
            </a:xfrm>
            <a:custGeom>
              <a:avLst/>
              <a:gdLst>
                <a:gd name="T0" fmla="*/ 48 w 48"/>
                <a:gd name="T1" fmla="*/ 15 h 49"/>
                <a:gd name="T2" fmla="*/ 48 w 48"/>
                <a:gd name="T3" fmla="*/ 32 h 49"/>
                <a:gd name="T4" fmla="*/ 47 w 48"/>
                <a:gd name="T5" fmla="*/ 31 h 49"/>
                <a:gd name="T6" fmla="*/ 44 w 48"/>
                <a:gd name="T7" fmla="*/ 28 h 49"/>
                <a:gd name="T8" fmla="*/ 28 w 48"/>
                <a:gd name="T9" fmla="*/ 28 h 49"/>
                <a:gd name="T10" fmla="*/ 30 w 48"/>
                <a:gd name="T11" fmla="*/ 46 h 49"/>
                <a:gd name="T12" fmla="*/ 32 w 48"/>
                <a:gd name="T13" fmla="*/ 48 h 49"/>
                <a:gd name="T14" fmla="*/ 34 w 48"/>
                <a:gd name="T15" fmla="*/ 49 h 49"/>
                <a:gd name="T16" fmla="*/ 16 w 48"/>
                <a:gd name="T17" fmla="*/ 49 h 49"/>
                <a:gd name="T18" fmla="*/ 17 w 48"/>
                <a:gd name="T19" fmla="*/ 47 h 49"/>
                <a:gd name="T20" fmla="*/ 20 w 48"/>
                <a:gd name="T21" fmla="*/ 44 h 49"/>
                <a:gd name="T22" fmla="*/ 21 w 48"/>
                <a:gd name="T23" fmla="*/ 28 h 49"/>
                <a:gd name="T24" fmla="*/ 4 w 48"/>
                <a:gd name="T25" fmla="*/ 28 h 49"/>
                <a:gd name="T26" fmla="*/ 2 w 48"/>
                <a:gd name="T27" fmla="*/ 32 h 49"/>
                <a:gd name="T28" fmla="*/ 1 w 48"/>
                <a:gd name="T29" fmla="*/ 32 h 49"/>
                <a:gd name="T30" fmla="*/ 1 w 48"/>
                <a:gd name="T31" fmla="*/ 17 h 49"/>
                <a:gd name="T32" fmla="*/ 2 w 48"/>
                <a:gd name="T33" fmla="*/ 17 h 49"/>
                <a:gd name="T34" fmla="*/ 4 w 48"/>
                <a:gd name="T35" fmla="*/ 20 h 49"/>
                <a:gd name="T36" fmla="*/ 21 w 48"/>
                <a:gd name="T37" fmla="*/ 20 h 49"/>
                <a:gd name="T38" fmla="*/ 20 w 48"/>
                <a:gd name="T39" fmla="*/ 4 h 49"/>
                <a:gd name="T40" fmla="*/ 17 w 48"/>
                <a:gd name="T41" fmla="*/ 1 h 49"/>
                <a:gd name="T42" fmla="*/ 16 w 48"/>
                <a:gd name="T43" fmla="*/ 0 h 49"/>
                <a:gd name="T44" fmla="*/ 33 w 48"/>
                <a:gd name="T45" fmla="*/ 0 h 49"/>
                <a:gd name="T46" fmla="*/ 32 w 48"/>
                <a:gd name="T47" fmla="*/ 1 h 49"/>
                <a:gd name="T48" fmla="*/ 29 w 48"/>
                <a:gd name="T49" fmla="*/ 4 h 49"/>
                <a:gd name="T50" fmla="*/ 28 w 48"/>
                <a:gd name="T51" fmla="*/ 20 h 49"/>
                <a:gd name="T52" fmla="*/ 43 w 48"/>
                <a:gd name="T53" fmla="*/ 20 h 49"/>
                <a:gd name="T54" fmla="*/ 47 w 48"/>
                <a:gd name="T55" fmla="*/ 16 h 49"/>
                <a:gd name="T56" fmla="*/ 48 w 48"/>
                <a:gd name="T57" fmla="*/ 1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8" h="49">
                  <a:moveTo>
                    <a:pt x="48" y="15"/>
                  </a:moveTo>
                  <a:cubicBezTo>
                    <a:pt x="48" y="16"/>
                    <a:pt x="48" y="30"/>
                    <a:pt x="48" y="32"/>
                  </a:cubicBezTo>
                  <a:cubicBezTo>
                    <a:pt x="48" y="33"/>
                    <a:pt x="48" y="33"/>
                    <a:pt x="47" y="31"/>
                  </a:cubicBezTo>
                  <a:cubicBezTo>
                    <a:pt x="47" y="30"/>
                    <a:pt x="46" y="28"/>
                    <a:pt x="44" y="28"/>
                  </a:cubicBezTo>
                  <a:cubicBezTo>
                    <a:pt x="39" y="27"/>
                    <a:pt x="28" y="28"/>
                    <a:pt x="28" y="28"/>
                  </a:cubicBezTo>
                  <a:cubicBezTo>
                    <a:pt x="28" y="28"/>
                    <a:pt x="28" y="44"/>
                    <a:pt x="30" y="46"/>
                  </a:cubicBezTo>
                  <a:cubicBezTo>
                    <a:pt x="31" y="48"/>
                    <a:pt x="32" y="47"/>
                    <a:pt x="32" y="48"/>
                  </a:cubicBezTo>
                  <a:cubicBezTo>
                    <a:pt x="33" y="48"/>
                    <a:pt x="35" y="49"/>
                    <a:pt x="34" y="49"/>
                  </a:cubicBezTo>
                  <a:cubicBezTo>
                    <a:pt x="31" y="48"/>
                    <a:pt x="19" y="48"/>
                    <a:pt x="16" y="49"/>
                  </a:cubicBezTo>
                  <a:cubicBezTo>
                    <a:pt x="14" y="49"/>
                    <a:pt x="15" y="48"/>
                    <a:pt x="17" y="47"/>
                  </a:cubicBezTo>
                  <a:cubicBezTo>
                    <a:pt x="19" y="47"/>
                    <a:pt x="20" y="46"/>
                    <a:pt x="20" y="44"/>
                  </a:cubicBezTo>
                  <a:cubicBezTo>
                    <a:pt x="21" y="42"/>
                    <a:pt x="21" y="28"/>
                    <a:pt x="21" y="28"/>
                  </a:cubicBezTo>
                  <a:cubicBezTo>
                    <a:pt x="21" y="28"/>
                    <a:pt x="6" y="27"/>
                    <a:pt x="4" y="28"/>
                  </a:cubicBezTo>
                  <a:cubicBezTo>
                    <a:pt x="2" y="29"/>
                    <a:pt x="2" y="31"/>
                    <a:pt x="2" y="32"/>
                  </a:cubicBezTo>
                  <a:cubicBezTo>
                    <a:pt x="2" y="33"/>
                    <a:pt x="0" y="34"/>
                    <a:pt x="1" y="32"/>
                  </a:cubicBezTo>
                  <a:cubicBezTo>
                    <a:pt x="1" y="30"/>
                    <a:pt x="1" y="19"/>
                    <a:pt x="1" y="17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2" y="18"/>
                    <a:pt x="2" y="19"/>
                    <a:pt x="4" y="20"/>
                  </a:cubicBezTo>
                  <a:cubicBezTo>
                    <a:pt x="6" y="20"/>
                    <a:pt x="21" y="20"/>
                    <a:pt x="21" y="20"/>
                  </a:cubicBezTo>
                  <a:cubicBezTo>
                    <a:pt x="21" y="20"/>
                    <a:pt x="21" y="6"/>
                    <a:pt x="20" y="4"/>
                  </a:cubicBezTo>
                  <a:cubicBezTo>
                    <a:pt x="20" y="2"/>
                    <a:pt x="19" y="1"/>
                    <a:pt x="17" y="1"/>
                  </a:cubicBezTo>
                  <a:cubicBezTo>
                    <a:pt x="16" y="1"/>
                    <a:pt x="15" y="0"/>
                    <a:pt x="16" y="0"/>
                  </a:cubicBezTo>
                  <a:cubicBezTo>
                    <a:pt x="21" y="0"/>
                    <a:pt x="29" y="0"/>
                    <a:pt x="33" y="0"/>
                  </a:cubicBezTo>
                  <a:cubicBezTo>
                    <a:pt x="35" y="0"/>
                    <a:pt x="33" y="1"/>
                    <a:pt x="32" y="1"/>
                  </a:cubicBezTo>
                  <a:cubicBezTo>
                    <a:pt x="31" y="1"/>
                    <a:pt x="29" y="2"/>
                    <a:pt x="29" y="4"/>
                  </a:cubicBezTo>
                  <a:cubicBezTo>
                    <a:pt x="28" y="7"/>
                    <a:pt x="28" y="20"/>
                    <a:pt x="28" y="20"/>
                  </a:cubicBezTo>
                  <a:cubicBezTo>
                    <a:pt x="28" y="20"/>
                    <a:pt x="41" y="20"/>
                    <a:pt x="43" y="20"/>
                  </a:cubicBezTo>
                  <a:cubicBezTo>
                    <a:pt x="45" y="19"/>
                    <a:pt x="46" y="18"/>
                    <a:pt x="47" y="16"/>
                  </a:cubicBezTo>
                  <a:cubicBezTo>
                    <a:pt x="47" y="15"/>
                    <a:pt x="48" y="14"/>
                    <a:pt x="48" y="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8" name="Freeform 750">
              <a:extLst>
                <a:ext uri="{FF2B5EF4-FFF2-40B4-BE49-F238E27FC236}">
                  <a16:creationId xmlns:a16="http://schemas.microsoft.com/office/drawing/2014/main" id="{B8FD01B8-14A3-46B8-AEBF-2B31ECA1CE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93138" y="12517438"/>
              <a:ext cx="63500" cy="63500"/>
            </a:xfrm>
            <a:custGeom>
              <a:avLst/>
              <a:gdLst>
                <a:gd name="T0" fmla="*/ 67 w 83"/>
                <a:gd name="T1" fmla="*/ 82 h 83"/>
                <a:gd name="T2" fmla="*/ 48 w 83"/>
                <a:gd name="T3" fmla="*/ 75 h 83"/>
                <a:gd name="T4" fmla="*/ 49 w 83"/>
                <a:gd name="T5" fmla="*/ 75 h 83"/>
                <a:gd name="T6" fmla="*/ 54 w 83"/>
                <a:gd name="T7" fmla="*/ 74 h 83"/>
                <a:gd name="T8" fmla="*/ 71 w 83"/>
                <a:gd name="T9" fmla="*/ 31 h 83"/>
                <a:gd name="T10" fmla="*/ 59 w 83"/>
                <a:gd name="T11" fmla="*/ 8 h 83"/>
                <a:gd name="T12" fmla="*/ 30 w 83"/>
                <a:gd name="T13" fmla="*/ 26 h 83"/>
                <a:gd name="T14" fmla="*/ 15 w 83"/>
                <a:gd name="T15" fmla="*/ 58 h 83"/>
                <a:gd name="T16" fmla="*/ 17 w 83"/>
                <a:gd name="T17" fmla="*/ 61 h 83"/>
                <a:gd name="T18" fmla="*/ 17 w 83"/>
                <a:gd name="T19" fmla="*/ 63 h 83"/>
                <a:gd name="T20" fmla="*/ 1 w 83"/>
                <a:gd name="T21" fmla="*/ 55 h 83"/>
                <a:gd name="T22" fmla="*/ 3 w 83"/>
                <a:gd name="T23" fmla="*/ 55 h 83"/>
                <a:gd name="T24" fmla="*/ 6 w 83"/>
                <a:gd name="T25" fmla="*/ 54 h 83"/>
                <a:gd name="T26" fmla="*/ 27 w 83"/>
                <a:gd name="T27" fmla="*/ 16 h 83"/>
                <a:gd name="T28" fmla="*/ 46 w 83"/>
                <a:gd name="T29" fmla="*/ 2 h 83"/>
                <a:gd name="T30" fmla="*/ 77 w 83"/>
                <a:gd name="T31" fmla="*/ 15 h 83"/>
                <a:gd name="T32" fmla="*/ 80 w 83"/>
                <a:gd name="T33" fmla="*/ 38 h 83"/>
                <a:gd name="T34" fmla="*/ 65 w 83"/>
                <a:gd name="T35" fmla="*/ 78 h 83"/>
                <a:gd name="T36" fmla="*/ 67 w 83"/>
                <a:gd name="T37" fmla="*/ 81 h 83"/>
                <a:gd name="T38" fmla="*/ 67 w 83"/>
                <a:gd name="T3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83">
                  <a:moveTo>
                    <a:pt x="67" y="82"/>
                  </a:moveTo>
                  <a:cubicBezTo>
                    <a:pt x="64" y="81"/>
                    <a:pt x="53" y="76"/>
                    <a:pt x="48" y="75"/>
                  </a:cubicBezTo>
                  <a:cubicBezTo>
                    <a:pt x="46" y="75"/>
                    <a:pt x="48" y="75"/>
                    <a:pt x="49" y="75"/>
                  </a:cubicBezTo>
                  <a:cubicBezTo>
                    <a:pt x="51" y="75"/>
                    <a:pt x="52" y="75"/>
                    <a:pt x="54" y="74"/>
                  </a:cubicBezTo>
                  <a:cubicBezTo>
                    <a:pt x="57" y="70"/>
                    <a:pt x="69" y="38"/>
                    <a:pt x="71" y="31"/>
                  </a:cubicBezTo>
                  <a:cubicBezTo>
                    <a:pt x="73" y="23"/>
                    <a:pt x="73" y="13"/>
                    <a:pt x="59" y="8"/>
                  </a:cubicBezTo>
                  <a:cubicBezTo>
                    <a:pt x="44" y="3"/>
                    <a:pt x="38" y="11"/>
                    <a:pt x="30" y="26"/>
                  </a:cubicBezTo>
                  <a:cubicBezTo>
                    <a:pt x="25" y="37"/>
                    <a:pt x="15" y="56"/>
                    <a:pt x="15" y="58"/>
                  </a:cubicBezTo>
                  <a:cubicBezTo>
                    <a:pt x="15" y="60"/>
                    <a:pt x="16" y="61"/>
                    <a:pt x="17" y="61"/>
                  </a:cubicBezTo>
                  <a:cubicBezTo>
                    <a:pt x="18" y="62"/>
                    <a:pt x="19" y="64"/>
                    <a:pt x="17" y="63"/>
                  </a:cubicBezTo>
                  <a:cubicBezTo>
                    <a:pt x="14" y="61"/>
                    <a:pt x="3" y="56"/>
                    <a:pt x="1" y="55"/>
                  </a:cubicBezTo>
                  <a:cubicBezTo>
                    <a:pt x="0" y="55"/>
                    <a:pt x="1" y="54"/>
                    <a:pt x="3" y="55"/>
                  </a:cubicBezTo>
                  <a:cubicBezTo>
                    <a:pt x="4" y="55"/>
                    <a:pt x="5" y="55"/>
                    <a:pt x="6" y="54"/>
                  </a:cubicBezTo>
                  <a:cubicBezTo>
                    <a:pt x="9" y="51"/>
                    <a:pt x="25" y="19"/>
                    <a:pt x="27" y="16"/>
                  </a:cubicBezTo>
                  <a:cubicBezTo>
                    <a:pt x="31" y="9"/>
                    <a:pt x="37" y="3"/>
                    <a:pt x="46" y="2"/>
                  </a:cubicBezTo>
                  <a:cubicBezTo>
                    <a:pt x="55" y="0"/>
                    <a:pt x="70" y="5"/>
                    <a:pt x="77" y="15"/>
                  </a:cubicBezTo>
                  <a:cubicBezTo>
                    <a:pt x="83" y="24"/>
                    <a:pt x="81" y="33"/>
                    <a:pt x="80" y="38"/>
                  </a:cubicBezTo>
                  <a:cubicBezTo>
                    <a:pt x="78" y="45"/>
                    <a:pt x="65" y="74"/>
                    <a:pt x="65" y="78"/>
                  </a:cubicBezTo>
                  <a:cubicBezTo>
                    <a:pt x="65" y="80"/>
                    <a:pt x="66" y="80"/>
                    <a:pt x="67" y="81"/>
                  </a:cubicBezTo>
                  <a:cubicBezTo>
                    <a:pt x="68" y="82"/>
                    <a:pt x="68" y="83"/>
                    <a:pt x="67" y="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9" name="Freeform 751">
              <a:extLst>
                <a:ext uri="{FF2B5EF4-FFF2-40B4-BE49-F238E27FC236}">
                  <a16:creationId xmlns:a16="http://schemas.microsoft.com/office/drawing/2014/main" id="{1CB678AC-8F8F-457D-86AC-B14F242648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31225" y="12476163"/>
              <a:ext cx="79375" cy="74612"/>
            </a:xfrm>
            <a:custGeom>
              <a:avLst/>
              <a:gdLst>
                <a:gd name="T0" fmla="*/ 53 w 102"/>
                <a:gd name="T1" fmla="*/ 96 h 97"/>
                <a:gd name="T2" fmla="*/ 49 w 102"/>
                <a:gd name="T3" fmla="*/ 55 h 97"/>
                <a:gd name="T4" fmla="*/ 45 w 102"/>
                <a:gd name="T5" fmla="*/ 20 h 97"/>
                <a:gd name="T6" fmla="*/ 19 w 102"/>
                <a:gd name="T7" fmla="*/ 48 h 97"/>
                <a:gd name="T8" fmla="*/ 13 w 102"/>
                <a:gd name="T9" fmla="*/ 57 h 97"/>
                <a:gd name="T10" fmla="*/ 14 w 102"/>
                <a:gd name="T11" fmla="*/ 60 h 97"/>
                <a:gd name="T12" fmla="*/ 15 w 102"/>
                <a:gd name="T13" fmla="*/ 62 h 97"/>
                <a:gd name="T14" fmla="*/ 8 w 102"/>
                <a:gd name="T15" fmla="*/ 55 h 97"/>
                <a:gd name="T16" fmla="*/ 2 w 102"/>
                <a:gd name="T17" fmla="*/ 50 h 97"/>
                <a:gd name="T18" fmla="*/ 3 w 102"/>
                <a:gd name="T19" fmla="*/ 50 h 97"/>
                <a:gd name="T20" fmla="*/ 6 w 102"/>
                <a:gd name="T21" fmla="*/ 51 h 97"/>
                <a:gd name="T22" fmla="*/ 32 w 102"/>
                <a:gd name="T23" fmla="*/ 25 h 97"/>
                <a:gd name="T24" fmla="*/ 54 w 102"/>
                <a:gd name="T25" fmla="*/ 1 h 97"/>
                <a:gd name="T26" fmla="*/ 55 w 102"/>
                <a:gd name="T27" fmla="*/ 2 h 97"/>
                <a:gd name="T28" fmla="*/ 58 w 102"/>
                <a:gd name="T29" fmla="*/ 38 h 97"/>
                <a:gd name="T30" fmla="*/ 60 w 102"/>
                <a:gd name="T31" fmla="*/ 65 h 97"/>
                <a:gd name="T32" fmla="*/ 61 w 102"/>
                <a:gd name="T33" fmla="*/ 75 h 97"/>
                <a:gd name="T34" fmla="*/ 76 w 102"/>
                <a:gd name="T35" fmla="*/ 54 h 97"/>
                <a:gd name="T36" fmla="*/ 87 w 102"/>
                <a:gd name="T37" fmla="*/ 36 h 97"/>
                <a:gd name="T38" fmla="*/ 84 w 102"/>
                <a:gd name="T39" fmla="*/ 31 h 97"/>
                <a:gd name="T40" fmla="*/ 85 w 102"/>
                <a:gd name="T41" fmla="*/ 30 h 97"/>
                <a:gd name="T42" fmla="*/ 99 w 102"/>
                <a:gd name="T43" fmla="*/ 40 h 97"/>
                <a:gd name="T44" fmla="*/ 98 w 102"/>
                <a:gd name="T45" fmla="*/ 40 h 97"/>
                <a:gd name="T46" fmla="*/ 93 w 102"/>
                <a:gd name="T47" fmla="*/ 40 h 97"/>
                <a:gd name="T48" fmla="*/ 75 w 102"/>
                <a:gd name="T49" fmla="*/ 66 h 97"/>
                <a:gd name="T50" fmla="*/ 62 w 102"/>
                <a:gd name="T51" fmla="*/ 85 h 97"/>
                <a:gd name="T52" fmla="*/ 55 w 102"/>
                <a:gd name="T53" fmla="*/ 96 h 97"/>
                <a:gd name="T54" fmla="*/ 53 w 102"/>
                <a:gd name="T55" fmla="*/ 9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97">
                  <a:moveTo>
                    <a:pt x="53" y="96"/>
                  </a:moveTo>
                  <a:cubicBezTo>
                    <a:pt x="53" y="96"/>
                    <a:pt x="50" y="66"/>
                    <a:pt x="49" y="55"/>
                  </a:cubicBezTo>
                  <a:cubicBezTo>
                    <a:pt x="48" y="43"/>
                    <a:pt x="45" y="20"/>
                    <a:pt x="45" y="20"/>
                  </a:cubicBezTo>
                  <a:cubicBezTo>
                    <a:pt x="45" y="20"/>
                    <a:pt x="22" y="45"/>
                    <a:pt x="19" y="48"/>
                  </a:cubicBezTo>
                  <a:cubicBezTo>
                    <a:pt x="16" y="52"/>
                    <a:pt x="13" y="55"/>
                    <a:pt x="13" y="57"/>
                  </a:cubicBezTo>
                  <a:cubicBezTo>
                    <a:pt x="13" y="59"/>
                    <a:pt x="14" y="59"/>
                    <a:pt x="14" y="60"/>
                  </a:cubicBezTo>
                  <a:cubicBezTo>
                    <a:pt x="15" y="61"/>
                    <a:pt x="15" y="63"/>
                    <a:pt x="15" y="62"/>
                  </a:cubicBezTo>
                  <a:cubicBezTo>
                    <a:pt x="13" y="61"/>
                    <a:pt x="11" y="58"/>
                    <a:pt x="8" y="55"/>
                  </a:cubicBezTo>
                  <a:cubicBezTo>
                    <a:pt x="6" y="53"/>
                    <a:pt x="3" y="51"/>
                    <a:pt x="2" y="50"/>
                  </a:cubicBezTo>
                  <a:cubicBezTo>
                    <a:pt x="0" y="49"/>
                    <a:pt x="2" y="49"/>
                    <a:pt x="3" y="50"/>
                  </a:cubicBezTo>
                  <a:cubicBezTo>
                    <a:pt x="4" y="51"/>
                    <a:pt x="5" y="51"/>
                    <a:pt x="6" y="51"/>
                  </a:cubicBezTo>
                  <a:cubicBezTo>
                    <a:pt x="9" y="50"/>
                    <a:pt x="26" y="32"/>
                    <a:pt x="32" y="25"/>
                  </a:cubicBezTo>
                  <a:cubicBezTo>
                    <a:pt x="38" y="19"/>
                    <a:pt x="52" y="3"/>
                    <a:pt x="54" y="1"/>
                  </a:cubicBezTo>
                  <a:cubicBezTo>
                    <a:pt x="55" y="0"/>
                    <a:pt x="55" y="0"/>
                    <a:pt x="55" y="2"/>
                  </a:cubicBezTo>
                  <a:cubicBezTo>
                    <a:pt x="55" y="4"/>
                    <a:pt x="57" y="35"/>
                    <a:pt x="58" y="38"/>
                  </a:cubicBezTo>
                  <a:cubicBezTo>
                    <a:pt x="58" y="42"/>
                    <a:pt x="60" y="62"/>
                    <a:pt x="60" y="65"/>
                  </a:cubicBezTo>
                  <a:cubicBezTo>
                    <a:pt x="61" y="67"/>
                    <a:pt x="61" y="75"/>
                    <a:pt x="61" y="75"/>
                  </a:cubicBezTo>
                  <a:cubicBezTo>
                    <a:pt x="61" y="75"/>
                    <a:pt x="72" y="59"/>
                    <a:pt x="76" y="54"/>
                  </a:cubicBezTo>
                  <a:cubicBezTo>
                    <a:pt x="79" y="48"/>
                    <a:pt x="87" y="38"/>
                    <a:pt x="87" y="36"/>
                  </a:cubicBezTo>
                  <a:cubicBezTo>
                    <a:pt x="87" y="33"/>
                    <a:pt x="85" y="32"/>
                    <a:pt x="84" y="31"/>
                  </a:cubicBezTo>
                  <a:cubicBezTo>
                    <a:pt x="84" y="31"/>
                    <a:pt x="83" y="29"/>
                    <a:pt x="85" y="30"/>
                  </a:cubicBezTo>
                  <a:cubicBezTo>
                    <a:pt x="87" y="32"/>
                    <a:pt x="95" y="38"/>
                    <a:pt x="99" y="40"/>
                  </a:cubicBezTo>
                  <a:cubicBezTo>
                    <a:pt x="102" y="41"/>
                    <a:pt x="98" y="41"/>
                    <a:pt x="98" y="40"/>
                  </a:cubicBezTo>
                  <a:cubicBezTo>
                    <a:pt x="97" y="40"/>
                    <a:pt x="95" y="40"/>
                    <a:pt x="93" y="40"/>
                  </a:cubicBezTo>
                  <a:cubicBezTo>
                    <a:pt x="91" y="41"/>
                    <a:pt x="77" y="62"/>
                    <a:pt x="75" y="66"/>
                  </a:cubicBezTo>
                  <a:cubicBezTo>
                    <a:pt x="72" y="70"/>
                    <a:pt x="64" y="82"/>
                    <a:pt x="62" y="85"/>
                  </a:cubicBezTo>
                  <a:cubicBezTo>
                    <a:pt x="60" y="88"/>
                    <a:pt x="55" y="94"/>
                    <a:pt x="55" y="96"/>
                  </a:cubicBezTo>
                  <a:cubicBezTo>
                    <a:pt x="54" y="97"/>
                    <a:pt x="53" y="97"/>
                    <a:pt x="53" y="9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0" name="Freeform 752">
              <a:extLst>
                <a:ext uri="{FF2B5EF4-FFF2-40B4-BE49-F238E27FC236}">
                  <a16:creationId xmlns:a16="http://schemas.microsoft.com/office/drawing/2014/main" id="{AD2B7DA9-34FD-4921-BF3B-580E94EBB1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07413" y="12452350"/>
              <a:ext cx="52387" cy="46037"/>
            </a:xfrm>
            <a:custGeom>
              <a:avLst/>
              <a:gdLst>
                <a:gd name="T0" fmla="*/ 55 w 68"/>
                <a:gd name="T1" fmla="*/ 1 h 61"/>
                <a:gd name="T2" fmla="*/ 60 w 68"/>
                <a:gd name="T3" fmla="*/ 9 h 61"/>
                <a:gd name="T4" fmla="*/ 67 w 68"/>
                <a:gd name="T5" fmla="*/ 17 h 61"/>
                <a:gd name="T6" fmla="*/ 65 w 68"/>
                <a:gd name="T7" fmla="*/ 16 h 61"/>
                <a:gd name="T8" fmla="*/ 59 w 68"/>
                <a:gd name="T9" fmla="*/ 17 h 61"/>
                <a:gd name="T10" fmla="*/ 15 w 68"/>
                <a:gd name="T11" fmla="*/ 54 h 61"/>
                <a:gd name="T12" fmla="*/ 14 w 68"/>
                <a:gd name="T13" fmla="*/ 59 h 61"/>
                <a:gd name="T14" fmla="*/ 13 w 68"/>
                <a:gd name="T15" fmla="*/ 61 h 61"/>
                <a:gd name="T16" fmla="*/ 2 w 68"/>
                <a:gd name="T17" fmla="*/ 46 h 61"/>
                <a:gd name="T18" fmla="*/ 3 w 68"/>
                <a:gd name="T19" fmla="*/ 46 h 61"/>
                <a:gd name="T20" fmla="*/ 6 w 68"/>
                <a:gd name="T21" fmla="*/ 46 h 61"/>
                <a:gd name="T22" fmla="*/ 55 w 68"/>
                <a:gd name="T23" fmla="*/ 6 h 61"/>
                <a:gd name="T24" fmla="*/ 54 w 68"/>
                <a:gd name="T25" fmla="*/ 2 h 61"/>
                <a:gd name="T26" fmla="*/ 55 w 68"/>
                <a:gd name="T27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61">
                  <a:moveTo>
                    <a:pt x="55" y="1"/>
                  </a:moveTo>
                  <a:cubicBezTo>
                    <a:pt x="56" y="3"/>
                    <a:pt x="58" y="6"/>
                    <a:pt x="60" y="9"/>
                  </a:cubicBezTo>
                  <a:cubicBezTo>
                    <a:pt x="63" y="12"/>
                    <a:pt x="65" y="15"/>
                    <a:pt x="67" y="17"/>
                  </a:cubicBezTo>
                  <a:cubicBezTo>
                    <a:pt x="68" y="18"/>
                    <a:pt x="66" y="17"/>
                    <a:pt x="65" y="16"/>
                  </a:cubicBezTo>
                  <a:cubicBezTo>
                    <a:pt x="64" y="15"/>
                    <a:pt x="63" y="15"/>
                    <a:pt x="59" y="17"/>
                  </a:cubicBezTo>
                  <a:cubicBezTo>
                    <a:pt x="55" y="20"/>
                    <a:pt x="16" y="52"/>
                    <a:pt x="15" y="54"/>
                  </a:cubicBezTo>
                  <a:cubicBezTo>
                    <a:pt x="13" y="56"/>
                    <a:pt x="13" y="57"/>
                    <a:pt x="14" y="59"/>
                  </a:cubicBezTo>
                  <a:cubicBezTo>
                    <a:pt x="14" y="60"/>
                    <a:pt x="14" y="61"/>
                    <a:pt x="13" y="61"/>
                  </a:cubicBezTo>
                  <a:cubicBezTo>
                    <a:pt x="12" y="58"/>
                    <a:pt x="4" y="48"/>
                    <a:pt x="2" y="46"/>
                  </a:cubicBezTo>
                  <a:cubicBezTo>
                    <a:pt x="0" y="45"/>
                    <a:pt x="2" y="45"/>
                    <a:pt x="3" y="46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10" y="44"/>
                    <a:pt x="54" y="9"/>
                    <a:pt x="55" y="6"/>
                  </a:cubicBezTo>
                  <a:cubicBezTo>
                    <a:pt x="55" y="4"/>
                    <a:pt x="54" y="3"/>
                    <a:pt x="54" y="2"/>
                  </a:cubicBezTo>
                  <a:cubicBezTo>
                    <a:pt x="54" y="1"/>
                    <a:pt x="54" y="0"/>
                    <a:pt x="5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1" name="Freeform 753">
              <a:extLst>
                <a:ext uri="{FF2B5EF4-FFF2-40B4-BE49-F238E27FC236}">
                  <a16:creationId xmlns:a16="http://schemas.microsoft.com/office/drawing/2014/main" id="{ED740139-D0DE-4427-97A1-E83B0F5709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67725" y="12230100"/>
              <a:ext cx="57150" cy="38100"/>
            </a:xfrm>
            <a:custGeom>
              <a:avLst/>
              <a:gdLst>
                <a:gd name="T0" fmla="*/ 72 w 73"/>
                <a:gd name="T1" fmla="*/ 28 h 48"/>
                <a:gd name="T2" fmla="*/ 65 w 73"/>
                <a:gd name="T3" fmla="*/ 47 h 48"/>
                <a:gd name="T4" fmla="*/ 64 w 73"/>
                <a:gd name="T5" fmla="*/ 45 h 48"/>
                <a:gd name="T6" fmla="*/ 61 w 73"/>
                <a:gd name="T7" fmla="*/ 40 h 48"/>
                <a:gd name="T8" fmla="*/ 6 w 73"/>
                <a:gd name="T9" fmla="*/ 19 h 48"/>
                <a:gd name="T10" fmla="*/ 2 w 73"/>
                <a:gd name="T11" fmla="*/ 21 h 48"/>
                <a:gd name="T12" fmla="*/ 1 w 73"/>
                <a:gd name="T13" fmla="*/ 21 h 48"/>
                <a:gd name="T14" fmla="*/ 9 w 73"/>
                <a:gd name="T15" fmla="*/ 3 h 48"/>
                <a:gd name="T16" fmla="*/ 10 w 73"/>
                <a:gd name="T17" fmla="*/ 4 h 48"/>
                <a:gd name="T18" fmla="*/ 10 w 73"/>
                <a:gd name="T19" fmla="*/ 8 h 48"/>
                <a:gd name="T20" fmla="*/ 68 w 73"/>
                <a:gd name="T21" fmla="*/ 30 h 48"/>
                <a:gd name="T22" fmla="*/ 71 w 73"/>
                <a:gd name="T23" fmla="*/ 28 h 48"/>
                <a:gd name="T24" fmla="*/ 72 w 73"/>
                <a:gd name="T25" fmla="*/ 2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48">
                  <a:moveTo>
                    <a:pt x="72" y="28"/>
                  </a:moveTo>
                  <a:cubicBezTo>
                    <a:pt x="71" y="30"/>
                    <a:pt x="66" y="43"/>
                    <a:pt x="65" y="47"/>
                  </a:cubicBezTo>
                  <a:cubicBezTo>
                    <a:pt x="64" y="48"/>
                    <a:pt x="64" y="47"/>
                    <a:pt x="64" y="45"/>
                  </a:cubicBezTo>
                  <a:cubicBezTo>
                    <a:pt x="64" y="43"/>
                    <a:pt x="65" y="42"/>
                    <a:pt x="61" y="40"/>
                  </a:cubicBezTo>
                  <a:cubicBezTo>
                    <a:pt x="56" y="37"/>
                    <a:pt x="11" y="19"/>
                    <a:pt x="6" y="19"/>
                  </a:cubicBezTo>
                  <a:cubicBezTo>
                    <a:pt x="4" y="19"/>
                    <a:pt x="3" y="20"/>
                    <a:pt x="2" y="21"/>
                  </a:cubicBezTo>
                  <a:cubicBezTo>
                    <a:pt x="2" y="22"/>
                    <a:pt x="0" y="23"/>
                    <a:pt x="1" y="21"/>
                  </a:cubicBezTo>
                  <a:cubicBezTo>
                    <a:pt x="2" y="20"/>
                    <a:pt x="8" y="5"/>
                    <a:pt x="9" y="3"/>
                  </a:cubicBezTo>
                  <a:cubicBezTo>
                    <a:pt x="9" y="0"/>
                    <a:pt x="10" y="3"/>
                    <a:pt x="10" y="4"/>
                  </a:cubicBezTo>
                  <a:cubicBezTo>
                    <a:pt x="9" y="5"/>
                    <a:pt x="9" y="7"/>
                    <a:pt x="10" y="8"/>
                  </a:cubicBezTo>
                  <a:cubicBezTo>
                    <a:pt x="15" y="11"/>
                    <a:pt x="64" y="30"/>
                    <a:pt x="68" y="30"/>
                  </a:cubicBezTo>
                  <a:cubicBezTo>
                    <a:pt x="70" y="29"/>
                    <a:pt x="70" y="28"/>
                    <a:pt x="71" y="28"/>
                  </a:cubicBezTo>
                  <a:cubicBezTo>
                    <a:pt x="72" y="27"/>
                    <a:pt x="73" y="26"/>
                    <a:pt x="72" y="2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2" name="Freeform 754">
              <a:extLst>
                <a:ext uri="{FF2B5EF4-FFF2-40B4-BE49-F238E27FC236}">
                  <a16:creationId xmlns:a16="http://schemas.microsoft.com/office/drawing/2014/main" id="{5529A7E0-7C06-432B-866A-C943E6C58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72488" y="12425363"/>
              <a:ext cx="63500" cy="52387"/>
            </a:xfrm>
            <a:custGeom>
              <a:avLst/>
              <a:gdLst>
                <a:gd name="T0" fmla="*/ 49 w 82"/>
                <a:gd name="T1" fmla="*/ 27 h 70"/>
                <a:gd name="T2" fmla="*/ 64 w 82"/>
                <a:gd name="T3" fmla="*/ 7 h 70"/>
                <a:gd name="T4" fmla="*/ 33 w 82"/>
                <a:gd name="T5" fmla="*/ 9 h 70"/>
                <a:gd name="T6" fmla="*/ 9 w 82"/>
                <a:gd name="T7" fmla="*/ 13 h 70"/>
                <a:gd name="T8" fmla="*/ 9 w 82"/>
                <a:gd name="T9" fmla="*/ 17 h 70"/>
                <a:gd name="T10" fmla="*/ 9 w 82"/>
                <a:gd name="T11" fmla="*/ 19 h 70"/>
                <a:gd name="T12" fmla="*/ 5 w 82"/>
                <a:gd name="T13" fmla="*/ 9 h 70"/>
                <a:gd name="T14" fmla="*/ 1 w 82"/>
                <a:gd name="T15" fmla="*/ 1 h 70"/>
                <a:gd name="T16" fmla="*/ 3 w 82"/>
                <a:gd name="T17" fmla="*/ 1 h 70"/>
                <a:gd name="T18" fmla="*/ 6 w 82"/>
                <a:gd name="T19" fmla="*/ 3 h 70"/>
                <a:gd name="T20" fmla="*/ 38 w 82"/>
                <a:gd name="T21" fmla="*/ 3 h 70"/>
                <a:gd name="T22" fmla="*/ 79 w 82"/>
                <a:gd name="T23" fmla="*/ 0 h 70"/>
                <a:gd name="T24" fmla="*/ 80 w 82"/>
                <a:gd name="T25" fmla="*/ 3 h 70"/>
                <a:gd name="T26" fmla="*/ 58 w 82"/>
                <a:gd name="T27" fmla="*/ 33 h 70"/>
                <a:gd name="T28" fmla="*/ 37 w 82"/>
                <a:gd name="T29" fmla="*/ 62 h 70"/>
                <a:gd name="T30" fmla="*/ 37 w 82"/>
                <a:gd name="T31" fmla="*/ 66 h 70"/>
                <a:gd name="T32" fmla="*/ 37 w 82"/>
                <a:gd name="T33" fmla="*/ 69 h 70"/>
                <a:gd name="T34" fmla="*/ 25 w 82"/>
                <a:gd name="T35" fmla="*/ 51 h 70"/>
                <a:gd name="T36" fmla="*/ 27 w 82"/>
                <a:gd name="T37" fmla="*/ 51 h 70"/>
                <a:gd name="T38" fmla="*/ 30 w 82"/>
                <a:gd name="T39" fmla="*/ 50 h 70"/>
                <a:gd name="T40" fmla="*/ 49 w 82"/>
                <a:gd name="T41" fmla="*/ 2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0">
                  <a:moveTo>
                    <a:pt x="49" y="27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38" y="9"/>
                    <a:pt x="33" y="9"/>
                  </a:cubicBezTo>
                  <a:cubicBezTo>
                    <a:pt x="27" y="9"/>
                    <a:pt x="11" y="10"/>
                    <a:pt x="9" y="13"/>
                  </a:cubicBezTo>
                  <a:cubicBezTo>
                    <a:pt x="8" y="14"/>
                    <a:pt x="9" y="16"/>
                    <a:pt x="9" y="17"/>
                  </a:cubicBezTo>
                  <a:cubicBezTo>
                    <a:pt x="10" y="18"/>
                    <a:pt x="9" y="20"/>
                    <a:pt x="9" y="19"/>
                  </a:cubicBezTo>
                  <a:cubicBezTo>
                    <a:pt x="9" y="18"/>
                    <a:pt x="7" y="13"/>
                    <a:pt x="5" y="9"/>
                  </a:cubicBezTo>
                  <a:cubicBezTo>
                    <a:pt x="4" y="6"/>
                    <a:pt x="2" y="2"/>
                    <a:pt x="1" y="1"/>
                  </a:cubicBezTo>
                  <a:cubicBezTo>
                    <a:pt x="0" y="0"/>
                    <a:pt x="2" y="0"/>
                    <a:pt x="3" y="1"/>
                  </a:cubicBezTo>
                  <a:cubicBezTo>
                    <a:pt x="3" y="2"/>
                    <a:pt x="4" y="2"/>
                    <a:pt x="6" y="3"/>
                  </a:cubicBezTo>
                  <a:cubicBezTo>
                    <a:pt x="10" y="4"/>
                    <a:pt x="33" y="3"/>
                    <a:pt x="38" y="3"/>
                  </a:cubicBezTo>
                  <a:cubicBezTo>
                    <a:pt x="43" y="2"/>
                    <a:pt x="77" y="0"/>
                    <a:pt x="79" y="0"/>
                  </a:cubicBezTo>
                  <a:cubicBezTo>
                    <a:pt x="81" y="1"/>
                    <a:pt x="82" y="0"/>
                    <a:pt x="80" y="3"/>
                  </a:cubicBezTo>
                  <a:cubicBezTo>
                    <a:pt x="79" y="4"/>
                    <a:pt x="59" y="31"/>
                    <a:pt x="58" y="33"/>
                  </a:cubicBezTo>
                  <a:cubicBezTo>
                    <a:pt x="56" y="35"/>
                    <a:pt x="37" y="59"/>
                    <a:pt x="37" y="62"/>
                  </a:cubicBezTo>
                  <a:cubicBezTo>
                    <a:pt x="37" y="65"/>
                    <a:pt x="37" y="66"/>
                    <a:pt x="37" y="66"/>
                  </a:cubicBezTo>
                  <a:cubicBezTo>
                    <a:pt x="37" y="67"/>
                    <a:pt x="37" y="70"/>
                    <a:pt x="37" y="69"/>
                  </a:cubicBezTo>
                  <a:cubicBezTo>
                    <a:pt x="35" y="65"/>
                    <a:pt x="28" y="54"/>
                    <a:pt x="25" y="51"/>
                  </a:cubicBezTo>
                  <a:cubicBezTo>
                    <a:pt x="24" y="49"/>
                    <a:pt x="26" y="50"/>
                    <a:pt x="27" y="51"/>
                  </a:cubicBezTo>
                  <a:cubicBezTo>
                    <a:pt x="28" y="51"/>
                    <a:pt x="29" y="51"/>
                    <a:pt x="30" y="50"/>
                  </a:cubicBezTo>
                  <a:cubicBezTo>
                    <a:pt x="34" y="47"/>
                    <a:pt x="47" y="29"/>
                    <a:pt x="49" y="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3" name="Freeform 755">
              <a:extLst>
                <a:ext uri="{FF2B5EF4-FFF2-40B4-BE49-F238E27FC236}">
                  <a16:creationId xmlns:a16="http://schemas.microsoft.com/office/drawing/2014/main" id="{D384277E-1A7D-4596-9FB3-282E6D653F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61375" y="12366625"/>
              <a:ext cx="58737" cy="49212"/>
            </a:xfrm>
            <a:custGeom>
              <a:avLst/>
              <a:gdLst>
                <a:gd name="T0" fmla="*/ 66 w 77"/>
                <a:gd name="T1" fmla="*/ 6 h 65"/>
                <a:gd name="T2" fmla="*/ 72 w 77"/>
                <a:gd name="T3" fmla="*/ 27 h 65"/>
                <a:gd name="T4" fmla="*/ 77 w 77"/>
                <a:gd name="T5" fmla="*/ 43 h 65"/>
                <a:gd name="T6" fmla="*/ 74 w 77"/>
                <a:gd name="T7" fmla="*/ 41 h 65"/>
                <a:gd name="T8" fmla="*/ 73 w 77"/>
                <a:gd name="T9" fmla="*/ 39 h 65"/>
                <a:gd name="T10" fmla="*/ 71 w 77"/>
                <a:gd name="T11" fmla="*/ 39 h 65"/>
                <a:gd name="T12" fmla="*/ 41 w 77"/>
                <a:gd name="T13" fmla="*/ 47 h 65"/>
                <a:gd name="T14" fmla="*/ 13 w 77"/>
                <a:gd name="T15" fmla="*/ 57 h 65"/>
                <a:gd name="T16" fmla="*/ 12 w 77"/>
                <a:gd name="T17" fmla="*/ 61 h 65"/>
                <a:gd name="T18" fmla="*/ 11 w 77"/>
                <a:gd name="T19" fmla="*/ 63 h 65"/>
                <a:gd name="T20" fmla="*/ 9 w 77"/>
                <a:gd name="T21" fmla="*/ 52 h 65"/>
                <a:gd name="T22" fmla="*/ 1 w 77"/>
                <a:gd name="T23" fmla="*/ 25 h 65"/>
                <a:gd name="T24" fmla="*/ 1 w 77"/>
                <a:gd name="T25" fmla="*/ 23 h 65"/>
                <a:gd name="T26" fmla="*/ 9 w 77"/>
                <a:gd name="T27" fmla="*/ 20 h 65"/>
                <a:gd name="T28" fmla="*/ 9 w 77"/>
                <a:gd name="T29" fmla="*/ 22 h 65"/>
                <a:gd name="T30" fmla="*/ 8 w 77"/>
                <a:gd name="T31" fmla="*/ 26 h 65"/>
                <a:gd name="T32" fmla="*/ 13 w 77"/>
                <a:gd name="T33" fmla="*/ 45 h 65"/>
                <a:gd name="T34" fmla="*/ 24 w 77"/>
                <a:gd name="T35" fmla="*/ 41 h 65"/>
                <a:gd name="T36" fmla="*/ 37 w 77"/>
                <a:gd name="T37" fmla="*/ 38 h 65"/>
                <a:gd name="T38" fmla="*/ 31 w 77"/>
                <a:gd name="T39" fmla="*/ 20 h 65"/>
                <a:gd name="T40" fmla="*/ 27 w 77"/>
                <a:gd name="T41" fmla="*/ 19 h 65"/>
                <a:gd name="T42" fmla="*/ 26 w 77"/>
                <a:gd name="T43" fmla="*/ 18 h 65"/>
                <a:gd name="T44" fmla="*/ 41 w 77"/>
                <a:gd name="T45" fmla="*/ 13 h 65"/>
                <a:gd name="T46" fmla="*/ 40 w 77"/>
                <a:gd name="T47" fmla="*/ 15 h 65"/>
                <a:gd name="T48" fmla="*/ 38 w 77"/>
                <a:gd name="T49" fmla="*/ 19 h 65"/>
                <a:gd name="T50" fmla="*/ 40 w 77"/>
                <a:gd name="T51" fmla="*/ 28 h 65"/>
                <a:gd name="T52" fmla="*/ 42 w 77"/>
                <a:gd name="T53" fmla="*/ 36 h 65"/>
                <a:gd name="T54" fmla="*/ 61 w 77"/>
                <a:gd name="T55" fmla="*/ 30 h 65"/>
                <a:gd name="T56" fmla="*/ 65 w 77"/>
                <a:gd name="T57" fmla="*/ 24 h 65"/>
                <a:gd name="T58" fmla="*/ 59 w 77"/>
                <a:gd name="T59" fmla="*/ 6 h 65"/>
                <a:gd name="T60" fmla="*/ 55 w 77"/>
                <a:gd name="T61" fmla="*/ 2 h 65"/>
                <a:gd name="T62" fmla="*/ 54 w 77"/>
                <a:gd name="T63" fmla="*/ 0 h 65"/>
                <a:gd name="T64" fmla="*/ 65 w 77"/>
                <a:gd name="T65" fmla="*/ 4 h 65"/>
                <a:gd name="T66" fmla="*/ 66 w 77"/>
                <a:gd name="T67" fmla="*/ 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7" h="65">
                  <a:moveTo>
                    <a:pt x="66" y="6"/>
                  </a:moveTo>
                  <a:cubicBezTo>
                    <a:pt x="67" y="9"/>
                    <a:pt x="70" y="21"/>
                    <a:pt x="72" y="27"/>
                  </a:cubicBezTo>
                  <a:cubicBezTo>
                    <a:pt x="72" y="29"/>
                    <a:pt x="76" y="41"/>
                    <a:pt x="77" y="43"/>
                  </a:cubicBezTo>
                  <a:cubicBezTo>
                    <a:pt x="77" y="44"/>
                    <a:pt x="75" y="42"/>
                    <a:pt x="74" y="41"/>
                  </a:cubicBezTo>
                  <a:cubicBezTo>
                    <a:pt x="74" y="41"/>
                    <a:pt x="74" y="40"/>
                    <a:pt x="73" y="39"/>
                  </a:cubicBezTo>
                  <a:cubicBezTo>
                    <a:pt x="73" y="39"/>
                    <a:pt x="72" y="39"/>
                    <a:pt x="71" y="39"/>
                  </a:cubicBezTo>
                  <a:cubicBezTo>
                    <a:pt x="68" y="38"/>
                    <a:pt x="50" y="44"/>
                    <a:pt x="41" y="47"/>
                  </a:cubicBezTo>
                  <a:cubicBezTo>
                    <a:pt x="32" y="50"/>
                    <a:pt x="15" y="55"/>
                    <a:pt x="13" y="57"/>
                  </a:cubicBezTo>
                  <a:cubicBezTo>
                    <a:pt x="11" y="59"/>
                    <a:pt x="12" y="60"/>
                    <a:pt x="12" y="61"/>
                  </a:cubicBezTo>
                  <a:cubicBezTo>
                    <a:pt x="12" y="62"/>
                    <a:pt x="11" y="65"/>
                    <a:pt x="11" y="63"/>
                  </a:cubicBezTo>
                  <a:cubicBezTo>
                    <a:pt x="11" y="61"/>
                    <a:pt x="10" y="58"/>
                    <a:pt x="9" y="52"/>
                  </a:cubicBezTo>
                  <a:cubicBezTo>
                    <a:pt x="7" y="47"/>
                    <a:pt x="1" y="26"/>
                    <a:pt x="1" y="25"/>
                  </a:cubicBezTo>
                  <a:cubicBezTo>
                    <a:pt x="1" y="24"/>
                    <a:pt x="0" y="23"/>
                    <a:pt x="1" y="23"/>
                  </a:cubicBezTo>
                  <a:cubicBezTo>
                    <a:pt x="2" y="23"/>
                    <a:pt x="8" y="21"/>
                    <a:pt x="9" y="20"/>
                  </a:cubicBezTo>
                  <a:cubicBezTo>
                    <a:pt x="11" y="19"/>
                    <a:pt x="10" y="21"/>
                    <a:pt x="9" y="22"/>
                  </a:cubicBezTo>
                  <a:cubicBezTo>
                    <a:pt x="8" y="23"/>
                    <a:pt x="8" y="23"/>
                    <a:pt x="8" y="26"/>
                  </a:cubicBezTo>
                  <a:cubicBezTo>
                    <a:pt x="8" y="30"/>
                    <a:pt x="13" y="45"/>
                    <a:pt x="13" y="45"/>
                  </a:cubicBezTo>
                  <a:cubicBezTo>
                    <a:pt x="13" y="45"/>
                    <a:pt x="22" y="42"/>
                    <a:pt x="24" y="41"/>
                  </a:cubicBezTo>
                  <a:cubicBezTo>
                    <a:pt x="27" y="40"/>
                    <a:pt x="37" y="38"/>
                    <a:pt x="37" y="38"/>
                  </a:cubicBezTo>
                  <a:cubicBezTo>
                    <a:pt x="37" y="38"/>
                    <a:pt x="32" y="22"/>
                    <a:pt x="31" y="20"/>
                  </a:cubicBezTo>
                  <a:cubicBezTo>
                    <a:pt x="30" y="18"/>
                    <a:pt x="29" y="19"/>
                    <a:pt x="27" y="19"/>
                  </a:cubicBezTo>
                  <a:cubicBezTo>
                    <a:pt x="26" y="19"/>
                    <a:pt x="24" y="18"/>
                    <a:pt x="26" y="18"/>
                  </a:cubicBezTo>
                  <a:cubicBezTo>
                    <a:pt x="29" y="17"/>
                    <a:pt x="37" y="15"/>
                    <a:pt x="41" y="13"/>
                  </a:cubicBezTo>
                  <a:cubicBezTo>
                    <a:pt x="42" y="13"/>
                    <a:pt x="41" y="15"/>
                    <a:pt x="40" y="15"/>
                  </a:cubicBezTo>
                  <a:cubicBezTo>
                    <a:pt x="39" y="15"/>
                    <a:pt x="38" y="16"/>
                    <a:pt x="38" y="19"/>
                  </a:cubicBezTo>
                  <a:cubicBezTo>
                    <a:pt x="38" y="21"/>
                    <a:pt x="39" y="26"/>
                    <a:pt x="40" y="28"/>
                  </a:cubicBezTo>
                  <a:cubicBezTo>
                    <a:pt x="41" y="30"/>
                    <a:pt x="42" y="36"/>
                    <a:pt x="42" y="36"/>
                  </a:cubicBezTo>
                  <a:cubicBezTo>
                    <a:pt x="42" y="36"/>
                    <a:pt x="58" y="31"/>
                    <a:pt x="61" y="30"/>
                  </a:cubicBezTo>
                  <a:cubicBezTo>
                    <a:pt x="63" y="29"/>
                    <a:pt x="65" y="29"/>
                    <a:pt x="65" y="24"/>
                  </a:cubicBezTo>
                  <a:cubicBezTo>
                    <a:pt x="64" y="19"/>
                    <a:pt x="61" y="9"/>
                    <a:pt x="59" y="6"/>
                  </a:cubicBezTo>
                  <a:cubicBezTo>
                    <a:pt x="57" y="3"/>
                    <a:pt x="56" y="3"/>
                    <a:pt x="55" y="2"/>
                  </a:cubicBezTo>
                  <a:cubicBezTo>
                    <a:pt x="55" y="2"/>
                    <a:pt x="53" y="0"/>
                    <a:pt x="54" y="0"/>
                  </a:cubicBezTo>
                  <a:cubicBezTo>
                    <a:pt x="56" y="1"/>
                    <a:pt x="64" y="4"/>
                    <a:pt x="65" y="4"/>
                  </a:cubicBezTo>
                  <a:cubicBezTo>
                    <a:pt x="65" y="5"/>
                    <a:pt x="66" y="5"/>
                    <a:pt x="66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4" name="Freeform 756">
              <a:extLst>
                <a:ext uri="{FF2B5EF4-FFF2-40B4-BE49-F238E27FC236}">
                  <a16:creationId xmlns:a16="http://schemas.microsoft.com/office/drawing/2014/main" id="{0BE0820C-E2B8-49EE-AE1E-AC384E4A25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10588" y="12147550"/>
              <a:ext cx="61912" cy="57150"/>
            </a:xfrm>
            <a:custGeom>
              <a:avLst/>
              <a:gdLst>
                <a:gd name="T0" fmla="*/ 78 w 79"/>
                <a:gd name="T1" fmla="*/ 46 h 74"/>
                <a:gd name="T2" fmla="*/ 59 w 79"/>
                <a:gd name="T3" fmla="*/ 67 h 74"/>
                <a:gd name="T4" fmla="*/ 53 w 79"/>
                <a:gd name="T5" fmla="*/ 73 h 74"/>
                <a:gd name="T6" fmla="*/ 53 w 79"/>
                <a:gd name="T7" fmla="*/ 72 h 74"/>
                <a:gd name="T8" fmla="*/ 53 w 79"/>
                <a:gd name="T9" fmla="*/ 68 h 74"/>
                <a:gd name="T10" fmla="*/ 29 w 79"/>
                <a:gd name="T11" fmla="*/ 45 h 74"/>
                <a:gd name="T12" fmla="*/ 7 w 79"/>
                <a:gd name="T13" fmla="*/ 28 h 74"/>
                <a:gd name="T14" fmla="*/ 3 w 79"/>
                <a:gd name="T15" fmla="*/ 28 h 74"/>
                <a:gd name="T16" fmla="*/ 1 w 79"/>
                <a:gd name="T17" fmla="*/ 28 h 74"/>
                <a:gd name="T18" fmla="*/ 8 w 79"/>
                <a:gd name="T19" fmla="*/ 21 h 74"/>
                <a:gd name="T20" fmla="*/ 27 w 79"/>
                <a:gd name="T21" fmla="*/ 1 h 74"/>
                <a:gd name="T22" fmla="*/ 29 w 79"/>
                <a:gd name="T23" fmla="*/ 0 h 74"/>
                <a:gd name="T24" fmla="*/ 35 w 79"/>
                <a:gd name="T25" fmla="*/ 6 h 74"/>
                <a:gd name="T26" fmla="*/ 34 w 79"/>
                <a:gd name="T27" fmla="*/ 7 h 74"/>
                <a:gd name="T28" fmla="*/ 30 w 79"/>
                <a:gd name="T29" fmla="*/ 8 h 74"/>
                <a:gd name="T30" fmla="*/ 17 w 79"/>
                <a:gd name="T31" fmla="*/ 21 h 74"/>
                <a:gd name="T32" fmla="*/ 35 w 79"/>
                <a:gd name="T33" fmla="*/ 37 h 74"/>
                <a:gd name="T34" fmla="*/ 47 w 79"/>
                <a:gd name="T35" fmla="*/ 23 h 74"/>
                <a:gd name="T36" fmla="*/ 47 w 79"/>
                <a:gd name="T37" fmla="*/ 20 h 74"/>
                <a:gd name="T38" fmla="*/ 47 w 79"/>
                <a:gd name="T39" fmla="*/ 19 h 74"/>
                <a:gd name="T40" fmla="*/ 57 w 79"/>
                <a:gd name="T41" fmla="*/ 28 h 74"/>
                <a:gd name="T42" fmla="*/ 56 w 79"/>
                <a:gd name="T43" fmla="*/ 29 h 74"/>
                <a:gd name="T44" fmla="*/ 52 w 79"/>
                <a:gd name="T45" fmla="*/ 29 h 74"/>
                <a:gd name="T46" fmla="*/ 40 w 79"/>
                <a:gd name="T47" fmla="*/ 41 h 74"/>
                <a:gd name="T48" fmla="*/ 55 w 79"/>
                <a:gd name="T49" fmla="*/ 54 h 74"/>
                <a:gd name="T50" fmla="*/ 63 w 79"/>
                <a:gd name="T51" fmla="*/ 54 h 74"/>
                <a:gd name="T52" fmla="*/ 75 w 79"/>
                <a:gd name="T53" fmla="*/ 40 h 74"/>
                <a:gd name="T54" fmla="*/ 76 w 79"/>
                <a:gd name="T55" fmla="*/ 35 h 74"/>
                <a:gd name="T56" fmla="*/ 76 w 79"/>
                <a:gd name="T57" fmla="*/ 33 h 74"/>
                <a:gd name="T58" fmla="*/ 79 w 79"/>
                <a:gd name="T59" fmla="*/ 43 h 74"/>
                <a:gd name="T60" fmla="*/ 78 w 79"/>
                <a:gd name="T61" fmla="*/ 4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9" h="74">
                  <a:moveTo>
                    <a:pt x="78" y="46"/>
                  </a:moveTo>
                  <a:cubicBezTo>
                    <a:pt x="76" y="48"/>
                    <a:pt x="62" y="63"/>
                    <a:pt x="59" y="67"/>
                  </a:cubicBezTo>
                  <a:cubicBezTo>
                    <a:pt x="57" y="69"/>
                    <a:pt x="54" y="72"/>
                    <a:pt x="53" y="73"/>
                  </a:cubicBezTo>
                  <a:cubicBezTo>
                    <a:pt x="53" y="74"/>
                    <a:pt x="52" y="73"/>
                    <a:pt x="53" y="72"/>
                  </a:cubicBezTo>
                  <a:cubicBezTo>
                    <a:pt x="53" y="71"/>
                    <a:pt x="54" y="70"/>
                    <a:pt x="53" y="68"/>
                  </a:cubicBezTo>
                  <a:cubicBezTo>
                    <a:pt x="52" y="65"/>
                    <a:pt x="36" y="52"/>
                    <a:pt x="29" y="45"/>
                  </a:cubicBezTo>
                  <a:cubicBezTo>
                    <a:pt x="22" y="39"/>
                    <a:pt x="10" y="28"/>
                    <a:pt x="7" y="28"/>
                  </a:cubicBezTo>
                  <a:cubicBezTo>
                    <a:pt x="5" y="27"/>
                    <a:pt x="4" y="28"/>
                    <a:pt x="3" y="28"/>
                  </a:cubicBezTo>
                  <a:cubicBezTo>
                    <a:pt x="2" y="29"/>
                    <a:pt x="0" y="30"/>
                    <a:pt x="1" y="28"/>
                  </a:cubicBezTo>
                  <a:cubicBezTo>
                    <a:pt x="3" y="27"/>
                    <a:pt x="5" y="24"/>
                    <a:pt x="8" y="21"/>
                  </a:cubicBezTo>
                  <a:cubicBezTo>
                    <a:pt x="12" y="17"/>
                    <a:pt x="27" y="2"/>
                    <a:pt x="27" y="1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30" y="1"/>
                    <a:pt x="33" y="5"/>
                    <a:pt x="35" y="6"/>
                  </a:cubicBezTo>
                  <a:cubicBezTo>
                    <a:pt x="37" y="7"/>
                    <a:pt x="35" y="7"/>
                    <a:pt x="34" y="7"/>
                  </a:cubicBezTo>
                  <a:cubicBezTo>
                    <a:pt x="33" y="7"/>
                    <a:pt x="32" y="6"/>
                    <a:pt x="30" y="8"/>
                  </a:cubicBezTo>
                  <a:cubicBezTo>
                    <a:pt x="26" y="10"/>
                    <a:pt x="17" y="21"/>
                    <a:pt x="17" y="21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47" y="25"/>
                    <a:pt x="47" y="23"/>
                  </a:cubicBezTo>
                  <a:cubicBezTo>
                    <a:pt x="47" y="21"/>
                    <a:pt x="47" y="21"/>
                    <a:pt x="47" y="20"/>
                  </a:cubicBezTo>
                  <a:cubicBezTo>
                    <a:pt x="47" y="19"/>
                    <a:pt x="47" y="17"/>
                    <a:pt x="47" y="19"/>
                  </a:cubicBezTo>
                  <a:cubicBezTo>
                    <a:pt x="50" y="22"/>
                    <a:pt x="56" y="27"/>
                    <a:pt x="57" y="28"/>
                  </a:cubicBezTo>
                  <a:cubicBezTo>
                    <a:pt x="59" y="29"/>
                    <a:pt x="57" y="29"/>
                    <a:pt x="56" y="29"/>
                  </a:cubicBezTo>
                  <a:cubicBezTo>
                    <a:pt x="55" y="28"/>
                    <a:pt x="54" y="27"/>
                    <a:pt x="52" y="29"/>
                  </a:cubicBezTo>
                  <a:cubicBezTo>
                    <a:pt x="50" y="30"/>
                    <a:pt x="40" y="41"/>
                    <a:pt x="40" y="41"/>
                  </a:cubicBezTo>
                  <a:cubicBezTo>
                    <a:pt x="40" y="41"/>
                    <a:pt x="52" y="52"/>
                    <a:pt x="55" y="54"/>
                  </a:cubicBezTo>
                  <a:cubicBezTo>
                    <a:pt x="58" y="56"/>
                    <a:pt x="60" y="56"/>
                    <a:pt x="63" y="54"/>
                  </a:cubicBezTo>
                  <a:cubicBezTo>
                    <a:pt x="66" y="51"/>
                    <a:pt x="73" y="44"/>
                    <a:pt x="75" y="40"/>
                  </a:cubicBezTo>
                  <a:cubicBezTo>
                    <a:pt x="76" y="37"/>
                    <a:pt x="75" y="36"/>
                    <a:pt x="76" y="35"/>
                  </a:cubicBezTo>
                  <a:cubicBezTo>
                    <a:pt x="76" y="34"/>
                    <a:pt x="76" y="32"/>
                    <a:pt x="76" y="33"/>
                  </a:cubicBezTo>
                  <a:cubicBezTo>
                    <a:pt x="77" y="34"/>
                    <a:pt x="79" y="42"/>
                    <a:pt x="79" y="43"/>
                  </a:cubicBezTo>
                  <a:cubicBezTo>
                    <a:pt x="79" y="44"/>
                    <a:pt x="79" y="45"/>
                    <a:pt x="78" y="4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5" name="Freeform 757">
              <a:extLst>
                <a:ext uri="{FF2B5EF4-FFF2-40B4-BE49-F238E27FC236}">
                  <a16:creationId xmlns:a16="http://schemas.microsoft.com/office/drawing/2014/main" id="{362D3D4C-1192-43E6-AB51-80317AC59EF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155025" y="12306300"/>
              <a:ext cx="53975" cy="55562"/>
            </a:xfrm>
            <a:custGeom>
              <a:avLst/>
              <a:gdLst>
                <a:gd name="T0" fmla="*/ 69 w 71"/>
                <a:gd name="T1" fmla="*/ 51 h 73"/>
                <a:gd name="T2" fmla="*/ 70 w 71"/>
                <a:gd name="T3" fmla="*/ 63 h 73"/>
                <a:gd name="T4" fmla="*/ 69 w 71"/>
                <a:gd name="T5" fmla="*/ 61 h 73"/>
                <a:gd name="T6" fmla="*/ 67 w 71"/>
                <a:gd name="T7" fmla="*/ 59 h 73"/>
                <a:gd name="T8" fmla="*/ 38 w 71"/>
                <a:gd name="T9" fmla="*/ 60 h 73"/>
                <a:gd name="T10" fmla="*/ 5 w 71"/>
                <a:gd name="T11" fmla="*/ 64 h 73"/>
                <a:gd name="T12" fmla="*/ 4 w 71"/>
                <a:gd name="T13" fmla="*/ 69 h 73"/>
                <a:gd name="T14" fmla="*/ 2 w 71"/>
                <a:gd name="T15" fmla="*/ 70 h 73"/>
                <a:gd name="T16" fmla="*/ 2 w 71"/>
                <a:gd name="T17" fmla="*/ 60 h 73"/>
                <a:gd name="T18" fmla="*/ 1 w 71"/>
                <a:gd name="T19" fmla="*/ 38 h 73"/>
                <a:gd name="T20" fmla="*/ 18 w 71"/>
                <a:gd name="T21" fmla="*/ 23 h 73"/>
                <a:gd name="T22" fmla="*/ 35 w 71"/>
                <a:gd name="T23" fmla="*/ 34 h 73"/>
                <a:gd name="T24" fmla="*/ 39 w 71"/>
                <a:gd name="T25" fmla="*/ 30 h 73"/>
                <a:gd name="T26" fmla="*/ 67 w 71"/>
                <a:gd name="T27" fmla="*/ 9 h 73"/>
                <a:gd name="T28" fmla="*/ 68 w 71"/>
                <a:gd name="T29" fmla="*/ 5 h 73"/>
                <a:gd name="T30" fmla="*/ 69 w 71"/>
                <a:gd name="T31" fmla="*/ 5 h 73"/>
                <a:gd name="T32" fmla="*/ 67 w 71"/>
                <a:gd name="T33" fmla="*/ 20 h 73"/>
                <a:gd name="T34" fmla="*/ 48 w 71"/>
                <a:gd name="T35" fmla="*/ 35 h 73"/>
                <a:gd name="T36" fmla="*/ 38 w 71"/>
                <a:gd name="T37" fmla="*/ 45 h 73"/>
                <a:gd name="T38" fmla="*/ 39 w 71"/>
                <a:gd name="T39" fmla="*/ 51 h 73"/>
                <a:gd name="T40" fmla="*/ 51 w 71"/>
                <a:gd name="T41" fmla="*/ 49 h 73"/>
                <a:gd name="T42" fmla="*/ 66 w 71"/>
                <a:gd name="T43" fmla="*/ 47 h 73"/>
                <a:gd name="T44" fmla="*/ 68 w 71"/>
                <a:gd name="T45" fmla="*/ 44 h 73"/>
                <a:gd name="T46" fmla="*/ 69 w 71"/>
                <a:gd name="T47" fmla="*/ 44 h 73"/>
                <a:gd name="T48" fmla="*/ 69 w 71"/>
                <a:gd name="T49" fmla="*/ 51 h 73"/>
                <a:gd name="T50" fmla="*/ 28 w 71"/>
                <a:gd name="T51" fmla="*/ 34 h 73"/>
                <a:gd name="T52" fmla="*/ 7 w 71"/>
                <a:gd name="T53" fmla="*/ 39 h 73"/>
                <a:gd name="T54" fmla="*/ 5 w 71"/>
                <a:gd name="T55" fmla="*/ 53 h 73"/>
                <a:gd name="T56" fmla="*/ 20 w 71"/>
                <a:gd name="T57" fmla="*/ 52 h 73"/>
                <a:gd name="T58" fmla="*/ 35 w 71"/>
                <a:gd name="T59" fmla="*/ 51 h 73"/>
                <a:gd name="T60" fmla="*/ 28 w 71"/>
                <a:gd name="T61" fmla="*/ 3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1" h="73">
                  <a:moveTo>
                    <a:pt x="69" y="51"/>
                  </a:moveTo>
                  <a:cubicBezTo>
                    <a:pt x="69" y="52"/>
                    <a:pt x="70" y="59"/>
                    <a:pt x="70" y="63"/>
                  </a:cubicBezTo>
                  <a:cubicBezTo>
                    <a:pt x="71" y="64"/>
                    <a:pt x="70" y="62"/>
                    <a:pt x="69" y="61"/>
                  </a:cubicBezTo>
                  <a:cubicBezTo>
                    <a:pt x="69" y="60"/>
                    <a:pt x="69" y="59"/>
                    <a:pt x="67" y="59"/>
                  </a:cubicBezTo>
                  <a:cubicBezTo>
                    <a:pt x="65" y="57"/>
                    <a:pt x="48" y="59"/>
                    <a:pt x="38" y="60"/>
                  </a:cubicBezTo>
                  <a:cubicBezTo>
                    <a:pt x="29" y="61"/>
                    <a:pt x="8" y="62"/>
                    <a:pt x="5" y="64"/>
                  </a:cubicBezTo>
                  <a:cubicBezTo>
                    <a:pt x="4" y="66"/>
                    <a:pt x="4" y="68"/>
                    <a:pt x="4" y="69"/>
                  </a:cubicBezTo>
                  <a:cubicBezTo>
                    <a:pt x="4" y="70"/>
                    <a:pt x="2" y="73"/>
                    <a:pt x="2" y="70"/>
                  </a:cubicBezTo>
                  <a:cubicBezTo>
                    <a:pt x="2" y="69"/>
                    <a:pt x="2" y="63"/>
                    <a:pt x="2" y="60"/>
                  </a:cubicBezTo>
                  <a:cubicBezTo>
                    <a:pt x="2" y="58"/>
                    <a:pt x="0" y="43"/>
                    <a:pt x="1" y="38"/>
                  </a:cubicBezTo>
                  <a:cubicBezTo>
                    <a:pt x="2" y="32"/>
                    <a:pt x="8" y="23"/>
                    <a:pt x="18" y="23"/>
                  </a:cubicBezTo>
                  <a:cubicBezTo>
                    <a:pt x="29" y="22"/>
                    <a:pt x="34" y="31"/>
                    <a:pt x="35" y="34"/>
                  </a:cubicBezTo>
                  <a:cubicBezTo>
                    <a:pt x="36" y="32"/>
                    <a:pt x="36" y="32"/>
                    <a:pt x="39" y="30"/>
                  </a:cubicBezTo>
                  <a:cubicBezTo>
                    <a:pt x="43" y="27"/>
                    <a:pt x="66" y="13"/>
                    <a:pt x="67" y="9"/>
                  </a:cubicBezTo>
                  <a:cubicBezTo>
                    <a:pt x="68" y="7"/>
                    <a:pt x="68" y="5"/>
                    <a:pt x="68" y="5"/>
                  </a:cubicBezTo>
                  <a:cubicBezTo>
                    <a:pt x="68" y="2"/>
                    <a:pt x="68" y="0"/>
                    <a:pt x="69" y="5"/>
                  </a:cubicBezTo>
                  <a:cubicBezTo>
                    <a:pt x="70" y="8"/>
                    <a:pt x="71" y="15"/>
                    <a:pt x="67" y="20"/>
                  </a:cubicBezTo>
                  <a:cubicBezTo>
                    <a:pt x="63" y="25"/>
                    <a:pt x="51" y="33"/>
                    <a:pt x="48" y="35"/>
                  </a:cubicBezTo>
                  <a:cubicBezTo>
                    <a:pt x="45" y="37"/>
                    <a:pt x="38" y="41"/>
                    <a:pt x="38" y="45"/>
                  </a:cubicBezTo>
                  <a:cubicBezTo>
                    <a:pt x="38" y="48"/>
                    <a:pt x="39" y="51"/>
                    <a:pt x="39" y="51"/>
                  </a:cubicBezTo>
                  <a:cubicBezTo>
                    <a:pt x="39" y="51"/>
                    <a:pt x="49" y="50"/>
                    <a:pt x="51" y="49"/>
                  </a:cubicBezTo>
                  <a:cubicBezTo>
                    <a:pt x="54" y="49"/>
                    <a:pt x="65" y="48"/>
                    <a:pt x="66" y="47"/>
                  </a:cubicBezTo>
                  <a:cubicBezTo>
                    <a:pt x="68" y="45"/>
                    <a:pt x="68" y="44"/>
                    <a:pt x="68" y="44"/>
                  </a:cubicBezTo>
                  <a:cubicBezTo>
                    <a:pt x="68" y="43"/>
                    <a:pt x="69" y="39"/>
                    <a:pt x="69" y="44"/>
                  </a:cubicBezTo>
                  <a:cubicBezTo>
                    <a:pt x="69" y="46"/>
                    <a:pt x="69" y="49"/>
                    <a:pt x="69" y="51"/>
                  </a:cubicBezTo>
                  <a:moveTo>
                    <a:pt x="28" y="34"/>
                  </a:moveTo>
                  <a:cubicBezTo>
                    <a:pt x="19" y="29"/>
                    <a:pt x="10" y="34"/>
                    <a:pt x="7" y="39"/>
                  </a:cubicBezTo>
                  <a:cubicBezTo>
                    <a:pt x="4" y="44"/>
                    <a:pt x="5" y="53"/>
                    <a:pt x="5" y="53"/>
                  </a:cubicBezTo>
                  <a:cubicBezTo>
                    <a:pt x="5" y="53"/>
                    <a:pt x="18" y="52"/>
                    <a:pt x="20" y="52"/>
                  </a:cubicBezTo>
                  <a:cubicBezTo>
                    <a:pt x="22" y="52"/>
                    <a:pt x="35" y="51"/>
                    <a:pt x="35" y="51"/>
                  </a:cubicBezTo>
                  <a:cubicBezTo>
                    <a:pt x="35" y="51"/>
                    <a:pt x="36" y="39"/>
                    <a:pt x="28" y="3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6" name="Freeform 758">
              <a:extLst>
                <a:ext uri="{FF2B5EF4-FFF2-40B4-BE49-F238E27FC236}">
                  <a16:creationId xmlns:a16="http://schemas.microsoft.com/office/drawing/2014/main" id="{EB40DB82-331F-459D-B46C-5C9207023C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66163" y="12084050"/>
              <a:ext cx="44450" cy="107950"/>
            </a:xfrm>
            <a:custGeom>
              <a:avLst/>
              <a:gdLst>
                <a:gd name="T0" fmla="*/ 46 w 58"/>
                <a:gd name="T1" fmla="*/ 118 h 141"/>
                <a:gd name="T2" fmla="*/ 32 w 58"/>
                <a:gd name="T3" fmla="*/ 81 h 141"/>
                <a:gd name="T4" fmla="*/ 42 w 58"/>
                <a:gd name="T5" fmla="*/ 57 h 141"/>
                <a:gd name="T6" fmla="*/ 45 w 58"/>
                <a:gd name="T7" fmla="*/ 53 h 141"/>
                <a:gd name="T8" fmla="*/ 58 w 58"/>
                <a:gd name="T9" fmla="*/ 22 h 141"/>
                <a:gd name="T10" fmla="*/ 56 w 58"/>
                <a:gd name="T11" fmla="*/ 0 h 141"/>
                <a:gd name="T12" fmla="*/ 22 w 58"/>
                <a:gd name="T13" fmla="*/ 60 h 141"/>
                <a:gd name="T14" fmla="*/ 0 w 58"/>
                <a:gd name="T15" fmla="*/ 95 h 141"/>
                <a:gd name="T16" fmla="*/ 19 w 58"/>
                <a:gd name="T17" fmla="*/ 141 h 141"/>
                <a:gd name="T18" fmla="*/ 14 w 58"/>
                <a:gd name="T19" fmla="*/ 113 h 141"/>
                <a:gd name="T20" fmla="*/ 16 w 58"/>
                <a:gd name="T21" fmla="*/ 95 h 141"/>
                <a:gd name="T22" fmla="*/ 16 w 58"/>
                <a:gd name="T23" fmla="*/ 94 h 141"/>
                <a:gd name="T24" fmla="*/ 17 w 58"/>
                <a:gd name="T25" fmla="*/ 95 h 141"/>
                <a:gd name="T26" fmla="*/ 46 w 58"/>
                <a:gd name="T27" fmla="*/ 11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141">
                  <a:moveTo>
                    <a:pt x="46" y="118"/>
                  </a:moveTo>
                  <a:cubicBezTo>
                    <a:pt x="34" y="104"/>
                    <a:pt x="32" y="89"/>
                    <a:pt x="32" y="81"/>
                  </a:cubicBezTo>
                  <a:cubicBezTo>
                    <a:pt x="32" y="70"/>
                    <a:pt x="37" y="64"/>
                    <a:pt x="42" y="57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51" y="47"/>
                    <a:pt x="58" y="38"/>
                    <a:pt x="58" y="22"/>
                  </a:cubicBezTo>
                  <a:cubicBezTo>
                    <a:pt x="58" y="8"/>
                    <a:pt x="57" y="2"/>
                    <a:pt x="56" y="0"/>
                  </a:cubicBezTo>
                  <a:cubicBezTo>
                    <a:pt x="55" y="7"/>
                    <a:pt x="51" y="35"/>
                    <a:pt x="22" y="60"/>
                  </a:cubicBezTo>
                  <a:cubicBezTo>
                    <a:pt x="14" y="67"/>
                    <a:pt x="0" y="80"/>
                    <a:pt x="0" y="95"/>
                  </a:cubicBezTo>
                  <a:cubicBezTo>
                    <a:pt x="0" y="117"/>
                    <a:pt x="14" y="135"/>
                    <a:pt x="19" y="141"/>
                  </a:cubicBezTo>
                  <a:cubicBezTo>
                    <a:pt x="15" y="131"/>
                    <a:pt x="14" y="121"/>
                    <a:pt x="14" y="113"/>
                  </a:cubicBezTo>
                  <a:cubicBezTo>
                    <a:pt x="14" y="102"/>
                    <a:pt x="16" y="95"/>
                    <a:pt x="16" y="95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27" y="112"/>
                    <a:pt x="42" y="117"/>
                    <a:pt x="46" y="11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7" name="Freeform 759">
              <a:extLst>
                <a:ext uri="{FF2B5EF4-FFF2-40B4-BE49-F238E27FC236}">
                  <a16:creationId xmlns:a16="http://schemas.microsoft.com/office/drawing/2014/main" id="{8FE933FD-8970-4744-8A75-D3A1E32F79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04263" y="12076113"/>
              <a:ext cx="25400" cy="49212"/>
            </a:xfrm>
            <a:custGeom>
              <a:avLst/>
              <a:gdLst>
                <a:gd name="T0" fmla="*/ 0 w 34"/>
                <a:gd name="T1" fmla="*/ 64 h 64"/>
                <a:gd name="T2" fmla="*/ 34 w 34"/>
                <a:gd name="T3" fmla="*/ 31 h 64"/>
                <a:gd name="T4" fmla="*/ 20 w 34"/>
                <a:gd name="T5" fmla="*/ 0 h 64"/>
                <a:gd name="T6" fmla="*/ 23 w 34"/>
                <a:gd name="T7" fmla="*/ 19 h 64"/>
                <a:gd name="T8" fmla="*/ 0 w 34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64">
                  <a:moveTo>
                    <a:pt x="0" y="64"/>
                  </a:moveTo>
                  <a:cubicBezTo>
                    <a:pt x="8" y="61"/>
                    <a:pt x="34" y="50"/>
                    <a:pt x="34" y="31"/>
                  </a:cubicBezTo>
                  <a:cubicBezTo>
                    <a:pt x="34" y="17"/>
                    <a:pt x="23" y="4"/>
                    <a:pt x="20" y="0"/>
                  </a:cubicBezTo>
                  <a:cubicBezTo>
                    <a:pt x="21" y="3"/>
                    <a:pt x="23" y="10"/>
                    <a:pt x="23" y="19"/>
                  </a:cubicBezTo>
                  <a:cubicBezTo>
                    <a:pt x="23" y="41"/>
                    <a:pt x="6" y="59"/>
                    <a:pt x="0" y="6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8" name="Freeform 760">
              <a:extLst>
                <a:ext uri="{FF2B5EF4-FFF2-40B4-BE49-F238E27FC236}">
                  <a16:creationId xmlns:a16="http://schemas.microsoft.com/office/drawing/2014/main" id="{116D84BD-491F-440A-9569-A8C0693ACD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97913" y="12079288"/>
              <a:ext cx="82550" cy="96837"/>
            </a:xfrm>
            <a:custGeom>
              <a:avLst/>
              <a:gdLst>
                <a:gd name="T0" fmla="*/ 107 w 107"/>
                <a:gd name="T1" fmla="*/ 25 h 126"/>
                <a:gd name="T2" fmla="*/ 73 w 107"/>
                <a:gd name="T3" fmla="*/ 46 h 126"/>
                <a:gd name="T4" fmla="*/ 73 w 107"/>
                <a:gd name="T5" fmla="*/ 45 h 126"/>
                <a:gd name="T6" fmla="*/ 92 w 107"/>
                <a:gd name="T7" fmla="*/ 0 h 126"/>
                <a:gd name="T8" fmla="*/ 44 w 107"/>
                <a:gd name="T9" fmla="*/ 45 h 126"/>
                <a:gd name="T10" fmla="*/ 38 w 107"/>
                <a:gd name="T11" fmla="*/ 48 h 126"/>
                <a:gd name="T12" fmla="*/ 0 w 107"/>
                <a:gd name="T13" fmla="*/ 87 h 126"/>
                <a:gd name="T14" fmla="*/ 11 w 107"/>
                <a:gd name="T15" fmla="*/ 125 h 126"/>
                <a:gd name="T16" fmla="*/ 8 w 107"/>
                <a:gd name="T17" fmla="*/ 108 h 126"/>
                <a:gd name="T18" fmla="*/ 10 w 107"/>
                <a:gd name="T19" fmla="*/ 97 h 126"/>
                <a:gd name="T20" fmla="*/ 11 w 107"/>
                <a:gd name="T21" fmla="*/ 96 h 126"/>
                <a:gd name="T22" fmla="*/ 11 w 107"/>
                <a:gd name="T23" fmla="*/ 97 h 126"/>
                <a:gd name="T24" fmla="*/ 33 w 107"/>
                <a:gd name="T25" fmla="*/ 126 h 126"/>
                <a:gd name="T26" fmla="*/ 32 w 107"/>
                <a:gd name="T27" fmla="*/ 117 h 126"/>
                <a:gd name="T28" fmla="*/ 57 w 107"/>
                <a:gd name="T29" fmla="*/ 70 h 126"/>
                <a:gd name="T30" fmla="*/ 107 w 107"/>
                <a:gd name="T31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26">
                  <a:moveTo>
                    <a:pt x="107" y="25"/>
                  </a:moveTo>
                  <a:cubicBezTo>
                    <a:pt x="100" y="35"/>
                    <a:pt x="74" y="45"/>
                    <a:pt x="73" y="46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87" y="30"/>
                    <a:pt x="91" y="7"/>
                    <a:pt x="92" y="0"/>
                  </a:cubicBezTo>
                  <a:cubicBezTo>
                    <a:pt x="71" y="33"/>
                    <a:pt x="59" y="39"/>
                    <a:pt x="44" y="45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20" y="56"/>
                    <a:pt x="0" y="68"/>
                    <a:pt x="0" y="87"/>
                  </a:cubicBezTo>
                  <a:cubicBezTo>
                    <a:pt x="0" y="112"/>
                    <a:pt x="8" y="122"/>
                    <a:pt x="11" y="125"/>
                  </a:cubicBezTo>
                  <a:cubicBezTo>
                    <a:pt x="9" y="118"/>
                    <a:pt x="8" y="113"/>
                    <a:pt x="8" y="108"/>
                  </a:cubicBezTo>
                  <a:cubicBezTo>
                    <a:pt x="8" y="101"/>
                    <a:pt x="10" y="97"/>
                    <a:pt x="10" y="97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3" y="111"/>
                    <a:pt x="29" y="124"/>
                    <a:pt x="33" y="126"/>
                  </a:cubicBezTo>
                  <a:cubicBezTo>
                    <a:pt x="33" y="125"/>
                    <a:pt x="32" y="122"/>
                    <a:pt x="32" y="117"/>
                  </a:cubicBezTo>
                  <a:cubicBezTo>
                    <a:pt x="32" y="104"/>
                    <a:pt x="35" y="79"/>
                    <a:pt x="57" y="70"/>
                  </a:cubicBezTo>
                  <a:cubicBezTo>
                    <a:pt x="96" y="53"/>
                    <a:pt x="105" y="32"/>
                    <a:pt x="107" y="2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9" name="Freeform 761">
              <a:extLst>
                <a:ext uri="{FF2B5EF4-FFF2-40B4-BE49-F238E27FC236}">
                  <a16:creationId xmlns:a16="http://schemas.microsoft.com/office/drawing/2014/main" id="{CB319E42-A671-4A92-8C3C-8ED724089F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26488" y="12126913"/>
              <a:ext cx="34925" cy="53975"/>
            </a:xfrm>
            <a:custGeom>
              <a:avLst/>
              <a:gdLst>
                <a:gd name="T0" fmla="*/ 38 w 46"/>
                <a:gd name="T1" fmla="*/ 39 h 71"/>
                <a:gd name="T2" fmla="*/ 46 w 46"/>
                <a:gd name="T3" fmla="*/ 0 h 71"/>
                <a:gd name="T4" fmla="*/ 0 w 46"/>
                <a:gd name="T5" fmla="*/ 67 h 71"/>
                <a:gd name="T6" fmla="*/ 0 w 46"/>
                <a:gd name="T7" fmla="*/ 71 h 71"/>
                <a:gd name="T8" fmla="*/ 23 w 46"/>
                <a:gd name="T9" fmla="*/ 38 h 71"/>
                <a:gd name="T10" fmla="*/ 24 w 46"/>
                <a:gd name="T11" fmla="*/ 37 h 71"/>
                <a:gd name="T12" fmla="*/ 24 w 46"/>
                <a:gd name="T13" fmla="*/ 38 h 71"/>
                <a:gd name="T14" fmla="*/ 24 w 46"/>
                <a:gd name="T15" fmla="*/ 38 h 71"/>
                <a:gd name="T16" fmla="*/ 17 w 46"/>
                <a:gd name="T17" fmla="*/ 68 h 71"/>
                <a:gd name="T18" fmla="*/ 38 w 46"/>
                <a:gd name="T19" fmla="*/ 3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1">
                  <a:moveTo>
                    <a:pt x="38" y="39"/>
                  </a:moveTo>
                  <a:cubicBezTo>
                    <a:pt x="38" y="14"/>
                    <a:pt x="43" y="4"/>
                    <a:pt x="46" y="0"/>
                  </a:cubicBezTo>
                  <a:cubicBezTo>
                    <a:pt x="4" y="19"/>
                    <a:pt x="0" y="54"/>
                    <a:pt x="0" y="67"/>
                  </a:cubicBezTo>
                  <a:cubicBezTo>
                    <a:pt x="0" y="69"/>
                    <a:pt x="0" y="70"/>
                    <a:pt x="0" y="71"/>
                  </a:cubicBezTo>
                  <a:cubicBezTo>
                    <a:pt x="2" y="66"/>
                    <a:pt x="8" y="50"/>
                    <a:pt x="23" y="38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9"/>
                    <a:pt x="23" y="45"/>
                    <a:pt x="17" y="68"/>
                  </a:cubicBezTo>
                  <a:cubicBezTo>
                    <a:pt x="21" y="66"/>
                    <a:pt x="38" y="54"/>
                    <a:pt x="38" y="3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0" name="Freeform 762">
              <a:extLst>
                <a:ext uri="{FF2B5EF4-FFF2-40B4-BE49-F238E27FC236}">
                  <a16:creationId xmlns:a16="http://schemas.microsoft.com/office/drawing/2014/main" id="{FFD02F69-B759-4515-8C5C-B56E005EA1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8713" y="12109450"/>
              <a:ext cx="34925" cy="79375"/>
            </a:xfrm>
            <a:custGeom>
              <a:avLst/>
              <a:gdLst>
                <a:gd name="T0" fmla="*/ 45 w 45"/>
                <a:gd name="T1" fmla="*/ 60 h 104"/>
                <a:gd name="T2" fmla="*/ 42 w 45"/>
                <a:gd name="T3" fmla="*/ 44 h 104"/>
                <a:gd name="T4" fmla="*/ 32 w 45"/>
                <a:gd name="T5" fmla="*/ 60 h 104"/>
                <a:gd name="T6" fmla="*/ 32 w 45"/>
                <a:gd name="T7" fmla="*/ 60 h 104"/>
                <a:gd name="T8" fmla="*/ 32 w 45"/>
                <a:gd name="T9" fmla="*/ 60 h 104"/>
                <a:gd name="T10" fmla="*/ 31 w 45"/>
                <a:gd name="T11" fmla="*/ 59 h 104"/>
                <a:gd name="T12" fmla="*/ 36 w 45"/>
                <a:gd name="T13" fmla="*/ 41 h 104"/>
                <a:gd name="T14" fmla="*/ 34 w 45"/>
                <a:gd name="T15" fmla="*/ 28 h 104"/>
                <a:gd name="T16" fmla="*/ 34 w 45"/>
                <a:gd name="T17" fmla="*/ 22 h 104"/>
                <a:gd name="T18" fmla="*/ 41 w 45"/>
                <a:gd name="T19" fmla="*/ 0 h 104"/>
                <a:gd name="T20" fmla="*/ 19 w 45"/>
                <a:gd name="T21" fmla="*/ 33 h 104"/>
                <a:gd name="T22" fmla="*/ 14 w 45"/>
                <a:gd name="T23" fmla="*/ 57 h 104"/>
                <a:gd name="T24" fmla="*/ 12 w 45"/>
                <a:gd name="T25" fmla="*/ 66 h 104"/>
                <a:gd name="T26" fmla="*/ 0 w 45"/>
                <a:gd name="T27" fmla="*/ 96 h 104"/>
                <a:gd name="T28" fmla="*/ 17 w 45"/>
                <a:gd name="T29" fmla="*/ 76 h 104"/>
                <a:gd name="T30" fmla="*/ 18 w 45"/>
                <a:gd name="T31" fmla="*/ 74 h 104"/>
                <a:gd name="T32" fmla="*/ 18 w 45"/>
                <a:gd name="T33" fmla="*/ 76 h 104"/>
                <a:gd name="T34" fmla="*/ 19 w 45"/>
                <a:gd name="T35" fmla="*/ 83 h 104"/>
                <a:gd name="T36" fmla="*/ 14 w 45"/>
                <a:gd name="T37" fmla="*/ 104 h 104"/>
                <a:gd name="T38" fmla="*/ 45 w 45"/>
                <a:gd name="T39" fmla="*/ 6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104">
                  <a:moveTo>
                    <a:pt x="45" y="60"/>
                  </a:moveTo>
                  <a:cubicBezTo>
                    <a:pt x="45" y="52"/>
                    <a:pt x="43" y="46"/>
                    <a:pt x="42" y="44"/>
                  </a:cubicBezTo>
                  <a:cubicBezTo>
                    <a:pt x="41" y="46"/>
                    <a:pt x="39" y="53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6" y="54"/>
                    <a:pt x="36" y="41"/>
                  </a:cubicBezTo>
                  <a:cubicBezTo>
                    <a:pt x="36" y="37"/>
                    <a:pt x="35" y="33"/>
                    <a:pt x="34" y="28"/>
                  </a:cubicBezTo>
                  <a:cubicBezTo>
                    <a:pt x="34" y="26"/>
                    <a:pt x="34" y="24"/>
                    <a:pt x="34" y="22"/>
                  </a:cubicBezTo>
                  <a:cubicBezTo>
                    <a:pt x="34" y="12"/>
                    <a:pt x="38" y="4"/>
                    <a:pt x="41" y="0"/>
                  </a:cubicBezTo>
                  <a:cubicBezTo>
                    <a:pt x="36" y="3"/>
                    <a:pt x="24" y="14"/>
                    <a:pt x="19" y="33"/>
                  </a:cubicBezTo>
                  <a:cubicBezTo>
                    <a:pt x="15" y="47"/>
                    <a:pt x="14" y="53"/>
                    <a:pt x="14" y="57"/>
                  </a:cubicBezTo>
                  <a:cubicBezTo>
                    <a:pt x="13" y="60"/>
                    <a:pt x="13" y="62"/>
                    <a:pt x="12" y="66"/>
                  </a:cubicBezTo>
                  <a:cubicBezTo>
                    <a:pt x="9" y="74"/>
                    <a:pt x="4" y="89"/>
                    <a:pt x="0" y="96"/>
                  </a:cubicBezTo>
                  <a:cubicBezTo>
                    <a:pt x="3" y="94"/>
                    <a:pt x="11" y="88"/>
                    <a:pt x="17" y="7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9" y="79"/>
                    <a:pt x="19" y="83"/>
                  </a:cubicBezTo>
                  <a:cubicBezTo>
                    <a:pt x="19" y="89"/>
                    <a:pt x="18" y="97"/>
                    <a:pt x="14" y="104"/>
                  </a:cubicBezTo>
                  <a:cubicBezTo>
                    <a:pt x="20" y="100"/>
                    <a:pt x="45" y="79"/>
                    <a:pt x="45" y="6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1" name="Freeform 763">
              <a:extLst>
                <a:ext uri="{FF2B5EF4-FFF2-40B4-BE49-F238E27FC236}">
                  <a16:creationId xmlns:a16="http://schemas.microsoft.com/office/drawing/2014/main" id="{F0DE95DD-B77B-4110-8533-9D98E4D80F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0463" y="12104688"/>
              <a:ext cx="36512" cy="41275"/>
            </a:xfrm>
            <a:custGeom>
              <a:avLst/>
              <a:gdLst>
                <a:gd name="T0" fmla="*/ 48 w 48"/>
                <a:gd name="T1" fmla="*/ 24 h 55"/>
                <a:gd name="T2" fmla="*/ 19 w 48"/>
                <a:gd name="T3" fmla="*/ 19 h 55"/>
                <a:gd name="T4" fmla="*/ 17 w 48"/>
                <a:gd name="T5" fmla="*/ 19 h 55"/>
                <a:gd name="T6" fmla="*/ 18 w 48"/>
                <a:gd name="T7" fmla="*/ 18 h 55"/>
                <a:gd name="T8" fmla="*/ 37 w 48"/>
                <a:gd name="T9" fmla="*/ 2 h 55"/>
                <a:gd name="T10" fmla="*/ 7 w 48"/>
                <a:gd name="T11" fmla="*/ 12 h 55"/>
                <a:gd name="T12" fmla="*/ 0 w 48"/>
                <a:gd name="T13" fmla="*/ 39 h 55"/>
                <a:gd name="T14" fmla="*/ 0 w 48"/>
                <a:gd name="T15" fmla="*/ 44 h 55"/>
                <a:gd name="T16" fmla="*/ 10 w 48"/>
                <a:gd name="T17" fmla="*/ 29 h 55"/>
                <a:gd name="T18" fmla="*/ 11 w 48"/>
                <a:gd name="T19" fmla="*/ 29 h 55"/>
                <a:gd name="T20" fmla="*/ 11 w 48"/>
                <a:gd name="T21" fmla="*/ 30 h 55"/>
                <a:gd name="T22" fmla="*/ 11 w 48"/>
                <a:gd name="T23" fmla="*/ 35 h 55"/>
                <a:gd name="T24" fmla="*/ 9 w 48"/>
                <a:gd name="T25" fmla="*/ 55 h 55"/>
                <a:gd name="T26" fmla="*/ 48 w 48"/>
                <a:gd name="T27" fmla="*/ 2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5">
                  <a:moveTo>
                    <a:pt x="48" y="24"/>
                  </a:moveTo>
                  <a:cubicBezTo>
                    <a:pt x="34" y="14"/>
                    <a:pt x="19" y="19"/>
                    <a:pt x="19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5" y="9"/>
                    <a:pt x="34" y="4"/>
                    <a:pt x="37" y="2"/>
                  </a:cubicBezTo>
                  <a:cubicBezTo>
                    <a:pt x="33" y="1"/>
                    <a:pt x="15" y="0"/>
                    <a:pt x="7" y="12"/>
                  </a:cubicBezTo>
                  <a:cubicBezTo>
                    <a:pt x="1" y="20"/>
                    <a:pt x="0" y="32"/>
                    <a:pt x="0" y="39"/>
                  </a:cubicBezTo>
                  <a:cubicBezTo>
                    <a:pt x="0" y="42"/>
                    <a:pt x="0" y="43"/>
                    <a:pt x="0" y="44"/>
                  </a:cubicBezTo>
                  <a:cubicBezTo>
                    <a:pt x="9" y="29"/>
                    <a:pt x="10" y="29"/>
                    <a:pt x="10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1"/>
                    <a:pt x="11" y="33"/>
                    <a:pt x="11" y="35"/>
                  </a:cubicBezTo>
                  <a:cubicBezTo>
                    <a:pt x="11" y="42"/>
                    <a:pt x="10" y="51"/>
                    <a:pt x="9" y="55"/>
                  </a:cubicBezTo>
                  <a:cubicBezTo>
                    <a:pt x="24" y="26"/>
                    <a:pt x="43" y="24"/>
                    <a:pt x="48" y="2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2" name="Freeform 764">
              <a:extLst>
                <a:ext uri="{FF2B5EF4-FFF2-40B4-BE49-F238E27FC236}">
                  <a16:creationId xmlns:a16="http://schemas.microsoft.com/office/drawing/2014/main" id="{F3878688-9D59-49E1-9BAC-714E2671845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04263" y="12426950"/>
              <a:ext cx="41275" cy="90487"/>
            </a:xfrm>
            <a:custGeom>
              <a:avLst/>
              <a:gdLst>
                <a:gd name="T0" fmla="*/ 23 w 53"/>
                <a:gd name="T1" fmla="*/ 118 h 118"/>
                <a:gd name="T2" fmla="*/ 25 w 53"/>
                <a:gd name="T3" fmla="*/ 48 h 118"/>
                <a:gd name="T4" fmla="*/ 28 w 53"/>
                <a:gd name="T5" fmla="*/ 53 h 118"/>
                <a:gd name="T6" fmla="*/ 31 w 53"/>
                <a:gd name="T7" fmla="*/ 61 h 118"/>
                <a:gd name="T8" fmla="*/ 34 w 53"/>
                <a:gd name="T9" fmla="*/ 67 h 118"/>
                <a:gd name="T10" fmla="*/ 36 w 53"/>
                <a:gd name="T11" fmla="*/ 85 h 118"/>
                <a:gd name="T12" fmla="*/ 39 w 53"/>
                <a:gd name="T13" fmla="*/ 90 h 118"/>
                <a:gd name="T14" fmla="*/ 51 w 53"/>
                <a:gd name="T15" fmla="*/ 69 h 118"/>
                <a:gd name="T16" fmla="*/ 44 w 53"/>
                <a:gd name="T17" fmla="*/ 58 h 118"/>
                <a:gd name="T18" fmla="*/ 38 w 53"/>
                <a:gd name="T19" fmla="*/ 40 h 118"/>
                <a:gd name="T20" fmla="*/ 32 w 53"/>
                <a:gd name="T21" fmla="*/ 36 h 118"/>
                <a:gd name="T22" fmla="*/ 25 w 53"/>
                <a:gd name="T23" fmla="*/ 29 h 118"/>
                <a:gd name="T24" fmla="*/ 26 w 53"/>
                <a:gd name="T25" fmla="*/ 10 h 118"/>
                <a:gd name="T26" fmla="*/ 23 w 53"/>
                <a:gd name="T27" fmla="*/ 10 h 118"/>
                <a:gd name="T28" fmla="*/ 0 w 53"/>
                <a:gd name="T29" fmla="*/ 0 h 118"/>
                <a:gd name="T30" fmla="*/ 4 w 53"/>
                <a:gd name="T31" fmla="*/ 118 h 118"/>
                <a:gd name="T32" fmla="*/ 23 w 53"/>
                <a:gd name="T33" fmla="*/ 118 h 118"/>
                <a:gd name="T34" fmla="*/ 47 w 53"/>
                <a:gd name="T35" fmla="*/ 80 h 118"/>
                <a:gd name="T36" fmla="*/ 41 w 53"/>
                <a:gd name="T37" fmla="*/ 86 h 118"/>
                <a:gd name="T38" fmla="*/ 40 w 53"/>
                <a:gd name="T39" fmla="*/ 76 h 118"/>
                <a:gd name="T40" fmla="*/ 47 w 53"/>
                <a:gd name="T41" fmla="*/ 70 h 118"/>
                <a:gd name="T42" fmla="*/ 47 w 53"/>
                <a:gd name="T43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118">
                  <a:moveTo>
                    <a:pt x="23" y="118"/>
                  </a:moveTo>
                  <a:cubicBezTo>
                    <a:pt x="25" y="48"/>
                    <a:pt x="25" y="48"/>
                    <a:pt x="25" y="48"/>
                  </a:cubicBezTo>
                  <a:cubicBezTo>
                    <a:pt x="26" y="50"/>
                    <a:pt x="27" y="52"/>
                    <a:pt x="28" y="53"/>
                  </a:cubicBezTo>
                  <a:cubicBezTo>
                    <a:pt x="30" y="56"/>
                    <a:pt x="31" y="61"/>
                    <a:pt x="31" y="61"/>
                  </a:cubicBezTo>
                  <a:cubicBezTo>
                    <a:pt x="31" y="61"/>
                    <a:pt x="33" y="64"/>
                    <a:pt x="34" y="67"/>
                  </a:cubicBezTo>
                  <a:cubicBezTo>
                    <a:pt x="34" y="70"/>
                    <a:pt x="36" y="82"/>
                    <a:pt x="36" y="85"/>
                  </a:cubicBezTo>
                  <a:cubicBezTo>
                    <a:pt x="37" y="87"/>
                    <a:pt x="37" y="90"/>
                    <a:pt x="39" y="90"/>
                  </a:cubicBezTo>
                  <a:cubicBezTo>
                    <a:pt x="48" y="90"/>
                    <a:pt x="53" y="74"/>
                    <a:pt x="51" y="69"/>
                  </a:cubicBezTo>
                  <a:cubicBezTo>
                    <a:pt x="49" y="64"/>
                    <a:pt x="44" y="58"/>
                    <a:pt x="44" y="58"/>
                  </a:cubicBezTo>
                  <a:cubicBezTo>
                    <a:pt x="44" y="58"/>
                    <a:pt x="39" y="42"/>
                    <a:pt x="38" y="40"/>
                  </a:cubicBezTo>
                  <a:cubicBezTo>
                    <a:pt x="37" y="38"/>
                    <a:pt x="33" y="37"/>
                    <a:pt x="32" y="36"/>
                  </a:cubicBezTo>
                  <a:cubicBezTo>
                    <a:pt x="32" y="36"/>
                    <a:pt x="29" y="32"/>
                    <a:pt x="25" y="2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10"/>
                    <a:pt x="24" y="10"/>
                    <a:pt x="23" y="10"/>
                  </a:cubicBezTo>
                  <a:cubicBezTo>
                    <a:pt x="9" y="10"/>
                    <a:pt x="1" y="1"/>
                    <a:pt x="0" y="0"/>
                  </a:cubicBezTo>
                  <a:cubicBezTo>
                    <a:pt x="4" y="118"/>
                    <a:pt x="4" y="118"/>
                    <a:pt x="4" y="118"/>
                  </a:cubicBezTo>
                  <a:lnTo>
                    <a:pt x="23" y="118"/>
                  </a:lnTo>
                  <a:close/>
                  <a:moveTo>
                    <a:pt x="47" y="80"/>
                  </a:moveTo>
                  <a:cubicBezTo>
                    <a:pt x="43" y="86"/>
                    <a:pt x="42" y="86"/>
                    <a:pt x="41" y="86"/>
                  </a:cubicBezTo>
                  <a:cubicBezTo>
                    <a:pt x="39" y="86"/>
                    <a:pt x="39" y="80"/>
                    <a:pt x="40" y="76"/>
                  </a:cubicBezTo>
                  <a:cubicBezTo>
                    <a:pt x="41" y="73"/>
                    <a:pt x="44" y="70"/>
                    <a:pt x="47" y="70"/>
                  </a:cubicBezTo>
                  <a:cubicBezTo>
                    <a:pt x="49" y="70"/>
                    <a:pt x="51" y="74"/>
                    <a:pt x="47" y="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3" name="Freeform 765">
              <a:extLst>
                <a:ext uri="{FF2B5EF4-FFF2-40B4-BE49-F238E27FC236}">
                  <a16:creationId xmlns:a16="http://schemas.microsoft.com/office/drawing/2014/main" id="{44E485A3-4D62-4A29-A9FC-6D7DEBBE4A5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24888" y="12199938"/>
              <a:ext cx="273050" cy="250825"/>
            </a:xfrm>
            <a:custGeom>
              <a:avLst/>
              <a:gdLst>
                <a:gd name="T0" fmla="*/ 334 w 356"/>
                <a:gd name="T1" fmla="*/ 124 h 327"/>
                <a:gd name="T2" fmla="*/ 276 w 356"/>
                <a:gd name="T3" fmla="*/ 137 h 327"/>
                <a:gd name="T4" fmla="*/ 278 w 356"/>
                <a:gd name="T5" fmla="*/ 104 h 327"/>
                <a:gd name="T6" fmla="*/ 223 w 356"/>
                <a:gd name="T7" fmla="*/ 178 h 327"/>
                <a:gd name="T8" fmla="*/ 250 w 356"/>
                <a:gd name="T9" fmla="*/ 128 h 327"/>
                <a:gd name="T10" fmla="*/ 194 w 356"/>
                <a:gd name="T11" fmla="*/ 184 h 327"/>
                <a:gd name="T12" fmla="*/ 154 w 356"/>
                <a:gd name="T13" fmla="*/ 173 h 327"/>
                <a:gd name="T14" fmla="*/ 215 w 356"/>
                <a:gd name="T15" fmla="*/ 132 h 327"/>
                <a:gd name="T16" fmla="*/ 163 w 356"/>
                <a:gd name="T17" fmla="*/ 163 h 327"/>
                <a:gd name="T18" fmla="*/ 177 w 356"/>
                <a:gd name="T19" fmla="*/ 128 h 327"/>
                <a:gd name="T20" fmla="*/ 243 w 356"/>
                <a:gd name="T21" fmla="*/ 98 h 327"/>
                <a:gd name="T22" fmla="*/ 181 w 356"/>
                <a:gd name="T23" fmla="*/ 111 h 327"/>
                <a:gd name="T24" fmla="*/ 183 w 356"/>
                <a:gd name="T25" fmla="*/ 87 h 327"/>
                <a:gd name="T26" fmla="*/ 167 w 356"/>
                <a:gd name="T27" fmla="*/ 139 h 327"/>
                <a:gd name="T28" fmla="*/ 161 w 356"/>
                <a:gd name="T29" fmla="*/ 97 h 327"/>
                <a:gd name="T30" fmla="*/ 153 w 356"/>
                <a:gd name="T31" fmla="*/ 158 h 327"/>
                <a:gd name="T32" fmla="*/ 135 w 356"/>
                <a:gd name="T33" fmla="*/ 96 h 327"/>
                <a:gd name="T34" fmla="*/ 114 w 356"/>
                <a:gd name="T35" fmla="*/ 0 h 327"/>
                <a:gd name="T36" fmla="*/ 98 w 356"/>
                <a:gd name="T37" fmla="*/ 98 h 327"/>
                <a:gd name="T38" fmla="*/ 79 w 356"/>
                <a:gd name="T39" fmla="*/ 166 h 327"/>
                <a:gd name="T40" fmla="*/ 89 w 356"/>
                <a:gd name="T41" fmla="*/ 225 h 327"/>
                <a:gd name="T42" fmla="*/ 78 w 356"/>
                <a:gd name="T43" fmla="*/ 263 h 327"/>
                <a:gd name="T44" fmla="*/ 0 w 356"/>
                <a:gd name="T45" fmla="*/ 234 h 327"/>
                <a:gd name="T46" fmla="*/ 70 w 356"/>
                <a:gd name="T47" fmla="*/ 265 h 327"/>
                <a:gd name="T48" fmla="*/ 38 w 356"/>
                <a:gd name="T49" fmla="*/ 319 h 327"/>
                <a:gd name="T50" fmla="*/ 77 w 356"/>
                <a:gd name="T51" fmla="*/ 280 h 327"/>
                <a:gd name="T52" fmla="*/ 99 w 356"/>
                <a:gd name="T53" fmla="*/ 318 h 327"/>
                <a:gd name="T54" fmla="*/ 105 w 356"/>
                <a:gd name="T55" fmla="*/ 291 h 327"/>
                <a:gd name="T56" fmla="*/ 138 w 356"/>
                <a:gd name="T57" fmla="*/ 274 h 327"/>
                <a:gd name="T58" fmla="*/ 104 w 356"/>
                <a:gd name="T59" fmla="*/ 283 h 327"/>
                <a:gd name="T60" fmla="*/ 101 w 356"/>
                <a:gd name="T61" fmla="*/ 279 h 327"/>
                <a:gd name="T62" fmla="*/ 132 w 356"/>
                <a:gd name="T63" fmla="*/ 233 h 327"/>
                <a:gd name="T64" fmla="*/ 112 w 356"/>
                <a:gd name="T65" fmla="*/ 221 h 327"/>
                <a:gd name="T66" fmla="*/ 94 w 356"/>
                <a:gd name="T67" fmla="*/ 279 h 327"/>
                <a:gd name="T68" fmla="*/ 92 w 356"/>
                <a:gd name="T69" fmla="*/ 244 h 327"/>
                <a:gd name="T70" fmla="*/ 145 w 356"/>
                <a:gd name="T71" fmla="*/ 194 h 327"/>
                <a:gd name="T72" fmla="*/ 185 w 356"/>
                <a:gd name="T73" fmla="*/ 220 h 327"/>
                <a:gd name="T74" fmla="*/ 183 w 356"/>
                <a:gd name="T75" fmla="*/ 193 h 327"/>
                <a:gd name="T76" fmla="*/ 214 w 356"/>
                <a:gd name="T77" fmla="*/ 183 h 327"/>
                <a:gd name="T78" fmla="*/ 306 w 356"/>
                <a:gd name="T79" fmla="*/ 188 h 327"/>
                <a:gd name="T80" fmla="*/ 226 w 356"/>
                <a:gd name="T81" fmla="*/ 181 h 327"/>
                <a:gd name="T82" fmla="*/ 309 w 356"/>
                <a:gd name="T83" fmla="*/ 130 h 327"/>
                <a:gd name="T84" fmla="*/ 309 w 356"/>
                <a:gd name="T85" fmla="*/ 130 h 327"/>
                <a:gd name="T86" fmla="*/ 282 w 356"/>
                <a:gd name="T87" fmla="*/ 104 h 327"/>
                <a:gd name="T88" fmla="*/ 231 w 356"/>
                <a:gd name="T89" fmla="*/ 150 h 327"/>
                <a:gd name="T90" fmla="*/ 184 w 356"/>
                <a:gd name="T91" fmla="*/ 141 h 327"/>
                <a:gd name="T92" fmla="*/ 214 w 356"/>
                <a:gd name="T93" fmla="*/ 104 h 327"/>
                <a:gd name="T94" fmla="*/ 178 w 356"/>
                <a:gd name="T95" fmla="*/ 109 h 327"/>
                <a:gd name="T96" fmla="*/ 155 w 356"/>
                <a:gd name="T97" fmla="*/ 119 h 327"/>
                <a:gd name="T98" fmla="*/ 64 w 356"/>
                <a:gd name="T99" fmla="*/ 258 h 327"/>
                <a:gd name="T100" fmla="*/ 33 w 356"/>
                <a:gd name="T101" fmla="*/ 318 h 327"/>
                <a:gd name="T102" fmla="*/ 135 w 356"/>
                <a:gd name="T103" fmla="*/ 278 h 327"/>
                <a:gd name="T104" fmla="*/ 112 w 356"/>
                <a:gd name="T105" fmla="*/ 248 h 327"/>
                <a:gd name="T106" fmla="*/ 89 w 356"/>
                <a:gd name="T107" fmla="*/ 217 h 327"/>
                <a:gd name="T108" fmla="*/ 178 w 356"/>
                <a:gd name="T109" fmla="*/ 195 h 327"/>
                <a:gd name="T110" fmla="*/ 237 w 356"/>
                <a:gd name="T111" fmla="*/ 19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6" h="327">
                  <a:moveTo>
                    <a:pt x="283" y="148"/>
                  </a:moveTo>
                  <a:cubicBezTo>
                    <a:pt x="286" y="149"/>
                    <a:pt x="299" y="153"/>
                    <a:pt x="306" y="153"/>
                  </a:cubicBezTo>
                  <a:cubicBezTo>
                    <a:pt x="324" y="152"/>
                    <a:pt x="337" y="138"/>
                    <a:pt x="341" y="135"/>
                  </a:cubicBezTo>
                  <a:cubicBezTo>
                    <a:pt x="345" y="132"/>
                    <a:pt x="356" y="126"/>
                    <a:pt x="356" y="126"/>
                  </a:cubicBezTo>
                  <a:cubicBezTo>
                    <a:pt x="356" y="126"/>
                    <a:pt x="346" y="126"/>
                    <a:pt x="334" y="124"/>
                  </a:cubicBezTo>
                  <a:cubicBezTo>
                    <a:pt x="322" y="124"/>
                    <a:pt x="310" y="125"/>
                    <a:pt x="301" y="128"/>
                  </a:cubicBezTo>
                  <a:cubicBezTo>
                    <a:pt x="291" y="132"/>
                    <a:pt x="286" y="137"/>
                    <a:pt x="284" y="139"/>
                  </a:cubicBezTo>
                  <a:cubicBezTo>
                    <a:pt x="282" y="140"/>
                    <a:pt x="281" y="142"/>
                    <a:pt x="277" y="143"/>
                  </a:cubicBezTo>
                  <a:cubicBezTo>
                    <a:pt x="274" y="144"/>
                    <a:pt x="271" y="145"/>
                    <a:pt x="271" y="145"/>
                  </a:cubicBezTo>
                  <a:cubicBezTo>
                    <a:pt x="273" y="140"/>
                    <a:pt x="274" y="138"/>
                    <a:pt x="276" y="137"/>
                  </a:cubicBezTo>
                  <a:cubicBezTo>
                    <a:pt x="277" y="136"/>
                    <a:pt x="285" y="130"/>
                    <a:pt x="293" y="122"/>
                  </a:cubicBezTo>
                  <a:cubicBezTo>
                    <a:pt x="301" y="113"/>
                    <a:pt x="313" y="92"/>
                    <a:pt x="314" y="89"/>
                  </a:cubicBezTo>
                  <a:cubicBezTo>
                    <a:pt x="315" y="85"/>
                    <a:pt x="323" y="69"/>
                    <a:pt x="323" y="69"/>
                  </a:cubicBezTo>
                  <a:cubicBezTo>
                    <a:pt x="323" y="69"/>
                    <a:pt x="314" y="75"/>
                    <a:pt x="304" y="80"/>
                  </a:cubicBezTo>
                  <a:cubicBezTo>
                    <a:pt x="294" y="86"/>
                    <a:pt x="283" y="95"/>
                    <a:pt x="278" y="104"/>
                  </a:cubicBezTo>
                  <a:cubicBezTo>
                    <a:pt x="273" y="112"/>
                    <a:pt x="271" y="122"/>
                    <a:pt x="271" y="131"/>
                  </a:cubicBezTo>
                  <a:cubicBezTo>
                    <a:pt x="271" y="139"/>
                    <a:pt x="268" y="146"/>
                    <a:pt x="261" y="154"/>
                  </a:cubicBezTo>
                  <a:cubicBezTo>
                    <a:pt x="255" y="161"/>
                    <a:pt x="244" y="170"/>
                    <a:pt x="242" y="172"/>
                  </a:cubicBezTo>
                  <a:cubicBezTo>
                    <a:pt x="241" y="172"/>
                    <a:pt x="236" y="176"/>
                    <a:pt x="231" y="177"/>
                  </a:cubicBezTo>
                  <a:cubicBezTo>
                    <a:pt x="228" y="178"/>
                    <a:pt x="223" y="178"/>
                    <a:pt x="223" y="178"/>
                  </a:cubicBezTo>
                  <a:cubicBezTo>
                    <a:pt x="223" y="178"/>
                    <a:pt x="227" y="173"/>
                    <a:pt x="229" y="172"/>
                  </a:cubicBezTo>
                  <a:cubicBezTo>
                    <a:pt x="232" y="171"/>
                    <a:pt x="237" y="170"/>
                    <a:pt x="246" y="162"/>
                  </a:cubicBezTo>
                  <a:cubicBezTo>
                    <a:pt x="255" y="154"/>
                    <a:pt x="261" y="133"/>
                    <a:pt x="262" y="130"/>
                  </a:cubicBezTo>
                  <a:cubicBezTo>
                    <a:pt x="262" y="126"/>
                    <a:pt x="265" y="116"/>
                    <a:pt x="265" y="116"/>
                  </a:cubicBezTo>
                  <a:cubicBezTo>
                    <a:pt x="265" y="116"/>
                    <a:pt x="259" y="123"/>
                    <a:pt x="250" y="128"/>
                  </a:cubicBezTo>
                  <a:cubicBezTo>
                    <a:pt x="242" y="133"/>
                    <a:pt x="232" y="142"/>
                    <a:pt x="226" y="152"/>
                  </a:cubicBezTo>
                  <a:cubicBezTo>
                    <a:pt x="220" y="162"/>
                    <a:pt x="223" y="170"/>
                    <a:pt x="223" y="172"/>
                  </a:cubicBezTo>
                  <a:cubicBezTo>
                    <a:pt x="223" y="173"/>
                    <a:pt x="223" y="174"/>
                    <a:pt x="220" y="176"/>
                  </a:cubicBezTo>
                  <a:cubicBezTo>
                    <a:pt x="218" y="179"/>
                    <a:pt x="214" y="179"/>
                    <a:pt x="212" y="180"/>
                  </a:cubicBezTo>
                  <a:cubicBezTo>
                    <a:pt x="210" y="180"/>
                    <a:pt x="202" y="184"/>
                    <a:pt x="194" y="184"/>
                  </a:cubicBezTo>
                  <a:cubicBezTo>
                    <a:pt x="185" y="184"/>
                    <a:pt x="174" y="180"/>
                    <a:pt x="172" y="179"/>
                  </a:cubicBezTo>
                  <a:cubicBezTo>
                    <a:pt x="169" y="179"/>
                    <a:pt x="165" y="182"/>
                    <a:pt x="164" y="182"/>
                  </a:cubicBezTo>
                  <a:cubicBezTo>
                    <a:pt x="162" y="182"/>
                    <a:pt x="161" y="181"/>
                    <a:pt x="159" y="181"/>
                  </a:cubicBezTo>
                  <a:cubicBezTo>
                    <a:pt x="157" y="181"/>
                    <a:pt x="152" y="181"/>
                    <a:pt x="152" y="181"/>
                  </a:cubicBezTo>
                  <a:cubicBezTo>
                    <a:pt x="154" y="179"/>
                    <a:pt x="154" y="174"/>
                    <a:pt x="154" y="173"/>
                  </a:cubicBezTo>
                  <a:cubicBezTo>
                    <a:pt x="154" y="172"/>
                    <a:pt x="155" y="170"/>
                    <a:pt x="156" y="170"/>
                  </a:cubicBezTo>
                  <a:cubicBezTo>
                    <a:pt x="158" y="169"/>
                    <a:pt x="163" y="166"/>
                    <a:pt x="165" y="165"/>
                  </a:cubicBezTo>
                  <a:cubicBezTo>
                    <a:pt x="167" y="164"/>
                    <a:pt x="168" y="164"/>
                    <a:pt x="170" y="164"/>
                  </a:cubicBezTo>
                  <a:cubicBezTo>
                    <a:pt x="172" y="164"/>
                    <a:pt x="182" y="164"/>
                    <a:pt x="190" y="158"/>
                  </a:cubicBezTo>
                  <a:cubicBezTo>
                    <a:pt x="205" y="150"/>
                    <a:pt x="213" y="136"/>
                    <a:pt x="215" y="132"/>
                  </a:cubicBezTo>
                  <a:cubicBezTo>
                    <a:pt x="218" y="129"/>
                    <a:pt x="229" y="120"/>
                    <a:pt x="229" y="120"/>
                  </a:cubicBezTo>
                  <a:cubicBezTo>
                    <a:pt x="229" y="120"/>
                    <a:pt x="220" y="123"/>
                    <a:pt x="210" y="126"/>
                  </a:cubicBezTo>
                  <a:cubicBezTo>
                    <a:pt x="199" y="129"/>
                    <a:pt x="184" y="136"/>
                    <a:pt x="179" y="141"/>
                  </a:cubicBezTo>
                  <a:cubicBezTo>
                    <a:pt x="173" y="146"/>
                    <a:pt x="170" y="150"/>
                    <a:pt x="168" y="154"/>
                  </a:cubicBezTo>
                  <a:cubicBezTo>
                    <a:pt x="166" y="157"/>
                    <a:pt x="165" y="161"/>
                    <a:pt x="163" y="163"/>
                  </a:cubicBezTo>
                  <a:cubicBezTo>
                    <a:pt x="161" y="164"/>
                    <a:pt x="156" y="167"/>
                    <a:pt x="156" y="166"/>
                  </a:cubicBezTo>
                  <a:cubicBezTo>
                    <a:pt x="156" y="165"/>
                    <a:pt x="158" y="161"/>
                    <a:pt x="159" y="159"/>
                  </a:cubicBezTo>
                  <a:cubicBezTo>
                    <a:pt x="161" y="157"/>
                    <a:pt x="165" y="151"/>
                    <a:pt x="167" y="147"/>
                  </a:cubicBezTo>
                  <a:cubicBezTo>
                    <a:pt x="170" y="143"/>
                    <a:pt x="171" y="139"/>
                    <a:pt x="172" y="137"/>
                  </a:cubicBezTo>
                  <a:cubicBezTo>
                    <a:pt x="173" y="135"/>
                    <a:pt x="174" y="130"/>
                    <a:pt x="177" y="128"/>
                  </a:cubicBezTo>
                  <a:cubicBezTo>
                    <a:pt x="184" y="119"/>
                    <a:pt x="190" y="119"/>
                    <a:pt x="194" y="118"/>
                  </a:cubicBezTo>
                  <a:cubicBezTo>
                    <a:pt x="198" y="118"/>
                    <a:pt x="203" y="119"/>
                    <a:pt x="216" y="117"/>
                  </a:cubicBezTo>
                  <a:cubicBezTo>
                    <a:pt x="230" y="116"/>
                    <a:pt x="240" y="108"/>
                    <a:pt x="243" y="107"/>
                  </a:cubicBezTo>
                  <a:cubicBezTo>
                    <a:pt x="246" y="105"/>
                    <a:pt x="259" y="96"/>
                    <a:pt x="259" y="96"/>
                  </a:cubicBezTo>
                  <a:cubicBezTo>
                    <a:pt x="259" y="96"/>
                    <a:pt x="247" y="98"/>
                    <a:pt x="243" y="98"/>
                  </a:cubicBezTo>
                  <a:cubicBezTo>
                    <a:pt x="239" y="99"/>
                    <a:pt x="223" y="99"/>
                    <a:pt x="215" y="101"/>
                  </a:cubicBezTo>
                  <a:cubicBezTo>
                    <a:pt x="206" y="103"/>
                    <a:pt x="198" y="109"/>
                    <a:pt x="191" y="114"/>
                  </a:cubicBezTo>
                  <a:cubicBezTo>
                    <a:pt x="183" y="118"/>
                    <a:pt x="176" y="125"/>
                    <a:pt x="176" y="125"/>
                  </a:cubicBezTo>
                  <a:cubicBezTo>
                    <a:pt x="176" y="125"/>
                    <a:pt x="176" y="121"/>
                    <a:pt x="176" y="118"/>
                  </a:cubicBezTo>
                  <a:cubicBezTo>
                    <a:pt x="177" y="116"/>
                    <a:pt x="177" y="113"/>
                    <a:pt x="181" y="111"/>
                  </a:cubicBezTo>
                  <a:cubicBezTo>
                    <a:pt x="184" y="109"/>
                    <a:pt x="195" y="103"/>
                    <a:pt x="201" y="96"/>
                  </a:cubicBezTo>
                  <a:cubicBezTo>
                    <a:pt x="208" y="90"/>
                    <a:pt x="216" y="76"/>
                    <a:pt x="218" y="73"/>
                  </a:cubicBezTo>
                  <a:cubicBezTo>
                    <a:pt x="219" y="69"/>
                    <a:pt x="225" y="56"/>
                    <a:pt x="225" y="56"/>
                  </a:cubicBezTo>
                  <a:cubicBezTo>
                    <a:pt x="225" y="56"/>
                    <a:pt x="222" y="60"/>
                    <a:pt x="211" y="65"/>
                  </a:cubicBezTo>
                  <a:cubicBezTo>
                    <a:pt x="199" y="71"/>
                    <a:pt x="189" y="79"/>
                    <a:pt x="183" y="87"/>
                  </a:cubicBezTo>
                  <a:cubicBezTo>
                    <a:pt x="177" y="95"/>
                    <a:pt x="176" y="102"/>
                    <a:pt x="176" y="105"/>
                  </a:cubicBezTo>
                  <a:cubicBezTo>
                    <a:pt x="176" y="108"/>
                    <a:pt x="175" y="112"/>
                    <a:pt x="174" y="114"/>
                  </a:cubicBezTo>
                  <a:cubicBezTo>
                    <a:pt x="174" y="115"/>
                    <a:pt x="173" y="116"/>
                    <a:pt x="172" y="123"/>
                  </a:cubicBezTo>
                  <a:cubicBezTo>
                    <a:pt x="172" y="129"/>
                    <a:pt x="171" y="130"/>
                    <a:pt x="170" y="133"/>
                  </a:cubicBezTo>
                  <a:cubicBezTo>
                    <a:pt x="169" y="136"/>
                    <a:pt x="169" y="137"/>
                    <a:pt x="167" y="139"/>
                  </a:cubicBezTo>
                  <a:cubicBezTo>
                    <a:pt x="166" y="142"/>
                    <a:pt x="166" y="141"/>
                    <a:pt x="165" y="144"/>
                  </a:cubicBezTo>
                  <a:cubicBezTo>
                    <a:pt x="164" y="147"/>
                    <a:pt x="157" y="156"/>
                    <a:pt x="157" y="156"/>
                  </a:cubicBezTo>
                  <a:cubicBezTo>
                    <a:pt x="157" y="156"/>
                    <a:pt x="154" y="153"/>
                    <a:pt x="158" y="145"/>
                  </a:cubicBezTo>
                  <a:cubicBezTo>
                    <a:pt x="163" y="134"/>
                    <a:pt x="165" y="125"/>
                    <a:pt x="165" y="119"/>
                  </a:cubicBezTo>
                  <a:cubicBezTo>
                    <a:pt x="165" y="113"/>
                    <a:pt x="163" y="101"/>
                    <a:pt x="161" y="97"/>
                  </a:cubicBezTo>
                  <a:cubicBezTo>
                    <a:pt x="160" y="93"/>
                    <a:pt x="154" y="77"/>
                    <a:pt x="154" y="77"/>
                  </a:cubicBezTo>
                  <a:cubicBezTo>
                    <a:pt x="154" y="77"/>
                    <a:pt x="154" y="84"/>
                    <a:pt x="151" y="91"/>
                  </a:cubicBezTo>
                  <a:cubicBezTo>
                    <a:pt x="149" y="99"/>
                    <a:pt x="143" y="113"/>
                    <a:pt x="143" y="123"/>
                  </a:cubicBezTo>
                  <a:cubicBezTo>
                    <a:pt x="143" y="133"/>
                    <a:pt x="148" y="145"/>
                    <a:pt x="151" y="148"/>
                  </a:cubicBezTo>
                  <a:cubicBezTo>
                    <a:pt x="153" y="152"/>
                    <a:pt x="154" y="154"/>
                    <a:pt x="153" y="158"/>
                  </a:cubicBezTo>
                  <a:cubicBezTo>
                    <a:pt x="153" y="162"/>
                    <a:pt x="152" y="164"/>
                    <a:pt x="149" y="167"/>
                  </a:cubicBezTo>
                  <a:cubicBezTo>
                    <a:pt x="148" y="169"/>
                    <a:pt x="148" y="170"/>
                    <a:pt x="147" y="175"/>
                  </a:cubicBezTo>
                  <a:cubicBezTo>
                    <a:pt x="144" y="186"/>
                    <a:pt x="139" y="189"/>
                    <a:pt x="134" y="193"/>
                  </a:cubicBezTo>
                  <a:cubicBezTo>
                    <a:pt x="134" y="193"/>
                    <a:pt x="133" y="194"/>
                    <a:pt x="132" y="195"/>
                  </a:cubicBezTo>
                  <a:cubicBezTo>
                    <a:pt x="135" y="96"/>
                    <a:pt x="135" y="96"/>
                    <a:pt x="135" y="96"/>
                  </a:cubicBezTo>
                  <a:cubicBezTo>
                    <a:pt x="136" y="81"/>
                    <a:pt x="138" y="51"/>
                    <a:pt x="151" y="31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63" y="15"/>
                    <a:pt x="176" y="9"/>
                    <a:pt x="188" y="8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8" y="0"/>
                    <a:pt x="126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1" y="0"/>
                    <a:pt x="46" y="0"/>
                    <a:pt x="46" y="0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57" y="9"/>
                    <a:pt x="71" y="15"/>
                    <a:pt x="79" y="27"/>
                  </a:cubicBezTo>
                  <a:cubicBezTo>
                    <a:pt x="90" y="42"/>
                    <a:pt x="97" y="51"/>
                    <a:pt x="98" y="98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94" y="215"/>
                    <a:pt x="92" y="225"/>
                    <a:pt x="92" y="225"/>
                  </a:cubicBezTo>
                  <a:cubicBezTo>
                    <a:pt x="91" y="222"/>
                    <a:pt x="91" y="219"/>
                    <a:pt x="92" y="217"/>
                  </a:cubicBezTo>
                  <a:cubicBezTo>
                    <a:pt x="93" y="215"/>
                    <a:pt x="96" y="205"/>
                    <a:pt x="95" y="196"/>
                  </a:cubicBezTo>
                  <a:cubicBezTo>
                    <a:pt x="93" y="186"/>
                    <a:pt x="82" y="170"/>
                    <a:pt x="79" y="166"/>
                  </a:cubicBezTo>
                  <a:cubicBezTo>
                    <a:pt x="75" y="162"/>
                    <a:pt x="69" y="152"/>
                    <a:pt x="69" y="152"/>
                  </a:cubicBezTo>
                  <a:cubicBezTo>
                    <a:pt x="69" y="152"/>
                    <a:pt x="69" y="161"/>
                    <a:pt x="69" y="168"/>
                  </a:cubicBezTo>
                  <a:cubicBezTo>
                    <a:pt x="68" y="175"/>
                    <a:pt x="66" y="186"/>
                    <a:pt x="70" y="198"/>
                  </a:cubicBezTo>
                  <a:cubicBezTo>
                    <a:pt x="74" y="211"/>
                    <a:pt x="83" y="217"/>
                    <a:pt x="85" y="218"/>
                  </a:cubicBezTo>
                  <a:cubicBezTo>
                    <a:pt x="87" y="219"/>
                    <a:pt x="88" y="221"/>
                    <a:pt x="89" y="225"/>
                  </a:cubicBezTo>
                  <a:cubicBezTo>
                    <a:pt x="90" y="229"/>
                    <a:pt x="89" y="230"/>
                    <a:pt x="89" y="233"/>
                  </a:cubicBezTo>
                  <a:cubicBezTo>
                    <a:pt x="88" y="235"/>
                    <a:pt x="89" y="237"/>
                    <a:pt x="88" y="241"/>
                  </a:cubicBezTo>
                  <a:cubicBezTo>
                    <a:pt x="87" y="243"/>
                    <a:pt x="85" y="245"/>
                    <a:pt x="85" y="247"/>
                  </a:cubicBezTo>
                  <a:cubicBezTo>
                    <a:pt x="84" y="252"/>
                    <a:pt x="82" y="256"/>
                    <a:pt x="82" y="258"/>
                  </a:cubicBezTo>
                  <a:cubicBezTo>
                    <a:pt x="81" y="260"/>
                    <a:pt x="80" y="260"/>
                    <a:pt x="78" y="263"/>
                  </a:cubicBezTo>
                  <a:cubicBezTo>
                    <a:pt x="77" y="266"/>
                    <a:pt x="77" y="268"/>
                    <a:pt x="77" y="268"/>
                  </a:cubicBezTo>
                  <a:cubicBezTo>
                    <a:pt x="77" y="268"/>
                    <a:pt x="69" y="260"/>
                    <a:pt x="68" y="258"/>
                  </a:cubicBezTo>
                  <a:cubicBezTo>
                    <a:pt x="61" y="242"/>
                    <a:pt x="50" y="239"/>
                    <a:pt x="43" y="237"/>
                  </a:cubicBezTo>
                  <a:cubicBezTo>
                    <a:pt x="36" y="235"/>
                    <a:pt x="25" y="236"/>
                    <a:pt x="20" y="236"/>
                  </a:cubicBezTo>
                  <a:cubicBezTo>
                    <a:pt x="14" y="237"/>
                    <a:pt x="1" y="234"/>
                    <a:pt x="0" y="234"/>
                  </a:cubicBezTo>
                  <a:cubicBezTo>
                    <a:pt x="1" y="234"/>
                    <a:pt x="7" y="236"/>
                    <a:pt x="14" y="244"/>
                  </a:cubicBezTo>
                  <a:cubicBezTo>
                    <a:pt x="23" y="253"/>
                    <a:pt x="32" y="259"/>
                    <a:pt x="39" y="262"/>
                  </a:cubicBezTo>
                  <a:cubicBezTo>
                    <a:pt x="47" y="265"/>
                    <a:pt x="56" y="262"/>
                    <a:pt x="58" y="262"/>
                  </a:cubicBezTo>
                  <a:cubicBezTo>
                    <a:pt x="61" y="261"/>
                    <a:pt x="63" y="260"/>
                    <a:pt x="65" y="261"/>
                  </a:cubicBezTo>
                  <a:cubicBezTo>
                    <a:pt x="68" y="262"/>
                    <a:pt x="70" y="265"/>
                    <a:pt x="70" y="265"/>
                  </a:cubicBezTo>
                  <a:cubicBezTo>
                    <a:pt x="70" y="265"/>
                    <a:pt x="66" y="268"/>
                    <a:pt x="63" y="269"/>
                  </a:cubicBezTo>
                  <a:cubicBezTo>
                    <a:pt x="52" y="274"/>
                    <a:pt x="44" y="278"/>
                    <a:pt x="37" y="289"/>
                  </a:cubicBezTo>
                  <a:cubicBezTo>
                    <a:pt x="35" y="294"/>
                    <a:pt x="31" y="310"/>
                    <a:pt x="30" y="314"/>
                  </a:cubicBezTo>
                  <a:cubicBezTo>
                    <a:pt x="30" y="317"/>
                    <a:pt x="27" y="327"/>
                    <a:pt x="27" y="327"/>
                  </a:cubicBezTo>
                  <a:cubicBezTo>
                    <a:pt x="27" y="327"/>
                    <a:pt x="33" y="322"/>
                    <a:pt x="38" y="319"/>
                  </a:cubicBezTo>
                  <a:cubicBezTo>
                    <a:pt x="43" y="315"/>
                    <a:pt x="50" y="311"/>
                    <a:pt x="58" y="301"/>
                  </a:cubicBezTo>
                  <a:cubicBezTo>
                    <a:pt x="66" y="291"/>
                    <a:pt x="67" y="275"/>
                    <a:pt x="68" y="272"/>
                  </a:cubicBezTo>
                  <a:cubicBezTo>
                    <a:pt x="68" y="268"/>
                    <a:pt x="71" y="268"/>
                    <a:pt x="71" y="268"/>
                  </a:cubicBezTo>
                  <a:cubicBezTo>
                    <a:pt x="72" y="268"/>
                    <a:pt x="75" y="270"/>
                    <a:pt x="75" y="272"/>
                  </a:cubicBezTo>
                  <a:cubicBezTo>
                    <a:pt x="75" y="275"/>
                    <a:pt x="77" y="278"/>
                    <a:pt x="77" y="280"/>
                  </a:cubicBezTo>
                  <a:cubicBezTo>
                    <a:pt x="79" y="281"/>
                    <a:pt x="81" y="283"/>
                    <a:pt x="83" y="286"/>
                  </a:cubicBezTo>
                  <a:cubicBezTo>
                    <a:pt x="85" y="289"/>
                    <a:pt x="87" y="296"/>
                    <a:pt x="88" y="299"/>
                  </a:cubicBezTo>
                  <a:cubicBezTo>
                    <a:pt x="90" y="302"/>
                    <a:pt x="91" y="302"/>
                    <a:pt x="93" y="306"/>
                  </a:cubicBezTo>
                  <a:cubicBezTo>
                    <a:pt x="95" y="310"/>
                    <a:pt x="95" y="312"/>
                    <a:pt x="96" y="315"/>
                  </a:cubicBezTo>
                  <a:cubicBezTo>
                    <a:pt x="98" y="318"/>
                    <a:pt x="99" y="318"/>
                    <a:pt x="99" y="318"/>
                  </a:cubicBezTo>
                  <a:cubicBezTo>
                    <a:pt x="98" y="298"/>
                    <a:pt x="98" y="298"/>
                    <a:pt x="98" y="298"/>
                  </a:cubicBezTo>
                  <a:cubicBezTo>
                    <a:pt x="98" y="298"/>
                    <a:pt x="97" y="298"/>
                    <a:pt x="97" y="297"/>
                  </a:cubicBezTo>
                  <a:cubicBezTo>
                    <a:pt x="96" y="296"/>
                    <a:pt x="95" y="294"/>
                    <a:pt x="95" y="294"/>
                  </a:cubicBezTo>
                  <a:cubicBezTo>
                    <a:pt x="95" y="294"/>
                    <a:pt x="98" y="292"/>
                    <a:pt x="100" y="291"/>
                  </a:cubicBezTo>
                  <a:cubicBezTo>
                    <a:pt x="102" y="290"/>
                    <a:pt x="104" y="290"/>
                    <a:pt x="105" y="291"/>
                  </a:cubicBezTo>
                  <a:cubicBezTo>
                    <a:pt x="107" y="292"/>
                    <a:pt x="117" y="300"/>
                    <a:pt x="128" y="300"/>
                  </a:cubicBezTo>
                  <a:cubicBezTo>
                    <a:pt x="139" y="300"/>
                    <a:pt x="162" y="288"/>
                    <a:pt x="166" y="286"/>
                  </a:cubicBezTo>
                  <a:cubicBezTo>
                    <a:pt x="170" y="284"/>
                    <a:pt x="181" y="281"/>
                    <a:pt x="181" y="281"/>
                  </a:cubicBezTo>
                  <a:cubicBezTo>
                    <a:pt x="181" y="281"/>
                    <a:pt x="170" y="280"/>
                    <a:pt x="164" y="278"/>
                  </a:cubicBezTo>
                  <a:cubicBezTo>
                    <a:pt x="159" y="277"/>
                    <a:pt x="142" y="274"/>
                    <a:pt x="138" y="274"/>
                  </a:cubicBezTo>
                  <a:cubicBezTo>
                    <a:pt x="134" y="274"/>
                    <a:pt x="131" y="275"/>
                    <a:pt x="131" y="275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1" y="269"/>
                    <a:pt x="126" y="273"/>
                    <a:pt x="125" y="274"/>
                  </a:cubicBezTo>
                  <a:cubicBezTo>
                    <a:pt x="123" y="275"/>
                    <a:pt x="119" y="278"/>
                    <a:pt x="113" y="280"/>
                  </a:cubicBezTo>
                  <a:cubicBezTo>
                    <a:pt x="108" y="282"/>
                    <a:pt x="104" y="283"/>
                    <a:pt x="104" y="283"/>
                  </a:cubicBezTo>
                  <a:cubicBezTo>
                    <a:pt x="104" y="283"/>
                    <a:pt x="103" y="282"/>
                    <a:pt x="103" y="285"/>
                  </a:cubicBezTo>
                  <a:cubicBezTo>
                    <a:pt x="102" y="287"/>
                    <a:pt x="102" y="287"/>
                    <a:pt x="99" y="288"/>
                  </a:cubicBezTo>
                  <a:cubicBezTo>
                    <a:pt x="96" y="288"/>
                    <a:pt x="93" y="290"/>
                    <a:pt x="93" y="290"/>
                  </a:cubicBezTo>
                  <a:cubicBezTo>
                    <a:pt x="93" y="290"/>
                    <a:pt x="96" y="283"/>
                    <a:pt x="96" y="282"/>
                  </a:cubicBezTo>
                  <a:cubicBezTo>
                    <a:pt x="96" y="281"/>
                    <a:pt x="97" y="280"/>
                    <a:pt x="101" y="279"/>
                  </a:cubicBezTo>
                  <a:cubicBezTo>
                    <a:pt x="104" y="278"/>
                    <a:pt x="116" y="276"/>
                    <a:pt x="126" y="266"/>
                  </a:cubicBezTo>
                  <a:cubicBezTo>
                    <a:pt x="138" y="256"/>
                    <a:pt x="143" y="244"/>
                    <a:pt x="145" y="239"/>
                  </a:cubicBezTo>
                  <a:cubicBezTo>
                    <a:pt x="148" y="232"/>
                    <a:pt x="158" y="223"/>
                    <a:pt x="158" y="223"/>
                  </a:cubicBezTo>
                  <a:cubicBezTo>
                    <a:pt x="158" y="223"/>
                    <a:pt x="149" y="227"/>
                    <a:pt x="134" y="232"/>
                  </a:cubicBezTo>
                  <a:cubicBezTo>
                    <a:pt x="133" y="232"/>
                    <a:pt x="132" y="233"/>
                    <a:pt x="132" y="233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2" y="211"/>
                    <a:pt x="132" y="211"/>
                    <a:pt x="132" y="211"/>
                  </a:cubicBezTo>
                  <a:cubicBezTo>
                    <a:pt x="132" y="211"/>
                    <a:pt x="131" y="211"/>
                    <a:pt x="131" y="211"/>
                  </a:cubicBezTo>
                  <a:cubicBezTo>
                    <a:pt x="129" y="212"/>
                    <a:pt x="122" y="214"/>
                    <a:pt x="119" y="216"/>
                  </a:cubicBezTo>
                  <a:cubicBezTo>
                    <a:pt x="117" y="217"/>
                    <a:pt x="114" y="220"/>
                    <a:pt x="112" y="221"/>
                  </a:cubicBezTo>
                  <a:cubicBezTo>
                    <a:pt x="111" y="221"/>
                    <a:pt x="106" y="223"/>
                    <a:pt x="102" y="227"/>
                  </a:cubicBezTo>
                  <a:cubicBezTo>
                    <a:pt x="102" y="230"/>
                    <a:pt x="102" y="230"/>
                    <a:pt x="102" y="230"/>
                  </a:cubicBezTo>
                  <a:cubicBezTo>
                    <a:pt x="103" y="252"/>
                    <a:pt x="103" y="252"/>
                    <a:pt x="103" y="252"/>
                  </a:cubicBezTo>
                  <a:cubicBezTo>
                    <a:pt x="97" y="260"/>
                    <a:pt x="97" y="266"/>
                    <a:pt x="96" y="271"/>
                  </a:cubicBezTo>
                  <a:cubicBezTo>
                    <a:pt x="95" y="275"/>
                    <a:pt x="95" y="277"/>
                    <a:pt x="94" y="279"/>
                  </a:cubicBezTo>
                  <a:cubicBezTo>
                    <a:pt x="94" y="281"/>
                    <a:pt x="91" y="286"/>
                    <a:pt x="91" y="286"/>
                  </a:cubicBezTo>
                  <a:cubicBezTo>
                    <a:pt x="91" y="286"/>
                    <a:pt x="88" y="280"/>
                    <a:pt x="85" y="277"/>
                  </a:cubicBezTo>
                  <a:cubicBezTo>
                    <a:pt x="82" y="274"/>
                    <a:pt x="83" y="271"/>
                    <a:pt x="84" y="268"/>
                  </a:cubicBezTo>
                  <a:cubicBezTo>
                    <a:pt x="84" y="266"/>
                    <a:pt x="85" y="263"/>
                    <a:pt x="87" y="259"/>
                  </a:cubicBezTo>
                  <a:cubicBezTo>
                    <a:pt x="89" y="255"/>
                    <a:pt x="91" y="247"/>
                    <a:pt x="92" y="244"/>
                  </a:cubicBezTo>
                  <a:cubicBezTo>
                    <a:pt x="93" y="242"/>
                    <a:pt x="93" y="247"/>
                    <a:pt x="96" y="232"/>
                  </a:cubicBezTo>
                  <a:cubicBezTo>
                    <a:pt x="98" y="217"/>
                    <a:pt x="110" y="214"/>
                    <a:pt x="112" y="213"/>
                  </a:cubicBezTo>
                  <a:cubicBezTo>
                    <a:pt x="114" y="212"/>
                    <a:pt x="117" y="209"/>
                    <a:pt x="119" y="208"/>
                  </a:cubicBezTo>
                  <a:cubicBezTo>
                    <a:pt x="122" y="206"/>
                    <a:pt x="129" y="204"/>
                    <a:pt x="131" y="203"/>
                  </a:cubicBezTo>
                  <a:cubicBezTo>
                    <a:pt x="133" y="202"/>
                    <a:pt x="141" y="199"/>
                    <a:pt x="145" y="194"/>
                  </a:cubicBezTo>
                  <a:cubicBezTo>
                    <a:pt x="148" y="190"/>
                    <a:pt x="150" y="188"/>
                    <a:pt x="153" y="187"/>
                  </a:cubicBezTo>
                  <a:cubicBezTo>
                    <a:pt x="155" y="186"/>
                    <a:pt x="159" y="186"/>
                    <a:pt x="165" y="185"/>
                  </a:cubicBezTo>
                  <a:cubicBezTo>
                    <a:pt x="171" y="185"/>
                    <a:pt x="172" y="189"/>
                    <a:pt x="173" y="191"/>
                  </a:cubicBezTo>
                  <a:cubicBezTo>
                    <a:pt x="174" y="193"/>
                    <a:pt x="174" y="194"/>
                    <a:pt x="174" y="196"/>
                  </a:cubicBezTo>
                  <a:cubicBezTo>
                    <a:pt x="175" y="199"/>
                    <a:pt x="173" y="210"/>
                    <a:pt x="185" y="220"/>
                  </a:cubicBezTo>
                  <a:cubicBezTo>
                    <a:pt x="197" y="231"/>
                    <a:pt x="212" y="232"/>
                    <a:pt x="217" y="233"/>
                  </a:cubicBezTo>
                  <a:cubicBezTo>
                    <a:pt x="223" y="234"/>
                    <a:pt x="236" y="240"/>
                    <a:pt x="236" y="240"/>
                  </a:cubicBezTo>
                  <a:cubicBezTo>
                    <a:pt x="236" y="240"/>
                    <a:pt x="234" y="239"/>
                    <a:pt x="225" y="225"/>
                  </a:cubicBezTo>
                  <a:cubicBezTo>
                    <a:pt x="216" y="211"/>
                    <a:pt x="207" y="202"/>
                    <a:pt x="201" y="199"/>
                  </a:cubicBezTo>
                  <a:cubicBezTo>
                    <a:pt x="196" y="196"/>
                    <a:pt x="186" y="194"/>
                    <a:pt x="183" y="193"/>
                  </a:cubicBezTo>
                  <a:cubicBezTo>
                    <a:pt x="181" y="193"/>
                    <a:pt x="179" y="192"/>
                    <a:pt x="177" y="191"/>
                  </a:cubicBezTo>
                  <a:cubicBezTo>
                    <a:pt x="176" y="189"/>
                    <a:pt x="173" y="185"/>
                    <a:pt x="173" y="185"/>
                  </a:cubicBezTo>
                  <a:cubicBezTo>
                    <a:pt x="173" y="185"/>
                    <a:pt x="174" y="185"/>
                    <a:pt x="175" y="185"/>
                  </a:cubicBezTo>
                  <a:cubicBezTo>
                    <a:pt x="176" y="185"/>
                    <a:pt x="181" y="188"/>
                    <a:pt x="193" y="188"/>
                  </a:cubicBezTo>
                  <a:cubicBezTo>
                    <a:pt x="205" y="188"/>
                    <a:pt x="212" y="184"/>
                    <a:pt x="214" y="183"/>
                  </a:cubicBezTo>
                  <a:cubicBezTo>
                    <a:pt x="216" y="182"/>
                    <a:pt x="219" y="182"/>
                    <a:pt x="221" y="184"/>
                  </a:cubicBezTo>
                  <a:cubicBezTo>
                    <a:pt x="223" y="185"/>
                    <a:pt x="226" y="187"/>
                    <a:pt x="232" y="191"/>
                  </a:cubicBezTo>
                  <a:cubicBezTo>
                    <a:pt x="238" y="195"/>
                    <a:pt x="248" y="200"/>
                    <a:pt x="259" y="200"/>
                  </a:cubicBezTo>
                  <a:cubicBezTo>
                    <a:pt x="269" y="200"/>
                    <a:pt x="288" y="195"/>
                    <a:pt x="292" y="193"/>
                  </a:cubicBezTo>
                  <a:cubicBezTo>
                    <a:pt x="297" y="190"/>
                    <a:pt x="306" y="188"/>
                    <a:pt x="306" y="188"/>
                  </a:cubicBezTo>
                  <a:cubicBezTo>
                    <a:pt x="306" y="188"/>
                    <a:pt x="298" y="187"/>
                    <a:pt x="292" y="186"/>
                  </a:cubicBezTo>
                  <a:cubicBezTo>
                    <a:pt x="287" y="185"/>
                    <a:pt x="271" y="178"/>
                    <a:pt x="260" y="178"/>
                  </a:cubicBezTo>
                  <a:cubicBezTo>
                    <a:pt x="248" y="178"/>
                    <a:pt x="240" y="184"/>
                    <a:pt x="239" y="185"/>
                  </a:cubicBezTo>
                  <a:cubicBezTo>
                    <a:pt x="238" y="185"/>
                    <a:pt x="236" y="188"/>
                    <a:pt x="231" y="186"/>
                  </a:cubicBezTo>
                  <a:cubicBezTo>
                    <a:pt x="226" y="185"/>
                    <a:pt x="226" y="181"/>
                    <a:pt x="226" y="181"/>
                  </a:cubicBezTo>
                  <a:cubicBezTo>
                    <a:pt x="239" y="179"/>
                    <a:pt x="241" y="177"/>
                    <a:pt x="246" y="174"/>
                  </a:cubicBezTo>
                  <a:cubicBezTo>
                    <a:pt x="251" y="170"/>
                    <a:pt x="256" y="164"/>
                    <a:pt x="259" y="160"/>
                  </a:cubicBezTo>
                  <a:cubicBezTo>
                    <a:pt x="262" y="158"/>
                    <a:pt x="264" y="156"/>
                    <a:pt x="269" y="151"/>
                  </a:cubicBezTo>
                  <a:cubicBezTo>
                    <a:pt x="275" y="145"/>
                    <a:pt x="283" y="148"/>
                    <a:pt x="283" y="148"/>
                  </a:cubicBezTo>
                  <a:moveTo>
                    <a:pt x="309" y="130"/>
                  </a:moveTo>
                  <a:cubicBezTo>
                    <a:pt x="322" y="126"/>
                    <a:pt x="347" y="128"/>
                    <a:pt x="344" y="128"/>
                  </a:cubicBezTo>
                  <a:cubicBezTo>
                    <a:pt x="341" y="129"/>
                    <a:pt x="323" y="137"/>
                    <a:pt x="311" y="140"/>
                  </a:cubicBezTo>
                  <a:cubicBezTo>
                    <a:pt x="298" y="144"/>
                    <a:pt x="283" y="144"/>
                    <a:pt x="283" y="144"/>
                  </a:cubicBezTo>
                  <a:cubicBezTo>
                    <a:pt x="283" y="144"/>
                    <a:pt x="283" y="144"/>
                    <a:pt x="283" y="144"/>
                  </a:cubicBezTo>
                  <a:cubicBezTo>
                    <a:pt x="283" y="144"/>
                    <a:pt x="295" y="133"/>
                    <a:pt x="309" y="130"/>
                  </a:cubicBezTo>
                  <a:moveTo>
                    <a:pt x="282" y="104"/>
                  </a:moveTo>
                  <a:cubicBezTo>
                    <a:pt x="291" y="89"/>
                    <a:pt x="312" y="80"/>
                    <a:pt x="312" y="80"/>
                  </a:cubicBezTo>
                  <a:cubicBezTo>
                    <a:pt x="312" y="80"/>
                    <a:pt x="297" y="101"/>
                    <a:pt x="292" y="107"/>
                  </a:cubicBezTo>
                  <a:cubicBezTo>
                    <a:pt x="287" y="114"/>
                    <a:pt x="274" y="132"/>
                    <a:pt x="274" y="132"/>
                  </a:cubicBezTo>
                  <a:cubicBezTo>
                    <a:pt x="274" y="132"/>
                    <a:pt x="273" y="119"/>
                    <a:pt x="282" y="104"/>
                  </a:cubicBezTo>
                  <a:moveTo>
                    <a:pt x="231" y="150"/>
                  </a:moveTo>
                  <a:cubicBezTo>
                    <a:pt x="240" y="135"/>
                    <a:pt x="257" y="127"/>
                    <a:pt x="257" y="127"/>
                  </a:cubicBezTo>
                  <a:cubicBezTo>
                    <a:pt x="257" y="127"/>
                    <a:pt x="247" y="145"/>
                    <a:pt x="241" y="153"/>
                  </a:cubicBezTo>
                  <a:cubicBezTo>
                    <a:pt x="235" y="161"/>
                    <a:pt x="226" y="171"/>
                    <a:pt x="226" y="171"/>
                  </a:cubicBezTo>
                  <a:cubicBezTo>
                    <a:pt x="226" y="171"/>
                    <a:pt x="223" y="164"/>
                    <a:pt x="231" y="150"/>
                  </a:cubicBezTo>
                  <a:moveTo>
                    <a:pt x="184" y="141"/>
                  </a:moveTo>
                  <a:cubicBezTo>
                    <a:pt x="192" y="135"/>
                    <a:pt x="216" y="127"/>
                    <a:pt x="216" y="127"/>
                  </a:cubicBezTo>
                  <a:cubicBezTo>
                    <a:pt x="216" y="127"/>
                    <a:pt x="198" y="143"/>
                    <a:pt x="189" y="150"/>
                  </a:cubicBezTo>
                  <a:cubicBezTo>
                    <a:pt x="179" y="156"/>
                    <a:pt x="168" y="161"/>
                    <a:pt x="168" y="161"/>
                  </a:cubicBezTo>
                  <a:cubicBezTo>
                    <a:pt x="168" y="161"/>
                    <a:pt x="172" y="149"/>
                    <a:pt x="184" y="141"/>
                  </a:cubicBezTo>
                  <a:moveTo>
                    <a:pt x="214" y="104"/>
                  </a:moveTo>
                  <a:cubicBezTo>
                    <a:pt x="222" y="102"/>
                    <a:pt x="246" y="101"/>
                    <a:pt x="246" y="101"/>
                  </a:cubicBezTo>
                  <a:cubicBezTo>
                    <a:pt x="246" y="101"/>
                    <a:pt x="225" y="108"/>
                    <a:pt x="217" y="111"/>
                  </a:cubicBezTo>
                  <a:cubicBezTo>
                    <a:pt x="208" y="114"/>
                    <a:pt x="193" y="116"/>
                    <a:pt x="193" y="116"/>
                  </a:cubicBezTo>
                  <a:cubicBezTo>
                    <a:pt x="193" y="116"/>
                    <a:pt x="202" y="108"/>
                    <a:pt x="214" y="104"/>
                  </a:cubicBezTo>
                  <a:moveTo>
                    <a:pt x="186" y="88"/>
                  </a:moveTo>
                  <a:cubicBezTo>
                    <a:pt x="193" y="78"/>
                    <a:pt x="217" y="65"/>
                    <a:pt x="217" y="65"/>
                  </a:cubicBezTo>
                  <a:cubicBezTo>
                    <a:pt x="217" y="65"/>
                    <a:pt x="203" y="79"/>
                    <a:pt x="194" y="90"/>
                  </a:cubicBezTo>
                  <a:cubicBezTo>
                    <a:pt x="184" y="101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9" y="99"/>
                    <a:pt x="186" y="88"/>
                  </a:cubicBezTo>
                  <a:moveTo>
                    <a:pt x="153" y="146"/>
                  </a:moveTo>
                  <a:cubicBezTo>
                    <a:pt x="153" y="146"/>
                    <a:pt x="146" y="137"/>
                    <a:pt x="146" y="122"/>
                  </a:cubicBezTo>
                  <a:cubicBezTo>
                    <a:pt x="146" y="107"/>
                    <a:pt x="155" y="91"/>
                    <a:pt x="155" y="91"/>
                  </a:cubicBezTo>
                  <a:cubicBezTo>
                    <a:pt x="155" y="91"/>
                    <a:pt x="154" y="109"/>
                    <a:pt x="155" y="119"/>
                  </a:cubicBezTo>
                  <a:cubicBezTo>
                    <a:pt x="156" y="128"/>
                    <a:pt x="153" y="146"/>
                    <a:pt x="153" y="146"/>
                  </a:cubicBezTo>
                  <a:moveTo>
                    <a:pt x="37" y="250"/>
                  </a:moveTo>
                  <a:cubicBezTo>
                    <a:pt x="28" y="247"/>
                    <a:pt x="16" y="239"/>
                    <a:pt x="16" y="239"/>
                  </a:cubicBezTo>
                  <a:cubicBezTo>
                    <a:pt x="16" y="239"/>
                    <a:pt x="39" y="236"/>
                    <a:pt x="47" y="240"/>
                  </a:cubicBezTo>
                  <a:cubicBezTo>
                    <a:pt x="62" y="248"/>
                    <a:pt x="64" y="258"/>
                    <a:pt x="64" y="258"/>
                  </a:cubicBezTo>
                  <a:cubicBezTo>
                    <a:pt x="64" y="258"/>
                    <a:pt x="46" y="253"/>
                    <a:pt x="37" y="250"/>
                  </a:cubicBezTo>
                  <a:moveTo>
                    <a:pt x="33" y="318"/>
                  </a:moveTo>
                  <a:cubicBezTo>
                    <a:pt x="33" y="318"/>
                    <a:pt x="36" y="295"/>
                    <a:pt x="43" y="287"/>
                  </a:cubicBezTo>
                  <a:cubicBezTo>
                    <a:pt x="52" y="276"/>
                    <a:pt x="62" y="274"/>
                    <a:pt x="62" y="274"/>
                  </a:cubicBezTo>
                  <a:lnTo>
                    <a:pt x="33" y="318"/>
                  </a:lnTo>
                  <a:close/>
                  <a:moveTo>
                    <a:pt x="135" y="278"/>
                  </a:moveTo>
                  <a:cubicBezTo>
                    <a:pt x="143" y="277"/>
                    <a:pt x="166" y="282"/>
                    <a:pt x="166" y="282"/>
                  </a:cubicBezTo>
                  <a:cubicBezTo>
                    <a:pt x="166" y="282"/>
                    <a:pt x="142" y="288"/>
                    <a:pt x="130" y="288"/>
                  </a:cubicBezTo>
                  <a:cubicBezTo>
                    <a:pt x="118" y="289"/>
                    <a:pt x="107" y="288"/>
                    <a:pt x="107" y="288"/>
                  </a:cubicBezTo>
                  <a:cubicBezTo>
                    <a:pt x="107" y="288"/>
                    <a:pt x="113" y="280"/>
                    <a:pt x="135" y="278"/>
                  </a:cubicBezTo>
                  <a:moveTo>
                    <a:pt x="112" y="248"/>
                  </a:moveTo>
                  <a:cubicBezTo>
                    <a:pt x="120" y="240"/>
                    <a:pt x="146" y="231"/>
                    <a:pt x="146" y="231"/>
                  </a:cubicBezTo>
                  <a:cubicBezTo>
                    <a:pt x="146" y="231"/>
                    <a:pt x="126" y="249"/>
                    <a:pt x="117" y="256"/>
                  </a:cubicBezTo>
                  <a:cubicBezTo>
                    <a:pt x="109" y="264"/>
                    <a:pt x="98" y="276"/>
                    <a:pt x="98" y="276"/>
                  </a:cubicBezTo>
                  <a:cubicBezTo>
                    <a:pt x="98" y="276"/>
                    <a:pt x="97" y="262"/>
                    <a:pt x="112" y="248"/>
                  </a:cubicBezTo>
                  <a:moveTo>
                    <a:pt x="89" y="217"/>
                  </a:moveTo>
                  <a:cubicBezTo>
                    <a:pt x="89" y="217"/>
                    <a:pt x="83" y="206"/>
                    <a:pt x="79" y="194"/>
                  </a:cubicBezTo>
                  <a:cubicBezTo>
                    <a:pt x="77" y="185"/>
                    <a:pt x="73" y="163"/>
                    <a:pt x="73" y="163"/>
                  </a:cubicBezTo>
                  <a:cubicBezTo>
                    <a:pt x="73" y="163"/>
                    <a:pt x="88" y="184"/>
                    <a:pt x="90" y="191"/>
                  </a:cubicBezTo>
                  <a:cubicBezTo>
                    <a:pt x="94" y="203"/>
                    <a:pt x="89" y="217"/>
                    <a:pt x="89" y="217"/>
                  </a:cubicBezTo>
                  <a:moveTo>
                    <a:pt x="178" y="194"/>
                  </a:moveTo>
                  <a:cubicBezTo>
                    <a:pt x="178" y="194"/>
                    <a:pt x="193" y="198"/>
                    <a:pt x="201" y="203"/>
                  </a:cubicBezTo>
                  <a:cubicBezTo>
                    <a:pt x="215" y="213"/>
                    <a:pt x="224" y="232"/>
                    <a:pt x="224" y="232"/>
                  </a:cubicBezTo>
                  <a:cubicBezTo>
                    <a:pt x="224" y="232"/>
                    <a:pt x="209" y="224"/>
                    <a:pt x="198" y="215"/>
                  </a:cubicBezTo>
                  <a:cubicBezTo>
                    <a:pt x="188" y="207"/>
                    <a:pt x="178" y="195"/>
                    <a:pt x="178" y="195"/>
                  </a:cubicBezTo>
                  <a:lnTo>
                    <a:pt x="178" y="194"/>
                  </a:lnTo>
                  <a:close/>
                  <a:moveTo>
                    <a:pt x="258" y="182"/>
                  </a:moveTo>
                  <a:cubicBezTo>
                    <a:pt x="272" y="182"/>
                    <a:pt x="291" y="189"/>
                    <a:pt x="291" y="189"/>
                  </a:cubicBezTo>
                  <a:cubicBezTo>
                    <a:pt x="291" y="189"/>
                    <a:pt x="266" y="192"/>
                    <a:pt x="258" y="192"/>
                  </a:cubicBezTo>
                  <a:cubicBezTo>
                    <a:pt x="250" y="192"/>
                    <a:pt x="237" y="190"/>
                    <a:pt x="237" y="190"/>
                  </a:cubicBezTo>
                  <a:cubicBezTo>
                    <a:pt x="237" y="190"/>
                    <a:pt x="248" y="182"/>
                    <a:pt x="258" y="18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4" name="Freeform 766">
              <a:extLst>
                <a:ext uri="{FF2B5EF4-FFF2-40B4-BE49-F238E27FC236}">
                  <a16:creationId xmlns:a16="http://schemas.microsoft.com/office/drawing/2014/main" id="{EE4123E1-11C7-45AB-8970-69164D08B7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8400" y="12261850"/>
              <a:ext cx="9525" cy="14287"/>
            </a:xfrm>
            <a:custGeom>
              <a:avLst/>
              <a:gdLst>
                <a:gd name="T0" fmla="*/ 5 w 13"/>
                <a:gd name="T1" fmla="*/ 1 h 18"/>
                <a:gd name="T2" fmla="*/ 0 w 13"/>
                <a:gd name="T3" fmla="*/ 10 h 18"/>
                <a:gd name="T4" fmla="*/ 7 w 13"/>
                <a:gd name="T5" fmla="*/ 16 h 18"/>
                <a:gd name="T6" fmla="*/ 13 w 13"/>
                <a:gd name="T7" fmla="*/ 7 h 18"/>
                <a:gd name="T8" fmla="*/ 5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3" y="14"/>
                    <a:pt x="13" y="7"/>
                  </a:cubicBezTo>
                  <a:cubicBezTo>
                    <a:pt x="13" y="0"/>
                    <a:pt x="5" y="1"/>
                    <a:pt x="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5" name="Freeform 767">
              <a:extLst>
                <a:ext uri="{FF2B5EF4-FFF2-40B4-BE49-F238E27FC236}">
                  <a16:creationId xmlns:a16="http://schemas.microsoft.com/office/drawing/2014/main" id="{E4A3E531-8D84-4BA3-8D86-6A538992B5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56663" y="12282488"/>
              <a:ext cx="9525" cy="14287"/>
            </a:xfrm>
            <a:custGeom>
              <a:avLst/>
              <a:gdLst>
                <a:gd name="T0" fmla="*/ 5 w 13"/>
                <a:gd name="T1" fmla="*/ 1 h 18"/>
                <a:gd name="T2" fmla="*/ 0 w 13"/>
                <a:gd name="T3" fmla="*/ 10 h 18"/>
                <a:gd name="T4" fmla="*/ 7 w 13"/>
                <a:gd name="T5" fmla="*/ 16 h 18"/>
                <a:gd name="T6" fmla="*/ 13 w 13"/>
                <a:gd name="T7" fmla="*/ 7 h 18"/>
                <a:gd name="T8" fmla="*/ 5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3" y="14"/>
                    <a:pt x="13" y="7"/>
                  </a:cubicBezTo>
                  <a:cubicBezTo>
                    <a:pt x="13" y="0"/>
                    <a:pt x="5" y="1"/>
                    <a:pt x="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6" name="Freeform 768">
              <a:extLst>
                <a:ext uri="{FF2B5EF4-FFF2-40B4-BE49-F238E27FC236}">
                  <a16:creationId xmlns:a16="http://schemas.microsoft.com/office/drawing/2014/main" id="{EFBDF8B2-56A0-471A-8391-60B3D6EB61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2363" y="12347575"/>
              <a:ext cx="7937" cy="14287"/>
            </a:xfrm>
            <a:custGeom>
              <a:avLst/>
              <a:gdLst>
                <a:gd name="T0" fmla="*/ 4 w 12"/>
                <a:gd name="T1" fmla="*/ 2 h 18"/>
                <a:gd name="T2" fmla="*/ 0 w 12"/>
                <a:gd name="T3" fmla="*/ 11 h 18"/>
                <a:gd name="T4" fmla="*/ 6 w 12"/>
                <a:gd name="T5" fmla="*/ 16 h 18"/>
                <a:gd name="T6" fmla="*/ 12 w 12"/>
                <a:gd name="T7" fmla="*/ 8 h 18"/>
                <a:gd name="T8" fmla="*/ 4 w 12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4" y="2"/>
                  </a:moveTo>
                  <a:cubicBezTo>
                    <a:pt x="4" y="2"/>
                    <a:pt x="0" y="4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  <a:cubicBezTo>
                    <a:pt x="6" y="16"/>
                    <a:pt x="12" y="15"/>
                    <a:pt x="12" y="8"/>
                  </a:cubicBezTo>
                  <a:cubicBezTo>
                    <a:pt x="12" y="0"/>
                    <a:pt x="4" y="2"/>
                    <a:pt x="4" y="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7" name="Freeform 769">
              <a:extLst>
                <a:ext uri="{FF2B5EF4-FFF2-40B4-BE49-F238E27FC236}">
                  <a16:creationId xmlns:a16="http://schemas.microsoft.com/office/drawing/2014/main" id="{760C5B8F-613C-4847-9756-D4F91DF056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24913" y="12320588"/>
              <a:ext cx="12700" cy="12700"/>
            </a:xfrm>
            <a:custGeom>
              <a:avLst/>
              <a:gdLst>
                <a:gd name="T0" fmla="*/ 2 w 17"/>
                <a:gd name="T1" fmla="*/ 7 h 15"/>
                <a:gd name="T2" fmla="*/ 6 w 17"/>
                <a:gd name="T3" fmla="*/ 14 h 15"/>
                <a:gd name="T4" fmla="*/ 15 w 17"/>
                <a:gd name="T5" fmla="*/ 8 h 15"/>
                <a:gd name="T6" fmla="*/ 10 w 17"/>
                <a:gd name="T7" fmla="*/ 0 h 15"/>
                <a:gd name="T8" fmla="*/ 2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2" y="7"/>
                  </a:moveTo>
                  <a:cubicBezTo>
                    <a:pt x="0" y="14"/>
                    <a:pt x="6" y="14"/>
                    <a:pt x="6" y="14"/>
                  </a:cubicBezTo>
                  <a:cubicBezTo>
                    <a:pt x="6" y="14"/>
                    <a:pt x="12" y="15"/>
                    <a:pt x="15" y="8"/>
                  </a:cubicBezTo>
                  <a:cubicBezTo>
                    <a:pt x="17" y="1"/>
                    <a:pt x="10" y="0"/>
                    <a:pt x="10" y="0"/>
                  </a:cubicBezTo>
                  <a:cubicBezTo>
                    <a:pt x="10" y="0"/>
                    <a:pt x="4" y="0"/>
                    <a:pt x="2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8" name="Freeform 770">
              <a:extLst>
                <a:ext uri="{FF2B5EF4-FFF2-40B4-BE49-F238E27FC236}">
                  <a16:creationId xmlns:a16="http://schemas.microsoft.com/office/drawing/2014/main" id="{A89238D6-2E02-4875-A264-9C27044300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8400" y="12347575"/>
              <a:ext cx="7937" cy="14287"/>
            </a:xfrm>
            <a:custGeom>
              <a:avLst/>
              <a:gdLst>
                <a:gd name="T0" fmla="*/ 5 w 12"/>
                <a:gd name="T1" fmla="*/ 1 h 18"/>
                <a:gd name="T2" fmla="*/ 0 w 12"/>
                <a:gd name="T3" fmla="*/ 11 h 18"/>
                <a:gd name="T4" fmla="*/ 6 w 12"/>
                <a:gd name="T5" fmla="*/ 16 h 18"/>
                <a:gd name="T6" fmla="*/ 12 w 12"/>
                <a:gd name="T7" fmla="*/ 8 h 18"/>
                <a:gd name="T8" fmla="*/ 5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5" y="1"/>
                  </a:moveTo>
                  <a:cubicBezTo>
                    <a:pt x="5" y="1"/>
                    <a:pt x="0" y="3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  <a:cubicBezTo>
                    <a:pt x="6" y="16"/>
                    <a:pt x="12" y="15"/>
                    <a:pt x="12" y="8"/>
                  </a:cubicBezTo>
                  <a:cubicBezTo>
                    <a:pt x="12" y="0"/>
                    <a:pt x="5" y="1"/>
                    <a:pt x="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9" name="Freeform 771">
              <a:extLst>
                <a:ext uri="{FF2B5EF4-FFF2-40B4-BE49-F238E27FC236}">
                  <a16:creationId xmlns:a16="http://schemas.microsoft.com/office/drawing/2014/main" id="{8B579D53-796B-42C2-864D-387ED9F110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32838" y="12395200"/>
              <a:ext cx="9525" cy="12700"/>
            </a:xfrm>
            <a:custGeom>
              <a:avLst/>
              <a:gdLst>
                <a:gd name="T0" fmla="*/ 5 w 12"/>
                <a:gd name="T1" fmla="*/ 1 h 18"/>
                <a:gd name="T2" fmla="*/ 0 w 12"/>
                <a:gd name="T3" fmla="*/ 10 h 18"/>
                <a:gd name="T4" fmla="*/ 7 w 12"/>
                <a:gd name="T5" fmla="*/ 16 h 18"/>
                <a:gd name="T6" fmla="*/ 12 w 12"/>
                <a:gd name="T7" fmla="*/ 7 h 18"/>
                <a:gd name="T8" fmla="*/ 5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2" y="14"/>
                    <a:pt x="12" y="7"/>
                  </a:cubicBezTo>
                  <a:cubicBezTo>
                    <a:pt x="12" y="0"/>
                    <a:pt x="5" y="1"/>
                    <a:pt x="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0" name="Freeform 772">
              <a:extLst>
                <a:ext uri="{FF2B5EF4-FFF2-40B4-BE49-F238E27FC236}">
                  <a16:creationId xmlns:a16="http://schemas.microsoft.com/office/drawing/2014/main" id="{3BA1BBB3-3CFC-402B-BBD6-0F4D6EB8AC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45525" y="12403138"/>
              <a:ext cx="9525" cy="14287"/>
            </a:xfrm>
            <a:custGeom>
              <a:avLst/>
              <a:gdLst>
                <a:gd name="T0" fmla="*/ 6 w 12"/>
                <a:gd name="T1" fmla="*/ 16 h 18"/>
                <a:gd name="T2" fmla="*/ 12 w 12"/>
                <a:gd name="T3" fmla="*/ 7 h 18"/>
                <a:gd name="T4" fmla="*/ 4 w 12"/>
                <a:gd name="T5" fmla="*/ 1 h 18"/>
                <a:gd name="T6" fmla="*/ 0 w 12"/>
                <a:gd name="T7" fmla="*/ 11 h 18"/>
                <a:gd name="T8" fmla="*/ 6 w 12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6" y="16"/>
                  </a:moveTo>
                  <a:cubicBezTo>
                    <a:pt x="6" y="16"/>
                    <a:pt x="12" y="15"/>
                    <a:pt x="12" y="7"/>
                  </a:cubicBezTo>
                  <a:cubicBezTo>
                    <a:pt x="12" y="0"/>
                    <a:pt x="4" y="1"/>
                    <a:pt x="4" y="1"/>
                  </a:cubicBezTo>
                  <a:cubicBezTo>
                    <a:pt x="4" y="1"/>
                    <a:pt x="0" y="3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1" name="Freeform 773">
              <a:extLst>
                <a:ext uri="{FF2B5EF4-FFF2-40B4-BE49-F238E27FC236}">
                  <a16:creationId xmlns:a16="http://schemas.microsoft.com/office/drawing/2014/main" id="{C159EE8F-737C-4999-A9C6-B5E814BC5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77275" y="12072938"/>
              <a:ext cx="20637" cy="44450"/>
            </a:xfrm>
            <a:custGeom>
              <a:avLst/>
              <a:gdLst>
                <a:gd name="T0" fmla="*/ 0 w 27"/>
                <a:gd name="T1" fmla="*/ 0 h 58"/>
                <a:gd name="T2" fmla="*/ 10 w 27"/>
                <a:gd name="T3" fmla="*/ 29 h 58"/>
                <a:gd name="T4" fmla="*/ 9 w 27"/>
                <a:gd name="T5" fmla="*/ 39 h 58"/>
                <a:gd name="T6" fmla="*/ 6 w 27"/>
                <a:gd name="T7" fmla="*/ 58 h 58"/>
                <a:gd name="T8" fmla="*/ 19 w 27"/>
                <a:gd name="T9" fmla="*/ 32 h 58"/>
                <a:gd name="T10" fmla="*/ 19 w 27"/>
                <a:gd name="T11" fmla="*/ 31 h 58"/>
                <a:gd name="T12" fmla="*/ 19 w 27"/>
                <a:gd name="T13" fmla="*/ 32 h 58"/>
                <a:gd name="T14" fmla="*/ 23 w 27"/>
                <a:gd name="T15" fmla="*/ 44 h 58"/>
                <a:gd name="T16" fmla="*/ 27 w 27"/>
                <a:gd name="T17" fmla="*/ 28 h 58"/>
                <a:gd name="T18" fmla="*/ 0 w 27"/>
                <a:gd name="T1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8">
                  <a:moveTo>
                    <a:pt x="0" y="0"/>
                  </a:moveTo>
                  <a:cubicBezTo>
                    <a:pt x="2" y="3"/>
                    <a:pt x="10" y="15"/>
                    <a:pt x="10" y="29"/>
                  </a:cubicBezTo>
                  <a:cubicBezTo>
                    <a:pt x="10" y="33"/>
                    <a:pt x="9" y="39"/>
                    <a:pt x="9" y="39"/>
                  </a:cubicBezTo>
                  <a:cubicBezTo>
                    <a:pt x="9" y="39"/>
                    <a:pt x="9" y="46"/>
                    <a:pt x="6" y="58"/>
                  </a:cubicBezTo>
                  <a:cubicBezTo>
                    <a:pt x="10" y="51"/>
                    <a:pt x="17" y="41"/>
                    <a:pt x="19" y="32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3" y="38"/>
                    <a:pt x="23" y="44"/>
                  </a:cubicBezTo>
                  <a:cubicBezTo>
                    <a:pt x="24" y="42"/>
                    <a:pt x="27" y="35"/>
                    <a:pt x="27" y="28"/>
                  </a:cubicBezTo>
                  <a:cubicBezTo>
                    <a:pt x="27" y="15"/>
                    <a:pt x="15" y="1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2" name="Freeform 774">
              <a:extLst>
                <a:ext uri="{FF2B5EF4-FFF2-40B4-BE49-F238E27FC236}">
                  <a16:creationId xmlns:a16="http://schemas.microsoft.com/office/drawing/2014/main" id="{33E60148-2D63-4C9B-B087-90EAF21809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43938" y="12096750"/>
              <a:ext cx="34925" cy="85725"/>
            </a:xfrm>
            <a:custGeom>
              <a:avLst/>
              <a:gdLst>
                <a:gd name="T0" fmla="*/ 45 w 45"/>
                <a:gd name="T1" fmla="*/ 14 h 110"/>
                <a:gd name="T2" fmla="*/ 45 w 45"/>
                <a:gd name="T3" fmla="*/ 14 h 110"/>
                <a:gd name="T4" fmla="*/ 44 w 45"/>
                <a:gd name="T5" fmla="*/ 0 h 110"/>
                <a:gd name="T6" fmla="*/ 17 w 45"/>
                <a:gd name="T7" fmla="*/ 33 h 110"/>
                <a:gd name="T8" fmla="*/ 0 w 45"/>
                <a:gd name="T9" fmla="*/ 64 h 110"/>
                <a:gd name="T10" fmla="*/ 26 w 45"/>
                <a:gd name="T11" fmla="*/ 110 h 110"/>
                <a:gd name="T12" fmla="*/ 19 w 45"/>
                <a:gd name="T13" fmla="*/ 72 h 110"/>
                <a:gd name="T14" fmla="*/ 28 w 45"/>
                <a:gd name="T15" fmla="*/ 55 h 110"/>
                <a:gd name="T16" fmla="*/ 29 w 45"/>
                <a:gd name="T17" fmla="*/ 54 h 110"/>
                <a:gd name="T18" fmla="*/ 40 w 45"/>
                <a:gd name="T19" fmla="*/ 41 h 110"/>
                <a:gd name="T20" fmla="*/ 40 w 45"/>
                <a:gd name="T21" fmla="*/ 41 h 110"/>
                <a:gd name="T22" fmla="*/ 44 w 45"/>
                <a:gd name="T23" fmla="*/ 32 h 110"/>
                <a:gd name="T24" fmla="*/ 45 w 45"/>
                <a:gd name="T25" fmla="*/ 28 h 110"/>
                <a:gd name="T26" fmla="*/ 45 w 45"/>
                <a:gd name="T27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110">
                  <a:moveTo>
                    <a:pt x="45" y="14"/>
                  </a:moveTo>
                  <a:cubicBezTo>
                    <a:pt x="45" y="14"/>
                    <a:pt x="45" y="14"/>
                    <a:pt x="45" y="14"/>
                  </a:cubicBezTo>
                  <a:cubicBezTo>
                    <a:pt x="45" y="10"/>
                    <a:pt x="45" y="5"/>
                    <a:pt x="44" y="0"/>
                  </a:cubicBezTo>
                  <a:cubicBezTo>
                    <a:pt x="42" y="4"/>
                    <a:pt x="37" y="14"/>
                    <a:pt x="17" y="33"/>
                  </a:cubicBezTo>
                  <a:cubicBezTo>
                    <a:pt x="6" y="43"/>
                    <a:pt x="0" y="52"/>
                    <a:pt x="0" y="64"/>
                  </a:cubicBezTo>
                  <a:cubicBezTo>
                    <a:pt x="0" y="87"/>
                    <a:pt x="21" y="106"/>
                    <a:pt x="26" y="110"/>
                  </a:cubicBezTo>
                  <a:cubicBezTo>
                    <a:pt x="24" y="106"/>
                    <a:pt x="19" y="90"/>
                    <a:pt x="19" y="72"/>
                  </a:cubicBezTo>
                  <a:cubicBezTo>
                    <a:pt x="19" y="64"/>
                    <a:pt x="24" y="59"/>
                    <a:pt x="28" y="55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2" y="50"/>
                    <a:pt x="37" y="46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3" y="37"/>
                    <a:pt x="44" y="32"/>
                  </a:cubicBezTo>
                  <a:cubicBezTo>
                    <a:pt x="45" y="31"/>
                    <a:pt x="45" y="30"/>
                    <a:pt x="45" y="28"/>
                  </a:cubicBezTo>
                  <a:cubicBezTo>
                    <a:pt x="45" y="26"/>
                    <a:pt x="45" y="19"/>
                    <a:pt x="45" y="1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3" name="Freeform 775">
              <a:extLst>
                <a:ext uri="{FF2B5EF4-FFF2-40B4-BE49-F238E27FC236}">
                  <a16:creationId xmlns:a16="http://schemas.microsoft.com/office/drawing/2014/main" id="{1F350BB4-46EE-452F-A30F-2EF0F69FAF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40750" y="12268200"/>
              <a:ext cx="55562" cy="46037"/>
            </a:xfrm>
            <a:custGeom>
              <a:avLst/>
              <a:gdLst>
                <a:gd name="T0" fmla="*/ 70 w 74"/>
                <a:gd name="T1" fmla="*/ 4 h 59"/>
                <a:gd name="T2" fmla="*/ 64 w 74"/>
                <a:gd name="T3" fmla="*/ 10 h 59"/>
                <a:gd name="T4" fmla="*/ 66 w 74"/>
                <a:gd name="T5" fmla="*/ 14 h 59"/>
                <a:gd name="T6" fmla="*/ 64 w 74"/>
                <a:gd name="T7" fmla="*/ 13 h 59"/>
                <a:gd name="T8" fmla="*/ 56 w 74"/>
                <a:gd name="T9" fmla="*/ 21 h 59"/>
                <a:gd name="T10" fmla="*/ 64 w 74"/>
                <a:gd name="T11" fmla="*/ 29 h 59"/>
                <a:gd name="T12" fmla="*/ 66 w 74"/>
                <a:gd name="T13" fmla="*/ 28 h 59"/>
                <a:gd name="T14" fmla="*/ 53 w 74"/>
                <a:gd name="T15" fmla="*/ 38 h 59"/>
                <a:gd name="T16" fmla="*/ 37 w 74"/>
                <a:gd name="T17" fmla="*/ 23 h 59"/>
                <a:gd name="T18" fmla="*/ 44 w 74"/>
                <a:gd name="T19" fmla="*/ 28 h 59"/>
                <a:gd name="T20" fmla="*/ 52 w 74"/>
                <a:gd name="T21" fmla="*/ 21 h 59"/>
                <a:gd name="T22" fmla="*/ 44 w 74"/>
                <a:gd name="T23" fmla="*/ 13 h 59"/>
                <a:gd name="T24" fmla="*/ 42 w 74"/>
                <a:gd name="T25" fmla="*/ 13 h 59"/>
                <a:gd name="T26" fmla="*/ 45 w 74"/>
                <a:gd name="T27" fmla="*/ 8 h 59"/>
                <a:gd name="T28" fmla="*/ 37 w 74"/>
                <a:gd name="T29" fmla="*/ 0 h 59"/>
                <a:gd name="T30" fmla="*/ 29 w 74"/>
                <a:gd name="T31" fmla="*/ 8 h 59"/>
                <a:gd name="T32" fmla="*/ 32 w 74"/>
                <a:gd name="T33" fmla="*/ 14 h 59"/>
                <a:gd name="T34" fmla="*/ 30 w 74"/>
                <a:gd name="T35" fmla="*/ 13 h 59"/>
                <a:gd name="T36" fmla="*/ 22 w 74"/>
                <a:gd name="T37" fmla="*/ 21 h 59"/>
                <a:gd name="T38" fmla="*/ 30 w 74"/>
                <a:gd name="T39" fmla="*/ 28 h 59"/>
                <a:gd name="T40" fmla="*/ 37 w 74"/>
                <a:gd name="T41" fmla="*/ 23 h 59"/>
                <a:gd name="T42" fmla="*/ 21 w 74"/>
                <a:gd name="T43" fmla="*/ 38 h 59"/>
                <a:gd name="T44" fmla="*/ 8 w 74"/>
                <a:gd name="T45" fmla="*/ 28 h 59"/>
                <a:gd name="T46" fmla="*/ 10 w 74"/>
                <a:gd name="T47" fmla="*/ 29 h 59"/>
                <a:gd name="T48" fmla="*/ 18 w 74"/>
                <a:gd name="T49" fmla="*/ 21 h 59"/>
                <a:gd name="T50" fmla="*/ 10 w 74"/>
                <a:gd name="T51" fmla="*/ 13 h 59"/>
                <a:gd name="T52" fmla="*/ 8 w 74"/>
                <a:gd name="T53" fmla="*/ 14 h 59"/>
                <a:gd name="T54" fmla="*/ 9 w 74"/>
                <a:gd name="T55" fmla="*/ 10 h 59"/>
                <a:gd name="T56" fmla="*/ 3 w 74"/>
                <a:gd name="T57" fmla="*/ 4 h 59"/>
                <a:gd name="T58" fmla="*/ 0 w 74"/>
                <a:gd name="T59" fmla="*/ 5 h 59"/>
                <a:gd name="T60" fmla="*/ 3 w 74"/>
                <a:gd name="T61" fmla="*/ 25 h 59"/>
                <a:gd name="T62" fmla="*/ 9 w 74"/>
                <a:gd name="T63" fmla="*/ 59 h 59"/>
                <a:gd name="T64" fmla="*/ 65 w 74"/>
                <a:gd name="T65" fmla="*/ 59 h 59"/>
                <a:gd name="T66" fmla="*/ 65 w 74"/>
                <a:gd name="T67" fmla="*/ 58 h 59"/>
                <a:gd name="T68" fmla="*/ 70 w 74"/>
                <a:gd name="T69" fmla="*/ 25 h 59"/>
                <a:gd name="T70" fmla="*/ 74 w 74"/>
                <a:gd name="T71" fmla="*/ 5 h 59"/>
                <a:gd name="T72" fmla="*/ 70 w 74"/>
                <a:gd name="T73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59">
                  <a:moveTo>
                    <a:pt x="70" y="4"/>
                  </a:moveTo>
                  <a:cubicBezTo>
                    <a:pt x="67" y="4"/>
                    <a:pt x="64" y="7"/>
                    <a:pt x="64" y="10"/>
                  </a:cubicBezTo>
                  <a:cubicBezTo>
                    <a:pt x="64" y="11"/>
                    <a:pt x="65" y="13"/>
                    <a:pt x="66" y="14"/>
                  </a:cubicBezTo>
                  <a:cubicBezTo>
                    <a:pt x="65" y="14"/>
                    <a:pt x="64" y="13"/>
                    <a:pt x="64" y="13"/>
                  </a:cubicBezTo>
                  <a:cubicBezTo>
                    <a:pt x="60" y="13"/>
                    <a:pt x="56" y="17"/>
                    <a:pt x="56" y="21"/>
                  </a:cubicBezTo>
                  <a:cubicBezTo>
                    <a:pt x="56" y="25"/>
                    <a:pt x="60" y="29"/>
                    <a:pt x="64" y="29"/>
                  </a:cubicBezTo>
                  <a:cubicBezTo>
                    <a:pt x="64" y="29"/>
                    <a:pt x="65" y="29"/>
                    <a:pt x="66" y="28"/>
                  </a:cubicBezTo>
                  <a:cubicBezTo>
                    <a:pt x="64" y="34"/>
                    <a:pt x="59" y="38"/>
                    <a:pt x="53" y="38"/>
                  </a:cubicBezTo>
                  <a:cubicBezTo>
                    <a:pt x="42" y="38"/>
                    <a:pt x="37" y="26"/>
                    <a:pt x="37" y="23"/>
                  </a:cubicBezTo>
                  <a:cubicBezTo>
                    <a:pt x="38" y="26"/>
                    <a:pt x="41" y="28"/>
                    <a:pt x="44" y="28"/>
                  </a:cubicBezTo>
                  <a:cubicBezTo>
                    <a:pt x="48" y="28"/>
                    <a:pt x="52" y="25"/>
                    <a:pt x="52" y="21"/>
                  </a:cubicBezTo>
                  <a:cubicBezTo>
                    <a:pt x="52" y="16"/>
                    <a:pt x="48" y="13"/>
                    <a:pt x="44" y="13"/>
                  </a:cubicBezTo>
                  <a:cubicBezTo>
                    <a:pt x="43" y="13"/>
                    <a:pt x="43" y="13"/>
                    <a:pt x="42" y="13"/>
                  </a:cubicBezTo>
                  <a:cubicBezTo>
                    <a:pt x="44" y="12"/>
                    <a:pt x="45" y="10"/>
                    <a:pt x="45" y="8"/>
                  </a:cubicBezTo>
                  <a:cubicBezTo>
                    <a:pt x="45" y="4"/>
                    <a:pt x="41" y="0"/>
                    <a:pt x="37" y="0"/>
                  </a:cubicBezTo>
                  <a:cubicBezTo>
                    <a:pt x="33" y="0"/>
                    <a:pt x="29" y="4"/>
                    <a:pt x="29" y="8"/>
                  </a:cubicBezTo>
                  <a:cubicBezTo>
                    <a:pt x="29" y="10"/>
                    <a:pt x="30" y="12"/>
                    <a:pt x="32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3"/>
                    <a:pt x="22" y="16"/>
                    <a:pt x="22" y="21"/>
                  </a:cubicBezTo>
                  <a:cubicBezTo>
                    <a:pt x="22" y="25"/>
                    <a:pt x="25" y="28"/>
                    <a:pt x="30" y="28"/>
                  </a:cubicBezTo>
                  <a:cubicBezTo>
                    <a:pt x="33" y="28"/>
                    <a:pt x="36" y="26"/>
                    <a:pt x="37" y="23"/>
                  </a:cubicBezTo>
                  <a:cubicBezTo>
                    <a:pt x="36" y="26"/>
                    <a:pt x="30" y="38"/>
                    <a:pt x="21" y="38"/>
                  </a:cubicBezTo>
                  <a:cubicBezTo>
                    <a:pt x="14" y="38"/>
                    <a:pt x="9" y="34"/>
                    <a:pt x="8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4" y="29"/>
                    <a:pt x="18" y="25"/>
                    <a:pt x="18" y="21"/>
                  </a:cubicBezTo>
                  <a:cubicBezTo>
                    <a:pt x="18" y="17"/>
                    <a:pt x="14" y="13"/>
                    <a:pt x="10" y="13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9" y="13"/>
                    <a:pt x="9" y="11"/>
                    <a:pt x="9" y="10"/>
                  </a:cubicBezTo>
                  <a:cubicBezTo>
                    <a:pt x="9" y="7"/>
                    <a:pt x="7" y="4"/>
                    <a:pt x="3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11"/>
                    <a:pt x="3" y="23"/>
                    <a:pt x="3" y="25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8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2" y="17"/>
                    <a:pt x="73" y="9"/>
                    <a:pt x="74" y="5"/>
                  </a:cubicBezTo>
                  <a:cubicBezTo>
                    <a:pt x="74" y="5"/>
                    <a:pt x="73" y="4"/>
                    <a:pt x="70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4" name="Freeform 776">
              <a:extLst>
                <a:ext uri="{FF2B5EF4-FFF2-40B4-BE49-F238E27FC236}">
                  <a16:creationId xmlns:a16="http://schemas.microsoft.com/office/drawing/2014/main" id="{70DD72CA-F5AF-42A4-AD9C-B9B48315ED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21713" y="12268200"/>
              <a:ext cx="57150" cy="46037"/>
            </a:xfrm>
            <a:custGeom>
              <a:avLst/>
              <a:gdLst>
                <a:gd name="T0" fmla="*/ 70 w 74"/>
                <a:gd name="T1" fmla="*/ 4 h 59"/>
                <a:gd name="T2" fmla="*/ 64 w 74"/>
                <a:gd name="T3" fmla="*/ 10 h 59"/>
                <a:gd name="T4" fmla="*/ 66 w 74"/>
                <a:gd name="T5" fmla="*/ 14 h 59"/>
                <a:gd name="T6" fmla="*/ 64 w 74"/>
                <a:gd name="T7" fmla="*/ 13 h 59"/>
                <a:gd name="T8" fmla="*/ 56 w 74"/>
                <a:gd name="T9" fmla="*/ 21 h 59"/>
                <a:gd name="T10" fmla="*/ 64 w 74"/>
                <a:gd name="T11" fmla="*/ 29 h 59"/>
                <a:gd name="T12" fmla="*/ 66 w 74"/>
                <a:gd name="T13" fmla="*/ 28 h 59"/>
                <a:gd name="T14" fmla="*/ 53 w 74"/>
                <a:gd name="T15" fmla="*/ 38 h 59"/>
                <a:gd name="T16" fmla="*/ 37 w 74"/>
                <a:gd name="T17" fmla="*/ 23 h 59"/>
                <a:gd name="T18" fmla="*/ 44 w 74"/>
                <a:gd name="T19" fmla="*/ 28 h 59"/>
                <a:gd name="T20" fmla="*/ 52 w 74"/>
                <a:gd name="T21" fmla="*/ 21 h 59"/>
                <a:gd name="T22" fmla="*/ 44 w 74"/>
                <a:gd name="T23" fmla="*/ 13 h 59"/>
                <a:gd name="T24" fmla="*/ 42 w 74"/>
                <a:gd name="T25" fmla="*/ 13 h 59"/>
                <a:gd name="T26" fmla="*/ 45 w 74"/>
                <a:gd name="T27" fmla="*/ 8 h 59"/>
                <a:gd name="T28" fmla="*/ 37 w 74"/>
                <a:gd name="T29" fmla="*/ 0 h 59"/>
                <a:gd name="T30" fmla="*/ 29 w 74"/>
                <a:gd name="T31" fmla="*/ 8 h 59"/>
                <a:gd name="T32" fmla="*/ 32 w 74"/>
                <a:gd name="T33" fmla="*/ 14 h 59"/>
                <a:gd name="T34" fmla="*/ 30 w 74"/>
                <a:gd name="T35" fmla="*/ 13 h 59"/>
                <a:gd name="T36" fmla="*/ 22 w 74"/>
                <a:gd name="T37" fmla="*/ 21 h 59"/>
                <a:gd name="T38" fmla="*/ 30 w 74"/>
                <a:gd name="T39" fmla="*/ 28 h 59"/>
                <a:gd name="T40" fmla="*/ 37 w 74"/>
                <a:gd name="T41" fmla="*/ 23 h 59"/>
                <a:gd name="T42" fmla="*/ 21 w 74"/>
                <a:gd name="T43" fmla="*/ 38 h 59"/>
                <a:gd name="T44" fmla="*/ 8 w 74"/>
                <a:gd name="T45" fmla="*/ 28 h 59"/>
                <a:gd name="T46" fmla="*/ 10 w 74"/>
                <a:gd name="T47" fmla="*/ 29 h 59"/>
                <a:gd name="T48" fmla="*/ 17 w 74"/>
                <a:gd name="T49" fmla="*/ 21 h 59"/>
                <a:gd name="T50" fmla="*/ 10 w 74"/>
                <a:gd name="T51" fmla="*/ 13 h 59"/>
                <a:gd name="T52" fmla="*/ 8 w 74"/>
                <a:gd name="T53" fmla="*/ 14 h 59"/>
                <a:gd name="T54" fmla="*/ 10 w 74"/>
                <a:gd name="T55" fmla="*/ 10 h 59"/>
                <a:gd name="T56" fmla="*/ 3 w 74"/>
                <a:gd name="T57" fmla="*/ 4 h 59"/>
                <a:gd name="T58" fmla="*/ 0 w 74"/>
                <a:gd name="T59" fmla="*/ 5 h 59"/>
                <a:gd name="T60" fmla="*/ 3 w 74"/>
                <a:gd name="T61" fmla="*/ 25 h 59"/>
                <a:gd name="T62" fmla="*/ 9 w 74"/>
                <a:gd name="T63" fmla="*/ 59 h 59"/>
                <a:gd name="T64" fmla="*/ 65 w 74"/>
                <a:gd name="T65" fmla="*/ 59 h 59"/>
                <a:gd name="T66" fmla="*/ 65 w 74"/>
                <a:gd name="T67" fmla="*/ 58 h 59"/>
                <a:gd name="T68" fmla="*/ 70 w 74"/>
                <a:gd name="T69" fmla="*/ 25 h 59"/>
                <a:gd name="T70" fmla="*/ 74 w 74"/>
                <a:gd name="T71" fmla="*/ 5 h 59"/>
                <a:gd name="T72" fmla="*/ 70 w 74"/>
                <a:gd name="T73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59">
                  <a:moveTo>
                    <a:pt x="70" y="4"/>
                  </a:moveTo>
                  <a:cubicBezTo>
                    <a:pt x="67" y="4"/>
                    <a:pt x="64" y="7"/>
                    <a:pt x="64" y="10"/>
                  </a:cubicBezTo>
                  <a:cubicBezTo>
                    <a:pt x="64" y="11"/>
                    <a:pt x="65" y="13"/>
                    <a:pt x="66" y="14"/>
                  </a:cubicBezTo>
                  <a:cubicBezTo>
                    <a:pt x="65" y="14"/>
                    <a:pt x="64" y="13"/>
                    <a:pt x="64" y="13"/>
                  </a:cubicBezTo>
                  <a:cubicBezTo>
                    <a:pt x="59" y="13"/>
                    <a:pt x="56" y="17"/>
                    <a:pt x="56" y="21"/>
                  </a:cubicBezTo>
                  <a:cubicBezTo>
                    <a:pt x="56" y="25"/>
                    <a:pt x="59" y="29"/>
                    <a:pt x="64" y="29"/>
                  </a:cubicBezTo>
                  <a:cubicBezTo>
                    <a:pt x="64" y="29"/>
                    <a:pt x="65" y="29"/>
                    <a:pt x="66" y="28"/>
                  </a:cubicBezTo>
                  <a:cubicBezTo>
                    <a:pt x="64" y="34"/>
                    <a:pt x="59" y="38"/>
                    <a:pt x="53" y="38"/>
                  </a:cubicBezTo>
                  <a:cubicBezTo>
                    <a:pt x="42" y="38"/>
                    <a:pt x="37" y="26"/>
                    <a:pt x="37" y="23"/>
                  </a:cubicBezTo>
                  <a:cubicBezTo>
                    <a:pt x="38" y="26"/>
                    <a:pt x="41" y="28"/>
                    <a:pt x="44" y="28"/>
                  </a:cubicBezTo>
                  <a:cubicBezTo>
                    <a:pt x="48" y="28"/>
                    <a:pt x="52" y="25"/>
                    <a:pt x="52" y="21"/>
                  </a:cubicBezTo>
                  <a:cubicBezTo>
                    <a:pt x="52" y="16"/>
                    <a:pt x="48" y="13"/>
                    <a:pt x="44" y="13"/>
                  </a:cubicBezTo>
                  <a:cubicBezTo>
                    <a:pt x="43" y="13"/>
                    <a:pt x="43" y="13"/>
                    <a:pt x="42" y="13"/>
                  </a:cubicBezTo>
                  <a:cubicBezTo>
                    <a:pt x="44" y="12"/>
                    <a:pt x="45" y="10"/>
                    <a:pt x="45" y="8"/>
                  </a:cubicBezTo>
                  <a:cubicBezTo>
                    <a:pt x="45" y="4"/>
                    <a:pt x="41" y="0"/>
                    <a:pt x="37" y="0"/>
                  </a:cubicBezTo>
                  <a:cubicBezTo>
                    <a:pt x="33" y="0"/>
                    <a:pt x="29" y="4"/>
                    <a:pt x="29" y="8"/>
                  </a:cubicBezTo>
                  <a:cubicBezTo>
                    <a:pt x="29" y="10"/>
                    <a:pt x="31" y="12"/>
                    <a:pt x="32" y="14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5" y="13"/>
                    <a:pt x="22" y="16"/>
                    <a:pt x="22" y="21"/>
                  </a:cubicBezTo>
                  <a:cubicBezTo>
                    <a:pt x="22" y="25"/>
                    <a:pt x="25" y="28"/>
                    <a:pt x="30" y="28"/>
                  </a:cubicBezTo>
                  <a:cubicBezTo>
                    <a:pt x="33" y="28"/>
                    <a:pt x="36" y="26"/>
                    <a:pt x="37" y="23"/>
                  </a:cubicBezTo>
                  <a:cubicBezTo>
                    <a:pt x="36" y="26"/>
                    <a:pt x="30" y="38"/>
                    <a:pt x="21" y="38"/>
                  </a:cubicBezTo>
                  <a:cubicBezTo>
                    <a:pt x="14" y="38"/>
                    <a:pt x="9" y="34"/>
                    <a:pt x="8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4" y="29"/>
                    <a:pt x="17" y="25"/>
                    <a:pt x="17" y="21"/>
                  </a:cubicBezTo>
                  <a:cubicBezTo>
                    <a:pt x="17" y="17"/>
                    <a:pt x="14" y="13"/>
                    <a:pt x="10" y="13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9" y="13"/>
                    <a:pt x="10" y="11"/>
                    <a:pt x="10" y="10"/>
                  </a:cubicBezTo>
                  <a:cubicBezTo>
                    <a:pt x="10" y="7"/>
                    <a:pt x="7" y="4"/>
                    <a:pt x="3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11"/>
                    <a:pt x="3" y="23"/>
                    <a:pt x="3" y="25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8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1" y="17"/>
                    <a:pt x="73" y="9"/>
                    <a:pt x="74" y="5"/>
                  </a:cubicBezTo>
                  <a:cubicBezTo>
                    <a:pt x="74" y="5"/>
                    <a:pt x="73" y="4"/>
                    <a:pt x="70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5" name="Freeform 777">
              <a:extLst>
                <a:ext uri="{FF2B5EF4-FFF2-40B4-BE49-F238E27FC236}">
                  <a16:creationId xmlns:a16="http://schemas.microsoft.com/office/drawing/2014/main" id="{A8CC23D3-286A-4F69-A69D-DF56059562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78850" y="12320588"/>
              <a:ext cx="61912" cy="49212"/>
            </a:xfrm>
            <a:custGeom>
              <a:avLst/>
              <a:gdLst>
                <a:gd name="T0" fmla="*/ 78 w 82"/>
                <a:gd name="T1" fmla="*/ 4 h 65"/>
                <a:gd name="T2" fmla="*/ 71 w 82"/>
                <a:gd name="T3" fmla="*/ 11 h 65"/>
                <a:gd name="T4" fmla="*/ 73 w 82"/>
                <a:gd name="T5" fmla="*/ 15 h 65"/>
                <a:gd name="T6" fmla="*/ 71 w 82"/>
                <a:gd name="T7" fmla="*/ 15 h 65"/>
                <a:gd name="T8" fmla="*/ 62 w 82"/>
                <a:gd name="T9" fmla="*/ 23 h 65"/>
                <a:gd name="T10" fmla="*/ 71 w 82"/>
                <a:gd name="T11" fmla="*/ 32 h 65"/>
                <a:gd name="T12" fmla="*/ 73 w 82"/>
                <a:gd name="T13" fmla="*/ 31 h 65"/>
                <a:gd name="T14" fmla="*/ 59 w 82"/>
                <a:gd name="T15" fmla="*/ 42 h 65"/>
                <a:gd name="T16" fmla="*/ 41 w 82"/>
                <a:gd name="T17" fmla="*/ 25 h 65"/>
                <a:gd name="T18" fmla="*/ 49 w 82"/>
                <a:gd name="T19" fmla="*/ 31 h 65"/>
                <a:gd name="T20" fmla="*/ 58 w 82"/>
                <a:gd name="T21" fmla="*/ 23 h 65"/>
                <a:gd name="T22" fmla="*/ 49 w 82"/>
                <a:gd name="T23" fmla="*/ 14 h 65"/>
                <a:gd name="T24" fmla="*/ 47 w 82"/>
                <a:gd name="T25" fmla="*/ 15 h 65"/>
                <a:gd name="T26" fmla="*/ 50 w 82"/>
                <a:gd name="T27" fmla="*/ 9 h 65"/>
                <a:gd name="T28" fmla="*/ 41 w 82"/>
                <a:gd name="T29" fmla="*/ 0 h 65"/>
                <a:gd name="T30" fmla="*/ 33 w 82"/>
                <a:gd name="T31" fmla="*/ 9 h 65"/>
                <a:gd name="T32" fmla="*/ 36 w 82"/>
                <a:gd name="T33" fmla="*/ 15 h 65"/>
                <a:gd name="T34" fmla="*/ 33 w 82"/>
                <a:gd name="T35" fmla="*/ 14 h 65"/>
                <a:gd name="T36" fmla="*/ 25 w 82"/>
                <a:gd name="T37" fmla="*/ 23 h 65"/>
                <a:gd name="T38" fmla="*/ 33 w 82"/>
                <a:gd name="T39" fmla="*/ 31 h 65"/>
                <a:gd name="T40" fmla="*/ 41 w 82"/>
                <a:gd name="T41" fmla="*/ 25 h 65"/>
                <a:gd name="T42" fmla="*/ 23 w 82"/>
                <a:gd name="T43" fmla="*/ 42 h 65"/>
                <a:gd name="T44" fmla="*/ 9 w 82"/>
                <a:gd name="T45" fmla="*/ 31 h 65"/>
                <a:gd name="T46" fmla="*/ 11 w 82"/>
                <a:gd name="T47" fmla="*/ 32 h 65"/>
                <a:gd name="T48" fmla="*/ 20 w 82"/>
                <a:gd name="T49" fmla="*/ 23 h 65"/>
                <a:gd name="T50" fmla="*/ 11 w 82"/>
                <a:gd name="T51" fmla="*/ 15 h 65"/>
                <a:gd name="T52" fmla="*/ 9 w 82"/>
                <a:gd name="T53" fmla="*/ 15 h 65"/>
                <a:gd name="T54" fmla="*/ 11 w 82"/>
                <a:gd name="T55" fmla="*/ 11 h 65"/>
                <a:gd name="T56" fmla="*/ 4 w 82"/>
                <a:gd name="T57" fmla="*/ 4 h 65"/>
                <a:gd name="T58" fmla="*/ 0 w 82"/>
                <a:gd name="T59" fmla="*/ 5 h 65"/>
                <a:gd name="T60" fmla="*/ 4 w 82"/>
                <a:gd name="T61" fmla="*/ 28 h 65"/>
                <a:gd name="T62" fmla="*/ 10 w 82"/>
                <a:gd name="T63" fmla="*/ 65 h 65"/>
                <a:gd name="T64" fmla="*/ 72 w 82"/>
                <a:gd name="T65" fmla="*/ 65 h 65"/>
                <a:gd name="T66" fmla="*/ 73 w 82"/>
                <a:gd name="T67" fmla="*/ 64 h 65"/>
                <a:gd name="T68" fmla="*/ 78 w 82"/>
                <a:gd name="T69" fmla="*/ 28 h 65"/>
                <a:gd name="T70" fmla="*/ 82 w 82"/>
                <a:gd name="T71" fmla="*/ 5 h 65"/>
                <a:gd name="T72" fmla="*/ 78 w 82"/>
                <a:gd name="T73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65">
                  <a:moveTo>
                    <a:pt x="78" y="4"/>
                  </a:moveTo>
                  <a:cubicBezTo>
                    <a:pt x="74" y="4"/>
                    <a:pt x="71" y="7"/>
                    <a:pt x="71" y="11"/>
                  </a:cubicBezTo>
                  <a:cubicBezTo>
                    <a:pt x="71" y="13"/>
                    <a:pt x="72" y="14"/>
                    <a:pt x="73" y="15"/>
                  </a:cubicBezTo>
                  <a:cubicBezTo>
                    <a:pt x="72" y="15"/>
                    <a:pt x="72" y="15"/>
                    <a:pt x="71" y="15"/>
                  </a:cubicBezTo>
                  <a:cubicBezTo>
                    <a:pt x="66" y="15"/>
                    <a:pt x="62" y="19"/>
                    <a:pt x="62" y="23"/>
                  </a:cubicBezTo>
                  <a:cubicBezTo>
                    <a:pt x="62" y="28"/>
                    <a:pt x="66" y="32"/>
                    <a:pt x="71" y="32"/>
                  </a:cubicBezTo>
                  <a:cubicBezTo>
                    <a:pt x="72" y="32"/>
                    <a:pt x="72" y="32"/>
                    <a:pt x="73" y="31"/>
                  </a:cubicBezTo>
                  <a:cubicBezTo>
                    <a:pt x="71" y="38"/>
                    <a:pt x="65" y="42"/>
                    <a:pt x="59" y="42"/>
                  </a:cubicBezTo>
                  <a:cubicBezTo>
                    <a:pt x="47" y="42"/>
                    <a:pt x="42" y="28"/>
                    <a:pt x="41" y="25"/>
                  </a:cubicBezTo>
                  <a:cubicBezTo>
                    <a:pt x="42" y="29"/>
                    <a:pt x="45" y="31"/>
                    <a:pt x="49" y="31"/>
                  </a:cubicBezTo>
                  <a:cubicBezTo>
                    <a:pt x="54" y="31"/>
                    <a:pt x="58" y="27"/>
                    <a:pt x="58" y="23"/>
                  </a:cubicBezTo>
                  <a:cubicBezTo>
                    <a:pt x="58" y="18"/>
                    <a:pt x="54" y="14"/>
                    <a:pt x="49" y="14"/>
                  </a:cubicBezTo>
                  <a:cubicBezTo>
                    <a:pt x="48" y="14"/>
                    <a:pt x="48" y="15"/>
                    <a:pt x="47" y="15"/>
                  </a:cubicBezTo>
                  <a:cubicBezTo>
                    <a:pt x="49" y="13"/>
                    <a:pt x="50" y="11"/>
                    <a:pt x="50" y="9"/>
                  </a:cubicBezTo>
                  <a:cubicBezTo>
                    <a:pt x="50" y="4"/>
                    <a:pt x="46" y="0"/>
                    <a:pt x="41" y="0"/>
                  </a:cubicBezTo>
                  <a:cubicBezTo>
                    <a:pt x="37" y="0"/>
                    <a:pt x="33" y="4"/>
                    <a:pt x="33" y="9"/>
                  </a:cubicBezTo>
                  <a:cubicBezTo>
                    <a:pt x="33" y="11"/>
                    <a:pt x="34" y="13"/>
                    <a:pt x="36" y="15"/>
                  </a:cubicBezTo>
                  <a:cubicBezTo>
                    <a:pt x="35" y="15"/>
                    <a:pt x="34" y="14"/>
                    <a:pt x="33" y="14"/>
                  </a:cubicBezTo>
                  <a:cubicBezTo>
                    <a:pt x="29" y="14"/>
                    <a:pt x="25" y="18"/>
                    <a:pt x="25" y="23"/>
                  </a:cubicBezTo>
                  <a:cubicBezTo>
                    <a:pt x="25" y="27"/>
                    <a:pt x="29" y="31"/>
                    <a:pt x="33" y="31"/>
                  </a:cubicBezTo>
                  <a:cubicBezTo>
                    <a:pt x="37" y="31"/>
                    <a:pt x="40" y="29"/>
                    <a:pt x="41" y="25"/>
                  </a:cubicBezTo>
                  <a:cubicBezTo>
                    <a:pt x="41" y="29"/>
                    <a:pt x="34" y="42"/>
                    <a:pt x="23" y="42"/>
                  </a:cubicBezTo>
                  <a:cubicBezTo>
                    <a:pt x="16" y="42"/>
                    <a:pt x="11" y="37"/>
                    <a:pt x="9" y="31"/>
                  </a:cubicBezTo>
                  <a:cubicBezTo>
                    <a:pt x="10" y="32"/>
                    <a:pt x="11" y="32"/>
                    <a:pt x="11" y="32"/>
                  </a:cubicBezTo>
                  <a:cubicBezTo>
                    <a:pt x="16" y="32"/>
                    <a:pt x="20" y="28"/>
                    <a:pt x="20" y="23"/>
                  </a:cubicBezTo>
                  <a:cubicBezTo>
                    <a:pt x="20" y="19"/>
                    <a:pt x="16" y="15"/>
                    <a:pt x="11" y="15"/>
                  </a:cubicBezTo>
                  <a:cubicBezTo>
                    <a:pt x="11" y="15"/>
                    <a:pt x="10" y="15"/>
                    <a:pt x="9" y="15"/>
                  </a:cubicBezTo>
                  <a:cubicBezTo>
                    <a:pt x="10" y="14"/>
                    <a:pt x="11" y="13"/>
                    <a:pt x="11" y="11"/>
                  </a:cubicBezTo>
                  <a:cubicBezTo>
                    <a:pt x="11" y="7"/>
                    <a:pt x="8" y="4"/>
                    <a:pt x="4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2" y="12"/>
                    <a:pt x="4" y="26"/>
                    <a:pt x="4" y="28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2" y="65"/>
                    <a:pt x="72" y="65"/>
                    <a:pt x="73" y="64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9" y="19"/>
                    <a:pt x="81" y="9"/>
                    <a:pt x="82" y="5"/>
                  </a:cubicBezTo>
                  <a:cubicBezTo>
                    <a:pt x="82" y="5"/>
                    <a:pt x="81" y="4"/>
                    <a:pt x="78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6" name="Line 778">
              <a:extLst>
                <a:ext uri="{FF2B5EF4-FFF2-40B4-BE49-F238E27FC236}">
                  <a16:creationId xmlns:a16="http://schemas.microsoft.com/office/drawing/2014/main" id="{27899125-1998-4829-BB01-2A37A66EEBC7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>
              <a:off x="20978813" y="12082463"/>
              <a:ext cx="0" cy="862012"/>
            </a:xfrm>
            <a:prstGeom prst="line">
              <a:avLst/>
            </a:pr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7" name="Freeform 779">
              <a:extLst>
                <a:ext uri="{FF2B5EF4-FFF2-40B4-BE49-F238E27FC236}">
                  <a16:creationId xmlns:a16="http://schemas.microsoft.com/office/drawing/2014/main" id="{AE4BEB81-E3D3-40C8-BDA0-5985BE3153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24488" y="12857163"/>
              <a:ext cx="58737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5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5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8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1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8" name="Freeform 780">
              <a:extLst>
                <a:ext uri="{FF2B5EF4-FFF2-40B4-BE49-F238E27FC236}">
                  <a16:creationId xmlns:a16="http://schemas.microsoft.com/office/drawing/2014/main" id="{FA85EDF9-2F2C-4557-93AB-8CFA38BFE6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91163" y="12877800"/>
              <a:ext cx="68262" cy="60325"/>
            </a:xfrm>
            <a:custGeom>
              <a:avLst/>
              <a:gdLst>
                <a:gd name="T0" fmla="*/ 0 w 88"/>
                <a:gd name="T1" fmla="*/ 0 h 77"/>
                <a:gd name="T2" fmla="*/ 27 w 88"/>
                <a:gd name="T3" fmla="*/ 0 h 77"/>
                <a:gd name="T4" fmla="*/ 26 w 88"/>
                <a:gd name="T5" fmla="*/ 45 h 77"/>
                <a:gd name="T6" fmla="*/ 41 w 88"/>
                <a:gd name="T7" fmla="*/ 64 h 77"/>
                <a:gd name="T8" fmla="*/ 61 w 88"/>
                <a:gd name="T9" fmla="*/ 41 h 77"/>
                <a:gd name="T10" fmla="*/ 61 w 88"/>
                <a:gd name="T11" fmla="*/ 12 h 77"/>
                <a:gd name="T12" fmla="*/ 51 w 88"/>
                <a:gd name="T13" fmla="*/ 12 h 77"/>
                <a:gd name="T14" fmla="*/ 51 w 88"/>
                <a:gd name="T15" fmla="*/ 0 h 77"/>
                <a:gd name="T16" fmla="*/ 78 w 88"/>
                <a:gd name="T17" fmla="*/ 0 h 77"/>
                <a:gd name="T18" fmla="*/ 77 w 88"/>
                <a:gd name="T19" fmla="*/ 64 h 77"/>
                <a:gd name="T20" fmla="*/ 88 w 88"/>
                <a:gd name="T21" fmla="*/ 64 h 77"/>
                <a:gd name="T22" fmla="*/ 88 w 88"/>
                <a:gd name="T23" fmla="*/ 76 h 77"/>
                <a:gd name="T24" fmla="*/ 61 w 88"/>
                <a:gd name="T25" fmla="*/ 76 h 77"/>
                <a:gd name="T26" fmla="*/ 63 w 88"/>
                <a:gd name="T27" fmla="*/ 59 h 77"/>
                <a:gd name="T28" fmla="*/ 62 w 88"/>
                <a:gd name="T29" fmla="*/ 59 h 77"/>
                <a:gd name="T30" fmla="*/ 36 w 88"/>
                <a:gd name="T31" fmla="*/ 77 h 77"/>
                <a:gd name="T32" fmla="*/ 10 w 88"/>
                <a:gd name="T33" fmla="*/ 48 h 77"/>
                <a:gd name="T34" fmla="*/ 10 w 88"/>
                <a:gd name="T35" fmla="*/ 12 h 77"/>
                <a:gd name="T36" fmla="*/ 0 w 88"/>
                <a:gd name="T37" fmla="*/ 12 h 77"/>
                <a:gd name="T38" fmla="*/ 0 w 88"/>
                <a:gd name="T3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77">
                  <a:moveTo>
                    <a:pt x="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15"/>
                    <a:pt x="26" y="30"/>
                    <a:pt x="26" y="45"/>
                  </a:cubicBezTo>
                  <a:cubicBezTo>
                    <a:pt x="26" y="56"/>
                    <a:pt x="31" y="64"/>
                    <a:pt x="41" y="64"/>
                  </a:cubicBezTo>
                  <a:cubicBezTo>
                    <a:pt x="52" y="64"/>
                    <a:pt x="61" y="55"/>
                    <a:pt x="61" y="41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1"/>
                    <a:pt x="62" y="65"/>
                    <a:pt x="63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59" y="70"/>
                    <a:pt x="48" y="77"/>
                    <a:pt x="36" y="77"/>
                  </a:cubicBezTo>
                  <a:cubicBezTo>
                    <a:pt x="19" y="77"/>
                    <a:pt x="10" y="66"/>
                    <a:pt x="10" y="48"/>
                  </a:cubicBezTo>
                  <a:cubicBezTo>
                    <a:pt x="10" y="36"/>
                    <a:pt x="10" y="24"/>
                    <a:pt x="10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9" name="Freeform 781">
              <a:extLst>
                <a:ext uri="{FF2B5EF4-FFF2-40B4-BE49-F238E27FC236}">
                  <a16:creationId xmlns:a16="http://schemas.microsoft.com/office/drawing/2014/main" id="{A2435A32-535F-41DE-97E1-093E06089C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267363" y="12876213"/>
              <a:ext cx="49212" cy="61912"/>
            </a:xfrm>
            <a:custGeom>
              <a:avLst/>
              <a:gdLst>
                <a:gd name="T0" fmla="*/ 45 w 63"/>
                <a:gd name="T1" fmla="*/ 24 h 79"/>
                <a:gd name="T2" fmla="*/ 45 w 63"/>
                <a:gd name="T3" fmla="*/ 15 h 79"/>
                <a:gd name="T4" fmla="*/ 32 w 63"/>
                <a:gd name="T5" fmla="*/ 12 h 79"/>
                <a:gd name="T6" fmla="*/ 17 w 63"/>
                <a:gd name="T7" fmla="*/ 21 h 79"/>
                <a:gd name="T8" fmla="*/ 26 w 63"/>
                <a:gd name="T9" fmla="*/ 30 h 79"/>
                <a:gd name="T10" fmla="*/ 45 w 63"/>
                <a:gd name="T11" fmla="*/ 33 h 79"/>
                <a:gd name="T12" fmla="*/ 63 w 63"/>
                <a:gd name="T13" fmla="*/ 54 h 79"/>
                <a:gd name="T14" fmla="*/ 29 w 63"/>
                <a:gd name="T15" fmla="*/ 79 h 79"/>
                <a:gd name="T16" fmla="*/ 1 w 63"/>
                <a:gd name="T17" fmla="*/ 75 h 79"/>
                <a:gd name="T18" fmla="*/ 1 w 63"/>
                <a:gd name="T19" fmla="*/ 54 h 79"/>
                <a:gd name="T20" fmla="*/ 16 w 63"/>
                <a:gd name="T21" fmla="*/ 54 h 79"/>
                <a:gd name="T22" fmla="*/ 16 w 63"/>
                <a:gd name="T23" fmla="*/ 64 h 79"/>
                <a:gd name="T24" fmla="*/ 32 w 63"/>
                <a:gd name="T25" fmla="*/ 68 h 79"/>
                <a:gd name="T26" fmla="*/ 48 w 63"/>
                <a:gd name="T27" fmla="*/ 57 h 79"/>
                <a:gd name="T28" fmla="*/ 37 w 63"/>
                <a:gd name="T29" fmla="*/ 47 h 79"/>
                <a:gd name="T30" fmla="*/ 25 w 63"/>
                <a:gd name="T31" fmla="*/ 45 h 79"/>
                <a:gd name="T32" fmla="*/ 0 w 63"/>
                <a:gd name="T33" fmla="*/ 24 h 79"/>
                <a:gd name="T34" fmla="*/ 33 w 63"/>
                <a:gd name="T35" fmla="*/ 0 h 79"/>
                <a:gd name="T36" fmla="*/ 59 w 63"/>
                <a:gd name="T37" fmla="*/ 5 h 79"/>
                <a:gd name="T38" fmla="*/ 59 w 63"/>
                <a:gd name="T39" fmla="*/ 24 h 79"/>
                <a:gd name="T40" fmla="*/ 45 w 63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9">
                  <a:moveTo>
                    <a:pt x="45" y="24"/>
                  </a:moveTo>
                  <a:cubicBezTo>
                    <a:pt x="45" y="15"/>
                    <a:pt x="45" y="15"/>
                    <a:pt x="45" y="15"/>
                  </a:cubicBezTo>
                  <a:cubicBezTo>
                    <a:pt x="42" y="13"/>
                    <a:pt x="39" y="12"/>
                    <a:pt x="32" y="12"/>
                  </a:cubicBezTo>
                  <a:cubicBezTo>
                    <a:pt x="24" y="12"/>
                    <a:pt x="17" y="14"/>
                    <a:pt x="17" y="21"/>
                  </a:cubicBezTo>
                  <a:cubicBezTo>
                    <a:pt x="17" y="27"/>
                    <a:pt x="22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4" y="35"/>
                    <a:pt x="63" y="39"/>
                    <a:pt x="63" y="54"/>
                  </a:cubicBezTo>
                  <a:cubicBezTo>
                    <a:pt x="63" y="74"/>
                    <a:pt x="46" y="79"/>
                    <a:pt x="29" y="79"/>
                  </a:cubicBezTo>
                  <a:cubicBezTo>
                    <a:pt x="16" y="79"/>
                    <a:pt x="6" y="77"/>
                    <a:pt x="1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2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3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59" y="24"/>
                    <a:pt x="59" y="24"/>
                    <a:pt x="59" y="24"/>
                  </a:cubicBezTo>
                  <a:lnTo>
                    <a:pt x="45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0" name="Freeform 782">
              <a:extLst>
                <a:ext uri="{FF2B5EF4-FFF2-40B4-BE49-F238E27FC236}">
                  <a16:creationId xmlns:a16="http://schemas.microsoft.com/office/drawing/2014/main" id="{2F72FE4D-6A81-4D37-8FB1-E74AFF6FDE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24513" y="12865100"/>
              <a:ext cx="38100" cy="73025"/>
            </a:xfrm>
            <a:custGeom>
              <a:avLst/>
              <a:gdLst>
                <a:gd name="T0" fmla="*/ 0 w 51"/>
                <a:gd name="T1" fmla="*/ 18 h 95"/>
                <a:gd name="T2" fmla="*/ 12 w 51"/>
                <a:gd name="T3" fmla="*/ 18 h 95"/>
                <a:gd name="T4" fmla="*/ 12 w 51"/>
                <a:gd name="T5" fmla="*/ 1 h 95"/>
                <a:gd name="T6" fmla="*/ 29 w 51"/>
                <a:gd name="T7" fmla="*/ 0 h 95"/>
                <a:gd name="T8" fmla="*/ 28 w 51"/>
                <a:gd name="T9" fmla="*/ 18 h 95"/>
                <a:gd name="T10" fmla="*/ 50 w 51"/>
                <a:gd name="T11" fmla="*/ 18 h 95"/>
                <a:gd name="T12" fmla="*/ 50 w 51"/>
                <a:gd name="T13" fmla="*/ 30 h 95"/>
                <a:gd name="T14" fmla="*/ 28 w 51"/>
                <a:gd name="T15" fmla="*/ 30 h 95"/>
                <a:gd name="T16" fmla="*/ 28 w 51"/>
                <a:gd name="T17" fmla="*/ 65 h 95"/>
                <a:gd name="T18" fmla="*/ 38 w 51"/>
                <a:gd name="T19" fmla="*/ 83 h 95"/>
                <a:gd name="T20" fmla="*/ 51 w 51"/>
                <a:gd name="T21" fmla="*/ 80 h 95"/>
                <a:gd name="T22" fmla="*/ 51 w 51"/>
                <a:gd name="T23" fmla="*/ 92 h 95"/>
                <a:gd name="T24" fmla="*/ 34 w 51"/>
                <a:gd name="T25" fmla="*/ 95 h 95"/>
                <a:gd name="T26" fmla="*/ 11 w 51"/>
                <a:gd name="T27" fmla="*/ 72 h 95"/>
                <a:gd name="T28" fmla="*/ 12 w 51"/>
                <a:gd name="T29" fmla="*/ 30 h 95"/>
                <a:gd name="T30" fmla="*/ 0 w 51"/>
                <a:gd name="T31" fmla="*/ 30 h 95"/>
                <a:gd name="T32" fmla="*/ 0 w 51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8" y="83"/>
                  </a:cubicBezTo>
                  <a:cubicBezTo>
                    <a:pt x="43" y="83"/>
                    <a:pt x="47" y="81"/>
                    <a:pt x="51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6" y="94"/>
                    <a:pt x="40" y="95"/>
                    <a:pt x="34" y="95"/>
                  </a:cubicBezTo>
                  <a:cubicBezTo>
                    <a:pt x="18" y="95"/>
                    <a:pt x="11" y="89"/>
                    <a:pt x="11" y="72"/>
                  </a:cubicBezTo>
                  <a:cubicBezTo>
                    <a:pt x="11" y="62"/>
                    <a:pt x="11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1" name="Freeform 783">
              <a:extLst>
                <a:ext uri="{FF2B5EF4-FFF2-40B4-BE49-F238E27FC236}">
                  <a16:creationId xmlns:a16="http://schemas.microsoft.com/office/drawing/2014/main" id="{579C2B0A-6FD5-4115-9D1A-2523EEB082C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368963" y="12876213"/>
              <a:ext cx="55562" cy="61912"/>
            </a:xfrm>
            <a:custGeom>
              <a:avLst/>
              <a:gdLst>
                <a:gd name="T0" fmla="*/ 3 w 73"/>
                <a:gd name="T1" fmla="*/ 7 h 79"/>
                <a:gd name="T2" fmla="*/ 34 w 73"/>
                <a:gd name="T3" fmla="*/ 0 h 79"/>
                <a:gd name="T4" fmla="*/ 63 w 73"/>
                <a:gd name="T5" fmla="*/ 29 h 79"/>
                <a:gd name="T6" fmla="*/ 63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9 w 73"/>
                <a:gd name="T13" fmla="*/ 78 h 79"/>
                <a:gd name="T14" fmla="*/ 50 w 73"/>
                <a:gd name="T15" fmla="*/ 62 h 79"/>
                <a:gd name="T16" fmla="*/ 50 w 73"/>
                <a:gd name="T17" fmla="*/ 62 h 79"/>
                <a:gd name="T18" fmla="*/ 25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9 w 73"/>
                <a:gd name="T25" fmla="*/ 34 h 79"/>
                <a:gd name="T26" fmla="*/ 49 w 73"/>
                <a:gd name="T27" fmla="*/ 28 h 79"/>
                <a:gd name="T28" fmla="*/ 32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9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7 w 73"/>
                <a:gd name="T45" fmla="*/ 56 h 79"/>
                <a:gd name="T46" fmla="*/ 29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8" y="5"/>
                    <a:pt x="17" y="0"/>
                    <a:pt x="34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3" y="54"/>
                    <a:pt x="6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3"/>
                    <a:pt x="49" y="67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7" y="71"/>
                    <a:pt x="41" y="79"/>
                    <a:pt x="25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1" y="35"/>
                    <a:pt x="33" y="3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19"/>
                    <a:pt x="45" y="12"/>
                    <a:pt x="32" y="12"/>
                  </a:cubicBezTo>
                  <a:cubicBezTo>
                    <a:pt x="26" y="12"/>
                    <a:pt x="21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9" y="67"/>
                  </a:moveTo>
                  <a:cubicBezTo>
                    <a:pt x="42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7" y="45"/>
                    <a:pt x="17" y="56"/>
                  </a:cubicBezTo>
                  <a:cubicBezTo>
                    <a:pt x="17" y="62"/>
                    <a:pt x="21" y="67"/>
                    <a:pt x="29" y="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2" name="Freeform 784">
              <a:extLst>
                <a:ext uri="{FF2B5EF4-FFF2-40B4-BE49-F238E27FC236}">
                  <a16:creationId xmlns:a16="http://schemas.microsoft.com/office/drawing/2014/main" id="{E6CEEF49-E912-4CB6-9820-10DD341544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432463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8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3" name="Freeform 785">
              <a:extLst>
                <a:ext uri="{FF2B5EF4-FFF2-40B4-BE49-F238E27FC236}">
                  <a16:creationId xmlns:a16="http://schemas.microsoft.com/office/drawing/2014/main" id="{2BB981D0-0D29-493A-AF30-B80BB4F68D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468975" y="12876213"/>
              <a:ext cx="66675" cy="60325"/>
            </a:xfrm>
            <a:custGeom>
              <a:avLst/>
              <a:gdLst>
                <a:gd name="T0" fmla="*/ 1 w 89"/>
                <a:gd name="T1" fmla="*/ 66 h 78"/>
                <a:gd name="T2" fmla="*/ 10 w 89"/>
                <a:gd name="T3" fmla="*/ 66 h 78"/>
                <a:gd name="T4" fmla="*/ 10 w 89"/>
                <a:gd name="T5" fmla="*/ 14 h 78"/>
                <a:gd name="T6" fmla="*/ 0 w 89"/>
                <a:gd name="T7" fmla="*/ 14 h 78"/>
                <a:gd name="T8" fmla="*/ 0 w 89"/>
                <a:gd name="T9" fmla="*/ 2 h 78"/>
                <a:gd name="T10" fmla="*/ 27 w 89"/>
                <a:gd name="T11" fmla="*/ 2 h 78"/>
                <a:gd name="T12" fmla="*/ 25 w 89"/>
                <a:gd name="T13" fmla="*/ 19 h 78"/>
                <a:gd name="T14" fmla="*/ 26 w 89"/>
                <a:gd name="T15" fmla="*/ 19 h 78"/>
                <a:gd name="T16" fmla="*/ 53 w 89"/>
                <a:gd name="T17" fmla="*/ 0 h 78"/>
                <a:gd name="T18" fmla="*/ 79 w 89"/>
                <a:gd name="T19" fmla="*/ 29 h 78"/>
                <a:gd name="T20" fmla="*/ 79 w 89"/>
                <a:gd name="T21" fmla="*/ 66 h 78"/>
                <a:gd name="T22" fmla="*/ 89 w 89"/>
                <a:gd name="T23" fmla="*/ 66 h 78"/>
                <a:gd name="T24" fmla="*/ 89 w 89"/>
                <a:gd name="T25" fmla="*/ 78 h 78"/>
                <a:gd name="T26" fmla="*/ 53 w 89"/>
                <a:gd name="T27" fmla="*/ 78 h 78"/>
                <a:gd name="T28" fmla="*/ 53 w 89"/>
                <a:gd name="T29" fmla="*/ 66 h 78"/>
                <a:gd name="T30" fmla="*/ 62 w 89"/>
                <a:gd name="T31" fmla="*/ 66 h 78"/>
                <a:gd name="T32" fmla="*/ 63 w 89"/>
                <a:gd name="T33" fmla="*/ 32 h 78"/>
                <a:gd name="T34" fmla="*/ 47 w 89"/>
                <a:gd name="T35" fmla="*/ 14 h 78"/>
                <a:gd name="T36" fmla="*/ 27 w 89"/>
                <a:gd name="T37" fmla="*/ 37 h 78"/>
                <a:gd name="T38" fmla="*/ 27 w 89"/>
                <a:gd name="T39" fmla="*/ 66 h 78"/>
                <a:gd name="T40" fmla="*/ 37 w 89"/>
                <a:gd name="T41" fmla="*/ 66 h 78"/>
                <a:gd name="T42" fmla="*/ 37 w 89"/>
                <a:gd name="T43" fmla="*/ 78 h 78"/>
                <a:gd name="T44" fmla="*/ 1 w 89"/>
                <a:gd name="T45" fmla="*/ 78 h 78"/>
                <a:gd name="T46" fmla="*/ 1 w 89"/>
                <a:gd name="T47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" h="78">
                  <a:moveTo>
                    <a:pt x="1" y="66"/>
                  </a:moveTo>
                  <a:cubicBezTo>
                    <a:pt x="10" y="66"/>
                    <a:pt x="10" y="66"/>
                    <a:pt x="10" y="66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2"/>
                    <a:pt x="25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9"/>
                    <a:pt x="37" y="0"/>
                    <a:pt x="53" y="0"/>
                  </a:cubicBezTo>
                  <a:cubicBezTo>
                    <a:pt x="71" y="0"/>
                    <a:pt x="79" y="11"/>
                    <a:pt x="79" y="29"/>
                  </a:cubicBezTo>
                  <a:cubicBezTo>
                    <a:pt x="79" y="42"/>
                    <a:pt x="79" y="54"/>
                    <a:pt x="79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55"/>
                    <a:pt x="63" y="43"/>
                    <a:pt x="63" y="32"/>
                  </a:cubicBezTo>
                  <a:cubicBezTo>
                    <a:pt x="63" y="22"/>
                    <a:pt x="58" y="14"/>
                    <a:pt x="47" y="14"/>
                  </a:cubicBezTo>
                  <a:cubicBezTo>
                    <a:pt x="36" y="14"/>
                    <a:pt x="27" y="23"/>
                    <a:pt x="27" y="3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1" y="78"/>
                    <a:pt x="1" y="78"/>
                    <a:pt x="1" y="78"/>
                  </a:cubicBezTo>
                  <a:lnTo>
                    <a:pt x="1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4" name="Freeform 786">
              <a:extLst>
                <a:ext uri="{FF2B5EF4-FFF2-40B4-BE49-F238E27FC236}">
                  <a16:creationId xmlns:a16="http://schemas.microsoft.com/office/drawing/2014/main" id="{AD72F815-66E7-4262-97A2-A6BD206CF3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45175" y="12876213"/>
              <a:ext cx="55562" cy="61912"/>
            </a:xfrm>
            <a:custGeom>
              <a:avLst/>
              <a:gdLst>
                <a:gd name="T0" fmla="*/ 3 w 73"/>
                <a:gd name="T1" fmla="*/ 7 h 79"/>
                <a:gd name="T2" fmla="*/ 33 w 73"/>
                <a:gd name="T3" fmla="*/ 0 h 79"/>
                <a:gd name="T4" fmla="*/ 63 w 73"/>
                <a:gd name="T5" fmla="*/ 29 h 79"/>
                <a:gd name="T6" fmla="*/ 62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8 w 73"/>
                <a:gd name="T13" fmla="*/ 78 h 79"/>
                <a:gd name="T14" fmla="*/ 50 w 73"/>
                <a:gd name="T15" fmla="*/ 62 h 79"/>
                <a:gd name="T16" fmla="*/ 49 w 73"/>
                <a:gd name="T17" fmla="*/ 62 h 79"/>
                <a:gd name="T18" fmla="*/ 24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8 w 73"/>
                <a:gd name="T25" fmla="*/ 34 h 79"/>
                <a:gd name="T26" fmla="*/ 48 w 73"/>
                <a:gd name="T27" fmla="*/ 28 h 79"/>
                <a:gd name="T28" fmla="*/ 31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8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6 w 73"/>
                <a:gd name="T45" fmla="*/ 56 h 79"/>
                <a:gd name="T46" fmla="*/ 28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7" y="5"/>
                    <a:pt x="17" y="0"/>
                    <a:pt x="33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2" y="54"/>
                    <a:pt x="62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3"/>
                    <a:pt x="49" y="67"/>
                    <a:pt x="50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71"/>
                    <a:pt x="40" y="79"/>
                    <a:pt x="24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0" y="35"/>
                    <a:pt x="33" y="35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8" y="19"/>
                    <a:pt x="45" y="12"/>
                    <a:pt x="31" y="12"/>
                  </a:cubicBezTo>
                  <a:cubicBezTo>
                    <a:pt x="26" y="12"/>
                    <a:pt x="20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8" y="67"/>
                  </a:moveTo>
                  <a:cubicBezTo>
                    <a:pt x="41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6" y="45"/>
                    <a:pt x="16" y="56"/>
                  </a:cubicBezTo>
                  <a:cubicBezTo>
                    <a:pt x="16" y="62"/>
                    <a:pt x="20" y="67"/>
                    <a:pt x="28" y="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5" name="Freeform 787">
              <a:extLst>
                <a:ext uri="{FF2B5EF4-FFF2-40B4-BE49-F238E27FC236}">
                  <a16:creationId xmlns:a16="http://schemas.microsoft.com/office/drawing/2014/main" id="{9F80CEA0-DF54-40D7-AF1F-CE71C69A35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603913" y="12850813"/>
              <a:ext cx="63500" cy="87312"/>
            </a:xfrm>
            <a:custGeom>
              <a:avLst/>
              <a:gdLst>
                <a:gd name="T0" fmla="*/ 0 w 84"/>
                <a:gd name="T1" fmla="*/ 0 h 113"/>
                <a:gd name="T2" fmla="*/ 29 w 84"/>
                <a:gd name="T3" fmla="*/ 0 h 113"/>
                <a:gd name="T4" fmla="*/ 28 w 84"/>
                <a:gd name="T5" fmla="*/ 36 h 113"/>
                <a:gd name="T6" fmla="*/ 27 w 84"/>
                <a:gd name="T7" fmla="*/ 52 h 113"/>
                <a:gd name="T8" fmla="*/ 27 w 84"/>
                <a:gd name="T9" fmla="*/ 52 h 113"/>
                <a:gd name="T10" fmla="*/ 53 w 84"/>
                <a:gd name="T11" fmla="*/ 34 h 113"/>
                <a:gd name="T12" fmla="*/ 84 w 84"/>
                <a:gd name="T13" fmla="*/ 69 h 113"/>
                <a:gd name="T14" fmla="*/ 41 w 84"/>
                <a:gd name="T15" fmla="*/ 113 h 113"/>
                <a:gd name="T16" fmla="*/ 12 w 84"/>
                <a:gd name="T17" fmla="*/ 108 h 113"/>
                <a:gd name="T18" fmla="*/ 12 w 84"/>
                <a:gd name="T19" fmla="*/ 12 h 113"/>
                <a:gd name="T20" fmla="*/ 0 w 84"/>
                <a:gd name="T21" fmla="*/ 12 h 113"/>
                <a:gd name="T22" fmla="*/ 0 w 84"/>
                <a:gd name="T23" fmla="*/ 0 h 113"/>
                <a:gd name="T24" fmla="*/ 48 w 84"/>
                <a:gd name="T25" fmla="*/ 48 h 113"/>
                <a:gd name="T26" fmla="*/ 28 w 84"/>
                <a:gd name="T27" fmla="*/ 70 h 113"/>
                <a:gd name="T28" fmla="*/ 28 w 84"/>
                <a:gd name="T29" fmla="*/ 97 h 113"/>
                <a:gd name="T30" fmla="*/ 43 w 84"/>
                <a:gd name="T31" fmla="*/ 100 h 113"/>
                <a:gd name="T32" fmla="*/ 67 w 84"/>
                <a:gd name="T33" fmla="*/ 70 h 113"/>
                <a:gd name="T34" fmla="*/ 48 w 84"/>
                <a:gd name="T35" fmla="*/ 4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" h="113">
                  <a:moveTo>
                    <a:pt x="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0" y="44"/>
                    <a:pt x="38" y="34"/>
                    <a:pt x="53" y="34"/>
                  </a:cubicBezTo>
                  <a:cubicBezTo>
                    <a:pt x="73" y="34"/>
                    <a:pt x="84" y="48"/>
                    <a:pt x="84" y="69"/>
                  </a:cubicBezTo>
                  <a:cubicBezTo>
                    <a:pt x="84" y="91"/>
                    <a:pt x="74" y="113"/>
                    <a:pt x="41" y="113"/>
                  </a:cubicBezTo>
                  <a:cubicBezTo>
                    <a:pt x="28" y="113"/>
                    <a:pt x="19" y="111"/>
                    <a:pt x="12" y="108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  <a:moveTo>
                    <a:pt x="48" y="48"/>
                  </a:moveTo>
                  <a:cubicBezTo>
                    <a:pt x="35" y="48"/>
                    <a:pt x="29" y="57"/>
                    <a:pt x="28" y="70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1" y="98"/>
                    <a:pt x="35" y="100"/>
                    <a:pt x="43" y="100"/>
                  </a:cubicBezTo>
                  <a:cubicBezTo>
                    <a:pt x="60" y="100"/>
                    <a:pt x="67" y="85"/>
                    <a:pt x="67" y="70"/>
                  </a:cubicBezTo>
                  <a:cubicBezTo>
                    <a:pt x="67" y="56"/>
                    <a:pt x="61" y="48"/>
                    <a:pt x="48" y="4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6" name="Freeform 788">
              <a:extLst>
                <a:ext uri="{FF2B5EF4-FFF2-40B4-BE49-F238E27FC236}">
                  <a16:creationId xmlns:a16="http://schemas.microsoft.com/office/drawing/2014/main" id="{7E80CCAA-5649-483B-85EF-8093CB8C09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675350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7" name="Freeform 789">
              <a:extLst>
                <a:ext uri="{FF2B5EF4-FFF2-40B4-BE49-F238E27FC236}">
                  <a16:creationId xmlns:a16="http://schemas.microsoft.com/office/drawing/2014/main" id="{75253273-238B-43BE-831C-8C40235CB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710275" y="12850813"/>
              <a:ext cx="28575" cy="85725"/>
            </a:xfrm>
            <a:custGeom>
              <a:avLst/>
              <a:gdLst>
                <a:gd name="T0" fmla="*/ 1 w 18"/>
                <a:gd name="T1" fmla="*/ 48 h 54"/>
                <a:gd name="T2" fmla="*/ 5 w 18"/>
                <a:gd name="T3" fmla="*/ 48 h 54"/>
                <a:gd name="T4" fmla="*/ 6 w 18"/>
                <a:gd name="T5" fmla="*/ 6 h 54"/>
                <a:gd name="T6" fmla="*/ 0 w 18"/>
                <a:gd name="T7" fmla="*/ 6 h 54"/>
                <a:gd name="T8" fmla="*/ 0 w 18"/>
                <a:gd name="T9" fmla="*/ 0 h 54"/>
                <a:gd name="T10" fmla="*/ 13 w 18"/>
                <a:gd name="T11" fmla="*/ 0 h 54"/>
                <a:gd name="T12" fmla="*/ 13 w 18"/>
                <a:gd name="T13" fmla="*/ 48 h 54"/>
                <a:gd name="T14" fmla="*/ 18 w 18"/>
                <a:gd name="T15" fmla="*/ 48 h 54"/>
                <a:gd name="T16" fmla="*/ 18 w 18"/>
                <a:gd name="T17" fmla="*/ 54 h 54"/>
                <a:gd name="T18" fmla="*/ 1 w 18"/>
                <a:gd name="T19" fmla="*/ 54 h 54"/>
                <a:gd name="T20" fmla="*/ 1 w 18"/>
                <a:gd name="T2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4">
                  <a:moveTo>
                    <a:pt x="1" y="48"/>
                  </a:moveTo>
                  <a:lnTo>
                    <a:pt x="5" y="48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3" y="48"/>
                  </a:lnTo>
                  <a:lnTo>
                    <a:pt x="18" y="48"/>
                  </a:lnTo>
                  <a:lnTo>
                    <a:pt x="18" y="54"/>
                  </a:lnTo>
                  <a:lnTo>
                    <a:pt x="1" y="54"/>
                  </a:lnTo>
                  <a:lnTo>
                    <a:pt x="1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8" name="Freeform 790">
              <a:extLst>
                <a:ext uri="{FF2B5EF4-FFF2-40B4-BE49-F238E27FC236}">
                  <a16:creationId xmlns:a16="http://schemas.microsoft.com/office/drawing/2014/main" id="{83171A69-7A18-4683-8D28-0761E593BF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745200" y="12849225"/>
              <a:ext cx="30162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9" name="Freeform 791">
              <a:extLst>
                <a:ext uri="{FF2B5EF4-FFF2-40B4-BE49-F238E27FC236}">
                  <a16:creationId xmlns:a16="http://schemas.microsoft.com/office/drawing/2014/main" id="{01F961C3-261C-4163-91D3-8DB6F3DC669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780125" y="12865100"/>
              <a:ext cx="39687" cy="73025"/>
            </a:xfrm>
            <a:custGeom>
              <a:avLst/>
              <a:gdLst>
                <a:gd name="T0" fmla="*/ 0 w 51"/>
                <a:gd name="T1" fmla="*/ 18 h 95"/>
                <a:gd name="T2" fmla="*/ 12 w 51"/>
                <a:gd name="T3" fmla="*/ 18 h 95"/>
                <a:gd name="T4" fmla="*/ 12 w 51"/>
                <a:gd name="T5" fmla="*/ 1 h 95"/>
                <a:gd name="T6" fmla="*/ 28 w 51"/>
                <a:gd name="T7" fmla="*/ 0 h 95"/>
                <a:gd name="T8" fmla="*/ 28 w 51"/>
                <a:gd name="T9" fmla="*/ 18 h 95"/>
                <a:gd name="T10" fmla="*/ 50 w 51"/>
                <a:gd name="T11" fmla="*/ 18 h 95"/>
                <a:gd name="T12" fmla="*/ 50 w 51"/>
                <a:gd name="T13" fmla="*/ 30 h 95"/>
                <a:gd name="T14" fmla="*/ 28 w 51"/>
                <a:gd name="T15" fmla="*/ 30 h 95"/>
                <a:gd name="T16" fmla="*/ 28 w 51"/>
                <a:gd name="T17" fmla="*/ 65 h 95"/>
                <a:gd name="T18" fmla="*/ 38 w 51"/>
                <a:gd name="T19" fmla="*/ 83 h 95"/>
                <a:gd name="T20" fmla="*/ 51 w 51"/>
                <a:gd name="T21" fmla="*/ 80 h 95"/>
                <a:gd name="T22" fmla="*/ 51 w 51"/>
                <a:gd name="T23" fmla="*/ 92 h 95"/>
                <a:gd name="T24" fmla="*/ 34 w 51"/>
                <a:gd name="T25" fmla="*/ 95 h 95"/>
                <a:gd name="T26" fmla="*/ 11 w 51"/>
                <a:gd name="T27" fmla="*/ 72 h 95"/>
                <a:gd name="T28" fmla="*/ 12 w 51"/>
                <a:gd name="T29" fmla="*/ 30 h 95"/>
                <a:gd name="T30" fmla="*/ 0 w 51"/>
                <a:gd name="T31" fmla="*/ 30 h 95"/>
                <a:gd name="T32" fmla="*/ 0 w 51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8" y="83"/>
                  </a:cubicBezTo>
                  <a:cubicBezTo>
                    <a:pt x="43" y="83"/>
                    <a:pt x="47" y="81"/>
                    <a:pt x="51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6" y="94"/>
                    <a:pt x="40" y="95"/>
                    <a:pt x="34" y="95"/>
                  </a:cubicBezTo>
                  <a:cubicBezTo>
                    <a:pt x="17" y="95"/>
                    <a:pt x="11" y="89"/>
                    <a:pt x="11" y="72"/>
                  </a:cubicBezTo>
                  <a:cubicBezTo>
                    <a:pt x="11" y="62"/>
                    <a:pt x="11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0" name="Freeform 792">
              <a:extLst>
                <a:ext uri="{FF2B5EF4-FFF2-40B4-BE49-F238E27FC236}">
                  <a16:creationId xmlns:a16="http://schemas.microsoft.com/office/drawing/2014/main" id="{DF03F28B-95A0-4C68-8F66-07C47E6394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818225" y="12877800"/>
              <a:ext cx="65087" cy="87312"/>
            </a:xfrm>
            <a:custGeom>
              <a:avLst/>
              <a:gdLst>
                <a:gd name="T0" fmla="*/ 0 w 84"/>
                <a:gd name="T1" fmla="*/ 0 h 114"/>
                <a:gd name="T2" fmla="*/ 35 w 84"/>
                <a:gd name="T3" fmla="*/ 0 h 114"/>
                <a:gd name="T4" fmla="*/ 35 w 84"/>
                <a:gd name="T5" fmla="*/ 12 h 114"/>
                <a:gd name="T6" fmla="*/ 27 w 84"/>
                <a:gd name="T7" fmla="*/ 12 h 114"/>
                <a:gd name="T8" fmla="*/ 41 w 84"/>
                <a:gd name="T9" fmla="*/ 51 h 114"/>
                <a:gd name="T10" fmla="*/ 45 w 84"/>
                <a:gd name="T11" fmla="*/ 62 h 114"/>
                <a:gd name="T12" fmla="*/ 45 w 84"/>
                <a:gd name="T13" fmla="*/ 62 h 114"/>
                <a:gd name="T14" fmla="*/ 48 w 84"/>
                <a:gd name="T15" fmla="*/ 51 h 114"/>
                <a:gd name="T16" fmla="*/ 62 w 84"/>
                <a:gd name="T17" fmla="*/ 12 h 114"/>
                <a:gd name="T18" fmla="*/ 52 w 84"/>
                <a:gd name="T19" fmla="*/ 12 h 114"/>
                <a:gd name="T20" fmla="*/ 52 w 84"/>
                <a:gd name="T21" fmla="*/ 0 h 114"/>
                <a:gd name="T22" fmla="*/ 84 w 84"/>
                <a:gd name="T23" fmla="*/ 0 h 114"/>
                <a:gd name="T24" fmla="*/ 84 w 84"/>
                <a:gd name="T25" fmla="*/ 12 h 114"/>
                <a:gd name="T26" fmla="*/ 77 w 84"/>
                <a:gd name="T27" fmla="*/ 12 h 114"/>
                <a:gd name="T28" fmla="*/ 53 w 84"/>
                <a:gd name="T29" fmla="*/ 75 h 114"/>
                <a:gd name="T30" fmla="*/ 41 w 84"/>
                <a:gd name="T31" fmla="*/ 102 h 114"/>
                <a:gd name="T32" fmla="*/ 15 w 84"/>
                <a:gd name="T33" fmla="*/ 114 h 114"/>
                <a:gd name="T34" fmla="*/ 5 w 84"/>
                <a:gd name="T35" fmla="*/ 112 h 114"/>
                <a:gd name="T36" fmla="*/ 5 w 84"/>
                <a:gd name="T37" fmla="*/ 100 h 114"/>
                <a:gd name="T38" fmla="*/ 15 w 84"/>
                <a:gd name="T39" fmla="*/ 101 h 114"/>
                <a:gd name="T40" fmla="*/ 36 w 84"/>
                <a:gd name="T41" fmla="*/ 81 h 114"/>
                <a:gd name="T42" fmla="*/ 37 w 84"/>
                <a:gd name="T43" fmla="*/ 80 h 114"/>
                <a:gd name="T44" fmla="*/ 8 w 84"/>
                <a:gd name="T45" fmla="*/ 12 h 114"/>
                <a:gd name="T46" fmla="*/ 0 w 84"/>
                <a:gd name="T47" fmla="*/ 12 h 114"/>
                <a:gd name="T48" fmla="*/ 0 w 84"/>
                <a:gd name="T4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14">
                  <a:moveTo>
                    <a:pt x="0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3" y="55"/>
                    <a:pt x="44" y="59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6" y="59"/>
                    <a:pt x="47" y="55"/>
                    <a:pt x="48" y="5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1" y="82"/>
                    <a:pt x="46" y="96"/>
                    <a:pt x="41" y="102"/>
                  </a:cubicBezTo>
                  <a:cubicBezTo>
                    <a:pt x="34" y="111"/>
                    <a:pt x="25" y="114"/>
                    <a:pt x="15" y="114"/>
                  </a:cubicBezTo>
                  <a:cubicBezTo>
                    <a:pt x="11" y="114"/>
                    <a:pt x="7" y="113"/>
                    <a:pt x="5" y="112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7" y="101"/>
                    <a:pt x="12" y="101"/>
                    <a:pt x="15" y="101"/>
                  </a:cubicBezTo>
                  <a:cubicBezTo>
                    <a:pt x="23" y="101"/>
                    <a:pt x="30" y="98"/>
                    <a:pt x="36" y="81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1" name="Freeform 793">
              <a:extLst>
                <a:ext uri="{FF2B5EF4-FFF2-40B4-BE49-F238E27FC236}">
                  <a16:creationId xmlns:a16="http://schemas.microsoft.com/office/drawing/2014/main" id="{ECFB06BC-C884-4683-9953-8123D77599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24588" y="12857163"/>
              <a:ext cx="57150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6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6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8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2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2" name="Freeform 794">
              <a:extLst>
                <a:ext uri="{FF2B5EF4-FFF2-40B4-BE49-F238E27FC236}">
                  <a16:creationId xmlns:a16="http://schemas.microsoft.com/office/drawing/2014/main" id="{B57429DC-499A-410B-BCA1-2A8345D64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91263" y="12876213"/>
              <a:ext cx="47625" cy="61912"/>
            </a:xfrm>
            <a:custGeom>
              <a:avLst/>
              <a:gdLst>
                <a:gd name="T0" fmla="*/ 49 w 63"/>
                <a:gd name="T1" fmla="*/ 14 h 79"/>
                <a:gd name="T2" fmla="*/ 40 w 63"/>
                <a:gd name="T3" fmla="*/ 13 h 79"/>
                <a:gd name="T4" fmla="*/ 17 w 63"/>
                <a:gd name="T5" fmla="*/ 39 h 79"/>
                <a:gd name="T6" fmla="*/ 44 w 63"/>
                <a:gd name="T7" fmla="*/ 66 h 79"/>
                <a:gd name="T8" fmla="*/ 63 w 63"/>
                <a:gd name="T9" fmla="*/ 61 h 79"/>
                <a:gd name="T10" fmla="*/ 62 w 63"/>
                <a:gd name="T11" fmla="*/ 76 h 79"/>
                <a:gd name="T12" fmla="*/ 41 w 63"/>
                <a:gd name="T13" fmla="*/ 79 h 79"/>
                <a:gd name="T14" fmla="*/ 0 w 63"/>
                <a:gd name="T15" fmla="*/ 40 h 79"/>
                <a:gd name="T16" fmla="*/ 41 w 63"/>
                <a:gd name="T17" fmla="*/ 0 h 79"/>
                <a:gd name="T18" fmla="*/ 63 w 63"/>
                <a:gd name="T19" fmla="*/ 4 h 79"/>
                <a:gd name="T20" fmla="*/ 63 w 63"/>
                <a:gd name="T21" fmla="*/ 26 h 79"/>
                <a:gd name="T22" fmla="*/ 49 w 63"/>
                <a:gd name="T23" fmla="*/ 26 h 79"/>
                <a:gd name="T24" fmla="*/ 49 w 63"/>
                <a:gd name="T25" fmla="*/ 1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79">
                  <a:moveTo>
                    <a:pt x="49" y="14"/>
                  </a:moveTo>
                  <a:cubicBezTo>
                    <a:pt x="47" y="14"/>
                    <a:pt x="43" y="13"/>
                    <a:pt x="40" y="13"/>
                  </a:cubicBezTo>
                  <a:cubicBezTo>
                    <a:pt x="25" y="13"/>
                    <a:pt x="17" y="24"/>
                    <a:pt x="17" y="39"/>
                  </a:cubicBezTo>
                  <a:cubicBezTo>
                    <a:pt x="17" y="52"/>
                    <a:pt x="23" y="66"/>
                    <a:pt x="44" y="66"/>
                  </a:cubicBezTo>
                  <a:cubicBezTo>
                    <a:pt x="51" y="66"/>
                    <a:pt x="59" y="64"/>
                    <a:pt x="63" y="61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59" y="77"/>
                    <a:pt x="51" y="79"/>
                    <a:pt x="41" y="79"/>
                  </a:cubicBezTo>
                  <a:cubicBezTo>
                    <a:pt x="11" y="79"/>
                    <a:pt x="0" y="59"/>
                    <a:pt x="0" y="40"/>
                  </a:cubicBezTo>
                  <a:cubicBezTo>
                    <a:pt x="0" y="17"/>
                    <a:pt x="15" y="0"/>
                    <a:pt x="41" y="0"/>
                  </a:cubicBezTo>
                  <a:cubicBezTo>
                    <a:pt x="53" y="0"/>
                    <a:pt x="60" y="3"/>
                    <a:pt x="63" y="4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49" y="26"/>
                    <a:pt x="49" y="26"/>
                    <a:pt x="49" y="26"/>
                  </a:cubicBezTo>
                  <a:lnTo>
                    <a:pt x="4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3" name="Freeform 795">
              <a:extLst>
                <a:ext uri="{FF2B5EF4-FFF2-40B4-BE49-F238E27FC236}">
                  <a16:creationId xmlns:a16="http://schemas.microsoft.com/office/drawing/2014/main" id="{BAE0ACF1-6664-4FAE-8007-B02B2AEE86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46825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7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19 w 38"/>
                <a:gd name="T23" fmla="*/ 0 h 114"/>
                <a:gd name="T24" fmla="*/ 31 w 38"/>
                <a:gd name="T25" fmla="*/ 11 h 114"/>
                <a:gd name="T26" fmla="*/ 19 w 38"/>
                <a:gd name="T27" fmla="*/ 22 h 114"/>
                <a:gd name="T28" fmla="*/ 8 w 38"/>
                <a:gd name="T29" fmla="*/ 11 h 114"/>
                <a:gd name="T30" fmla="*/ 19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19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19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4" name="Freeform 796">
              <a:extLst>
                <a:ext uri="{FF2B5EF4-FFF2-40B4-BE49-F238E27FC236}">
                  <a16:creationId xmlns:a16="http://schemas.microsoft.com/office/drawing/2014/main" id="{792BAADF-99FE-464C-9081-C7E2377926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81750" y="12876213"/>
              <a:ext cx="55562" cy="61912"/>
            </a:xfrm>
            <a:custGeom>
              <a:avLst/>
              <a:gdLst>
                <a:gd name="T0" fmla="*/ 68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8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8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8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5" name="Freeform 797">
              <a:extLst>
                <a:ext uri="{FF2B5EF4-FFF2-40B4-BE49-F238E27FC236}">
                  <a16:creationId xmlns:a16="http://schemas.microsoft.com/office/drawing/2014/main" id="{2A689687-C3E9-4F8E-B57F-919CC33E0C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43663" y="12876213"/>
              <a:ext cx="68262" cy="60325"/>
            </a:xfrm>
            <a:custGeom>
              <a:avLst/>
              <a:gdLst>
                <a:gd name="T0" fmla="*/ 2 w 89"/>
                <a:gd name="T1" fmla="*/ 66 h 78"/>
                <a:gd name="T2" fmla="*/ 10 w 89"/>
                <a:gd name="T3" fmla="*/ 66 h 78"/>
                <a:gd name="T4" fmla="*/ 11 w 89"/>
                <a:gd name="T5" fmla="*/ 14 h 78"/>
                <a:gd name="T6" fmla="*/ 0 w 89"/>
                <a:gd name="T7" fmla="*/ 14 h 78"/>
                <a:gd name="T8" fmla="*/ 0 w 89"/>
                <a:gd name="T9" fmla="*/ 2 h 78"/>
                <a:gd name="T10" fmla="*/ 27 w 89"/>
                <a:gd name="T11" fmla="*/ 2 h 78"/>
                <a:gd name="T12" fmla="*/ 26 w 89"/>
                <a:gd name="T13" fmla="*/ 19 h 78"/>
                <a:gd name="T14" fmla="*/ 26 w 89"/>
                <a:gd name="T15" fmla="*/ 19 h 78"/>
                <a:gd name="T16" fmla="*/ 53 w 89"/>
                <a:gd name="T17" fmla="*/ 0 h 78"/>
                <a:gd name="T18" fmla="*/ 79 w 89"/>
                <a:gd name="T19" fmla="*/ 29 h 78"/>
                <a:gd name="T20" fmla="*/ 79 w 89"/>
                <a:gd name="T21" fmla="*/ 66 h 78"/>
                <a:gd name="T22" fmla="*/ 89 w 89"/>
                <a:gd name="T23" fmla="*/ 66 h 78"/>
                <a:gd name="T24" fmla="*/ 89 w 89"/>
                <a:gd name="T25" fmla="*/ 78 h 78"/>
                <a:gd name="T26" fmla="*/ 54 w 89"/>
                <a:gd name="T27" fmla="*/ 78 h 78"/>
                <a:gd name="T28" fmla="*/ 54 w 89"/>
                <a:gd name="T29" fmla="*/ 66 h 78"/>
                <a:gd name="T30" fmla="*/ 62 w 89"/>
                <a:gd name="T31" fmla="*/ 66 h 78"/>
                <a:gd name="T32" fmla="*/ 63 w 89"/>
                <a:gd name="T33" fmla="*/ 32 h 78"/>
                <a:gd name="T34" fmla="*/ 47 w 89"/>
                <a:gd name="T35" fmla="*/ 14 h 78"/>
                <a:gd name="T36" fmla="*/ 27 w 89"/>
                <a:gd name="T37" fmla="*/ 37 h 78"/>
                <a:gd name="T38" fmla="*/ 27 w 89"/>
                <a:gd name="T39" fmla="*/ 66 h 78"/>
                <a:gd name="T40" fmla="*/ 37 w 89"/>
                <a:gd name="T41" fmla="*/ 66 h 78"/>
                <a:gd name="T42" fmla="*/ 37 w 89"/>
                <a:gd name="T43" fmla="*/ 78 h 78"/>
                <a:gd name="T44" fmla="*/ 2 w 89"/>
                <a:gd name="T45" fmla="*/ 78 h 78"/>
                <a:gd name="T46" fmla="*/ 2 w 89"/>
                <a:gd name="T47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" h="78">
                  <a:moveTo>
                    <a:pt x="2" y="66"/>
                  </a:moveTo>
                  <a:cubicBezTo>
                    <a:pt x="10" y="66"/>
                    <a:pt x="10" y="66"/>
                    <a:pt x="10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7" y="12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9"/>
                    <a:pt x="37" y="0"/>
                    <a:pt x="53" y="0"/>
                  </a:cubicBezTo>
                  <a:cubicBezTo>
                    <a:pt x="71" y="0"/>
                    <a:pt x="79" y="11"/>
                    <a:pt x="79" y="29"/>
                  </a:cubicBezTo>
                  <a:cubicBezTo>
                    <a:pt x="79" y="42"/>
                    <a:pt x="79" y="54"/>
                    <a:pt x="79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55"/>
                    <a:pt x="63" y="43"/>
                    <a:pt x="63" y="32"/>
                  </a:cubicBezTo>
                  <a:cubicBezTo>
                    <a:pt x="63" y="22"/>
                    <a:pt x="58" y="14"/>
                    <a:pt x="47" y="14"/>
                  </a:cubicBezTo>
                  <a:cubicBezTo>
                    <a:pt x="36" y="14"/>
                    <a:pt x="28" y="23"/>
                    <a:pt x="27" y="3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6" name="Freeform 798">
              <a:extLst>
                <a:ext uri="{FF2B5EF4-FFF2-40B4-BE49-F238E27FC236}">
                  <a16:creationId xmlns:a16="http://schemas.microsoft.com/office/drawing/2014/main" id="{2415D29F-9B46-4297-B198-8B12890AB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19863" y="12876213"/>
              <a:ext cx="47625" cy="61912"/>
            </a:xfrm>
            <a:custGeom>
              <a:avLst/>
              <a:gdLst>
                <a:gd name="T0" fmla="*/ 49 w 62"/>
                <a:gd name="T1" fmla="*/ 14 h 79"/>
                <a:gd name="T2" fmla="*/ 39 w 62"/>
                <a:gd name="T3" fmla="*/ 13 h 79"/>
                <a:gd name="T4" fmla="*/ 16 w 62"/>
                <a:gd name="T5" fmla="*/ 39 h 79"/>
                <a:gd name="T6" fmla="*/ 43 w 62"/>
                <a:gd name="T7" fmla="*/ 66 h 79"/>
                <a:gd name="T8" fmla="*/ 62 w 62"/>
                <a:gd name="T9" fmla="*/ 61 h 79"/>
                <a:gd name="T10" fmla="*/ 61 w 62"/>
                <a:gd name="T11" fmla="*/ 76 h 79"/>
                <a:gd name="T12" fmla="*/ 40 w 62"/>
                <a:gd name="T13" fmla="*/ 79 h 79"/>
                <a:gd name="T14" fmla="*/ 0 w 62"/>
                <a:gd name="T15" fmla="*/ 40 h 79"/>
                <a:gd name="T16" fmla="*/ 41 w 62"/>
                <a:gd name="T17" fmla="*/ 0 h 79"/>
                <a:gd name="T18" fmla="*/ 62 w 62"/>
                <a:gd name="T19" fmla="*/ 4 h 79"/>
                <a:gd name="T20" fmla="*/ 62 w 62"/>
                <a:gd name="T21" fmla="*/ 26 h 79"/>
                <a:gd name="T22" fmla="*/ 49 w 62"/>
                <a:gd name="T23" fmla="*/ 26 h 79"/>
                <a:gd name="T24" fmla="*/ 49 w 62"/>
                <a:gd name="T25" fmla="*/ 1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79">
                  <a:moveTo>
                    <a:pt x="49" y="14"/>
                  </a:moveTo>
                  <a:cubicBezTo>
                    <a:pt x="46" y="14"/>
                    <a:pt x="43" y="13"/>
                    <a:pt x="39" y="13"/>
                  </a:cubicBezTo>
                  <a:cubicBezTo>
                    <a:pt x="24" y="13"/>
                    <a:pt x="16" y="24"/>
                    <a:pt x="16" y="39"/>
                  </a:cubicBezTo>
                  <a:cubicBezTo>
                    <a:pt x="16" y="52"/>
                    <a:pt x="22" y="66"/>
                    <a:pt x="43" y="66"/>
                  </a:cubicBezTo>
                  <a:cubicBezTo>
                    <a:pt x="50" y="66"/>
                    <a:pt x="58" y="64"/>
                    <a:pt x="62" y="61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58" y="77"/>
                    <a:pt x="50" y="79"/>
                    <a:pt x="40" y="79"/>
                  </a:cubicBezTo>
                  <a:cubicBezTo>
                    <a:pt x="10" y="79"/>
                    <a:pt x="0" y="59"/>
                    <a:pt x="0" y="40"/>
                  </a:cubicBezTo>
                  <a:cubicBezTo>
                    <a:pt x="0" y="17"/>
                    <a:pt x="14" y="0"/>
                    <a:pt x="41" y="0"/>
                  </a:cubicBezTo>
                  <a:cubicBezTo>
                    <a:pt x="52" y="0"/>
                    <a:pt x="59" y="3"/>
                    <a:pt x="62" y="4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49" y="26"/>
                    <a:pt x="49" y="26"/>
                    <a:pt x="49" y="26"/>
                  </a:cubicBezTo>
                  <a:lnTo>
                    <a:pt x="4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7" name="Freeform 799">
              <a:extLst>
                <a:ext uri="{FF2B5EF4-FFF2-40B4-BE49-F238E27FC236}">
                  <a16:creationId xmlns:a16="http://schemas.microsoft.com/office/drawing/2014/main" id="{23111B4C-27A9-48CD-BF45-24FE822667C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75425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0 w 72"/>
                <a:gd name="T3" fmla="*/ 79 h 79"/>
                <a:gd name="T4" fmla="*/ 0 w 72"/>
                <a:gd name="T5" fmla="*/ 40 h 79"/>
                <a:gd name="T6" fmla="*/ 37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7 w 72"/>
                <a:gd name="T13" fmla="*/ 42 h 79"/>
                <a:gd name="T14" fmla="*/ 43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4 w 72"/>
                <a:gd name="T21" fmla="*/ 31 h 79"/>
                <a:gd name="T22" fmla="*/ 54 w 72"/>
                <a:gd name="T23" fmla="*/ 30 h 79"/>
                <a:gd name="T24" fmla="*/ 36 w 72"/>
                <a:gd name="T25" fmla="*/ 12 h 79"/>
                <a:gd name="T26" fmla="*/ 17 w 72"/>
                <a:gd name="T27" fmla="*/ 31 h 79"/>
                <a:gd name="T28" fmla="*/ 54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1" y="76"/>
                    <a:pt x="51" y="79"/>
                    <a:pt x="40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2" y="0"/>
                    <a:pt x="37" y="0"/>
                  </a:cubicBezTo>
                  <a:cubicBezTo>
                    <a:pt x="60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57"/>
                    <a:pt x="28" y="67"/>
                    <a:pt x="43" y="67"/>
                  </a:cubicBezTo>
                  <a:cubicBezTo>
                    <a:pt x="53" y="67"/>
                    <a:pt x="61" y="64"/>
                    <a:pt x="68" y="61"/>
                  </a:cubicBezTo>
                  <a:lnTo>
                    <a:pt x="67" y="74"/>
                  </a:lnTo>
                  <a:close/>
                  <a:moveTo>
                    <a:pt x="54" y="31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54" y="24"/>
                    <a:pt x="50" y="12"/>
                    <a:pt x="36" y="12"/>
                  </a:cubicBezTo>
                  <a:cubicBezTo>
                    <a:pt x="22" y="12"/>
                    <a:pt x="18" y="22"/>
                    <a:pt x="17" y="31"/>
                  </a:cubicBezTo>
                  <a:lnTo>
                    <a:pt x="54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8" name="Freeform 800">
              <a:extLst>
                <a:ext uri="{FF2B5EF4-FFF2-40B4-BE49-F238E27FC236}">
                  <a16:creationId xmlns:a16="http://schemas.microsoft.com/office/drawing/2014/main" id="{B34C8BB9-6550-4E00-8EF0-558967C1A5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69088" y="12849225"/>
              <a:ext cx="46037" cy="87312"/>
            </a:xfrm>
            <a:custGeom>
              <a:avLst/>
              <a:gdLst>
                <a:gd name="T0" fmla="*/ 2 w 59"/>
                <a:gd name="T1" fmla="*/ 102 h 114"/>
                <a:gd name="T2" fmla="*/ 12 w 59"/>
                <a:gd name="T3" fmla="*/ 102 h 114"/>
                <a:gd name="T4" fmla="*/ 12 w 59"/>
                <a:gd name="T5" fmla="*/ 50 h 114"/>
                <a:gd name="T6" fmla="*/ 0 w 59"/>
                <a:gd name="T7" fmla="*/ 50 h 114"/>
                <a:gd name="T8" fmla="*/ 0 w 59"/>
                <a:gd name="T9" fmla="*/ 38 h 114"/>
                <a:gd name="T10" fmla="*/ 12 w 59"/>
                <a:gd name="T11" fmla="*/ 38 h 114"/>
                <a:gd name="T12" fmla="*/ 12 w 59"/>
                <a:gd name="T13" fmla="*/ 28 h 114"/>
                <a:gd name="T14" fmla="*/ 44 w 59"/>
                <a:gd name="T15" fmla="*/ 0 h 114"/>
                <a:gd name="T16" fmla="*/ 59 w 59"/>
                <a:gd name="T17" fmla="*/ 2 h 114"/>
                <a:gd name="T18" fmla="*/ 59 w 59"/>
                <a:gd name="T19" fmla="*/ 14 h 114"/>
                <a:gd name="T20" fmla="*/ 46 w 59"/>
                <a:gd name="T21" fmla="*/ 13 h 114"/>
                <a:gd name="T22" fmla="*/ 29 w 59"/>
                <a:gd name="T23" fmla="*/ 29 h 114"/>
                <a:gd name="T24" fmla="*/ 28 w 59"/>
                <a:gd name="T25" fmla="*/ 38 h 114"/>
                <a:gd name="T26" fmla="*/ 46 w 59"/>
                <a:gd name="T27" fmla="*/ 38 h 114"/>
                <a:gd name="T28" fmla="*/ 46 w 59"/>
                <a:gd name="T29" fmla="*/ 50 h 114"/>
                <a:gd name="T30" fmla="*/ 28 w 59"/>
                <a:gd name="T31" fmla="*/ 50 h 114"/>
                <a:gd name="T32" fmla="*/ 28 w 59"/>
                <a:gd name="T33" fmla="*/ 102 h 114"/>
                <a:gd name="T34" fmla="*/ 40 w 59"/>
                <a:gd name="T35" fmla="*/ 102 h 114"/>
                <a:gd name="T36" fmla="*/ 40 w 59"/>
                <a:gd name="T37" fmla="*/ 114 h 114"/>
                <a:gd name="T38" fmla="*/ 2 w 59"/>
                <a:gd name="T39" fmla="*/ 114 h 114"/>
                <a:gd name="T40" fmla="*/ 2 w 59"/>
                <a:gd name="T41" fmla="*/ 10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14">
                  <a:moveTo>
                    <a:pt x="2" y="102"/>
                  </a:moveTo>
                  <a:cubicBezTo>
                    <a:pt x="12" y="102"/>
                    <a:pt x="12" y="102"/>
                    <a:pt x="12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8"/>
                    <a:pt x="26" y="0"/>
                    <a:pt x="44" y="0"/>
                  </a:cubicBezTo>
                  <a:cubicBezTo>
                    <a:pt x="51" y="0"/>
                    <a:pt x="56" y="1"/>
                    <a:pt x="59" y="2"/>
                  </a:cubicBezTo>
                  <a:cubicBezTo>
                    <a:pt x="59" y="14"/>
                    <a:pt x="59" y="14"/>
                    <a:pt x="59" y="14"/>
                  </a:cubicBezTo>
                  <a:cubicBezTo>
                    <a:pt x="57" y="14"/>
                    <a:pt x="53" y="13"/>
                    <a:pt x="46" y="13"/>
                  </a:cubicBezTo>
                  <a:cubicBezTo>
                    <a:pt x="34" y="13"/>
                    <a:pt x="29" y="20"/>
                    <a:pt x="29" y="29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2" y="114"/>
                    <a:pt x="2" y="114"/>
                    <a:pt x="2" y="114"/>
                  </a:cubicBezTo>
                  <a:lnTo>
                    <a:pt x="2" y="1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9" name="Freeform 801">
              <a:extLst>
                <a:ext uri="{FF2B5EF4-FFF2-40B4-BE49-F238E27FC236}">
                  <a16:creationId xmlns:a16="http://schemas.microsoft.com/office/drawing/2014/main" id="{D2AD7EA8-8E89-4D47-A6FA-2297AC8F81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08775" y="12876213"/>
              <a:ext cx="60325" cy="61912"/>
            </a:xfrm>
            <a:custGeom>
              <a:avLst/>
              <a:gdLst>
                <a:gd name="T0" fmla="*/ 40 w 78"/>
                <a:gd name="T1" fmla="*/ 0 h 79"/>
                <a:gd name="T2" fmla="*/ 78 w 78"/>
                <a:gd name="T3" fmla="*/ 40 h 79"/>
                <a:gd name="T4" fmla="*/ 38 w 78"/>
                <a:gd name="T5" fmla="*/ 79 h 79"/>
                <a:gd name="T6" fmla="*/ 0 w 78"/>
                <a:gd name="T7" fmla="*/ 41 h 79"/>
                <a:gd name="T8" fmla="*/ 40 w 78"/>
                <a:gd name="T9" fmla="*/ 0 h 79"/>
                <a:gd name="T10" fmla="*/ 39 w 78"/>
                <a:gd name="T11" fmla="*/ 66 h 79"/>
                <a:gd name="T12" fmla="*/ 60 w 78"/>
                <a:gd name="T13" fmla="*/ 39 h 79"/>
                <a:gd name="T14" fmla="*/ 40 w 78"/>
                <a:gd name="T15" fmla="*/ 14 h 79"/>
                <a:gd name="T16" fmla="*/ 17 w 78"/>
                <a:gd name="T17" fmla="*/ 41 h 79"/>
                <a:gd name="T18" fmla="*/ 39 w 78"/>
                <a:gd name="T1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9">
                  <a:moveTo>
                    <a:pt x="40" y="0"/>
                  </a:moveTo>
                  <a:cubicBezTo>
                    <a:pt x="68" y="0"/>
                    <a:pt x="78" y="22"/>
                    <a:pt x="78" y="40"/>
                  </a:cubicBezTo>
                  <a:cubicBezTo>
                    <a:pt x="78" y="62"/>
                    <a:pt x="64" y="79"/>
                    <a:pt x="38" y="79"/>
                  </a:cubicBezTo>
                  <a:cubicBezTo>
                    <a:pt x="11" y="79"/>
                    <a:pt x="0" y="61"/>
                    <a:pt x="0" y="41"/>
                  </a:cubicBezTo>
                  <a:cubicBezTo>
                    <a:pt x="0" y="17"/>
                    <a:pt x="17" y="0"/>
                    <a:pt x="40" y="0"/>
                  </a:cubicBezTo>
                  <a:moveTo>
                    <a:pt x="39" y="66"/>
                  </a:moveTo>
                  <a:cubicBezTo>
                    <a:pt x="54" y="66"/>
                    <a:pt x="60" y="53"/>
                    <a:pt x="60" y="39"/>
                  </a:cubicBezTo>
                  <a:cubicBezTo>
                    <a:pt x="60" y="21"/>
                    <a:pt x="51" y="14"/>
                    <a:pt x="40" y="14"/>
                  </a:cubicBezTo>
                  <a:cubicBezTo>
                    <a:pt x="24" y="14"/>
                    <a:pt x="17" y="27"/>
                    <a:pt x="17" y="41"/>
                  </a:cubicBezTo>
                  <a:cubicBezTo>
                    <a:pt x="17" y="54"/>
                    <a:pt x="24" y="66"/>
                    <a:pt x="39" y="6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0" name="Freeform 802">
              <a:extLst>
                <a:ext uri="{FF2B5EF4-FFF2-40B4-BE49-F238E27FC236}">
                  <a16:creationId xmlns:a16="http://schemas.microsoft.com/office/drawing/2014/main" id="{8A379FDD-8070-4DF8-A7E5-F1CFB2767D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75450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1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6 w 58"/>
                <a:gd name="T15" fmla="*/ 23 h 78"/>
                <a:gd name="T16" fmla="*/ 48 w 58"/>
                <a:gd name="T17" fmla="*/ 0 h 78"/>
                <a:gd name="T18" fmla="*/ 58 w 58"/>
                <a:gd name="T19" fmla="*/ 2 h 78"/>
                <a:gd name="T20" fmla="*/ 56 w 58"/>
                <a:gd name="T21" fmla="*/ 16 h 78"/>
                <a:gd name="T22" fmla="*/ 48 w 58"/>
                <a:gd name="T23" fmla="*/ 15 h 78"/>
                <a:gd name="T24" fmla="*/ 28 w 58"/>
                <a:gd name="T25" fmla="*/ 42 h 78"/>
                <a:gd name="T26" fmla="*/ 27 w 58"/>
                <a:gd name="T27" fmla="*/ 66 h 78"/>
                <a:gd name="T28" fmla="*/ 38 w 58"/>
                <a:gd name="T29" fmla="*/ 66 h 78"/>
                <a:gd name="T30" fmla="*/ 38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9" y="9"/>
                    <a:pt x="37" y="0"/>
                    <a:pt x="48" y="0"/>
                  </a:cubicBezTo>
                  <a:cubicBezTo>
                    <a:pt x="52" y="0"/>
                    <a:pt x="56" y="1"/>
                    <a:pt x="58" y="2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4" y="15"/>
                    <a:pt x="52" y="15"/>
                    <a:pt x="48" y="15"/>
                  </a:cubicBezTo>
                  <a:cubicBezTo>
                    <a:pt x="34" y="15"/>
                    <a:pt x="28" y="29"/>
                    <a:pt x="28" y="42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1" name="Freeform 803">
              <a:extLst>
                <a:ext uri="{FF2B5EF4-FFF2-40B4-BE49-F238E27FC236}">
                  <a16:creationId xmlns:a16="http://schemas.microsoft.com/office/drawing/2014/main" id="{454C32AE-3A8D-4108-8FBC-3F350877FBC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556413" y="12858750"/>
              <a:ext cx="61912" cy="77787"/>
            </a:xfrm>
            <a:custGeom>
              <a:avLst/>
              <a:gdLst>
                <a:gd name="T0" fmla="*/ 0 w 80"/>
                <a:gd name="T1" fmla="*/ 90 h 102"/>
                <a:gd name="T2" fmla="*/ 11 w 80"/>
                <a:gd name="T3" fmla="*/ 90 h 102"/>
                <a:gd name="T4" fmla="*/ 11 w 80"/>
                <a:gd name="T5" fmla="*/ 12 h 102"/>
                <a:gd name="T6" fmla="*/ 0 w 80"/>
                <a:gd name="T7" fmla="*/ 12 h 102"/>
                <a:gd name="T8" fmla="*/ 0 w 80"/>
                <a:gd name="T9" fmla="*/ 0 h 102"/>
                <a:gd name="T10" fmla="*/ 41 w 80"/>
                <a:gd name="T11" fmla="*/ 0 h 102"/>
                <a:gd name="T12" fmla="*/ 65 w 80"/>
                <a:gd name="T13" fmla="*/ 5 h 102"/>
                <a:gd name="T14" fmla="*/ 74 w 80"/>
                <a:gd name="T15" fmla="*/ 25 h 102"/>
                <a:gd name="T16" fmla="*/ 54 w 80"/>
                <a:gd name="T17" fmla="*/ 48 h 102"/>
                <a:gd name="T18" fmla="*/ 54 w 80"/>
                <a:gd name="T19" fmla="*/ 48 h 102"/>
                <a:gd name="T20" fmla="*/ 80 w 80"/>
                <a:gd name="T21" fmla="*/ 73 h 102"/>
                <a:gd name="T22" fmla="*/ 43 w 80"/>
                <a:gd name="T23" fmla="*/ 102 h 102"/>
                <a:gd name="T24" fmla="*/ 0 w 80"/>
                <a:gd name="T25" fmla="*/ 102 h 102"/>
                <a:gd name="T26" fmla="*/ 0 w 80"/>
                <a:gd name="T27" fmla="*/ 90 h 102"/>
                <a:gd name="T28" fmla="*/ 41 w 80"/>
                <a:gd name="T29" fmla="*/ 90 h 102"/>
                <a:gd name="T30" fmla="*/ 62 w 80"/>
                <a:gd name="T31" fmla="*/ 73 h 102"/>
                <a:gd name="T32" fmla="*/ 42 w 80"/>
                <a:gd name="T33" fmla="*/ 56 h 102"/>
                <a:gd name="T34" fmla="*/ 27 w 80"/>
                <a:gd name="T35" fmla="*/ 56 h 102"/>
                <a:gd name="T36" fmla="*/ 27 w 80"/>
                <a:gd name="T37" fmla="*/ 90 h 102"/>
                <a:gd name="T38" fmla="*/ 41 w 80"/>
                <a:gd name="T39" fmla="*/ 90 h 102"/>
                <a:gd name="T40" fmla="*/ 39 w 80"/>
                <a:gd name="T41" fmla="*/ 43 h 102"/>
                <a:gd name="T42" fmla="*/ 57 w 80"/>
                <a:gd name="T43" fmla="*/ 27 h 102"/>
                <a:gd name="T44" fmla="*/ 50 w 80"/>
                <a:gd name="T45" fmla="*/ 14 h 102"/>
                <a:gd name="T46" fmla="*/ 38 w 80"/>
                <a:gd name="T47" fmla="*/ 12 h 102"/>
                <a:gd name="T48" fmla="*/ 28 w 80"/>
                <a:gd name="T49" fmla="*/ 12 h 102"/>
                <a:gd name="T50" fmla="*/ 27 w 80"/>
                <a:gd name="T51" fmla="*/ 43 h 102"/>
                <a:gd name="T52" fmla="*/ 39 w 80"/>
                <a:gd name="T53" fmla="*/ 4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0" h="102">
                  <a:moveTo>
                    <a:pt x="0" y="90"/>
                  </a:moveTo>
                  <a:cubicBezTo>
                    <a:pt x="11" y="90"/>
                    <a:pt x="11" y="90"/>
                    <a:pt x="11" y="9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2" y="0"/>
                    <a:pt x="59" y="1"/>
                    <a:pt x="65" y="5"/>
                  </a:cubicBezTo>
                  <a:cubicBezTo>
                    <a:pt x="70" y="9"/>
                    <a:pt x="74" y="16"/>
                    <a:pt x="74" y="25"/>
                  </a:cubicBezTo>
                  <a:cubicBezTo>
                    <a:pt x="74" y="37"/>
                    <a:pt x="67" y="47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68" y="48"/>
                    <a:pt x="80" y="58"/>
                    <a:pt x="80" y="73"/>
                  </a:cubicBezTo>
                  <a:cubicBezTo>
                    <a:pt x="80" y="91"/>
                    <a:pt x="68" y="102"/>
                    <a:pt x="43" y="102"/>
                  </a:cubicBezTo>
                  <a:cubicBezTo>
                    <a:pt x="0" y="102"/>
                    <a:pt x="0" y="102"/>
                    <a:pt x="0" y="102"/>
                  </a:cubicBezTo>
                  <a:lnTo>
                    <a:pt x="0" y="90"/>
                  </a:lnTo>
                  <a:close/>
                  <a:moveTo>
                    <a:pt x="41" y="90"/>
                  </a:moveTo>
                  <a:cubicBezTo>
                    <a:pt x="53" y="90"/>
                    <a:pt x="62" y="85"/>
                    <a:pt x="62" y="73"/>
                  </a:cubicBezTo>
                  <a:cubicBezTo>
                    <a:pt x="62" y="61"/>
                    <a:pt x="52" y="56"/>
                    <a:pt x="42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90"/>
                    <a:pt x="27" y="90"/>
                    <a:pt x="27" y="90"/>
                  </a:cubicBezTo>
                  <a:lnTo>
                    <a:pt x="41" y="90"/>
                  </a:lnTo>
                  <a:close/>
                  <a:moveTo>
                    <a:pt x="39" y="43"/>
                  </a:moveTo>
                  <a:cubicBezTo>
                    <a:pt x="50" y="43"/>
                    <a:pt x="57" y="37"/>
                    <a:pt x="57" y="27"/>
                  </a:cubicBezTo>
                  <a:cubicBezTo>
                    <a:pt x="57" y="20"/>
                    <a:pt x="54" y="16"/>
                    <a:pt x="50" y="14"/>
                  </a:cubicBezTo>
                  <a:cubicBezTo>
                    <a:pt x="47" y="12"/>
                    <a:pt x="44" y="12"/>
                    <a:pt x="3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43"/>
                    <a:pt x="27" y="43"/>
                    <a:pt x="27" y="43"/>
                  </a:cubicBezTo>
                  <a:lnTo>
                    <a:pt x="39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2" name="Freeform 804">
              <a:extLst>
                <a:ext uri="{FF2B5EF4-FFF2-40B4-BE49-F238E27FC236}">
                  <a16:creationId xmlns:a16="http://schemas.microsoft.com/office/drawing/2014/main" id="{A3B0506B-7571-4FD0-A283-E37E33880B5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26263" y="12849225"/>
              <a:ext cx="30162" cy="87312"/>
            </a:xfrm>
            <a:custGeom>
              <a:avLst/>
              <a:gdLst>
                <a:gd name="T0" fmla="*/ 2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2 w 38"/>
                <a:gd name="T19" fmla="*/ 114 h 114"/>
                <a:gd name="T20" fmla="*/ 2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2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lnTo>
                    <a:pt x="2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3" name="Freeform 805">
              <a:extLst>
                <a:ext uri="{FF2B5EF4-FFF2-40B4-BE49-F238E27FC236}">
                  <a16:creationId xmlns:a16="http://schemas.microsoft.com/office/drawing/2014/main" id="{DFB1664E-57C0-45E6-9C87-59E8CE8370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62775" y="12876213"/>
              <a:ext cx="58737" cy="61912"/>
            </a:xfrm>
            <a:custGeom>
              <a:avLst/>
              <a:gdLst>
                <a:gd name="T0" fmla="*/ 40 w 77"/>
                <a:gd name="T1" fmla="*/ 0 h 79"/>
                <a:gd name="T2" fmla="*/ 77 w 77"/>
                <a:gd name="T3" fmla="*/ 40 h 79"/>
                <a:gd name="T4" fmla="*/ 38 w 77"/>
                <a:gd name="T5" fmla="*/ 79 h 79"/>
                <a:gd name="T6" fmla="*/ 0 w 77"/>
                <a:gd name="T7" fmla="*/ 41 h 79"/>
                <a:gd name="T8" fmla="*/ 40 w 77"/>
                <a:gd name="T9" fmla="*/ 0 h 79"/>
                <a:gd name="T10" fmla="*/ 38 w 77"/>
                <a:gd name="T11" fmla="*/ 66 h 79"/>
                <a:gd name="T12" fmla="*/ 60 w 77"/>
                <a:gd name="T13" fmla="*/ 39 h 79"/>
                <a:gd name="T14" fmla="*/ 39 w 77"/>
                <a:gd name="T15" fmla="*/ 14 h 79"/>
                <a:gd name="T16" fmla="*/ 17 w 77"/>
                <a:gd name="T17" fmla="*/ 41 h 79"/>
                <a:gd name="T18" fmla="*/ 38 w 77"/>
                <a:gd name="T1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79">
                  <a:moveTo>
                    <a:pt x="40" y="0"/>
                  </a:moveTo>
                  <a:cubicBezTo>
                    <a:pt x="68" y="0"/>
                    <a:pt x="77" y="22"/>
                    <a:pt x="77" y="40"/>
                  </a:cubicBezTo>
                  <a:cubicBezTo>
                    <a:pt x="77" y="62"/>
                    <a:pt x="64" y="79"/>
                    <a:pt x="38" y="79"/>
                  </a:cubicBezTo>
                  <a:cubicBezTo>
                    <a:pt x="10" y="79"/>
                    <a:pt x="0" y="61"/>
                    <a:pt x="0" y="41"/>
                  </a:cubicBezTo>
                  <a:cubicBezTo>
                    <a:pt x="0" y="17"/>
                    <a:pt x="16" y="0"/>
                    <a:pt x="40" y="0"/>
                  </a:cubicBezTo>
                  <a:moveTo>
                    <a:pt x="38" y="66"/>
                  </a:moveTo>
                  <a:cubicBezTo>
                    <a:pt x="53" y="66"/>
                    <a:pt x="60" y="53"/>
                    <a:pt x="60" y="39"/>
                  </a:cubicBezTo>
                  <a:cubicBezTo>
                    <a:pt x="60" y="21"/>
                    <a:pt x="51" y="14"/>
                    <a:pt x="39" y="14"/>
                  </a:cubicBezTo>
                  <a:cubicBezTo>
                    <a:pt x="23" y="14"/>
                    <a:pt x="17" y="27"/>
                    <a:pt x="17" y="41"/>
                  </a:cubicBezTo>
                  <a:cubicBezTo>
                    <a:pt x="17" y="54"/>
                    <a:pt x="23" y="66"/>
                    <a:pt x="38" y="6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4" name="Freeform 806">
              <a:extLst>
                <a:ext uri="{FF2B5EF4-FFF2-40B4-BE49-F238E27FC236}">
                  <a16:creationId xmlns:a16="http://schemas.microsoft.com/office/drawing/2014/main" id="{B79B11B6-E391-4D14-B982-4FC7F9DA12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731038" y="12876213"/>
              <a:ext cx="47625" cy="61912"/>
            </a:xfrm>
            <a:custGeom>
              <a:avLst/>
              <a:gdLst>
                <a:gd name="T0" fmla="*/ 45 w 63"/>
                <a:gd name="T1" fmla="*/ 24 h 79"/>
                <a:gd name="T2" fmla="*/ 44 w 63"/>
                <a:gd name="T3" fmla="*/ 15 h 79"/>
                <a:gd name="T4" fmla="*/ 32 w 63"/>
                <a:gd name="T5" fmla="*/ 12 h 79"/>
                <a:gd name="T6" fmla="*/ 16 w 63"/>
                <a:gd name="T7" fmla="*/ 21 h 79"/>
                <a:gd name="T8" fmla="*/ 26 w 63"/>
                <a:gd name="T9" fmla="*/ 30 h 79"/>
                <a:gd name="T10" fmla="*/ 45 w 63"/>
                <a:gd name="T11" fmla="*/ 33 h 79"/>
                <a:gd name="T12" fmla="*/ 63 w 63"/>
                <a:gd name="T13" fmla="*/ 54 h 79"/>
                <a:gd name="T14" fmla="*/ 29 w 63"/>
                <a:gd name="T15" fmla="*/ 79 h 79"/>
                <a:gd name="T16" fmla="*/ 1 w 63"/>
                <a:gd name="T17" fmla="*/ 75 h 79"/>
                <a:gd name="T18" fmla="*/ 1 w 63"/>
                <a:gd name="T19" fmla="*/ 54 h 79"/>
                <a:gd name="T20" fmla="*/ 16 w 63"/>
                <a:gd name="T21" fmla="*/ 54 h 79"/>
                <a:gd name="T22" fmla="*/ 16 w 63"/>
                <a:gd name="T23" fmla="*/ 64 h 79"/>
                <a:gd name="T24" fmla="*/ 32 w 63"/>
                <a:gd name="T25" fmla="*/ 68 h 79"/>
                <a:gd name="T26" fmla="*/ 48 w 63"/>
                <a:gd name="T27" fmla="*/ 57 h 79"/>
                <a:gd name="T28" fmla="*/ 37 w 63"/>
                <a:gd name="T29" fmla="*/ 47 h 79"/>
                <a:gd name="T30" fmla="*/ 25 w 63"/>
                <a:gd name="T31" fmla="*/ 45 h 79"/>
                <a:gd name="T32" fmla="*/ 0 w 63"/>
                <a:gd name="T33" fmla="*/ 24 h 79"/>
                <a:gd name="T34" fmla="*/ 32 w 63"/>
                <a:gd name="T35" fmla="*/ 0 h 79"/>
                <a:gd name="T36" fmla="*/ 59 w 63"/>
                <a:gd name="T37" fmla="*/ 5 h 79"/>
                <a:gd name="T38" fmla="*/ 59 w 63"/>
                <a:gd name="T39" fmla="*/ 24 h 79"/>
                <a:gd name="T40" fmla="*/ 45 w 63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9">
                  <a:moveTo>
                    <a:pt x="45" y="24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2" y="13"/>
                    <a:pt x="38" y="12"/>
                    <a:pt x="32" y="12"/>
                  </a:cubicBezTo>
                  <a:cubicBezTo>
                    <a:pt x="24" y="12"/>
                    <a:pt x="16" y="14"/>
                    <a:pt x="16" y="21"/>
                  </a:cubicBezTo>
                  <a:cubicBezTo>
                    <a:pt x="16" y="27"/>
                    <a:pt x="21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3" y="35"/>
                    <a:pt x="63" y="39"/>
                    <a:pt x="63" y="54"/>
                  </a:cubicBezTo>
                  <a:cubicBezTo>
                    <a:pt x="63" y="74"/>
                    <a:pt x="46" y="79"/>
                    <a:pt x="29" y="79"/>
                  </a:cubicBezTo>
                  <a:cubicBezTo>
                    <a:pt x="16" y="79"/>
                    <a:pt x="6" y="77"/>
                    <a:pt x="1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2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2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59" y="24"/>
                    <a:pt x="59" y="24"/>
                    <a:pt x="59" y="24"/>
                  </a:cubicBezTo>
                  <a:lnTo>
                    <a:pt x="45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5" name="Freeform 807">
              <a:extLst>
                <a:ext uri="{FF2B5EF4-FFF2-40B4-BE49-F238E27FC236}">
                  <a16:creationId xmlns:a16="http://schemas.microsoft.com/office/drawing/2014/main" id="{C3FCB2F6-C8F5-40DF-AF8A-43F37F4F31F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86600" y="12876213"/>
              <a:ext cx="63500" cy="87312"/>
            </a:xfrm>
            <a:custGeom>
              <a:avLst/>
              <a:gdLst>
                <a:gd name="T0" fmla="*/ 0 w 83"/>
                <a:gd name="T1" fmla="*/ 2 h 114"/>
                <a:gd name="T2" fmla="*/ 27 w 83"/>
                <a:gd name="T3" fmla="*/ 2 h 114"/>
                <a:gd name="T4" fmla="*/ 25 w 83"/>
                <a:gd name="T5" fmla="*/ 17 h 114"/>
                <a:gd name="T6" fmla="*/ 25 w 83"/>
                <a:gd name="T7" fmla="*/ 17 h 114"/>
                <a:gd name="T8" fmla="*/ 51 w 83"/>
                <a:gd name="T9" fmla="*/ 0 h 114"/>
                <a:gd name="T10" fmla="*/ 83 w 83"/>
                <a:gd name="T11" fmla="*/ 36 h 114"/>
                <a:gd name="T12" fmla="*/ 42 w 83"/>
                <a:gd name="T13" fmla="*/ 79 h 114"/>
                <a:gd name="T14" fmla="*/ 27 w 83"/>
                <a:gd name="T15" fmla="*/ 77 h 114"/>
                <a:gd name="T16" fmla="*/ 26 w 83"/>
                <a:gd name="T17" fmla="*/ 102 h 114"/>
                <a:gd name="T18" fmla="*/ 38 w 83"/>
                <a:gd name="T19" fmla="*/ 102 h 114"/>
                <a:gd name="T20" fmla="*/ 38 w 83"/>
                <a:gd name="T21" fmla="*/ 114 h 114"/>
                <a:gd name="T22" fmla="*/ 2 w 83"/>
                <a:gd name="T23" fmla="*/ 114 h 114"/>
                <a:gd name="T24" fmla="*/ 2 w 83"/>
                <a:gd name="T25" fmla="*/ 102 h 114"/>
                <a:gd name="T26" fmla="*/ 10 w 83"/>
                <a:gd name="T27" fmla="*/ 102 h 114"/>
                <a:gd name="T28" fmla="*/ 11 w 83"/>
                <a:gd name="T29" fmla="*/ 14 h 114"/>
                <a:gd name="T30" fmla="*/ 0 w 83"/>
                <a:gd name="T31" fmla="*/ 14 h 114"/>
                <a:gd name="T32" fmla="*/ 0 w 83"/>
                <a:gd name="T33" fmla="*/ 2 h 114"/>
                <a:gd name="T34" fmla="*/ 27 w 83"/>
                <a:gd name="T35" fmla="*/ 63 h 114"/>
                <a:gd name="T36" fmla="*/ 42 w 83"/>
                <a:gd name="T37" fmla="*/ 67 h 114"/>
                <a:gd name="T38" fmla="*/ 66 w 83"/>
                <a:gd name="T39" fmla="*/ 39 h 114"/>
                <a:gd name="T40" fmla="*/ 47 w 83"/>
                <a:gd name="T41" fmla="*/ 14 h 114"/>
                <a:gd name="T42" fmla="*/ 27 w 83"/>
                <a:gd name="T43" fmla="*/ 42 h 114"/>
                <a:gd name="T44" fmla="*/ 27 w 83"/>
                <a:gd name="T45" fmla="*/ 6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14">
                  <a:moveTo>
                    <a:pt x="0" y="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3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9" y="7"/>
                    <a:pt x="38" y="0"/>
                    <a:pt x="51" y="0"/>
                  </a:cubicBezTo>
                  <a:cubicBezTo>
                    <a:pt x="69" y="0"/>
                    <a:pt x="83" y="14"/>
                    <a:pt x="83" y="36"/>
                  </a:cubicBezTo>
                  <a:cubicBezTo>
                    <a:pt x="83" y="61"/>
                    <a:pt x="68" y="79"/>
                    <a:pt x="42" y="79"/>
                  </a:cubicBezTo>
                  <a:cubicBezTo>
                    <a:pt x="36" y="79"/>
                    <a:pt x="31" y="79"/>
                    <a:pt x="27" y="7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2"/>
                  </a:lnTo>
                  <a:close/>
                  <a:moveTo>
                    <a:pt x="27" y="63"/>
                  </a:moveTo>
                  <a:cubicBezTo>
                    <a:pt x="31" y="65"/>
                    <a:pt x="36" y="67"/>
                    <a:pt x="42" y="67"/>
                  </a:cubicBezTo>
                  <a:cubicBezTo>
                    <a:pt x="57" y="67"/>
                    <a:pt x="66" y="54"/>
                    <a:pt x="66" y="39"/>
                  </a:cubicBezTo>
                  <a:cubicBezTo>
                    <a:pt x="66" y="25"/>
                    <a:pt x="59" y="14"/>
                    <a:pt x="47" y="14"/>
                  </a:cubicBezTo>
                  <a:cubicBezTo>
                    <a:pt x="34" y="14"/>
                    <a:pt x="27" y="25"/>
                    <a:pt x="27" y="42"/>
                  </a:cubicBezTo>
                  <a:lnTo>
                    <a:pt x="2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6" name="Freeform 808">
              <a:extLst>
                <a:ext uri="{FF2B5EF4-FFF2-40B4-BE49-F238E27FC236}">
                  <a16:creationId xmlns:a16="http://schemas.microsoft.com/office/drawing/2014/main" id="{3413C518-7A67-4714-9B75-5F9C2A7D11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58038" y="12850813"/>
              <a:ext cx="68262" cy="85725"/>
            </a:xfrm>
            <a:custGeom>
              <a:avLst/>
              <a:gdLst>
                <a:gd name="T0" fmla="*/ 2 w 89"/>
                <a:gd name="T1" fmla="*/ 100 h 112"/>
                <a:gd name="T2" fmla="*/ 10 w 89"/>
                <a:gd name="T3" fmla="*/ 100 h 112"/>
                <a:gd name="T4" fmla="*/ 11 w 89"/>
                <a:gd name="T5" fmla="*/ 12 h 112"/>
                <a:gd name="T6" fmla="*/ 0 w 89"/>
                <a:gd name="T7" fmla="*/ 12 h 112"/>
                <a:gd name="T8" fmla="*/ 0 w 89"/>
                <a:gd name="T9" fmla="*/ 0 h 112"/>
                <a:gd name="T10" fmla="*/ 28 w 89"/>
                <a:gd name="T11" fmla="*/ 0 h 112"/>
                <a:gd name="T12" fmla="*/ 28 w 89"/>
                <a:gd name="T13" fmla="*/ 36 h 112"/>
                <a:gd name="T14" fmla="*/ 26 w 89"/>
                <a:gd name="T15" fmla="*/ 53 h 112"/>
                <a:gd name="T16" fmla="*/ 26 w 89"/>
                <a:gd name="T17" fmla="*/ 53 h 112"/>
                <a:gd name="T18" fmla="*/ 53 w 89"/>
                <a:gd name="T19" fmla="*/ 34 h 112"/>
                <a:gd name="T20" fmla="*/ 79 w 89"/>
                <a:gd name="T21" fmla="*/ 63 h 112"/>
                <a:gd name="T22" fmla="*/ 79 w 89"/>
                <a:gd name="T23" fmla="*/ 100 h 112"/>
                <a:gd name="T24" fmla="*/ 89 w 89"/>
                <a:gd name="T25" fmla="*/ 100 h 112"/>
                <a:gd name="T26" fmla="*/ 89 w 89"/>
                <a:gd name="T27" fmla="*/ 112 h 112"/>
                <a:gd name="T28" fmla="*/ 54 w 89"/>
                <a:gd name="T29" fmla="*/ 112 h 112"/>
                <a:gd name="T30" fmla="*/ 54 w 89"/>
                <a:gd name="T31" fmla="*/ 100 h 112"/>
                <a:gd name="T32" fmla="*/ 62 w 89"/>
                <a:gd name="T33" fmla="*/ 100 h 112"/>
                <a:gd name="T34" fmla="*/ 63 w 89"/>
                <a:gd name="T35" fmla="*/ 66 h 112"/>
                <a:gd name="T36" fmla="*/ 48 w 89"/>
                <a:gd name="T37" fmla="*/ 48 h 112"/>
                <a:gd name="T38" fmla="*/ 27 w 89"/>
                <a:gd name="T39" fmla="*/ 71 h 112"/>
                <a:gd name="T40" fmla="*/ 27 w 89"/>
                <a:gd name="T41" fmla="*/ 100 h 112"/>
                <a:gd name="T42" fmla="*/ 37 w 89"/>
                <a:gd name="T43" fmla="*/ 100 h 112"/>
                <a:gd name="T44" fmla="*/ 37 w 89"/>
                <a:gd name="T45" fmla="*/ 112 h 112"/>
                <a:gd name="T46" fmla="*/ 2 w 89"/>
                <a:gd name="T47" fmla="*/ 112 h 112"/>
                <a:gd name="T48" fmla="*/ 2 w 89"/>
                <a:gd name="T49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112">
                  <a:moveTo>
                    <a:pt x="2" y="100"/>
                  </a:moveTo>
                  <a:cubicBezTo>
                    <a:pt x="10" y="100"/>
                    <a:pt x="10" y="100"/>
                    <a:pt x="10" y="10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43"/>
                    <a:pt x="38" y="34"/>
                    <a:pt x="53" y="34"/>
                  </a:cubicBezTo>
                  <a:cubicBezTo>
                    <a:pt x="71" y="34"/>
                    <a:pt x="79" y="45"/>
                    <a:pt x="79" y="63"/>
                  </a:cubicBezTo>
                  <a:cubicBezTo>
                    <a:pt x="79" y="76"/>
                    <a:pt x="79" y="88"/>
                    <a:pt x="79" y="100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89"/>
                    <a:pt x="63" y="77"/>
                    <a:pt x="63" y="66"/>
                  </a:cubicBezTo>
                  <a:cubicBezTo>
                    <a:pt x="63" y="56"/>
                    <a:pt x="58" y="48"/>
                    <a:pt x="48" y="48"/>
                  </a:cubicBezTo>
                  <a:cubicBezTo>
                    <a:pt x="36" y="48"/>
                    <a:pt x="28" y="57"/>
                    <a:pt x="27" y="71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2" y="112"/>
                    <a:pt x="2" y="112"/>
                    <a:pt x="2" y="112"/>
                  </a:cubicBezTo>
                  <a:lnTo>
                    <a:pt x="2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7" name="Freeform 809">
              <a:extLst>
                <a:ext uri="{FF2B5EF4-FFF2-40B4-BE49-F238E27FC236}">
                  <a16:creationId xmlns:a16="http://schemas.microsoft.com/office/drawing/2014/main" id="{4FF1526E-687D-484C-998C-5EDF1F0270B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932650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0 w 72"/>
                <a:gd name="T3" fmla="*/ 79 h 79"/>
                <a:gd name="T4" fmla="*/ 0 w 72"/>
                <a:gd name="T5" fmla="*/ 40 h 79"/>
                <a:gd name="T6" fmla="*/ 37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7 w 72"/>
                <a:gd name="T13" fmla="*/ 42 h 79"/>
                <a:gd name="T14" fmla="*/ 43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4 w 72"/>
                <a:gd name="T21" fmla="*/ 31 h 79"/>
                <a:gd name="T22" fmla="*/ 54 w 72"/>
                <a:gd name="T23" fmla="*/ 30 h 79"/>
                <a:gd name="T24" fmla="*/ 36 w 72"/>
                <a:gd name="T25" fmla="*/ 12 h 79"/>
                <a:gd name="T26" fmla="*/ 17 w 72"/>
                <a:gd name="T27" fmla="*/ 31 h 79"/>
                <a:gd name="T28" fmla="*/ 54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1" y="79"/>
                    <a:pt x="40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2" y="0"/>
                    <a:pt x="37" y="0"/>
                  </a:cubicBezTo>
                  <a:cubicBezTo>
                    <a:pt x="60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57"/>
                    <a:pt x="28" y="67"/>
                    <a:pt x="43" y="67"/>
                  </a:cubicBezTo>
                  <a:cubicBezTo>
                    <a:pt x="53" y="67"/>
                    <a:pt x="61" y="64"/>
                    <a:pt x="68" y="61"/>
                  </a:cubicBezTo>
                  <a:lnTo>
                    <a:pt x="67" y="74"/>
                  </a:lnTo>
                  <a:close/>
                  <a:moveTo>
                    <a:pt x="54" y="31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54" y="24"/>
                    <a:pt x="50" y="12"/>
                    <a:pt x="36" y="12"/>
                  </a:cubicBezTo>
                  <a:cubicBezTo>
                    <a:pt x="22" y="12"/>
                    <a:pt x="18" y="22"/>
                    <a:pt x="17" y="31"/>
                  </a:cubicBezTo>
                  <a:lnTo>
                    <a:pt x="54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8" name="Freeform 810">
              <a:extLst>
                <a:ext uri="{FF2B5EF4-FFF2-40B4-BE49-F238E27FC236}">
                  <a16:creationId xmlns:a16="http://schemas.microsoft.com/office/drawing/2014/main" id="{A37F7F55-42BA-4ECB-87DE-B8E209CD03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94563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2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7 w 58"/>
                <a:gd name="T15" fmla="*/ 23 h 78"/>
                <a:gd name="T16" fmla="*/ 49 w 58"/>
                <a:gd name="T17" fmla="*/ 0 h 78"/>
                <a:gd name="T18" fmla="*/ 58 w 58"/>
                <a:gd name="T19" fmla="*/ 2 h 78"/>
                <a:gd name="T20" fmla="*/ 57 w 58"/>
                <a:gd name="T21" fmla="*/ 16 h 78"/>
                <a:gd name="T22" fmla="*/ 49 w 58"/>
                <a:gd name="T23" fmla="*/ 15 h 78"/>
                <a:gd name="T24" fmla="*/ 28 w 58"/>
                <a:gd name="T25" fmla="*/ 42 h 78"/>
                <a:gd name="T26" fmla="*/ 28 w 58"/>
                <a:gd name="T27" fmla="*/ 66 h 78"/>
                <a:gd name="T28" fmla="*/ 39 w 58"/>
                <a:gd name="T29" fmla="*/ 66 h 78"/>
                <a:gd name="T30" fmla="*/ 39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30" y="9"/>
                    <a:pt x="38" y="0"/>
                    <a:pt x="49" y="0"/>
                  </a:cubicBezTo>
                  <a:cubicBezTo>
                    <a:pt x="53" y="0"/>
                    <a:pt x="57" y="1"/>
                    <a:pt x="58" y="2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4" y="15"/>
                    <a:pt x="52" y="15"/>
                    <a:pt x="49" y="15"/>
                  </a:cubicBezTo>
                  <a:cubicBezTo>
                    <a:pt x="35" y="15"/>
                    <a:pt x="28" y="29"/>
                    <a:pt x="28" y="42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9" name="Freeform 811">
              <a:extLst>
                <a:ext uri="{FF2B5EF4-FFF2-40B4-BE49-F238E27FC236}">
                  <a16:creationId xmlns:a16="http://schemas.microsoft.com/office/drawing/2014/main" id="{C5127D61-71C0-4307-8E72-092C01F572C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42188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7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0" name="Freeform 812">
              <a:extLst>
                <a:ext uri="{FF2B5EF4-FFF2-40B4-BE49-F238E27FC236}">
                  <a16:creationId xmlns:a16="http://schemas.microsoft.com/office/drawing/2014/main" id="{DFA7D63E-9C67-4121-BAD7-18F2CB616D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140613" y="12857163"/>
              <a:ext cx="57150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5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5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7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1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1" name="Freeform 813">
              <a:extLst>
                <a:ext uri="{FF2B5EF4-FFF2-40B4-BE49-F238E27FC236}">
                  <a16:creationId xmlns:a16="http://schemas.microsoft.com/office/drawing/2014/main" id="{FCD34712-584E-43E7-AF14-CEBB7E2D34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05700" y="12865100"/>
              <a:ext cx="39687" cy="73025"/>
            </a:xfrm>
            <a:custGeom>
              <a:avLst/>
              <a:gdLst>
                <a:gd name="T0" fmla="*/ 0 w 52"/>
                <a:gd name="T1" fmla="*/ 18 h 95"/>
                <a:gd name="T2" fmla="*/ 12 w 52"/>
                <a:gd name="T3" fmla="*/ 18 h 95"/>
                <a:gd name="T4" fmla="*/ 12 w 52"/>
                <a:gd name="T5" fmla="*/ 1 h 95"/>
                <a:gd name="T6" fmla="*/ 29 w 52"/>
                <a:gd name="T7" fmla="*/ 0 h 95"/>
                <a:gd name="T8" fmla="*/ 28 w 52"/>
                <a:gd name="T9" fmla="*/ 18 h 95"/>
                <a:gd name="T10" fmla="*/ 50 w 52"/>
                <a:gd name="T11" fmla="*/ 18 h 95"/>
                <a:gd name="T12" fmla="*/ 50 w 52"/>
                <a:gd name="T13" fmla="*/ 30 h 95"/>
                <a:gd name="T14" fmla="*/ 28 w 52"/>
                <a:gd name="T15" fmla="*/ 30 h 95"/>
                <a:gd name="T16" fmla="*/ 28 w 52"/>
                <a:gd name="T17" fmla="*/ 65 h 95"/>
                <a:gd name="T18" fmla="*/ 39 w 52"/>
                <a:gd name="T19" fmla="*/ 83 h 95"/>
                <a:gd name="T20" fmla="*/ 52 w 52"/>
                <a:gd name="T21" fmla="*/ 80 h 95"/>
                <a:gd name="T22" fmla="*/ 51 w 52"/>
                <a:gd name="T23" fmla="*/ 92 h 95"/>
                <a:gd name="T24" fmla="*/ 34 w 52"/>
                <a:gd name="T25" fmla="*/ 95 h 95"/>
                <a:gd name="T26" fmla="*/ 12 w 52"/>
                <a:gd name="T27" fmla="*/ 72 h 95"/>
                <a:gd name="T28" fmla="*/ 12 w 52"/>
                <a:gd name="T29" fmla="*/ 30 h 95"/>
                <a:gd name="T30" fmla="*/ 0 w 52"/>
                <a:gd name="T31" fmla="*/ 30 h 95"/>
                <a:gd name="T32" fmla="*/ 0 w 52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9" y="83"/>
                  </a:cubicBezTo>
                  <a:cubicBezTo>
                    <a:pt x="43" y="83"/>
                    <a:pt x="48" y="81"/>
                    <a:pt x="52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7" y="94"/>
                    <a:pt x="41" y="95"/>
                    <a:pt x="34" y="95"/>
                  </a:cubicBezTo>
                  <a:cubicBezTo>
                    <a:pt x="18" y="95"/>
                    <a:pt x="12" y="89"/>
                    <a:pt x="12" y="72"/>
                  </a:cubicBezTo>
                  <a:cubicBezTo>
                    <a:pt x="12" y="62"/>
                    <a:pt x="12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2" name="Freeform 814">
              <a:extLst>
                <a:ext uri="{FF2B5EF4-FFF2-40B4-BE49-F238E27FC236}">
                  <a16:creationId xmlns:a16="http://schemas.microsoft.com/office/drawing/2014/main" id="{8A485FAF-B4B6-4761-B8B0-1BD2B468FF8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248563" y="12876213"/>
              <a:ext cx="53975" cy="61912"/>
            </a:xfrm>
            <a:custGeom>
              <a:avLst/>
              <a:gdLst>
                <a:gd name="T0" fmla="*/ 67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7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3" name="Freeform 815">
              <a:extLst>
                <a:ext uri="{FF2B5EF4-FFF2-40B4-BE49-F238E27FC236}">
                  <a16:creationId xmlns:a16="http://schemas.microsoft.com/office/drawing/2014/main" id="{D09F4B2D-55D7-46F1-9FB9-145052D845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4125" y="12877800"/>
              <a:ext cx="100012" cy="58737"/>
            </a:xfrm>
            <a:custGeom>
              <a:avLst/>
              <a:gdLst>
                <a:gd name="T0" fmla="*/ 67 w 129"/>
                <a:gd name="T1" fmla="*/ 46 h 76"/>
                <a:gd name="T2" fmla="*/ 65 w 129"/>
                <a:gd name="T3" fmla="*/ 38 h 76"/>
                <a:gd name="T4" fmla="*/ 65 w 129"/>
                <a:gd name="T5" fmla="*/ 38 h 76"/>
                <a:gd name="T6" fmla="*/ 62 w 129"/>
                <a:gd name="T7" fmla="*/ 46 h 76"/>
                <a:gd name="T8" fmla="*/ 50 w 129"/>
                <a:gd name="T9" fmla="*/ 76 h 76"/>
                <a:gd name="T10" fmla="*/ 33 w 129"/>
                <a:gd name="T11" fmla="*/ 76 h 76"/>
                <a:gd name="T12" fmla="*/ 8 w 129"/>
                <a:gd name="T13" fmla="*/ 12 h 76"/>
                <a:gd name="T14" fmla="*/ 0 w 129"/>
                <a:gd name="T15" fmla="*/ 12 h 76"/>
                <a:gd name="T16" fmla="*/ 0 w 129"/>
                <a:gd name="T17" fmla="*/ 0 h 76"/>
                <a:gd name="T18" fmla="*/ 34 w 129"/>
                <a:gd name="T19" fmla="*/ 0 h 76"/>
                <a:gd name="T20" fmla="*/ 34 w 129"/>
                <a:gd name="T21" fmla="*/ 12 h 76"/>
                <a:gd name="T22" fmla="*/ 25 w 129"/>
                <a:gd name="T23" fmla="*/ 12 h 76"/>
                <a:gd name="T24" fmla="*/ 39 w 129"/>
                <a:gd name="T25" fmla="*/ 50 h 76"/>
                <a:gd name="T26" fmla="*/ 42 w 129"/>
                <a:gd name="T27" fmla="*/ 61 h 76"/>
                <a:gd name="T28" fmla="*/ 43 w 129"/>
                <a:gd name="T29" fmla="*/ 61 h 76"/>
                <a:gd name="T30" fmla="*/ 46 w 129"/>
                <a:gd name="T31" fmla="*/ 50 h 76"/>
                <a:gd name="T32" fmla="*/ 58 w 129"/>
                <a:gd name="T33" fmla="*/ 22 h 76"/>
                <a:gd name="T34" fmla="*/ 55 w 129"/>
                <a:gd name="T35" fmla="*/ 12 h 76"/>
                <a:gd name="T36" fmla="*/ 46 w 129"/>
                <a:gd name="T37" fmla="*/ 12 h 76"/>
                <a:gd name="T38" fmla="*/ 46 w 129"/>
                <a:gd name="T39" fmla="*/ 0 h 76"/>
                <a:gd name="T40" fmla="*/ 80 w 129"/>
                <a:gd name="T41" fmla="*/ 0 h 76"/>
                <a:gd name="T42" fmla="*/ 80 w 129"/>
                <a:gd name="T43" fmla="*/ 12 h 76"/>
                <a:gd name="T44" fmla="*/ 71 w 129"/>
                <a:gd name="T45" fmla="*/ 12 h 76"/>
                <a:gd name="T46" fmla="*/ 85 w 129"/>
                <a:gd name="T47" fmla="*/ 51 h 76"/>
                <a:gd name="T48" fmla="*/ 88 w 129"/>
                <a:gd name="T49" fmla="*/ 61 h 76"/>
                <a:gd name="T50" fmla="*/ 88 w 129"/>
                <a:gd name="T51" fmla="*/ 61 h 76"/>
                <a:gd name="T52" fmla="*/ 91 w 129"/>
                <a:gd name="T53" fmla="*/ 51 h 76"/>
                <a:gd name="T54" fmla="*/ 105 w 129"/>
                <a:gd name="T55" fmla="*/ 12 h 76"/>
                <a:gd name="T56" fmla="*/ 95 w 129"/>
                <a:gd name="T57" fmla="*/ 12 h 76"/>
                <a:gd name="T58" fmla="*/ 95 w 129"/>
                <a:gd name="T59" fmla="*/ 0 h 76"/>
                <a:gd name="T60" fmla="*/ 129 w 129"/>
                <a:gd name="T61" fmla="*/ 0 h 76"/>
                <a:gd name="T62" fmla="*/ 129 w 129"/>
                <a:gd name="T63" fmla="*/ 12 h 76"/>
                <a:gd name="T64" fmla="*/ 121 w 129"/>
                <a:gd name="T65" fmla="*/ 12 h 76"/>
                <a:gd name="T66" fmla="*/ 95 w 129"/>
                <a:gd name="T67" fmla="*/ 76 h 76"/>
                <a:gd name="T68" fmla="*/ 78 w 129"/>
                <a:gd name="T69" fmla="*/ 76 h 76"/>
                <a:gd name="T70" fmla="*/ 67 w 129"/>
                <a:gd name="T71" fmla="*/ 4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" h="76">
                  <a:moveTo>
                    <a:pt x="67" y="46"/>
                  </a:moveTo>
                  <a:cubicBezTo>
                    <a:pt x="66" y="43"/>
                    <a:pt x="66" y="41"/>
                    <a:pt x="65" y="38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4" y="41"/>
                    <a:pt x="63" y="43"/>
                    <a:pt x="62" y="4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0" y="54"/>
                    <a:pt x="41" y="58"/>
                    <a:pt x="42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4" y="58"/>
                    <a:pt x="45" y="54"/>
                    <a:pt x="46" y="50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6" y="54"/>
                    <a:pt x="87" y="58"/>
                    <a:pt x="88" y="61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58"/>
                    <a:pt x="90" y="54"/>
                    <a:pt x="91" y="51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12"/>
                    <a:pt x="129" y="12"/>
                    <a:pt x="129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78" y="76"/>
                    <a:pt x="78" y="76"/>
                    <a:pt x="78" y="76"/>
                  </a:cubicBezTo>
                  <a:lnTo>
                    <a:pt x="67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4" name="Freeform 816">
              <a:extLst>
                <a:ext uri="{FF2B5EF4-FFF2-40B4-BE49-F238E27FC236}">
                  <a16:creationId xmlns:a16="http://schemas.microsoft.com/office/drawing/2014/main" id="{C9C81831-B9B3-4AAD-B558-7191B2C684E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407313" y="12876213"/>
              <a:ext cx="57150" cy="61912"/>
            </a:xfrm>
            <a:custGeom>
              <a:avLst/>
              <a:gdLst>
                <a:gd name="T0" fmla="*/ 3 w 73"/>
                <a:gd name="T1" fmla="*/ 7 h 79"/>
                <a:gd name="T2" fmla="*/ 34 w 73"/>
                <a:gd name="T3" fmla="*/ 0 h 79"/>
                <a:gd name="T4" fmla="*/ 63 w 73"/>
                <a:gd name="T5" fmla="*/ 29 h 79"/>
                <a:gd name="T6" fmla="*/ 63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9 w 73"/>
                <a:gd name="T13" fmla="*/ 78 h 79"/>
                <a:gd name="T14" fmla="*/ 50 w 73"/>
                <a:gd name="T15" fmla="*/ 62 h 79"/>
                <a:gd name="T16" fmla="*/ 50 w 73"/>
                <a:gd name="T17" fmla="*/ 62 h 79"/>
                <a:gd name="T18" fmla="*/ 24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9 w 73"/>
                <a:gd name="T25" fmla="*/ 34 h 79"/>
                <a:gd name="T26" fmla="*/ 49 w 73"/>
                <a:gd name="T27" fmla="*/ 28 h 79"/>
                <a:gd name="T28" fmla="*/ 32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9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7 w 73"/>
                <a:gd name="T45" fmla="*/ 56 h 79"/>
                <a:gd name="T46" fmla="*/ 29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7" y="5"/>
                    <a:pt x="17" y="0"/>
                    <a:pt x="34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3" y="54"/>
                    <a:pt x="6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3"/>
                    <a:pt x="49" y="67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7" y="71"/>
                    <a:pt x="40" y="79"/>
                    <a:pt x="24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0" y="35"/>
                    <a:pt x="33" y="3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19"/>
                    <a:pt x="45" y="12"/>
                    <a:pt x="32" y="12"/>
                  </a:cubicBezTo>
                  <a:cubicBezTo>
                    <a:pt x="26" y="12"/>
                    <a:pt x="20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9" y="67"/>
                  </a:moveTo>
                  <a:cubicBezTo>
                    <a:pt x="41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7" y="45"/>
                    <a:pt x="17" y="56"/>
                  </a:cubicBezTo>
                  <a:cubicBezTo>
                    <a:pt x="17" y="62"/>
                    <a:pt x="21" y="67"/>
                    <a:pt x="29" y="6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5" name="Freeform 817">
              <a:extLst>
                <a:ext uri="{FF2B5EF4-FFF2-40B4-BE49-F238E27FC236}">
                  <a16:creationId xmlns:a16="http://schemas.microsoft.com/office/drawing/2014/main" id="{D255B6A9-63B0-46DC-AE97-BAAC080363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70813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1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6 w 58"/>
                <a:gd name="T15" fmla="*/ 23 h 78"/>
                <a:gd name="T16" fmla="*/ 49 w 58"/>
                <a:gd name="T17" fmla="*/ 0 h 78"/>
                <a:gd name="T18" fmla="*/ 58 w 58"/>
                <a:gd name="T19" fmla="*/ 2 h 78"/>
                <a:gd name="T20" fmla="*/ 56 w 58"/>
                <a:gd name="T21" fmla="*/ 16 h 78"/>
                <a:gd name="T22" fmla="*/ 49 w 58"/>
                <a:gd name="T23" fmla="*/ 15 h 78"/>
                <a:gd name="T24" fmla="*/ 28 w 58"/>
                <a:gd name="T25" fmla="*/ 42 h 78"/>
                <a:gd name="T26" fmla="*/ 28 w 58"/>
                <a:gd name="T27" fmla="*/ 66 h 78"/>
                <a:gd name="T28" fmla="*/ 39 w 58"/>
                <a:gd name="T29" fmla="*/ 66 h 78"/>
                <a:gd name="T30" fmla="*/ 39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9" y="9"/>
                    <a:pt x="38" y="0"/>
                    <a:pt x="49" y="0"/>
                  </a:cubicBezTo>
                  <a:cubicBezTo>
                    <a:pt x="53" y="0"/>
                    <a:pt x="56" y="1"/>
                    <a:pt x="58" y="2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4" y="15"/>
                    <a:pt x="52" y="15"/>
                    <a:pt x="49" y="15"/>
                  </a:cubicBezTo>
                  <a:cubicBezTo>
                    <a:pt x="34" y="15"/>
                    <a:pt x="28" y="29"/>
                    <a:pt x="28" y="42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6" name="Freeform 818">
              <a:extLst>
                <a:ext uri="{FF2B5EF4-FFF2-40B4-BE49-F238E27FC236}">
                  <a16:creationId xmlns:a16="http://schemas.microsoft.com/office/drawing/2014/main" id="{87AFB9C3-8CD2-4C35-8748-90A95114A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520025" y="12850813"/>
              <a:ext cx="61912" cy="87312"/>
            </a:xfrm>
            <a:custGeom>
              <a:avLst/>
              <a:gdLst>
                <a:gd name="T0" fmla="*/ 82 w 82"/>
                <a:gd name="T1" fmla="*/ 112 h 113"/>
                <a:gd name="T2" fmla="*/ 56 w 82"/>
                <a:gd name="T3" fmla="*/ 112 h 113"/>
                <a:gd name="T4" fmla="*/ 57 w 82"/>
                <a:gd name="T5" fmla="*/ 96 h 113"/>
                <a:gd name="T6" fmla="*/ 57 w 82"/>
                <a:gd name="T7" fmla="*/ 96 h 113"/>
                <a:gd name="T8" fmla="*/ 32 w 82"/>
                <a:gd name="T9" fmla="*/ 113 h 113"/>
                <a:gd name="T10" fmla="*/ 0 w 82"/>
                <a:gd name="T11" fmla="*/ 77 h 113"/>
                <a:gd name="T12" fmla="*/ 41 w 82"/>
                <a:gd name="T13" fmla="*/ 34 h 113"/>
                <a:gd name="T14" fmla="*/ 56 w 82"/>
                <a:gd name="T15" fmla="*/ 36 h 113"/>
                <a:gd name="T16" fmla="*/ 56 w 82"/>
                <a:gd name="T17" fmla="*/ 12 h 113"/>
                <a:gd name="T18" fmla="*/ 42 w 82"/>
                <a:gd name="T19" fmla="*/ 12 h 113"/>
                <a:gd name="T20" fmla="*/ 42 w 82"/>
                <a:gd name="T21" fmla="*/ 0 h 113"/>
                <a:gd name="T22" fmla="*/ 72 w 82"/>
                <a:gd name="T23" fmla="*/ 0 h 113"/>
                <a:gd name="T24" fmla="*/ 72 w 82"/>
                <a:gd name="T25" fmla="*/ 100 h 113"/>
                <a:gd name="T26" fmla="*/ 82 w 82"/>
                <a:gd name="T27" fmla="*/ 100 h 113"/>
                <a:gd name="T28" fmla="*/ 82 w 82"/>
                <a:gd name="T29" fmla="*/ 112 h 113"/>
                <a:gd name="T30" fmla="*/ 55 w 82"/>
                <a:gd name="T31" fmla="*/ 50 h 113"/>
                <a:gd name="T32" fmla="*/ 41 w 82"/>
                <a:gd name="T33" fmla="*/ 47 h 113"/>
                <a:gd name="T34" fmla="*/ 17 w 82"/>
                <a:gd name="T35" fmla="*/ 75 h 113"/>
                <a:gd name="T36" fmla="*/ 36 w 82"/>
                <a:gd name="T37" fmla="*/ 100 h 113"/>
                <a:gd name="T38" fmla="*/ 55 w 82"/>
                <a:gd name="T39" fmla="*/ 71 h 113"/>
                <a:gd name="T40" fmla="*/ 55 w 82"/>
                <a:gd name="T41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113">
                  <a:moveTo>
                    <a:pt x="82" y="112"/>
                  </a:moveTo>
                  <a:cubicBezTo>
                    <a:pt x="56" y="112"/>
                    <a:pt x="56" y="112"/>
                    <a:pt x="56" y="112"/>
                  </a:cubicBezTo>
                  <a:cubicBezTo>
                    <a:pt x="56" y="106"/>
                    <a:pt x="57" y="101"/>
                    <a:pt x="57" y="96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3" y="106"/>
                    <a:pt x="45" y="113"/>
                    <a:pt x="32" y="113"/>
                  </a:cubicBezTo>
                  <a:cubicBezTo>
                    <a:pt x="13" y="113"/>
                    <a:pt x="0" y="100"/>
                    <a:pt x="0" y="77"/>
                  </a:cubicBezTo>
                  <a:cubicBezTo>
                    <a:pt x="0" y="52"/>
                    <a:pt x="15" y="34"/>
                    <a:pt x="41" y="34"/>
                  </a:cubicBezTo>
                  <a:cubicBezTo>
                    <a:pt x="46" y="34"/>
                    <a:pt x="51" y="35"/>
                    <a:pt x="56" y="36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82" y="100"/>
                    <a:pt x="82" y="100"/>
                    <a:pt x="82" y="100"/>
                  </a:cubicBezTo>
                  <a:lnTo>
                    <a:pt x="82" y="112"/>
                  </a:lnTo>
                  <a:close/>
                  <a:moveTo>
                    <a:pt x="55" y="50"/>
                  </a:moveTo>
                  <a:cubicBezTo>
                    <a:pt x="52" y="48"/>
                    <a:pt x="47" y="47"/>
                    <a:pt x="41" y="47"/>
                  </a:cubicBezTo>
                  <a:cubicBezTo>
                    <a:pt x="26" y="47"/>
                    <a:pt x="17" y="60"/>
                    <a:pt x="17" y="75"/>
                  </a:cubicBezTo>
                  <a:cubicBezTo>
                    <a:pt x="17" y="89"/>
                    <a:pt x="23" y="100"/>
                    <a:pt x="36" y="100"/>
                  </a:cubicBezTo>
                  <a:cubicBezTo>
                    <a:pt x="49" y="100"/>
                    <a:pt x="55" y="89"/>
                    <a:pt x="55" y="71"/>
                  </a:cubicBezTo>
                  <a:lnTo>
                    <a:pt x="55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7" name="Freeform 819">
              <a:extLst>
                <a:ext uri="{FF2B5EF4-FFF2-40B4-BE49-F238E27FC236}">
                  <a16:creationId xmlns:a16="http://schemas.microsoft.com/office/drawing/2014/main" id="{0DF61A92-3EC9-47C1-A265-B557EACACE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91463" y="12876213"/>
              <a:ext cx="49212" cy="61912"/>
            </a:xfrm>
            <a:custGeom>
              <a:avLst/>
              <a:gdLst>
                <a:gd name="T0" fmla="*/ 45 w 64"/>
                <a:gd name="T1" fmla="*/ 24 h 79"/>
                <a:gd name="T2" fmla="*/ 45 w 64"/>
                <a:gd name="T3" fmla="*/ 15 h 79"/>
                <a:gd name="T4" fmla="*/ 32 w 64"/>
                <a:gd name="T5" fmla="*/ 12 h 79"/>
                <a:gd name="T6" fmla="*/ 17 w 64"/>
                <a:gd name="T7" fmla="*/ 21 h 79"/>
                <a:gd name="T8" fmla="*/ 26 w 64"/>
                <a:gd name="T9" fmla="*/ 30 h 79"/>
                <a:gd name="T10" fmla="*/ 45 w 64"/>
                <a:gd name="T11" fmla="*/ 33 h 79"/>
                <a:gd name="T12" fmla="*/ 64 w 64"/>
                <a:gd name="T13" fmla="*/ 54 h 79"/>
                <a:gd name="T14" fmla="*/ 29 w 64"/>
                <a:gd name="T15" fmla="*/ 79 h 79"/>
                <a:gd name="T16" fmla="*/ 2 w 64"/>
                <a:gd name="T17" fmla="*/ 75 h 79"/>
                <a:gd name="T18" fmla="*/ 1 w 64"/>
                <a:gd name="T19" fmla="*/ 54 h 79"/>
                <a:gd name="T20" fmla="*/ 16 w 64"/>
                <a:gd name="T21" fmla="*/ 54 h 79"/>
                <a:gd name="T22" fmla="*/ 16 w 64"/>
                <a:gd name="T23" fmla="*/ 64 h 79"/>
                <a:gd name="T24" fmla="*/ 33 w 64"/>
                <a:gd name="T25" fmla="*/ 68 h 79"/>
                <a:gd name="T26" fmla="*/ 48 w 64"/>
                <a:gd name="T27" fmla="*/ 57 h 79"/>
                <a:gd name="T28" fmla="*/ 37 w 64"/>
                <a:gd name="T29" fmla="*/ 47 h 79"/>
                <a:gd name="T30" fmla="*/ 25 w 64"/>
                <a:gd name="T31" fmla="*/ 45 h 79"/>
                <a:gd name="T32" fmla="*/ 0 w 64"/>
                <a:gd name="T33" fmla="*/ 24 h 79"/>
                <a:gd name="T34" fmla="*/ 33 w 64"/>
                <a:gd name="T35" fmla="*/ 0 h 79"/>
                <a:gd name="T36" fmla="*/ 59 w 64"/>
                <a:gd name="T37" fmla="*/ 5 h 79"/>
                <a:gd name="T38" fmla="*/ 60 w 64"/>
                <a:gd name="T39" fmla="*/ 24 h 79"/>
                <a:gd name="T40" fmla="*/ 45 w 64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" h="79">
                  <a:moveTo>
                    <a:pt x="45" y="24"/>
                  </a:moveTo>
                  <a:cubicBezTo>
                    <a:pt x="45" y="15"/>
                    <a:pt x="45" y="15"/>
                    <a:pt x="45" y="15"/>
                  </a:cubicBezTo>
                  <a:cubicBezTo>
                    <a:pt x="42" y="13"/>
                    <a:pt x="39" y="12"/>
                    <a:pt x="32" y="12"/>
                  </a:cubicBezTo>
                  <a:cubicBezTo>
                    <a:pt x="25" y="12"/>
                    <a:pt x="17" y="14"/>
                    <a:pt x="17" y="21"/>
                  </a:cubicBezTo>
                  <a:cubicBezTo>
                    <a:pt x="17" y="27"/>
                    <a:pt x="22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4" y="35"/>
                    <a:pt x="64" y="39"/>
                    <a:pt x="64" y="54"/>
                  </a:cubicBezTo>
                  <a:cubicBezTo>
                    <a:pt x="64" y="74"/>
                    <a:pt x="46" y="79"/>
                    <a:pt x="29" y="79"/>
                  </a:cubicBezTo>
                  <a:cubicBezTo>
                    <a:pt x="16" y="79"/>
                    <a:pt x="6" y="77"/>
                    <a:pt x="2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3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3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60" y="24"/>
                    <a:pt x="60" y="24"/>
                    <a:pt x="60" y="24"/>
                  </a:cubicBezTo>
                  <a:lnTo>
                    <a:pt x="45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8" name="Freeform 820">
              <a:extLst>
                <a:ext uri="{FF2B5EF4-FFF2-40B4-BE49-F238E27FC236}">
                  <a16:creationId xmlns:a16="http://schemas.microsoft.com/office/drawing/2014/main" id="{2A99FF69-DD05-47C6-AC30-BA0F5EC754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8613" y="12850813"/>
              <a:ext cx="68262" cy="85725"/>
            </a:xfrm>
            <a:custGeom>
              <a:avLst/>
              <a:gdLst>
                <a:gd name="T0" fmla="*/ 2 w 89"/>
                <a:gd name="T1" fmla="*/ 100 h 112"/>
                <a:gd name="T2" fmla="*/ 10 w 89"/>
                <a:gd name="T3" fmla="*/ 100 h 112"/>
                <a:gd name="T4" fmla="*/ 11 w 89"/>
                <a:gd name="T5" fmla="*/ 12 h 112"/>
                <a:gd name="T6" fmla="*/ 0 w 89"/>
                <a:gd name="T7" fmla="*/ 12 h 112"/>
                <a:gd name="T8" fmla="*/ 0 w 89"/>
                <a:gd name="T9" fmla="*/ 0 h 112"/>
                <a:gd name="T10" fmla="*/ 28 w 89"/>
                <a:gd name="T11" fmla="*/ 0 h 112"/>
                <a:gd name="T12" fmla="*/ 28 w 89"/>
                <a:gd name="T13" fmla="*/ 36 h 112"/>
                <a:gd name="T14" fmla="*/ 26 w 89"/>
                <a:gd name="T15" fmla="*/ 53 h 112"/>
                <a:gd name="T16" fmla="*/ 26 w 89"/>
                <a:gd name="T17" fmla="*/ 53 h 112"/>
                <a:gd name="T18" fmla="*/ 53 w 89"/>
                <a:gd name="T19" fmla="*/ 34 h 112"/>
                <a:gd name="T20" fmla="*/ 80 w 89"/>
                <a:gd name="T21" fmla="*/ 63 h 112"/>
                <a:gd name="T22" fmla="*/ 79 w 89"/>
                <a:gd name="T23" fmla="*/ 100 h 112"/>
                <a:gd name="T24" fmla="*/ 89 w 89"/>
                <a:gd name="T25" fmla="*/ 100 h 112"/>
                <a:gd name="T26" fmla="*/ 89 w 89"/>
                <a:gd name="T27" fmla="*/ 112 h 112"/>
                <a:gd name="T28" fmla="*/ 54 w 89"/>
                <a:gd name="T29" fmla="*/ 112 h 112"/>
                <a:gd name="T30" fmla="*/ 54 w 89"/>
                <a:gd name="T31" fmla="*/ 100 h 112"/>
                <a:gd name="T32" fmla="*/ 62 w 89"/>
                <a:gd name="T33" fmla="*/ 100 h 112"/>
                <a:gd name="T34" fmla="*/ 63 w 89"/>
                <a:gd name="T35" fmla="*/ 66 h 112"/>
                <a:gd name="T36" fmla="*/ 48 w 89"/>
                <a:gd name="T37" fmla="*/ 48 h 112"/>
                <a:gd name="T38" fmla="*/ 28 w 89"/>
                <a:gd name="T39" fmla="*/ 71 h 112"/>
                <a:gd name="T40" fmla="*/ 27 w 89"/>
                <a:gd name="T41" fmla="*/ 100 h 112"/>
                <a:gd name="T42" fmla="*/ 37 w 89"/>
                <a:gd name="T43" fmla="*/ 100 h 112"/>
                <a:gd name="T44" fmla="*/ 37 w 89"/>
                <a:gd name="T45" fmla="*/ 112 h 112"/>
                <a:gd name="T46" fmla="*/ 2 w 89"/>
                <a:gd name="T47" fmla="*/ 112 h 112"/>
                <a:gd name="T48" fmla="*/ 2 w 89"/>
                <a:gd name="T49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112">
                  <a:moveTo>
                    <a:pt x="2" y="100"/>
                  </a:moveTo>
                  <a:cubicBezTo>
                    <a:pt x="10" y="100"/>
                    <a:pt x="10" y="100"/>
                    <a:pt x="10" y="10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43"/>
                    <a:pt x="38" y="34"/>
                    <a:pt x="53" y="34"/>
                  </a:cubicBezTo>
                  <a:cubicBezTo>
                    <a:pt x="71" y="34"/>
                    <a:pt x="80" y="45"/>
                    <a:pt x="80" y="63"/>
                  </a:cubicBezTo>
                  <a:cubicBezTo>
                    <a:pt x="80" y="76"/>
                    <a:pt x="79" y="88"/>
                    <a:pt x="79" y="100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89"/>
                    <a:pt x="63" y="77"/>
                    <a:pt x="63" y="66"/>
                  </a:cubicBezTo>
                  <a:cubicBezTo>
                    <a:pt x="63" y="56"/>
                    <a:pt x="58" y="48"/>
                    <a:pt x="48" y="48"/>
                  </a:cubicBezTo>
                  <a:cubicBezTo>
                    <a:pt x="36" y="48"/>
                    <a:pt x="28" y="57"/>
                    <a:pt x="28" y="71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2" y="112"/>
                    <a:pt x="2" y="112"/>
                    <a:pt x="2" y="112"/>
                  </a:cubicBezTo>
                  <a:lnTo>
                    <a:pt x="2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9" name="Freeform 821">
              <a:extLst>
                <a:ext uri="{FF2B5EF4-FFF2-40B4-BE49-F238E27FC236}">
                  <a16:creationId xmlns:a16="http://schemas.microsoft.com/office/drawing/2014/main" id="{68CA4D60-9839-4939-B167-4B013D2FB0E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3225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8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0" name="Freeform 822">
              <a:extLst>
                <a:ext uri="{FF2B5EF4-FFF2-40B4-BE49-F238E27FC236}">
                  <a16:creationId xmlns:a16="http://schemas.microsoft.com/office/drawing/2014/main" id="{7D9B9597-C3D9-47C3-9CFA-AF98ED5E21C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56563" y="12876213"/>
              <a:ext cx="63500" cy="87312"/>
            </a:xfrm>
            <a:custGeom>
              <a:avLst/>
              <a:gdLst>
                <a:gd name="T0" fmla="*/ 0 w 83"/>
                <a:gd name="T1" fmla="*/ 2 h 114"/>
                <a:gd name="T2" fmla="*/ 27 w 83"/>
                <a:gd name="T3" fmla="*/ 2 h 114"/>
                <a:gd name="T4" fmla="*/ 25 w 83"/>
                <a:gd name="T5" fmla="*/ 17 h 114"/>
                <a:gd name="T6" fmla="*/ 25 w 83"/>
                <a:gd name="T7" fmla="*/ 17 h 114"/>
                <a:gd name="T8" fmla="*/ 51 w 83"/>
                <a:gd name="T9" fmla="*/ 0 h 114"/>
                <a:gd name="T10" fmla="*/ 83 w 83"/>
                <a:gd name="T11" fmla="*/ 36 h 114"/>
                <a:gd name="T12" fmla="*/ 42 w 83"/>
                <a:gd name="T13" fmla="*/ 79 h 114"/>
                <a:gd name="T14" fmla="*/ 27 w 83"/>
                <a:gd name="T15" fmla="*/ 77 h 114"/>
                <a:gd name="T16" fmla="*/ 26 w 83"/>
                <a:gd name="T17" fmla="*/ 102 h 114"/>
                <a:gd name="T18" fmla="*/ 38 w 83"/>
                <a:gd name="T19" fmla="*/ 102 h 114"/>
                <a:gd name="T20" fmla="*/ 38 w 83"/>
                <a:gd name="T21" fmla="*/ 114 h 114"/>
                <a:gd name="T22" fmla="*/ 2 w 83"/>
                <a:gd name="T23" fmla="*/ 114 h 114"/>
                <a:gd name="T24" fmla="*/ 2 w 83"/>
                <a:gd name="T25" fmla="*/ 102 h 114"/>
                <a:gd name="T26" fmla="*/ 10 w 83"/>
                <a:gd name="T27" fmla="*/ 102 h 114"/>
                <a:gd name="T28" fmla="*/ 11 w 83"/>
                <a:gd name="T29" fmla="*/ 14 h 114"/>
                <a:gd name="T30" fmla="*/ 0 w 83"/>
                <a:gd name="T31" fmla="*/ 14 h 114"/>
                <a:gd name="T32" fmla="*/ 0 w 83"/>
                <a:gd name="T33" fmla="*/ 2 h 114"/>
                <a:gd name="T34" fmla="*/ 27 w 83"/>
                <a:gd name="T35" fmla="*/ 63 h 114"/>
                <a:gd name="T36" fmla="*/ 42 w 83"/>
                <a:gd name="T37" fmla="*/ 67 h 114"/>
                <a:gd name="T38" fmla="*/ 65 w 83"/>
                <a:gd name="T39" fmla="*/ 39 h 114"/>
                <a:gd name="T40" fmla="*/ 47 w 83"/>
                <a:gd name="T41" fmla="*/ 14 h 114"/>
                <a:gd name="T42" fmla="*/ 27 w 83"/>
                <a:gd name="T43" fmla="*/ 42 h 114"/>
                <a:gd name="T44" fmla="*/ 27 w 83"/>
                <a:gd name="T45" fmla="*/ 6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14">
                  <a:moveTo>
                    <a:pt x="0" y="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3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9" y="7"/>
                    <a:pt x="38" y="0"/>
                    <a:pt x="51" y="0"/>
                  </a:cubicBezTo>
                  <a:cubicBezTo>
                    <a:pt x="69" y="0"/>
                    <a:pt x="83" y="14"/>
                    <a:pt x="83" y="36"/>
                  </a:cubicBezTo>
                  <a:cubicBezTo>
                    <a:pt x="83" y="61"/>
                    <a:pt x="68" y="79"/>
                    <a:pt x="42" y="79"/>
                  </a:cubicBezTo>
                  <a:cubicBezTo>
                    <a:pt x="36" y="79"/>
                    <a:pt x="31" y="79"/>
                    <a:pt x="27" y="7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2"/>
                  </a:lnTo>
                  <a:close/>
                  <a:moveTo>
                    <a:pt x="27" y="63"/>
                  </a:moveTo>
                  <a:cubicBezTo>
                    <a:pt x="30" y="65"/>
                    <a:pt x="36" y="67"/>
                    <a:pt x="42" y="67"/>
                  </a:cubicBezTo>
                  <a:cubicBezTo>
                    <a:pt x="57" y="67"/>
                    <a:pt x="65" y="54"/>
                    <a:pt x="65" y="39"/>
                  </a:cubicBezTo>
                  <a:cubicBezTo>
                    <a:pt x="65" y="25"/>
                    <a:pt x="59" y="14"/>
                    <a:pt x="47" y="14"/>
                  </a:cubicBezTo>
                  <a:cubicBezTo>
                    <a:pt x="34" y="14"/>
                    <a:pt x="27" y="25"/>
                    <a:pt x="27" y="42"/>
                  </a:cubicBezTo>
                  <a:lnTo>
                    <a:pt x="2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</p:spTree>
    <p:extLst>
      <p:ext uri="{BB962C8B-B14F-4D97-AF65-F5344CB8AC3E}">
        <p14:creationId xmlns:p14="http://schemas.microsoft.com/office/powerpoint/2010/main" val="1468226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cksida, Beijer, SRC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" name="Bildobjekt 144" descr="En bild som visar elektronik, stereo, dator&#10;&#10;Automatiskt genererad beskrivning">
            <a:extLst>
              <a:ext uri="{FF2B5EF4-FFF2-40B4-BE49-F238E27FC236}">
                <a16:creationId xmlns:a16="http://schemas.microsoft.com/office/drawing/2014/main" id="{386CE765-D919-4FFE-8968-33C82D864C0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9"/>
          <a:stretch/>
        </p:blipFill>
        <p:spPr>
          <a:xfrm>
            <a:off x="0" y="0"/>
            <a:ext cx="24382413" cy="13716000"/>
          </a:xfrm>
          <a:prstGeom prst="rect">
            <a:avLst/>
          </a:prstGeom>
        </p:spPr>
      </p:pic>
      <p:grpSp>
        <p:nvGrpSpPr>
          <p:cNvPr id="146" name="Grupp 145">
            <a:extLst>
              <a:ext uri="{FF2B5EF4-FFF2-40B4-BE49-F238E27FC236}">
                <a16:creationId xmlns:a16="http://schemas.microsoft.com/office/drawing/2014/main" id="{94176639-2632-478F-9D3B-376085469B8D}"/>
              </a:ext>
            </a:extLst>
          </p:cNvPr>
          <p:cNvGrpSpPr/>
          <p:nvPr userDrawn="1"/>
        </p:nvGrpSpPr>
        <p:grpSpPr>
          <a:xfrm>
            <a:off x="2216151" y="11869738"/>
            <a:ext cx="4795838" cy="1100138"/>
            <a:chOff x="2216151" y="11869738"/>
            <a:chExt cx="4795838" cy="1100138"/>
          </a:xfrm>
          <a:solidFill>
            <a:srgbClr val="F9F2E8"/>
          </a:solidFill>
        </p:grpSpPr>
        <p:grpSp>
          <p:nvGrpSpPr>
            <p:cNvPr id="147" name="Group 205">
              <a:extLst>
                <a:ext uri="{FF2B5EF4-FFF2-40B4-BE49-F238E27FC236}">
                  <a16:creationId xmlns:a16="http://schemas.microsoft.com/office/drawing/2014/main" id="{6CC8882F-2FBA-40D0-9F5F-FAF40A97D82C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2216151" y="11869738"/>
              <a:ext cx="4795838" cy="1100138"/>
              <a:chOff x="1396" y="7477"/>
              <a:chExt cx="3021" cy="693"/>
            </a:xfrm>
            <a:grpFill/>
          </p:grpSpPr>
          <p:sp>
            <p:nvSpPr>
              <p:cNvPr id="449" name="Rectangle 5">
                <a:extLst>
                  <a:ext uri="{FF2B5EF4-FFF2-40B4-BE49-F238E27FC236}">
                    <a16:creationId xmlns:a16="http://schemas.microsoft.com/office/drawing/2014/main" id="{6A5FE9A2-D20E-4033-8119-360742D33F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664" y="7477"/>
                <a:ext cx="5" cy="69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0" name="Rectangle 6">
                <a:extLst>
                  <a:ext uri="{FF2B5EF4-FFF2-40B4-BE49-F238E27FC236}">
                    <a16:creationId xmlns:a16="http://schemas.microsoft.com/office/drawing/2014/main" id="{101CA72B-CE1B-420F-8B4A-3B8796EC6B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4394" y="7791"/>
                <a:ext cx="23" cy="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1" name="Freeform 7">
                <a:extLst>
                  <a:ext uri="{FF2B5EF4-FFF2-40B4-BE49-F238E27FC236}">
                    <a16:creationId xmlns:a16="http://schemas.microsoft.com/office/drawing/2014/main" id="{A11F4B63-6181-4B39-B46B-39DF1FFE580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91" y="7547"/>
                <a:ext cx="101" cy="117"/>
              </a:xfrm>
              <a:custGeom>
                <a:avLst/>
                <a:gdLst>
                  <a:gd name="T0" fmla="*/ 58 w 136"/>
                  <a:gd name="T1" fmla="*/ 153 h 157"/>
                  <a:gd name="T2" fmla="*/ 39 w 136"/>
                  <a:gd name="T3" fmla="*/ 133 h 157"/>
                  <a:gd name="T4" fmla="*/ 39 w 136"/>
                  <a:gd name="T5" fmla="*/ 78 h 157"/>
                  <a:gd name="T6" fmla="*/ 39 w 136"/>
                  <a:gd name="T7" fmla="*/ 78 h 157"/>
                  <a:gd name="T8" fmla="*/ 81 w 136"/>
                  <a:gd name="T9" fmla="*/ 134 h 157"/>
                  <a:gd name="T10" fmla="*/ 89 w 136"/>
                  <a:gd name="T11" fmla="*/ 147 h 157"/>
                  <a:gd name="T12" fmla="*/ 76 w 136"/>
                  <a:gd name="T13" fmla="*/ 153 h 157"/>
                  <a:gd name="T14" fmla="*/ 76 w 136"/>
                  <a:gd name="T15" fmla="*/ 157 h 157"/>
                  <a:gd name="T16" fmla="*/ 136 w 136"/>
                  <a:gd name="T17" fmla="*/ 157 h 157"/>
                  <a:gd name="T18" fmla="*/ 136 w 136"/>
                  <a:gd name="T19" fmla="*/ 153 h 157"/>
                  <a:gd name="T20" fmla="*/ 100 w 136"/>
                  <a:gd name="T21" fmla="*/ 128 h 157"/>
                  <a:gd name="T22" fmla="*/ 54 w 136"/>
                  <a:gd name="T23" fmla="*/ 69 h 157"/>
                  <a:gd name="T24" fmla="*/ 95 w 136"/>
                  <a:gd name="T25" fmla="*/ 21 h 157"/>
                  <a:gd name="T26" fmla="*/ 127 w 136"/>
                  <a:gd name="T27" fmla="*/ 4 h 157"/>
                  <a:gd name="T28" fmla="*/ 127 w 136"/>
                  <a:gd name="T29" fmla="*/ 0 h 157"/>
                  <a:gd name="T30" fmla="*/ 75 w 136"/>
                  <a:gd name="T31" fmla="*/ 0 h 157"/>
                  <a:gd name="T32" fmla="*/ 75 w 136"/>
                  <a:gd name="T33" fmla="*/ 4 h 157"/>
                  <a:gd name="T34" fmla="*/ 88 w 136"/>
                  <a:gd name="T35" fmla="*/ 10 h 157"/>
                  <a:gd name="T36" fmla="*/ 83 w 136"/>
                  <a:gd name="T37" fmla="*/ 19 h 157"/>
                  <a:gd name="T38" fmla="*/ 39 w 136"/>
                  <a:gd name="T39" fmla="*/ 71 h 157"/>
                  <a:gd name="T40" fmla="*/ 39 w 136"/>
                  <a:gd name="T41" fmla="*/ 24 h 157"/>
                  <a:gd name="T42" fmla="*/ 58 w 136"/>
                  <a:gd name="T43" fmla="*/ 4 h 157"/>
                  <a:gd name="T44" fmla="*/ 58 w 136"/>
                  <a:gd name="T45" fmla="*/ 0 h 157"/>
                  <a:gd name="T46" fmla="*/ 0 w 136"/>
                  <a:gd name="T47" fmla="*/ 0 h 157"/>
                  <a:gd name="T48" fmla="*/ 0 w 136"/>
                  <a:gd name="T49" fmla="*/ 4 h 157"/>
                  <a:gd name="T50" fmla="*/ 19 w 136"/>
                  <a:gd name="T51" fmla="*/ 24 h 157"/>
                  <a:gd name="T52" fmla="*/ 19 w 136"/>
                  <a:gd name="T53" fmla="*/ 133 h 157"/>
                  <a:gd name="T54" fmla="*/ 0 w 136"/>
                  <a:gd name="T55" fmla="*/ 153 h 157"/>
                  <a:gd name="T56" fmla="*/ 0 w 136"/>
                  <a:gd name="T57" fmla="*/ 157 h 157"/>
                  <a:gd name="T58" fmla="*/ 58 w 136"/>
                  <a:gd name="T59" fmla="*/ 157 h 157"/>
                  <a:gd name="T60" fmla="*/ 58 w 136"/>
                  <a:gd name="T61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7">
                    <a:moveTo>
                      <a:pt x="58" y="153"/>
                    </a:moveTo>
                    <a:cubicBezTo>
                      <a:pt x="46" y="153"/>
                      <a:pt x="39" y="151"/>
                      <a:pt x="39" y="13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0"/>
                      <a:pt x="89" y="144"/>
                      <a:pt x="89" y="147"/>
                    </a:cubicBezTo>
                    <a:cubicBezTo>
                      <a:pt x="89" y="151"/>
                      <a:pt x="85" y="153"/>
                      <a:pt x="76" y="153"/>
                    </a:cubicBezTo>
                    <a:cubicBezTo>
                      <a:pt x="76" y="157"/>
                      <a:pt x="76" y="157"/>
                      <a:pt x="76" y="157"/>
                    </a:cubicBezTo>
                    <a:cubicBezTo>
                      <a:pt x="136" y="157"/>
                      <a:pt x="136" y="157"/>
                      <a:pt x="136" y="157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1"/>
                      <a:pt x="100" y="12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7"/>
                      <a:pt x="115" y="4"/>
                      <a:pt x="127" y="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84" y="4"/>
                      <a:pt x="88" y="6"/>
                      <a:pt x="88" y="10"/>
                    </a:cubicBezTo>
                    <a:cubicBezTo>
                      <a:pt x="88" y="12"/>
                      <a:pt x="85" y="16"/>
                      <a:pt x="83" y="19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8" y="157"/>
                      <a:pt x="58" y="157"/>
                      <a:pt x="58" y="157"/>
                    </a:cubicBezTo>
                    <a:lnTo>
                      <a:pt x="58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2" name="Freeform 8">
                <a:extLst>
                  <a:ext uri="{FF2B5EF4-FFF2-40B4-BE49-F238E27FC236}">
                    <a16:creationId xmlns:a16="http://schemas.microsoft.com/office/drawing/2014/main" id="{4462E9B4-07F2-49B2-AD0A-F44AE66F0E7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9" y="7547"/>
                <a:ext cx="105" cy="119"/>
              </a:xfrm>
              <a:custGeom>
                <a:avLst/>
                <a:gdLst>
                  <a:gd name="T0" fmla="*/ 19 w 142"/>
                  <a:gd name="T1" fmla="*/ 24 h 160"/>
                  <a:gd name="T2" fmla="*/ 19 w 142"/>
                  <a:gd name="T3" fmla="*/ 103 h 160"/>
                  <a:gd name="T4" fmla="*/ 72 w 142"/>
                  <a:gd name="T5" fmla="*/ 160 h 160"/>
                  <a:gd name="T6" fmla="*/ 122 w 142"/>
                  <a:gd name="T7" fmla="*/ 103 h 160"/>
                  <a:gd name="T8" fmla="*/ 122 w 142"/>
                  <a:gd name="T9" fmla="*/ 24 h 160"/>
                  <a:gd name="T10" fmla="*/ 142 w 142"/>
                  <a:gd name="T11" fmla="*/ 4 h 160"/>
                  <a:gd name="T12" fmla="*/ 142 w 142"/>
                  <a:gd name="T13" fmla="*/ 0 h 160"/>
                  <a:gd name="T14" fmla="*/ 90 w 142"/>
                  <a:gd name="T15" fmla="*/ 0 h 160"/>
                  <a:gd name="T16" fmla="*/ 90 w 142"/>
                  <a:gd name="T17" fmla="*/ 4 h 160"/>
                  <a:gd name="T18" fmla="*/ 110 w 142"/>
                  <a:gd name="T19" fmla="*/ 24 h 160"/>
                  <a:gd name="T20" fmla="*/ 110 w 142"/>
                  <a:gd name="T21" fmla="*/ 103 h 160"/>
                  <a:gd name="T22" fmla="*/ 73 w 142"/>
                  <a:gd name="T23" fmla="*/ 150 h 160"/>
                  <a:gd name="T24" fmla="*/ 39 w 142"/>
                  <a:gd name="T25" fmla="*/ 103 h 160"/>
                  <a:gd name="T26" fmla="*/ 39 w 142"/>
                  <a:gd name="T27" fmla="*/ 24 h 160"/>
                  <a:gd name="T28" fmla="*/ 58 w 142"/>
                  <a:gd name="T29" fmla="*/ 4 h 160"/>
                  <a:gd name="T30" fmla="*/ 58 w 142"/>
                  <a:gd name="T31" fmla="*/ 0 h 160"/>
                  <a:gd name="T32" fmla="*/ 0 w 142"/>
                  <a:gd name="T33" fmla="*/ 0 h 160"/>
                  <a:gd name="T34" fmla="*/ 0 w 142"/>
                  <a:gd name="T35" fmla="*/ 4 h 160"/>
                  <a:gd name="T36" fmla="*/ 19 w 142"/>
                  <a:gd name="T37" fmla="*/ 2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60">
                    <a:moveTo>
                      <a:pt x="19" y="24"/>
                    </a:moveTo>
                    <a:cubicBezTo>
                      <a:pt x="19" y="103"/>
                      <a:pt x="19" y="103"/>
                      <a:pt x="19" y="103"/>
                    </a:cubicBezTo>
                    <a:cubicBezTo>
                      <a:pt x="19" y="136"/>
                      <a:pt x="26" y="160"/>
                      <a:pt x="72" y="160"/>
                    </a:cubicBezTo>
                    <a:cubicBezTo>
                      <a:pt x="118" y="160"/>
                      <a:pt x="122" y="135"/>
                      <a:pt x="122" y="10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4"/>
                      <a:pt x="142" y="4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10" y="6"/>
                      <a:pt x="110" y="24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0" y="131"/>
                      <a:pt x="105" y="150"/>
                      <a:pt x="73" y="150"/>
                    </a:cubicBezTo>
                    <a:cubicBezTo>
                      <a:pt x="44" y="150"/>
                      <a:pt x="39" y="127"/>
                      <a:pt x="39" y="10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3" name="Freeform 9">
                <a:extLst>
                  <a:ext uri="{FF2B5EF4-FFF2-40B4-BE49-F238E27FC236}">
                    <a16:creationId xmlns:a16="http://schemas.microsoft.com/office/drawing/2014/main" id="{B92E7025-0C9C-4212-89C1-6F3003A75F4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6" y="7547"/>
                <a:ext cx="105" cy="117"/>
              </a:xfrm>
              <a:custGeom>
                <a:avLst/>
                <a:gdLst>
                  <a:gd name="T0" fmla="*/ 51 w 141"/>
                  <a:gd name="T1" fmla="*/ 153 h 157"/>
                  <a:gd name="T2" fmla="*/ 32 w 141"/>
                  <a:gd name="T3" fmla="*/ 133 h 157"/>
                  <a:gd name="T4" fmla="*/ 32 w 141"/>
                  <a:gd name="T5" fmla="*/ 21 h 157"/>
                  <a:gd name="T6" fmla="*/ 32 w 141"/>
                  <a:gd name="T7" fmla="*/ 21 h 157"/>
                  <a:gd name="T8" fmla="*/ 105 w 141"/>
                  <a:gd name="T9" fmla="*/ 157 h 157"/>
                  <a:gd name="T10" fmla="*/ 121 w 141"/>
                  <a:gd name="T11" fmla="*/ 157 h 157"/>
                  <a:gd name="T12" fmla="*/ 121 w 141"/>
                  <a:gd name="T13" fmla="*/ 24 h 157"/>
                  <a:gd name="T14" fmla="*/ 141 w 141"/>
                  <a:gd name="T15" fmla="*/ 4 h 157"/>
                  <a:gd name="T16" fmla="*/ 141 w 141"/>
                  <a:gd name="T17" fmla="*/ 0 h 157"/>
                  <a:gd name="T18" fmla="*/ 90 w 141"/>
                  <a:gd name="T19" fmla="*/ 0 h 157"/>
                  <a:gd name="T20" fmla="*/ 90 w 141"/>
                  <a:gd name="T21" fmla="*/ 4 h 157"/>
                  <a:gd name="T22" fmla="*/ 109 w 141"/>
                  <a:gd name="T23" fmla="*/ 24 h 157"/>
                  <a:gd name="T24" fmla="*/ 109 w 141"/>
                  <a:gd name="T25" fmla="*/ 127 h 157"/>
                  <a:gd name="T26" fmla="*/ 108 w 141"/>
                  <a:gd name="T27" fmla="*/ 127 h 157"/>
                  <a:gd name="T28" fmla="*/ 40 w 141"/>
                  <a:gd name="T29" fmla="*/ 0 h 157"/>
                  <a:gd name="T30" fmla="*/ 0 w 141"/>
                  <a:gd name="T31" fmla="*/ 0 h 157"/>
                  <a:gd name="T32" fmla="*/ 0 w 141"/>
                  <a:gd name="T33" fmla="*/ 4 h 157"/>
                  <a:gd name="T34" fmla="*/ 19 w 141"/>
                  <a:gd name="T35" fmla="*/ 24 h 157"/>
                  <a:gd name="T36" fmla="*/ 19 w 141"/>
                  <a:gd name="T37" fmla="*/ 133 h 157"/>
                  <a:gd name="T38" fmla="*/ 0 w 141"/>
                  <a:gd name="T39" fmla="*/ 153 h 157"/>
                  <a:gd name="T40" fmla="*/ 0 w 141"/>
                  <a:gd name="T41" fmla="*/ 157 h 157"/>
                  <a:gd name="T42" fmla="*/ 51 w 141"/>
                  <a:gd name="T43" fmla="*/ 157 h 157"/>
                  <a:gd name="T44" fmla="*/ 51 w 141"/>
                  <a:gd name="T45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7">
                    <a:moveTo>
                      <a:pt x="51" y="153"/>
                    </a:moveTo>
                    <a:cubicBezTo>
                      <a:pt x="39" y="153"/>
                      <a:pt x="32" y="151"/>
                      <a:pt x="32" y="133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105" y="157"/>
                      <a:pt x="105" y="157"/>
                      <a:pt x="105" y="157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1" y="6"/>
                      <a:pt x="128" y="4"/>
                      <a:pt x="141" y="4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8" y="127"/>
                      <a:pt x="108" y="127"/>
                      <a:pt x="108" y="1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1" y="157"/>
                      <a:pt x="51" y="157"/>
                      <a:pt x="51" y="157"/>
                    </a:cubicBezTo>
                    <a:lnTo>
                      <a:pt x="51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4" name="Freeform 10">
                <a:extLst>
                  <a:ext uri="{FF2B5EF4-FFF2-40B4-BE49-F238E27FC236}">
                    <a16:creationId xmlns:a16="http://schemas.microsoft.com/office/drawing/2014/main" id="{2F7C0596-BCF4-4767-9F22-A79B74CE39B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40" y="7544"/>
                <a:ext cx="97" cy="122"/>
              </a:xfrm>
              <a:custGeom>
                <a:avLst/>
                <a:gdLst>
                  <a:gd name="T0" fmla="*/ 69 w 129"/>
                  <a:gd name="T1" fmla="*/ 163 h 163"/>
                  <a:gd name="T2" fmla="*/ 111 w 129"/>
                  <a:gd name="T3" fmla="*/ 156 h 163"/>
                  <a:gd name="T4" fmla="*/ 111 w 129"/>
                  <a:gd name="T5" fmla="*/ 97 h 163"/>
                  <a:gd name="T6" fmla="*/ 129 w 129"/>
                  <a:gd name="T7" fmla="*/ 78 h 163"/>
                  <a:gd name="T8" fmla="*/ 129 w 129"/>
                  <a:gd name="T9" fmla="*/ 73 h 163"/>
                  <a:gd name="T10" fmla="*/ 72 w 129"/>
                  <a:gd name="T11" fmla="*/ 73 h 163"/>
                  <a:gd name="T12" fmla="*/ 72 w 129"/>
                  <a:gd name="T13" fmla="*/ 78 h 163"/>
                  <a:gd name="T14" fmla="*/ 91 w 129"/>
                  <a:gd name="T15" fmla="*/ 97 h 163"/>
                  <a:gd name="T16" fmla="*/ 91 w 129"/>
                  <a:gd name="T17" fmla="*/ 150 h 163"/>
                  <a:gd name="T18" fmla="*/ 73 w 129"/>
                  <a:gd name="T19" fmla="*/ 152 h 163"/>
                  <a:gd name="T20" fmla="*/ 22 w 129"/>
                  <a:gd name="T21" fmla="*/ 74 h 163"/>
                  <a:gd name="T22" fmla="*/ 62 w 129"/>
                  <a:gd name="T23" fmla="*/ 10 h 163"/>
                  <a:gd name="T24" fmla="*/ 104 w 129"/>
                  <a:gd name="T25" fmla="*/ 44 h 163"/>
                  <a:gd name="T26" fmla="*/ 110 w 129"/>
                  <a:gd name="T27" fmla="*/ 44 h 163"/>
                  <a:gd name="T28" fmla="*/ 108 w 129"/>
                  <a:gd name="T29" fmla="*/ 7 h 163"/>
                  <a:gd name="T30" fmla="*/ 65 w 129"/>
                  <a:gd name="T31" fmla="*/ 0 h 163"/>
                  <a:gd name="T32" fmla="*/ 0 w 129"/>
                  <a:gd name="T33" fmla="*/ 77 h 163"/>
                  <a:gd name="T34" fmla="*/ 69 w 129"/>
                  <a:gd name="T3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163">
                    <a:moveTo>
                      <a:pt x="69" y="163"/>
                    </a:moveTo>
                    <a:cubicBezTo>
                      <a:pt x="88" y="163"/>
                      <a:pt x="101" y="159"/>
                      <a:pt x="111" y="156"/>
                    </a:cubicBezTo>
                    <a:cubicBezTo>
                      <a:pt x="111" y="97"/>
                      <a:pt x="111" y="97"/>
                      <a:pt x="111" y="97"/>
                    </a:cubicBezTo>
                    <a:cubicBezTo>
                      <a:pt x="111" y="79"/>
                      <a:pt x="118" y="78"/>
                      <a:pt x="129" y="78"/>
                    </a:cubicBezTo>
                    <a:cubicBezTo>
                      <a:pt x="129" y="73"/>
                      <a:pt x="129" y="73"/>
                      <a:pt x="129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83" y="78"/>
                      <a:pt x="91" y="79"/>
                      <a:pt x="91" y="97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87" y="151"/>
                      <a:pt x="83" y="152"/>
                      <a:pt x="73" y="152"/>
                    </a:cubicBezTo>
                    <a:cubicBezTo>
                      <a:pt x="27" y="152"/>
                      <a:pt x="22" y="104"/>
                      <a:pt x="22" y="74"/>
                    </a:cubicBezTo>
                    <a:cubicBezTo>
                      <a:pt x="22" y="46"/>
                      <a:pt x="24" y="10"/>
                      <a:pt x="62" y="10"/>
                    </a:cubicBezTo>
                    <a:cubicBezTo>
                      <a:pt x="93" y="10"/>
                      <a:pt x="102" y="30"/>
                      <a:pt x="104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97" y="4"/>
                      <a:pt x="83" y="0"/>
                      <a:pt x="65" y="0"/>
                    </a:cubicBezTo>
                    <a:cubicBezTo>
                      <a:pt x="14" y="0"/>
                      <a:pt x="0" y="27"/>
                      <a:pt x="0" y="77"/>
                    </a:cubicBezTo>
                    <a:cubicBezTo>
                      <a:pt x="0" y="132"/>
                      <a:pt x="23" y="163"/>
                      <a:pt x="69" y="1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5" name="Freeform 11">
                <a:extLst>
                  <a:ext uri="{FF2B5EF4-FFF2-40B4-BE49-F238E27FC236}">
                    <a16:creationId xmlns:a16="http://schemas.microsoft.com/office/drawing/2014/main" id="{0276A74E-81C5-4C23-84E7-47C24CFCF57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2" y="7547"/>
                <a:ext cx="75" cy="117"/>
              </a:xfrm>
              <a:custGeom>
                <a:avLst/>
                <a:gdLst>
                  <a:gd name="T0" fmla="*/ 100 w 100"/>
                  <a:gd name="T1" fmla="*/ 123 h 157"/>
                  <a:gd name="T2" fmla="*/ 95 w 100"/>
                  <a:gd name="T3" fmla="*/ 123 h 157"/>
                  <a:gd name="T4" fmla="*/ 68 w 100"/>
                  <a:gd name="T5" fmla="*/ 148 h 157"/>
                  <a:gd name="T6" fmla="*/ 54 w 100"/>
                  <a:gd name="T7" fmla="*/ 148 h 157"/>
                  <a:gd name="T8" fmla="*/ 39 w 100"/>
                  <a:gd name="T9" fmla="*/ 133 h 157"/>
                  <a:gd name="T10" fmla="*/ 39 w 100"/>
                  <a:gd name="T11" fmla="*/ 24 h 157"/>
                  <a:gd name="T12" fmla="*/ 58 w 100"/>
                  <a:gd name="T13" fmla="*/ 4 h 157"/>
                  <a:gd name="T14" fmla="*/ 58 w 100"/>
                  <a:gd name="T15" fmla="*/ 0 h 157"/>
                  <a:gd name="T16" fmla="*/ 0 w 100"/>
                  <a:gd name="T17" fmla="*/ 0 h 157"/>
                  <a:gd name="T18" fmla="*/ 0 w 100"/>
                  <a:gd name="T19" fmla="*/ 4 h 157"/>
                  <a:gd name="T20" fmla="*/ 19 w 100"/>
                  <a:gd name="T21" fmla="*/ 24 h 157"/>
                  <a:gd name="T22" fmla="*/ 19 w 100"/>
                  <a:gd name="T23" fmla="*/ 133 h 157"/>
                  <a:gd name="T24" fmla="*/ 0 w 100"/>
                  <a:gd name="T25" fmla="*/ 153 h 157"/>
                  <a:gd name="T26" fmla="*/ 0 w 100"/>
                  <a:gd name="T27" fmla="*/ 157 h 157"/>
                  <a:gd name="T28" fmla="*/ 99 w 100"/>
                  <a:gd name="T29" fmla="*/ 157 h 157"/>
                  <a:gd name="T30" fmla="*/ 100 w 100"/>
                  <a:gd name="T31" fmla="*/ 1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157">
                    <a:moveTo>
                      <a:pt x="100" y="123"/>
                    </a:moveTo>
                    <a:cubicBezTo>
                      <a:pt x="95" y="123"/>
                      <a:pt x="95" y="123"/>
                      <a:pt x="95" y="123"/>
                    </a:cubicBezTo>
                    <a:cubicBezTo>
                      <a:pt x="91" y="141"/>
                      <a:pt x="87" y="148"/>
                      <a:pt x="68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40" y="148"/>
                      <a:pt x="39" y="147"/>
                      <a:pt x="39" y="13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99" y="157"/>
                      <a:pt x="99" y="157"/>
                      <a:pt x="99" y="157"/>
                    </a:cubicBezTo>
                    <a:lnTo>
                      <a:pt x="100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6" name="Oval 12">
                <a:extLst>
                  <a:ext uri="{FF2B5EF4-FFF2-40B4-BE49-F238E27FC236}">
                    <a16:creationId xmlns:a16="http://schemas.microsoft.com/office/drawing/2014/main" id="{58034710-C7A5-430F-B672-749C0CA12E1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3943" y="7647"/>
                <a:ext cx="18" cy="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7" name="Freeform 13">
                <a:extLst>
                  <a:ext uri="{FF2B5EF4-FFF2-40B4-BE49-F238E27FC236}">
                    <a16:creationId xmlns:a16="http://schemas.microsoft.com/office/drawing/2014/main" id="{B8AFD1F4-7061-49E5-82BE-242606615C1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86" y="7728"/>
                <a:ext cx="115" cy="119"/>
              </a:xfrm>
              <a:custGeom>
                <a:avLst/>
                <a:gdLst>
                  <a:gd name="T0" fmla="*/ 25 w 154"/>
                  <a:gd name="T1" fmla="*/ 26 h 160"/>
                  <a:gd name="T2" fmla="*/ 71 w 154"/>
                  <a:gd name="T3" fmla="*/ 160 h 160"/>
                  <a:gd name="T4" fmla="*/ 84 w 154"/>
                  <a:gd name="T5" fmla="*/ 160 h 160"/>
                  <a:gd name="T6" fmla="*/ 129 w 154"/>
                  <a:gd name="T7" fmla="*/ 30 h 160"/>
                  <a:gd name="T8" fmla="*/ 154 w 154"/>
                  <a:gd name="T9" fmla="*/ 5 h 160"/>
                  <a:gd name="T10" fmla="*/ 154 w 154"/>
                  <a:gd name="T11" fmla="*/ 0 h 160"/>
                  <a:gd name="T12" fmla="*/ 105 w 154"/>
                  <a:gd name="T13" fmla="*/ 0 h 160"/>
                  <a:gd name="T14" fmla="*/ 105 w 154"/>
                  <a:gd name="T15" fmla="*/ 5 h 160"/>
                  <a:gd name="T16" fmla="*/ 121 w 154"/>
                  <a:gd name="T17" fmla="*/ 13 h 160"/>
                  <a:gd name="T18" fmla="*/ 118 w 154"/>
                  <a:gd name="T19" fmla="*/ 22 h 160"/>
                  <a:gd name="T20" fmla="*/ 81 w 154"/>
                  <a:gd name="T21" fmla="*/ 131 h 160"/>
                  <a:gd name="T22" fmla="*/ 46 w 154"/>
                  <a:gd name="T23" fmla="*/ 27 h 160"/>
                  <a:gd name="T24" fmla="*/ 43 w 154"/>
                  <a:gd name="T25" fmla="*/ 14 h 160"/>
                  <a:gd name="T26" fmla="*/ 58 w 154"/>
                  <a:gd name="T27" fmla="*/ 5 h 160"/>
                  <a:gd name="T28" fmla="*/ 58 w 154"/>
                  <a:gd name="T29" fmla="*/ 0 h 160"/>
                  <a:gd name="T30" fmla="*/ 0 w 154"/>
                  <a:gd name="T31" fmla="*/ 0 h 160"/>
                  <a:gd name="T32" fmla="*/ 0 w 154"/>
                  <a:gd name="T33" fmla="*/ 5 h 160"/>
                  <a:gd name="T34" fmla="*/ 25 w 154"/>
                  <a:gd name="T3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0">
                    <a:moveTo>
                      <a:pt x="25" y="26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84" y="160"/>
                      <a:pt x="84" y="160"/>
                      <a:pt x="84" y="16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4" y="15"/>
                      <a:pt x="140" y="5"/>
                      <a:pt x="154" y="5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14" y="5"/>
                      <a:pt x="121" y="6"/>
                      <a:pt x="121" y="13"/>
                    </a:cubicBezTo>
                    <a:cubicBezTo>
                      <a:pt x="121" y="15"/>
                      <a:pt x="120" y="19"/>
                      <a:pt x="118" y="22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1"/>
                      <a:pt x="43" y="18"/>
                      <a:pt x="43" y="14"/>
                    </a:cubicBezTo>
                    <a:cubicBezTo>
                      <a:pt x="43" y="8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10"/>
                      <a:pt x="25" y="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8" name="Freeform 14">
                <a:extLst>
                  <a:ext uri="{FF2B5EF4-FFF2-40B4-BE49-F238E27FC236}">
                    <a16:creationId xmlns:a16="http://schemas.microsoft.com/office/drawing/2014/main" id="{C17B2F97-F1F8-44B9-BA6D-3FA02DD9581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08" y="7728"/>
                <a:ext cx="78" cy="118"/>
              </a:xfrm>
              <a:custGeom>
                <a:avLst/>
                <a:gdLst>
                  <a:gd name="T0" fmla="*/ 0 w 105"/>
                  <a:gd name="T1" fmla="*/ 153 h 158"/>
                  <a:gd name="T2" fmla="*/ 0 w 105"/>
                  <a:gd name="T3" fmla="*/ 158 h 158"/>
                  <a:gd name="T4" fmla="*/ 104 w 105"/>
                  <a:gd name="T5" fmla="*/ 158 h 158"/>
                  <a:gd name="T6" fmla="*/ 105 w 105"/>
                  <a:gd name="T7" fmla="*/ 126 h 158"/>
                  <a:gd name="T8" fmla="*/ 100 w 105"/>
                  <a:gd name="T9" fmla="*/ 126 h 158"/>
                  <a:gd name="T10" fmla="*/ 73 w 105"/>
                  <a:gd name="T11" fmla="*/ 148 h 158"/>
                  <a:gd name="T12" fmla="*/ 51 w 105"/>
                  <a:gd name="T13" fmla="*/ 148 h 158"/>
                  <a:gd name="T14" fmla="*/ 39 w 105"/>
                  <a:gd name="T15" fmla="*/ 129 h 158"/>
                  <a:gd name="T16" fmla="*/ 39 w 105"/>
                  <a:gd name="T17" fmla="*/ 80 h 158"/>
                  <a:gd name="T18" fmla="*/ 68 w 105"/>
                  <a:gd name="T19" fmla="*/ 80 h 158"/>
                  <a:gd name="T20" fmla="*/ 88 w 105"/>
                  <a:gd name="T21" fmla="*/ 100 h 158"/>
                  <a:gd name="T22" fmla="*/ 93 w 105"/>
                  <a:gd name="T23" fmla="*/ 100 h 158"/>
                  <a:gd name="T24" fmla="*/ 93 w 105"/>
                  <a:gd name="T25" fmla="*/ 51 h 158"/>
                  <a:gd name="T26" fmla="*/ 88 w 105"/>
                  <a:gd name="T27" fmla="*/ 51 h 158"/>
                  <a:gd name="T28" fmla="*/ 68 w 105"/>
                  <a:gd name="T29" fmla="*/ 71 h 158"/>
                  <a:gd name="T30" fmla="*/ 39 w 105"/>
                  <a:gd name="T31" fmla="*/ 71 h 158"/>
                  <a:gd name="T32" fmla="*/ 39 w 105"/>
                  <a:gd name="T33" fmla="*/ 29 h 158"/>
                  <a:gd name="T34" fmla="*/ 51 w 105"/>
                  <a:gd name="T35" fmla="*/ 9 h 158"/>
                  <a:gd name="T36" fmla="*/ 71 w 105"/>
                  <a:gd name="T37" fmla="*/ 9 h 158"/>
                  <a:gd name="T38" fmla="*/ 97 w 105"/>
                  <a:gd name="T39" fmla="*/ 29 h 158"/>
                  <a:gd name="T40" fmla="*/ 102 w 105"/>
                  <a:gd name="T41" fmla="*/ 29 h 158"/>
                  <a:gd name="T42" fmla="*/ 101 w 105"/>
                  <a:gd name="T43" fmla="*/ 0 h 158"/>
                  <a:gd name="T44" fmla="*/ 0 w 105"/>
                  <a:gd name="T45" fmla="*/ 0 h 158"/>
                  <a:gd name="T46" fmla="*/ 0 w 105"/>
                  <a:gd name="T47" fmla="*/ 5 h 158"/>
                  <a:gd name="T48" fmla="*/ 20 w 105"/>
                  <a:gd name="T49" fmla="*/ 24 h 158"/>
                  <a:gd name="T50" fmla="*/ 20 w 105"/>
                  <a:gd name="T51" fmla="*/ 134 h 158"/>
                  <a:gd name="T52" fmla="*/ 0 w 105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6"/>
                      <a:pt x="105" y="126"/>
                      <a:pt x="105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9" name="Freeform 15">
                <a:extLst>
                  <a:ext uri="{FF2B5EF4-FFF2-40B4-BE49-F238E27FC236}">
                    <a16:creationId xmlns:a16="http://schemas.microsoft.com/office/drawing/2014/main" id="{BC9CEE3F-9E64-4C96-8A13-0B0320CDDE3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98" y="7728"/>
                <a:ext cx="84" cy="118"/>
              </a:xfrm>
              <a:custGeom>
                <a:avLst/>
                <a:gdLst>
                  <a:gd name="T0" fmla="*/ 79 w 114"/>
                  <a:gd name="T1" fmla="*/ 9 h 158"/>
                  <a:gd name="T2" fmla="*/ 108 w 114"/>
                  <a:gd name="T3" fmla="*/ 32 h 158"/>
                  <a:gd name="T4" fmla="*/ 114 w 114"/>
                  <a:gd name="T5" fmla="*/ 32 h 158"/>
                  <a:gd name="T6" fmla="*/ 112 w 114"/>
                  <a:gd name="T7" fmla="*/ 0 h 158"/>
                  <a:gd name="T8" fmla="*/ 2 w 114"/>
                  <a:gd name="T9" fmla="*/ 0 h 158"/>
                  <a:gd name="T10" fmla="*/ 0 w 114"/>
                  <a:gd name="T11" fmla="*/ 32 h 158"/>
                  <a:gd name="T12" fmla="*/ 5 w 114"/>
                  <a:gd name="T13" fmla="*/ 32 h 158"/>
                  <a:gd name="T14" fmla="*/ 34 w 114"/>
                  <a:gd name="T15" fmla="*/ 9 h 158"/>
                  <a:gd name="T16" fmla="*/ 47 w 114"/>
                  <a:gd name="T17" fmla="*/ 9 h 158"/>
                  <a:gd name="T18" fmla="*/ 47 w 114"/>
                  <a:gd name="T19" fmla="*/ 134 h 158"/>
                  <a:gd name="T20" fmla="*/ 26 w 114"/>
                  <a:gd name="T21" fmla="*/ 153 h 158"/>
                  <a:gd name="T22" fmla="*/ 26 w 114"/>
                  <a:gd name="T23" fmla="*/ 158 h 158"/>
                  <a:gd name="T24" fmla="*/ 88 w 114"/>
                  <a:gd name="T25" fmla="*/ 158 h 158"/>
                  <a:gd name="T26" fmla="*/ 88 w 114"/>
                  <a:gd name="T27" fmla="*/ 153 h 158"/>
                  <a:gd name="T28" fmla="*/ 67 w 114"/>
                  <a:gd name="T29" fmla="*/ 134 h 158"/>
                  <a:gd name="T30" fmla="*/ 67 w 114"/>
                  <a:gd name="T31" fmla="*/ 9 h 158"/>
                  <a:gd name="T32" fmla="*/ 79 w 114"/>
                  <a:gd name="T33" fmla="*/ 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58">
                    <a:moveTo>
                      <a:pt x="79" y="9"/>
                    </a:moveTo>
                    <a:cubicBezTo>
                      <a:pt x="100" y="9"/>
                      <a:pt x="107" y="17"/>
                      <a:pt x="108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9"/>
                      <a:pt x="11" y="9"/>
                      <a:pt x="34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134"/>
                      <a:pt x="47" y="134"/>
                      <a:pt x="47" y="134"/>
                    </a:cubicBezTo>
                    <a:cubicBezTo>
                      <a:pt x="47" y="151"/>
                      <a:pt x="39" y="153"/>
                      <a:pt x="26" y="153"/>
                    </a:cubicBezTo>
                    <a:cubicBezTo>
                      <a:pt x="26" y="158"/>
                      <a:pt x="26" y="158"/>
                      <a:pt x="26" y="158"/>
                    </a:cubicBezTo>
                    <a:cubicBezTo>
                      <a:pt x="88" y="158"/>
                      <a:pt x="88" y="158"/>
                      <a:pt x="88" y="158"/>
                    </a:cubicBezTo>
                    <a:cubicBezTo>
                      <a:pt x="88" y="153"/>
                      <a:pt x="88" y="153"/>
                      <a:pt x="88" y="153"/>
                    </a:cubicBezTo>
                    <a:cubicBezTo>
                      <a:pt x="75" y="153"/>
                      <a:pt x="67" y="151"/>
                      <a:pt x="67" y="134"/>
                    </a:cubicBezTo>
                    <a:cubicBezTo>
                      <a:pt x="67" y="9"/>
                      <a:pt x="67" y="9"/>
                      <a:pt x="67" y="9"/>
                    </a:cubicBezTo>
                    <a:lnTo>
                      <a:pt x="79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0" name="Freeform 16">
                <a:extLst>
                  <a:ext uri="{FF2B5EF4-FFF2-40B4-BE49-F238E27FC236}">
                    <a16:creationId xmlns:a16="http://schemas.microsoft.com/office/drawing/2014/main" id="{CC92985B-6141-4F13-BC0C-055FDAE99BB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92" y="7728"/>
                <a:ext cx="79" cy="118"/>
              </a:xfrm>
              <a:custGeom>
                <a:avLst/>
                <a:gdLst>
                  <a:gd name="T0" fmla="*/ 0 w 106"/>
                  <a:gd name="T1" fmla="*/ 153 h 158"/>
                  <a:gd name="T2" fmla="*/ 0 w 106"/>
                  <a:gd name="T3" fmla="*/ 158 h 158"/>
                  <a:gd name="T4" fmla="*/ 104 w 106"/>
                  <a:gd name="T5" fmla="*/ 158 h 158"/>
                  <a:gd name="T6" fmla="*/ 106 w 106"/>
                  <a:gd name="T7" fmla="*/ 126 h 158"/>
                  <a:gd name="T8" fmla="*/ 100 w 106"/>
                  <a:gd name="T9" fmla="*/ 126 h 158"/>
                  <a:gd name="T10" fmla="*/ 73 w 106"/>
                  <a:gd name="T11" fmla="*/ 148 h 158"/>
                  <a:gd name="T12" fmla="*/ 51 w 106"/>
                  <a:gd name="T13" fmla="*/ 148 h 158"/>
                  <a:gd name="T14" fmla="*/ 39 w 106"/>
                  <a:gd name="T15" fmla="*/ 129 h 158"/>
                  <a:gd name="T16" fmla="*/ 39 w 106"/>
                  <a:gd name="T17" fmla="*/ 80 h 158"/>
                  <a:gd name="T18" fmla="*/ 68 w 106"/>
                  <a:gd name="T19" fmla="*/ 80 h 158"/>
                  <a:gd name="T20" fmla="*/ 88 w 106"/>
                  <a:gd name="T21" fmla="*/ 100 h 158"/>
                  <a:gd name="T22" fmla="*/ 93 w 106"/>
                  <a:gd name="T23" fmla="*/ 100 h 158"/>
                  <a:gd name="T24" fmla="*/ 93 w 106"/>
                  <a:gd name="T25" fmla="*/ 51 h 158"/>
                  <a:gd name="T26" fmla="*/ 88 w 106"/>
                  <a:gd name="T27" fmla="*/ 51 h 158"/>
                  <a:gd name="T28" fmla="*/ 68 w 106"/>
                  <a:gd name="T29" fmla="*/ 71 h 158"/>
                  <a:gd name="T30" fmla="*/ 39 w 106"/>
                  <a:gd name="T31" fmla="*/ 71 h 158"/>
                  <a:gd name="T32" fmla="*/ 39 w 106"/>
                  <a:gd name="T33" fmla="*/ 29 h 158"/>
                  <a:gd name="T34" fmla="*/ 51 w 106"/>
                  <a:gd name="T35" fmla="*/ 9 h 158"/>
                  <a:gd name="T36" fmla="*/ 71 w 106"/>
                  <a:gd name="T37" fmla="*/ 9 h 158"/>
                  <a:gd name="T38" fmla="*/ 97 w 106"/>
                  <a:gd name="T39" fmla="*/ 29 h 158"/>
                  <a:gd name="T40" fmla="*/ 102 w 106"/>
                  <a:gd name="T41" fmla="*/ 29 h 158"/>
                  <a:gd name="T42" fmla="*/ 101 w 106"/>
                  <a:gd name="T43" fmla="*/ 0 h 158"/>
                  <a:gd name="T44" fmla="*/ 0 w 106"/>
                  <a:gd name="T45" fmla="*/ 0 h 158"/>
                  <a:gd name="T46" fmla="*/ 0 w 106"/>
                  <a:gd name="T47" fmla="*/ 5 h 158"/>
                  <a:gd name="T48" fmla="*/ 20 w 106"/>
                  <a:gd name="T49" fmla="*/ 24 h 158"/>
                  <a:gd name="T50" fmla="*/ 20 w 106"/>
                  <a:gd name="T51" fmla="*/ 134 h 158"/>
                  <a:gd name="T52" fmla="*/ 0 w 106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6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1" name="Freeform 17">
                <a:extLst>
                  <a:ext uri="{FF2B5EF4-FFF2-40B4-BE49-F238E27FC236}">
                    <a16:creationId xmlns:a16="http://schemas.microsoft.com/office/drawing/2014/main" id="{23B20DFF-2F5D-4EDD-BA03-3FEA3E4932B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88" y="7728"/>
                <a:ext cx="105" cy="118"/>
              </a:xfrm>
              <a:custGeom>
                <a:avLst/>
                <a:gdLst>
                  <a:gd name="T0" fmla="*/ 33 w 141"/>
                  <a:gd name="T1" fmla="*/ 22 h 158"/>
                  <a:gd name="T2" fmla="*/ 105 w 141"/>
                  <a:gd name="T3" fmla="*/ 158 h 158"/>
                  <a:gd name="T4" fmla="*/ 122 w 141"/>
                  <a:gd name="T5" fmla="*/ 158 h 158"/>
                  <a:gd name="T6" fmla="*/ 122 w 141"/>
                  <a:gd name="T7" fmla="*/ 24 h 158"/>
                  <a:gd name="T8" fmla="*/ 141 w 141"/>
                  <a:gd name="T9" fmla="*/ 5 h 158"/>
                  <a:gd name="T10" fmla="*/ 141 w 141"/>
                  <a:gd name="T11" fmla="*/ 0 h 158"/>
                  <a:gd name="T12" fmla="*/ 90 w 141"/>
                  <a:gd name="T13" fmla="*/ 0 h 158"/>
                  <a:gd name="T14" fmla="*/ 90 w 141"/>
                  <a:gd name="T15" fmla="*/ 5 h 158"/>
                  <a:gd name="T16" fmla="*/ 109 w 141"/>
                  <a:gd name="T17" fmla="*/ 24 h 158"/>
                  <a:gd name="T18" fmla="*/ 109 w 141"/>
                  <a:gd name="T19" fmla="*/ 127 h 158"/>
                  <a:gd name="T20" fmla="*/ 109 w 141"/>
                  <a:gd name="T21" fmla="*/ 127 h 158"/>
                  <a:gd name="T22" fmla="*/ 41 w 141"/>
                  <a:gd name="T23" fmla="*/ 0 h 158"/>
                  <a:gd name="T24" fmla="*/ 0 w 141"/>
                  <a:gd name="T25" fmla="*/ 0 h 158"/>
                  <a:gd name="T26" fmla="*/ 0 w 141"/>
                  <a:gd name="T27" fmla="*/ 5 h 158"/>
                  <a:gd name="T28" fmla="*/ 20 w 141"/>
                  <a:gd name="T29" fmla="*/ 24 h 158"/>
                  <a:gd name="T30" fmla="*/ 20 w 141"/>
                  <a:gd name="T31" fmla="*/ 134 h 158"/>
                  <a:gd name="T32" fmla="*/ 0 w 141"/>
                  <a:gd name="T33" fmla="*/ 153 h 158"/>
                  <a:gd name="T34" fmla="*/ 0 w 141"/>
                  <a:gd name="T35" fmla="*/ 158 h 158"/>
                  <a:gd name="T36" fmla="*/ 52 w 141"/>
                  <a:gd name="T37" fmla="*/ 158 h 158"/>
                  <a:gd name="T38" fmla="*/ 52 w 141"/>
                  <a:gd name="T39" fmla="*/ 153 h 158"/>
                  <a:gd name="T40" fmla="*/ 32 w 141"/>
                  <a:gd name="T41" fmla="*/ 134 h 158"/>
                  <a:gd name="T42" fmla="*/ 32 w 141"/>
                  <a:gd name="T43" fmla="*/ 22 h 158"/>
                  <a:gd name="T44" fmla="*/ 33 w 141"/>
                  <a:gd name="T45" fmla="*/ 2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33" y="22"/>
                    </a:move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102" y="5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39" y="153"/>
                      <a:pt x="32" y="151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lnTo>
                      <a:pt x="3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2" name="Freeform 18">
                <a:extLst>
                  <a:ext uri="{FF2B5EF4-FFF2-40B4-BE49-F238E27FC236}">
                    <a16:creationId xmlns:a16="http://schemas.microsoft.com/office/drawing/2014/main" id="{D1E8AB40-0D7C-4CE6-B495-B6895C16A22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09" y="7726"/>
                <a:ext cx="70" cy="121"/>
              </a:xfrm>
              <a:custGeom>
                <a:avLst/>
                <a:gdLst>
                  <a:gd name="T0" fmla="*/ 2 w 94"/>
                  <a:gd name="T1" fmla="*/ 40 h 162"/>
                  <a:gd name="T2" fmla="*/ 16 w 94"/>
                  <a:gd name="T3" fmla="*/ 71 h 162"/>
                  <a:gd name="T4" fmla="*/ 73 w 94"/>
                  <a:gd name="T5" fmla="*/ 122 h 162"/>
                  <a:gd name="T6" fmla="*/ 41 w 94"/>
                  <a:gd name="T7" fmla="*/ 151 h 162"/>
                  <a:gd name="T8" fmla="*/ 5 w 94"/>
                  <a:gd name="T9" fmla="*/ 124 h 162"/>
                  <a:gd name="T10" fmla="*/ 0 w 94"/>
                  <a:gd name="T11" fmla="*/ 124 h 162"/>
                  <a:gd name="T12" fmla="*/ 1 w 94"/>
                  <a:gd name="T13" fmla="*/ 158 h 162"/>
                  <a:gd name="T14" fmla="*/ 39 w 94"/>
                  <a:gd name="T15" fmla="*/ 162 h 162"/>
                  <a:gd name="T16" fmla="*/ 94 w 94"/>
                  <a:gd name="T17" fmla="*/ 118 h 162"/>
                  <a:gd name="T18" fmla="*/ 65 w 94"/>
                  <a:gd name="T19" fmla="*/ 75 h 162"/>
                  <a:gd name="T20" fmla="*/ 19 w 94"/>
                  <a:gd name="T21" fmla="*/ 35 h 162"/>
                  <a:gd name="T22" fmla="*/ 47 w 94"/>
                  <a:gd name="T23" fmla="*/ 9 h 162"/>
                  <a:gd name="T24" fmla="*/ 82 w 94"/>
                  <a:gd name="T25" fmla="*/ 36 h 162"/>
                  <a:gd name="T26" fmla="*/ 87 w 94"/>
                  <a:gd name="T27" fmla="*/ 36 h 162"/>
                  <a:gd name="T28" fmla="*/ 86 w 94"/>
                  <a:gd name="T29" fmla="*/ 4 h 162"/>
                  <a:gd name="T30" fmla="*/ 51 w 94"/>
                  <a:gd name="T31" fmla="*/ 0 h 162"/>
                  <a:gd name="T32" fmla="*/ 2 w 94"/>
                  <a:gd name="T33" fmla="*/ 4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2" y="40"/>
                    </a:move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3" y="96"/>
                      <a:pt x="73" y="122"/>
                    </a:cubicBezTo>
                    <a:cubicBezTo>
                      <a:pt x="73" y="138"/>
                      <a:pt x="61" y="151"/>
                      <a:pt x="41" y="151"/>
                    </a:cubicBezTo>
                    <a:cubicBezTo>
                      <a:pt x="18" y="151"/>
                      <a:pt x="7" y="137"/>
                      <a:pt x="5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7" y="159"/>
                      <a:pt x="24" y="162"/>
                      <a:pt x="39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2" y="86"/>
                      <a:pt x="65" y="75"/>
                    </a:cubicBezTo>
                    <a:cubicBezTo>
                      <a:pt x="46" y="63"/>
                      <a:pt x="19" y="56"/>
                      <a:pt x="19" y="35"/>
                    </a:cubicBezTo>
                    <a:cubicBezTo>
                      <a:pt x="19" y="19"/>
                      <a:pt x="32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1" y="0"/>
                    </a:cubicBezTo>
                    <a:cubicBezTo>
                      <a:pt x="24" y="0"/>
                      <a:pt x="2" y="11"/>
                      <a:pt x="2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3" name="Freeform 19">
                <a:extLst>
                  <a:ext uri="{FF2B5EF4-FFF2-40B4-BE49-F238E27FC236}">
                    <a16:creationId xmlns:a16="http://schemas.microsoft.com/office/drawing/2014/main" id="{33A3EBEC-39AB-4DE7-8726-86D6F9F74D7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97" y="7726"/>
                <a:ext cx="209" cy="120"/>
              </a:xfrm>
              <a:custGeom>
                <a:avLst/>
                <a:gdLst>
                  <a:gd name="T0" fmla="*/ 224 w 282"/>
                  <a:gd name="T1" fmla="*/ 155 h 160"/>
                  <a:gd name="T2" fmla="*/ 224 w 282"/>
                  <a:gd name="T3" fmla="*/ 160 h 160"/>
                  <a:gd name="T4" fmla="*/ 282 w 282"/>
                  <a:gd name="T5" fmla="*/ 160 h 160"/>
                  <a:gd name="T6" fmla="*/ 282 w 282"/>
                  <a:gd name="T7" fmla="*/ 155 h 160"/>
                  <a:gd name="T8" fmla="*/ 256 w 282"/>
                  <a:gd name="T9" fmla="*/ 131 h 160"/>
                  <a:gd name="T10" fmla="*/ 210 w 282"/>
                  <a:gd name="T11" fmla="*/ 0 h 160"/>
                  <a:gd name="T12" fmla="*/ 198 w 282"/>
                  <a:gd name="T13" fmla="*/ 0 h 160"/>
                  <a:gd name="T14" fmla="*/ 152 w 282"/>
                  <a:gd name="T15" fmla="*/ 129 h 160"/>
                  <a:gd name="T16" fmla="*/ 131 w 282"/>
                  <a:gd name="T17" fmla="*/ 155 h 160"/>
                  <a:gd name="T18" fmla="*/ 100 w 282"/>
                  <a:gd name="T19" fmla="*/ 131 h 160"/>
                  <a:gd name="T20" fmla="*/ 54 w 282"/>
                  <a:gd name="T21" fmla="*/ 71 h 160"/>
                  <a:gd name="T22" fmla="*/ 95 w 282"/>
                  <a:gd name="T23" fmla="*/ 23 h 160"/>
                  <a:gd name="T24" fmla="*/ 127 w 282"/>
                  <a:gd name="T25" fmla="*/ 7 h 160"/>
                  <a:gd name="T26" fmla="*/ 127 w 282"/>
                  <a:gd name="T27" fmla="*/ 2 h 160"/>
                  <a:gd name="T28" fmla="*/ 75 w 282"/>
                  <a:gd name="T29" fmla="*/ 2 h 160"/>
                  <a:gd name="T30" fmla="*/ 75 w 282"/>
                  <a:gd name="T31" fmla="*/ 7 h 160"/>
                  <a:gd name="T32" fmla="*/ 88 w 282"/>
                  <a:gd name="T33" fmla="*/ 12 h 160"/>
                  <a:gd name="T34" fmla="*/ 83 w 282"/>
                  <a:gd name="T35" fmla="*/ 21 h 160"/>
                  <a:gd name="T36" fmla="*/ 39 w 282"/>
                  <a:gd name="T37" fmla="*/ 73 h 160"/>
                  <a:gd name="T38" fmla="*/ 39 w 282"/>
                  <a:gd name="T39" fmla="*/ 26 h 160"/>
                  <a:gd name="T40" fmla="*/ 58 w 282"/>
                  <a:gd name="T41" fmla="*/ 7 h 160"/>
                  <a:gd name="T42" fmla="*/ 58 w 282"/>
                  <a:gd name="T43" fmla="*/ 2 h 160"/>
                  <a:gd name="T44" fmla="*/ 0 w 282"/>
                  <a:gd name="T45" fmla="*/ 2 h 160"/>
                  <a:gd name="T46" fmla="*/ 0 w 282"/>
                  <a:gd name="T47" fmla="*/ 7 h 160"/>
                  <a:gd name="T48" fmla="*/ 19 w 282"/>
                  <a:gd name="T49" fmla="*/ 26 h 160"/>
                  <a:gd name="T50" fmla="*/ 19 w 282"/>
                  <a:gd name="T51" fmla="*/ 136 h 160"/>
                  <a:gd name="T52" fmla="*/ 0 w 282"/>
                  <a:gd name="T53" fmla="*/ 155 h 160"/>
                  <a:gd name="T54" fmla="*/ 0 w 282"/>
                  <a:gd name="T55" fmla="*/ 160 h 160"/>
                  <a:gd name="T56" fmla="*/ 58 w 282"/>
                  <a:gd name="T57" fmla="*/ 160 h 160"/>
                  <a:gd name="T58" fmla="*/ 58 w 282"/>
                  <a:gd name="T59" fmla="*/ 155 h 160"/>
                  <a:gd name="T60" fmla="*/ 39 w 282"/>
                  <a:gd name="T61" fmla="*/ 136 h 160"/>
                  <a:gd name="T62" fmla="*/ 39 w 282"/>
                  <a:gd name="T63" fmla="*/ 80 h 160"/>
                  <a:gd name="T64" fmla="*/ 39 w 282"/>
                  <a:gd name="T65" fmla="*/ 80 h 160"/>
                  <a:gd name="T66" fmla="*/ 81 w 282"/>
                  <a:gd name="T67" fmla="*/ 136 h 160"/>
                  <a:gd name="T68" fmla="*/ 89 w 282"/>
                  <a:gd name="T69" fmla="*/ 149 h 160"/>
                  <a:gd name="T70" fmla="*/ 76 w 282"/>
                  <a:gd name="T71" fmla="*/ 155 h 160"/>
                  <a:gd name="T72" fmla="*/ 76 w 282"/>
                  <a:gd name="T73" fmla="*/ 160 h 160"/>
                  <a:gd name="T74" fmla="*/ 125 w 282"/>
                  <a:gd name="T75" fmla="*/ 160 h 160"/>
                  <a:gd name="T76" fmla="*/ 136 w 282"/>
                  <a:gd name="T77" fmla="*/ 160 h 160"/>
                  <a:gd name="T78" fmla="*/ 175 w 282"/>
                  <a:gd name="T79" fmla="*/ 160 h 160"/>
                  <a:gd name="T80" fmla="*/ 175 w 282"/>
                  <a:gd name="T81" fmla="*/ 155 h 160"/>
                  <a:gd name="T82" fmla="*/ 160 w 282"/>
                  <a:gd name="T83" fmla="*/ 147 h 160"/>
                  <a:gd name="T84" fmla="*/ 162 w 282"/>
                  <a:gd name="T85" fmla="*/ 136 h 160"/>
                  <a:gd name="T86" fmla="*/ 172 w 282"/>
                  <a:gd name="T87" fmla="*/ 107 h 160"/>
                  <a:gd name="T88" fmla="*/ 227 w 282"/>
                  <a:gd name="T89" fmla="*/ 107 h 160"/>
                  <a:gd name="T90" fmla="*/ 238 w 282"/>
                  <a:gd name="T91" fmla="*/ 137 h 160"/>
                  <a:gd name="T92" fmla="*/ 240 w 282"/>
                  <a:gd name="T93" fmla="*/ 147 h 160"/>
                  <a:gd name="T94" fmla="*/ 224 w 282"/>
                  <a:gd name="T95" fmla="*/ 155 h 160"/>
                  <a:gd name="T96" fmla="*/ 175 w 282"/>
                  <a:gd name="T97" fmla="*/ 98 h 160"/>
                  <a:gd name="T98" fmla="*/ 200 w 282"/>
                  <a:gd name="T99" fmla="*/ 26 h 160"/>
                  <a:gd name="T100" fmla="*/ 224 w 282"/>
                  <a:gd name="T101" fmla="*/ 98 h 160"/>
                  <a:gd name="T102" fmla="*/ 175 w 282"/>
                  <a:gd name="T103" fmla="*/ 9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160">
                    <a:moveTo>
                      <a:pt x="224" y="155"/>
                    </a:move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82" y="160"/>
                      <a:pt x="282" y="160"/>
                      <a:pt x="282" y="160"/>
                    </a:cubicBezTo>
                    <a:cubicBezTo>
                      <a:pt x="282" y="155"/>
                      <a:pt x="282" y="155"/>
                      <a:pt x="282" y="155"/>
                    </a:cubicBezTo>
                    <a:cubicBezTo>
                      <a:pt x="267" y="155"/>
                      <a:pt x="262" y="145"/>
                      <a:pt x="256" y="13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52" y="129"/>
                      <a:pt x="152" y="129"/>
                      <a:pt x="152" y="129"/>
                    </a:cubicBezTo>
                    <a:cubicBezTo>
                      <a:pt x="146" y="145"/>
                      <a:pt x="144" y="153"/>
                      <a:pt x="131" y="155"/>
                    </a:cubicBezTo>
                    <a:cubicBezTo>
                      <a:pt x="119" y="152"/>
                      <a:pt x="109" y="142"/>
                      <a:pt x="100" y="13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106" y="10"/>
                      <a:pt x="115" y="7"/>
                      <a:pt x="127" y="7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84" y="7"/>
                      <a:pt x="88" y="9"/>
                      <a:pt x="88" y="12"/>
                    </a:cubicBezTo>
                    <a:cubicBezTo>
                      <a:pt x="88" y="14"/>
                      <a:pt x="85" y="18"/>
                      <a:pt x="83" y="21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8"/>
                      <a:pt x="46" y="7"/>
                      <a:pt x="58" y="7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7"/>
                      <a:pt x="19" y="8"/>
                      <a:pt x="19" y="2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53"/>
                      <a:pt x="12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8" y="160"/>
                      <a:pt x="58" y="160"/>
                      <a:pt x="58" y="160"/>
                    </a:cubicBezTo>
                    <a:cubicBezTo>
                      <a:pt x="58" y="155"/>
                      <a:pt x="58" y="155"/>
                      <a:pt x="58" y="155"/>
                    </a:cubicBezTo>
                    <a:cubicBezTo>
                      <a:pt x="46" y="155"/>
                      <a:pt x="39" y="153"/>
                      <a:pt x="39" y="136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81" y="136"/>
                      <a:pt x="81" y="136"/>
                      <a:pt x="81" y="136"/>
                    </a:cubicBezTo>
                    <a:cubicBezTo>
                      <a:pt x="86" y="142"/>
                      <a:pt x="89" y="147"/>
                      <a:pt x="89" y="149"/>
                    </a:cubicBezTo>
                    <a:cubicBezTo>
                      <a:pt x="89" y="153"/>
                      <a:pt x="85" y="155"/>
                      <a:pt x="76" y="155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75" y="160"/>
                      <a:pt x="175" y="160"/>
                      <a:pt x="175" y="160"/>
                    </a:cubicBezTo>
                    <a:cubicBezTo>
                      <a:pt x="175" y="155"/>
                      <a:pt x="175" y="155"/>
                      <a:pt x="175" y="155"/>
                    </a:cubicBezTo>
                    <a:cubicBezTo>
                      <a:pt x="167" y="155"/>
                      <a:pt x="160" y="154"/>
                      <a:pt x="160" y="147"/>
                    </a:cubicBezTo>
                    <a:cubicBezTo>
                      <a:pt x="160" y="144"/>
                      <a:pt x="161" y="140"/>
                      <a:pt x="162" y="136"/>
                    </a:cubicBezTo>
                    <a:cubicBezTo>
                      <a:pt x="172" y="107"/>
                      <a:pt x="172" y="107"/>
                      <a:pt x="172" y="107"/>
                    </a:cubicBezTo>
                    <a:cubicBezTo>
                      <a:pt x="227" y="107"/>
                      <a:pt x="227" y="107"/>
                      <a:pt x="227" y="107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39" y="140"/>
                      <a:pt x="240" y="144"/>
                      <a:pt x="240" y="147"/>
                    </a:cubicBezTo>
                    <a:cubicBezTo>
                      <a:pt x="240" y="153"/>
                      <a:pt x="231" y="155"/>
                      <a:pt x="224" y="155"/>
                    </a:cubicBezTo>
                    <a:moveTo>
                      <a:pt x="175" y="98"/>
                    </a:moveTo>
                    <a:cubicBezTo>
                      <a:pt x="200" y="26"/>
                      <a:pt x="200" y="26"/>
                      <a:pt x="200" y="26"/>
                    </a:cubicBezTo>
                    <a:cubicBezTo>
                      <a:pt x="224" y="98"/>
                      <a:pt x="224" y="98"/>
                      <a:pt x="224" y="98"/>
                    </a:cubicBezTo>
                    <a:lnTo>
                      <a:pt x="175" y="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4" name="Freeform 20">
                <a:extLst>
                  <a:ext uri="{FF2B5EF4-FFF2-40B4-BE49-F238E27FC236}">
                    <a16:creationId xmlns:a16="http://schemas.microsoft.com/office/drawing/2014/main" id="{38EBFA01-3535-478D-8E39-9AB6938822E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209" y="7728"/>
                <a:ext cx="82" cy="118"/>
              </a:xfrm>
              <a:custGeom>
                <a:avLst/>
                <a:gdLst>
                  <a:gd name="T0" fmla="*/ 58 w 110"/>
                  <a:gd name="T1" fmla="*/ 153 h 158"/>
                  <a:gd name="T2" fmla="*/ 39 w 110"/>
                  <a:gd name="T3" fmla="*/ 134 h 158"/>
                  <a:gd name="T4" fmla="*/ 39 w 110"/>
                  <a:gd name="T5" fmla="*/ 82 h 158"/>
                  <a:gd name="T6" fmla="*/ 51 w 110"/>
                  <a:gd name="T7" fmla="*/ 82 h 158"/>
                  <a:gd name="T8" fmla="*/ 110 w 110"/>
                  <a:gd name="T9" fmla="*/ 41 h 158"/>
                  <a:gd name="T10" fmla="*/ 58 w 110"/>
                  <a:gd name="T11" fmla="*/ 0 h 158"/>
                  <a:gd name="T12" fmla="*/ 0 w 110"/>
                  <a:gd name="T13" fmla="*/ 0 h 158"/>
                  <a:gd name="T14" fmla="*/ 0 w 110"/>
                  <a:gd name="T15" fmla="*/ 5 h 158"/>
                  <a:gd name="T16" fmla="*/ 19 w 110"/>
                  <a:gd name="T17" fmla="*/ 24 h 158"/>
                  <a:gd name="T18" fmla="*/ 19 w 110"/>
                  <a:gd name="T19" fmla="*/ 134 h 158"/>
                  <a:gd name="T20" fmla="*/ 0 w 110"/>
                  <a:gd name="T21" fmla="*/ 153 h 158"/>
                  <a:gd name="T22" fmla="*/ 0 w 110"/>
                  <a:gd name="T23" fmla="*/ 158 h 158"/>
                  <a:gd name="T24" fmla="*/ 58 w 110"/>
                  <a:gd name="T25" fmla="*/ 158 h 158"/>
                  <a:gd name="T26" fmla="*/ 58 w 110"/>
                  <a:gd name="T27" fmla="*/ 153 h 158"/>
                  <a:gd name="T28" fmla="*/ 39 w 110"/>
                  <a:gd name="T29" fmla="*/ 29 h 158"/>
                  <a:gd name="T30" fmla="*/ 58 w 110"/>
                  <a:gd name="T31" fmla="*/ 9 h 158"/>
                  <a:gd name="T32" fmla="*/ 90 w 110"/>
                  <a:gd name="T33" fmla="*/ 41 h 158"/>
                  <a:gd name="T34" fmla="*/ 51 w 110"/>
                  <a:gd name="T35" fmla="*/ 72 h 158"/>
                  <a:gd name="T36" fmla="*/ 39 w 110"/>
                  <a:gd name="T37" fmla="*/ 72 h 158"/>
                  <a:gd name="T38" fmla="*/ 39 w 110"/>
                  <a:gd name="T39" fmla="*/ 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158">
                    <a:moveTo>
                      <a:pt x="58" y="153"/>
                    </a:moveTo>
                    <a:cubicBezTo>
                      <a:pt x="46" y="153"/>
                      <a:pt x="39" y="151"/>
                      <a:pt x="39" y="134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75" y="82"/>
                      <a:pt x="110" y="82"/>
                      <a:pt x="110" y="41"/>
                    </a:cubicBezTo>
                    <a:cubicBezTo>
                      <a:pt x="110" y="5"/>
                      <a:pt x="87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6"/>
                      <a:pt x="19" y="24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lnTo>
                      <a:pt x="58" y="153"/>
                    </a:lnTo>
                    <a:close/>
                    <a:moveTo>
                      <a:pt x="39" y="29"/>
                    </a:moveTo>
                    <a:cubicBezTo>
                      <a:pt x="39" y="10"/>
                      <a:pt x="40" y="9"/>
                      <a:pt x="58" y="9"/>
                    </a:cubicBezTo>
                    <a:cubicBezTo>
                      <a:pt x="78" y="9"/>
                      <a:pt x="90" y="18"/>
                      <a:pt x="90" y="41"/>
                    </a:cubicBezTo>
                    <a:cubicBezTo>
                      <a:pt x="90" y="68"/>
                      <a:pt x="74" y="72"/>
                      <a:pt x="51" y="72"/>
                    </a:cubicBezTo>
                    <a:cubicBezTo>
                      <a:pt x="39" y="72"/>
                      <a:pt x="39" y="72"/>
                      <a:pt x="39" y="72"/>
                    </a:cubicBezTo>
                    <a:lnTo>
                      <a:pt x="39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5" name="Freeform 21">
                <a:extLst>
                  <a:ext uri="{FF2B5EF4-FFF2-40B4-BE49-F238E27FC236}">
                    <a16:creationId xmlns:a16="http://schemas.microsoft.com/office/drawing/2014/main" id="{8BEA9CB6-78A6-4FD4-AEF2-BE5CB22BB73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0" y="7726"/>
                <a:ext cx="70" cy="121"/>
              </a:xfrm>
              <a:custGeom>
                <a:avLst/>
                <a:gdLst>
                  <a:gd name="T0" fmla="*/ 41 w 94"/>
                  <a:gd name="T1" fmla="*/ 151 h 162"/>
                  <a:gd name="T2" fmla="*/ 6 w 94"/>
                  <a:gd name="T3" fmla="*/ 124 h 162"/>
                  <a:gd name="T4" fmla="*/ 0 w 94"/>
                  <a:gd name="T5" fmla="*/ 124 h 162"/>
                  <a:gd name="T6" fmla="*/ 2 w 94"/>
                  <a:gd name="T7" fmla="*/ 158 h 162"/>
                  <a:gd name="T8" fmla="*/ 40 w 94"/>
                  <a:gd name="T9" fmla="*/ 162 h 162"/>
                  <a:gd name="T10" fmla="*/ 94 w 94"/>
                  <a:gd name="T11" fmla="*/ 118 h 162"/>
                  <a:gd name="T12" fmla="*/ 65 w 94"/>
                  <a:gd name="T13" fmla="*/ 75 h 162"/>
                  <a:gd name="T14" fmla="*/ 20 w 94"/>
                  <a:gd name="T15" fmla="*/ 35 h 162"/>
                  <a:gd name="T16" fmla="*/ 47 w 94"/>
                  <a:gd name="T17" fmla="*/ 9 h 162"/>
                  <a:gd name="T18" fmla="*/ 82 w 94"/>
                  <a:gd name="T19" fmla="*/ 36 h 162"/>
                  <a:gd name="T20" fmla="*/ 87 w 94"/>
                  <a:gd name="T21" fmla="*/ 36 h 162"/>
                  <a:gd name="T22" fmla="*/ 86 w 94"/>
                  <a:gd name="T23" fmla="*/ 4 h 162"/>
                  <a:gd name="T24" fmla="*/ 52 w 94"/>
                  <a:gd name="T25" fmla="*/ 0 h 162"/>
                  <a:gd name="T26" fmla="*/ 2 w 94"/>
                  <a:gd name="T27" fmla="*/ 40 h 162"/>
                  <a:gd name="T28" fmla="*/ 16 w 94"/>
                  <a:gd name="T29" fmla="*/ 71 h 162"/>
                  <a:gd name="T30" fmla="*/ 74 w 94"/>
                  <a:gd name="T31" fmla="*/ 122 h 162"/>
                  <a:gd name="T32" fmla="*/ 41 w 94"/>
                  <a:gd name="T33" fmla="*/ 15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41" y="151"/>
                    </a:moveTo>
                    <a:cubicBezTo>
                      <a:pt x="18" y="151"/>
                      <a:pt x="7" y="137"/>
                      <a:pt x="6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7" y="159"/>
                      <a:pt x="25" y="162"/>
                      <a:pt x="40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3" y="86"/>
                      <a:pt x="65" y="75"/>
                    </a:cubicBezTo>
                    <a:cubicBezTo>
                      <a:pt x="46" y="63"/>
                      <a:pt x="20" y="56"/>
                      <a:pt x="20" y="35"/>
                    </a:cubicBezTo>
                    <a:cubicBezTo>
                      <a:pt x="20" y="19"/>
                      <a:pt x="33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2" y="0"/>
                    </a:cubicBezTo>
                    <a:cubicBezTo>
                      <a:pt x="24" y="0"/>
                      <a:pt x="2" y="11"/>
                      <a:pt x="2" y="40"/>
                    </a:cubicBez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4" y="96"/>
                      <a:pt x="74" y="122"/>
                    </a:cubicBezTo>
                    <a:cubicBezTo>
                      <a:pt x="74" y="138"/>
                      <a:pt x="61" y="151"/>
                      <a:pt x="41" y="1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6" name="Freeform 22">
                <a:extLst>
                  <a:ext uri="{FF2B5EF4-FFF2-40B4-BE49-F238E27FC236}">
                    <a16:creationId xmlns:a16="http://schemas.microsoft.com/office/drawing/2014/main" id="{9030B14E-92A0-433D-8F64-524FEBBADE9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87" y="7907"/>
                <a:ext cx="116" cy="119"/>
              </a:xfrm>
              <a:custGeom>
                <a:avLst/>
                <a:gdLst>
                  <a:gd name="T0" fmla="*/ 35 w 156"/>
                  <a:gd name="T1" fmla="*/ 147 h 160"/>
                  <a:gd name="T2" fmla="*/ 37 w 156"/>
                  <a:gd name="T3" fmla="*/ 136 h 160"/>
                  <a:gd name="T4" fmla="*/ 47 w 156"/>
                  <a:gd name="T5" fmla="*/ 108 h 160"/>
                  <a:gd name="T6" fmla="*/ 102 w 156"/>
                  <a:gd name="T7" fmla="*/ 108 h 160"/>
                  <a:gd name="T8" fmla="*/ 113 w 156"/>
                  <a:gd name="T9" fmla="*/ 138 h 160"/>
                  <a:gd name="T10" fmla="*/ 115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3 w 156"/>
                  <a:gd name="T25" fmla="*/ 0 h 160"/>
                  <a:gd name="T26" fmla="*/ 27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5 w 156"/>
                  <a:gd name="T37" fmla="*/ 147 h 160"/>
                  <a:gd name="T38" fmla="*/ 75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5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5" y="147"/>
                    </a:moveTo>
                    <a:cubicBezTo>
                      <a:pt x="35" y="144"/>
                      <a:pt x="36" y="140"/>
                      <a:pt x="37" y="136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3" y="140"/>
                      <a:pt x="115" y="144"/>
                      <a:pt x="115" y="148"/>
                    </a:cubicBezTo>
                    <a:cubicBezTo>
                      <a:pt x="115" y="154"/>
                      <a:pt x="106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2" y="155"/>
                      <a:pt x="35" y="154"/>
                      <a:pt x="35" y="147"/>
                    </a:cubicBezTo>
                    <a:moveTo>
                      <a:pt x="75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5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7" name="Freeform 23">
                <a:extLst>
                  <a:ext uri="{FF2B5EF4-FFF2-40B4-BE49-F238E27FC236}">
                    <a16:creationId xmlns:a16="http://schemas.microsoft.com/office/drawing/2014/main" id="{8ACEF446-4B34-4323-A513-CFBD5D5BA93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12" y="7908"/>
                <a:ext cx="101" cy="118"/>
              </a:xfrm>
              <a:custGeom>
                <a:avLst/>
                <a:gdLst>
                  <a:gd name="T0" fmla="*/ 39 w 136"/>
                  <a:gd name="T1" fmla="*/ 134 h 158"/>
                  <a:gd name="T2" fmla="*/ 39 w 136"/>
                  <a:gd name="T3" fmla="*/ 79 h 158"/>
                  <a:gd name="T4" fmla="*/ 39 w 136"/>
                  <a:gd name="T5" fmla="*/ 79 h 158"/>
                  <a:gd name="T6" fmla="*/ 81 w 136"/>
                  <a:gd name="T7" fmla="*/ 134 h 158"/>
                  <a:gd name="T8" fmla="*/ 89 w 136"/>
                  <a:gd name="T9" fmla="*/ 148 h 158"/>
                  <a:gd name="T10" fmla="*/ 76 w 136"/>
                  <a:gd name="T11" fmla="*/ 153 h 158"/>
                  <a:gd name="T12" fmla="*/ 76 w 136"/>
                  <a:gd name="T13" fmla="*/ 158 h 158"/>
                  <a:gd name="T14" fmla="*/ 136 w 136"/>
                  <a:gd name="T15" fmla="*/ 158 h 158"/>
                  <a:gd name="T16" fmla="*/ 136 w 136"/>
                  <a:gd name="T17" fmla="*/ 153 h 158"/>
                  <a:gd name="T18" fmla="*/ 100 w 136"/>
                  <a:gd name="T19" fmla="*/ 129 h 158"/>
                  <a:gd name="T20" fmla="*/ 54 w 136"/>
                  <a:gd name="T21" fmla="*/ 69 h 158"/>
                  <a:gd name="T22" fmla="*/ 95 w 136"/>
                  <a:gd name="T23" fmla="*/ 21 h 158"/>
                  <a:gd name="T24" fmla="*/ 127 w 136"/>
                  <a:gd name="T25" fmla="*/ 5 h 158"/>
                  <a:gd name="T26" fmla="*/ 127 w 136"/>
                  <a:gd name="T27" fmla="*/ 0 h 158"/>
                  <a:gd name="T28" fmla="*/ 76 w 136"/>
                  <a:gd name="T29" fmla="*/ 0 h 158"/>
                  <a:gd name="T30" fmla="*/ 76 w 136"/>
                  <a:gd name="T31" fmla="*/ 5 h 158"/>
                  <a:gd name="T32" fmla="*/ 88 w 136"/>
                  <a:gd name="T33" fmla="*/ 10 h 158"/>
                  <a:gd name="T34" fmla="*/ 83 w 136"/>
                  <a:gd name="T35" fmla="*/ 19 h 158"/>
                  <a:gd name="T36" fmla="*/ 39 w 136"/>
                  <a:gd name="T37" fmla="*/ 72 h 158"/>
                  <a:gd name="T38" fmla="*/ 39 w 136"/>
                  <a:gd name="T39" fmla="*/ 25 h 158"/>
                  <a:gd name="T40" fmla="*/ 58 w 136"/>
                  <a:gd name="T41" fmla="*/ 5 h 158"/>
                  <a:gd name="T42" fmla="*/ 58 w 136"/>
                  <a:gd name="T43" fmla="*/ 0 h 158"/>
                  <a:gd name="T44" fmla="*/ 0 w 136"/>
                  <a:gd name="T45" fmla="*/ 0 h 158"/>
                  <a:gd name="T46" fmla="*/ 0 w 136"/>
                  <a:gd name="T47" fmla="*/ 5 h 158"/>
                  <a:gd name="T48" fmla="*/ 19 w 136"/>
                  <a:gd name="T49" fmla="*/ 25 h 158"/>
                  <a:gd name="T50" fmla="*/ 19 w 136"/>
                  <a:gd name="T51" fmla="*/ 134 h 158"/>
                  <a:gd name="T52" fmla="*/ 0 w 136"/>
                  <a:gd name="T53" fmla="*/ 153 h 158"/>
                  <a:gd name="T54" fmla="*/ 0 w 136"/>
                  <a:gd name="T55" fmla="*/ 158 h 158"/>
                  <a:gd name="T56" fmla="*/ 58 w 136"/>
                  <a:gd name="T57" fmla="*/ 158 h 158"/>
                  <a:gd name="T58" fmla="*/ 58 w 136"/>
                  <a:gd name="T59" fmla="*/ 153 h 158"/>
                  <a:gd name="T60" fmla="*/ 39 w 136"/>
                  <a:gd name="T61" fmla="*/ 13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8">
                    <a:moveTo>
                      <a:pt x="39" y="134"/>
                    </a:moveTo>
                    <a:cubicBezTo>
                      <a:pt x="39" y="79"/>
                      <a:pt x="39" y="79"/>
                      <a:pt x="39" y="79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1"/>
                      <a:pt x="89" y="145"/>
                      <a:pt x="89" y="148"/>
                    </a:cubicBezTo>
                    <a:cubicBezTo>
                      <a:pt x="89" y="152"/>
                      <a:pt x="85" y="153"/>
                      <a:pt x="76" y="153"/>
                    </a:cubicBezTo>
                    <a:cubicBezTo>
                      <a:pt x="76" y="158"/>
                      <a:pt x="76" y="158"/>
                      <a:pt x="76" y="158"/>
                    </a:cubicBezTo>
                    <a:cubicBezTo>
                      <a:pt x="136" y="158"/>
                      <a:pt x="136" y="158"/>
                      <a:pt x="136" y="158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2"/>
                      <a:pt x="100" y="12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8"/>
                      <a:pt x="115" y="5"/>
                      <a:pt x="127" y="5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84" y="5"/>
                      <a:pt x="88" y="7"/>
                      <a:pt x="88" y="10"/>
                    </a:cubicBezTo>
                    <a:cubicBezTo>
                      <a:pt x="88" y="13"/>
                      <a:pt x="86" y="16"/>
                      <a:pt x="83" y="19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8" name="Freeform 24">
                <a:extLst>
                  <a:ext uri="{FF2B5EF4-FFF2-40B4-BE49-F238E27FC236}">
                    <a16:creationId xmlns:a16="http://schemas.microsoft.com/office/drawing/2014/main" id="{92015F54-206C-464D-84DE-37BCD5FB502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16" y="7907"/>
                <a:ext cx="116" cy="119"/>
              </a:xfrm>
              <a:custGeom>
                <a:avLst/>
                <a:gdLst>
                  <a:gd name="T0" fmla="*/ 34 w 156"/>
                  <a:gd name="T1" fmla="*/ 147 h 160"/>
                  <a:gd name="T2" fmla="*/ 37 w 156"/>
                  <a:gd name="T3" fmla="*/ 136 h 160"/>
                  <a:gd name="T4" fmla="*/ 46 w 156"/>
                  <a:gd name="T5" fmla="*/ 108 h 160"/>
                  <a:gd name="T6" fmla="*/ 102 w 156"/>
                  <a:gd name="T7" fmla="*/ 108 h 160"/>
                  <a:gd name="T8" fmla="*/ 112 w 156"/>
                  <a:gd name="T9" fmla="*/ 138 h 160"/>
                  <a:gd name="T10" fmla="*/ 114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2 w 156"/>
                  <a:gd name="T25" fmla="*/ 0 h 160"/>
                  <a:gd name="T26" fmla="*/ 26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4 w 156"/>
                  <a:gd name="T37" fmla="*/ 147 h 160"/>
                  <a:gd name="T38" fmla="*/ 74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4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4" y="147"/>
                    </a:moveTo>
                    <a:cubicBezTo>
                      <a:pt x="34" y="144"/>
                      <a:pt x="36" y="140"/>
                      <a:pt x="37" y="136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40"/>
                      <a:pt x="114" y="144"/>
                      <a:pt x="114" y="148"/>
                    </a:cubicBezTo>
                    <a:cubicBezTo>
                      <a:pt x="114" y="154"/>
                      <a:pt x="105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1" y="155"/>
                      <a:pt x="34" y="154"/>
                      <a:pt x="34" y="147"/>
                    </a:cubicBezTo>
                    <a:moveTo>
                      <a:pt x="74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4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9" name="Freeform 25">
                <a:extLst>
                  <a:ext uri="{FF2B5EF4-FFF2-40B4-BE49-F238E27FC236}">
                    <a16:creationId xmlns:a16="http://schemas.microsoft.com/office/drawing/2014/main" id="{2CE5B207-860E-4604-A3A9-A2A638C1324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41" y="7908"/>
                <a:ext cx="96" cy="118"/>
              </a:xfrm>
              <a:custGeom>
                <a:avLst/>
                <a:gdLst>
                  <a:gd name="T0" fmla="*/ 128 w 128"/>
                  <a:gd name="T1" fmla="*/ 80 h 158"/>
                  <a:gd name="T2" fmla="*/ 52 w 128"/>
                  <a:gd name="T3" fmla="*/ 0 h 158"/>
                  <a:gd name="T4" fmla="*/ 0 w 128"/>
                  <a:gd name="T5" fmla="*/ 0 h 158"/>
                  <a:gd name="T6" fmla="*/ 0 w 128"/>
                  <a:gd name="T7" fmla="*/ 5 h 158"/>
                  <a:gd name="T8" fmla="*/ 20 w 128"/>
                  <a:gd name="T9" fmla="*/ 25 h 158"/>
                  <a:gd name="T10" fmla="*/ 20 w 128"/>
                  <a:gd name="T11" fmla="*/ 134 h 158"/>
                  <a:gd name="T12" fmla="*/ 0 w 128"/>
                  <a:gd name="T13" fmla="*/ 153 h 158"/>
                  <a:gd name="T14" fmla="*/ 0 w 128"/>
                  <a:gd name="T15" fmla="*/ 158 h 158"/>
                  <a:gd name="T16" fmla="*/ 52 w 128"/>
                  <a:gd name="T17" fmla="*/ 158 h 158"/>
                  <a:gd name="T18" fmla="*/ 128 w 128"/>
                  <a:gd name="T19" fmla="*/ 80 h 158"/>
                  <a:gd name="T20" fmla="*/ 39 w 128"/>
                  <a:gd name="T21" fmla="*/ 129 h 158"/>
                  <a:gd name="T22" fmla="*/ 39 w 128"/>
                  <a:gd name="T23" fmla="*/ 30 h 158"/>
                  <a:gd name="T24" fmla="*/ 52 w 128"/>
                  <a:gd name="T25" fmla="*/ 10 h 158"/>
                  <a:gd name="T26" fmla="*/ 106 w 128"/>
                  <a:gd name="T27" fmla="*/ 80 h 158"/>
                  <a:gd name="T28" fmla="*/ 52 w 128"/>
                  <a:gd name="T29" fmla="*/ 149 h 158"/>
                  <a:gd name="T30" fmla="*/ 39 w 128"/>
                  <a:gd name="T31" fmla="*/ 1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158">
                    <a:moveTo>
                      <a:pt x="128" y="80"/>
                    </a:moveTo>
                    <a:cubicBezTo>
                      <a:pt x="128" y="9"/>
                      <a:pt x="89" y="0"/>
                      <a:pt x="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87" y="158"/>
                      <a:pt x="128" y="150"/>
                      <a:pt x="128" y="80"/>
                    </a:cubicBezTo>
                    <a:moveTo>
                      <a:pt x="39" y="1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1"/>
                      <a:pt x="41" y="10"/>
                      <a:pt x="52" y="10"/>
                    </a:cubicBezTo>
                    <a:cubicBezTo>
                      <a:pt x="94" y="10"/>
                      <a:pt x="106" y="36"/>
                      <a:pt x="106" y="80"/>
                    </a:cubicBezTo>
                    <a:cubicBezTo>
                      <a:pt x="106" y="127"/>
                      <a:pt x="90" y="149"/>
                      <a:pt x="52" y="149"/>
                    </a:cubicBezTo>
                    <a:cubicBezTo>
                      <a:pt x="41" y="149"/>
                      <a:pt x="39" y="146"/>
                      <a:pt x="39" y="1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0" name="Freeform 26">
                <a:extLst>
                  <a:ext uri="{FF2B5EF4-FFF2-40B4-BE49-F238E27FC236}">
                    <a16:creationId xmlns:a16="http://schemas.microsoft.com/office/drawing/2014/main" id="{04917776-5576-4889-B9D7-D67A2DAC7CA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7" y="7908"/>
                <a:ext cx="78" cy="118"/>
              </a:xfrm>
              <a:custGeom>
                <a:avLst/>
                <a:gdLst>
                  <a:gd name="T0" fmla="*/ 72 w 105"/>
                  <a:gd name="T1" fmla="*/ 149 h 158"/>
                  <a:gd name="T2" fmla="*/ 51 w 105"/>
                  <a:gd name="T3" fmla="*/ 149 h 158"/>
                  <a:gd name="T4" fmla="*/ 38 w 105"/>
                  <a:gd name="T5" fmla="*/ 129 h 158"/>
                  <a:gd name="T6" fmla="*/ 38 w 105"/>
                  <a:gd name="T7" fmla="*/ 80 h 158"/>
                  <a:gd name="T8" fmla="*/ 67 w 105"/>
                  <a:gd name="T9" fmla="*/ 80 h 158"/>
                  <a:gd name="T10" fmla="*/ 87 w 105"/>
                  <a:gd name="T11" fmla="*/ 100 h 158"/>
                  <a:gd name="T12" fmla="*/ 92 w 105"/>
                  <a:gd name="T13" fmla="*/ 100 h 158"/>
                  <a:gd name="T14" fmla="*/ 92 w 105"/>
                  <a:gd name="T15" fmla="*/ 51 h 158"/>
                  <a:gd name="T16" fmla="*/ 87 w 105"/>
                  <a:gd name="T17" fmla="*/ 51 h 158"/>
                  <a:gd name="T18" fmla="*/ 67 w 105"/>
                  <a:gd name="T19" fmla="*/ 71 h 158"/>
                  <a:gd name="T20" fmla="*/ 38 w 105"/>
                  <a:gd name="T21" fmla="*/ 71 h 158"/>
                  <a:gd name="T22" fmla="*/ 38 w 105"/>
                  <a:gd name="T23" fmla="*/ 30 h 158"/>
                  <a:gd name="T24" fmla="*/ 51 w 105"/>
                  <a:gd name="T25" fmla="*/ 10 h 158"/>
                  <a:gd name="T26" fmla="*/ 70 w 105"/>
                  <a:gd name="T27" fmla="*/ 10 h 158"/>
                  <a:gd name="T28" fmla="*/ 96 w 105"/>
                  <a:gd name="T29" fmla="*/ 29 h 158"/>
                  <a:gd name="T30" fmla="*/ 101 w 105"/>
                  <a:gd name="T31" fmla="*/ 29 h 158"/>
                  <a:gd name="T32" fmla="*/ 100 w 105"/>
                  <a:gd name="T33" fmla="*/ 0 h 158"/>
                  <a:gd name="T34" fmla="*/ 0 w 105"/>
                  <a:gd name="T35" fmla="*/ 0 h 158"/>
                  <a:gd name="T36" fmla="*/ 0 w 105"/>
                  <a:gd name="T37" fmla="*/ 5 h 158"/>
                  <a:gd name="T38" fmla="*/ 19 w 105"/>
                  <a:gd name="T39" fmla="*/ 25 h 158"/>
                  <a:gd name="T40" fmla="*/ 19 w 105"/>
                  <a:gd name="T41" fmla="*/ 134 h 158"/>
                  <a:gd name="T42" fmla="*/ 0 w 105"/>
                  <a:gd name="T43" fmla="*/ 153 h 158"/>
                  <a:gd name="T44" fmla="*/ 0 w 105"/>
                  <a:gd name="T45" fmla="*/ 158 h 158"/>
                  <a:gd name="T46" fmla="*/ 103 w 105"/>
                  <a:gd name="T47" fmla="*/ 158 h 158"/>
                  <a:gd name="T48" fmla="*/ 105 w 105"/>
                  <a:gd name="T49" fmla="*/ 127 h 158"/>
                  <a:gd name="T50" fmla="*/ 99 w 105"/>
                  <a:gd name="T51" fmla="*/ 127 h 158"/>
                  <a:gd name="T52" fmla="*/ 72 w 105"/>
                  <a:gd name="T53" fmla="*/ 14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72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8" y="147"/>
                      <a:pt x="38" y="129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82" y="80"/>
                      <a:pt x="87" y="87"/>
                      <a:pt x="87" y="100"/>
                    </a:cubicBezTo>
                    <a:cubicBezTo>
                      <a:pt x="92" y="100"/>
                      <a:pt x="92" y="100"/>
                      <a:pt x="92" y="100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67"/>
                      <a:pt x="82" y="71"/>
                      <a:pt x="67" y="71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12"/>
                      <a:pt x="39" y="10"/>
                      <a:pt x="5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6" y="10"/>
                      <a:pt x="93" y="15"/>
                      <a:pt x="96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1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3" y="158"/>
                      <a:pt x="103" y="158"/>
                      <a:pt x="103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6" y="143"/>
                      <a:pt x="89" y="149"/>
                      <a:pt x="72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1" name="Freeform 27">
                <a:extLst>
                  <a:ext uri="{FF2B5EF4-FFF2-40B4-BE49-F238E27FC236}">
                    <a16:creationId xmlns:a16="http://schemas.microsoft.com/office/drawing/2014/main" id="{E924E8B9-4DF5-4538-9535-FE21B017AEE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60" y="7908"/>
                <a:ext cx="133" cy="118"/>
              </a:xfrm>
              <a:custGeom>
                <a:avLst/>
                <a:gdLst>
                  <a:gd name="T0" fmla="*/ 141 w 178"/>
                  <a:gd name="T1" fmla="*/ 14 h 158"/>
                  <a:gd name="T2" fmla="*/ 141 w 178"/>
                  <a:gd name="T3" fmla="*/ 134 h 158"/>
                  <a:gd name="T4" fmla="*/ 121 w 178"/>
                  <a:gd name="T5" fmla="*/ 153 h 158"/>
                  <a:gd name="T6" fmla="*/ 121 w 178"/>
                  <a:gd name="T7" fmla="*/ 158 h 158"/>
                  <a:gd name="T8" fmla="*/ 178 w 178"/>
                  <a:gd name="T9" fmla="*/ 158 h 158"/>
                  <a:gd name="T10" fmla="*/ 178 w 178"/>
                  <a:gd name="T11" fmla="*/ 153 h 158"/>
                  <a:gd name="T12" fmla="*/ 159 w 178"/>
                  <a:gd name="T13" fmla="*/ 134 h 158"/>
                  <a:gd name="T14" fmla="*/ 159 w 178"/>
                  <a:gd name="T15" fmla="*/ 25 h 158"/>
                  <a:gd name="T16" fmla="*/ 178 w 178"/>
                  <a:gd name="T17" fmla="*/ 5 h 158"/>
                  <a:gd name="T18" fmla="*/ 178 w 178"/>
                  <a:gd name="T19" fmla="*/ 0 h 158"/>
                  <a:gd name="T20" fmla="*/ 133 w 178"/>
                  <a:gd name="T21" fmla="*/ 0 h 158"/>
                  <a:gd name="T22" fmla="*/ 90 w 178"/>
                  <a:gd name="T23" fmla="*/ 135 h 158"/>
                  <a:gd name="T24" fmla="*/ 89 w 178"/>
                  <a:gd name="T25" fmla="*/ 135 h 158"/>
                  <a:gd name="T26" fmla="*/ 46 w 178"/>
                  <a:gd name="T27" fmla="*/ 0 h 158"/>
                  <a:gd name="T28" fmla="*/ 0 w 178"/>
                  <a:gd name="T29" fmla="*/ 0 h 158"/>
                  <a:gd name="T30" fmla="*/ 0 w 178"/>
                  <a:gd name="T31" fmla="*/ 5 h 158"/>
                  <a:gd name="T32" fmla="*/ 19 w 178"/>
                  <a:gd name="T33" fmla="*/ 25 h 158"/>
                  <a:gd name="T34" fmla="*/ 19 w 178"/>
                  <a:gd name="T35" fmla="*/ 134 h 158"/>
                  <a:gd name="T36" fmla="*/ 0 w 178"/>
                  <a:gd name="T37" fmla="*/ 153 h 158"/>
                  <a:gd name="T38" fmla="*/ 0 w 178"/>
                  <a:gd name="T39" fmla="*/ 158 h 158"/>
                  <a:gd name="T40" fmla="*/ 51 w 178"/>
                  <a:gd name="T41" fmla="*/ 158 h 158"/>
                  <a:gd name="T42" fmla="*/ 51 w 178"/>
                  <a:gd name="T43" fmla="*/ 153 h 158"/>
                  <a:gd name="T44" fmla="*/ 32 w 178"/>
                  <a:gd name="T45" fmla="*/ 134 h 158"/>
                  <a:gd name="T46" fmla="*/ 32 w 178"/>
                  <a:gd name="T47" fmla="*/ 14 h 158"/>
                  <a:gd name="T48" fmla="*/ 32 w 178"/>
                  <a:gd name="T49" fmla="*/ 14 h 158"/>
                  <a:gd name="T50" fmla="*/ 78 w 178"/>
                  <a:gd name="T51" fmla="*/ 158 h 158"/>
                  <a:gd name="T52" fmla="*/ 94 w 178"/>
                  <a:gd name="T53" fmla="*/ 158 h 158"/>
                  <a:gd name="T54" fmla="*/ 140 w 178"/>
                  <a:gd name="T55" fmla="*/ 14 h 158"/>
                  <a:gd name="T56" fmla="*/ 141 w 178"/>
                  <a:gd name="T57" fmla="*/ 1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58">
                    <a:moveTo>
                      <a:pt x="141" y="14"/>
                    </a:moveTo>
                    <a:cubicBezTo>
                      <a:pt x="141" y="134"/>
                      <a:pt x="141" y="134"/>
                      <a:pt x="141" y="134"/>
                    </a:cubicBezTo>
                    <a:cubicBezTo>
                      <a:pt x="141" y="152"/>
                      <a:pt x="133" y="153"/>
                      <a:pt x="121" y="153"/>
                    </a:cubicBezTo>
                    <a:cubicBezTo>
                      <a:pt x="121" y="158"/>
                      <a:pt x="121" y="158"/>
                      <a:pt x="121" y="158"/>
                    </a:cubicBezTo>
                    <a:cubicBezTo>
                      <a:pt x="178" y="158"/>
                      <a:pt x="178" y="158"/>
                      <a:pt x="178" y="158"/>
                    </a:cubicBezTo>
                    <a:cubicBezTo>
                      <a:pt x="178" y="153"/>
                      <a:pt x="178" y="153"/>
                      <a:pt x="178" y="153"/>
                    </a:cubicBezTo>
                    <a:cubicBezTo>
                      <a:pt x="166" y="153"/>
                      <a:pt x="159" y="152"/>
                      <a:pt x="159" y="134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7"/>
                      <a:pt x="166" y="5"/>
                      <a:pt x="178" y="5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94" y="158"/>
                      <a:pt x="94" y="158"/>
                      <a:pt x="94" y="158"/>
                    </a:cubicBezTo>
                    <a:cubicBezTo>
                      <a:pt x="140" y="14"/>
                      <a:pt x="140" y="14"/>
                      <a:pt x="140" y="14"/>
                    </a:cubicBezTo>
                    <a:lnTo>
                      <a:pt x="14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2" name="Freeform 28">
                <a:extLst>
                  <a:ext uri="{FF2B5EF4-FFF2-40B4-BE49-F238E27FC236}">
                    <a16:creationId xmlns:a16="http://schemas.microsoft.com/office/drawing/2014/main" id="{5A534D33-1CE5-4731-A5DD-9E91A6AAB10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16" y="7908"/>
                <a:ext cx="44" cy="118"/>
              </a:xfrm>
              <a:custGeom>
                <a:avLst/>
                <a:gdLst>
                  <a:gd name="T0" fmla="*/ 0 w 58"/>
                  <a:gd name="T1" fmla="*/ 5 h 158"/>
                  <a:gd name="T2" fmla="*/ 19 w 58"/>
                  <a:gd name="T3" fmla="*/ 25 h 158"/>
                  <a:gd name="T4" fmla="*/ 19 w 58"/>
                  <a:gd name="T5" fmla="*/ 134 h 158"/>
                  <a:gd name="T6" fmla="*/ 0 w 58"/>
                  <a:gd name="T7" fmla="*/ 153 h 158"/>
                  <a:gd name="T8" fmla="*/ 0 w 58"/>
                  <a:gd name="T9" fmla="*/ 158 h 158"/>
                  <a:gd name="T10" fmla="*/ 58 w 58"/>
                  <a:gd name="T11" fmla="*/ 158 h 158"/>
                  <a:gd name="T12" fmla="*/ 58 w 58"/>
                  <a:gd name="T13" fmla="*/ 153 h 158"/>
                  <a:gd name="T14" fmla="*/ 39 w 58"/>
                  <a:gd name="T15" fmla="*/ 134 h 158"/>
                  <a:gd name="T16" fmla="*/ 39 w 58"/>
                  <a:gd name="T17" fmla="*/ 25 h 158"/>
                  <a:gd name="T18" fmla="*/ 58 w 58"/>
                  <a:gd name="T19" fmla="*/ 5 h 158"/>
                  <a:gd name="T20" fmla="*/ 58 w 58"/>
                  <a:gd name="T21" fmla="*/ 0 h 158"/>
                  <a:gd name="T22" fmla="*/ 0 w 58"/>
                  <a:gd name="T23" fmla="*/ 0 h 158"/>
                  <a:gd name="T24" fmla="*/ 0 w 58"/>
                  <a:gd name="T2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58">
                    <a:moveTo>
                      <a:pt x="0" y="5"/>
                    </a:move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3" name="Freeform 29">
                <a:extLst>
                  <a:ext uri="{FF2B5EF4-FFF2-40B4-BE49-F238E27FC236}">
                    <a16:creationId xmlns:a16="http://schemas.microsoft.com/office/drawing/2014/main" id="{882B2FE7-BB07-402D-9898-08B66C90F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83" y="7908"/>
                <a:ext cx="78" cy="118"/>
              </a:xfrm>
              <a:custGeom>
                <a:avLst/>
                <a:gdLst>
                  <a:gd name="T0" fmla="*/ 100 w 105"/>
                  <a:gd name="T1" fmla="*/ 127 h 158"/>
                  <a:gd name="T2" fmla="*/ 73 w 105"/>
                  <a:gd name="T3" fmla="*/ 149 h 158"/>
                  <a:gd name="T4" fmla="*/ 51 w 105"/>
                  <a:gd name="T5" fmla="*/ 149 h 158"/>
                  <a:gd name="T6" fmla="*/ 39 w 105"/>
                  <a:gd name="T7" fmla="*/ 129 h 158"/>
                  <a:gd name="T8" fmla="*/ 39 w 105"/>
                  <a:gd name="T9" fmla="*/ 80 h 158"/>
                  <a:gd name="T10" fmla="*/ 68 w 105"/>
                  <a:gd name="T11" fmla="*/ 80 h 158"/>
                  <a:gd name="T12" fmla="*/ 88 w 105"/>
                  <a:gd name="T13" fmla="*/ 100 h 158"/>
                  <a:gd name="T14" fmla="*/ 93 w 105"/>
                  <a:gd name="T15" fmla="*/ 100 h 158"/>
                  <a:gd name="T16" fmla="*/ 93 w 105"/>
                  <a:gd name="T17" fmla="*/ 51 h 158"/>
                  <a:gd name="T18" fmla="*/ 88 w 105"/>
                  <a:gd name="T19" fmla="*/ 51 h 158"/>
                  <a:gd name="T20" fmla="*/ 68 w 105"/>
                  <a:gd name="T21" fmla="*/ 71 h 158"/>
                  <a:gd name="T22" fmla="*/ 39 w 105"/>
                  <a:gd name="T23" fmla="*/ 71 h 158"/>
                  <a:gd name="T24" fmla="*/ 39 w 105"/>
                  <a:gd name="T25" fmla="*/ 30 h 158"/>
                  <a:gd name="T26" fmla="*/ 51 w 105"/>
                  <a:gd name="T27" fmla="*/ 10 h 158"/>
                  <a:gd name="T28" fmla="*/ 71 w 105"/>
                  <a:gd name="T29" fmla="*/ 10 h 158"/>
                  <a:gd name="T30" fmla="*/ 97 w 105"/>
                  <a:gd name="T31" fmla="*/ 29 h 158"/>
                  <a:gd name="T32" fmla="*/ 102 w 105"/>
                  <a:gd name="T33" fmla="*/ 29 h 158"/>
                  <a:gd name="T34" fmla="*/ 101 w 105"/>
                  <a:gd name="T35" fmla="*/ 0 h 158"/>
                  <a:gd name="T36" fmla="*/ 0 w 105"/>
                  <a:gd name="T37" fmla="*/ 0 h 158"/>
                  <a:gd name="T38" fmla="*/ 0 w 105"/>
                  <a:gd name="T39" fmla="*/ 5 h 158"/>
                  <a:gd name="T40" fmla="*/ 20 w 105"/>
                  <a:gd name="T41" fmla="*/ 25 h 158"/>
                  <a:gd name="T42" fmla="*/ 20 w 105"/>
                  <a:gd name="T43" fmla="*/ 134 h 158"/>
                  <a:gd name="T44" fmla="*/ 0 w 105"/>
                  <a:gd name="T45" fmla="*/ 153 h 158"/>
                  <a:gd name="T46" fmla="*/ 0 w 105"/>
                  <a:gd name="T47" fmla="*/ 158 h 158"/>
                  <a:gd name="T48" fmla="*/ 104 w 105"/>
                  <a:gd name="T49" fmla="*/ 158 h 158"/>
                  <a:gd name="T50" fmla="*/ 105 w 105"/>
                  <a:gd name="T51" fmla="*/ 127 h 158"/>
                  <a:gd name="T52" fmla="*/ 100 w 105"/>
                  <a:gd name="T53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100" y="127"/>
                    </a:moveTo>
                    <a:cubicBezTo>
                      <a:pt x="97" y="143"/>
                      <a:pt x="90" y="149"/>
                      <a:pt x="73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7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2"/>
                      <a:pt x="40" y="10"/>
                      <a:pt x="5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87" y="10"/>
                      <a:pt x="94" y="15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lnTo>
                      <a:pt x="100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4" name="Freeform 30">
                <a:extLst>
                  <a:ext uri="{FF2B5EF4-FFF2-40B4-BE49-F238E27FC236}">
                    <a16:creationId xmlns:a16="http://schemas.microsoft.com/office/drawing/2014/main" id="{55B0C394-E7A3-46F5-8F34-4FF47B5386E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85" y="7908"/>
                <a:ext cx="105" cy="118"/>
              </a:xfrm>
              <a:custGeom>
                <a:avLst/>
                <a:gdLst>
                  <a:gd name="T0" fmla="*/ 90 w 141"/>
                  <a:gd name="T1" fmla="*/ 5 h 158"/>
                  <a:gd name="T2" fmla="*/ 109 w 141"/>
                  <a:gd name="T3" fmla="*/ 25 h 158"/>
                  <a:gd name="T4" fmla="*/ 109 w 141"/>
                  <a:gd name="T5" fmla="*/ 128 h 158"/>
                  <a:gd name="T6" fmla="*/ 109 w 141"/>
                  <a:gd name="T7" fmla="*/ 128 h 158"/>
                  <a:gd name="T8" fmla="*/ 40 w 141"/>
                  <a:gd name="T9" fmla="*/ 0 h 158"/>
                  <a:gd name="T10" fmla="*/ 0 w 141"/>
                  <a:gd name="T11" fmla="*/ 0 h 158"/>
                  <a:gd name="T12" fmla="*/ 0 w 141"/>
                  <a:gd name="T13" fmla="*/ 5 h 158"/>
                  <a:gd name="T14" fmla="*/ 19 w 141"/>
                  <a:gd name="T15" fmla="*/ 25 h 158"/>
                  <a:gd name="T16" fmla="*/ 19 w 141"/>
                  <a:gd name="T17" fmla="*/ 134 h 158"/>
                  <a:gd name="T18" fmla="*/ 0 w 141"/>
                  <a:gd name="T19" fmla="*/ 153 h 158"/>
                  <a:gd name="T20" fmla="*/ 0 w 141"/>
                  <a:gd name="T21" fmla="*/ 158 h 158"/>
                  <a:gd name="T22" fmla="*/ 51 w 141"/>
                  <a:gd name="T23" fmla="*/ 158 h 158"/>
                  <a:gd name="T24" fmla="*/ 51 w 141"/>
                  <a:gd name="T25" fmla="*/ 153 h 158"/>
                  <a:gd name="T26" fmla="*/ 32 w 141"/>
                  <a:gd name="T27" fmla="*/ 134 h 158"/>
                  <a:gd name="T28" fmla="*/ 32 w 141"/>
                  <a:gd name="T29" fmla="*/ 22 h 158"/>
                  <a:gd name="T30" fmla="*/ 33 w 141"/>
                  <a:gd name="T31" fmla="*/ 22 h 158"/>
                  <a:gd name="T32" fmla="*/ 105 w 141"/>
                  <a:gd name="T33" fmla="*/ 158 h 158"/>
                  <a:gd name="T34" fmla="*/ 122 w 141"/>
                  <a:gd name="T35" fmla="*/ 158 h 158"/>
                  <a:gd name="T36" fmla="*/ 122 w 141"/>
                  <a:gd name="T37" fmla="*/ 25 h 158"/>
                  <a:gd name="T38" fmla="*/ 141 w 141"/>
                  <a:gd name="T39" fmla="*/ 5 h 158"/>
                  <a:gd name="T40" fmla="*/ 141 w 141"/>
                  <a:gd name="T41" fmla="*/ 0 h 158"/>
                  <a:gd name="T42" fmla="*/ 90 w 141"/>
                  <a:gd name="T43" fmla="*/ 0 h 158"/>
                  <a:gd name="T44" fmla="*/ 90 w 141"/>
                  <a:gd name="T4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90" y="5"/>
                    </a:moveTo>
                    <a:cubicBezTo>
                      <a:pt x="102" y="5"/>
                      <a:pt x="109" y="7"/>
                      <a:pt x="109" y="25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2" y="7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9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5" name="Freeform 31">
                <a:extLst>
                  <a:ext uri="{FF2B5EF4-FFF2-40B4-BE49-F238E27FC236}">
                    <a16:creationId xmlns:a16="http://schemas.microsoft.com/office/drawing/2014/main" id="{807DECBC-732D-4FFC-B852-54A541C72E1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859" y="7508"/>
                <a:ext cx="457" cy="550"/>
              </a:xfrm>
              <a:custGeom>
                <a:avLst/>
                <a:gdLst>
                  <a:gd name="T0" fmla="*/ 597 w 614"/>
                  <a:gd name="T1" fmla="*/ 482 h 737"/>
                  <a:gd name="T2" fmla="*/ 611 w 614"/>
                  <a:gd name="T3" fmla="*/ 353 h 737"/>
                  <a:gd name="T4" fmla="*/ 588 w 614"/>
                  <a:gd name="T5" fmla="*/ 227 h 737"/>
                  <a:gd name="T6" fmla="*/ 510 w 614"/>
                  <a:gd name="T7" fmla="*/ 95 h 737"/>
                  <a:gd name="T8" fmla="*/ 379 w 614"/>
                  <a:gd name="T9" fmla="*/ 12 h 737"/>
                  <a:gd name="T10" fmla="*/ 248 w 614"/>
                  <a:gd name="T11" fmla="*/ 8 h 737"/>
                  <a:gd name="T12" fmla="*/ 131 w 614"/>
                  <a:gd name="T13" fmla="*/ 69 h 737"/>
                  <a:gd name="T14" fmla="*/ 39 w 614"/>
                  <a:gd name="T15" fmla="*/ 192 h 737"/>
                  <a:gd name="T16" fmla="*/ 2 w 614"/>
                  <a:gd name="T17" fmla="*/ 329 h 737"/>
                  <a:gd name="T18" fmla="*/ 9 w 614"/>
                  <a:gd name="T19" fmla="*/ 447 h 737"/>
                  <a:gd name="T20" fmla="*/ 52 w 614"/>
                  <a:gd name="T21" fmla="*/ 570 h 737"/>
                  <a:gd name="T22" fmla="*/ 155 w 614"/>
                  <a:gd name="T23" fmla="*/ 686 h 737"/>
                  <a:gd name="T24" fmla="*/ 300 w 614"/>
                  <a:gd name="T25" fmla="*/ 735 h 737"/>
                  <a:gd name="T26" fmla="*/ 428 w 614"/>
                  <a:gd name="T27" fmla="*/ 705 h 737"/>
                  <a:gd name="T28" fmla="*/ 549 w 614"/>
                  <a:gd name="T29" fmla="*/ 585 h 737"/>
                  <a:gd name="T30" fmla="*/ 568 w 614"/>
                  <a:gd name="T31" fmla="*/ 533 h 737"/>
                  <a:gd name="T32" fmla="*/ 596 w 614"/>
                  <a:gd name="T33" fmla="*/ 465 h 737"/>
                  <a:gd name="T34" fmla="*/ 605 w 614"/>
                  <a:gd name="T35" fmla="*/ 415 h 737"/>
                  <a:gd name="T36" fmla="*/ 607 w 614"/>
                  <a:gd name="T37" fmla="*/ 336 h 737"/>
                  <a:gd name="T38" fmla="*/ 584 w 614"/>
                  <a:gd name="T39" fmla="*/ 248 h 737"/>
                  <a:gd name="T40" fmla="*/ 565 w 614"/>
                  <a:gd name="T41" fmla="*/ 201 h 737"/>
                  <a:gd name="T42" fmla="*/ 531 w 614"/>
                  <a:gd name="T43" fmla="*/ 135 h 737"/>
                  <a:gd name="T44" fmla="*/ 500 w 614"/>
                  <a:gd name="T45" fmla="*/ 95 h 737"/>
                  <a:gd name="T46" fmla="*/ 471 w 614"/>
                  <a:gd name="T47" fmla="*/ 63 h 737"/>
                  <a:gd name="T48" fmla="*/ 433 w 614"/>
                  <a:gd name="T49" fmla="*/ 38 h 737"/>
                  <a:gd name="T50" fmla="*/ 348 w 614"/>
                  <a:gd name="T51" fmla="*/ 11 h 737"/>
                  <a:gd name="T52" fmla="*/ 281 w 614"/>
                  <a:gd name="T53" fmla="*/ 6 h 737"/>
                  <a:gd name="T54" fmla="*/ 219 w 614"/>
                  <a:gd name="T55" fmla="*/ 30 h 737"/>
                  <a:gd name="T56" fmla="*/ 175 w 614"/>
                  <a:gd name="T57" fmla="*/ 52 h 737"/>
                  <a:gd name="T58" fmla="*/ 135 w 614"/>
                  <a:gd name="T59" fmla="*/ 81 h 737"/>
                  <a:gd name="T60" fmla="*/ 98 w 614"/>
                  <a:gd name="T61" fmla="*/ 117 h 737"/>
                  <a:gd name="T62" fmla="*/ 55 w 614"/>
                  <a:gd name="T63" fmla="*/ 167 h 737"/>
                  <a:gd name="T64" fmla="*/ 41 w 614"/>
                  <a:gd name="T65" fmla="*/ 215 h 737"/>
                  <a:gd name="T66" fmla="*/ 21 w 614"/>
                  <a:gd name="T67" fmla="*/ 295 h 737"/>
                  <a:gd name="T68" fmla="*/ 15 w 614"/>
                  <a:gd name="T69" fmla="*/ 373 h 737"/>
                  <a:gd name="T70" fmla="*/ 13 w 614"/>
                  <a:gd name="T71" fmla="*/ 437 h 737"/>
                  <a:gd name="T72" fmla="*/ 33 w 614"/>
                  <a:gd name="T73" fmla="*/ 500 h 737"/>
                  <a:gd name="T74" fmla="*/ 52 w 614"/>
                  <a:gd name="T75" fmla="*/ 548 h 737"/>
                  <a:gd name="T76" fmla="*/ 76 w 614"/>
                  <a:gd name="T77" fmla="*/ 592 h 737"/>
                  <a:gd name="T78" fmla="*/ 127 w 614"/>
                  <a:gd name="T79" fmla="*/ 648 h 737"/>
                  <a:gd name="T80" fmla="*/ 152 w 614"/>
                  <a:gd name="T81" fmla="*/ 680 h 737"/>
                  <a:gd name="T82" fmla="*/ 202 w 614"/>
                  <a:gd name="T83" fmla="*/ 708 h 737"/>
                  <a:gd name="T84" fmla="*/ 254 w 614"/>
                  <a:gd name="T85" fmla="*/ 723 h 737"/>
                  <a:gd name="T86" fmla="*/ 331 w 614"/>
                  <a:gd name="T87" fmla="*/ 721 h 737"/>
                  <a:gd name="T88" fmla="*/ 394 w 614"/>
                  <a:gd name="T89" fmla="*/ 716 h 737"/>
                  <a:gd name="T90" fmla="*/ 445 w 614"/>
                  <a:gd name="T91" fmla="*/ 691 h 737"/>
                  <a:gd name="T92" fmla="*/ 487 w 614"/>
                  <a:gd name="T93" fmla="*/ 659 h 737"/>
                  <a:gd name="T94" fmla="*/ 519 w 614"/>
                  <a:gd name="T95" fmla="*/ 626 h 737"/>
                  <a:gd name="T96" fmla="*/ 535 w 614"/>
                  <a:gd name="T97" fmla="*/ 581 h 737"/>
                  <a:gd name="T98" fmla="*/ 429 w 614"/>
                  <a:gd name="T99" fmla="*/ 685 h 737"/>
                  <a:gd name="T100" fmla="*/ 300 w 614"/>
                  <a:gd name="T101" fmla="*/ 720 h 737"/>
                  <a:gd name="T102" fmla="*/ 182 w 614"/>
                  <a:gd name="T103" fmla="*/ 686 h 737"/>
                  <a:gd name="T104" fmla="*/ 76 w 614"/>
                  <a:gd name="T105" fmla="*/ 580 h 737"/>
                  <a:gd name="T106" fmla="*/ 29 w 614"/>
                  <a:gd name="T107" fmla="*/ 461 h 737"/>
                  <a:gd name="T108" fmla="*/ 19 w 614"/>
                  <a:gd name="T109" fmla="*/ 341 h 737"/>
                  <a:gd name="T110" fmla="*/ 55 w 614"/>
                  <a:gd name="T111" fmla="*/ 198 h 737"/>
                  <a:gd name="T112" fmla="*/ 144 w 614"/>
                  <a:gd name="T113" fmla="*/ 79 h 737"/>
                  <a:gd name="T114" fmla="*/ 255 w 614"/>
                  <a:gd name="T115" fmla="*/ 23 h 737"/>
                  <a:gd name="T116" fmla="*/ 375 w 614"/>
                  <a:gd name="T117" fmla="*/ 27 h 737"/>
                  <a:gd name="T118" fmla="*/ 499 w 614"/>
                  <a:gd name="T119" fmla="*/ 106 h 737"/>
                  <a:gd name="T120" fmla="*/ 574 w 614"/>
                  <a:gd name="T121" fmla="*/ 235 h 737"/>
                  <a:gd name="T122" fmla="*/ 595 w 614"/>
                  <a:gd name="T123" fmla="*/ 359 h 737"/>
                  <a:gd name="T124" fmla="*/ 580 w 614"/>
                  <a:gd name="T125" fmla="*/ 482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4" h="737">
                    <a:moveTo>
                      <a:pt x="542" y="602"/>
                    </a:move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6" y="598"/>
                      <a:pt x="549" y="595"/>
                      <a:pt x="551" y="591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4" y="587"/>
                      <a:pt x="555" y="583"/>
                      <a:pt x="556" y="579"/>
                    </a:cubicBezTo>
                    <a:cubicBezTo>
                      <a:pt x="556" y="579"/>
                      <a:pt x="556" y="579"/>
                      <a:pt x="556" y="579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62" y="573"/>
                      <a:pt x="566" y="567"/>
                      <a:pt x="568" y="556"/>
                    </a:cubicBezTo>
                    <a:cubicBezTo>
                      <a:pt x="568" y="556"/>
                      <a:pt x="568" y="556"/>
                      <a:pt x="568" y="556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74" y="550"/>
                      <a:pt x="578" y="544"/>
                      <a:pt x="579" y="533"/>
                    </a:cubicBezTo>
                    <a:cubicBezTo>
                      <a:pt x="579" y="533"/>
                      <a:pt x="579" y="533"/>
                      <a:pt x="579" y="533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2" y="529"/>
                      <a:pt x="584" y="526"/>
                      <a:pt x="586" y="521"/>
                    </a:cubicBezTo>
                    <a:cubicBezTo>
                      <a:pt x="586" y="521"/>
                      <a:pt x="586" y="521"/>
                      <a:pt x="586" y="521"/>
                    </a:cubicBezTo>
                    <a:cubicBezTo>
                      <a:pt x="587" y="518"/>
                      <a:pt x="588" y="513"/>
                      <a:pt x="589" y="508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93" y="502"/>
                      <a:pt x="596" y="495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600" y="477"/>
                      <a:pt x="602" y="471"/>
                      <a:pt x="602" y="462"/>
                    </a:cubicBezTo>
                    <a:cubicBezTo>
                      <a:pt x="602" y="461"/>
                      <a:pt x="602" y="460"/>
                      <a:pt x="602" y="459"/>
                    </a:cubicBezTo>
                    <a:cubicBezTo>
                      <a:pt x="602" y="459"/>
                      <a:pt x="602" y="459"/>
                      <a:pt x="602" y="459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5" y="454"/>
                      <a:pt x="606" y="450"/>
                      <a:pt x="607" y="446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3"/>
                      <a:pt x="607" y="441"/>
                      <a:pt x="607" y="440"/>
                    </a:cubicBezTo>
                    <a:cubicBezTo>
                      <a:pt x="607" y="437"/>
                      <a:pt x="607" y="435"/>
                      <a:pt x="607" y="433"/>
                    </a:cubicBezTo>
                    <a:cubicBezTo>
                      <a:pt x="607" y="432"/>
                      <a:pt x="607" y="432"/>
                      <a:pt x="607" y="432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9" y="427"/>
                      <a:pt x="611" y="422"/>
                      <a:pt x="611" y="416"/>
                    </a:cubicBezTo>
                    <a:cubicBezTo>
                      <a:pt x="611" y="414"/>
                      <a:pt x="610" y="411"/>
                      <a:pt x="610" y="407"/>
                    </a:cubicBezTo>
                    <a:cubicBezTo>
                      <a:pt x="610" y="407"/>
                      <a:pt x="610" y="407"/>
                      <a:pt x="610" y="407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2" y="402"/>
                      <a:pt x="613" y="398"/>
                      <a:pt x="613" y="393"/>
                    </a:cubicBezTo>
                    <a:cubicBezTo>
                      <a:pt x="613" y="389"/>
                      <a:pt x="612" y="386"/>
                      <a:pt x="611" y="382"/>
                    </a:cubicBezTo>
                    <a:cubicBezTo>
                      <a:pt x="611" y="382"/>
                      <a:pt x="611" y="382"/>
                      <a:pt x="611" y="382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3" y="377"/>
                      <a:pt x="614" y="373"/>
                      <a:pt x="614" y="368"/>
                    </a:cubicBezTo>
                    <a:cubicBezTo>
                      <a:pt x="614" y="368"/>
                      <a:pt x="614" y="368"/>
                      <a:pt x="614" y="368"/>
                    </a:cubicBezTo>
                    <a:cubicBezTo>
                      <a:pt x="614" y="367"/>
                      <a:pt x="614" y="367"/>
                      <a:pt x="614" y="367"/>
                    </a:cubicBezTo>
                    <a:cubicBezTo>
                      <a:pt x="613" y="364"/>
                      <a:pt x="613" y="360"/>
                      <a:pt x="611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2" y="350"/>
                      <a:pt x="613" y="348"/>
                      <a:pt x="613" y="344"/>
                    </a:cubicBezTo>
                    <a:cubicBezTo>
                      <a:pt x="613" y="340"/>
                      <a:pt x="612" y="335"/>
                      <a:pt x="610" y="330"/>
                    </a:cubicBezTo>
                    <a:cubicBezTo>
                      <a:pt x="610" y="329"/>
                      <a:pt x="610" y="329"/>
                      <a:pt x="610" y="329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5"/>
                      <a:pt x="611" y="323"/>
                      <a:pt x="611" y="320"/>
                    </a:cubicBezTo>
                    <a:cubicBezTo>
                      <a:pt x="611" y="316"/>
                      <a:pt x="610" y="310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0"/>
                      <a:pt x="607" y="298"/>
                      <a:pt x="607" y="296"/>
                    </a:cubicBezTo>
                    <a:cubicBezTo>
                      <a:pt x="607" y="294"/>
                      <a:pt x="607" y="293"/>
                      <a:pt x="607" y="291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6"/>
                      <a:pt x="604" y="282"/>
                      <a:pt x="602" y="278"/>
                    </a:cubicBezTo>
                    <a:cubicBezTo>
                      <a:pt x="602" y="278"/>
                      <a:pt x="602" y="278"/>
                      <a:pt x="602" y="278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5"/>
                      <a:pt x="602" y="273"/>
                      <a:pt x="602" y="272"/>
                    </a:cubicBezTo>
                    <a:cubicBezTo>
                      <a:pt x="602" y="267"/>
                      <a:pt x="601" y="260"/>
                      <a:pt x="596" y="253"/>
                    </a:cubicBezTo>
                    <a:cubicBezTo>
                      <a:pt x="596" y="253"/>
                      <a:pt x="596" y="253"/>
                      <a:pt x="596" y="253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0"/>
                      <a:pt x="596" y="249"/>
                      <a:pt x="596" y="248"/>
                    </a:cubicBezTo>
                    <a:cubicBezTo>
                      <a:pt x="596" y="243"/>
                      <a:pt x="594" y="236"/>
                      <a:pt x="589" y="229"/>
                    </a:cubicBezTo>
                    <a:cubicBezTo>
                      <a:pt x="589" y="229"/>
                      <a:pt x="589" y="229"/>
                      <a:pt x="589" y="229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6"/>
                      <a:pt x="588" y="226"/>
                      <a:pt x="588" y="226"/>
                    </a:cubicBezTo>
                    <a:cubicBezTo>
                      <a:pt x="588" y="223"/>
                      <a:pt x="587" y="219"/>
                      <a:pt x="586" y="215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4" y="211"/>
                      <a:pt x="582" y="207"/>
                      <a:pt x="579" y="204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8" y="196"/>
                      <a:pt x="576" y="189"/>
                      <a:pt x="569" y="180"/>
                    </a:cubicBezTo>
                    <a:cubicBezTo>
                      <a:pt x="569" y="180"/>
                      <a:pt x="569" y="180"/>
                      <a:pt x="569" y="180"/>
                    </a:cubicBezTo>
                    <a:cubicBezTo>
                      <a:pt x="568" y="179"/>
                      <a:pt x="568" y="179"/>
                      <a:pt x="568" y="179"/>
                    </a:cubicBezTo>
                    <a:cubicBezTo>
                      <a:pt x="568" y="178"/>
                      <a:pt x="568" y="178"/>
                      <a:pt x="568" y="178"/>
                    </a:cubicBezTo>
                    <a:cubicBezTo>
                      <a:pt x="567" y="172"/>
                      <a:pt x="564" y="165"/>
                      <a:pt x="557" y="158"/>
                    </a:cubicBezTo>
                    <a:cubicBezTo>
                      <a:pt x="556" y="158"/>
                      <a:pt x="556" y="158"/>
                      <a:pt x="556" y="158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5" y="156"/>
                      <a:pt x="555" y="156"/>
                      <a:pt x="555" y="156"/>
                    </a:cubicBezTo>
                    <a:cubicBezTo>
                      <a:pt x="555" y="153"/>
                      <a:pt x="554" y="149"/>
                      <a:pt x="551" y="145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48" y="141"/>
                      <a:pt x="546" y="138"/>
                      <a:pt x="542" y="135"/>
                    </a:cubicBezTo>
                    <a:cubicBezTo>
                      <a:pt x="542" y="135"/>
                      <a:pt x="542" y="135"/>
                      <a:pt x="542" y="135"/>
                    </a:cubicBezTo>
                    <a:cubicBezTo>
                      <a:pt x="541" y="134"/>
                      <a:pt x="541" y="134"/>
                      <a:pt x="541" y="134"/>
                    </a:cubicBezTo>
                    <a:cubicBezTo>
                      <a:pt x="541" y="133"/>
                      <a:pt x="541" y="133"/>
                      <a:pt x="541" y="133"/>
                    </a:cubicBezTo>
                    <a:cubicBezTo>
                      <a:pt x="540" y="127"/>
                      <a:pt x="536" y="121"/>
                      <a:pt x="527" y="115"/>
                    </a:cubicBezTo>
                    <a:cubicBezTo>
                      <a:pt x="527" y="114"/>
                      <a:pt x="527" y="114"/>
                      <a:pt x="527" y="114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4" y="107"/>
                      <a:pt x="519" y="101"/>
                      <a:pt x="510" y="95"/>
                    </a:cubicBezTo>
                    <a:cubicBezTo>
                      <a:pt x="510" y="95"/>
                      <a:pt x="510" y="95"/>
                      <a:pt x="510" y="95"/>
                    </a:cubicBezTo>
                    <a:cubicBezTo>
                      <a:pt x="509" y="94"/>
                      <a:pt x="509" y="94"/>
                      <a:pt x="509" y="94"/>
                    </a:cubicBezTo>
                    <a:cubicBezTo>
                      <a:pt x="509" y="93"/>
                      <a:pt x="509" y="93"/>
                      <a:pt x="509" y="93"/>
                    </a:cubicBezTo>
                    <a:cubicBezTo>
                      <a:pt x="507" y="90"/>
                      <a:pt x="505" y="87"/>
                      <a:pt x="502" y="84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499" y="81"/>
                      <a:pt x="495" y="78"/>
                      <a:pt x="491" y="76"/>
                    </a:cubicBezTo>
                    <a:cubicBezTo>
                      <a:pt x="491" y="76"/>
                      <a:pt x="491" y="76"/>
                      <a:pt x="491" y="76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87" y="69"/>
                      <a:pt x="482" y="63"/>
                      <a:pt x="471" y="59"/>
                    </a:cubicBezTo>
                    <a:cubicBezTo>
                      <a:pt x="471" y="59"/>
                      <a:pt x="471" y="59"/>
                      <a:pt x="471" y="59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67" y="53"/>
                      <a:pt x="461" y="48"/>
                      <a:pt x="450" y="45"/>
                    </a:cubicBezTo>
                    <a:cubicBezTo>
                      <a:pt x="450" y="44"/>
                      <a:pt x="450" y="44"/>
                      <a:pt x="450" y="44"/>
                    </a:cubicBezTo>
                    <a:cubicBezTo>
                      <a:pt x="449" y="44"/>
                      <a:pt x="449" y="44"/>
                      <a:pt x="449" y="44"/>
                    </a:cubicBezTo>
                    <a:cubicBezTo>
                      <a:pt x="449" y="43"/>
                      <a:pt x="449" y="43"/>
                      <a:pt x="449" y="43"/>
                    </a:cubicBezTo>
                    <a:cubicBezTo>
                      <a:pt x="446" y="41"/>
                      <a:pt x="444" y="38"/>
                      <a:pt x="440" y="36"/>
                    </a:cubicBezTo>
                    <a:cubicBezTo>
                      <a:pt x="440" y="36"/>
                      <a:pt x="440" y="36"/>
                      <a:pt x="440" y="36"/>
                    </a:cubicBezTo>
                    <a:cubicBezTo>
                      <a:pt x="436" y="34"/>
                      <a:pt x="432" y="32"/>
                      <a:pt x="427" y="31"/>
                    </a:cubicBezTo>
                    <a:cubicBezTo>
                      <a:pt x="427" y="31"/>
                      <a:pt x="427" y="31"/>
                      <a:pt x="427" y="31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1" y="26"/>
                      <a:pt x="414" y="21"/>
                      <a:pt x="403" y="20"/>
                    </a:cubicBezTo>
                    <a:cubicBezTo>
                      <a:pt x="403" y="20"/>
                      <a:pt x="403" y="20"/>
                      <a:pt x="403" y="20"/>
                    </a:cubicBezTo>
                    <a:cubicBezTo>
                      <a:pt x="402" y="20"/>
                      <a:pt x="402" y="20"/>
                      <a:pt x="402" y="20"/>
                    </a:cubicBezTo>
                    <a:cubicBezTo>
                      <a:pt x="401" y="19"/>
                      <a:pt x="401" y="19"/>
                      <a:pt x="401" y="19"/>
                    </a:cubicBezTo>
                    <a:cubicBezTo>
                      <a:pt x="397" y="15"/>
                      <a:pt x="390" y="12"/>
                      <a:pt x="379" y="12"/>
                    </a:cubicBezTo>
                    <a:cubicBezTo>
                      <a:pt x="379" y="12"/>
                      <a:pt x="379" y="12"/>
                      <a:pt x="379" y="12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4" y="9"/>
                      <a:pt x="371" y="7"/>
                      <a:pt x="366" y="6"/>
                    </a:cubicBezTo>
                    <a:cubicBezTo>
                      <a:pt x="366" y="6"/>
                      <a:pt x="366" y="6"/>
                      <a:pt x="366" y="6"/>
                    </a:cubicBezTo>
                    <a:cubicBezTo>
                      <a:pt x="363" y="6"/>
                      <a:pt x="360" y="5"/>
                      <a:pt x="357" y="5"/>
                    </a:cubicBezTo>
                    <a:cubicBezTo>
                      <a:pt x="355" y="5"/>
                      <a:pt x="354" y="5"/>
                      <a:pt x="352" y="5"/>
                    </a:cubicBezTo>
                    <a:cubicBezTo>
                      <a:pt x="352" y="5"/>
                      <a:pt x="352" y="5"/>
                      <a:pt x="352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0" y="5"/>
                      <a:pt x="350" y="5"/>
                      <a:pt x="350" y="5"/>
                    </a:cubicBezTo>
                    <a:cubicBezTo>
                      <a:pt x="347" y="3"/>
                      <a:pt x="342" y="1"/>
                      <a:pt x="335" y="1"/>
                    </a:cubicBezTo>
                    <a:cubicBezTo>
                      <a:pt x="333" y="1"/>
                      <a:pt x="330" y="2"/>
                      <a:pt x="327" y="2"/>
                    </a:cubicBezTo>
                    <a:cubicBezTo>
                      <a:pt x="327" y="2"/>
                      <a:pt x="327" y="2"/>
                      <a:pt x="327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1" y="1"/>
                      <a:pt x="318" y="0"/>
                      <a:pt x="313" y="0"/>
                    </a:cubicBezTo>
                    <a:cubicBezTo>
                      <a:pt x="309" y="0"/>
                      <a:pt x="305" y="0"/>
                      <a:pt x="301" y="2"/>
                    </a:cubicBezTo>
                    <a:cubicBezTo>
                      <a:pt x="301" y="2"/>
                      <a:pt x="301" y="2"/>
                      <a:pt x="301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6" y="1"/>
                      <a:pt x="293" y="0"/>
                      <a:pt x="290" y="0"/>
                    </a:cubicBezTo>
                    <a:cubicBezTo>
                      <a:pt x="289" y="0"/>
                      <a:pt x="288" y="0"/>
                      <a:pt x="287" y="0"/>
                    </a:cubicBezTo>
                    <a:cubicBezTo>
                      <a:pt x="287" y="0"/>
                      <a:pt x="287" y="0"/>
                      <a:pt x="287" y="0"/>
                    </a:cubicBezTo>
                    <a:cubicBezTo>
                      <a:pt x="283" y="1"/>
                      <a:pt x="279" y="1"/>
                      <a:pt x="274" y="4"/>
                    </a:cubicBezTo>
                    <a:cubicBezTo>
                      <a:pt x="274" y="4"/>
                      <a:pt x="274" y="4"/>
                      <a:pt x="274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0" y="3"/>
                      <a:pt x="268" y="3"/>
                      <a:pt x="266" y="3"/>
                    </a:cubicBezTo>
                    <a:cubicBezTo>
                      <a:pt x="261" y="3"/>
                      <a:pt x="255" y="4"/>
                      <a:pt x="248" y="8"/>
                    </a:cubicBezTo>
                    <a:cubicBezTo>
                      <a:pt x="248" y="8"/>
                      <a:pt x="248" y="8"/>
                      <a:pt x="248" y="8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5" y="8"/>
                      <a:pt x="244" y="8"/>
                      <a:pt x="243" y="8"/>
                    </a:cubicBezTo>
                    <a:cubicBezTo>
                      <a:pt x="238" y="8"/>
                      <a:pt x="231" y="10"/>
                      <a:pt x="223" y="15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2" y="16"/>
                      <a:pt x="222" y="16"/>
                      <a:pt x="222" y="16"/>
                    </a:cubicBezTo>
                    <a:cubicBezTo>
                      <a:pt x="221" y="16"/>
                      <a:pt x="221" y="16"/>
                      <a:pt x="221" y="16"/>
                    </a:cubicBezTo>
                    <a:cubicBezTo>
                      <a:pt x="221" y="16"/>
                      <a:pt x="221" y="16"/>
                      <a:pt x="220" y="16"/>
                    </a:cubicBezTo>
                    <a:cubicBezTo>
                      <a:pt x="217" y="16"/>
                      <a:pt x="213" y="17"/>
                      <a:pt x="210" y="18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5" y="20"/>
                      <a:pt x="202" y="22"/>
                      <a:pt x="198" y="25"/>
                    </a:cubicBezTo>
                    <a:cubicBezTo>
                      <a:pt x="198" y="25"/>
                      <a:pt x="198" y="25"/>
                      <a:pt x="198" y="25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0" y="27"/>
                      <a:pt x="183" y="29"/>
                      <a:pt x="175" y="37"/>
                    </a:cubicBezTo>
                    <a:cubicBezTo>
                      <a:pt x="175" y="37"/>
                      <a:pt x="175" y="37"/>
                      <a:pt x="175" y="37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67" y="39"/>
                      <a:pt x="160" y="43"/>
                      <a:pt x="153" y="51"/>
                    </a:cubicBezTo>
                    <a:cubicBezTo>
                      <a:pt x="153" y="51"/>
                      <a:pt x="153" y="51"/>
                      <a:pt x="153" y="51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48" y="53"/>
                      <a:pt x="145" y="55"/>
                      <a:pt x="141" y="58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37" y="61"/>
                      <a:pt x="135" y="64"/>
                      <a:pt x="132" y="68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30" y="69"/>
                      <a:pt x="130" y="69"/>
                      <a:pt x="130" y="69"/>
                    </a:cubicBezTo>
                    <a:cubicBezTo>
                      <a:pt x="125" y="71"/>
                      <a:pt x="119" y="75"/>
                      <a:pt x="113" y="85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06" y="89"/>
                      <a:pt x="100" y="94"/>
                      <a:pt x="96" y="104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1" y="107"/>
                      <a:pt x="88" y="109"/>
                      <a:pt x="85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2" y="117"/>
                      <a:pt x="80" y="120"/>
                      <a:pt x="79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8" y="126"/>
                      <a:pt x="78" y="126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2" y="130"/>
                      <a:pt x="67" y="135"/>
                      <a:pt x="64" y="146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58" y="151"/>
                      <a:pt x="54" y="157"/>
                      <a:pt x="51" y="168"/>
                    </a:cubicBezTo>
                    <a:cubicBezTo>
                      <a:pt x="51" y="168"/>
                      <a:pt x="51" y="168"/>
                      <a:pt x="51" y="168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48" y="172"/>
                      <a:pt x="45" y="175"/>
                      <a:pt x="43" y="179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1" y="184"/>
                      <a:pt x="40" y="187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4" y="198"/>
                      <a:pt x="30" y="205"/>
                      <a:pt x="29" y="216"/>
                    </a:cubicBezTo>
                    <a:cubicBezTo>
                      <a:pt x="29" y="216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29" y="218"/>
                      <a:pt x="29" y="218"/>
                      <a:pt x="29" y="218"/>
                    </a:cubicBezTo>
                    <a:cubicBezTo>
                      <a:pt x="24" y="222"/>
                      <a:pt x="21" y="229"/>
                      <a:pt x="21" y="240"/>
                    </a:cubicBezTo>
                    <a:cubicBezTo>
                      <a:pt x="21" y="240"/>
                      <a:pt x="21" y="240"/>
                      <a:pt x="21" y="240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0" y="242"/>
                      <a:pt x="20" y="242"/>
                      <a:pt x="20" y="242"/>
                    </a:cubicBezTo>
                    <a:cubicBezTo>
                      <a:pt x="18" y="244"/>
                      <a:pt x="17" y="248"/>
                      <a:pt x="15" y="252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4" y="256"/>
                      <a:pt x="14" y="259"/>
                      <a:pt x="14" y="263"/>
                    </a:cubicBezTo>
                    <a:cubicBezTo>
                      <a:pt x="14" y="264"/>
                      <a:pt x="14" y="265"/>
                      <a:pt x="14" y="265"/>
                    </a:cubicBezTo>
                    <a:cubicBezTo>
                      <a:pt x="14" y="266"/>
                      <a:pt x="14" y="266"/>
                      <a:pt x="14" y="266"/>
                    </a:cubicBezTo>
                    <a:cubicBezTo>
                      <a:pt x="14" y="267"/>
                      <a:pt x="14" y="267"/>
                      <a:pt x="14" y="267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1" y="272"/>
                      <a:pt x="8" y="277"/>
                      <a:pt x="8" y="285"/>
                    </a:cubicBezTo>
                    <a:cubicBezTo>
                      <a:pt x="8" y="287"/>
                      <a:pt x="9" y="289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6" y="296"/>
                      <a:pt x="4" y="301"/>
                      <a:pt x="4" y="308"/>
                    </a:cubicBezTo>
                    <a:cubicBezTo>
                      <a:pt x="4" y="310"/>
                      <a:pt x="5" y="313"/>
                      <a:pt x="5" y="316"/>
                    </a:cubicBezTo>
                    <a:cubicBezTo>
                      <a:pt x="5" y="316"/>
                      <a:pt x="5" y="316"/>
                      <a:pt x="5" y="316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3" y="321"/>
                      <a:pt x="2" y="325"/>
                      <a:pt x="2" y="329"/>
                    </a:cubicBezTo>
                    <a:cubicBezTo>
                      <a:pt x="2" y="329"/>
                      <a:pt x="2" y="329"/>
                      <a:pt x="2" y="329"/>
                    </a:cubicBezTo>
                    <a:cubicBezTo>
                      <a:pt x="1" y="330"/>
                      <a:pt x="1" y="331"/>
                      <a:pt x="1" y="332"/>
                    </a:cubicBezTo>
                    <a:cubicBezTo>
                      <a:pt x="1" y="335"/>
                      <a:pt x="2" y="339"/>
                      <a:pt x="3" y="342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3" y="344"/>
                      <a:pt x="3" y="344"/>
                      <a:pt x="3" y="344"/>
                    </a:cubicBezTo>
                    <a:cubicBezTo>
                      <a:pt x="2" y="344"/>
                      <a:pt x="2" y="344"/>
                      <a:pt x="2" y="344"/>
                    </a:cubicBezTo>
                    <a:cubicBezTo>
                      <a:pt x="1" y="348"/>
                      <a:pt x="0" y="351"/>
                      <a:pt x="0" y="356"/>
                    </a:cubicBezTo>
                    <a:cubicBezTo>
                      <a:pt x="0" y="359"/>
                      <a:pt x="1" y="363"/>
                      <a:pt x="2" y="368"/>
                    </a:cubicBezTo>
                    <a:cubicBezTo>
                      <a:pt x="2" y="368"/>
                      <a:pt x="2" y="368"/>
                      <a:pt x="2" y="368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1" y="373"/>
                      <a:pt x="0" y="376"/>
                      <a:pt x="0" y="380"/>
                    </a:cubicBezTo>
                    <a:cubicBezTo>
                      <a:pt x="0" y="384"/>
                      <a:pt x="1" y="388"/>
                      <a:pt x="3" y="393"/>
                    </a:cubicBezTo>
                    <a:cubicBezTo>
                      <a:pt x="3" y="394"/>
                      <a:pt x="3" y="394"/>
                      <a:pt x="3" y="394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2" y="398"/>
                      <a:pt x="1" y="401"/>
                      <a:pt x="1" y="404"/>
                    </a:cubicBezTo>
                    <a:cubicBezTo>
                      <a:pt x="1" y="405"/>
                      <a:pt x="1" y="406"/>
                      <a:pt x="2" y="407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12"/>
                      <a:pt x="3" y="416"/>
                      <a:pt x="5" y="420"/>
                    </a:cubicBezTo>
                    <a:cubicBezTo>
                      <a:pt x="5" y="420"/>
                      <a:pt x="5" y="420"/>
                      <a:pt x="5" y="420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4"/>
                      <a:pt x="4" y="426"/>
                      <a:pt x="4" y="428"/>
                    </a:cubicBezTo>
                    <a:cubicBezTo>
                      <a:pt x="4" y="433"/>
                      <a:pt x="5" y="439"/>
                      <a:pt x="9" y="445"/>
                    </a:cubicBezTo>
                    <a:cubicBezTo>
                      <a:pt x="9" y="445"/>
                      <a:pt x="9" y="445"/>
                      <a:pt x="9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9"/>
                      <a:pt x="8" y="450"/>
                      <a:pt x="8" y="452"/>
                    </a:cubicBezTo>
                    <a:cubicBezTo>
                      <a:pt x="8" y="457"/>
                      <a:pt x="10" y="463"/>
                      <a:pt x="14" y="470"/>
                    </a:cubicBezTo>
                    <a:cubicBezTo>
                      <a:pt x="14" y="470"/>
                      <a:pt x="14" y="470"/>
                      <a:pt x="14" y="470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3"/>
                      <a:pt x="14" y="475"/>
                      <a:pt x="14" y="476"/>
                    </a:cubicBezTo>
                    <a:cubicBezTo>
                      <a:pt x="14" y="478"/>
                      <a:pt x="14" y="481"/>
                      <a:pt x="15" y="484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7" y="489"/>
                      <a:pt x="18" y="492"/>
                      <a:pt x="21" y="496"/>
                    </a:cubicBezTo>
                    <a:cubicBezTo>
                      <a:pt x="21" y="496"/>
                      <a:pt x="21" y="496"/>
                      <a:pt x="21" y="496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1" y="499"/>
                      <a:pt x="21" y="499"/>
                      <a:pt x="21" y="500"/>
                    </a:cubicBezTo>
                    <a:cubicBezTo>
                      <a:pt x="21" y="505"/>
                      <a:pt x="23" y="512"/>
                      <a:pt x="29" y="520"/>
                    </a:cubicBezTo>
                    <a:cubicBezTo>
                      <a:pt x="29" y="520"/>
                      <a:pt x="29" y="520"/>
                      <a:pt x="29" y="520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3"/>
                      <a:pt x="30" y="523"/>
                    </a:cubicBezTo>
                    <a:cubicBezTo>
                      <a:pt x="30" y="529"/>
                      <a:pt x="32" y="536"/>
                      <a:pt x="39" y="544"/>
                    </a:cubicBezTo>
                    <a:cubicBezTo>
                      <a:pt x="39" y="544"/>
                      <a:pt x="39" y="544"/>
                      <a:pt x="39" y="544"/>
                    </a:cubicBezTo>
                    <a:cubicBezTo>
                      <a:pt x="40" y="545"/>
                      <a:pt x="40" y="545"/>
                      <a:pt x="40" y="545"/>
                    </a:cubicBezTo>
                    <a:cubicBezTo>
                      <a:pt x="40" y="546"/>
                      <a:pt x="40" y="546"/>
                      <a:pt x="40" y="546"/>
                    </a:cubicBezTo>
                    <a:cubicBezTo>
                      <a:pt x="40" y="549"/>
                      <a:pt x="41" y="553"/>
                      <a:pt x="43" y="557"/>
                    </a:cubicBezTo>
                    <a:cubicBezTo>
                      <a:pt x="43" y="557"/>
                      <a:pt x="43" y="557"/>
                      <a:pt x="43" y="557"/>
                    </a:cubicBezTo>
                    <a:cubicBezTo>
                      <a:pt x="45" y="560"/>
                      <a:pt x="47" y="564"/>
                      <a:pt x="51" y="568"/>
                    </a:cubicBezTo>
                    <a:cubicBezTo>
                      <a:pt x="51" y="568"/>
                      <a:pt x="51" y="568"/>
                      <a:pt x="51" y="568"/>
                    </a:cubicBezTo>
                    <a:cubicBezTo>
                      <a:pt x="52" y="569"/>
                      <a:pt x="52" y="569"/>
                      <a:pt x="52" y="569"/>
                    </a:cubicBezTo>
                    <a:cubicBezTo>
                      <a:pt x="52" y="570"/>
                      <a:pt x="52" y="570"/>
                      <a:pt x="52" y="570"/>
                    </a:cubicBezTo>
                    <a:cubicBezTo>
                      <a:pt x="53" y="576"/>
                      <a:pt x="56" y="583"/>
                      <a:pt x="64" y="590"/>
                    </a:cubicBezTo>
                    <a:cubicBezTo>
                      <a:pt x="64" y="590"/>
                      <a:pt x="64" y="590"/>
                      <a:pt x="64" y="590"/>
                    </a:cubicBezTo>
                    <a:cubicBezTo>
                      <a:pt x="65" y="591"/>
                      <a:pt x="65" y="591"/>
                      <a:pt x="65" y="591"/>
                    </a:cubicBezTo>
                    <a:cubicBezTo>
                      <a:pt x="65" y="592"/>
                      <a:pt x="65" y="592"/>
                      <a:pt x="65" y="592"/>
                    </a:cubicBezTo>
                    <a:cubicBezTo>
                      <a:pt x="66" y="598"/>
                      <a:pt x="70" y="604"/>
                      <a:pt x="78" y="611"/>
                    </a:cubicBezTo>
                    <a:cubicBezTo>
                      <a:pt x="78" y="611"/>
                      <a:pt x="78" y="611"/>
                      <a:pt x="78" y="611"/>
                    </a:cubicBezTo>
                    <a:cubicBezTo>
                      <a:pt x="79" y="613"/>
                      <a:pt x="79" y="613"/>
                      <a:pt x="79" y="613"/>
                    </a:cubicBezTo>
                    <a:cubicBezTo>
                      <a:pt x="80" y="613"/>
                      <a:pt x="80" y="613"/>
                      <a:pt x="80" y="613"/>
                    </a:cubicBezTo>
                    <a:cubicBezTo>
                      <a:pt x="80" y="616"/>
                      <a:pt x="82" y="620"/>
                      <a:pt x="85" y="623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8" y="627"/>
                      <a:pt x="91" y="630"/>
                      <a:pt x="95" y="632"/>
                    </a:cubicBezTo>
                    <a:cubicBezTo>
                      <a:pt x="95" y="632"/>
                      <a:pt x="95" y="632"/>
                      <a:pt x="95" y="632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8" y="640"/>
                      <a:pt x="103" y="646"/>
                      <a:pt x="113" y="651"/>
                    </a:cubicBezTo>
                    <a:cubicBezTo>
                      <a:pt x="113" y="651"/>
                      <a:pt x="113" y="651"/>
                      <a:pt x="113" y="651"/>
                    </a:cubicBezTo>
                    <a:cubicBezTo>
                      <a:pt x="114" y="652"/>
                      <a:pt x="114" y="652"/>
                      <a:pt x="114" y="652"/>
                    </a:cubicBezTo>
                    <a:cubicBezTo>
                      <a:pt x="114" y="653"/>
                      <a:pt x="114" y="653"/>
                      <a:pt x="114" y="653"/>
                    </a:cubicBezTo>
                    <a:cubicBezTo>
                      <a:pt x="117" y="658"/>
                      <a:pt x="122" y="664"/>
                      <a:pt x="132" y="668"/>
                    </a:cubicBezTo>
                    <a:cubicBezTo>
                      <a:pt x="132" y="668"/>
                      <a:pt x="132" y="668"/>
                      <a:pt x="132" y="668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5" y="673"/>
                      <a:pt x="137" y="676"/>
                      <a:pt x="141" y="679"/>
                    </a:cubicBezTo>
                    <a:cubicBezTo>
                      <a:pt x="141" y="679"/>
                      <a:pt x="141" y="679"/>
                      <a:pt x="141" y="679"/>
                    </a:cubicBezTo>
                    <a:cubicBezTo>
                      <a:pt x="144" y="681"/>
                      <a:pt x="148" y="683"/>
                      <a:pt x="153" y="685"/>
                    </a:cubicBezTo>
                    <a:cubicBezTo>
                      <a:pt x="153" y="685"/>
                      <a:pt x="153" y="685"/>
                      <a:pt x="153" y="685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8" y="691"/>
                      <a:pt x="164" y="696"/>
                      <a:pt x="175" y="699"/>
                    </a:cubicBezTo>
                    <a:cubicBezTo>
                      <a:pt x="175" y="699"/>
                      <a:pt x="175" y="699"/>
                      <a:pt x="175" y="699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80" y="705"/>
                      <a:pt x="187" y="709"/>
                      <a:pt x="198" y="711"/>
                    </a:cubicBezTo>
                    <a:cubicBezTo>
                      <a:pt x="198" y="711"/>
                      <a:pt x="198" y="711"/>
                      <a:pt x="198" y="711"/>
                    </a:cubicBezTo>
                    <a:cubicBezTo>
                      <a:pt x="199" y="711"/>
                      <a:pt x="199" y="711"/>
                      <a:pt x="199" y="711"/>
                    </a:cubicBezTo>
                    <a:cubicBezTo>
                      <a:pt x="200" y="712"/>
                      <a:pt x="200" y="712"/>
                      <a:pt x="200" y="712"/>
                    </a:cubicBezTo>
                    <a:cubicBezTo>
                      <a:pt x="202" y="714"/>
                      <a:pt x="205" y="716"/>
                      <a:pt x="210" y="718"/>
                    </a:cubicBezTo>
                    <a:cubicBezTo>
                      <a:pt x="210" y="718"/>
                      <a:pt x="210" y="718"/>
                      <a:pt x="210" y="718"/>
                    </a:cubicBezTo>
                    <a:cubicBezTo>
                      <a:pt x="213" y="720"/>
                      <a:pt x="217" y="720"/>
                      <a:pt x="223" y="721"/>
                    </a:cubicBezTo>
                    <a:cubicBezTo>
                      <a:pt x="223" y="721"/>
                      <a:pt x="223" y="721"/>
                      <a:pt x="223" y="721"/>
                    </a:cubicBezTo>
                    <a:cubicBezTo>
                      <a:pt x="225" y="721"/>
                      <a:pt x="225" y="721"/>
                      <a:pt x="225" y="721"/>
                    </a:cubicBezTo>
                    <a:cubicBezTo>
                      <a:pt x="225" y="722"/>
                      <a:pt x="225" y="722"/>
                      <a:pt x="225" y="722"/>
                    </a:cubicBezTo>
                    <a:cubicBezTo>
                      <a:pt x="229" y="725"/>
                      <a:pt x="236" y="728"/>
                      <a:pt x="246" y="728"/>
                    </a:cubicBezTo>
                    <a:cubicBezTo>
                      <a:pt x="247" y="728"/>
                      <a:pt x="247" y="728"/>
                      <a:pt x="248" y="728"/>
                    </a:cubicBezTo>
                    <a:cubicBezTo>
                      <a:pt x="248" y="728"/>
                      <a:pt x="248" y="728"/>
                      <a:pt x="248" y="728"/>
                    </a:cubicBezTo>
                    <a:cubicBezTo>
                      <a:pt x="250" y="728"/>
                      <a:pt x="250" y="728"/>
                      <a:pt x="250" y="728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254" y="731"/>
                      <a:pt x="259" y="733"/>
                      <a:pt x="267" y="733"/>
                    </a:cubicBezTo>
                    <a:cubicBezTo>
                      <a:pt x="269" y="733"/>
                      <a:pt x="271" y="733"/>
                      <a:pt x="273" y="733"/>
                    </a:cubicBezTo>
                    <a:cubicBezTo>
                      <a:pt x="273" y="733"/>
                      <a:pt x="273" y="733"/>
                      <a:pt x="273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8" y="735"/>
                      <a:pt x="282" y="736"/>
                      <a:pt x="287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9" y="736"/>
                      <a:pt x="289" y="736"/>
                      <a:pt x="290" y="736"/>
                    </a:cubicBezTo>
                    <a:cubicBezTo>
                      <a:pt x="293" y="736"/>
                      <a:pt x="296" y="736"/>
                      <a:pt x="300" y="735"/>
                    </a:cubicBezTo>
                    <a:cubicBezTo>
                      <a:pt x="300" y="735"/>
                      <a:pt x="300" y="735"/>
                      <a:pt x="300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5" y="736"/>
                      <a:pt x="308" y="737"/>
                      <a:pt x="312" y="737"/>
                    </a:cubicBezTo>
                    <a:cubicBezTo>
                      <a:pt x="316" y="737"/>
                      <a:pt x="321" y="736"/>
                      <a:pt x="326" y="734"/>
                    </a:cubicBezTo>
                    <a:cubicBezTo>
                      <a:pt x="326" y="734"/>
                      <a:pt x="326" y="734"/>
                      <a:pt x="326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30" y="735"/>
                      <a:pt x="333" y="735"/>
                      <a:pt x="336" y="735"/>
                    </a:cubicBezTo>
                    <a:cubicBezTo>
                      <a:pt x="340" y="735"/>
                      <a:pt x="346" y="734"/>
                      <a:pt x="352" y="731"/>
                    </a:cubicBezTo>
                    <a:cubicBezTo>
                      <a:pt x="352" y="731"/>
                      <a:pt x="352" y="731"/>
                      <a:pt x="352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5" y="731"/>
                      <a:pt x="357" y="731"/>
                      <a:pt x="358" y="731"/>
                    </a:cubicBezTo>
                    <a:cubicBezTo>
                      <a:pt x="361" y="731"/>
                      <a:pt x="363" y="731"/>
                      <a:pt x="366" y="730"/>
                    </a:cubicBezTo>
                    <a:cubicBezTo>
                      <a:pt x="366" y="730"/>
                      <a:pt x="366" y="730"/>
                      <a:pt x="366" y="730"/>
                    </a:cubicBezTo>
                    <a:cubicBezTo>
                      <a:pt x="370" y="729"/>
                      <a:pt x="374" y="727"/>
                      <a:pt x="378" y="725"/>
                    </a:cubicBezTo>
                    <a:cubicBezTo>
                      <a:pt x="379" y="725"/>
                      <a:pt x="379" y="725"/>
                      <a:pt x="379" y="725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1" y="724"/>
                      <a:pt x="382" y="724"/>
                      <a:pt x="382" y="724"/>
                    </a:cubicBezTo>
                    <a:cubicBezTo>
                      <a:pt x="388" y="724"/>
                      <a:pt x="395" y="722"/>
                      <a:pt x="403" y="716"/>
                    </a:cubicBezTo>
                    <a:cubicBezTo>
                      <a:pt x="403" y="716"/>
                      <a:pt x="403" y="716"/>
                      <a:pt x="403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11" y="716"/>
                      <a:pt x="418" y="713"/>
                      <a:pt x="426" y="706"/>
                    </a:cubicBezTo>
                    <a:cubicBezTo>
                      <a:pt x="427" y="705"/>
                      <a:pt x="427" y="705"/>
                      <a:pt x="427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32" y="704"/>
                      <a:pt x="435" y="703"/>
                      <a:pt x="440" y="701"/>
                    </a:cubicBezTo>
                    <a:cubicBezTo>
                      <a:pt x="440" y="701"/>
                      <a:pt x="440" y="701"/>
                      <a:pt x="440" y="701"/>
                    </a:cubicBezTo>
                    <a:cubicBezTo>
                      <a:pt x="443" y="699"/>
                      <a:pt x="446" y="696"/>
                      <a:pt x="450" y="692"/>
                    </a:cubicBezTo>
                    <a:cubicBezTo>
                      <a:pt x="450" y="692"/>
                      <a:pt x="450" y="692"/>
                      <a:pt x="450" y="692"/>
                    </a:cubicBezTo>
                    <a:cubicBezTo>
                      <a:pt x="451" y="691"/>
                      <a:pt x="451" y="691"/>
                      <a:pt x="451" y="691"/>
                    </a:cubicBezTo>
                    <a:cubicBezTo>
                      <a:pt x="452" y="691"/>
                      <a:pt x="452" y="691"/>
                      <a:pt x="452" y="691"/>
                    </a:cubicBezTo>
                    <a:cubicBezTo>
                      <a:pt x="458" y="690"/>
                      <a:pt x="464" y="686"/>
                      <a:pt x="471" y="677"/>
                    </a:cubicBezTo>
                    <a:cubicBezTo>
                      <a:pt x="471" y="677"/>
                      <a:pt x="471" y="677"/>
                      <a:pt x="471" y="677"/>
                    </a:cubicBezTo>
                    <a:cubicBezTo>
                      <a:pt x="472" y="676"/>
                      <a:pt x="472" y="676"/>
                      <a:pt x="472" y="676"/>
                    </a:cubicBezTo>
                    <a:cubicBezTo>
                      <a:pt x="473" y="676"/>
                      <a:pt x="473" y="676"/>
                      <a:pt x="473" y="676"/>
                    </a:cubicBezTo>
                    <a:cubicBezTo>
                      <a:pt x="479" y="674"/>
                      <a:pt x="485" y="670"/>
                      <a:pt x="491" y="661"/>
                    </a:cubicBezTo>
                    <a:cubicBezTo>
                      <a:pt x="491" y="661"/>
                      <a:pt x="491" y="661"/>
                      <a:pt x="491" y="661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6" y="658"/>
                      <a:pt x="499" y="656"/>
                      <a:pt x="502" y="653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5" y="649"/>
                      <a:pt x="508" y="646"/>
                      <a:pt x="510" y="642"/>
                    </a:cubicBezTo>
                    <a:cubicBezTo>
                      <a:pt x="510" y="642"/>
                      <a:pt x="510" y="642"/>
                      <a:pt x="510" y="642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7" y="637"/>
                      <a:pt x="522" y="632"/>
                      <a:pt x="527" y="622"/>
                    </a:cubicBezTo>
                    <a:cubicBezTo>
                      <a:pt x="527" y="622"/>
                      <a:pt x="527" y="622"/>
                      <a:pt x="527" y="622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33" y="618"/>
                      <a:pt x="538" y="612"/>
                      <a:pt x="542" y="602"/>
                    </a:cubicBezTo>
                    <a:close/>
                    <a:moveTo>
                      <a:pt x="551" y="581"/>
                    </a:moveTo>
                    <a:cubicBezTo>
                      <a:pt x="550" y="583"/>
                      <a:pt x="549" y="584"/>
                      <a:pt x="549" y="585"/>
                    </a:cubicBezTo>
                    <a:cubicBezTo>
                      <a:pt x="548" y="585"/>
                      <a:pt x="548" y="585"/>
                      <a:pt x="548" y="585"/>
                    </a:cubicBezTo>
                    <a:cubicBezTo>
                      <a:pt x="548" y="585"/>
                      <a:pt x="547" y="584"/>
                      <a:pt x="546" y="583"/>
                    </a:cubicBezTo>
                    <a:cubicBezTo>
                      <a:pt x="545" y="582"/>
                      <a:pt x="545" y="581"/>
                      <a:pt x="545" y="578"/>
                    </a:cubicBezTo>
                    <a:cubicBezTo>
                      <a:pt x="545" y="578"/>
                      <a:pt x="545" y="578"/>
                      <a:pt x="545" y="577"/>
                    </a:cubicBezTo>
                    <a:cubicBezTo>
                      <a:pt x="545" y="575"/>
                      <a:pt x="545" y="572"/>
                      <a:pt x="546" y="571"/>
                    </a:cubicBezTo>
                    <a:cubicBezTo>
                      <a:pt x="547" y="569"/>
                      <a:pt x="548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50" y="567"/>
                      <a:pt x="551" y="568"/>
                    </a:cubicBezTo>
                    <a:cubicBezTo>
                      <a:pt x="552" y="569"/>
                      <a:pt x="552" y="571"/>
                      <a:pt x="553" y="573"/>
                    </a:cubicBezTo>
                    <a:cubicBezTo>
                      <a:pt x="553" y="573"/>
                      <a:pt x="553" y="574"/>
                      <a:pt x="553" y="574"/>
                    </a:cubicBezTo>
                    <a:cubicBezTo>
                      <a:pt x="553" y="576"/>
                      <a:pt x="552" y="579"/>
                      <a:pt x="551" y="581"/>
                    </a:cubicBezTo>
                    <a:moveTo>
                      <a:pt x="564" y="558"/>
                    </a:moveTo>
                    <a:cubicBezTo>
                      <a:pt x="563" y="560"/>
                      <a:pt x="562" y="561"/>
                      <a:pt x="562" y="562"/>
                    </a:cubicBezTo>
                    <a:cubicBezTo>
                      <a:pt x="562" y="562"/>
                      <a:pt x="562" y="562"/>
                      <a:pt x="562" y="562"/>
                    </a:cubicBezTo>
                    <a:cubicBezTo>
                      <a:pt x="561" y="562"/>
                      <a:pt x="561" y="562"/>
                      <a:pt x="561" y="562"/>
                    </a:cubicBezTo>
                    <a:cubicBezTo>
                      <a:pt x="561" y="562"/>
                      <a:pt x="560" y="561"/>
                      <a:pt x="559" y="560"/>
                    </a:cubicBezTo>
                    <a:cubicBezTo>
                      <a:pt x="558" y="559"/>
                      <a:pt x="557" y="558"/>
                      <a:pt x="557" y="556"/>
                    </a:cubicBezTo>
                    <a:cubicBezTo>
                      <a:pt x="557" y="555"/>
                      <a:pt x="557" y="555"/>
                      <a:pt x="557" y="554"/>
                    </a:cubicBezTo>
                    <a:cubicBezTo>
                      <a:pt x="557" y="552"/>
                      <a:pt x="558" y="549"/>
                      <a:pt x="558" y="548"/>
                    </a:cubicBezTo>
                    <a:cubicBezTo>
                      <a:pt x="559" y="546"/>
                      <a:pt x="560" y="544"/>
                      <a:pt x="560" y="544"/>
                    </a:cubicBezTo>
                    <a:cubicBezTo>
                      <a:pt x="560" y="544"/>
                      <a:pt x="561" y="544"/>
                      <a:pt x="561" y="544"/>
                    </a:cubicBezTo>
                    <a:cubicBezTo>
                      <a:pt x="562" y="544"/>
                      <a:pt x="564" y="546"/>
                      <a:pt x="565" y="550"/>
                    </a:cubicBezTo>
                    <a:cubicBezTo>
                      <a:pt x="565" y="551"/>
                      <a:pt x="565" y="551"/>
                      <a:pt x="565" y="552"/>
                    </a:cubicBezTo>
                    <a:cubicBezTo>
                      <a:pt x="565" y="554"/>
                      <a:pt x="564" y="557"/>
                      <a:pt x="564" y="558"/>
                    </a:cubicBezTo>
                    <a:moveTo>
                      <a:pt x="575" y="535"/>
                    </a:moveTo>
                    <a:cubicBezTo>
                      <a:pt x="574" y="537"/>
                      <a:pt x="573" y="538"/>
                      <a:pt x="573" y="538"/>
                    </a:cubicBezTo>
                    <a:cubicBezTo>
                      <a:pt x="573" y="538"/>
                      <a:pt x="573" y="538"/>
                      <a:pt x="572" y="538"/>
                    </a:cubicBezTo>
                    <a:cubicBezTo>
                      <a:pt x="572" y="538"/>
                      <a:pt x="569" y="536"/>
                      <a:pt x="568" y="533"/>
                    </a:cubicBezTo>
                    <a:cubicBezTo>
                      <a:pt x="568" y="531"/>
                      <a:pt x="568" y="530"/>
                      <a:pt x="568" y="529"/>
                    </a:cubicBezTo>
                    <a:cubicBezTo>
                      <a:pt x="568" y="527"/>
                      <a:pt x="568" y="525"/>
                      <a:pt x="569" y="524"/>
                    </a:cubicBezTo>
                    <a:cubicBezTo>
                      <a:pt x="569" y="522"/>
                      <a:pt x="570" y="521"/>
                      <a:pt x="571" y="520"/>
                    </a:cubicBezTo>
                    <a:cubicBezTo>
                      <a:pt x="571" y="520"/>
                      <a:pt x="571" y="520"/>
                      <a:pt x="571" y="520"/>
                    </a:cubicBezTo>
                    <a:cubicBezTo>
                      <a:pt x="572" y="520"/>
                      <a:pt x="575" y="522"/>
                      <a:pt x="575" y="526"/>
                    </a:cubicBezTo>
                    <a:cubicBezTo>
                      <a:pt x="576" y="527"/>
                      <a:pt x="576" y="528"/>
                      <a:pt x="576" y="529"/>
                    </a:cubicBezTo>
                    <a:cubicBezTo>
                      <a:pt x="576" y="531"/>
                      <a:pt x="575" y="533"/>
                      <a:pt x="575" y="535"/>
                    </a:cubicBezTo>
                    <a:moveTo>
                      <a:pt x="582" y="515"/>
                    </a:move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1" y="515"/>
                      <a:pt x="578" y="514"/>
                      <a:pt x="577" y="510"/>
                    </a:cubicBezTo>
                    <a:cubicBezTo>
                      <a:pt x="577" y="509"/>
                      <a:pt x="577" y="507"/>
                      <a:pt x="577" y="505"/>
                    </a:cubicBezTo>
                    <a:cubicBezTo>
                      <a:pt x="577" y="502"/>
                      <a:pt x="578" y="498"/>
                      <a:pt x="579" y="498"/>
                    </a:cubicBezTo>
                    <a:cubicBezTo>
                      <a:pt x="579" y="498"/>
                      <a:pt x="579" y="497"/>
                      <a:pt x="579" y="497"/>
                    </a:cubicBezTo>
                    <a:cubicBezTo>
                      <a:pt x="580" y="497"/>
                      <a:pt x="583" y="499"/>
                      <a:pt x="584" y="503"/>
                    </a:cubicBezTo>
                    <a:cubicBezTo>
                      <a:pt x="584" y="504"/>
                      <a:pt x="584" y="506"/>
                      <a:pt x="584" y="507"/>
                    </a:cubicBezTo>
                    <a:cubicBezTo>
                      <a:pt x="584" y="511"/>
                      <a:pt x="583" y="515"/>
                      <a:pt x="582" y="515"/>
                    </a:cubicBezTo>
                    <a:moveTo>
                      <a:pt x="590" y="490"/>
                    </a:moveTo>
                    <a:cubicBezTo>
                      <a:pt x="590" y="490"/>
                      <a:pt x="590" y="490"/>
                      <a:pt x="590" y="490"/>
                    </a:cubicBezTo>
                    <a:cubicBezTo>
                      <a:pt x="589" y="490"/>
                      <a:pt x="586" y="489"/>
                      <a:pt x="585" y="485"/>
                    </a:cubicBezTo>
                    <a:cubicBezTo>
                      <a:pt x="584" y="484"/>
                      <a:pt x="584" y="482"/>
                      <a:pt x="584" y="480"/>
                    </a:cubicBezTo>
                    <a:cubicBezTo>
                      <a:pt x="584" y="477"/>
                      <a:pt x="585" y="474"/>
                      <a:pt x="586" y="473"/>
                    </a:cubicBezTo>
                    <a:cubicBezTo>
                      <a:pt x="586" y="473"/>
                      <a:pt x="586" y="473"/>
                      <a:pt x="587" y="473"/>
                    </a:cubicBezTo>
                    <a:cubicBezTo>
                      <a:pt x="587" y="473"/>
                      <a:pt x="587" y="473"/>
                      <a:pt x="587" y="473"/>
                    </a:cubicBezTo>
                    <a:cubicBezTo>
                      <a:pt x="588" y="473"/>
                      <a:pt x="590" y="474"/>
                      <a:pt x="591" y="478"/>
                    </a:cubicBezTo>
                    <a:cubicBezTo>
                      <a:pt x="592" y="480"/>
                      <a:pt x="592" y="482"/>
                      <a:pt x="592" y="483"/>
                    </a:cubicBezTo>
                    <a:cubicBezTo>
                      <a:pt x="592" y="487"/>
                      <a:pt x="591" y="490"/>
                      <a:pt x="590" y="490"/>
                    </a:cubicBezTo>
                    <a:moveTo>
                      <a:pt x="597" y="465"/>
                    </a:moveTo>
                    <a:cubicBezTo>
                      <a:pt x="597" y="465"/>
                      <a:pt x="597" y="465"/>
                      <a:pt x="596" y="465"/>
                    </a:cubicBezTo>
                    <a:cubicBezTo>
                      <a:pt x="595" y="465"/>
                      <a:pt x="593" y="464"/>
                      <a:pt x="591" y="460"/>
                    </a:cubicBezTo>
                    <a:cubicBezTo>
                      <a:pt x="591" y="458"/>
                      <a:pt x="590" y="456"/>
                      <a:pt x="590" y="453"/>
                    </a:cubicBezTo>
                    <a:cubicBezTo>
                      <a:pt x="590" y="451"/>
                      <a:pt x="591" y="448"/>
                      <a:pt x="591" y="448"/>
                    </a:cubicBezTo>
                    <a:cubicBezTo>
                      <a:pt x="592" y="448"/>
                      <a:pt x="592" y="448"/>
                      <a:pt x="592" y="448"/>
                    </a:cubicBezTo>
                    <a:cubicBezTo>
                      <a:pt x="593" y="448"/>
                      <a:pt x="596" y="449"/>
                      <a:pt x="597" y="452"/>
                    </a:cubicBezTo>
                    <a:cubicBezTo>
                      <a:pt x="598" y="454"/>
                      <a:pt x="598" y="457"/>
                      <a:pt x="598" y="459"/>
                    </a:cubicBezTo>
                    <a:cubicBezTo>
                      <a:pt x="598" y="462"/>
                      <a:pt x="598" y="464"/>
                      <a:pt x="597" y="465"/>
                    </a:cubicBezTo>
                    <a:moveTo>
                      <a:pt x="602" y="441"/>
                    </a:moveTo>
                    <a:cubicBezTo>
                      <a:pt x="602" y="441"/>
                      <a:pt x="602" y="441"/>
                      <a:pt x="601" y="441"/>
                    </a:cubicBezTo>
                    <a:cubicBezTo>
                      <a:pt x="600" y="441"/>
                      <a:pt x="597" y="439"/>
                      <a:pt x="596" y="436"/>
                    </a:cubicBezTo>
                    <a:cubicBezTo>
                      <a:pt x="595" y="434"/>
                      <a:pt x="594" y="431"/>
                      <a:pt x="594" y="429"/>
                    </a:cubicBezTo>
                    <a:cubicBezTo>
                      <a:pt x="594" y="426"/>
                      <a:pt x="595" y="425"/>
                      <a:pt x="595" y="424"/>
                    </a:cubicBezTo>
                    <a:cubicBezTo>
                      <a:pt x="595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7" y="424"/>
                      <a:pt x="600" y="425"/>
                      <a:pt x="601" y="428"/>
                    </a:cubicBezTo>
                    <a:cubicBezTo>
                      <a:pt x="602" y="430"/>
                      <a:pt x="603" y="434"/>
                      <a:pt x="603" y="436"/>
                    </a:cubicBezTo>
                    <a:cubicBezTo>
                      <a:pt x="603" y="438"/>
                      <a:pt x="602" y="440"/>
                      <a:pt x="602" y="441"/>
                    </a:cubicBezTo>
                    <a:moveTo>
                      <a:pt x="605" y="415"/>
                    </a:moveTo>
                    <a:cubicBezTo>
                      <a:pt x="605" y="415"/>
                      <a:pt x="605" y="415"/>
                      <a:pt x="604" y="415"/>
                    </a:cubicBezTo>
                    <a:cubicBezTo>
                      <a:pt x="603" y="415"/>
                      <a:pt x="601" y="414"/>
                      <a:pt x="599" y="411"/>
                    </a:cubicBezTo>
                    <a:cubicBezTo>
                      <a:pt x="598" y="408"/>
                      <a:pt x="597" y="405"/>
                      <a:pt x="597" y="402"/>
                    </a:cubicBezTo>
                    <a:cubicBezTo>
                      <a:pt x="597" y="400"/>
                      <a:pt x="598" y="399"/>
                      <a:pt x="598" y="398"/>
                    </a:cubicBezTo>
                    <a:cubicBezTo>
                      <a:pt x="598" y="398"/>
                      <a:pt x="598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600" y="398"/>
                      <a:pt x="602" y="399"/>
                      <a:pt x="604" y="402"/>
                    </a:cubicBezTo>
                    <a:cubicBezTo>
                      <a:pt x="606" y="405"/>
                      <a:pt x="606" y="408"/>
                      <a:pt x="606" y="411"/>
                    </a:cubicBezTo>
                    <a:cubicBezTo>
                      <a:pt x="606" y="412"/>
                      <a:pt x="606" y="414"/>
                      <a:pt x="605" y="415"/>
                    </a:cubicBezTo>
                    <a:moveTo>
                      <a:pt x="607" y="388"/>
                    </a:moveTo>
                    <a:cubicBezTo>
                      <a:pt x="607" y="389"/>
                      <a:pt x="607" y="389"/>
                      <a:pt x="606" y="389"/>
                    </a:cubicBezTo>
                    <a:cubicBezTo>
                      <a:pt x="605" y="389"/>
                      <a:pt x="603" y="388"/>
                      <a:pt x="601" y="385"/>
                    </a:cubicBezTo>
                    <a:cubicBezTo>
                      <a:pt x="599" y="382"/>
                      <a:pt x="598" y="378"/>
                      <a:pt x="598" y="376"/>
                    </a:cubicBezTo>
                    <a:cubicBezTo>
                      <a:pt x="598" y="374"/>
                      <a:pt x="599" y="373"/>
                      <a:pt x="599" y="373"/>
                    </a:cubicBezTo>
                    <a:cubicBezTo>
                      <a:pt x="599" y="373"/>
                      <a:pt x="599" y="372"/>
                      <a:pt x="600" y="372"/>
                    </a:cubicBezTo>
                    <a:cubicBezTo>
                      <a:pt x="600" y="372"/>
                      <a:pt x="600" y="372"/>
                      <a:pt x="600" y="372"/>
                    </a:cubicBezTo>
                    <a:cubicBezTo>
                      <a:pt x="601" y="372"/>
                      <a:pt x="603" y="373"/>
                      <a:pt x="605" y="376"/>
                    </a:cubicBezTo>
                    <a:cubicBezTo>
                      <a:pt x="607" y="379"/>
                      <a:pt x="608" y="383"/>
                      <a:pt x="608" y="386"/>
                    </a:cubicBezTo>
                    <a:cubicBezTo>
                      <a:pt x="608" y="387"/>
                      <a:pt x="608" y="388"/>
                      <a:pt x="607" y="388"/>
                    </a:cubicBezTo>
                    <a:moveTo>
                      <a:pt x="608" y="364"/>
                    </a:moveTo>
                    <a:cubicBezTo>
                      <a:pt x="608" y="364"/>
                      <a:pt x="607" y="364"/>
                      <a:pt x="607" y="364"/>
                    </a:cubicBezTo>
                    <a:cubicBezTo>
                      <a:pt x="605" y="364"/>
                      <a:pt x="603" y="363"/>
                      <a:pt x="601" y="361"/>
                    </a:cubicBezTo>
                    <a:cubicBezTo>
                      <a:pt x="599" y="358"/>
                      <a:pt x="598" y="354"/>
                      <a:pt x="598" y="351"/>
                    </a:cubicBezTo>
                    <a:cubicBezTo>
                      <a:pt x="598" y="350"/>
                      <a:pt x="598" y="349"/>
                      <a:pt x="599" y="348"/>
                    </a:cubicBezTo>
                    <a:cubicBezTo>
                      <a:pt x="599" y="348"/>
                      <a:pt x="599" y="348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1" y="348"/>
                      <a:pt x="603" y="349"/>
                      <a:pt x="605" y="352"/>
                    </a:cubicBezTo>
                    <a:cubicBezTo>
                      <a:pt x="607" y="354"/>
                      <a:pt x="608" y="359"/>
                      <a:pt x="608" y="362"/>
                    </a:cubicBezTo>
                    <a:cubicBezTo>
                      <a:pt x="608" y="363"/>
                      <a:pt x="608" y="363"/>
                      <a:pt x="608" y="364"/>
                    </a:cubicBezTo>
                    <a:moveTo>
                      <a:pt x="607" y="336"/>
                    </a:moveTo>
                    <a:cubicBezTo>
                      <a:pt x="607" y="337"/>
                      <a:pt x="607" y="337"/>
                      <a:pt x="607" y="337"/>
                    </a:cubicBezTo>
                    <a:cubicBezTo>
                      <a:pt x="607" y="338"/>
                      <a:pt x="606" y="338"/>
                      <a:pt x="605" y="338"/>
                    </a:cubicBezTo>
                    <a:cubicBezTo>
                      <a:pt x="604" y="338"/>
                      <a:pt x="602" y="337"/>
                      <a:pt x="600" y="335"/>
                    </a:cubicBezTo>
                    <a:cubicBezTo>
                      <a:pt x="598" y="332"/>
                      <a:pt x="596" y="327"/>
                      <a:pt x="596" y="324"/>
                    </a:cubicBezTo>
                    <a:cubicBezTo>
                      <a:pt x="596" y="324"/>
                      <a:pt x="596" y="323"/>
                      <a:pt x="596" y="323"/>
                    </a:cubicBezTo>
                    <a:cubicBezTo>
                      <a:pt x="597" y="323"/>
                      <a:pt x="597" y="322"/>
                      <a:pt x="598" y="322"/>
                    </a:cubicBezTo>
                    <a:cubicBezTo>
                      <a:pt x="599" y="322"/>
                      <a:pt x="601" y="323"/>
                      <a:pt x="603" y="325"/>
                    </a:cubicBezTo>
                    <a:cubicBezTo>
                      <a:pt x="606" y="328"/>
                      <a:pt x="607" y="333"/>
                      <a:pt x="607" y="336"/>
                    </a:cubicBezTo>
                    <a:moveTo>
                      <a:pt x="604" y="310"/>
                    </a:moveTo>
                    <a:cubicBezTo>
                      <a:pt x="604" y="311"/>
                      <a:pt x="604" y="311"/>
                      <a:pt x="604" y="311"/>
                    </a:cubicBezTo>
                    <a:cubicBezTo>
                      <a:pt x="604" y="312"/>
                      <a:pt x="604" y="312"/>
                      <a:pt x="603" y="312"/>
                    </a:cubicBezTo>
                    <a:cubicBezTo>
                      <a:pt x="601" y="312"/>
                      <a:pt x="599" y="311"/>
                      <a:pt x="597" y="309"/>
                    </a:cubicBezTo>
                    <a:cubicBezTo>
                      <a:pt x="594" y="306"/>
                      <a:pt x="593" y="301"/>
                      <a:pt x="593" y="299"/>
                    </a:cubicBezTo>
                    <a:cubicBezTo>
                      <a:pt x="593" y="298"/>
                      <a:pt x="593" y="298"/>
                      <a:pt x="593" y="297"/>
                    </a:cubicBezTo>
                    <a:cubicBezTo>
                      <a:pt x="593" y="297"/>
                      <a:pt x="593" y="297"/>
                      <a:pt x="595" y="297"/>
                    </a:cubicBezTo>
                    <a:cubicBezTo>
                      <a:pt x="595" y="297"/>
                      <a:pt x="595" y="297"/>
                      <a:pt x="595" y="297"/>
                    </a:cubicBezTo>
                    <a:cubicBezTo>
                      <a:pt x="596" y="297"/>
                      <a:pt x="598" y="298"/>
                      <a:pt x="600" y="300"/>
                    </a:cubicBezTo>
                    <a:cubicBezTo>
                      <a:pt x="603" y="303"/>
                      <a:pt x="604" y="308"/>
                      <a:pt x="604" y="310"/>
                    </a:cubicBezTo>
                    <a:moveTo>
                      <a:pt x="600" y="286"/>
                    </a:moveTo>
                    <a:cubicBezTo>
                      <a:pt x="600" y="286"/>
                      <a:pt x="600" y="287"/>
                      <a:pt x="600" y="287"/>
                    </a:cubicBezTo>
                    <a:cubicBezTo>
                      <a:pt x="600" y="287"/>
                      <a:pt x="600" y="288"/>
                      <a:pt x="599" y="288"/>
                    </a:cubicBezTo>
                    <a:cubicBezTo>
                      <a:pt x="597" y="288"/>
                      <a:pt x="595" y="287"/>
                      <a:pt x="593" y="285"/>
                    </a:cubicBezTo>
                    <a:cubicBezTo>
                      <a:pt x="590" y="282"/>
                      <a:pt x="588" y="277"/>
                      <a:pt x="588" y="274"/>
                    </a:cubicBezTo>
                    <a:cubicBezTo>
                      <a:pt x="588" y="274"/>
                      <a:pt x="588" y="274"/>
                      <a:pt x="588" y="274"/>
                    </a:cubicBezTo>
                    <a:cubicBezTo>
                      <a:pt x="588" y="273"/>
                      <a:pt x="589" y="273"/>
                      <a:pt x="590" y="273"/>
                    </a:cubicBezTo>
                    <a:cubicBezTo>
                      <a:pt x="590" y="273"/>
                      <a:pt x="590" y="273"/>
                      <a:pt x="590" y="273"/>
                    </a:cubicBezTo>
                    <a:cubicBezTo>
                      <a:pt x="591" y="273"/>
                      <a:pt x="593" y="274"/>
                      <a:pt x="595" y="275"/>
                    </a:cubicBezTo>
                    <a:cubicBezTo>
                      <a:pt x="599" y="278"/>
                      <a:pt x="600" y="284"/>
                      <a:pt x="600" y="286"/>
                    </a:cubicBezTo>
                    <a:moveTo>
                      <a:pt x="589" y="250"/>
                    </a:moveTo>
                    <a:cubicBezTo>
                      <a:pt x="592" y="253"/>
                      <a:pt x="595" y="259"/>
                      <a:pt x="595" y="261"/>
                    </a:cubicBezTo>
                    <a:cubicBezTo>
                      <a:pt x="595" y="261"/>
                      <a:pt x="595" y="261"/>
                      <a:pt x="595" y="261"/>
                    </a:cubicBezTo>
                    <a:cubicBezTo>
                      <a:pt x="595" y="262"/>
                      <a:pt x="594" y="262"/>
                      <a:pt x="593" y="262"/>
                    </a:cubicBezTo>
                    <a:cubicBezTo>
                      <a:pt x="591" y="262"/>
                      <a:pt x="589" y="261"/>
                      <a:pt x="587" y="260"/>
                    </a:cubicBezTo>
                    <a:cubicBezTo>
                      <a:pt x="584" y="257"/>
                      <a:pt x="582" y="251"/>
                      <a:pt x="582" y="249"/>
                    </a:cubicBezTo>
                    <a:cubicBezTo>
                      <a:pt x="582" y="249"/>
                      <a:pt x="582" y="249"/>
                      <a:pt x="582" y="249"/>
                    </a:cubicBezTo>
                    <a:cubicBezTo>
                      <a:pt x="582" y="249"/>
                      <a:pt x="582" y="248"/>
                      <a:pt x="582" y="248"/>
                    </a:cubicBezTo>
                    <a:cubicBezTo>
                      <a:pt x="583" y="248"/>
                      <a:pt x="583" y="248"/>
                      <a:pt x="584" y="248"/>
                    </a:cubicBezTo>
                    <a:cubicBezTo>
                      <a:pt x="585" y="248"/>
                      <a:pt x="587" y="249"/>
                      <a:pt x="589" y="250"/>
                    </a:cubicBezTo>
                    <a:moveTo>
                      <a:pt x="580" y="225"/>
                    </a:moveTo>
                    <a:cubicBezTo>
                      <a:pt x="580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3" y="227"/>
                      <a:pt x="585" y="229"/>
                      <a:pt x="586" y="231"/>
                    </a:cubicBezTo>
                    <a:cubicBezTo>
                      <a:pt x="587" y="233"/>
                      <a:pt x="587" y="235"/>
                      <a:pt x="587" y="236"/>
                    </a:cubicBezTo>
                    <a:cubicBezTo>
                      <a:pt x="587" y="236"/>
                      <a:pt x="587" y="236"/>
                      <a:pt x="587" y="236"/>
                    </a:cubicBezTo>
                    <a:cubicBezTo>
                      <a:pt x="587" y="236"/>
                      <a:pt x="587" y="236"/>
                      <a:pt x="587" y="237"/>
                    </a:cubicBezTo>
                    <a:cubicBezTo>
                      <a:pt x="586" y="237"/>
                      <a:pt x="586" y="237"/>
                      <a:pt x="585" y="237"/>
                    </a:cubicBezTo>
                    <a:cubicBezTo>
                      <a:pt x="584" y="237"/>
                      <a:pt x="582" y="236"/>
                      <a:pt x="580" y="235"/>
                    </a:cubicBezTo>
                    <a:cubicBezTo>
                      <a:pt x="578" y="234"/>
                      <a:pt x="577" y="231"/>
                      <a:pt x="575" y="229"/>
                    </a:cubicBezTo>
                    <a:cubicBezTo>
                      <a:pt x="574" y="227"/>
                      <a:pt x="574" y="225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5" y="224"/>
                      <a:pt x="575" y="223"/>
                      <a:pt x="576" y="223"/>
                    </a:cubicBezTo>
                    <a:cubicBezTo>
                      <a:pt x="576" y="223"/>
                      <a:pt x="576" y="223"/>
                      <a:pt x="576" y="223"/>
                    </a:cubicBezTo>
                    <a:cubicBezTo>
                      <a:pt x="577" y="223"/>
                      <a:pt x="579" y="224"/>
                      <a:pt x="580" y="225"/>
                    </a:cubicBezTo>
                    <a:moveTo>
                      <a:pt x="572" y="202"/>
                    </a:moveTo>
                    <a:cubicBezTo>
                      <a:pt x="574" y="204"/>
                      <a:pt x="576" y="206"/>
                      <a:pt x="577" y="208"/>
                    </a:cubicBezTo>
                    <a:cubicBezTo>
                      <a:pt x="578" y="210"/>
                      <a:pt x="579" y="212"/>
                      <a:pt x="579" y="213"/>
                    </a:cubicBezTo>
                    <a:cubicBezTo>
                      <a:pt x="579" y="213"/>
                      <a:pt x="579" y="213"/>
                      <a:pt x="579" y="213"/>
                    </a:cubicBezTo>
                    <a:cubicBezTo>
                      <a:pt x="579" y="213"/>
                      <a:pt x="579" y="213"/>
                      <a:pt x="578" y="213"/>
                    </a:cubicBezTo>
                    <a:cubicBezTo>
                      <a:pt x="578" y="214"/>
                      <a:pt x="577" y="214"/>
                      <a:pt x="577" y="214"/>
                    </a:cubicBezTo>
                    <a:cubicBezTo>
                      <a:pt x="575" y="214"/>
                      <a:pt x="573" y="213"/>
                      <a:pt x="572" y="212"/>
                    </a:cubicBezTo>
                    <a:cubicBezTo>
                      <a:pt x="570" y="211"/>
                      <a:pt x="568" y="209"/>
                      <a:pt x="567" y="207"/>
                    </a:cubicBezTo>
                    <a:cubicBezTo>
                      <a:pt x="565" y="205"/>
                      <a:pt x="565" y="203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1"/>
                    </a:cubicBezTo>
                    <a:cubicBezTo>
                      <a:pt x="566" y="201"/>
                      <a:pt x="566" y="201"/>
                      <a:pt x="567" y="201"/>
                    </a:cubicBezTo>
                    <a:cubicBezTo>
                      <a:pt x="569" y="201"/>
                      <a:pt x="570" y="201"/>
                      <a:pt x="572" y="202"/>
                    </a:cubicBezTo>
                    <a:moveTo>
                      <a:pt x="567" y="184"/>
                    </a:moveTo>
                    <a:cubicBezTo>
                      <a:pt x="568" y="186"/>
                      <a:pt x="569" y="188"/>
                      <a:pt x="569" y="189"/>
                    </a:cubicBezTo>
                    <a:cubicBezTo>
                      <a:pt x="569" y="189"/>
                      <a:pt x="568" y="189"/>
                      <a:pt x="568" y="189"/>
                    </a:cubicBezTo>
                    <a:cubicBezTo>
                      <a:pt x="568" y="190"/>
                      <a:pt x="567" y="190"/>
                      <a:pt x="566" y="190"/>
                    </a:cubicBezTo>
                    <a:cubicBezTo>
                      <a:pt x="564" y="190"/>
                      <a:pt x="563" y="189"/>
                      <a:pt x="561" y="189"/>
                    </a:cubicBezTo>
                    <a:cubicBezTo>
                      <a:pt x="559" y="187"/>
                      <a:pt x="557" y="185"/>
                      <a:pt x="556" y="183"/>
                    </a:cubicBezTo>
                    <a:cubicBezTo>
                      <a:pt x="554" y="181"/>
                      <a:pt x="554" y="179"/>
                      <a:pt x="554" y="179"/>
                    </a:cubicBezTo>
                    <a:cubicBezTo>
                      <a:pt x="554" y="179"/>
                      <a:pt x="554" y="178"/>
                      <a:pt x="554" y="178"/>
                    </a:cubicBezTo>
                    <a:cubicBezTo>
                      <a:pt x="555" y="178"/>
                      <a:pt x="555" y="178"/>
                      <a:pt x="557" y="178"/>
                    </a:cubicBezTo>
                    <a:cubicBezTo>
                      <a:pt x="558" y="178"/>
                      <a:pt x="559" y="178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3" y="180"/>
                      <a:pt x="565" y="182"/>
                      <a:pt x="567" y="184"/>
                    </a:cubicBezTo>
                    <a:moveTo>
                      <a:pt x="548" y="156"/>
                    </a:moveTo>
                    <a:cubicBezTo>
                      <a:pt x="550" y="157"/>
                      <a:pt x="553" y="159"/>
                      <a:pt x="554" y="161"/>
                    </a:cubicBezTo>
                    <a:cubicBezTo>
                      <a:pt x="556" y="163"/>
                      <a:pt x="556" y="164"/>
                      <a:pt x="557" y="165"/>
                    </a:cubicBezTo>
                    <a:cubicBezTo>
                      <a:pt x="557" y="165"/>
                      <a:pt x="557" y="165"/>
                      <a:pt x="557" y="165"/>
                    </a:cubicBezTo>
                    <a:cubicBezTo>
                      <a:pt x="557" y="165"/>
                      <a:pt x="556" y="166"/>
                      <a:pt x="556" y="166"/>
                    </a:cubicBezTo>
                    <a:cubicBezTo>
                      <a:pt x="555" y="166"/>
                      <a:pt x="554" y="167"/>
                      <a:pt x="553" y="167"/>
                    </a:cubicBezTo>
                    <a:cubicBezTo>
                      <a:pt x="552" y="167"/>
                      <a:pt x="551" y="166"/>
                      <a:pt x="549" y="166"/>
                    </a:cubicBezTo>
                    <a:cubicBezTo>
                      <a:pt x="547" y="165"/>
                      <a:pt x="545" y="163"/>
                      <a:pt x="543" y="161"/>
                    </a:cubicBezTo>
                    <a:cubicBezTo>
                      <a:pt x="542" y="159"/>
                      <a:pt x="541" y="157"/>
                      <a:pt x="541" y="156"/>
                    </a:cubicBezTo>
                    <a:cubicBezTo>
                      <a:pt x="541" y="156"/>
                      <a:pt x="541" y="156"/>
                      <a:pt x="541" y="156"/>
                    </a:cubicBezTo>
                    <a:cubicBezTo>
                      <a:pt x="541" y="156"/>
                      <a:pt x="541" y="156"/>
                      <a:pt x="542" y="156"/>
                    </a:cubicBezTo>
                    <a:cubicBezTo>
                      <a:pt x="542" y="155"/>
                      <a:pt x="543" y="155"/>
                      <a:pt x="544" y="155"/>
                    </a:cubicBezTo>
                    <a:cubicBezTo>
                      <a:pt x="545" y="155"/>
                      <a:pt x="547" y="155"/>
                      <a:pt x="548" y="156"/>
                    </a:cubicBezTo>
                    <a:moveTo>
                      <a:pt x="531" y="135"/>
                    </a:moveTo>
                    <a:cubicBezTo>
                      <a:pt x="531" y="135"/>
                      <a:pt x="531" y="135"/>
                      <a:pt x="531" y="135"/>
                    </a:cubicBezTo>
                    <a:cubicBezTo>
                      <a:pt x="532" y="135"/>
                      <a:pt x="534" y="135"/>
                      <a:pt x="535" y="135"/>
                    </a:cubicBezTo>
                    <a:cubicBezTo>
                      <a:pt x="535" y="135"/>
                      <a:pt x="535" y="135"/>
                      <a:pt x="535" y="135"/>
                    </a:cubicBezTo>
                    <a:cubicBezTo>
                      <a:pt x="537" y="136"/>
                      <a:pt x="539" y="138"/>
                      <a:pt x="541" y="140"/>
                    </a:cubicBezTo>
                    <a:cubicBezTo>
                      <a:pt x="543" y="141"/>
                      <a:pt x="544" y="143"/>
                      <a:pt x="544" y="144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4" y="144"/>
                      <a:pt x="544" y="145"/>
                      <a:pt x="543" y="145"/>
                    </a:cubicBezTo>
                    <a:cubicBezTo>
                      <a:pt x="542" y="145"/>
                      <a:pt x="541" y="146"/>
                      <a:pt x="540" y="146"/>
                    </a:cubicBezTo>
                    <a:cubicBezTo>
                      <a:pt x="539" y="146"/>
                      <a:pt x="538" y="145"/>
                      <a:pt x="536" y="145"/>
                    </a:cubicBezTo>
                    <a:cubicBezTo>
                      <a:pt x="534" y="144"/>
                      <a:pt x="532" y="142"/>
                      <a:pt x="530" y="141"/>
                    </a:cubicBezTo>
                    <a:cubicBezTo>
                      <a:pt x="529" y="139"/>
                      <a:pt x="528" y="137"/>
                      <a:pt x="528" y="136"/>
                    </a:cubicBezTo>
                    <a:cubicBezTo>
                      <a:pt x="528" y="136"/>
                      <a:pt x="528" y="136"/>
                      <a:pt x="528" y="136"/>
                    </a:cubicBezTo>
                    <a:cubicBezTo>
                      <a:pt x="528" y="136"/>
                      <a:pt x="528" y="136"/>
                      <a:pt x="528" y="135"/>
                    </a:cubicBezTo>
                    <a:cubicBezTo>
                      <a:pt x="529" y="135"/>
                      <a:pt x="530" y="135"/>
                      <a:pt x="531" y="135"/>
                    </a:cubicBezTo>
                    <a:close/>
                    <a:moveTo>
                      <a:pt x="513" y="115"/>
                    </a:moveTo>
                    <a:cubicBezTo>
                      <a:pt x="514" y="114"/>
                      <a:pt x="515" y="114"/>
                      <a:pt x="516" y="114"/>
                    </a:cubicBezTo>
                    <a:cubicBezTo>
                      <a:pt x="517" y="114"/>
                      <a:pt x="518" y="114"/>
                      <a:pt x="519" y="115"/>
                    </a:cubicBezTo>
                    <a:cubicBezTo>
                      <a:pt x="521" y="115"/>
                      <a:pt x="524" y="117"/>
                      <a:pt x="526" y="118"/>
                    </a:cubicBezTo>
                    <a:cubicBezTo>
                      <a:pt x="527" y="120"/>
                      <a:pt x="529" y="122"/>
                      <a:pt x="529" y="123"/>
                    </a:cubicBezTo>
                    <a:cubicBezTo>
                      <a:pt x="529" y="123"/>
                      <a:pt x="529" y="123"/>
                      <a:pt x="529" y="123"/>
                    </a:cubicBezTo>
                    <a:cubicBezTo>
                      <a:pt x="529" y="123"/>
                      <a:pt x="528" y="123"/>
                      <a:pt x="528" y="124"/>
                    </a:cubicBezTo>
                    <a:cubicBezTo>
                      <a:pt x="527" y="124"/>
                      <a:pt x="526" y="124"/>
                      <a:pt x="524" y="124"/>
                    </a:cubicBezTo>
                    <a:cubicBezTo>
                      <a:pt x="523" y="124"/>
                      <a:pt x="522" y="124"/>
                      <a:pt x="521" y="124"/>
                    </a:cubicBezTo>
                    <a:cubicBezTo>
                      <a:pt x="519" y="123"/>
                      <a:pt x="517" y="122"/>
                      <a:pt x="515" y="120"/>
                    </a:cubicBezTo>
                    <a:cubicBezTo>
                      <a:pt x="513" y="119"/>
                      <a:pt x="512" y="117"/>
                      <a:pt x="512" y="116"/>
                    </a:cubicBezTo>
                    <a:cubicBezTo>
                      <a:pt x="512" y="116"/>
                      <a:pt x="512" y="116"/>
                      <a:pt x="512" y="116"/>
                    </a:cubicBezTo>
                    <a:cubicBezTo>
                      <a:pt x="512" y="116"/>
                      <a:pt x="512" y="115"/>
                      <a:pt x="513" y="115"/>
                    </a:cubicBezTo>
                    <a:moveTo>
                      <a:pt x="496" y="96"/>
                    </a:moveTo>
                    <a:cubicBezTo>
                      <a:pt x="497" y="95"/>
                      <a:pt x="498" y="95"/>
                      <a:pt x="500" y="95"/>
                    </a:cubicBezTo>
                    <a:cubicBezTo>
                      <a:pt x="500" y="95"/>
                      <a:pt x="500" y="95"/>
                      <a:pt x="500" y="95"/>
                    </a:cubicBezTo>
                    <a:cubicBezTo>
                      <a:pt x="500" y="95"/>
                      <a:pt x="501" y="95"/>
                      <a:pt x="502" y="95"/>
                    </a:cubicBezTo>
                    <a:cubicBezTo>
                      <a:pt x="504" y="95"/>
                      <a:pt x="507" y="97"/>
                      <a:pt x="509" y="98"/>
                    </a:cubicBezTo>
                    <a:cubicBezTo>
                      <a:pt x="511" y="100"/>
                      <a:pt x="512" y="102"/>
                      <a:pt x="512" y="102"/>
                    </a:cubicBezTo>
                    <a:cubicBezTo>
                      <a:pt x="512" y="102"/>
                      <a:pt x="512" y="102"/>
                      <a:pt x="512" y="102"/>
                    </a:cubicBezTo>
                    <a:cubicBezTo>
                      <a:pt x="512" y="103"/>
                      <a:pt x="512" y="103"/>
                      <a:pt x="511" y="104"/>
                    </a:cubicBezTo>
                    <a:cubicBezTo>
                      <a:pt x="510" y="104"/>
                      <a:pt x="509" y="105"/>
                      <a:pt x="507" y="104"/>
                    </a:cubicBezTo>
                    <a:cubicBezTo>
                      <a:pt x="506" y="104"/>
                      <a:pt x="506" y="104"/>
                      <a:pt x="505" y="104"/>
                    </a:cubicBezTo>
                    <a:cubicBezTo>
                      <a:pt x="502" y="104"/>
                      <a:pt x="500" y="102"/>
                      <a:pt x="498" y="101"/>
                    </a:cubicBezTo>
                    <a:cubicBezTo>
                      <a:pt x="496" y="99"/>
                      <a:pt x="495" y="98"/>
                      <a:pt x="495" y="97"/>
                    </a:cubicBezTo>
                    <a:cubicBezTo>
                      <a:pt x="495" y="97"/>
                      <a:pt x="495" y="97"/>
                      <a:pt x="495" y="97"/>
                    </a:cubicBezTo>
                    <a:cubicBezTo>
                      <a:pt x="495" y="97"/>
                      <a:pt x="495" y="96"/>
                      <a:pt x="496" y="96"/>
                    </a:cubicBezTo>
                    <a:moveTo>
                      <a:pt x="477" y="80"/>
                    </a:moveTo>
                    <a:cubicBezTo>
                      <a:pt x="477" y="80"/>
                      <a:pt x="478" y="79"/>
                      <a:pt x="478" y="79"/>
                    </a:cubicBezTo>
                    <a:cubicBezTo>
                      <a:pt x="479" y="78"/>
                      <a:pt x="481" y="78"/>
                      <a:pt x="483" y="78"/>
                    </a:cubicBezTo>
                    <a:cubicBezTo>
                      <a:pt x="483" y="78"/>
                      <a:pt x="483" y="78"/>
                      <a:pt x="483" y="78"/>
                    </a:cubicBezTo>
                    <a:cubicBezTo>
                      <a:pt x="483" y="78"/>
                      <a:pt x="484" y="78"/>
                      <a:pt x="484" y="78"/>
                    </a:cubicBezTo>
                    <a:cubicBezTo>
                      <a:pt x="484" y="78"/>
                      <a:pt x="484" y="78"/>
                      <a:pt x="484" y="78"/>
                    </a:cubicBezTo>
                    <a:cubicBezTo>
                      <a:pt x="487" y="78"/>
                      <a:pt x="489" y="79"/>
                      <a:pt x="491" y="81"/>
                    </a:cubicBezTo>
                    <a:cubicBezTo>
                      <a:pt x="493" y="82"/>
                      <a:pt x="494" y="84"/>
                      <a:pt x="495" y="84"/>
                    </a:cubicBezTo>
                    <a:cubicBezTo>
                      <a:pt x="495" y="84"/>
                      <a:pt x="495" y="84"/>
                      <a:pt x="495" y="85"/>
                    </a:cubicBezTo>
                    <a:cubicBezTo>
                      <a:pt x="495" y="85"/>
                      <a:pt x="494" y="85"/>
                      <a:pt x="493" y="86"/>
                    </a:cubicBezTo>
                    <a:cubicBezTo>
                      <a:pt x="493" y="87"/>
                      <a:pt x="491" y="87"/>
                      <a:pt x="489" y="87"/>
                    </a:cubicBezTo>
                    <a:cubicBezTo>
                      <a:pt x="489" y="87"/>
                      <a:pt x="488" y="87"/>
                      <a:pt x="488" y="87"/>
                    </a:cubicBezTo>
                    <a:cubicBezTo>
                      <a:pt x="485" y="86"/>
                      <a:pt x="483" y="85"/>
                      <a:pt x="481" y="84"/>
                    </a:cubicBezTo>
                    <a:cubicBezTo>
                      <a:pt x="479" y="83"/>
                      <a:pt x="478" y="81"/>
                      <a:pt x="477" y="80"/>
                    </a:cubicBezTo>
                    <a:close/>
                    <a:moveTo>
                      <a:pt x="459" y="62"/>
                    </a:moveTo>
                    <a:cubicBezTo>
                      <a:pt x="460" y="62"/>
                      <a:pt x="461" y="61"/>
                      <a:pt x="463" y="61"/>
                    </a:cubicBezTo>
                    <a:cubicBezTo>
                      <a:pt x="463" y="61"/>
                      <a:pt x="464" y="61"/>
                      <a:pt x="464" y="61"/>
                    </a:cubicBezTo>
                    <a:cubicBezTo>
                      <a:pt x="466" y="61"/>
                      <a:pt x="469" y="62"/>
                      <a:pt x="471" y="63"/>
                    </a:cubicBezTo>
                    <a:cubicBezTo>
                      <a:pt x="473" y="65"/>
                      <a:pt x="475" y="66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8"/>
                      <a:pt x="474" y="69"/>
                    </a:cubicBezTo>
                    <a:cubicBezTo>
                      <a:pt x="473" y="69"/>
                      <a:pt x="471" y="70"/>
                      <a:pt x="469" y="70"/>
                    </a:cubicBezTo>
                    <a:cubicBezTo>
                      <a:pt x="469" y="70"/>
                      <a:pt x="468" y="70"/>
                      <a:pt x="468" y="70"/>
                    </a:cubicBezTo>
                    <a:cubicBezTo>
                      <a:pt x="466" y="70"/>
                      <a:pt x="463" y="69"/>
                      <a:pt x="461" y="68"/>
                    </a:cubicBezTo>
                    <a:cubicBezTo>
                      <a:pt x="459" y="67"/>
                      <a:pt x="458" y="65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8" y="63"/>
                      <a:pt x="459" y="62"/>
                    </a:cubicBezTo>
                    <a:moveTo>
                      <a:pt x="437" y="48"/>
                    </a:moveTo>
                    <a:cubicBezTo>
                      <a:pt x="438" y="47"/>
                      <a:pt x="440" y="47"/>
                      <a:pt x="442" y="47"/>
                    </a:cubicBezTo>
                    <a:cubicBezTo>
                      <a:pt x="443" y="47"/>
                      <a:pt x="443" y="47"/>
                      <a:pt x="443" y="47"/>
                    </a:cubicBezTo>
                    <a:cubicBezTo>
                      <a:pt x="445" y="47"/>
                      <a:pt x="448" y="47"/>
                      <a:pt x="450" y="48"/>
                    </a:cubicBezTo>
                    <a:cubicBezTo>
                      <a:pt x="452" y="49"/>
                      <a:pt x="454" y="50"/>
                      <a:pt x="454" y="51"/>
                    </a:cubicBezTo>
                    <a:cubicBezTo>
                      <a:pt x="454" y="51"/>
                      <a:pt x="454" y="51"/>
                      <a:pt x="454" y="51"/>
                    </a:cubicBezTo>
                    <a:cubicBezTo>
                      <a:pt x="454" y="52"/>
                      <a:pt x="454" y="53"/>
                      <a:pt x="452" y="53"/>
                    </a:cubicBezTo>
                    <a:cubicBezTo>
                      <a:pt x="451" y="54"/>
                      <a:pt x="450" y="55"/>
                      <a:pt x="448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44" y="55"/>
                      <a:pt x="442" y="54"/>
                      <a:pt x="440" y="53"/>
                    </a:cubicBezTo>
                    <a:cubicBezTo>
                      <a:pt x="438" y="52"/>
                      <a:pt x="436" y="51"/>
                      <a:pt x="436" y="50"/>
                    </a:cubicBezTo>
                    <a:cubicBezTo>
                      <a:pt x="436" y="50"/>
                      <a:pt x="436" y="50"/>
                      <a:pt x="436" y="50"/>
                    </a:cubicBezTo>
                    <a:cubicBezTo>
                      <a:pt x="436" y="50"/>
                      <a:pt x="436" y="49"/>
                      <a:pt x="437" y="48"/>
                    </a:cubicBezTo>
                    <a:moveTo>
                      <a:pt x="421" y="35"/>
                    </a:moveTo>
                    <a:cubicBezTo>
                      <a:pt x="421" y="35"/>
                      <a:pt x="421" y="35"/>
                      <a:pt x="421" y="35"/>
                    </a:cubicBezTo>
                    <a:cubicBezTo>
                      <a:pt x="421" y="34"/>
                      <a:pt x="422" y="34"/>
                      <a:pt x="423" y="34"/>
                    </a:cubicBezTo>
                    <a:cubicBezTo>
                      <a:pt x="425" y="34"/>
                      <a:pt x="427" y="35"/>
                      <a:pt x="429" y="36"/>
                    </a:cubicBezTo>
                    <a:cubicBezTo>
                      <a:pt x="431" y="37"/>
                      <a:pt x="432" y="38"/>
                      <a:pt x="433" y="38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33" y="39"/>
                      <a:pt x="432" y="40"/>
                      <a:pt x="431" y="41"/>
                    </a:cubicBezTo>
                    <a:cubicBezTo>
                      <a:pt x="430" y="41"/>
                      <a:pt x="429" y="42"/>
                      <a:pt x="427" y="42"/>
                    </a:cubicBezTo>
                    <a:cubicBezTo>
                      <a:pt x="426" y="42"/>
                      <a:pt x="426" y="42"/>
                      <a:pt x="425" y="42"/>
                    </a:cubicBezTo>
                    <a:cubicBezTo>
                      <a:pt x="423" y="42"/>
                      <a:pt x="420" y="42"/>
                      <a:pt x="419" y="41"/>
                    </a:cubicBezTo>
                    <a:cubicBezTo>
                      <a:pt x="417" y="40"/>
                      <a:pt x="415" y="39"/>
                      <a:pt x="415" y="39"/>
                    </a:cubicBezTo>
                    <a:cubicBezTo>
                      <a:pt x="415" y="39"/>
                      <a:pt x="415" y="39"/>
                      <a:pt x="415" y="39"/>
                    </a:cubicBezTo>
                    <a:cubicBezTo>
                      <a:pt x="415" y="38"/>
                      <a:pt x="416" y="35"/>
                      <a:pt x="421" y="35"/>
                    </a:cubicBezTo>
                    <a:moveTo>
                      <a:pt x="397" y="24"/>
                    </a:moveTo>
                    <a:cubicBezTo>
                      <a:pt x="398" y="24"/>
                      <a:pt x="399" y="24"/>
                      <a:pt x="400" y="24"/>
                    </a:cubicBezTo>
                    <a:cubicBezTo>
                      <a:pt x="402" y="24"/>
                      <a:pt x="404" y="24"/>
                      <a:pt x="406" y="25"/>
                    </a:cubicBezTo>
                    <a:cubicBezTo>
                      <a:pt x="407" y="25"/>
                      <a:pt x="409" y="26"/>
                      <a:pt x="409" y="26"/>
                    </a:cubicBezTo>
                    <a:cubicBezTo>
                      <a:pt x="409" y="26"/>
                      <a:pt x="409" y="27"/>
                      <a:pt x="409" y="27"/>
                    </a:cubicBezTo>
                    <a:cubicBezTo>
                      <a:pt x="409" y="28"/>
                      <a:pt x="407" y="30"/>
                      <a:pt x="403" y="31"/>
                    </a:cubicBezTo>
                    <a:cubicBezTo>
                      <a:pt x="402" y="31"/>
                      <a:pt x="401" y="32"/>
                      <a:pt x="400" y="31"/>
                    </a:cubicBezTo>
                    <a:cubicBezTo>
                      <a:pt x="396" y="31"/>
                      <a:pt x="392" y="30"/>
                      <a:pt x="391" y="29"/>
                    </a:cubicBezTo>
                    <a:cubicBezTo>
                      <a:pt x="391" y="29"/>
                      <a:pt x="391" y="29"/>
                      <a:pt x="391" y="28"/>
                    </a:cubicBezTo>
                    <a:cubicBezTo>
                      <a:pt x="391" y="27"/>
                      <a:pt x="393" y="25"/>
                      <a:pt x="397" y="24"/>
                    </a:cubicBezTo>
                    <a:moveTo>
                      <a:pt x="372" y="16"/>
                    </a:moveTo>
                    <a:cubicBezTo>
                      <a:pt x="373" y="15"/>
                      <a:pt x="376" y="15"/>
                      <a:pt x="377" y="15"/>
                    </a:cubicBezTo>
                    <a:cubicBezTo>
                      <a:pt x="381" y="15"/>
                      <a:pt x="384" y="16"/>
                      <a:pt x="384" y="17"/>
                    </a:cubicBezTo>
                    <a:cubicBezTo>
                      <a:pt x="384" y="17"/>
                      <a:pt x="384" y="17"/>
                      <a:pt x="384" y="18"/>
                    </a:cubicBezTo>
                    <a:cubicBezTo>
                      <a:pt x="384" y="19"/>
                      <a:pt x="383" y="21"/>
                      <a:pt x="379" y="22"/>
                    </a:cubicBezTo>
                    <a:cubicBezTo>
                      <a:pt x="377" y="23"/>
                      <a:pt x="376" y="23"/>
                      <a:pt x="374" y="23"/>
                    </a:cubicBezTo>
                    <a:cubicBezTo>
                      <a:pt x="371" y="23"/>
                      <a:pt x="368" y="22"/>
                      <a:pt x="367" y="21"/>
                    </a:cubicBezTo>
                    <a:cubicBezTo>
                      <a:pt x="367" y="21"/>
                      <a:pt x="367" y="21"/>
                      <a:pt x="367" y="21"/>
                    </a:cubicBezTo>
                    <a:cubicBezTo>
                      <a:pt x="367" y="20"/>
                      <a:pt x="368" y="17"/>
                      <a:pt x="372" y="16"/>
                    </a:cubicBezTo>
                    <a:moveTo>
                      <a:pt x="348" y="11"/>
                    </a:moveTo>
                    <a:cubicBezTo>
                      <a:pt x="348" y="11"/>
                      <a:pt x="348" y="11"/>
                      <a:pt x="348" y="11"/>
                    </a:cubicBezTo>
                    <a:cubicBezTo>
                      <a:pt x="350" y="10"/>
                      <a:pt x="352" y="9"/>
                      <a:pt x="355" y="9"/>
                    </a:cubicBezTo>
                    <a:cubicBezTo>
                      <a:pt x="357" y="9"/>
                      <a:pt x="360" y="10"/>
                      <a:pt x="360" y="11"/>
                    </a:cubicBezTo>
                    <a:cubicBezTo>
                      <a:pt x="360" y="11"/>
                      <a:pt x="360" y="11"/>
                      <a:pt x="360" y="11"/>
                    </a:cubicBezTo>
                    <a:cubicBezTo>
                      <a:pt x="360" y="12"/>
                      <a:pt x="359" y="15"/>
                      <a:pt x="356" y="16"/>
                    </a:cubicBezTo>
                    <a:cubicBezTo>
                      <a:pt x="353" y="17"/>
                      <a:pt x="351" y="18"/>
                      <a:pt x="348" y="18"/>
                    </a:cubicBezTo>
                    <a:cubicBezTo>
                      <a:pt x="346" y="18"/>
                      <a:pt x="344" y="17"/>
                      <a:pt x="343" y="17"/>
                    </a:cubicBezTo>
                    <a:cubicBezTo>
                      <a:pt x="343" y="17"/>
                      <a:pt x="343" y="16"/>
                      <a:pt x="343" y="16"/>
                    </a:cubicBezTo>
                    <a:cubicBezTo>
                      <a:pt x="343" y="15"/>
                      <a:pt x="344" y="12"/>
                      <a:pt x="348" y="11"/>
                    </a:cubicBezTo>
                    <a:moveTo>
                      <a:pt x="322" y="8"/>
                    </a:moveTo>
                    <a:cubicBezTo>
                      <a:pt x="324" y="6"/>
                      <a:pt x="328" y="6"/>
                      <a:pt x="330" y="6"/>
                    </a:cubicBezTo>
                    <a:cubicBezTo>
                      <a:pt x="332" y="6"/>
                      <a:pt x="334" y="6"/>
                      <a:pt x="334" y="6"/>
                    </a:cubicBezTo>
                    <a:cubicBezTo>
                      <a:pt x="334" y="7"/>
                      <a:pt x="334" y="7"/>
                      <a:pt x="334" y="7"/>
                    </a:cubicBezTo>
                    <a:cubicBezTo>
                      <a:pt x="334" y="8"/>
                      <a:pt x="333" y="11"/>
                      <a:pt x="330" y="13"/>
                    </a:cubicBezTo>
                    <a:cubicBezTo>
                      <a:pt x="328" y="14"/>
                      <a:pt x="324" y="15"/>
                      <a:pt x="322" y="15"/>
                    </a:cubicBezTo>
                    <a:cubicBezTo>
                      <a:pt x="320" y="15"/>
                      <a:pt x="319" y="14"/>
                      <a:pt x="318" y="14"/>
                    </a:cubicBezTo>
                    <a:cubicBezTo>
                      <a:pt x="318" y="14"/>
                      <a:pt x="318" y="14"/>
                      <a:pt x="318" y="13"/>
                    </a:cubicBezTo>
                    <a:cubicBezTo>
                      <a:pt x="318" y="12"/>
                      <a:pt x="319" y="10"/>
                      <a:pt x="322" y="8"/>
                    </a:cubicBezTo>
                    <a:moveTo>
                      <a:pt x="295" y="8"/>
                    </a:moveTo>
                    <a:cubicBezTo>
                      <a:pt x="298" y="5"/>
                      <a:pt x="303" y="4"/>
                      <a:pt x="306" y="4"/>
                    </a:cubicBezTo>
                    <a:cubicBezTo>
                      <a:pt x="307" y="4"/>
                      <a:pt x="307" y="5"/>
                      <a:pt x="308" y="5"/>
                    </a:cubicBezTo>
                    <a:cubicBezTo>
                      <a:pt x="308" y="5"/>
                      <a:pt x="308" y="5"/>
                      <a:pt x="308" y="6"/>
                    </a:cubicBezTo>
                    <a:cubicBezTo>
                      <a:pt x="308" y="7"/>
                      <a:pt x="307" y="10"/>
                      <a:pt x="304" y="11"/>
                    </a:cubicBezTo>
                    <a:cubicBezTo>
                      <a:pt x="302" y="14"/>
                      <a:pt x="297" y="15"/>
                      <a:pt x="295" y="15"/>
                    </a:cubicBezTo>
                    <a:cubicBezTo>
                      <a:pt x="294" y="15"/>
                      <a:pt x="293" y="14"/>
                      <a:pt x="292" y="14"/>
                    </a:cubicBezTo>
                    <a:cubicBezTo>
                      <a:pt x="292" y="14"/>
                      <a:pt x="292" y="14"/>
                      <a:pt x="292" y="13"/>
                    </a:cubicBezTo>
                    <a:cubicBezTo>
                      <a:pt x="292" y="12"/>
                      <a:pt x="293" y="10"/>
                      <a:pt x="295" y="8"/>
                    </a:cubicBezTo>
                    <a:close/>
                    <a:moveTo>
                      <a:pt x="271" y="10"/>
                    </a:moveTo>
                    <a:cubicBezTo>
                      <a:pt x="271" y="10"/>
                      <a:pt x="271" y="10"/>
                      <a:pt x="271" y="10"/>
                    </a:cubicBezTo>
                    <a:cubicBezTo>
                      <a:pt x="274" y="7"/>
                      <a:pt x="279" y="6"/>
                      <a:pt x="281" y="6"/>
                    </a:cubicBezTo>
                    <a:cubicBezTo>
                      <a:pt x="282" y="6"/>
                      <a:pt x="283" y="6"/>
                      <a:pt x="283" y="6"/>
                    </a:cubicBezTo>
                    <a:cubicBezTo>
                      <a:pt x="283" y="6"/>
                      <a:pt x="283" y="6"/>
                      <a:pt x="283" y="7"/>
                    </a:cubicBezTo>
                    <a:cubicBezTo>
                      <a:pt x="283" y="9"/>
                      <a:pt x="282" y="11"/>
                      <a:pt x="280" y="13"/>
                    </a:cubicBezTo>
                    <a:cubicBezTo>
                      <a:pt x="277" y="16"/>
                      <a:pt x="272" y="17"/>
                      <a:pt x="270" y="17"/>
                    </a:cubicBezTo>
                    <a:cubicBezTo>
                      <a:pt x="269" y="17"/>
                      <a:pt x="269" y="17"/>
                      <a:pt x="269" y="17"/>
                    </a:cubicBezTo>
                    <a:cubicBezTo>
                      <a:pt x="268" y="17"/>
                      <a:pt x="268" y="16"/>
                      <a:pt x="268" y="15"/>
                    </a:cubicBezTo>
                    <a:cubicBezTo>
                      <a:pt x="268" y="14"/>
                      <a:pt x="269" y="12"/>
                      <a:pt x="271" y="10"/>
                    </a:cubicBezTo>
                    <a:moveTo>
                      <a:pt x="245" y="15"/>
                    </a:moveTo>
                    <a:cubicBezTo>
                      <a:pt x="248" y="12"/>
                      <a:pt x="254" y="10"/>
                      <a:pt x="256" y="10"/>
                    </a:cubicBezTo>
                    <a:cubicBezTo>
                      <a:pt x="256" y="10"/>
                      <a:pt x="257" y="10"/>
                      <a:pt x="257" y="10"/>
                    </a:cubicBezTo>
                    <a:cubicBezTo>
                      <a:pt x="257" y="10"/>
                      <a:pt x="257" y="10"/>
                      <a:pt x="257" y="10"/>
                    </a:cubicBezTo>
                    <a:cubicBezTo>
                      <a:pt x="257" y="11"/>
                      <a:pt x="257" y="11"/>
                      <a:pt x="257" y="12"/>
                    </a:cubicBezTo>
                    <a:cubicBezTo>
                      <a:pt x="257" y="13"/>
                      <a:pt x="257" y="15"/>
                      <a:pt x="255" y="17"/>
                    </a:cubicBezTo>
                    <a:cubicBezTo>
                      <a:pt x="252" y="20"/>
                      <a:pt x="246" y="22"/>
                      <a:pt x="244" y="22"/>
                    </a:cubicBezTo>
                    <a:cubicBezTo>
                      <a:pt x="244" y="22"/>
                      <a:pt x="244" y="22"/>
                      <a:pt x="244" y="22"/>
                    </a:cubicBezTo>
                    <a:cubicBezTo>
                      <a:pt x="243" y="22"/>
                      <a:pt x="243" y="22"/>
                      <a:pt x="243" y="22"/>
                    </a:cubicBezTo>
                    <a:cubicBezTo>
                      <a:pt x="243" y="21"/>
                      <a:pt x="243" y="21"/>
                      <a:pt x="243" y="20"/>
                    </a:cubicBezTo>
                    <a:cubicBezTo>
                      <a:pt x="243" y="19"/>
                      <a:pt x="244" y="17"/>
                      <a:pt x="245" y="15"/>
                    </a:cubicBezTo>
                    <a:moveTo>
                      <a:pt x="220" y="23"/>
                    </a:moveTo>
                    <a:cubicBezTo>
                      <a:pt x="222" y="21"/>
                      <a:pt x="224" y="19"/>
                      <a:pt x="226" y="18"/>
                    </a:cubicBezTo>
                    <a:cubicBezTo>
                      <a:pt x="228" y="17"/>
                      <a:pt x="230" y="16"/>
                      <a:pt x="231" y="16"/>
                    </a:cubicBezTo>
                    <a:cubicBezTo>
                      <a:pt x="231" y="16"/>
                      <a:pt x="231" y="16"/>
                      <a:pt x="231" y="16"/>
                    </a:cubicBezTo>
                    <a:cubicBezTo>
                      <a:pt x="231" y="16"/>
                      <a:pt x="231" y="17"/>
                      <a:pt x="232" y="17"/>
                    </a:cubicBezTo>
                    <a:cubicBezTo>
                      <a:pt x="232" y="17"/>
                      <a:pt x="232" y="18"/>
                      <a:pt x="232" y="19"/>
                    </a:cubicBezTo>
                    <a:cubicBezTo>
                      <a:pt x="232" y="20"/>
                      <a:pt x="231" y="22"/>
                      <a:pt x="230" y="24"/>
                    </a:cubicBezTo>
                    <a:cubicBezTo>
                      <a:pt x="229" y="26"/>
                      <a:pt x="226" y="27"/>
                      <a:pt x="224" y="28"/>
                    </a:cubicBezTo>
                    <a:cubicBezTo>
                      <a:pt x="222" y="29"/>
                      <a:pt x="220" y="30"/>
                      <a:pt x="220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29"/>
                    </a:cubicBezTo>
                    <a:cubicBezTo>
                      <a:pt x="219" y="29"/>
                      <a:pt x="218" y="28"/>
                      <a:pt x="218" y="28"/>
                    </a:cubicBezTo>
                    <a:cubicBezTo>
                      <a:pt x="218" y="26"/>
                      <a:pt x="219" y="25"/>
                      <a:pt x="220" y="23"/>
                    </a:cubicBezTo>
                    <a:moveTo>
                      <a:pt x="197" y="32"/>
                    </a:moveTo>
                    <a:cubicBezTo>
                      <a:pt x="199" y="30"/>
                      <a:pt x="201" y="28"/>
                      <a:pt x="203" y="27"/>
                    </a:cubicBezTo>
                    <a:cubicBezTo>
                      <a:pt x="205" y="26"/>
                      <a:pt x="207" y="25"/>
                      <a:pt x="207" y="25"/>
                    </a:cubicBezTo>
                    <a:cubicBezTo>
                      <a:pt x="207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6"/>
                    </a:cubicBezTo>
                    <a:cubicBezTo>
                      <a:pt x="209" y="26"/>
                      <a:pt x="209" y="27"/>
                      <a:pt x="209" y="28"/>
                    </a:cubicBezTo>
                    <a:cubicBezTo>
                      <a:pt x="209" y="29"/>
                      <a:pt x="208" y="31"/>
                      <a:pt x="207" y="32"/>
                    </a:cubicBezTo>
                    <a:cubicBezTo>
                      <a:pt x="206" y="34"/>
                      <a:pt x="204" y="36"/>
                      <a:pt x="202" y="38"/>
                    </a:cubicBezTo>
                    <a:cubicBezTo>
                      <a:pt x="200" y="39"/>
                      <a:pt x="198" y="40"/>
                      <a:pt x="197" y="40"/>
                    </a:cubicBezTo>
                    <a:cubicBezTo>
                      <a:pt x="197" y="40"/>
                      <a:pt x="197" y="40"/>
                      <a:pt x="197" y="40"/>
                    </a:cubicBezTo>
                    <a:cubicBezTo>
                      <a:pt x="197" y="40"/>
                      <a:pt x="197" y="39"/>
                      <a:pt x="197" y="39"/>
                    </a:cubicBezTo>
                    <a:cubicBezTo>
                      <a:pt x="196" y="39"/>
                      <a:pt x="196" y="38"/>
                      <a:pt x="196" y="37"/>
                    </a:cubicBezTo>
                    <a:cubicBezTo>
                      <a:pt x="196" y="36"/>
                      <a:pt x="197" y="34"/>
                      <a:pt x="197" y="32"/>
                    </a:cubicBezTo>
                    <a:moveTo>
                      <a:pt x="174" y="45"/>
                    </a:moveTo>
                    <a:cubicBezTo>
                      <a:pt x="174" y="45"/>
                      <a:pt x="174" y="45"/>
                      <a:pt x="174" y="45"/>
                    </a:cubicBezTo>
                    <a:cubicBezTo>
                      <a:pt x="175" y="42"/>
                      <a:pt x="177" y="40"/>
                      <a:pt x="179" y="39"/>
                    </a:cubicBezTo>
                    <a:cubicBezTo>
                      <a:pt x="181" y="37"/>
                      <a:pt x="183" y="36"/>
                      <a:pt x="184" y="36"/>
                    </a:cubicBezTo>
                    <a:cubicBezTo>
                      <a:pt x="184" y="36"/>
                      <a:pt x="184" y="37"/>
                      <a:pt x="185" y="37"/>
                    </a:cubicBezTo>
                    <a:cubicBezTo>
                      <a:pt x="185" y="38"/>
                      <a:pt x="185" y="39"/>
                      <a:pt x="185" y="40"/>
                    </a:cubicBezTo>
                    <a:cubicBezTo>
                      <a:pt x="185" y="41"/>
                      <a:pt x="185" y="42"/>
                      <a:pt x="184" y="44"/>
                    </a:cubicBezTo>
                    <a:cubicBezTo>
                      <a:pt x="183" y="46"/>
                      <a:pt x="181" y="48"/>
                      <a:pt x="179" y="50"/>
                    </a:cubicBezTo>
                    <a:cubicBezTo>
                      <a:pt x="178" y="51"/>
                      <a:pt x="176" y="52"/>
                      <a:pt x="175" y="52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5" y="52"/>
                      <a:pt x="174" y="52"/>
                      <a:pt x="174" y="51"/>
                    </a:cubicBezTo>
                    <a:cubicBezTo>
                      <a:pt x="174" y="51"/>
                      <a:pt x="173" y="50"/>
                      <a:pt x="173" y="49"/>
                    </a:cubicBezTo>
                    <a:cubicBezTo>
                      <a:pt x="173" y="48"/>
                      <a:pt x="174" y="46"/>
                      <a:pt x="174" y="45"/>
                    </a:cubicBezTo>
                    <a:moveTo>
                      <a:pt x="153" y="59"/>
                    </a:moveTo>
                    <a:cubicBezTo>
                      <a:pt x="153" y="57"/>
                      <a:pt x="155" y="55"/>
                      <a:pt x="157" y="53"/>
                    </a:cubicBezTo>
                    <a:cubicBezTo>
                      <a:pt x="159" y="51"/>
                      <a:pt x="161" y="50"/>
                      <a:pt x="161" y="50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1" y="50"/>
                      <a:pt x="162" y="50"/>
                      <a:pt x="162" y="51"/>
                    </a:cubicBezTo>
                    <a:cubicBezTo>
                      <a:pt x="163" y="51"/>
                      <a:pt x="163" y="53"/>
                      <a:pt x="163" y="54"/>
                    </a:cubicBezTo>
                    <a:cubicBezTo>
                      <a:pt x="163" y="55"/>
                      <a:pt x="163" y="56"/>
                      <a:pt x="162" y="57"/>
                    </a:cubicBezTo>
                    <a:cubicBezTo>
                      <a:pt x="161" y="60"/>
                      <a:pt x="160" y="62"/>
                      <a:pt x="158" y="63"/>
                    </a:cubicBezTo>
                    <a:cubicBezTo>
                      <a:pt x="156" y="65"/>
                      <a:pt x="154" y="66"/>
                      <a:pt x="154" y="66"/>
                    </a:cubicBezTo>
                    <a:cubicBezTo>
                      <a:pt x="154" y="66"/>
                      <a:pt x="154" y="66"/>
                      <a:pt x="154" y="66"/>
                    </a:cubicBezTo>
                    <a:cubicBezTo>
                      <a:pt x="153" y="66"/>
                      <a:pt x="153" y="66"/>
                      <a:pt x="153" y="65"/>
                    </a:cubicBezTo>
                    <a:cubicBezTo>
                      <a:pt x="152" y="65"/>
                      <a:pt x="152" y="64"/>
                      <a:pt x="152" y="62"/>
                    </a:cubicBezTo>
                    <a:cubicBezTo>
                      <a:pt x="152" y="61"/>
                      <a:pt x="152" y="60"/>
                      <a:pt x="153" y="59"/>
                    </a:cubicBezTo>
                    <a:moveTo>
                      <a:pt x="133" y="75"/>
                    </a:move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2"/>
                      <a:pt x="135" y="70"/>
                      <a:pt x="137" y="68"/>
                    </a:cubicBezTo>
                    <a:cubicBezTo>
                      <a:pt x="139" y="66"/>
                      <a:pt x="140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2" y="65"/>
                      <a:pt x="142" y="66"/>
                    </a:cubicBezTo>
                    <a:cubicBezTo>
                      <a:pt x="143" y="66"/>
                      <a:pt x="143" y="68"/>
                      <a:pt x="143" y="69"/>
                    </a:cubicBezTo>
                    <a:cubicBezTo>
                      <a:pt x="143" y="70"/>
                      <a:pt x="143" y="71"/>
                      <a:pt x="143" y="72"/>
                    </a:cubicBezTo>
                    <a:cubicBezTo>
                      <a:pt x="142" y="74"/>
                      <a:pt x="141" y="77"/>
                      <a:pt x="139" y="78"/>
                    </a:cubicBezTo>
                    <a:cubicBezTo>
                      <a:pt x="138" y="80"/>
                      <a:pt x="136" y="81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1"/>
                      <a:pt x="134" y="81"/>
                      <a:pt x="134" y="81"/>
                    </a:cubicBezTo>
                    <a:cubicBezTo>
                      <a:pt x="133" y="80"/>
                      <a:pt x="133" y="79"/>
                      <a:pt x="133" y="77"/>
                    </a:cubicBezTo>
                    <a:cubicBezTo>
                      <a:pt x="133" y="76"/>
                      <a:pt x="133" y="75"/>
                      <a:pt x="133" y="75"/>
                    </a:cubicBezTo>
                    <a:moveTo>
                      <a:pt x="114" y="92"/>
                    </a:moveTo>
                    <a:cubicBezTo>
                      <a:pt x="114" y="92"/>
                      <a:pt x="114" y="92"/>
                      <a:pt x="114" y="92"/>
                    </a:cubicBezTo>
                    <a:cubicBezTo>
                      <a:pt x="115" y="90"/>
                      <a:pt x="116" y="87"/>
                      <a:pt x="117" y="85"/>
                    </a:cubicBezTo>
                    <a:cubicBezTo>
                      <a:pt x="119" y="84"/>
                      <a:pt x="121" y="82"/>
                      <a:pt x="121" y="82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2" y="82"/>
                      <a:pt x="122" y="82"/>
                      <a:pt x="123" y="83"/>
                    </a:cubicBezTo>
                    <a:cubicBezTo>
                      <a:pt x="123" y="84"/>
                      <a:pt x="124" y="85"/>
                      <a:pt x="124" y="87"/>
                    </a:cubicBezTo>
                    <a:cubicBezTo>
                      <a:pt x="124" y="88"/>
                      <a:pt x="124" y="88"/>
                      <a:pt x="123" y="89"/>
                    </a:cubicBezTo>
                    <a:cubicBezTo>
                      <a:pt x="123" y="91"/>
                      <a:pt x="122" y="94"/>
                      <a:pt x="120" y="96"/>
                    </a:cubicBezTo>
                    <a:cubicBezTo>
                      <a:pt x="119" y="98"/>
                      <a:pt x="117" y="99"/>
                      <a:pt x="117" y="99"/>
                    </a:cubicBezTo>
                    <a:cubicBezTo>
                      <a:pt x="117" y="99"/>
                      <a:pt x="116" y="99"/>
                      <a:pt x="116" y="99"/>
                    </a:cubicBezTo>
                    <a:cubicBezTo>
                      <a:pt x="116" y="99"/>
                      <a:pt x="116" y="99"/>
                      <a:pt x="115" y="98"/>
                    </a:cubicBezTo>
                    <a:cubicBezTo>
                      <a:pt x="114" y="97"/>
                      <a:pt x="114" y="96"/>
                      <a:pt x="114" y="94"/>
                    </a:cubicBezTo>
                    <a:cubicBezTo>
                      <a:pt x="114" y="94"/>
                      <a:pt x="114" y="93"/>
                      <a:pt x="114" y="92"/>
                    </a:cubicBezTo>
                    <a:moveTo>
                      <a:pt x="97" y="112"/>
                    </a:moveTo>
                    <a:cubicBezTo>
                      <a:pt x="97" y="112"/>
                      <a:pt x="97" y="112"/>
                      <a:pt x="97" y="112"/>
                    </a:cubicBezTo>
                    <a:cubicBezTo>
                      <a:pt x="97" y="109"/>
                      <a:pt x="98" y="107"/>
                      <a:pt x="99" y="105"/>
                    </a:cubicBezTo>
                    <a:cubicBezTo>
                      <a:pt x="101" y="103"/>
                      <a:pt x="102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4" y="101"/>
                      <a:pt x="105" y="102"/>
                    </a:cubicBezTo>
                    <a:cubicBezTo>
                      <a:pt x="105" y="103"/>
                      <a:pt x="106" y="105"/>
                      <a:pt x="106" y="107"/>
                    </a:cubicBezTo>
                    <a:cubicBezTo>
                      <a:pt x="106" y="107"/>
                      <a:pt x="106" y="107"/>
                      <a:pt x="106" y="108"/>
                    </a:cubicBezTo>
                    <a:cubicBezTo>
                      <a:pt x="105" y="110"/>
                      <a:pt x="104" y="113"/>
                      <a:pt x="103" y="115"/>
                    </a:cubicBezTo>
                    <a:cubicBezTo>
                      <a:pt x="102" y="117"/>
                      <a:pt x="100" y="118"/>
                      <a:pt x="100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9" y="118"/>
                      <a:pt x="98" y="118"/>
                      <a:pt x="98" y="117"/>
                    </a:cubicBezTo>
                    <a:cubicBezTo>
                      <a:pt x="97" y="116"/>
                      <a:pt x="97" y="115"/>
                      <a:pt x="97" y="113"/>
                    </a:cubicBezTo>
                    <a:cubicBezTo>
                      <a:pt x="97" y="112"/>
                      <a:pt x="97" y="112"/>
                      <a:pt x="97" y="112"/>
                    </a:cubicBezTo>
                    <a:moveTo>
                      <a:pt x="82" y="131"/>
                    </a:moveTo>
                    <a:cubicBezTo>
                      <a:pt x="82" y="129"/>
                      <a:pt x="83" y="126"/>
                      <a:pt x="84" y="124"/>
                    </a:cubicBezTo>
                    <a:cubicBezTo>
                      <a:pt x="85" y="122"/>
                      <a:pt x="86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8" y="120"/>
                      <a:pt x="89" y="121"/>
                    </a:cubicBezTo>
                    <a:cubicBezTo>
                      <a:pt x="90" y="122"/>
                      <a:pt x="90" y="124"/>
                      <a:pt x="90" y="126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90" y="129"/>
                      <a:pt x="89" y="132"/>
                      <a:pt x="88" y="134"/>
                    </a:cubicBezTo>
                    <a:cubicBezTo>
                      <a:pt x="87" y="136"/>
                      <a:pt x="86" y="137"/>
                      <a:pt x="85" y="138"/>
                    </a:cubicBezTo>
                    <a:cubicBezTo>
                      <a:pt x="85" y="138"/>
                      <a:pt x="85" y="138"/>
                      <a:pt x="85" y="138"/>
                    </a:cubicBezTo>
                    <a:cubicBezTo>
                      <a:pt x="84" y="138"/>
                      <a:pt x="84" y="137"/>
                      <a:pt x="83" y="136"/>
                    </a:cubicBezTo>
                    <a:cubicBezTo>
                      <a:pt x="82" y="135"/>
                      <a:pt x="82" y="133"/>
                      <a:pt x="82" y="131"/>
                    </a:cubicBezTo>
                    <a:close/>
                    <a:moveTo>
                      <a:pt x="69" y="145"/>
                    </a:moveTo>
                    <a:cubicBezTo>
                      <a:pt x="70" y="143"/>
                      <a:pt x="71" y="142"/>
                      <a:pt x="72" y="141"/>
                    </a:cubicBezTo>
                    <a:cubicBezTo>
                      <a:pt x="72" y="141"/>
                      <a:pt x="72" y="141"/>
                      <a:pt x="72" y="141"/>
                    </a:cubicBezTo>
                    <a:cubicBezTo>
                      <a:pt x="72" y="141"/>
                      <a:pt x="73" y="142"/>
                      <a:pt x="74" y="143"/>
                    </a:cubicBezTo>
                    <a:cubicBezTo>
                      <a:pt x="75" y="144"/>
                      <a:pt x="75" y="145"/>
                      <a:pt x="75" y="148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75" y="151"/>
                      <a:pt x="75" y="153"/>
                      <a:pt x="74" y="155"/>
                    </a:cubicBezTo>
                    <a:cubicBezTo>
                      <a:pt x="73" y="157"/>
                      <a:pt x="71" y="159"/>
                      <a:pt x="71" y="159"/>
                    </a:cubicBezTo>
                    <a:cubicBezTo>
                      <a:pt x="71" y="159"/>
                      <a:pt x="71" y="159"/>
                      <a:pt x="71" y="159"/>
                    </a:cubicBezTo>
                    <a:cubicBezTo>
                      <a:pt x="70" y="159"/>
                      <a:pt x="69" y="159"/>
                      <a:pt x="69" y="158"/>
                    </a:cubicBezTo>
                    <a:cubicBezTo>
                      <a:pt x="68" y="157"/>
                      <a:pt x="67" y="155"/>
                      <a:pt x="67" y="153"/>
                    </a:cubicBezTo>
                    <a:cubicBezTo>
                      <a:pt x="67" y="153"/>
                      <a:pt x="67" y="152"/>
                      <a:pt x="67" y="152"/>
                    </a:cubicBezTo>
                    <a:cubicBezTo>
                      <a:pt x="67" y="150"/>
                      <a:pt x="68" y="147"/>
                      <a:pt x="69" y="145"/>
                    </a:cubicBezTo>
                    <a:moveTo>
                      <a:pt x="55" y="167"/>
                    </a:moveTo>
                    <a:cubicBezTo>
                      <a:pt x="56" y="165"/>
                      <a:pt x="57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9" y="164"/>
                      <a:pt x="59" y="164"/>
                      <a:pt x="60" y="165"/>
                    </a:cubicBezTo>
                    <a:cubicBezTo>
                      <a:pt x="61" y="166"/>
                      <a:pt x="62" y="168"/>
                      <a:pt x="62" y="170"/>
                    </a:cubicBezTo>
                    <a:cubicBezTo>
                      <a:pt x="62" y="170"/>
                      <a:pt x="62" y="171"/>
                      <a:pt x="62" y="172"/>
                    </a:cubicBezTo>
                    <a:cubicBezTo>
                      <a:pt x="62" y="174"/>
                      <a:pt x="61" y="176"/>
                      <a:pt x="61" y="178"/>
                    </a:cubicBezTo>
                    <a:cubicBezTo>
                      <a:pt x="60" y="180"/>
                      <a:pt x="59" y="181"/>
                      <a:pt x="58" y="181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8" y="182"/>
                      <a:pt x="57" y="181"/>
                      <a:pt x="56" y="180"/>
                    </a:cubicBezTo>
                    <a:cubicBezTo>
                      <a:pt x="55" y="179"/>
                      <a:pt x="55" y="178"/>
                      <a:pt x="54" y="176"/>
                    </a:cubicBezTo>
                    <a:cubicBezTo>
                      <a:pt x="54" y="175"/>
                      <a:pt x="54" y="174"/>
                      <a:pt x="54" y="174"/>
                    </a:cubicBezTo>
                    <a:cubicBezTo>
                      <a:pt x="54" y="171"/>
                      <a:pt x="55" y="169"/>
                      <a:pt x="55" y="167"/>
                    </a:cubicBezTo>
                    <a:moveTo>
                      <a:pt x="44" y="189"/>
                    </a:moveTo>
                    <a:cubicBezTo>
                      <a:pt x="45" y="187"/>
                      <a:pt x="46" y="186"/>
                      <a:pt x="46" y="186"/>
                    </a:cubicBezTo>
                    <a:cubicBezTo>
                      <a:pt x="47" y="186"/>
                      <a:pt x="47" y="185"/>
                      <a:pt x="47" y="185"/>
                    </a:cubicBezTo>
                    <a:cubicBezTo>
                      <a:pt x="47" y="185"/>
                      <a:pt x="48" y="186"/>
                      <a:pt x="49" y="187"/>
                    </a:cubicBezTo>
                    <a:cubicBezTo>
                      <a:pt x="50" y="188"/>
                      <a:pt x="51" y="189"/>
                      <a:pt x="51" y="191"/>
                    </a:cubicBezTo>
                    <a:cubicBezTo>
                      <a:pt x="51" y="192"/>
                      <a:pt x="51" y="193"/>
                      <a:pt x="51" y="194"/>
                    </a:cubicBezTo>
                    <a:cubicBezTo>
                      <a:pt x="51" y="196"/>
                      <a:pt x="51" y="198"/>
                      <a:pt x="50" y="200"/>
                    </a:cubicBezTo>
                    <a:cubicBezTo>
                      <a:pt x="49" y="202"/>
                      <a:pt x="48" y="203"/>
                      <a:pt x="48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47" y="204"/>
                      <a:pt x="44" y="202"/>
                      <a:pt x="44" y="198"/>
                    </a:cubicBezTo>
                    <a:cubicBezTo>
                      <a:pt x="43" y="197"/>
                      <a:pt x="43" y="196"/>
                      <a:pt x="43" y="195"/>
                    </a:cubicBezTo>
                    <a:cubicBezTo>
                      <a:pt x="43" y="193"/>
                      <a:pt x="44" y="191"/>
                      <a:pt x="44" y="189"/>
                    </a:cubicBezTo>
                    <a:moveTo>
                      <a:pt x="34" y="213"/>
                    </a:moveTo>
                    <a:cubicBezTo>
                      <a:pt x="35" y="211"/>
                      <a:pt x="35" y="210"/>
                      <a:pt x="36" y="210"/>
                    </a:cubicBezTo>
                    <a:cubicBezTo>
                      <a:pt x="36" y="209"/>
                      <a:pt x="36" y="209"/>
                      <a:pt x="36" y="209"/>
                    </a:cubicBezTo>
                    <a:cubicBezTo>
                      <a:pt x="37" y="209"/>
                      <a:pt x="40" y="211"/>
                      <a:pt x="41" y="215"/>
                    </a:cubicBezTo>
                    <a:cubicBezTo>
                      <a:pt x="41" y="216"/>
                      <a:pt x="41" y="218"/>
                      <a:pt x="41" y="219"/>
                    </a:cubicBezTo>
                    <a:cubicBezTo>
                      <a:pt x="41" y="223"/>
                      <a:pt x="40" y="227"/>
                      <a:pt x="39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7" y="227"/>
                      <a:pt x="35" y="226"/>
                      <a:pt x="34" y="222"/>
                    </a:cubicBezTo>
                    <a:cubicBezTo>
                      <a:pt x="33" y="221"/>
                      <a:pt x="33" y="219"/>
                      <a:pt x="33" y="218"/>
                    </a:cubicBezTo>
                    <a:cubicBezTo>
                      <a:pt x="33" y="216"/>
                      <a:pt x="34" y="214"/>
                      <a:pt x="34" y="213"/>
                    </a:cubicBezTo>
                    <a:moveTo>
                      <a:pt x="27" y="234"/>
                    </a:moveTo>
                    <a:cubicBezTo>
                      <a:pt x="27" y="234"/>
                      <a:pt x="27" y="234"/>
                      <a:pt x="27" y="234"/>
                    </a:cubicBezTo>
                    <a:cubicBezTo>
                      <a:pt x="28" y="234"/>
                      <a:pt x="31" y="236"/>
                      <a:pt x="32" y="239"/>
                    </a:cubicBezTo>
                    <a:cubicBezTo>
                      <a:pt x="32" y="241"/>
                      <a:pt x="33" y="243"/>
                      <a:pt x="33" y="244"/>
                    </a:cubicBezTo>
                    <a:cubicBezTo>
                      <a:pt x="33" y="248"/>
                      <a:pt x="31" y="251"/>
                      <a:pt x="31" y="252"/>
                    </a:cubicBezTo>
                    <a:cubicBezTo>
                      <a:pt x="31" y="252"/>
                      <a:pt x="31" y="252"/>
                      <a:pt x="30" y="252"/>
                    </a:cubicBezTo>
                    <a:cubicBezTo>
                      <a:pt x="29" y="252"/>
                      <a:pt x="27" y="250"/>
                      <a:pt x="26" y="247"/>
                    </a:cubicBezTo>
                    <a:cubicBezTo>
                      <a:pt x="25" y="245"/>
                      <a:pt x="25" y="243"/>
                      <a:pt x="25" y="242"/>
                    </a:cubicBezTo>
                    <a:cubicBezTo>
                      <a:pt x="25" y="238"/>
                      <a:pt x="26" y="235"/>
                      <a:pt x="27" y="234"/>
                    </a:cubicBezTo>
                    <a:moveTo>
                      <a:pt x="20" y="258"/>
                    </a:moveTo>
                    <a:cubicBezTo>
                      <a:pt x="20" y="258"/>
                      <a:pt x="20" y="258"/>
                      <a:pt x="20" y="258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1" y="258"/>
                      <a:pt x="24" y="259"/>
                      <a:pt x="25" y="263"/>
                    </a:cubicBezTo>
                    <a:cubicBezTo>
                      <a:pt x="26" y="265"/>
                      <a:pt x="26" y="267"/>
                      <a:pt x="26" y="269"/>
                    </a:cubicBezTo>
                    <a:cubicBezTo>
                      <a:pt x="26" y="272"/>
                      <a:pt x="25" y="275"/>
                      <a:pt x="25" y="275"/>
                    </a:cubicBezTo>
                    <a:cubicBezTo>
                      <a:pt x="25" y="275"/>
                      <a:pt x="25" y="275"/>
                      <a:pt x="24" y="275"/>
                    </a:cubicBezTo>
                    <a:cubicBezTo>
                      <a:pt x="23" y="275"/>
                      <a:pt x="21" y="274"/>
                      <a:pt x="19" y="270"/>
                    </a:cubicBezTo>
                    <a:cubicBezTo>
                      <a:pt x="19" y="268"/>
                      <a:pt x="18" y="266"/>
                      <a:pt x="18" y="264"/>
                    </a:cubicBezTo>
                    <a:cubicBezTo>
                      <a:pt x="18" y="261"/>
                      <a:pt x="19" y="259"/>
                      <a:pt x="20" y="258"/>
                    </a:cubicBezTo>
                    <a:moveTo>
                      <a:pt x="14" y="284"/>
                    </a:moveTo>
                    <a:cubicBezTo>
                      <a:pt x="14" y="283"/>
                      <a:pt x="14" y="283"/>
                      <a:pt x="15" y="283"/>
                    </a:cubicBezTo>
                    <a:cubicBezTo>
                      <a:pt x="16" y="283"/>
                      <a:pt x="18" y="285"/>
                      <a:pt x="20" y="288"/>
                    </a:cubicBezTo>
                    <a:cubicBezTo>
                      <a:pt x="21" y="290"/>
                      <a:pt x="21" y="293"/>
                      <a:pt x="21" y="295"/>
                    </a:cubicBezTo>
                    <a:cubicBezTo>
                      <a:pt x="21" y="297"/>
                      <a:pt x="20" y="300"/>
                      <a:pt x="20" y="300"/>
                    </a:cubicBezTo>
                    <a:cubicBezTo>
                      <a:pt x="20" y="301"/>
                      <a:pt x="20" y="301"/>
                      <a:pt x="19" y="301"/>
                    </a:cubicBezTo>
                    <a:cubicBezTo>
                      <a:pt x="18" y="301"/>
                      <a:pt x="16" y="299"/>
                      <a:pt x="14" y="296"/>
                    </a:cubicBezTo>
                    <a:cubicBezTo>
                      <a:pt x="13" y="294"/>
                      <a:pt x="13" y="291"/>
                      <a:pt x="13" y="289"/>
                    </a:cubicBezTo>
                    <a:cubicBezTo>
                      <a:pt x="13" y="286"/>
                      <a:pt x="13" y="284"/>
                      <a:pt x="14" y="284"/>
                    </a:cubicBezTo>
                    <a:moveTo>
                      <a:pt x="10" y="310"/>
                    </a:moveTo>
                    <a:cubicBezTo>
                      <a:pt x="10" y="310"/>
                      <a:pt x="10" y="310"/>
                      <a:pt x="10" y="310"/>
                    </a:cubicBezTo>
                    <a:cubicBezTo>
                      <a:pt x="10" y="309"/>
                      <a:pt x="10" y="309"/>
                      <a:pt x="10" y="309"/>
                    </a:cubicBezTo>
                    <a:cubicBezTo>
                      <a:pt x="12" y="309"/>
                      <a:pt x="14" y="310"/>
                      <a:pt x="16" y="314"/>
                    </a:cubicBezTo>
                    <a:cubicBezTo>
                      <a:pt x="17" y="316"/>
                      <a:pt x="18" y="319"/>
                      <a:pt x="17" y="322"/>
                    </a:cubicBezTo>
                    <a:cubicBezTo>
                      <a:pt x="17" y="324"/>
                      <a:pt x="17" y="325"/>
                      <a:pt x="17" y="326"/>
                    </a:cubicBezTo>
                    <a:cubicBezTo>
                      <a:pt x="17" y="326"/>
                      <a:pt x="16" y="326"/>
                      <a:pt x="16" y="326"/>
                    </a:cubicBezTo>
                    <a:cubicBezTo>
                      <a:pt x="15" y="326"/>
                      <a:pt x="12" y="325"/>
                      <a:pt x="11" y="322"/>
                    </a:cubicBezTo>
                    <a:cubicBezTo>
                      <a:pt x="9" y="319"/>
                      <a:pt x="9" y="316"/>
                      <a:pt x="9" y="313"/>
                    </a:cubicBezTo>
                    <a:cubicBezTo>
                      <a:pt x="9" y="312"/>
                      <a:pt x="9" y="310"/>
                      <a:pt x="10" y="310"/>
                    </a:cubicBezTo>
                    <a:moveTo>
                      <a:pt x="7" y="334"/>
                    </a:moveTo>
                    <a:cubicBezTo>
                      <a:pt x="7" y="334"/>
                      <a:pt x="7" y="334"/>
                      <a:pt x="7" y="334"/>
                    </a:cubicBezTo>
                    <a:cubicBezTo>
                      <a:pt x="7" y="334"/>
                      <a:pt x="7" y="334"/>
                      <a:pt x="8" y="334"/>
                    </a:cubicBezTo>
                    <a:cubicBezTo>
                      <a:pt x="9" y="334"/>
                      <a:pt x="12" y="335"/>
                      <a:pt x="13" y="338"/>
                    </a:cubicBezTo>
                    <a:cubicBezTo>
                      <a:pt x="15" y="340"/>
                      <a:pt x="16" y="344"/>
                      <a:pt x="16" y="347"/>
                    </a:cubicBezTo>
                    <a:cubicBezTo>
                      <a:pt x="16" y="348"/>
                      <a:pt x="15" y="350"/>
                      <a:pt x="15" y="350"/>
                    </a:cubicBezTo>
                    <a:cubicBezTo>
                      <a:pt x="15" y="350"/>
                      <a:pt x="15" y="350"/>
                      <a:pt x="14" y="350"/>
                    </a:cubicBezTo>
                    <a:cubicBezTo>
                      <a:pt x="13" y="350"/>
                      <a:pt x="10" y="349"/>
                      <a:pt x="9" y="346"/>
                    </a:cubicBezTo>
                    <a:cubicBezTo>
                      <a:pt x="7" y="344"/>
                      <a:pt x="6" y="340"/>
                      <a:pt x="6" y="337"/>
                    </a:cubicBezTo>
                    <a:cubicBezTo>
                      <a:pt x="6" y="336"/>
                      <a:pt x="7" y="334"/>
                      <a:pt x="7" y="334"/>
                    </a:cubicBezTo>
                    <a:moveTo>
                      <a:pt x="6" y="360"/>
                    </a:moveTo>
                    <a:cubicBezTo>
                      <a:pt x="6" y="360"/>
                      <a:pt x="6" y="360"/>
                      <a:pt x="7" y="360"/>
                    </a:cubicBezTo>
                    <a:cubicBezTo>
                      <a:pt x="8" y="360"/>
                      <a:pt x="11" y="361"/>
                      <a:pt x="12" y="364"/>
                    </a:cubicBezTo>
                    <a:cubicBezTo>
                      <a:pt x="14" y="367"/>
                      <a:pt x="15" y="371"/>
                      <a:pt x="15" y="373"/>
                    </a:cubicBezTo>
                    <a:cubicBezTo>
                      <a:pt x="15" y="375"/>
                      <a:pt x="15" y="375"/>
                      <a:pt x="15" y="376"/>
                    </a:cubicBezTo>
                    <a:cubicBezTo>
                      <a:pt x="15" y="376"/>
                      <a:pt x="14" y="376"/>
                      <a:pt x="14" y="376"/>
                    </a:cubicBezTo>
                    <a:cubicBezTo>
                      <a:pt x="12" y="376"/>
                      <a:pt x="10" y="375"/>
                      <a:pt x="8" y="373"/>
                    </a:cubicBezTo>
                    <a:cubicBezTo>
                      <a:pt x="6" y="370"/>
                      <a:pt x="5" y="366"/>
                      <a:pt x="5" y="363"/>
                    </a:cubicBezTo>
                    <a:cubicBezTo>
                      <a:pt x="5" y="362"/>
                      <a:pt x="6" y="361"/>
                      <a:pt x="6" y="360"/>
                    </a:cubicBezTo>
                    <a:moveTo>
                      <a:pt x="6" y="387"/>
                    </a:moveTo>
                    <a:cubicBezTo>
                      <a:pt x="6" y="386"/>
                      <a:pt x="6" y="386"/>
                      <a:pt x="7" y="386"/>
                    </a:cubicBezTo>
                    <a:cubicBezTo>
                      <a:pt x="9" y="386"/>
                      <a:pt x="11" y="387"/>
                      <a:pt x="13" y="389"/>
                    </a:cubicBezTo>
                    <a:cubicBezTo>
                      <a:pt x="15" y="392"/>
                      <a:pt x="16" y="397"/>
                      <a:pt x="16" y="400"/>
                    </a:cubicBezTo>
                    <a:cubicBezTo>
                      <a:pt x="16" y="400"/>
                      <a:pt x="16" y="401"/>
                      <a:pt x="16" y="401"/>
                    </a:cubicBezTo>
                    <a:cubicBezTo>
                      <a:pt x="16" y="402"/>
                      <a:pt x="15" y="402"/>
                      <a:pt x="15" y="402"/>
                    </a:cubicBezTo>
                    <a:cubicBezTo>
                      <a:pt x="13" y="402"/>
                      <a:pt x="11" y="401"/>
                      <a:pt x="9" y="399"/>
                    </a:cubicBezTo>
                    <a:cubicBezTo>
                      <a:pt x="7" y="396"/>
                      <a:pt x="6" y="391"/>
                      <a:pt x="6" y="388"/>
                    </a:cubicBezTo>
                    <a:cubicBezTo>
                      <a:pt x="6" y="387"/>
                      <a:pt x="6" y="387"/>
                      <a:pt x="6" y="387"/>
                    </a:cubicBezTo>
                    <a:moveTo>
                      <a:pt x="8" y="412"/>
                    </a:moveTo>
                    <a:cubicBezTo>
                      <a:pt x="8" y="412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9" y="411"/>
                    </a:cubicBezTo>
                    <a:cubicBezTo>
                      <a:pt x="11" y="411"/>
                      <a:pt x="13" y="412"/>
                      <a:pt x="15" y="414"/>
                    </a:cubicBezTo>
                    <a:cubicBezTo>
                      <a:pt x="17" y="417"/>
                      <a:pt x="19" y="422"/>
                      <a:pt x="19" y="424"/>
                    </a:cubicBezTo>
                    <a:cubicBezTo>
                      <a:pt x="19" y="425"/>
                      <a:pt x="18" y="425"/>
                      <a:pt x="18" y="426"/>
                    </a:cubicBezTo>
                    <a:cubicBezTo>
                      <a:pt x="18" y="426"/>
                      <a:pt x="18" y="426"/>
                      <a:pt x="17" y="426"/>
                    </a:cubicBezTo>
                    <a:cubicBezTo>
                      <a:pt x="16" y="426"/>
                      <a:pt x="14" y="425"/>
                      <a:pt x="12" y="423"/>
                    </a:cubicBezTo>
                    <a:cubicBezTo>
                      <a:pt x="9" y="420"/>
                      <a:pt x="8" y="415"/>
                      <a:pt x="8" y="412"/>
                    </a:cubicBezTo>
                    <a:moveTo>
                      <a:pt x="16" y="449"/>
                    </a:moveTo>
                    <a:cubicBezTo>
                      <a:pt x="13" y="446"/>
                      <a:pt x="11" y="441"/>
                      <a:pt x="11" y="438"/>
                    </a:cubicBezTo>
                    <a:cubicBezTo>
                      <a:pt x="11" y="438"/>
                      <a:pt x="11" y="437"/>
                      <a:pt x="11" y="437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1" y="437"/>
                      <a:pt x="12" y="437"/>
                      <a:pt x="13" y="437"/>
                    </a:cubicBezTo>
                    <a:cubicBezTo>
                      <a:pt x="14" y="437"/>
                      <a:pt x="16" y="437"/>
                      <a:pt x="18" y="439"/>
                    </a:cubicBezTo>
                    <a:cubicBezTo>
                      <a:pt x="21" y="442"/>
                      <a:pt x="23" y="448"/>
                      <a:pt x="23" y="450"/>
                    </a:cubicBezTo>
                    <a:cubicBezTo>
                      <a:pt x="23" y="450"/>
                      <a:pt x="23" y="451"/>
                      <a:pt x="23" y="451"/>
                    </a:cubicBezTo>
                    <a:cubicBezTo>
                      <a:pt x="23" y="451"/>
                      <a:pt x="22" y="451"/>
                      <a:pt x="21" y="451"/>
                    </a:cubicBezTo>
                    <a:cubicBezTo>
                      <a:pt x="20" y="451"/>
                      <a:pt x="18" y="451"/>
                      <a:pt x="16" y="449"/>
                    </a:cubicBezTo>
                    <a:moveTo>
                      <a:pt x="21" y="474"/>
                    </a:moveTo>
                    <a:cubicBezTo>
                      <a:pt x="18" y="471"/>
                      <a:pt x="16" y="466"/>
                      <a:pt x="16" y="464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7" y="462"/>
                      <a:pt x="17" y="462"/>
                      <a:pt x="18" y="462"/>
                    </a:cubicBezTo>
                    <a:cubicBezTo>
                      <a:pt x="19" y="462"/>
                      <a:pt x="21" y="463"/>
                      <a:pt x="23" y="465"/>
                    </a:cubicBezTo>
                    <a:cubicBezTo>
                      <a:pt x="27" y="468"/>
                      <a:pt x="28" y="473"/>
                      <a:pt x="28" y="475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7"/>
                      <a:pt x="27" y="477"/>
                      <a:pt x="27" y="477"/>
                    </a:cubicBezTo>
                    <a:cubicBezTo>
                      <a:pt x="25" y="477"/>
                      <a:pt x="23" y="476"/>
                      <a:pt x="21" y="474"/>
                    </a:cubicBezTo>
                    <a:moveTo>
                      <a:pt x="28" y="498"/>
                    </a:moveTo>
                    <a:cubicBezTo>
                      <a:pt x="24" y="495"/>
                      <a:pt x="22" y="490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3" y="486"/>
                    </a:cubicBezTo>
                    <a:cubicBezTo>
                      <a:pt x="23" y="486"/>
                      <a:pt x="23" y="486"/>
                      <a:pt x="24" y="486"/>
                    </a:cubicBezTo>
                    <a:cubicBezTo>
                      <a:pt x="26" y="486"/>
                      <a:pt x="27" y="487"/>
                      <a:pt x="29" y="488"/>
                    </a:cubicBezTo>
                    <a:cubicBezTo>
                      <a:pt x="31" y="490"/>
                      <a:pt x="33" y="492"/>
                      <a:pt x="34" y="494"/>
                    </a:cubicBezTo>
                    <a:cubicBezTo>
                      <a:pt x="35" y="496"/>
                      <a:pt x="35" y="498"/>
                      <a:pt x="35" y="499"/>
                    </a:cubicBezTo>
                    <a:cubicBezTo>
                      <a:pt x="35" y="499"/>
                      <a:pt x="35" y="499"/>
                      <a:pt x="35" y="499"/>
                    </a:cubicBezTo>
                    <a:cubicBezTo>
                      <a:pt x="35" y="499"/>
                      <a:pt x="35" y="499"/>
                      <a:pt x="35" y="500"/>
                    </a:cubicBezTo>
                    <a:cubicBezTo>
                      <a:pt x="34" y="500"/>
                      <a:pt x="34" y="500"/>
                      <a:pt x="33" y="500"/>
                    </a:cubicBezTo>
                    <a:cubicBezTo>
                      <a:pt x="32" y="500"/>
                      <a:pt x="30" y="499"/>
                      <a:pt x="28" y="498"/>
                    </a:cubicBezTo>
                    <a:moveTo>
                      <a:pt x="37" y="523"/>
                    </a:moveTo>
                    <a:cubicBezTo>
                      <a:pt x="35" y="521"/>
                      <a:pt x="33" y="519"/>
                      <a:pt x="32" y="517"/>
                    </a:cubicBezTo>
                    <a:cubicBezTo>
                      <a:pt x="31" y="515"/>
                      <a:pt x="30" y="513"/>
                      <a:pt x="30" y="512"/>
                    </a:cubicBezTo>
                    <a:cubicBezTo>
                      <a:pt x="30" y="512"/>
                      <a:pt x="30" y="512"/>
                      <a:pt x="30" y="512"/>
                    </a:cubicBezTo>
                    <a:cubicBezTo>
                      <a:pt x="30" y="512"/>
                      <a:pt x="30" y="512"/>
                      <a:pt x="31" y="511"/>
                    </a:cubicBezTo>
                    <a:cubicBezTo>
                      <a:pt x="31" y="511"/>
                      <a:pt x="32" y="511"/>
                      <a:pt x="33" y="511"/>
                    </a:cubicBezTo>
                    <a:cubicBezTo>
                      <a:pt x="34" y="511"/>
                      <a:pt x="36" y="512"/>
                      <a:pt x="37" y="513"/>
                    </a:cubicBezTo>
                    <a:cubicBezTo>
                      <a:pt x="39" y="514"/>
                      <a:pt x="41" y="516"/>
                      <a:pt x="42" y="518"/>
                    </a:cubicBezTo>
                    <a:cubicBezTo>
                      <a:pt x="43" y="520"/>
                      <a:pt x="44" y="522"/>
                      <a:pt x="44" y="523"/>
                    </a:cubicBezTo>
                    <a:cubicBezTo>
                      <a:pt x="44" y="523"/>
                      <a:pt x="44" y="523"/>
                      <a:pt x="44" y="523"/>
                    </a:cubicBezTo>
                    <a:cubicBezTo>
                      <a:pt x="44" y="523"/>
                      <a:pt x="44" y="524"/>
                      <a:pt x="44" y="524"/>
                    </a:cubicBezTo>
                    <a:cubicBezTo>
                      <a:pt x="43" y="524"/>
                      <a:pt x="42" y="524"/>
                      <a:pt x="42" y="524"/>
                    </a:cubicBezTo>
                    <a:cubicBezTo>
                      <a:pt x="40" y="524"/>
                      <a:pt x="39" y="524"/>
                      <a:pt x="37" y="523"/>
                    </a:cubicBezTo>
                    <a:moveTo>
                      <a:pt x="47" y="546"/>
                    </a:moveTo>
                    <a:cubicBezTo>
                      <a:pt x="45" y="545"/>
                      <a:pt x="43" y="543"/>
                      <a:pt x="42" y="541"/>
                    </a:cubicBezTo>
                    <a:cubicBezTo>
                      <a:pt x="40" y="539"/>
                      <a:pt x="40" y="537"/>
                      <a:pt x="40" y="537"/>
                    </a:cubicBezTo>
                    <a:cubicBezTo>
                      <a:pt x="40" y="537"/>
                      <a:pt x="40" y="537"/>
                      <a:pt x="40" y="537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1" y="535"/>
                      <a:pt x="42" y="535"/>
                      <a:pt x="42" y="535"/>
                    </a:cubicBezTo>
                    <a:cubicBezTo>
                      <a:pt x="42" y="535"/>
                      <a:pt x="42" y="535"/>
                      <a:pt x="42" y="535"/>
                    </a:cubicBezTo>
                    <a:cubicBezTo>
                      <a:pt x="44" y="535"/>
                      <a:pt x="45" y="536"/>
                      <a:pt x="47" y="537"/>
                    </a:cubicBezTo>
                    <a:cubicBezTo>
                      <a:pt x="49" y="538"/>
                      <a:pt x="51" y="540"/>
                      <a:pt x="52" y="542"/>
                    </a:cubicBezTo>
                    <a:cubicBezTo>
                      <a:pt x="54" y="544"/>
                      <a:pt x="54" y="546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3" y="548"/>
                      <a:pt x="53" y="548"/>
                      <a:pt x="52" y="548"/>
                    </a:cubicBezTo>
                    <a:cubicBezTo>
                      <a:pt x="50" y="548"/>
                      <a:pt x="49" y="547"/>
                      <a:pt x="47" y="546"/>
                    </a:cubicBezTo>
                    <a:close/>
                    <a:moveTo>
                      <a:pt x="58" y="568"/>
                    </a:moveTo>
                    <a:cubicBezTo>
                      <a:pt x="56" y="567"/>
                      <a:pt x="54" y="565"/>
                      <a:pt x="53" y="563"/>
                    </a:cubicBezTo>
                    <a:cubicBezTo>
                      <a:pt x="51" y="561"/>
                      <a:pt x="50" y="559"/>
                      <a:pt x="50" y="559"/>
                    </a:cubicBezTo>
                    <a:cubicBezTo>
                      <a:pt x="50" y="559"/>
                      <a:pt x="50" y="559"/>
                      <a:pt x="50" y="559"/>
                    </a:cubicBezTo>
                    <a:cubicBezTo>
                      <a:pt x="50" y="559"/>
                      <a:pt x="50" y="558"/>
                      <a:pt x="51" y="558"/>
                    </a:cubicBezTo>
                    <a:cubicBezTo>
                      <a:pt x="51" y="558"/>
                      <a:pt x="52" y="557"/>
                      <a:pt x="53" y="557"/>
                    </a:cubicBezTo>
                    <a:cubicBezTo>
                      <a:pt x="55" y="557"/>
                      <a:pt x="56" y="558"/>
                      <a:pt x="58" y="559"/>
                    </a:cubicBezTo>
                    <a:cubicBezTo>
                      <a:pt x="60" y="560"/>
                      <a:pt x="62" y="562"/>
                      <a:pt x="63" y="564"/>
                    </a:cubicBezTo>
                    <a:cubicBezTo>
                      <a:pt x="65" y="565"/>
                      <a:pt x="65" y="567"/>
                      <a:pt x="66" y="568"/>
                    </a:cubicBezTo>
                    <a:cubicBezTo>
                      <a:pt x="66" y="568"/>
                      <a:pt x="66" y="568"/>
                      <a:pt x="66" y="568"/>
                    </a:cubicBezTo>
                    <a:cubicBezTo>
                      <a:pt x="66" y="568"/>
                      <a:pt x="65" y="569"/>
                      <a:pt x="65" y="569"/>
                    </a:cubicBezTo>
                    <a:cubicBezTo>
                      <a:pt x="64" y="569"/>
                      <a:pt x="64" y="570"/>
                      <a:pt x="62" y="570"/>
                    </a:cubicBezTo>
                    <a:cubicBezTo>
                      <a:pt x="61" y="569"/>
                      <a:pt x="60" y="569"/>
                      <a:pt x="58" y="568"/>
                    </a:cubicBezTo>
                    <a:moveTo>
                      <a:pt x="72" y="591"/>
                    </a:moveTo>
                    <a:cubicBezTo>
                      <a:pt x="72" y="591"/>
                      <a:pt x="72" y="591"/>
                      <a:pt x="72" y="591"/>
                    </a:cubicBezTo>
                    <a:cubicBezTo>
                      <a:pt x="70" y="590"/>
                      <a:pt x="67" y="588"/>
                      <a:pt x="66" y="586"/>
                    </a:cubicBezTo>
                    <a:cubicBezTo>
                      <a:pt x="64" y="584"/>
                      <a:pt x="63" y="583"/>
                      <a:pt x="63" y="582"/>
                    </a:cubicBezTo>
                    <a:cubicBezTo>
                      <a:pt x="63" y="582"/>
                      <a:pt x="63" y="582"/>
                      <a:pt x="63" y="582"/>
                    </a:cubicBezTo>
                    <a:cubicBezTo>
                      <a:pt x="63" y="582"/>
                      <a:pt x="63" y="581"/>
                      <a:pt x="64" y="581"/>
                    </a:cubicBezTo>
                    <a:cubicBezTo>
                      <a:pt x="64" y="580"/>
                      <a:pt x="65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8" y="580"/>
                      <a:pt x="69" y="580"/>
                      <a:pt x="70" y="581"/>
                    </a:cubicBezTo>
                    <a:cubicBezTo>
                      <a:pt x="73" y="582"/>
                      <a:pt x="75" y="584"/>
                      <a:pt x="76" y="586"/>
                    </a:cubicBezTo>
                    <a:cubicBezTo>
                      <a:pt x="78" y="587"/>
                      <a:pt x="79" y="589"/>
                      <a:pt x="79" y="590"/>
                    </a:cubicBezTo>
                    <a:cubicBezTo>
                      <a:pt x="79" y="590"/>
                      <a:pt x="79" y="590"/>
                      <a:pt x="79" y="590"/>
                    </a:cubicBezTo>
                    <a:cubicBezTo>
                      <a:pt x="79" y="590"/>
                      <a:pt x="79" y="591"/>
                      <a:pt x="78" y="591"/>
                    </a:cubicBezTo>
                    <a:cubicBezTo>
                      <a:pt x="78" y="591"/>
                      <a:pt x="77" y="592"/>
                      <a:pt x="76" y="592"/>
                    </a:cubicBezTo>
                    <a:cubicBezTo>
                      <a:pt x="74" y="592"/>
                      <a:pt x="73" y="591"/>
                      <a:pt x="72" y="591"/>
                    </a:cubicBezTo>
                    <a:moveTo>
                      <a:pt x="90" y="613"/>
                    </a:moveTo>
                    <a:cubicBezTo>
                      <a:pt x="89" y="613"/>
                      <a:pt x="88" y="613"/>
                      <a:pt x="87" y="612"/>
                    </a:cubicBezTo>
                    <a:cubicBezTo>
                      <a:pt x="84" y="611"/>
                      <a:pt x="82" y="610"/>
                      <a:pt x="80" y="608"/>
                    </a:cubicBezTo>
                    <a:cubicBezTo>
                      <a:pt x="79" y="606"/>
                      <a:pt x="78" y="604"/>
                      <a:pt x="78" y="604"/>
                    </a:cubicBezTo>
                    <a:cubicBezTo>
                      <a:pt x="78" y="604"/>
                      <a:pt x="78" y="604"/>
                      <a:pt x="78" y="604"/>
                    </a:cubicBezTo>
                    <a:cubicBezTo>
                      <a:pt x="78" y="603"/>
                      <a:pt x="78" y="603"/>
                      <a:pt x="78" y="603"/>
                    </a:cubicBezTo>
                    <a:cubicBezTo>
                      <a:pt x="79" y="602"/>
                      <a:pt x="80" y="602"/>
                      <a:pt x="82" y="602"/>
                    </a:cubicBezTo>
                    <a:cubicBezTo>
                      <a:pt x="82" y="602"/>
                      <a:pt x="82" y="602"/>
                      <a:pt x="82" y="602"/>
                    </a:cubicBezTo>
                    <a:cubicBezTo>
                      <a:pt x="83" y="602"/>
                      <a:pt x="84" y="602"/>
                      <a:pt x="85" y="603"/>
                    </a:cubicBezTo>
                    <a:cubicBezTo>
                      <a:pt x="87" y="603"/>
                      <a:pt x="89" y="605"/>
                      <a:pt x="91" y="607"/>
                    </a:cubicBezTo>
                    <a:cubicBezTo>
                      <a:pt x="93" y="608"/>
                      <a:pt x="94" y="610"/>
                      <a:pt x="94" y="611"/>
                    </a:cubicBezTo>
                    <a:cubicBezTo>
                      <a:pt x="94" y="611"/>
                      <a:pt x="94" y="611"/>
                      <a:pt x="94" y="611"/>
                    </a:cubicBezTo>
                    <a:cubicBezTo>
                      <a:pt x="94" y="611"/>
                      <a:pt x="94" y="612"/>
                      <a:pt x="93" y="612"/>
                    </a:cubicBezTo>
                    <a:cubicBezTo>
                      <a:pt x="92" y="612"/>
                      <a:pt x="91" y="613"/>
                      <a:pt x="90" y="613"/>
                    </a:cubicBezTo>
                    <a:moveTo>
                      <a:pt x="108" y="631"/>
                    </a:moveTo>
                    <a:cubicBezTo>
                      <a:pt x="108" y="631"/>
                      <a:pt x="106" y="632"/>
                      <a:pt x="105" y="632"/>
                    </a:cubicBezTo>
                    <a:cubicBezTo>
                      <a:pt x="104" y="632"/>
                      <a:pt x="103" y="631"/>
                      <a:pt x="102" y="631"/>
                    </a:cubicBezTo>
                    <a:cubicBezTo>
                      <a:pt x="100" y="631"/>
                      <a:pt x="98" y="629"/>
                      <a:pt x="96" y="628"/>
                    </a:cubicBezTo>
                    <a:cubicBezTo>
                      <a:pt x="94" y="626"/>
                      <a:pt x="93" y="624"/>
                      <a:pt x="93" y="624"/>
                    </a:cubicBezTo>
                    <a:cubicBezTo>
                      <a:pt x="93" y="624"/>
                      <a:pt x="93" y="623"/>
                      <a:pt x="93" y="623"/>
                    </a:cubicBezTo>
                    <a:cubicBezTo>
                      <a:pt x="93" y="623"/>
                      <a:pt x="93" y="623"/>
                      <a:pt x="93" y="622"/>
                    </a:cubicBezTo>
                    <a:cubicBezTo>
                      <a:pt x="94" y="622"/>
                      <a:pt x="95" y="621"/>
                      <a:pt x="97" y="621"/>
                    </a:cubicBezTo>
                    <a:cubicBezTo>
                      <a:pt x="98" y="621"/>
                      <a:pt x="99" y="622"/>
                      <a:pt x="100" y="622"/>
                    </a:cubicBezTo>
                    <a:cubicBezTo>
                      <a:pt x="102" y="622"/>
                      <a:pt x="104" y="624"/>
                      <a:pt x="106" y="625"/>
                    </a:cubicBezTo>
                    <a:cubicBezTo>
                      <a:pt x="108" y="627"/>
                      <a:pt x="109" y="629"/>
                      <a:pt x="109" y="629"/>
                    </a:cubicBezTo>
                    <a:cubicBezTo>
                      <a:pt x="109" y="629"/>
                      <a:pt x="109" y="629"/>
                      <a:pt x="109" y="630"/>
                    </a:cubicBezTo>
                    <a:cubicBezTo>
                      <a:pt x="109" y="630"/>
                      <a:pt x="109" y="630"/>
                      <a:pt x="108" y="631"/>
                    </a:cubicBezTo>
                    <a:moveTo>
                      <a:pt x="127" y="648"/>
                    </a:moveTo>
                    <a:cubicBezTo>
                      <a:pt x="127" y="648"/>
                      <a:pt x="127" y="649"/>
                      <a:pt x="126" y="649"/>
                    </a:cubicBezTo>
                    <a:cubicBezTo>
                      <a:pt x="125" y="650"/>
                      <a:pt x="124" y="650"/>
                      <a:pt x="122" y="650"/>
                    </a:cubicBezTo>
                    <a:cubicBezTo>
                      <a:pt x="122" y="650"/>
                      <a:pt x="121" y="650"/>
                      <a:pt x="121" y="650"/>
                    </a:cubicBezTo>
                    <a:cubicBezTo>
                      <a:pt x="120" y="650"/>
                      <a:pt x="120" y="650"/>
                      <a:pt x="120" y="650"/>
                    </a:cubicBezTo>
                    <a:cubicBezTo>
                      <a:pt x="118" y="650"/>
                      <a:pt x="115" y="648"/>
                      <a:pt x="113" y="647"/>
                    </a:cubicBezTo>
                    <a:cubicBezTo>
                      <a:pt x="112" y="646"/>
                      <a:pt x="110" y="644"/>
                      <a:pt x="110" y="643"/>
                    </a:cubicBezTo>
                    <a:cubicBezTo>
                      <a:pt x="110" y="643"/>
                      <a:pt x="110" y="643"/>
                      <a:pt x="110" y="643"/>
                    </a:cubicBezTo>
                    <a:cubicBezTo>
                      <a:pt x="110" y="643"/>
                      <a:pt x="110" y="642"/>
                      <a:pt x="111" y="642"/>
                    </a:cubicBezTo>
                    <a:cubicBezTo>
                      <a:pt x="112" y="641"/>
                      <a:pt x="113" y="641"/>
                      <a:pt x="115" y="641"/>
                    </a:cubicBezTo>
                    <a:cubicBezTo>
                      <a:pt x="116" y="641"/>
                      <a:pt x="116" y="641"/>
                      <a:pt x="117" y="641"/>
                    </a:cubicBezTo>
                    <a:cubicBezTo>
                      <a:pt x="119" y="641"/>
                      <a:pt x="122" y="643"/>
                      <a:pt x="124" y="644"/>
                    </a:cubicBezTo>
                    <a:cubicBezTo>
                      <a:pt x="126" y="645"/>
                      <a:pt x="127" y="647"/>
                      <a:pt x="127" y="648"/>
                    </a:cubicBezTo>
                    <a:close/>
                    <a:moveTo>
                      <a:pt x="145" y="666"/>
                    </a:moveTo>
                    <a:cubicBezTo>
                      <a:pt x="144" y="667"/>
                      <a:pt x="143" y="668"/>
                      <a:pt x="141" y="667"/>
                    </a:cubicBezTo>
                    <a:cubicBezTo>
                      <a:pt x="140" y="667"/>
                      <a:pt x="140" y="667"/>
                      <a:pt x="140" y="667"/>
                    </a:cubicBezTo>
                    <a:cubicBezTo>
                      <a:pt x="137" y="667"/>
                      <a:pt x="135" y="666"/>
                      <a:pt x="133" y="665"/>
                    </a:cubicBezTo>
                    <a:cubicBezTo>
                      <a:pt x="131" y="664"/>
                      <a:pt x="129" y="662"/>
                      <a:pt x="129" y="661"/>
                    </a:cubicBezTo>
                    <a:cubicBezTo>
                      <a:pt x="129" y="661"/>
                      <a:pt x="129" y="661"/>
                      <a:pt x="129" y="661"/>
                    </a:cubicBezTo>
                    <a:cubicBezTo>
                      <a:pt x="129" y="661"/>
                      <a:pt x="129" y="660"/>
                      <a:pt x="130" y="660"/>
                    </a:cubicBezTo>
                    <a:cubicBezTo>
                      <a:pt x="131" y="659"/>
                      <a:pt x="133" y="658"/>
                      <a:pt x="135" y="659"/>
                    </a:cubicBezTo>
                    <a:cubicBezTo>
                      <a:pt x="135" y="659"/>
                      <a:pt x="135" y="659"/>
                      <a:pt x="136" y="659"/>
                    </a:cubicBezTo>
                    <a:cubicBezTo>
                      <a:pt x="138" y="659"/>
                      <a:pt x="141" y="660"/>
                      <a:pt x="143" y="661"/>
                    </a:cubicBezTo>
                    <a:cubicBezTo>
                      <a:pt x="145" y="662"/>
                      <a:pt x="146" y="664"/>
                      <a:pt x="147" y="665"/>
                    </a:cubicBezTo>
                    <a:cubicBezTo>
                      <a:pt x="147" y="665"/>
                      <a:pt x="147" y="665"/>
                      <a:pt x="147" y="665"/>
                    </a:cubicBezTo>
                    <a:cubicBezTo>
                      <a:pt x="147" y="665"/>
                      <a:pt x="146" y="666"/>
                      <a:pt x="145" y="666"/>
                    </a:cubicBezTo>
                    <a:moveTo>
                      <a:pt x="165" y="681"/>
                    </a:moveTo>
                    <a:cubicBezTo>
                      <a:pt x="164" y="682"/>
                      <a:pt x="162" y="682"/>
                      <a:pt x="160" y="682"/>
                    </a:cubicBezTo>
                    <a:cubicBezTo>
                      <a:pt x="160" y="682"/>
                      <a:pt x="160" y="682"/>
                      <a:pt x="160" y="682"/>
                    </a:cubicBezTo>
                    <a:cubicBezTo>
                      <a:pt x="157" y="682"/>
                      <a:pt x="154" y="681"/>
                      <a:pt x="152" y="680"/>
                    </a:cubicBezTo>
                    <a:cubicBezTo>
                      <a:pt x="150" y="679"/>
                      <a:pt x="149" y="678"/>
                      <a:pt x="148" y="677"/>
                    </a:cubicBezTo>
                    <a:cubicBezTo>
                      <a:pt x="148" y="677"/>
                      <a:pt x="148" y="677"/>
                      <a:pt x="148" y="677"/>
                    </a:cubicBezTo>
                    <a:cubicBezTo>
                      <a:pt x="148" y="676"/>
                      <a:pt x="149" y="676"/>
                      <a:pt x="150" y="675"/>
                    </a:cubicBezTo>
                    <a:cubicBezTo>
                      <a:pt x="151" y="674"/>
                      <a:pt x="153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7" y="674"/>
                      <a:pt x="160" y="675"/>
                      <a:pt x="162" y="676"/>
                    </a:cubicBezTo>
                    <a:cubicBezTo>
                      <a:pt x="164" y="677"/>
                      <a:pt x="166" y="678"/>
                      <a:pt x="166" y="679"/>
                    </a:cubicBezTo>
                    <a:cubicBezTo>
                      <a:pt x="166" y="679"/>
                      <a:pt x="166" y="679"/>
                      <a:pt x="166" y="679"/>
                    </a:cubicBezTo>
                    <a:cubicBezTo>
                      <a:pt x="166" y="679"/>
                      <a:pt x="166" y="680"/>
                      <a:pt x="165" y="681"/>
                    </a:cubicBezTo>
                    <a:moveTo>
                      <a:pt x="187" y="694"/>
                    </a:moveTo>
                    <a:cubicBezTo>
                      <a:pt x="186" y="695"/>
                      <a:pt x="184" y="696"/>
                      <a:pt x="182" y="696"/>
                    </a:cubicBezTo>
                    <a:cubicBezTo>
                      <a:pt x="182" y="696"/>
                      <a:pt x="182" y="696"/>
                      <a:pt x="182" y="696"/>
                    </a:cubicBezTo>
                    <a:cubicBezTo>
                      <a:pt x="181" y="696"/>
                      <a:pt x="181" y="696"/>
                      <a:pt x="180" y="696"/>
                    </a:cubicBezTo>
                    <a:cubicBezTo>
                      <a:pt x="178" y="696"/>
                      <a:pt x="176" y="695"/>
                      <a:pt x="174" y="694"/>
                    </a:cubicBezTo>
                    <a:cubicBezTo>
                      <a:pt x="172" y="694"/>
                      <a:pt x="170" y="692"/>
                      <a:pt x="170" y="692"/>
                    </a:cubicBezTo>
                    <a:cubicBezTo>
                      <a:pt x="170" y="692"/>
                      <a:pt x="170" y="692"/>
                      <a:pt x="170" y="692"/>
                    </a:cubicBezTo>
                    <a:cubicBezTo>
                      <a:pt x="170" y="691"/>
                      <a:pt x="170" y="690"/>
                      <a:pt x="171" y="690"/>
                    </a:cubicBezTo>
                    <a:cubicBezTo>
                      <a:pt x="173" y="689"/>
                      <a:pt x="174" y="688"/>
                      <a:pt x="176" y="688"/>
                    </a:cubicBezTo>
                    <a:cubicBezTo>
                      <a:pt x="177" y="688"/>
                      <a:pt x="177" y="688"/>
                      <a:pt x="177" y="688"/>
                    </a:cubicBezTo>
                    <a:cubicBezTo>
                      <a:pt x="179" y="688"/>
                      <a:pt x="182" y="689"/>
                      <a:pt x="184" y="689"/>
                    </a:cubicBezTo>
                    <a:cubicBezTo>
                      <a:pt x="186" y="690"/>
                      <a:pt x="188" y="691"/>
                      <a:pt x="188" y="692"/>
                    </a:cubicBezTo>
                    <a:cubicBezTo>
                      <a:pt x="188" y="692"/>
                      <a:pt x="188" y="692"/>
                      <a:pt x="188" y="692"/>
                    </a:cubicBezTo>
                    <a:cubicBezTo>
                      <a:pt x="188" y="693"/>
                      <a:pt x="188" y="694"/>
                      <a:pt x="187" y="694"/>
                    </a:cubicBezTo>
                    <a:moveTo>
                      <a:pt x="205" y="708"/>
                    </a:moveTo>
                    <a:cubicBezTo>
                      <a:pt x="204" y="708"/>
                      <a:pt x="203" y="708"/>
                      <a:pt x="202" y="708"/>
                    </a:cubicBezTo>
                    <a:cubicBezTo>
                      <a:pt x="200" y="708"/>
                      <a:pt x="198" y="707"/>
                      <a:pt x="197" y="707"/>
                    </a:cubicBezTo>
                    <a:cubicBezTo>
                      <a:pt x="195" y="706"/>
                      <a:pt x="194" y="705"/>
                      <a:pt x="193" y="705"/>
                    </a:cubicBezTo>
                    <a:cubicBezTo>
                      <a:pt x="193" y="705"/>
                      <a:pt x="193" y="704"/>
                      <a:pt x="193" y="704"/>
                    </a:cubicBezTo>
                    <a:cubicBezTo>
                      <a:pt x="193" y="704"/>
                      <a:pt x="193" y="703"/>
                      <a:pt x="194" y="702"/>
                    </a:cubicBezTo>
                    <a:cubicBezTo>
                      <a:pt x="195" y="701"/>
                      <a:pt x="197" y="701"/>
                      <a:pt x="199" y="700"/>
                    </a:cubicBezTo>
                    <a:cubicBezTo>
                      <a:pt x="200" y="700"/>
                      <a:pt x="201" y="700"/>
                      <a:pt x="202" y="700"/>
                    </a:cubicBezTo>
                    <a:cubicBezTo>
                      <a:pt x="204" y="700"/>
                      <a:pt x="206" y="701"/>
                      <a:pt x="208" y="701"/>
                    </a:cubicBezTo>
                    <a:cubicBezTo>
                      <a:pt x="209" y="702"/>
                      <a:pt x="211" y="703"/>
                      <a:pt x="211" y="703"/>
                    </a:cubicBezTo>
                    <a:cubicBezTo>
                      <a:pt x="211" y="703"/>
                      <a:pt x="211" y="703"/>
                      <a:pt x="211" y="703"/>
                    </a:cubicBezTo>
                    <a:cubicBezTo>
                      <a:pt x="211" y="704"/>
                      <a:pt x="209" y="707"/>
                      <a:pt x="205" y="708"/>
                    </a:cubicBezTo>
                    <a:moveTo>
                      <a:pt x="228" y="716"/>
                    </a:moveTo>
                    <a:cubicBezTo>
                      <a:pt x="227" y="717"/>
                      <a:pt x="225" y="717"/>
                      <a:pt x="224" y="717"/>
                    </a:cubicBezTo>
                    <a:cubicBezTo>
                      <a:pt x="222" y="717"/>
                      <a:pt x="220" y="717"/>
                      <a:pt x="219" y="716"/>
                    </a:cubicBezTo>
                    <a:cubicBezTo>
                      <a:pt x="217" y="716"/>
                      <a:pt x="216" y="715"/>
                      <a:pt x="216" y="715"/>
                    </a:cubicBezTo>
                    <a:cubicBezTo>
                      <a:pt x="216" y="715"/>
                      <a:pt x="216" y="714"/>
                      <a:pt x="216" y="714"/>
                    </a:cubicBezTo>
                    <a:cubicBezTo>
                      <a:pt x="216" y="713"/>
                      <a:pt x="218" y="711"/>
                      <a:pt x="221" y="710"/>
                    </a:cubicBezTo>
                    <a:cubicBezTo>
                      <a:pt x="223" y="709"/>
                      <a:pt x="224" y="709"/>
                      <a:pt x="226" y="709"/>
                    </a:cubicBezTo>
                    <a:cubicBezTo>
                      <a:pt x="229" y="709"/>
                      <a:pt x="233" y="710"/>
                      <a:pt x="234" y="711"/>
                    </a:cubicBezTo>
                    <a:cubicBezTo>
                      <a:pt x="234" y="711"/>
                      <a:pt x="234" y="712"/>
                      <a:pt x="234" y="712"/>
                    </a:cubicBezTo>
                    <a:cubicBezTo>
                      <a:pt x="234" y="713"/>
                      <a:pt x="232" y="715"/>
                      <a:pt x="228" y="716"/>
                    </a:cubicBezTo>
                    <a:moveTo>
                      <a:pt x="254" y="723"/>
                    </a:moveTo>
                    <a:cubicBezTo>
                      <a:pt x="252" y="724"/>
                      <a:pt x="249" y="724"/>
                      <a:pt x="247" y="724"/>
                    </a:cubicBezTo>
                    <a:cubicBezTo>
                      <a:pt x="244" y="724"/>
                      <a:pt x="242" y="723"/>
                      <a:pt x="241" y="723"/>
                    </a:cubicBezTo>
                    <a:cubicBezTo>
                      <a:pt x="241" y="723"/>
                      <a:pt x="241" y="723"/>
                      <a:pt x="241" y="722"/>
                    </a:cubicBezTo>
                    <a:cubicBezTo>
                      <a:pt x="241" y="721"/>
                      <a:pt x="243" y="718"/>
                      <a:pt x="246" y="717"/>
                    </a:cubicBezTo>
                    <a:cubicBezTo>
                      <a:pt x="248" y="717"/>
                      <a:pt x="250" y="716"/>
                      <a:pt x="252" y="716"/>
                    </a:cubicBezTo>
                    <a:cubicBezTo>
                      <a:pt x="255" y="716"/>
                      <a:pt x="258" y="717"/>
                      <a:pt x="258" y="718"/>
                    </a:cubicBezTo>
                    <a:cubicBezTo>
                      <a:pt x="258" y="718"/>
                      <a:pt x="258" y="718"/>
                      <a:pt x="258" y="718"/>
                    </a:cubicBezTo>
                    <a:cubicBezTo>
                      <a:pt x="259" y="719"/>
                      <a:pt x="257" y="722"/>
                      <a:pt x="254" y="723"/>
                    </a:cubicBezTo>
                    <a:moveTo>
                      <a:pt x="280" y="727"/>
                    </a:moveTo>
                    <a:cubicBezTo>
                      <a:pt x="280" y="727"/>
                      <a:pt x="280" y="727"/>
                      <a:pt x="280" y="727"/>
                    </a:cubicBezTo>
                    <a:cubicBezTo>
                      <a:pt x="277" y="729"/>
                      <a:pt x="274" y="729"/>
                      <a:pt x="272" y="729"/>
                    </a:cubicBezTo>
                    <a:cubicBezTo>
                      <a:pt x="270" y="729"/>
                      <a:pt x="268" y="729"/>
                      <a:pt x="267" y="728"/>
                    </a:cubicBezTo>
                    <a:cubicBezTo>
                      <a:pt x="267" y="728"/>
                      <a:pt x="267" y="728"/>
                      <a:pt x="267" y="727"/>
                    </a:cubicBezTo>
                    <a:cubicBezTo>
                      <a:pt x="267" y="726"/>
                      <a:pt x="268" y="724"/>
                      <a:pt x="271" y="722"/>
                    </a:cubicBezTo>
                    <a:cubicBezTo>
                      <a:pt x="274" y="721"/>
                      <a:pt x="277" y="721"/>
                      <a:pt x="279" y="721"/>
                    </a:cubicBezTo>
                    <a:cubicBezTo>
                      <a:pt x="279" y="721"/>
                      <a:pt x="279" y="721"/>
                      <a:pt x="279" y="721"/>
                    </a:cubicBezTo>
                    <a:cubicBezTo>
                      <a:pt x="281" y="721"/>
                      <a:pt x="283" y="721"/>
                      <a:pt x="284" y="721"/>
                    </a:cubicBezTo>
                    <a:cubicBezTo>
                      <a:pt x="284" y="721"/>
                      <a:pt x="284" y="722"/>
                      <a:pt x="284" y="722"/>
                    </a:cubicBezTo>
                    <a:cubicBezTo>
                      <a:pt x="284" y="723"/>
                      <a:pt x="283" y="726"/>
                      <a:pt x="280" y="727"/>
                    </a:cubicBezTo>
                    <a:moveTo>
                      <a:pt x="304" y="729"/>
                    </a:moveTo>
                    <a:cubicBezTo>
                      <a:pt x="301" y="731"/>
                      <a:pt x="297" y="732"/>
                      <a:pt x="295" y="731"/>
                    </a:cubicBezTo>
                    <a:cubicBezTo>
                      <a:pt x="293" y="731"/>
                      <a:pt x="292" y="731"/>
                      <a:pt x="292" y="731"/>
                    </a:cubicBezTo>
                    <a:cubicBezTo>
                      <a:pt x="292" y="731"/>
                      <a:pt x="291" y="731"/>
                      <a:pt x="291" y="730"/>
                    </a:cubicBezTo>
                    <a:cubicBezTo>
                      <a:pt x="291" y="729"/>
                      <a:pt x="293" y="726"/>
                      <a:pt x="295" y="725"/>
                    </a:cubicBezTo>
                    <a:cubicBezTo>
                      <a:pt x="298" y="723"/>
                      <a:pt x="302" y="722"/>
                      <a:pt x="305" y="722"/>
                    </a:cubicBezTo>
                    <a:cubicBezTo>
                      <a:pt x="305" y="722"/>
                      <a:pt x="305" y="722"/>
                      <a:pt x="305" y="722"/>
                    </a:cubicBezTo>
                    <a:cubicBezTo>
                      <a:pt x="306" y="722"/>
                      <a:pt x="307" y="722"/>
                      <a:pt x="307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4"/>
                    </a:cubicBezTo>
                    <a:cubicBezTo>
                      <a:pt x="308" y="725"/>
                      <a:pt x="307" y="727"/>
                      <a:pt x="304" y="729"/>
                    </a:cubicBezTo>
                    <a:moveTo>
                      <a:pt x="330" y="728"/>
                    </a:moveTo>
                    <a:cubicBezTo>
                      <a:pt x="327" y="730"/>
                      <a:pt x="323" y="732"/>
                      <a:pt x="320" y="731"/>
                    </a:cubicBezTo>
                    <a:cubicBezTo>
                      <a:pt x="319" y="731"/>
                      <a:pt x="319" y="731"/>
                      <a:pt x="318" y="731"/>
                    </a:cubicBezTo>
                    <a:cubicBezTo>
                      <a:pt x="318" y="731"/>
                      <a:pt x="318" y="731"/>
                      <a:pt x="318" y="730"/>
                    </a:cubicBezTo>
                    <a:cubicBezTo>
                      <a:pt x="318" y="729"/>
                      <a:pt x="319" y="726"/>
                      <a:pt x="321" y="724"/>
                    </a:cubicBezTo>
                    <a:cubicBezTo>
                      <a:pt x="324" y="722"/>
                      <a:pt x="329" y="721"/>
                      <a:pt x="331" y="721"/>
                    </a:cubicBezTo>
                    <a:cubicBezTo>
                      <a:pt x="332" y="721"/>
                      <a:pt x="333" y="721"/>
                      <a:pt x="333" y="721"/>
                    </a:cubicBezTo>
                    <a:cubicBezTo>
                      <a:pt x="333" y="721"/>
                      <a:pt x="333" y="721"/>
                      <a:pt x="334" y="722"/>
                    </a:cubicBezTo>
                    <a:cubicBezTo>
                      <a:pt x="334" y="724"/>
                      <a:pt x="333" y="726"/>
                      <a:pt x="330" y="728"/>
                    </a:cubicBezTo>
                    <a:moveTo>
                      <a:pt x="356" y="724"/>
                    </a:moveTo>
                    <a:cubicBezTo>
                      <a:pt x="356" y="724"/>
                      <a:pt x="356" y="724"/>
                      <a:pt x="356" y="724"/>
                    </a:cubicBezTo>
                    <a:cubicBezTo>
                      <a:pt x="353" y="727"/>
                      <a:pt x="348" y="729"/>
                      <a:pt x="346" y="729"/>
                    </a:cubicBezTo>
                    <a:cubicBezTo>
                      <a:pt x="345" y="729"/>
                      <a:pt x="345" y="729"/>
                      <a:pt x="345" y="729"/>
                    </a:cubicBezTo>
                    <a:cubicBezTo>
                      <a:pt x="344" y="728"/>
                      <a:pt x="344" y="728"/>
                      <a:pt x="344" y="727"/>
                    </a:cubicBezTo>
                    <a:cubicBezTo>
                      <a:pt x="344" y="726"/>
                      <a:pt x="345" y="723"/>
                      <a:pt x="347" y="722"/>
                    </a:cubicBezTo>
                    <a:cubicBezTo>
                      <a:pt x="350" y="719"/>
                      <a:pt x="355" y="717"/>
                      <a:pt x="357" y="717"/>
                    </a:cubicBezTo>
                    <a:cubicBezTo>
                      <a:pt x="358" y="717"/>
                      <a:pt x="358" y="717"/>
                      <a:pt x="358" y="717"/>
                    </a:cubicBezTo>
                    <a:cubicBezTo>
                      <a:pt x="358" y="717"/>
                      <a:pt x="359" y="717"/>
                      <a:pt x="359" y="719"/>
                    </a:cubicBezTo>
                    <a:cubicBezTo>
                      <a:pt x="359" y="720"/>
                      <a:pt x="358" y="722"/>
                      <a:pt x="356" y="724"/>
                    </a:cubicBezTo>
                    <a:moveTo>
                      <a:pt x="380" y="718"/>
                    </a:moveTo>
                    <a:cubicBezTo>
                      <a:pt x="377" y="721"/>
                      <a:pt x="372" y="724"/>
                      <a:pt x="369" y="724"/>
                    </a:cubicBezTo>
                    <a:cubicBezTo>
                      <a:pt x="369" y="724"/>
                      <a:pt x="369" y="724"/>
                      <a:pt x="369" y="724"/>
                    </a:cubicBezTo>
                    <a:cubicBezTo>
                      <a:pt x="369" y="724"/>
                      <a:pt x="369" y="724"/>
                      <a:pt x="369" y="723"/>
                    </a:cubicBezTo>
                    <a:cubicBezTo>
                      <a:pt x="368" y="723"/>
                      <a:pt x="368" y="722"/>
                      <a:pt x="368" y="722"/>
                    </a:cubicBezTo>
                    <a:cubicBezTo>
                      <a:pt x="368" y="720"/>
                      <a:pt x="369" y="718"/>
                      <a:pt x="370" y="716"/>
                    </a:cubicBezTo>
                    <a:cubicBezTo>
                      <a:pt x="373" y="713"/>
                      <a:pt x="379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2" y="711"/>
                      <a:pt x="382" y="711"/>
                      <a:pt x="382" y="711"/>
                    </a:cubicBezTo>
                    <a:cubicBezTo>
                      <a:pt x="382" y="712"/>
                      <a:pt x="382" y="712"/>
                      <a:pt x="382" y="713"/>
                    </a:cubicBezTo>
                    <a:cubicBezTo>
                      <a:pt x="382" y="714"/>
                      <a:pt x="382" y="716"/>
                      <a:pt x="380" y="718"/>
                    </a:cubicBezTo>
                    <a:moveTo>
                      <a:pt x="405" y="709"/>
                    </a:moveTo>
                    <a:cubicBezTo>
                      <a:pt x="403" y="711"/>
                      <a:pt x="401" y="713"/>
                      <a:pt x="399" y="714"/>
                    </a:cubicBezTo>
                    <a:cubicBezTo>
                      <a:pt x="397" y="715"/>
                      <a:pt x="395" y="716"/>
                      <a:pt x="395" y="716"/>
                    </a:cubicBezTo>
                    <a:cubicBezTo>
                      <a:pt x="394" y="716"/>
                      <a:pt x="394" y="716"/>
                      <a:pt x="394" y="716"/>
                    </a:cubicBezTo>
                    <a:cubicBezTo>
                      <a:pt x="394" y="716"/>
                      <a:pt x="394" y="716"/>
                      <a:pt x="394" y="715"/>
                    </a:cubicBezTo>
                    <a:cubicBezTo>
                      <a:pt x="393" y="715"/>
                      <a:pt x="393" y="714"/>
                      <a:pt x="393" y="713"/>
                    </a:cubicBezTo>
                    <a:cubicBezTo>
                      <a:pt x="393" y="712"/>
                      <a:pt x="394" y="710"/>
                      <a:pt x="395" y="709"/>
                    </a:cubicBezTo>
                    <a:cubicBezTo>
                      <a:pt x="396" y="707"/>
                      <a:pt x="398" y="705"/>
                      <a:pt x="400" y="704"/>
                    </a:cubicBezTo>
                    <a:cubicBezTo>
                      <a:pt x="402" y="702"/>
                      <a:pt x="404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6" y="702"/>
                      <a:pt x="406" y="702"/>
                    </a:cubicBezTo>
                    <a:cubicBezTo>
                      <a:pt x="406" y="703"/>
                      <a:pt x="406" y="703"/>
                      <a:pt x="406" y="704"/>
                    </a:cubicBezTo>
                    <a:cubicBezTo>
                      <a:pt x="406" y="706"/>
                      <a:pt x="406" y="707"/>
                      <a:pt x="405" y="709"/>
                    </a:cubicBezTo>
                    <a:moveTo>
                      <a:pt x="428" y="698"/>
                    </a:moveTo>
                    <a:cubicBezTo>
                      <a:pt x="428" y="698"/>
                      <a:pt x="428" y="698"/>
                      <a:pt x="428" y="698"/>
                    </a:cubicBezTo>
                    <a:cubicBezTo>
                      <a:pt x="427" y="700"/>
                      <a:pt x="425" y="702"/>
                      <a:pt x="423" y="703"/>
                    </a:cubicBezTo>
                    <a:cubicBezTo>
                      <a:pt x="421" y="705"/>
                      <a:pt x="419" y="706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8" y="705"/>
                      <a:pt x="418" y="705"/>
                      <a:pt x="418" y="705"/>
                    </a:cubicBezTo>
                    <a:cubicBezTo>
                      <a:pt x="418" y="704"/>
                      <a:pt x="417" y="704"/>
                      <a:pt x="417" y="703"/>
                    </a:cubicBezTo>
                    <a:cubicBezTo>
                      <a:pt x="417" y="701"/>
                      <a:pt x="418" y="700"/>
                      <a:pt x="419" y="698"/>
                    </a:cubicBezTo>
                    <a:cubicBezTo>
                      <a:pt x="420" y="696"/>
                      <a:pt x="422" y="694"/>
                      <a:pt x="424" y="693"/>
                    </a:cubicBezTo>
                    <a:cubicBezTo>
                      <a:pt x="426" y="691"/>
                      <a:pt x="427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9" y="691"/>
                      <a:pt x="429" y="691"/>
                    </a:cubicBezTo>
                    <a:cubicBezTo>
                      <a:pt x="429" y="692"/>
                      <a:pt x="429" y="692"/>
                      <a:pt x="429" y="693"/>
                    </a:cubicBezTo>
                    <a:cubicBezTo>
                      <a:pt x="429" y="695"/>
                      <a:pt x="429" y="696"/>
                      <a:pt x="428" y="698"/>
                    </a:cubicBezTo>
                    <a:moveTo>
                      <a:pt x="450" y="685"/>
                    </a:moveTo>
                    <a:cubicBezTo>
                      <a:pt x="449" y="687"/>
                      <a:pt x="447" y="690"/>
                      <a:pt x="445" y="691"/>
                    </a:cubicBezTo>
                    <a:cubicBezTo>
                      <a:pt x="445" y="691"/>
                      <a:pt x="445" y="692"/>
                      <a:pt x="444" y="692"/>
                    </a:cubicBezTo>
                    <a:cubicBezTo>
                      <a:pt x="443" y="693"/>
                      <a:pt x="441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3"/>
                    </a:cubicBezTo>
                    <a:cubicBezTo>
                      <a:pt x="439" y="692"/>
                      <a:pt x="439" y="691"/>
                      <a:pt x="439" y="690"/>
                    </a:cubicBezTo>
                    <a:cubicBezTo>
                      <a:pt x="439" y="689"/>
                      <a:pt x="439" y="688"/>
                      <a:pt x="440" y="686"/>
                    </a:cubicBezTo>
                    <a:cubicBezTo>
                      <a:pt x="441" y="684"/>
                      <a:pt x="443" y="682"/>
                      <a:pt x="444" y="680"/>
                    </a:cubicBezTo>
                    <a:cubicBezTo>
                      <a:pt x="446" y="679"/>
                      <a:pt x="448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50" y="679"/>
                    </a:cubicBezTo>
                    <a:cubicBezTo>
                      <a:pt x="450" y="679"/>
                      <a:pt x="450" y="680"/>
                      <a:pt x="450" y="681"/>
                    </a:cubicBezTo>
                    <a:cubicBezTo>
                      <a:pt x="450" y="683"/>
                      <a:pt x="450" y="684"/>
                      <a:pt x="450" y="685"/>
                    </a:cubicBezTo>
                    <a:moveTo>
                      <a:pt x="471" y="670"/>
                    </a:moveTo>
                    <a:cubicBezTo>
                      <a:pt x="470" y="672"/>
                      <a:pt x="468" y="674"/>
                      <a:pt x="467" y="676"/>
                    </a:cubicBezTo>
                    <a:cubicBezTo>
                      <a:pt x="465" y="678"/>
                      <a:pt x="463" y="679"/>
                      <a:pt x="463" y="679"/>
                    </a:cubicBezTo>
                    <a:cubicBezTo>
                      <a:pt x="462" y="679"/>
                      <a:pt x="462" y="679"/>
                      <a:pt x="462" y="679"/>
                    </a:cubicBezTo>
                    <a:cubicBezTo>
                      <a:pt x="462" y="679"/>
                      <a:pt x="462" y="679"/>
                      <a:pt x="461" y="678"/>
                    </a:cubicBezTo>
                    <a:cubicBezTo>
                      <a:pt x="461" y="678"/>
                      <a:pt x="461" y="676"/>
                      <a:pt x="461" y="675"/>
                    </a:cubicBezTo>
                    <a:cubicBezTo>
                      <a:pt x="461" y="674"/>
                      <a:pt x="461" y="673"/>
                      <a:pt x="461" y="672"/>
                    </a:cubicBezTo>
                    <a:cubicBezTo>
                      <a:pt x="462" y="670"/>
                      <a:pt x="463" y="667"/>
                      <a:pt x="465" y="666"/>
                    </a:cubicBezTo>
                    <a:cubicBezTo>
                      <a:pt x="467" y="664"/>
                      <a:pt x="469" y="663"/>
                      <a:pt x="469" y="663"/>
                    </a:cubicBezTo>
                    <a:cubicBezTo>
                      <a:pt x="469" y="663"/>
                      <a:pt x="469" y="663"/>
                      <a:pt x="469" y="663"/>
                    </a:cubicBezTo>
                    <a:cubicBezTo>
                      <a:pt x="470" y="663"/>
                      <a:pt x="470" y="663"/>
                      <a:pt x="470" y="663"/>
                    </a:cubicBezTo>
                    <a:cubicBezTo>
                      <a:pt x="471" y="664"/>
                      <a:pt x="471" y="665"/>
                      <a:pt x="471" y="667"/>
                    </a:cubicBezTo>
                    <a:cubicBezTo>
                      <a:pt x="471" y="668"/>
                      <a:pt x="471" y="669"/>
                      <a:pt x="471" y="670"/>
                    </a:cubicBezTo>
                    <a:moveTo>
                      <a:pt x="490" y="653"/>
                    </a:moveTo>
                    <a:cubicBezTo>
                      <a:pt x="490" y="653"/>
                      <a:pt x="490" y="653"/>
                      <a:pt x="490" y="653"/>
                    </a:cubicBezTo>
                    <a:cubicBezTo>
                      <a:pt x="490" y="655"/>
                      <a:pt x="489" y="658"/>
                      <a:pt x="487" y="659"/>
                    </a:cubicBezTo>
                    <a:cubicBezTo>
                      <a:pt x="486" y="661"/>
                      <a:pt x="484" y="663"/>
                      <a:pt x="483" y="663"/>
                    </a:cubicBezTo>
                    <a:cubicBezTo>
                      <a:pt x="483" y="663"/>
                      <a:pt x="483" y="663"/>
                      <a:pt x="483" y="663"/>
                    </a:cubicBezTo>
                    <a:cubicBezTo>
                      <a:pt x="483" y="663"/>
                      <a:pt x="482" y="662"/>
                      <a:pt x="482" y="662"/>
                    </a:cubicBezTo>
                    <a:cubicBezTo>
                      <a:pt x="481" y="661"/>
                      <a:pt x="481" y="660"/>
                      <a:pt x="481" y="658"/>
                    </a:cubicBezTo>
                    <a:cubicBezTo>
                      <a:pt x="481" y="657"/>
                      <a:pt x="481" y="656"/>
                      <a:pt x="481" y="656"/>
                    </a:cubicBezTo>
                    <a:cubicBezTo>
                      <a:pt x="482" y="653"/>
                      <a:pt x="483" y="651"/>
                      <a:pt x="485" y="649"/>
                    </a:cubicBezTo>
                    <a:cubicBezTo>
                      <a:pt x="486" y="647"/>
                      <a:pt x="488" y="646"/>
                      <a:pt x="488" y="646"/>
                    </a:cubicBezTo>
                    <a:cubicBezTo>
                      <a:pt x="488" y="646"/>
                      <a:pt x="488" y="646"/>
                      <a:pt x="489" y="646"/>
                    </a:cubicBezTo>
                    <a:cubicBezTo>
                      <a:pt x="489" y="646"/>
                      <a:pt x="489" y="646"/>
                      <a:pt x="489" y="646"/>
                    </a:cubicBezTo>
                    <a:cubicBezTo>
                      <a:pt x="489" y="646"/>
                      <a:pt x="489" y="646"/>
                      <a:pt x="490" y="647"/>
                    </a:cubicBezTo>
                    <a:cubicBezTo>
                      <a:pt x="490" y="647"/>
                      <a:pt x="491" y="649"/>
                      <a:pt x="491" y="650"/>
                    </a:cubicBezTo>
                    <a:cubicBezTo>
                      <a:pt x="491" y="651"/>
                      <a:pt x="491" y="652"/>
                      <a:pt x="490" y="653"/>
                    </a:cubicBezTo>
                    <a:moveTo>
                      <a:pt x="508" y="635"/>
                    </a:moveTo>
                    <a:cubicBezTo>
                      <a:pt x="507" y="638"/>
                      <a:pt x="506" y="640"/>
                      <a:pt x="505" y="642"/>
                    </a:cubicBezTo>
                    <a:cubicBezTo>
                      <a:pt x="503" y="644"/>
                      <a:pt x="502" y="645"/>
                      <a:pt x="501" y="646"/>
                    </a:cubicBezTo>
                    <a:cubicBezTo>
                      <a:pt x="501" y="646"/>
                      <a:pt x="501" y="646"/>
                      <a:pt x="501" y="646"/>
                    </a:cubicBezTo>
                    <a:cubicBezTo>
                      <a:pt x="501" y="646"/>
                      <a:pt x="500" y="645"/>
                      <a:pt x="499" y="644"/>
                    </a:cubicBezTo>
                    <a:cubicBezTo>
                      <a:pt x="499" y="643"/>
                      <a:pt x="498" y="642"/>
                      <a:pt x="498" y="640"/>
                    </a:cubicBezTo>
                    <a:cubicBezTo>
                      <a:pt x="498" y="640"/>
                      <a:pt x="499" y="639"/>
                      <a:pt x="499" y="639"/>
                    </a:cubicBezTo>
                    <a:cubicBezTo>
                      <a:pt x="499" y="636"/>
                      <a:pt x="500" y="634"/>
                      <a:pt x="502" y="632"/>
                    </a:cubicBezTo>
                    <a:cubicBezTo>
                      <a:pt x="503" y="630"/>
                      <a:pt x="504" y="629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6" y="628"/>
                      <a:pt x="506" y="629"/>
                      <a:pt x="507" y="629"/>
                    </a:cubicBezTo>
                    <a:cubicBezTo>
                      <a:pt x="507" y="630"/>
                      <a:pt x="508" y="632"/>
                      <a:pt x="508" y="634"/>
                    </a:cubicBezTo>
                    <a:cubicBezTo>
                      <a:pt x="508" y="634"/>
                      <a:pt x="508" y="635"/>
                      <a:pt x="508" y="635"/>
                    </a:cubicBezTo>
                    <a:moveTo>
                      <a:pt x="524" y="615"/>
                    </a:moveTo>
                    <a:cubicBezTo>
                      <a:pt x="524" y="617"/>
                      <a:pt x="523" y="620"/>
                      <a:pt x="522" y="622"/>
                    </a:cubicBezTo>
                    <a:cubicBezTo>
                      <a:pt x="521" y="624"/>
                      <a:pt x="519" y="626"/>
                      <a:pt x="519" y="626"/>
                    </a:cubicBezTo>
                    <a:cubicBezTo>
                      <a:pt x="519" y="626"/>
                      <a:pt x="519" y="626"/>
                      <a:pt x="519" y="626"/>
                    </a:cubicBezTo>
                    <a:cubicBezTo>
                      <a:pt x="518" y="626"/>
                      <a:pt x="517" y="626"/>
                      <a:pt x="517" y="625"/>
                    </a:cubicBezTo>
                    <a:cubicBezTo>
                      <a:pt x="516" y="624"/>
                      <a:pt x="516" y="622"/>
                      <a:pt x="516" y="620"/>
                    </a:cubicBezTo>
                    <a:cubicBezTo>
                      <a:pt x="516" y="620"/>
                      <a:pt x="516" y="620"/>
                      <a:pt x="516" y="620"/>
                    </a:cubicBezTo>
                    <a:cubicBezTo>
                      <a:pt x="516" y="617"/>
                      <a:pt x="517" y="614"/>
                      <a:pt x="518" y="612"/>
                    </a:cubicBezTo>
                    <a:cubicBezTo>
                      <a:pt x="519" y="610"/>
                      <a:pt x="521" y="609"/>
                      <a:pt x="521" y="608"/>
                    </a:cubicBezTo>
                    <a:cubicBezTo>
                      <a:pt x="521" y="608"/>
                      <a:pt x="522" y="608"/>
                      <a:pt x="522" y="608"/>
                    </a:cubicBezTo>
                    <a:cubicBezTo>
                      <a:pt x="522" y="608"/>
                      <a:pt x="522" y="608"/>
                      <a:pt x="522" y="608"/>
                    </a:cubicBezTo>
                    <a:cubicBezTo>
                      <a:pt x="522" y="608"/>
                      <a:pt x="523" y="609"/>
                      <a:pt x="523" y="610"/>
                    </a:cubicBezTo>
                    <a:cubicBezTo>
                      <a:pt x="524" y="611"/>
                      <a:pt x="524" y="612"/>
                      <a:pt x="524" y="614"/>
                    </a:cubicBezTo>
                    <a:cubicBezTo>
                      <a:pt x="524" y="615"/>
                      <a:pt x="524" y="615"/>
                      <a:pt x="524" y="615"/>
                    </a:cubicBezTo>
                    <a:moveTo>
                      <a:pt x="540" y="595"/>
                    </a:moveTo>
                    <a:cubicBezTo>
                      <a:pt x="540" y="597"/>
                      <a:pt x="539" y="599"/>
                      <a:pt x="538" y="601"/>
                    </a:cubicBezTo>
                    <a:cubicBezTo>
                      <a:pt x="537" y="603"/>
                      <a:pt x="535" y="605"/>
                      <a:pt x="535" y="605"/>
                    </a:cubicBezTo>
                    <a:cubicBezTo>
                      <a:pt x="535" y="605"/>
                      <a:pt x="535" y="605"/>
                      <a:pt x="535" y="605"/>
                    </a:cubicBezTo>
                    <a:cubicBezTo>
                      <a:pt x="534" y="605"/>
                      <a:pt x="533" y="605"/>
                      <a:pt x="533" y="604"/>
                    </a:cubicBezTo>
                    <a:cubicBezTo>
                      <a:pt x="532" y="603"/>
                      <a:pt x="531" y="601"/>
                      <a:pt x="531" y="599"/>
                    </a:cubicBezTo>
                    <a:cubicBezTo>
                      <a:pt x="531" y="596"/>
                      <a:pt x="532" y="594"/>
                      <a:pt x="533" y="592"/>
                    </a:cubicBezTo>
                    <a:cubicBezTo>
                      <a:pt x="534" y="589"/>
                      <a:pt x="536" y="588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7" y="587"/>
                      <a:pt x="538" y="588"/>
                      <a:pt x="538" y="589"/>
                    </a:cubicBezTo>
                    <a:cubicBezTo>
                      <a:pt x="539" y="590"/>
                      <a:pt x="540" y="592"/>
                      <a:pt x="540" y="594"/>
                    </a:cubicBezTo>
                    <a:lnTo>
                      <a:pt x="540" y="595"/>
                    </a:lnTo>
                    <a:close/>
                    <a:moveTo>
                      <a:pt x="541" y="573"/>
                    </a:move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39" y="576"/>
                      <a:pt x="537" y="578"/>
                      <a:pt x="535" y="581"/>
                    </a:cubicBezTo>
                    <a:cubicBezTo>
                      <a:pt x="535" y="581"/>
                      <a:pt x="535" y="581"/>
                      <a:pt x="535" y="581"/>
                    </a:cubicBezTo>
                    <a:cubicBezTo>
                      <a:pt x="534" y="582"/>
                      <a:pt x="534" y="582"/>
                      <a:pt x="534" y="582"/>
                    </a:cubicBezTo>
                    <a:cubicBezTo>
                      <a:pt x="532" y="585"/>
                      <a:pt x="530" y="589"/>
                      <a:pt x="528" y="595"/>
                    </a:cubicBezTo>
                    <a:cubicBezTo>
                      <a:pt x="528" y="595"/>
                      <a:pt x="528" y="595"/>
                      <a:pt x="528" y="595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2" y="599"/>
                      <a:pt x="518" y="605"/>
                      <a:pt x="513" y="614"/>
                    </a:cubicBezTo>
                    <a:cubicBezTo>
                      <a:pt x="513" y="614"/>
                      <a:pt x="513" y="614"/>
                      <a:pt x="513" y="614"/>
                    </a:cubicBezTo>
                    <a:cubicBezTo>
                      <a:pt x="512" y="615"/>
                      <a:pt x="512" y="615"/>
                      <a:pt x="512" y="615"/>
                    </a:cubicBezTo>
                    <a:cubicBezTo>
                      <a:pt x="512" y="616"/>
                      <a:pt x="512" y="616"/>
                      <a:pt x="512" y="616"/>
                    </a:cubicBezTo>
                    <a:cubicBezTo>
                      <a:pt x="507" y="619"/>
                      <a:pt x="502" y="624"/>
                      <a:pt x="497" y="633"/>
                    </a:cubicBezTo>
                    <a:cubicBezTo>
                      <a:pt x="497" y="633"/>
                      <a:pt x="497" y="633"/>
                      <a:pt x="497" y="633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3" y="635"/>
                      <a:pt x="491" y="637"/>
                      <a:pt x="489" y="639"/>
                    </a:cubicBezTo>
                    <a:cubicBezTo>
                      <a:pt x="489" y="639"/>
                      <a:pt x="489" y="639"/>
                      <a:pt x="489" y="639"/>
                    </a:cubicBezTo>
                    <a:cubicBezTo>
                      <a:pt x="488" y="640"/>
                      <a:pt x="488" y="640"/>
                      <a:pt x="488" y="640"/>
                    </a:cubicBezTo>
                    <a:cubicBezTo>
                      <a:pt x="485" y="642"/>
                      <a:pt x="482" y="646"/>
                      <a:pt x="479" y="651"/>
                    </a:cubicBez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78" y="652"/>
                      <a:pt x="478" y="652"/>
                      <a:pt x="478" y="652"/>
                    </a:cubicBezTo>
                    <a:cubicBezTo>
                      <a:pt x="477" y="652"/>
                      <a:pt x="477" y="652"/>
                      <a:pt x="477" y="652"/>
                    </a:cubicBezTo>
                    <a:cubicBezTo>
                      <a:pt x="472" y="654"/>
                      <a:pt x="467" y="658"/>
                      <a:pt x="460" y="666"/>
                    </a:cubicBezTo>
                    <a:cubicBezTo>
                      <a:pt x="460" y="666"/>
                      <a:pt x="460" y="666"/>
                      <a:pt x="460" y="666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3" y="669"/>
                      <a:pt x="447" y="673"/>
                      <a:pt x="440" y="680"/>
                    </a:cubicBezTo>
                    <a:cubicBezTo>
                      <a:pt x="440" y="680"/>
                      <a:pt x="440" y="680"/>
                      <a:pt x="440" y="680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6" y="682"/>
                      <a:pt x="433" y="683"/>
                      <a:pt x="429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26" y="687"/>
                      <a:pt x="422" y="689"/>
                      <a:pt x="418" y="693"/>
                    </a:cubicBezTo>
                    <a:cubicBezTo>
                      <a:pt x="418" y="693"/>
                      <a:pt x="418" y="693"/>
                      <a:pt x="418" y="693"/>
                    </a:cubicBezTo>
                    <a:cubicBezTo>
                      <a:pt x="417" y="694"/>
                      <a:pt x="417" y="694"/>
                      <a:pt x="417" y="694"/>
                    </a:cubicBezTo>
                    <a:cubicBezTo>
                      <a:pt x="416" y="694"/>
                      <a:pt x="416" y="694"/>
                      <a:pt x="416" y="694"/>
                    </a:cubicBezTo>
                    <a:cubicBezTo>
                      <a:pt x="411" y="694"/>
                      <a:pt x="404" y="697"/>
                      <a:pt x="396" y="703"/>
                    </a:cubicBezTo>
                    <a:cubicBezTo>
                      <a:pt x="396" y="703"/>
                      <a:pt x="396" y="703"/>
                      <a:pt x="396" y="703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88" y="704"/>
                      <a:pt x="382" y="706"/>
                      <a:pt x="373" y="711"/>
                    </a:cubicBezTo>
                    <a:cubicBezTo>
                      <a:pt x="373" y="711"/>
                      <a:pt x="373" y="711"/>
                      <a:pt x="373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0" y="711"/>
                      <a:pt x="370" y="711"/>
                      <a:pt x="369" y="711"/>
                    </a:cubicBezTo>
                    <a:cubicBezTo>
                      <a:pt x="367" y="711"/>
                      <a:pt x="365" y="711"/>
                      <a:pt x="363" y="712"/>
                    </a:cubicBezTo>
                    <a:cubicBezTo>
                      <a:pt x="363" y="712"/>
                      <a:pt x="363" y="712"/>
                      <a:pt x="363" y="712"/>
                    </a:cubicBezTo>
                    <a:cubicBezTo>
                      <a:pt x="361" y="712"/>
                      <a:pt x="361" y="712"/>
                      <a:pt x="361" y="712"/>
                    </a:cubicBezTo>
                    <a:cubicBezTo>
                      <a:pt x="357" y="713"/>
                      <a:pt x="353" y="714"/>
                      <a:pt x="348" y="716"/>
                    </a:cubicBezTo>
                    <a:cubicBezTo>
                      <a:pt x="348" y="716"/>
                      <a:pt x="348" y="716"/>
                      <a:pt x="348" y="716"/>
                    </a:cubicBezTo>
                    <a:cubicBezTo>
                      <a:pt x="347" y="717"/>
                      <a:pt x="347" y="717"/>
                      <a:pt x="347" y="717"/>
                    </a:cubicBezTo>
                    <a:cubicBezTo>
                      <a:pt x="346" y="717"/>
                      <a:pt x="346" y="717"/>
                      <a:pt x="346" y="717"/>
                    </a:cubicBezTo>
                    <a:cubicBezTo>
                      <a:pt x="345" y="716"/>
                      <a:pt x="343" y="716"/>
                      <a:pt x="341" y="716"/>
                    </a:cubicBezTo>
                    <a:cubicBezTo>
                      <a:pt x="336" y="716"/>
                      <a:pt x="331" y="717"/>
                      <a:pt x="324" y="719"/>
                    </a:cubicBezTo>
                    <a:cubicBezTo>
                      <a:pt x="324" y="719"/>
                      <a:pt x="324" y="719"/>
                      <a:pt x="324" y="719"/>
                    </a:cubicBezTo>
                    <a:cubicBezTo>
                      <a:pt x="322" y="720"/>
                      <a:pt x="322" y="720"/>
                      <a:pt x="322" y="720"/>
                    </a:cubicBezTo>
                    <a:cubicBezTo>
                      <a:pt x="322" y="719"/>
                      <a:pt x="322" y="719"/>
                      <a:pt x="322" y="719"/>
                    </a:cubicBezTo>
                    <a:cubicBezTo>
                      <a:pt x="320" y="719"/>
                      <a:pt x="317" y="718"/>
                      <a:pt x="314" y="718"/>
                    </a:cubicBezTo>
                    <a:cubicBezTo>
                      <a:pt x="310" y="718"/>
                      <a:pt x="305" y="719"/>
                      <a:pt x="300" y="720"/>
                    </a:cubicBezTo>
                    <a:cubicBezTo>
                      <a:pt x="300" y="720"/>
                      <a:pt x="300" y="720"/>
                      <a:pt x="300" y="720"/>
                    </a:cubicBezTo>
                    <a:cubicBezTo>
                      <a:pt x="299" y="720"/>
                      <a:pt x="299" y="720"/>
                      <a:pt x="299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6" y="719"/>
                      <a:pt x="293" y="718"/>
                      <a:pt x="290" y="718"/>
                    </a:cubicBezTo>
                    <a:cubicBezTo>
                      <a:pt x="290" y="718"/>
                      <a:pt x="290" y="718"/>
                      <a:pt x="290" y="718"/>
                    </a:cubicBezTo>
                    <a:cubicBezTo>
                      <a:pt x="288" y="718"/>
                      <a:pt x="288" y="718"/>
                      <a:pt x="288" y="718"/>
                    </a:cubicBezTo>
                    <a:cubicBezTo>
                      <a:pt x="287" y="717"/>
                      <a:pt x="285" y="717"/>
                      <a:pt x="284" y="717"/>
                    </a:cubicBezTo>
                    <a:cubicBezTo>
                      <a:pt x="281" y="717"/>
                      <a:pt x="278" y="717"/>
                      <a:pt x="274" y="718"/>
                    </a:cubicBezTo>
                    <a:cubicBezTo>
                      <a:pt x="274" y="718"/>
                      <a:pt x="274" y="718"/>
                      <a:pt x="274" y="718"/>
                    </a:cubicBezTo>
                    <a:cubicBezTo>
                      <a:pt x="273" y="718"/>
                      <a:pt x="273" y="718"/>
                      <a:pt x="273" y="718"/>
                    </a:cubicBezTo>
                    <a:cubicBezTo>
                      <a:pt x="273" y="717"/>
                      <a:pt x="273" y="717"/>
                      <a:pt x="273" y="717"/>
                    </a:cubicBezTo>
                    <a:cubicBezTo>
                      <a:pt x="268" y="715"/>
                      <a:pt x="262" y="713"/>
                      <a:pt x="252" y="713"/>
                    </a:cubicBezTo>
                    <a:cubicBezTo>
                      <a:pt x="251" y="713"/>
                      <a:pt x="251" y="713"/>
                      <a:pt x="251" y="713"/>
                    </a:cubicBezTo>
                    <a:cubicBezTo>
                      <a:pt x="250" y="713"/>
                      <a:pt x="250" y="713"/>
                      <a:pt x="250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4" y="709"/>
                      <a:pt x="238" y="708"/>
                      <a:pt x="227" y="706"/>
                    </a:cubicBezTo>
                    <a:cubicBezTo>
                      <a:pt x="227" y="706"/>
                      <a:pt x="227" y="706"/>
                      <a:pt x="227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4" y="704"/>
                      <a:pt x="221" y="703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7" y="701"/>
                      <a:pt x="217" y="701"/>
                      <a:pt x="217" y="701"/>
                    </a:cubicBezTo>
                    <a:cubicBezTo>
                      <a:pt x="214" y="699"/>
                      <a:pt x="209" y="698"/>
                      <a:pt x="204" y="697"/>
                    </a:cubicBezTo>
                    <a:cubicBezTo>
                      <a:pt x="204" y="697"/>
                      <a:pt x="204" y="697"/>
                      <a:pt x="204" y="697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198" y="692"/>
                      <a:pt x="192" y="688"/>
                      <a:pt x="182" y="686"/>
                    </a:cubicBezTo>
                    <a:cubicBezTo>
                      <a:pt x="182" y="686"/>
                      <a:pt x="182" y="686"/>
                      <a:pt x="182" y="686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77" y="680"/>
                      <a:pt x="172" y="676"/>
                      <a:pt x="162" y="672"/>
                    </a:cubicBezTo>
                    <a:cubicBezTo>
                      <a:pt x="162" y="672"/>
                      <a:pt x="162" y="672"/>
                      <a:pt x="162" y="672"/>
                    </a:cubicBezTo>
                    <a:cubicBezTo>
                      <a:pt x="161" y="672"/>
                      <a:pt x="161" y="672"/>
                      <a:pt x="161" y="672"/>
                    </a:cubicBezTo>
                    <a:cubicBezTo>
                      <a:pt x="160" y="671"/>
                      <a:pt x="160" y="671"/>
                      <a:pt x="160" y="671"/>
                    </a:cubicBezTo>
                    <a:cubicBezTo>
                      <a:pt x="159" y="669"/>
                      <a:pt x="157" y="667"/>
                      <a:pt x="154" y="664"/>
                    </a:cubicBezTo>
                    <a:cubicBezTo>
                      <a:pt x="154" y="664"/>
                      <a:pt x="154" y="664"/>
                      <a:pt x="154" y="664"/>
                    </a:cubicBezTo>
                    <a:cubicBezTo>
                      <a:pt x="151" y="662"/>
                      <a:pt x="147" y="659"/>
                      <a:pt x="142" y="657"/>
                    </a:cubicBezTo>
                    <a:cubicBezTo>
                      <a:pt x="141" y="657"/>
                      <a:pt x="141" y="657"/>
                      <a:pt x="141" y="657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37" y="651"/>
                      <a:pt x="133" y="645"/>
                      <a:pt x="124" y="640"/>
                    </a:cubicBezTo>
                    <a:cubicBezTo>
                      <a:pt x="123" y="640"/>
                      <a:pt x="123" y="640"/>
                      <a:pt x="123" y="640"/>
                    </a:cubicBezTo>
                    <a:cubicBezTo>
                      <a:pt x="123" y="639"/>
                      <a:pt x="123" y="639"/>
                      <a:pt x="123" y="639"/>
                    </a:cubicBezTo>
                    <a:cubicBezTo>
                      <a:pt x="122" y="639"/>
                      <a:pt x="122" y="639"/>
                      <a:pt x="122" y="639"/>
                    </a:cubicBezTo>
                    <a:cubicBezTo>
                      <a:pt x="120" y="634"/>
                      <a:pt x="116" y="628"/>
                      <a:pt x="107" y="622"/>
                    </a:cubicBezTo>
                    <a:cubicBezTo>
                      <a:pt x="107" y="622"/>
                      <a:pt x="107" y="622"/>
                      <a:pt x="107" y="622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5" y="618"/>
                      <a:pt x="104" y="616"/>
                      <a:pt x="101" y="613"/>
                    </a:cubicBezTo>
                    <a:cubicBezTo>
                      <a:pt x="100" y="611"/>
                      <a:pt x="100" y="611"/>
                      <a:pt x="100" y="611"/>
                    </a:cubicBezTo>
                    <a:cubicBezTo>
                      <a:pt x="98" y="608"/>
                      <a:pt x="95" y="605"/>
                      <a:pt x="91" y="602"/>
                    </a:cubicBezTo>
                    <a:cubicBezTo>
                      <a:pt x="91" y="602"/>
                      <a:pt x="91" y="602"/>
                      <a:pt x="91" y="602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89" y="595"/>
                      <a:pt x="85" y="589"/>
                      <a:pt x="77" y="582"/>
                    </a:cubicBezTo>
                    <a:cubicBezTo>
                      <a:pt x="77" y="582"/>
                      <a:pt x="77" y="582"/>
                      <a:pt x="77" y="582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5" y="574"/>
                      <a:pt x="72" y="568"/>
                      <a:pt x="65" y="560"/>
                    </a:cubicBezTo>
                    <a:cubicBezTo>
                      <a:pt x="65" y="560"/>
                      <a:pt x="65" y="560"/>
                      <a:pt x="65" y="560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6"/>
                      <a:pt x="63" y="554"/>
                      <a:pt x="62" y="551"/>
                    </a:cubicBezTo>
                    <a:cubicBezTo>
                      <a:pt x="62" y="551"/>
                      <a:pt x="62" y="551"/>
                      <a:pt x="62" y="551"/>
                    </a:cubicBezTo>
                    <a:cubicBezTo>
                      <a:pt x="61" y="549"/>
                      <a:pt x="61" y="549"/>
                      <a:pt x="61" y="549"/>
                    </a:cubicBezTo>
                    <a:cubicBezTo>
                      <a:pt x="60" y="546"/>
                      <a:pt x="57" y="542"/>
                      <a:pt x="54" y="537"/>
                    </a:cubicBezTo>
                    <a:cubicBezTo>
                      <a:pt x="53" y="537"/>
                      <a:pt x="53" y="537"/>
                      <a:pt x="53" y="537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0"/>
                      <a:pt x="50" y="523"/>
                      <a:pt x="44" y="515"/>
                    </a:cubicBezTo>
                    <a:cubicBezTo>
                      <a:pt x="44" y="514"/>
                      <a:pt x="44" y="514"/>
                      <a:pt x="44" y="514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07"/>
                      <a:pt x="42" y="500"/>
                      <a:pt x="36" y="491"/>
                    </a:cubicBezTo>
                    <a:cubicBezTo>
                      <a:pt x="36" y="491"/>
                      <a:pt x="36" y="491"/>
                      <a:pt x="36" y="491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89"/>
                      <a:pt x="36" y="488"/>
                      <a:pt x="36" y="487"/>
                    </a:cubicBezTo>
                    <a:cubicBezTo>
                      <a:pt x="36" y="486"/>
                      <a:pt x="36" y="483"/>
                      <a:pt x="35" y="481"/>
                    </a:cubicBezTo>
                    <a:cubicBezTo>
                      <a:pt x="35" y="481"/>
                      <a:pt x="35" y="481"/>
                      <a:pt x="35" y="481"/>
                    </a:cubicBezTo>
                    <a:cubicBezTo>
                      <a:pt x="35" y="480"/>
                      <a:pt x="35" y="480"/>
                      <a:pt x="35" y="480"/>
                    </a:cubicBezTo>
                    <a:cubicBezTo>
                      <a:pt x="34" y="476"/>
                      <a:pt x="32" y="471"/>
                      <a:pt x="30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4"/>
                      <a:pt x="29" y="462"/>
                      <a:pt x="29" y="461"/>
                    </a:cubicBezTo>
                    <a:cubicBezTo>
                      <a:pt x="29" y="456"/>
                      <a:pt x="28" y="450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4" y="440"/>
                      <a:pt x="24" y="440"/>
                      <a:pt x="24" y="440"/>
                    </a:cubicBezTo>
                    <a:cubicBezTo>
                      <a:pt x="25" y="439"/>
                      <a:pt x="25" y="437"/>
                      <a:pt x="25" y="435"/>
                    </a:cubicBezTo>
                    <a:cubicBezTo>
                      <a:pt x="25" y="430"/>
                      <a:pt x="24" y="425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4"/>
                      <a:pt x="22" y="412"/>
                      <a:pt x="22" y="409"/>
                    </a:cubicBezTo>
                    <a:cubicBezTo>
                      <a:pt x="22" y="409"/>
                      <a:pt x="22" y="408"/>
                      <a:pt x="22" y="407"/>
                    </a:cubicBezTo>
                    <a:cubicBezTo>
                      <a:pt x="22" y="407"/>
                      <a:pt x="22" y="407"/>
                      <a:pt x="22" y="407"/>
                    </a:cubicBezTo>
                    <a:cubicBezTo>
                      <a:pt x="21" y="406"/>
                      <a:pt x="21" y="406"/>
                      <a:pt x="21" y="406"/>
                    </a:cubicBezTo>
                    <a:cubicBezTo>
                      <a:pt x="21" y="402"/>
                      <a:pt x="21" y="397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1"/>
                      <a:pt x="19" y="391"/>
                      <a:pt x="19" y="391"/>
                    </a:cubicBezTo>
                    <a:cubicBezTo>
                      <a:pt x="19" y="390"/>
                      <a:pt x="19" y="390"/>
                      <a:pt x="19" y="390"/>
                    </a:cubicBezTo>
                    <a:cubicBezTo>
                      <a:pt x="20" y="388"/>
                      <a:pt x="20" y="384"/>
                      <a:pt x="20" y="381"/>
                    </a:cubicBezTo>
                    <a:cubicBezTo>
                      <a:pt x="20" y="377"/>
                      <a:pt x="20" y="373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9" y="362"/>
                      <a:pt x="20" y="359"/>
                      <a:pt x="20" y="354"/>
                    </a:cubicBezTo>
                    <a:cubicBezTo>
                      <a:pt x="20" y="351"/>
                      <a:pt x="20" y="347"/>
                      <a:pt x="19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20" y="338"/>
                      <a:pt x="21" y="335"/>
                      <a:pt x="21" y="331"/>
                    </a:cubicBezTo>
                    <a:cubicBezTo>
                      <a:pt x="21" y="331"/>
                      <a:pt x="21" y="331"/>
                      <a:pt x="21" y="331"/>
                    </a:cubicBezTo>
                    <a:cubicBezTo>
                      <a:pt x="22" y="329"/>
                      <a:pt x="22" y="327"/>
                      <a:pt x="22" y="325"/>
                    </a:cubicBezTo>
                    <a:cubicBezTo>
                      <a:pt x="22" y="323"/>
                      <a:pt x="22" y="320"/>
                      <a:pt x="21" y="317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2" y="315"/>
                      <a:pt x="22" y="315"/>
                      <a:pt x="22" y="315"/>
                    </a:cubicBezTo>
                    <a:cubicBezTo>
                      <a:pt x="24" y="311"/>
                      <a:pt x="25" y="305"/>
                      <a:pt x="25" y="297"/>
                    </a:cubicBezTo>
                    <a:cubicBezTo>
                      <a:pt x="25" y="296"/>
                      <a:pt x="25" y="294"/>
                      <a:pt x="25" y="292"/>
                    </a:cubicBezTo>
                    <a:cubicBezTo>
                      <a:pt x="25" y="292"/>
                      <a:pt x="25" y="292"/>
                      <a:pt x="25" y="292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8" y="286"/>
                      <a:pt x="30" y="279"/>
                      <a:pt x="30" y="269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7"/>
                      <a:pt x="30" y="267"/>
                      <a:pt x="30" y="267"/>
                    </a:cubicBezTo>
                    <a:cubicBezTo>
                      <a:pt x="31" y="267"/>
                      <a:pt x="31" y="267"/>
                      <a:pt x="31" y="267"/>
                    </a:cubicBezTo>
                    <a:cubicBezTo>
                      <a:pt x="32" y="265"/>
                      <a:pt x="33" y="262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4"/>
                      <a:pt x="37" y="249"/>
                      <a:pt x="37" y="243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7" y="242"/>
                      <a:pt x="37" y="242"/>
                      <a:pt x="37" y="242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41" y="237"/>
                      <a:pt x="44" y="231"/>
                      <a:pt x="45" y="220"/>
                    </a:cubicBezTo>
                    <a:cubicBezTo>
                      <a:pt x="45" y="220"/>
                      <a:pt x="45" y="220"/>
                      <a:pt x="45" y="220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50" y="214"/>
                      <a:pt x="53" y="208"/>
                      <a:pt x="55" y="198"/>
                    </a:cubicBezTo>
                    <a:cubicBezTo>
                      <a:pt x="55" y="197"/>
                      <a:pt x="55" y="197"/>
                      <a:pt x="55" y="197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7" y="194"/>
                      <a:pt x="59" y="192"/>
                      <a:pt x="61" y="189"/>
                    </a:cubicBezTo>
                    <a:cubicBezTo>
                      <a:pt x="61" y="189"/>
                      <a:pt x="61" y="189"/>
                      <a:pt x="61" y="189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4"/>
                      <a:pt x="65" y="180"/>
                      <a:pt x="66" y="175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72" y="169"/>
                      <a:pt x="75" y="163"/>
                      <a:pt x="79" y="153"/>
                    </a:cubicBezTo>
                    <a:cubicBezTo>
                      <a:pt x="79" y="153"/>
                      <a:pt x="79" y="153"/>
                      <a:pt x="79" y="153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4" y="148"/>
                      <a:pt x="89" y="143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2"/>
                      <a:pt x="93" y="132"/>
                      <a:pt x="93" y="132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6" y="130"/>
                      <a:pt x="98" y="129"/>
                      <a:pt x="100" y="126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4" y="122"/>
                      <a:pt x="106" y="118"/>
                      <a:pt x="109" y="113"/>
                    </a:cubicBez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5" y="109"/>
                      <a:pt x="120" y="104"/>
                      <a:pt x="125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32" y="92"/>
                      <a:pt x="137" y="87"/>
                      <a:pt x="144" y="79"/>
                    </a:cubicBezTo>
                    <a:cubicBezTo>
                      <a:pt x="144" y="79"/>
                      <a:pt x="144" y="79"/>
                      <a:pt x="144" y="79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7"/>
                      <a:pt x="150" y="76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7" y="71"/>
                      <a:pt x="160" y="68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71" y="61"/>
                      <a:pt x="177" y="58"/>
                      <a:pt x="184" y="50"/>
                    </a:cubicBezTo>
                    <a:cubicBezTo>
                      <a:pt x="185" y="50"/>
                      <a:pt x="185" y="50"/>
                      <a:pt x="185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92" y="49"/>
                      <a:pt x="198" y="46"/>
                      <a:pt x="206" y="39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39"/>
                      <a:pt x="207" y="39"/>
                      <a:pt x="207" y="39"/>
                    </a:cubicBezTo>
                    <a:cubicBezTo>
                      <a:pt x="208" y="39"/>
                      <a:pt x="208" y="39"/>
                      <a:pt x="208" y="39"/>
                    </a:cubicBezTo>
                    <a:cubicBezTo>
                      <a:pt x="210" y="38"/>
                      <a:pt x="213" y="38"/>
                      <a:pt x="216" y="37"/>
                    </a:cubicBezTo>
                    <a:cubicBezTo>
                      <a:pt x="216" y="37"/>
                      <a:pt x="216" y="37"/>
                      <a:pt x="216" y="37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21" y="35"/>
                      <a:pt x="225" y="33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2" y="29"/>
                      <a:pt x="232" y="29"/>
                      <a:pt x="232" y="29"/>
                    </a:cubicBezTo>
                    <a:cubicBezTo>
                      <a:pt x="238" y="29"/>
                      <a:pt x="244" y="28"/>
                      <a:pt x="253" y="23"/>
                    </a:cubicBezTo>
                    <a:cubicBezTo>
                      <a:pt x="253" y="23"/>
                      <a:pt x="253" y="23"/>
                      <a:pt x="253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6" y="23"/>
                      <a:pt x="257" y="23"/>
                      <a:pt x="259" y="23"/>
                    </a:cubicBezTo>
                    <a:cubicBezTo>
                      <a:pt x="264" y="23"/>
                      <a:pt x="269" y="22"/>
                      <a:pt x="277" y="19"/>
                    </a:cubicBezTo>
                    <a:cubicBezTo>
                      <a:pt x="277" y="19"/>
                      <a:pt x="277" y="19"/>
                      <a:pt x="277" y="19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81" y="19"/>
                      <a:pt x="283" y="20"/>
                      <a:pt x="286" y="20"/>
                    </a:cubicBezTo>
                    <a:cubicBezTo>
                      <a:pt x="286" y="20"/>
                      <a:pt x="287" y="20"/>
                      <a:pt x="287" y="20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92" y="19"/>
                      <a:pt x="297" y="19"/>
                      <a:pt x="302" y="17"/>
                    </a:cubicBezTo>
                    <a:cubicBezTo>
                      <a:pt x="302" y="17"/>
                      <a:pt x="302" y="17"/>
                      <a:pt x="302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7" y="18"/>
                      <a:pt x="311" y="19"/>
                      <a:pt x="315" y="19"/>
                    </a:cubicBezTo>
                    <a:cubicBezTo>
                      <a:pt x="319" y="19"/>
                      <a:pt x="322" y="19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32" y="20"/>
                      <a:pt x="337" y="21"/>
                      <a:pt x="345" y="21"/>
                    </a:cubicBezTo>
                    <a:cubicBezTo>
                      <a:pt x="346" y="21"/>
                      <a:pt x="348" y="21"/>
                      <a:pt x="351" y="21"/>
                    </a:cubicBezTo>
                    <a:cubicBezTo>
                      <a:pt x="351" y="21"/>
                      <a:pt x="351" y="21"/>
                      <a:pt x="351" y="21"/>
                    </a:cubicBezTo>
                    <a:cubicBezTo>
                      <a:pt x="352" y="21"/>
                      <a:pt x="352" y="21"/>
                      <a:pt x="352" y="21"/>
                    </a:cubicBezTo>
                    <a:cubicBezTo>
                      <a:pt x="352" y="22"/>
                      <a:pt x="352" y="22"/>
                      <a:pt x="352" y="22"/>
                    </a:cubicBezTo>
                    <a:cubicBezTo>
                      <a:pt x="354" y="23"/>
                      <a:pt x="357" y="24"/>
                      <a:pt x="360" y="25"/>
                    </a:cubicBezTo>
                    <a:cubicBezTo>
                      <a:pt x="360" y="25"/>
                      <a:pt x="360" y="25"/>
                      <a:pt x="360" y="25"/>
                    </a:cubicBezTo>
                    <a:cubicBezTo>
                      <a:pt x="361" y="25"/>
                      <a:pt x="361" y="25"/>
                      <a:pt x="361" y="25"/>
                    </a:cubicBezTo>
                    <a:cubicBezTo>
                      <a:pt x="365" y="26"/>
                      <a:pt x="370" y="27"/>
                      <a:pt x="375" y="27"/>
                    </a:cubicBezTo>
                    <a:cubicBezTo>
                      <a:pt x="375" y="27"/>
                      <a:pt x="375" y="27"/>
                      <a:pt x="375" y="27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81" y="31"/>
                      <a:pt x="388" y="34"/>
                      <a:pt x="398" y="35"/>
                    </a:cubicBezTo>
                    <a:cubicBezTo>
                      <a:pt x="398" y="35"/>
                      <a:pt x="398" y="35"/>
                      <a:pt x="398" y="35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4" y="40"/>
                      <a:pt x="410" y="43"/>
                      <a:pt x="420" y="45"/>
                    </a:cubicBezTo>
                    <a:cubicBezTo>
                      <a:pt x="420" y="45"/>
                      <a:pt x="420" y="45"/>
                      <a:pt x="420" y="45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3" y="48"/>
                      <a:pt x="425" y="50"/>
                      <a:pt x="428" y="52"/>
                    </a:cubicBezTo>
                    <a:cubicBezTo>
                      <a:pt x="428" y="52"/>
                      <a:pt x="428" y="52"/>
                      <a:pt x="428" y="52"/>
                    </a:cubicBezTo>
                    <a:cubicBezTo>
                      <a:pt x="429" y="52"/>
                      <a:pt x="429" y="52"/>
                      <a:pt x="429" y="52"/>
                    </a:cubicBezTo>
                    <a:cubicBezTo>
                      <a:pt x="433" y="55"/>
                      <a:pt x="437" y="57"/>
                      <a:pt x="442" y="58"/>
                    </a:cubicBezTo>
                    <a:cubicBezTo>
                      <a:pt x="442" y="58"/>
                      <a:pt x="442" y="58"/>
                      <a:pt x="442" y="58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9"/>
                    </a:cubicBezTo>
                    <a:cubicBezTo>
                      <a:pt x="447" y="64"/>
                      <a:pt x="452" y="68"/>
                      <a:pt x="462" y="72"/>
                    </a:cubicBezTo>
                    <a:cubicBezTo>
                      <a:pt x="462" y="73"/>
                      <a:pt x="462" y="73"/>
                      <a:pt x="462" y="73"/>
                    </a:cubicBezTo>
                    <a:cubicBezTo>
                      <a:pt x="463" y="73"/>
                      <a:pt x="463" y="73"/>
                      <a:pt x="463" y="73"/>
                    </a:cubicBezTo>
                    <a:cubicBezTo>
                      <a:pt x="463" y="74"/>
                      <a:pt x="463" y="74"/>
                      <a:pt x="463" y="74"/>
                    </a:cubicBezTo>
                    <a:cubicBezTo>
                      <a:pt x="466" y="78"/>
                      <a:pt x="471" y="83"/>
                      <a:pt x="481" y="88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3" y="92"/>
                      <a:pt x="485" y="94"/>
                      <a:pt x="487" y="96"/>
                    </a:cubicBezTo>
                    <a:cubicBezTo>
                      <a:pt x="488" y="98"/>
                      <a:pt x="488" y="98"/>
                      <a:pt x="488" y="98"/>
                    </a:cubicBezTo>
                    <a:cubicBezTo>
                      <a:pt x="491" y="101"/>
                      <a:pt x="494" y="103"/>
                      <a:pt x="499" y="106"/>
                    </a:cubicBezTo>
                    <a:cubicBezTo>
                      <a:pt x="499" y="106"/>
                      <a:pt x="499" y="106"/>
                      <a:pt x="499" y="106"/>
                    </a:cubicBezTo>
                    <a:cubicBezTo>
                      <a:pt x="500" y="107"/>
                      <a:pt x="500" y="107"/>
                      <a:pt x="500" y="107"/>
                    </a:cubicBezTo>
                    <a:cubicBezTo>
                      <a:pt x="500" y="108"/>
                      <a:pt x="500" y="108"/>
                      <a:pt x="500" y="108"/>
                    </a:cubicBezTo>
                    <a:cubicBezTo>
                      <a:pt x="502" y="113"/>
                      <a:pt x="506" y="118"/>
                      <a:pt x="515" y="125"/>
                    </a:cubicBezTo>
                    <a:cubicBezTo>
                      <a:pt x="515" y="125"/>
                      <a:pt x="515" y="125"/>
                      <a:pt x="515" y="125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8" y="132"/>
                      <a:pt x="521" y="138"/>
                      <a:pt x="529" y="145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1" y="149"/>
                      <a:pt x="532" y="152"/>
                      <a:pt x="534" y="155"/>
                    </a:cubicBezTo>
                    <a:cubicBezTo>
                      <a:pt x="534" y="155"/>
                      <a:pt x="534" y="155"/>
                      <a:pt x="534" y="155"/>
                    </a:cubicBezTo>
                    <a:cubicBezTo>
                      <a:pt x="536" y="159"/>
                      <a:pt x="539" y="163"/>
                      <a:pt x="543" y="167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5" y="174"/>
                      <a:pt x="548" y="180"/>
                      <a:pt x="555" y="188"/>
                    </a:cubicBezTo>
                    <a:cubicBezTo>
                      <a:pt x="555" y="188"/>
                      <a:pt x="555" y="188"/>
                      <a:pt x="555" y="188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6"/>
                      <a:pt x="558" y="202"/>
                      <a:pt x="565" y="211"/>
                    </a:cubicBezTo>
                    <a:cubicBezTo>
                      <a:pt x="565" y="211"/>
                      <a:pt x="565" y="211"/>
                      <a:pt x="565" y="211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5"/>
                      <a:pt x="566" y="218"/>
                      <a:pt x="567" y="222"/>
                    </a:cubicBezTo>
                    <a:cubicBezTo>
                      <a:pt x="567" y="222"/>
                      <a:pt x="567" y="222"/>
                      <a:pt x="567" y="222"/>
                    </a:cubicBezTo>
                    <a:cubicBezTo>
                      <a:pt x="568" y="226"/>
                      <a:pt x="571" y="230"/>
                      <a:pt x="574" y="235"/>
                    </a:cubicBezTo>
                    <a:cubicBezTo>
                      <a:pt x="574" y="235"/>
                      <a:pt x="574" y="235"/>
                      <a:pt x="574" y="235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7"/>
                      <a:pt x="574" y="237"/>
                      <a:pt x="574" y="237"/>
                    </a:cubicBezTo>
                    <a:cubicBezTo>
                      <a:pt x="574" y="243"/>
                      <a:pt x="576" y="250"/>
                      <a:pt x="581" y="258"/>
                    </a:cubicBezTo>
                    <a:cubicBezTo>
                      <a:pt x="581" y="259"/>
                      <a:pt x="581" y="259"/>
                      <a:pt x="581" y="259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1"/>
                      <a:pt x="581" y="262"/>
                      <a:pt x="581" y="262"/>
                    </a:cubicBezTo>
                    <a:cubicBezTo>
                      <a:pt x="581" y="268"/>
                      <a:pt x="583" y="274"/>
                      <a:pt x="587" y="282"/>
                    </a:cubicBezTo>
                    <a:cubicBezTo>
                      <a:pt x="587" y="283"/>
                      <a:pt x="587" y="283"/>
                      <a:pt x="587" y="283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5"/>
                      <a:pt x="587" y="287"/>
                      <a:pt x="587" y="288"/>
                    </a:cubicBezTo>
                    <a:cubicBezTo>
                      <a:pt x="587" y="290"/>
                      <a:pt x="587" y="292"/>
                      <a:pt x="587" y="294"/>
                    </a:cubicBezTo>
                    <a:cubicBezTo>
                      <a:pt x="588" y="298"/>
                      <a:pt x="589" y="303"/>
                      <a:pt x="591" y="308"/>
                    </a:cubicBezTo>
                    <a:cubicBezTo>
                      <a:pt x="591" y="308"/>
                      <a:pt x="591" y="308"/>
                      <a:pt x="591" y="308"/>
                    </a:cubicBezTo>
                    <a:cubicBezTo>
                      <a:pt x="591" y="309"/>
                      <a:pt x="591" y="309"/>
                      <a:pt x="591" y="309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1" y="311"/>
                      <a:pt x="591" y="314"/>
                      <a:pt x="591" y="316"/>
                    </a:cubicBezTo>
                    <a:cubicBezTo>
                      <a:pt x="591" y="320"/>
                      <a:pt x="592" y="326"/>
                      <a:pt x="594" y="332"/>
                    </a:cubicBezTo>
                    <a:cubicBezTo>
                      <a:pt x="594" y="332"/>
                      <a:pt x="594" y="332"/>
                      <a:pt x="594" y="332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3" y="336"/>
                      <a:pt x="593" y="339"/>
                      <a:pt x="593" y="342"/>
                    </a:cubicBezTo>
                    <a:cubicBezTo>
                      <a:pt x="593" y="346"/>
                      <a:pt x="594" y="351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4" y="361"/>
                      <a:pt x="594" y="364"/>
                      <a:pt x="594" y="367"/>
                    </a:cubicBezTo>
                    <a:cubicBezTo>
                      <a:pt x="594" y="367"/>
                      <a:pt x="594" y="367"/>
                      <a:pt x="594" y="367"/>
                    </a:cubicBezTo>
                    <a:cubicBezTo>
                      <a:pt x="594" y="369"/>
                      <a:pt x="594" y="369"/>
                      <a:pt x="594" y="369"/>
                    </a:cubicBezTo>
                    <a:cubicBezTo>
                      <a:pt x="594" y="369"/>
                      <a:pt x="594" y="370"/>
                      <a:pt x="594" y="371"/>
                    </a:cubicBezTo>
                    <a:cubicBezTo>
                      <a:pt x="594" y="374"/>
                      <a:pt x="594" y="378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4"/>
                      <a:pt x="595" y="384"/>
                      <a:pt x="595" y="384"/>
                    </a:cubicBezTo>
                    <a:cubicBezTo>
                      <a:pt x="595" y="385"/>
                      <a:pt x="595" y="385"/>
                      <a:pt x="595" y="385"/>
                    </a:cubicBezTo>
                    <a:cubicBezTo>
                      <a:pt x="594" y="388"/>
                      <a:pt x="593" y="392"/>
                      <a:pt x="593" y="398"/>
                    </a:cubicBezTo>
                    <a:cubicBezTo>
                      <a:pt x="593" y="400"/>
                      <a:pt x="593" y="404"/>
                      <a:pt x="594" y="407"/>
                    </a:cubicBezTo>
                    <a:cubicBezTo>
                      <a:pt x="594" y="408"/>
                      <a:pt x="594" y="408"/>
                      <a:pt x="594" y="408"/>
                    </a:cubicBezTo>
                    <a:cubicBezTo>
                      <a:pt x="594" y="409"/>
                      <a:pt x="594" y="409"/>
                      <a:pt x="594" y="409"/>
                    </a:cubicBezTo>
                    <a:cubicBezTo>
                      <a:pt x="593" y="409"/>
                      <a:pt x="593" y="409"/>
                      <a:pt x="593" y="409"/>
                    </a:cubicBezTo>
                    <a:cubicBezTo>
                      <a:pt x="591" y="413"/>
                      <a:pt x="590" y="418"/>
                      <a:pt x="590" y="425"/>
                    </a:cubicBezTo>
                    <a:cubicBezTo>
                      <a:pt x="590" y="427"/>
                      <a:pt x="590" y="430"/>
                      <a:pt x="591" y="432"/>
                    </a:cubicBezTo>
                    <a:cubicBezTo>
                      <a:pt x="591" y="432"/>
                      <a:pt x="591" y="432"/>
                      <a:pt x="591" y="432"/>
                    </a:cubicBezTo>
                    <a:cubicBezTo>
                      <a:pt x="591" y="433"/>
                      <a:pt x="591" y="433"/>
                      <a:pt x="591" y="433"/>
                    </a:cubicBezTo>
                    <a:cubicBezTo>
                      <a:pt x="590" y="434"/>
                      <a:pt x="590" y="434"/>
                      <a:pt x="590" y="434"/>
                    </a:cubicBezTo>
                    <a:cubicBezTo>
                      <a:pt x="589" y="436"/>
                      <a:pt x="588" y="439"/>
                      <a:pt x="587" y="442"/>
                    </a:cubicBezTo>
                    <a:cubicBezTo>
                      <a:pt x="587" y="442"/>
                      <a:pt x="587" y="442"/>
                      <a:pt x="587" y="442"/>
                    </a:cubicBezTo>
                    <a:cubicBezTo>
                      <a:pt x="587" y="443"/>
                      <a:pt x="587" y="443"/>
                      <a:pt x="587" y="443"/>
                    </a:cubicBezTo>
                    <a:cubicBezTo>
                      <a:pt x="586" y="446"/>
                      <a:pt x="586" y="450"/>
                      <a:pt x="586" y="454"/>
                    </a:cubicBezTo>
                    <a:cubicBezTo>
                      <a:pt x="586" y="455"/>
                      <a:pt x="586" y="456"/>
                      <a:pt x="586" y="457"/>
                    </a:cubicBezTo>
                    <a:cubicBezTo>
                      <a:pt x="586" y="458"/>
                      <a:pt x="586" y="458"/>
                      <a:pt x="586" y="458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2" y="464"/>
                      <a:pt x="581" y="471"/>
                      <a:pt x="580" y="481"/>
                    </a:cubicBezTo>
                    <a:cubicBezTo>
                      <a:pt x="580" y="482"/>
                      <a:pt x="580" y="482"/>
                      <a:pt x="580" y="482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76" y="488"/>
                      <a:pt x="574" y="494"/>
                      <a:pt x="573" y="505"/>
                    </a:cubicBezTo>
                    <a:cubicBezTo>
                      <a:pt x="573" y="505"/>
                      <a:pt x="573" y="505"/>
                      <a:pt x="573" y="505"/>
                    </a:cubicBezTo>
                    <a:cubicBezTo>
                      <a:pt x="573" y="506"/>
                      <a:pt x="573" y="506"/>
                      <a:pt x="573" y="506"/>
                    </a:cubicBezTo>
                    <a:cubicBezTo>
                      <a:pt x="572" y="507"/>
                      <a:pt x="572" y="507"/>
                      <a:pt x="572" y="507"/>
                    </a:cubicBezTo>
                    <a:cubicBezTo>
                      <a:pt x="571" y="509"/>
                      <a:pt x="569" y="511"/>
                      <a:pt x="568" y="514"/>
                    </a:cubicBezTo>
                    <a:cubicBezTo>
                      <a:pt x="567" y="515"/>
                      <a:pt x="567" y="515"/>
                      <a:pt x="567" y="515"/>
                    </a:cubicBezTo>
                    <a:cubicBezTo>
                      <a:pt x="566" y="519"/>
                      <a:pt x="565" y="523"/>
                      <a:pt x="564" y="529"/>
                    </a:cubicBezTo>
                    <a:cubicBezTo>
                      <a:pt x="564" y="529"/>
                      <a:pt x="564" y="529"/>
                      <a:pt x="564" y="529"/>
                    </a:cubicBezTo>
                    <a:cubicBezTo>
                      <a:pt x="563" y="530"/>
                      <a:pt x="563" y="530"/>
                      <a:pt x="563" y="530"/>
                    </a:cubicBezTo>
                    <a:cubicBezTo>
                      <a:pt x="563" y="531"/>
                      <a:pt x="563" y="531"/>
                      <a:pt x="563" y="531"/>
                    </a:cubicBezTo>
                    <a:cubicBezTo>
                      <a:pt x="559" y="535"/>
                      <a:pt x="556" y="541"/>
                      <a:pt x="553" y="551"/>
                    </a:cubicBezTo>
                    <a:cubicBezTo>
                      <a:pt x="553" y="552"/>
                      <a:pt x="553" y="552"/>
                      <a:pt x="553" y="552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48" y="557"/>
                      <a:pt x="545" y="563"/>
                      <a:pt x="542" y="573"/>
                    </a:cubicBezTo>
                    <a:lnTo>
                      <a:pt x="541" y="5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6" name="Freeform 32">
                <a:extLst>
                  <a:ext uri="{FF2B5EF4-FFF2-40B4-BE49-F238E27FC236}">
                    <a16:creationId xmlns:a16="http://schemas.microsoft.com/office/drawing/2014/main" id="{502DBC18-5133-4CD7-99C7-90BF1656F9A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56" y="7911"/>
                <a:ext cx="62" cy="36"/>
              </a:xfrm>
              <a:custGeom>
                <a:avLst/>
                <a:gdLst>
                  <a:gd name="T0" fmla="*/ 83 w 83"/>
                  <a:gd name="T1" fmla="*/ 10 h 48"/>
                  <a:gd name="T2" fmla="*/ 67 w 83"/>
                  <a:gd name="T3" fmla="*/ 11 h 48"/>
                  <a:gd name="T4" fmla="*/ 61 w 83"/>
                  <a:gd name="T5" fmla="*/ 19 h 48"/>
                  <a:gd name="T6" fmla="*/ 54 w 83"/>
                  <a:gd name="T7" fmla="*/ 21 h 48"/>
                  <a:gd name="T8" fmla="*/ 48 w 83"/>
                  <a:gd name="T9" fmla="*/ 7 h 48"/>
                  <a:gd name="T10" fmla="*/ 42 w 83"/>
                  <a:gd name="T11" fmla="*/ 0 h 48"/>
                  <a:gd name="T12" fmla="*/ 41 w 83"/>
                  <a:gd name="T13" fmla="*/ 0 h 48"/>
                  <a:gd name="T14" fmla="*/ 36 w 83"/>
                  <a:gd name="T15" fmla="*/ 7 h 48"/>
                  <a:gd name="T16" fmla="*/ 34 w 83"/>
                  <a:gd name="T17" fmla="*/ 19 h 48"/>
                  <a:gd name="T18" fmla="*/ 23 w 83"/>
                  <a:gd name="T19" fmla="*/ 20 h 48"/>
                  <a:gd name="T20" fmla="*/ 25 w 83"/>
                  <a:gd name="T21" fmla="*/ 13 h 48"/>
                  <a:gd name="T22" fmla="*/ 7 w 83"/>
                  <a:gd name="T23" fmla="*/ 6 h 48"/>
                  <a:gd name="T24" fmla="*/ 10 w 83"/>
                  <a:gd name="T25" fmla="*/ 19 h 48"/>
                  <a:gd name="T26" fmla="*/ 38 w 83"/>
                  <a:gd name="T27" fmla="*/ 48 h 48"/>
                  <a:gd name="T28" fmla="*/ 41 w 83"/>
                  <a:gd name="T29" fmla="*/ 48 h 48"/>
                  <a:gd name="T30" fmla="*/ 64 w 83"/>
                  <a:gd name="T31" fmla="*/ 42 h 48"/>
                  <a:gd name="T32" fmla="*/ 46 w 83"/>
                  <a:gd name="T33" fmla="*/ 10 h 48"/>
                  <a:gd name="T34" fmla="*/ 47 w 83"/>
                  <a:gd name="T35" fmla="*/ 17 h 48"/>
                  <a:gd name="T36" fmla="*/ 46 w 83"/>
                  <a:gd name="T37" fmla="*/ 10 h 48"/>
                  <a:gd name="T38" fmla="*/ 37 w 83"/>
                  <a:gd name="T39" fmla="*/ 9 h 48"/>
                  <a:gd name="T40" fmla="*/ 35 w 83"/>
                  <a:gd name="T41" fmla="*/ 17 h 48"/>
                  <a:gd name="T42" fmla="*/ 14 w 83"/>
                  <a:gd name="T43" fmla="*/ 16 h 48"/>
                  <a:gd name="T44" fmla="*/ 10 w 83"/>
                  <a:gd name="T45" fmla="*/ 10 h 48"/>
                  <a:gd name="T46" fmla="*/ 21 w 83"/>
                  <a:gd name="T47" fmla="*/ 14 h 48"/>
                  <a:gd name="T48" fmla="*/ 19 w 83"/>
                  <a:gd name="T49" fmla="*/ 19 h 48"/>
                  <a:gd name="T50" fmla="*/ 20 w 83"/>
                  <a:gd name="T51" fmla="*/ 33 h 48"/>
                  <a:gd name="T52" fmla="*/ 26 w 83"/>
                  <a:gd name="T53" fmla="*/ 30 h 48"/>
                  <a:gd name="T54" fmla="*/ 17 w 83"/>
                  <a:gd name="T55" fmla="*/ 27 h 48"/>
                  <a:gd name="T56" fmla="*/ 34 w 83"/>
                  <a:gd name="T57" fmla="*/ 27 h 48"/>
                  <a:gd name="T58" fmla="*/ 39 w 83"/>
                  <a:gd name="T59" fmla="*/ 31 h 48"/>
                  <a:gd name="T60" fmla="*/ 19 w 83"/>
                  <a:gd name="T61" fmla="*/ 34 h 48"/>
                  <a:gd name="T62" fmla="*/ 23 w 83"/>
                  <a:gd name="T63" fmla="*/ 43 h 48"/>
                  <a:gd name="T64" fmla="*/ 25 w 83"/>
                  <a:gd name="T65" fmla="*/ 39 h 48"/>
                  <a:gd name="T66" fmla="*/ 26 w 83"/>
                  <a:gd name="T67" fmla="*/ 42 h 48"/>
                  <a:gd name="T68" fmla="*/ 28 w 83"/>
                  <a:gd name="T69" fmla="*/ 38 h 48"/>
                  <a:gd name="T70" fmla="*/ 35 w 83"/>
                  <a:gd name="T71" fmla="*/ 45 h 48"/>
                  <a:gd name="T72" fmla="*/ 35 w 83"/>
                  <a:gd name="T73" fmla="*/ 38 h 48"/>
                  <a:gd name="T74" fmla="*/ 37 w 83"/>
                  <a:gd name="T75" fmla="*/ 45 h 48"/>
                  <a:gd name="T76" fmla="*/ 39 w 83"/>
                  <a:gd name="T77" fmla="*/ 45 h 48"/>
                  <a:gd name="T78" fmla="*/ 38 w 83"/>
                  <a:gd name="T79" fmla="*/ 6 h 48"/>
                  <a:gd name="T80" fmla="*/ 44 w 83"/>
                  <a:gd name="T81" fmla="*/ 8 h 48"/>
                  <a:gd name="T82" fmla="*/ 41 w 83"/>
                  <a:gd name="T83" fmla="*/ 9 h 48"/>
                  <a:gd name="T84" fmla="*/ 42 w 83"/>
                  <a:gd name="T85" fmla="*/ 38 h 48"/>
                  <a:gd name="T86" fmla="*/ 49 w 83"/>
                  <a:gd name="T87" fmla="*/ 45 h 48"/>
                  <a:gd name="T88" fmla="*/ 49 w 83"/>
                  <a:gd name="T89" fmla="*/ 38 h 48"/>
                  <a:gd name="T90" fmla="*/ 52 w 83"/>
                  <a:gd name="T91" fmla="*/ 45 h 48"/>
                  <a:gd name="T92" fmla="*/ 54 w 83"/>
                  <a:gd name="T93" fmla="*/ 44 h 48"/>
                  <a:gd name="T94" fmla="*/ 57 w 83"/>
                  <a:gd name="T95" fmla="*/ 43 h 48"/>
                  <a:gd name="T96" fmla="*/ 57 w 83"/>
                  <a:gd name="T97" fmla="*/ 40 h 48"/>
                  <a:gd name="T98" fmla="*/ 59 w 83"/>
                  <a:gd name="T99" fmla="*/ 43 h 48"/>
                  <a:gd name="T100" fmla="*/ 56 w 83"/>
                  <a:gd name="T101" fmla="*/ 30 h 48"/>
                  <a:gd name="T102" fmla="*/ 62 w 83"/>
                  <a:gd name="T103" fmla="*/ 34 h 48"/>
                  <a:gd name="T104" fmla="*/ 44 w 83"/>
                  <a:gd name="T105" fmla="*/ 35 h 48"/>
                  <a:gd name="T106" fmla="*/ 50 w 83"/>
                  <a:gd name="T107" fmla="*/ 29 h 48"/>
                  <a:gd name="T108" fmla="*/ 44 w 83"/>
                  <a:gd name="T109" fmla="*/ 24 h 48"/>
                  <a:gd name="T110" fmla="*/ 64 w 83"/>
                  <a:gd name="T111" fmla="*/ 19 h 48"/>
                  <a:gd name="T112" fmla="*/ 62 w 83"/>
                  <a:gd name="T113" fmla="*/ 14 h 48"/>
                  <a:gd name="T114" fmla="*/ 73 w 83"/>
                  <a:gd name="T115" fmla="*/ 11 h 48"/>
                  <a:gd name="T116" fmla="*/ 69 w 83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8">
                    <a:moveTo>
                      <a:pt x="73" y="20"/>
                    </a:moveTo>
                    <a:cubicBezTo>
                      <a:pt x="77" y="16"/>
                      <a:pt x="81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3" y="8"/>
                      <a:pt x="78" y="7"/>
                      <a:pt x="76" y="7"/>
                    </a:cubicBezTo>
                    <a:cubicBezTo>
                      <a:pt x="74" y="7"/>
                      <a:pt x="72" y="7"/>
                      <a:pt x="71" y="8"/>
                    </a:cubicBezTo>
                    <a:cubicBezTo>
                      <a:pt x="70" y="9"/>
                      <a:pt x="67" y="11"/>
                      <a:pt x="67" y="11"/>
                    </a:cubicBezTo>
                    <a:cubicBezTo>
                      <a:pt x="64" y="11"/>
                      <a:pt x="59" y="9"/>
                      <a:pt x="58" y="14"/>
                    </a:cubicBezTo>
                    <a:cubicBezTo>
                      <a:pt x="58" y="15"/>
                      <a:pt x="59" y="17"/>
                      <a:pt x="60" y="18"/>
                    </a:cubicBezTo>
                    <a:cubicBezTo>
                      <a:pt x="60" y="18"/>
                      <a:pt x="61" y="19"/>
                      <a:pt x="61" y="19"/>
                    </a:cubicBezTo>
                    <a:cubicBezTo>
                      <a:pt x="61" y="19"/>
                      <a:pt x="61" y="20"/>
                      <a:pt x="60" y="20"/>
                    </a:cubicBezTo>
                    <a:cubicBezTo>
                      <a:pt x="58" y="22"/>
                      <a:pt x="56" y="22"/>
                      <a:pt x="56" y="22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0" y="21"/>
                      <a:pt x="51" y="22"/>
                      <a:pt x="49" y="19"/>
                    </a:cubicBezTo>
                    <a:cubicBezTo>
                      <a:pt x="52" y="19"/>
                      <a:pt x="54" y="16"/>
                      <a:pt x="54" y="13"/>
                    </a:cubicBezTo>
                    <a:cubicBezTo>
                      <a:pt x="54" y="10"/>
                      <a:pt x="51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6"/>
                      <a:pt x="48" y="6"/>
                    </a:cubicBezTo>
                    <a:cubicBezTo>
                      <a:pt x="48" y="3"/>
                      <a:pt x="45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6" y="2"/>
                      <a:pt x="36" y="6"/>
                    </a:cubicBezTo>
                    <a:cubicBezTo>
                      <a:pt x="36" y="6"/>
                      <a:pt x="36" y="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2" y="6"/>
                      <a:pt x="29" y="9"/>
                      <a:pt x="29" y="13"/>
                    </a:cubicBezTo>
                    <a:cubicBezTo>
                      <a:pt x="29" y="16"/>
                      <a:pt x="31" y="18"/>
                      <a:pt x="34" y="19"/>
                    </a:cubicBezTo>
                    <a:cubicBezTo>
                      <a:pt x="32" y="21"/>
                      <a:pt x="32" y="20"/>
                      <a:pt x="28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5" y="21"/>
                      <a:pt x="23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2" y="17"/>
                      <a:pt x="23" y="17"/>
                    </a:cubicBezTo>
                    <a:cubicBezTo>
                      <a:pt x="24" y="16"/>
                      <a:pt x="25" y="14"/>
                      <a:pt x="25" y="13"/>
                    </a:cubicBezTo>
                    <a:cubicBezTo>
                      <a:pt x="25" y="9"/>
                      <a:pt x="19" y="10"/>
                      <a:pt x="17" y="10"/>
                    </a:cubicBezTo>
                    <a:cubicBezTo>
                      <a:pt x="17" y="10"/>
                      <a:pt x="13" y="7"/>
                      <a:pt x="12" y="7"/>
                    </a:cubicBezTo>
                    <a:cubicBezTo>
                      <a:pt x="11" y="6"/>
                      <a:pt x="9" y="6"/>
                      <a:pt x="7" y="6"/>
                    </a:cubicBezTo>
                    <a:cubicBezTo>
                      <a:pt x="5" y="5"/>
                      <a:pt x="1" y="6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6" y="15"/>
                      <a:pt x="10" y="19"/>
                    </a:cubicBezTo>
                    <a:cubicBezTo>
                      <a:pt x="12" y="22"/>
                      <a:pt x="15" y="29"/>
                      <a:pt x="16" y="32"/>
                    </a:cubicBezTo>
                    <a:cubicBezTo>
                      <a:pt x="16" y="32"/>
                      <a:pt x="18" y="41"/>
                      <a:pt x="18" y="41"/>
                    </a:cubicBezTo>
                    <a:cubicBezTo>
                      <a:pt x="19" y="46"/>
                      <a:pt x="30" y="47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51" y="48"/>
                      <a:pt x="63" y="47"/>
                      <a:pt x="64" y="42"/>
                    </a:cubicBezTo>
                    <a:cubicBezTo>
                      <a:pt x="64" y="42"/>
                      <a:pt x="66" y="33"/>
                      <a:pt x="66" y="33"/>
                    </a:cubicBezTo>
                    <a:cubicBezTo>
                      <a:pt x="67" y="30"/>
                      <a:pt x="70" y="24"/>
                      <a:pt x="73" y="20"/>
                    </a:cubicBezTo>
                    <a:moveTo>
                      <a:pt x="46" y="10"/>
                    </a:moveTo>
                    <a:cubicBezTo>
                      <a:pt x="47" y="9"/>
                      <a:pt x="47" y="9"/>
                      <a:pt x="48" y="9"/>
                    </a:cubicBezTo>
                    <a:cubicBezTo>
                      <a:pt x="50" y="9"/>
                      <a:pt x="51" y="11"/>
                      <a:pt x="51" y="13"/>
                    </a:cubicBezTo>
                    <a:cubicBezTo>
                      <a:pt x="51" y="15"/>
                      <a:pt x="50" y="17"/>
                      <a:pt x="47" y="17"/>
                    </a:cubicBezTo>
                    <a:cubicBezTo>
                      <a:pt x="45" y="17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cubicBezTo>
                      <a:pt x="45" y="11"/>
                      <a:pt x="46" y="10"/>
                      <a:pt x="46" y="10"/>
                    </a:cubicBezTo>
                    <a:moveTo>
                      <a:pt x="32" y="13"/>
                    </a:moveTo>
                    <a:cubicBezTo>
                      <a:pt x="32" y="11"/>
                      <a:pt x="33" y="9"/>
                      <a:pt x="35" y="9"/>
                    </a:cubicBezTo>
                    <a:cubicBezTo>
                      <a:pt x="36" y="9"/>
                      <a:pt x="36" y="9"/>
                      <a:pt x="37" y="9"/>
                    </a:cubicBezTo>
                    <a:cubicBezTo>
                      <a:pt x="37" y="10"/>
                      <a:pt x="38" y="11"/>
                      <a:pt x="39" y="11"/>
                    </a:cubicBezTo>
                    <a:cubicBezTo>
                      <a:pt x="39" y="12"/>
                      <a:pt x="39" y="12"/>
                      <a:pt x="39" y="13"/>
                    </a:cubicBezTo>
                    <a:cubicBezTo>
                      <a:pt x="39" y="15"/>
                      <a:pt x="37" y="17"/>
                      <a:pt x="35" y="17"/>
                    </a:cubicBezTo>
                    <a:cubicBezTo>
                      <a:pt x="33" y="17"/>
                      <a:pt x="32" y="15"/>
                      <a:pt x="32" y="13"/>
                    </a:cubicBezTo>
                    <a:moveTo>
                      <a:pt x="16" y="21"/>
                    </a:moveTo>
                    <a:cubicBezTo>
                      <a:pt x="15" y="20"/>
                      <a:pt x="16" y="16"/>
                      <a:pt x="14" y="16"/>
                    </a:cubicBezTo>
                    <a:cubicBezTo>
                      <a:pt x="11" y="17"/>
                      <a:pt x="7" y="11"/>
                      <a:pt x="4" y="9"/>
                    </a:cubicBezTo>
                    <a:cubicBezTo>
                      <a:pt x="5" y="9"/>
                      <a:pt x="6" y="8"/>
                      <a:pt x="7" y="8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1" y="11"/>
                      <a:pt x="12" y="12"/>
                      <a:pt x="14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9" y="19"/>
                    </a:cubicBezTo>
                    <a:cubicBezTo>
                      <a:pt x="20" y="23"/>
                      <a:pt x="17" y="23"/>
                      <a:pt x="16" y="21"/>
                    </a:cubicBezTo>
                    <a:moveTo>
                      <a:pt x="19" y="34"/>
                    </a:moveTo>
                    <a:cubicBezTo>
                      <a:pt x="19" y="34"/>
                      <a:pt x="20" y="34"/>
                      <a:pt x="20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2" y="33"/>
                      <a:pt x="25" y="32"/>
                    </a:cubicBezTo>
                    <a:cubicBezTo>
                      <a:pt x="26" y="32"/>
                      <a:pt x="26" y="31"/>
                      <a:pt x="26" y="30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20" y="29"/>
                      <a:pt x="18" y="30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21" y="25"/>
                      <a:pt x="30" y="24"/>
                      <a:pt x="39" y="24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2" y="28"/>
                      <a:pt x="32" y="29"/>
                    </a:cubicBezTo>
                    <a:cubicBezTo>
                      <a:pt x="32" y="30"/>
                      <a:pt x="33" y="31"/>
                      <a:pt x="34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4" y="36"/>
                      <a:pt x="20" y="38"/>
                    </a:cubicBezTo>
                    <a:cubicBezTo>
                      <a:pt x="20" y="37"/>
                      <a:pt x="20" y="35"/>
                      <a:pt x="19" y="34"/>
                    </a:cubicBezTo>
                    <a:moveTo>
                      <a:pt x="26" y="42"/>
                    </a:moveTo>
                    <a:cubicBezTo>
                      <a:pt x="26" y="42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3" y="43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2" y="41"/>
                      <a:pt x="22" y="40"/>
                      <a:pt x="23" y="40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5" y="39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2"/>
                      <a:pt x="26" y="42"/>
                    </a:cubicBezTo>
                    <a:moveTo>
                      <a:pt x="30" y="44"/>
                    </a:moveTo>
                    <a:cubicBezTo>
                      <a:pt x="29" y="44"/>
                      <a:pt x="28" y="44"/>
                      <a:pt x="27" y="44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9" y="38"/>
                      <a:pt x="30" y="38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3" y="45"/>
                      <a:pt x="33" y="45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4" y="38"/>
                      <a:pt x="35" y="38"/>
                    </a:cubicBezTo>
                    <a:lnTo>
                      <a:pt x="35" y="45"/>
                    </a:lnTo>
                    <a:close/>
                    <a:moveTo>
                      <a:pt x="39" y="45"/>
                    </a:moveTo>
                    <a:cubicBezTo>
                      <a:pt x="39" y="45"/>
                      <a:pt x="37" y="45"/>
                      <a:pt x="37" y="45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8"/>
                      <a:pt x="39" y="38"/>
                    </a:cubicBezTo>
                    <a:lnTo>
                      <a:pt x="39" y="45"/>
                    </a:lnTo>
                    <a:close/>
                    <a:moveTo>
                      <a:pt x="41" y="9"/>
                    </a:moveTo>
                    <a:cubicBezTo>
                      <a:pt x="40" y="9"/>
                      <a:pt x="39" y="8"/>
                      <a:pt x="39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4"/>
                      <a:pt x="40" y="2"/>
                      <a:pt x="42" y="2"/>
                    </a:cubicBezTo>
                    <a:cubicBezTo>
                      <a:pt x="44" y="2"/>
                      <a:pt x="45" y="4"/>
                      <a:pt x="45" y="6"/>
                    </a:cubicBezTo>
                    <a:cubicBezTo>
                      <a:pt x="45" y="7"/>
                      <a:pt x="45" y="7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5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38"/>
                      <a:pt x="42" y="38"/>
                    </a:cubicBezTo>
                    <a:cubicBezTo>
                      <a:pt x="43" y="38"/>
                      <a:pt x="45" y="38"/>
                      <a:pt x="45" y="38"/>
                    </a:cubicBezTo>
                    <a:lnTo>
                      <a:pt x="45" y="45"/>
                    </a:lnTo>
                    <a:close/>
                    <a:moveTo>
                      <a:pt x="49" y="45"/>
                    </a:moveTo>
                    <a:cubicBezTo>
                      <a:pt x="48" y="45"/>
                      <a:pt x="48" y="45"/>
                      <a:pt x="47" y="45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49" y="38"/>
                    </a:cubicBezTo>
                    <a:lnTo>
                      <a:pt x="49" y="45"/>
                    </a:lnTo>
                    <a:close/>
                    <a:moveTo>
                      <a:pt x="54" y="44"/>
                    </a:moveTo>
                    <a:cubicBezTo>
                      <a:pt x="54" y="44"/>
                      <a:pt x="53" y="45"/>
                      <a:pt x="52" y="45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3" y="39"/>
                      <a:pt x="54" y="39"/>
                      <a:pt x="54" y="39"/>
                    </a:cubicBezTo>
                    <a:lnTo>
                      <a:pt x="54" y="44"/>
                    </a:lnTo>
                    <a:close/>
                    <a:moveTo>
                      <a:pt x="59" y="43"/>
                    </a:moveTo>
                    <a:cubicBezTo>
                      <a:pt x="59" y="44"/>
                      <a:pt x="58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7" y="42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8" y="40"/>
                      <a:pt x="59" y="40"/>
                      <a:pt x="59" y="40"/>
                    </a:cubicBezTo>
                    <a:cubicBezTo>
                      <a:pt x="60" y="41"/>
                      <a:pt x="60" y="41"/>
                      <a:pt x="61" y="42"/>
                    </a:cubicBezTo>
                    <a:cubicBezTo>
                      <a:pt x="60" y="42"/>
                      <a:pt x="60" y="43"/>
                      <a:pt x="59" y="43"/>
                    </a:cubicBezTo>
                    <a:moveTo>
                      <a:pt x="64" y="31"/>
                    </a:moveTo>
                    <a:cubicBezTo>
                      <a:pt x="63" y="30"/>
                      <a:pt x="60" y="29"/>
                      <a:pt x="59" y="29"/>
                    </a:cubicBezTo>
                    <a:cubicBezTo>
                      <a:pt x="58" y="28"/>
                      <a:pt x="56" y="29"/>
                      <a:pt x="56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61" y="33"/>
                      <a:pt x="62" y="34"/>
                      <a:pt x="63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3" y="34"/>
                      <a:pt x="63" y="35"/>
                      <a:pt x="63" y="35"/>
                    </a:cubicBezTo>
                    <a:cubicBezTo>
                      <a:pt x="63" y="36"/>
                      <a:pt x="62" y="38"/>
                      <a:pt x="62" y="39"/>
                    </a:cubicBezTo>
                    <a:cubicBezTo>
                      <a:pt x="58" y="36"/>
                      <a:pt x="50" y="35"/>
                      <a:pt x="44" y="35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50" y="31"/>
                      <a:pt x="50" y="29"/>
                    </a:cubicBezTo>
                    <a:cubicBezTo>
                      <a:pt x="50" y="28"/>
                      <a:pt x="49" y="27"/>
                      <a:pt x="48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53" y="24"/>
                      <a:pt x="62" y="26"/>
                      <a:pt x="65" y="28"/>
                    </a:cubicBezTo>
                    <a:cubicBezTo>
                      <a:pt x="65" y="29"/>
                      <a:pt x="65" y="30"/>
                      <a:pt x="64" y="31"/>
                    </a:cubicBezTo>
                    <a:moveTo>
                      <a:pt x="64" y="19"/>
                    </a:moveTo>
                    <a:cubicBezTo>
                      <a:pt x="64" y="18"/>
                      <a:pt x="63" y="16"/>
                      <a:pt x="62" y="16"/>
                    </a:cubicBezTo>
                    <a:cubicBezTo>
                      <a:pt x="62" y="16"/>
                      <a:pt x="61" y="16"/>
                      <a:pt x="62" y="15"/>
                    </a:cubicBezTo>
                    <a:cubicBezTo>
                      <a:pt x="62" y="15"/>
                      <a:pt x="62" y="15"/>
                      <a:pt x="62" y="14"/>
                    </a:cubicBezTo>
                    <a:cubicBezTo>
                      <a:pt x="63" y="14"/>
                      <a:pt x="65" y="14"/>
                      <a:pt x="67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3"/>
                      <a:pt x="72" y="12"/>
                      <a:pt x="73" y="11"/>
                    </a:cubicBezTo>
                    <a:cubicBezTo>
                      <a:pt x="74" y="10"/>
                      <a:pt x="75" y="10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76" y="12"/>
                      <a:pt x="72" y="18"/>
                      <a:pt x="69" y="17"/>
                    </a:cubicBezTo>
                    <a:cubicBezTo>
                      <a:pt x="67" y="17"/>
                      <a:pt x="68" y="21"/>
                      <a:pt x="67" y="22"/>
                    </a:cubicBezTo>
                    <a:cubicBezTo>
                      <a:pt x="66" y="24"/>
                      <a:pt x="62" y="23"/>
                      <a:pt x="64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7" name="Freeform 33">
                <a:extLst>
                  <a:ext uri="{FF2B5EF4-FFF2-40B4-BE49-F238E27FC236}">
                    <a16:creationId xmlns:a16="http://schemas.microsoft.com/office/drawing/2014/main" id="{525EAEF3-FC92-466E-A0F7-828B8945C8B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5" y="7852"/>
                <a:ext cx="62" cy="36"/>
              </a:xfrm>
              <a:custGeom>
                <a:avLst/>
                <a:gdLst>
                  <a:gd name="T0" fmla="*/ 74 w 83"/>
                  <a:gd name="T1" fmla="*/ 15 h 49"/>
                  <a:gd name="T2" fmla="*/ 75 w 83"/>
                  <a:gd name="T3" fmla="*/ 2 h 49"/>
                  <a:gd name="T4" fmla="*/ 58 w 83"/>
                  <a:gd name="T5" fmla="*/ 11 h 49"/>
                  <a:gd name="T6" fmla="*/ 61 w 83"/>
                  <a:gd name="T7" fmla="*/ 17 h 49"/>
                  <a:gd name="T8" fmla="*/ 50 w 83"/>
                  <a:gd name="T9" fmla="*/ 18 h 49"/>
                  <a:gd name="T10" fmla="*/ 47 w 83"/>
                  <a:gd name="T11" fmla="*/ 6 h 49"/>
                  <a:gd name="T12" fmla="*/ 40 w 83"/>
                  <a:gd name="T13" fmla="*/ 0 h 49"/>
                  <a:gd name="T14" fmla="*/ 39 w 83"/>
                  <a:gd name="T15" fmla="*/ 0 h 49"/>
                  <a:gd name="T16" fmla="*/ 35 w 83"/>
                  <a:gd name="T17" fmla="*/ 8 h 49"/>
                  <a:gd name="T18" fmla="*/ 30 w 83"/>
                  <a:gd name="T19" fmla="*/ 23 h 49"/>
                  <a:gd name="T20" fmla="*/ 23 w 83"/>
                  <a:gd name="T21" fmla="*/ 22 h 49"/>
                  <a:gd name="T22" fmla="*/ 17 w 83"/>
                  <a:gd name="T23" fmla="*/ 14 h 49"/>
                  <a:gd name="T24" fmla="*/ 0 w 83"/>
                  <a:gd name="T25" fmla="*/ 15 h 49"/>
                  <a:gd name="T26" fmla="*/ 19 w 83"/>
                  <a:gd name="T27" fmla="*/ 36 h 49"/>
                  <a:gd name="T28" fmla="*/ 44 w 83"/>
                  <a:gd name="T29" fmla="*/ 48 h 49"/>
                  <a:gd name="T30" fmla="*/ 49 w 83"/>
                  <a:gd name="T31" fmla="*/ 48 h 49"/>
                  <a:gd name="T32" fmla="*/ 52 w 83"/>
                  <a:gd name="T33" fmla="*/ 44 h 49"/>
                  <a:gd name="T34" fmla="*/ 54 w 83"/>
                  <a:gd name="T35" fmla="*/ 44 h 49"/>
                  <a:gd name="T36" fmla="*/ 56 w 83"/>
                  <a:gd name="T37" fmla="*/ 37 h 49"/>
                  <a:gd name="T38" fmla="*/ 57 w 83"/>
                  <a:gd name="T39" fmla="*/ 43 h 49"/>
                  <a:gd name="T40" fmla="*/ 62 w 83"/>
                  <a:gd name="T41" fmla="*/ 40 h 49"/>
                  <a:gd name="T42" fmla="*/ 62 w 83"/>
                  <a:gd name="T43" fmla="*/ 37 h 49"/>
                  <a:gd name="T44" fmla="*/ 64 w 83"/>
                  <a:gd name="T45" fmla="*/ 40 h 49"/>
                  <a:gd name="T46" fmla="*/ 67 w 83"/>
                  <a:gd name="T47" fmla="*/ 10 h 49"/>
                  <a:gd name="T48" fmla="*/ 75 w 83"/>
                  <a:gd name="T49" fmla="*/ 4 h 49"/>
                  <a:gd name="T50" fmla="*/ 68 w 83"/>
                  <a:gd name="T51" fmla="*/ 18 h 49"/>
                  <a:gd name="T52" fmla="*/ 62 w 83"/>
                  <a:gd name="T53" fmla="*/ 12 h 49"/>
                  <a:gd name="T54" fmla="*/ 47 w 83"/>
                  <a:gd name="T55" fmla="*/ 9 h 49"/>
                  <a:gd name="T56" fmla="*/ 44 w 83"/>
                  <a:gd name="T57" fmla="*/ 13 h 49"/>
                  <a:gd name="T58" fmla="*/ 44 w 83"/>
                  <a:gd name="T59" fmla="*/ 6 h 49"/>
                  <a:gd name="T60" fmla="*/ 41 w 83"/>
                  <a:gd name="T61" fmla="*/ 10 h 49"/>
                  <a:gd name="T62" fmla="*/ 37 w 83"/>
                  <a:gd name="T63" fmla="*/ 7 h 49"/>
                  <a:gd name="T64" fmla="*/ 35 w 83"/>
                  <a:gd name="T65" fmla="*/ 11 h 49"/>
                  <a:gd name="T66" fmla="*/ 39 w 83"/>
                  <a:gd name="T67" fmla="*/ 14 h 49"/>
                  <a:gd name="T68" fmla="*/ 17 w 83"/>
                  <a:gd name="T69" fmla="*/ 25 h 49"/>
                  <a:gd name="T70" fmla="*/ 7 w 83"/>
                  <a:gd name="T71" fmla="*/ 14 h 49"/>
                  <a:gd name="T72" fmla="*/ 17 w 83"/>
                  <a:gd name="T73" fmla="*/ 17 h 49"/>
                  <a:gd name="T74" fmla="*/ 22 w 83"/>
                  <a:gd name="T75" fmla="*/ 18 h 49"/>
                  <a:gd name="T76" fmla="*/ 23 w 83"/>
                  <a:gd name="T77" fmla="*/ 38 h 49"/>
                  <a:gd name="T78" fmla="*/ 28 w 83"/>
                  <a:gd name="T79" fmla="*/ 35 h 49"/>
                  <a:gd name="T80" fmla="*/ 21 w 83"/>
                  <a:gd name="T81" fmla="*/ 34 h 49"/>
                  <a:gd name="T82" fmla="*/ 41 w 83"/>
                  <a:gd name="T83" fmla="*/ 28 h 49"/>
                  <a:gd name="T84" fmla="*/ 37 w 83"/>
                  <a:gd name="T85" fmla="*/ 32 h 49"/>
                  <a:gd name="T86" fmla="*/ 25 w 83"/>
                  <a:gd name="T87" fmla="*/ 41 h 49"/>
                  <a:gd name="T88" fmla="*/ 27 w 83"/>
                  <a:gd name="T89" fmla="*/ 45 h 49"/>
                  <a:gd name="T90" fmla="*/ 29 w 83"/>
                  <a:gd name="T91" fmla="*/ 42 h 49"/>
                  <a:gd name="T92" fmla="*/ 30 w 83"/>
                  <a:gd name="T93" fmla="*/ 44 h 49"/>
                  <a:gd name="T94" fmla="*/ 32 w 83"/>
                  <a:gd name="T95" fmla="*/ 41 h 49"/>
                  <a:gd name="T96" fmla="*/ 33 w 83"/>
                  <a:gd name="T97" fmla="*/ 46 h 49"/>
                  <a:gd name="T98" fmla="*/ 39 w 83"/>
                  <a:gd name="T99" fmla="*/ 39 h 49"/>
                  <a:gd name="T100" fmla="*/ 42 w 83"/>
                  <a:gd name="T101" fmla="*/ 46 h 49"/>
                  <a:gd name="T102" fmla="*/ 45 w 83"/>
                  <a:gd name="T103" fmla="*/ 45 h 49"/>
                  <a:gd name="T104" fmla="*/ 45 w 83"/>
                  <a:gd name="T105" fmla="*/ 24 h 49"/>
                  <a:gd name="T106" fmla="*/ 61 w 83"/>
                  <a:gd name="T107" fmla="*/ 26 h 49"/>
                  <a:gd name="T108" fmla="*/ 66 w 83"/>
                  <a:gd name="T109" fmla="*/ 31 h 49"/>
                  <a:gd name="T110" fmla="*/ 66 w 83"/>
                  <a:gd name="T111" fmla="*/ 36 h 49"/>
                  <a:gd name="T112" fmla="*/ 51 w 83"/>
                  <a:gd name="T113" fmla="*/ 31 h 49"/>
                  <a:gd name="T114" fmla="*/ 46 w 83"/>
                  <a:gd name="T115" fmla="*/ 27 h 49"/>
                  <a:gd name="T116" fmla="*/ 50 w 83"/>
                  <a:gd name="T1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9">
                    <a:moveTo>
                      <a:pt x="68" y="38"/>
                    </a:moveTo>
                    <a:cubicBezTo>
                      <a:pt x="68" y="38"/>
                      <a:pt x="69" y="29"/>
                      <a:pt x="69" y="29"/>
                    </a:cubicBezTo>
                    <a:cubicBezTo>
                      <a:pt x="70" y="26"/>
                      <a:pt x="72" y="19"/>
                      <a:pt x="74" y="15"/>
                    </a:cubicBezTo>
                    <a:cubicBezTo>
                      <a:pt x="77" y="11"/>
                      <a:pt x="80" y="6"/>
                      <a:pt x="82" y="6"/>
                    </a:cubicBezTo>
                    <a:cubicBezTo>
                      <a:pt x="82" y="5"/>
                      <a:pt x="83" y="4"/>
                      <a:pt x="82" y="4"/>
                    </a:cubicBezTo>
                    <a:cubicBezTo>
                      <a:pt x="82" y="2"/>
                      <a:pt x="77" y="1"/>
                      <a:pt x="75" y="2"/>
                    </a:cubicBezTo>
                    <a:cubicBezTo>
                      <a:pt x="73" y="2"/>
                      <a:pt x="71" y="2"/>
                      <a:pt x="70" y="3"/>
                    </a:cubicBezTo>
                    <a:cubicBezTo>
                      <a:pt x="69" y="4"/>
                      <a:pt x="66" y="7"/>
                      <a:pt x="66" y="7"/>
                    </a:cubicBezTo>
                    <a:cubicBezTo>
                      <a:pt x="64" y="8"/>
                      <a:pt x="58" y="7"/>
                      <a:pt x="58" y="11"/>
                    </a:cubicBezTo>
                    <a:cubicBezTo>
                      <a:pt x="58" y="12"/>
                      <a:pt x="60" y="15"/>
                      <a:pt x="61" y="15"/>
                    </a:cubicBezTo>
                    <a:cubicBezTo>
                      <a:pt x="61" y="15"/>
                      <a:pt x="62" y="16"/>
                      <a:pt x="62" y="16"/>
                    </a:cubicBezTo>
                    <a:cubicBezTo>
                      <a:pt x="62" y="17"/>
                      <a:pt x="62" y="17"/>
                      <a:pt x="61" y="17"/>
                    </a:cubicBezTo>
                    <a:cubicBezTo>
                      <a:pt x="59" y="19"/>
                      <a:pt x="57" y="20"/>
                      <a:pt x="57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2" y="19"/>
                      <a:pt x="52" y="20"/>
                      <a:pt x="50" y="18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3" y="8"/>
                      <a:pt x="50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6" y="2"/>
                      <a:pt x="43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1"/>
                      <a:pt x="34" y="4"/>
                      <a:pt x="35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8"/>
                      <a:pt x="29" y="12"/>
                      <a:pt x="29" y="15"/>
                    </a:cubicBezTo>
                    <a:cubicBezTo>
                      <a:pt x="30" y="18"/>
                      <a:pt x="32" y="20"/>
                      <a:pt x="35" y="20"/>
                    </a:cubicBezTo>
                    <a:cubicBezTo>
                      <a:pt x="33" y="23"/>
                      <a:pt x="34" y="22"/>
                      <a:pt x="30" y="23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6" y="24"/>
                      <a:pt x="24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1"/>
                      <a:pt x="23" y="21"/>
                      <a:pt x="24" y="20"/>
                    </a:cubicBezTo>
                    <a:cubicBezTo>
                      <a:pt x="25" y="20"/>
                      <a:pt x="26" y="17"/>
                      <a:pt x="25" y="16"/>
                    </a:cubicBezTo>
                    <a:cubicBezTo>
                      <a:pt x="24" y="12"/>
                      <a:pt x="19" y="14"/>
                      <a:pt x="17" y="14"/>
                    </a:cubicBezTo>
                    <a:cubicBezTo>
                      <a:pt x="17" y="14"/>
                      <a:pt x="13" y="12"/>
                      <a:pt x="12" y="12"/>
                    </a:cubicBezTo>
                    <a:cubicBezTo>
                      <a:pt x="10" y="11"/>
                      <a:pt x="9" y="11"/>
                      <a:pt x="7" y="12"/>
                    </a:cubicBezTo>
                    <a:cubicBezTo>
                      <a:pt x="5" y="12"/>
                      <a:pt x="0" y="13"/>
                      <a:pt x="0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3" y="18"/>
                      <a:pt x="7" y="21"/>
                      <a:pt x="11" y="24"/>
                    </a:cubicBezTo>
                    <a:cubicBezTo>
                      <a:pt x="14" y="27"/>
                      <a:pt x="18" y="33"/>
                      <a:pt x="19" y="36"/>
                    </a:cubicBezTo>
                    <a:cubicBezTo>
                      <a:pt x="19" y="36"/>
                      <a:pt x="23" y="44"/>
                      <a:pt x="23" y="45"/>
                    </a:cubicBezTo>
                    <a:cubicBezTo>
                      <a:pt x="24" y="49"/>
                      <a:pt x="36" y="49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7" y="46"/>
                      <a:pt x="68" y="43"/>
                      <a:pt x="68" y="38"/>
                    </a:cubicBezTo>
                    <a:moveTo>
                      <a:pt x="52" y="44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7"/>
                      <a:pt x="53" y="37"/>
                      <a:pt x="53" y="37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2" y="44"/>
                    </a:cubicBezTo>
                    <a:moveTo>
                      <a:pt x="57" y="43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7"/>
                      <a:pt x="58" y="37"/>
                      <a:pt x="59" y="37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9" y="42"/>
                      <a:pt x="58" y="43"/>
                      <a:pt x="57" y="43"/>
                    </a:cubicBezTo>
                    <a:moveTo>
                      <a:pt x="64" y="40"/>
                    </a:moveTo>
                    <a:cubicBezTo>
                      <a:pt x="64" y="41"/>
                      <a:pt x="63" y="41"/>
                      <a:pt x="62" y="41"/>
                    </a:cubicBezTo>
                    <a:cubicBezTo>
                      <a:pt x="62" y="41"/>
                      <a:pt x="62" y="40"/>
                      <a:pt x="62" y="40"/>
                    </a:cubicBezTo>
                    <a:cubicBezTo>
                      <a:pt x="61" y="40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1" y="37"/>
                      <a:pt x="62" y="37"/>
                    </a:cubicBezTo>
                    <a:cubicBezTo>
                      <a:pt x="62" y="37"/>
                      <a:pt x="63" y="37"/>
                      <a:pt x="64" y="37"/>
                    </a:cubicBezTo>
                    <a:cubicBezTo>
                      <a:pt x="64" y="38"/>
                      <a:pt x="65" y="38"/>
                      <a:pt x="65" y="39"/>
                    </a:cubicBezTo>
                    <a:cubicBezTo>
                      <a:pt x="65" y="39"/>
                      <a:pt x="65" y="40"/>
                      <a:pt x="64" y="40"/>
                    </a:cubicBezTo>
                    <a:moveTo>
                      <a:pt x="62" y="12"/>
                    </a:moveTo>
                    <a:cubicBezTo>
                      <a:pt x="62" y="12"/>
                      <a:pt x="62" y="12"/>
                      <a:pt x="62" y="11"/>
                    </a:cubicBezTo>
                    <a:cubicBezTo>
                      <a:pt x="63" y="11"/>
                      <a:pt x="65" y="10"/>
                      <a:pt x="67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9"/>
                      <a:pt x="71" y="8"/>
                      <a:pt x="72" y="7"/>
                    </a:cubicBezTo>
                    <a:cubicBezTo>
                      <a:pt x="73" y="6"/>
                      <a:pt x="74" y="5"/>
                      <a:pt x="75" y="4"/>
                    </a:cubicBezTo>
                    <a:cubicBezTo>
                      <a:pt x="76" y="4"/>
                      <a:pt x="78" y="4"/>
                      <a:pt x="79" y="5"/>
                    </a:cubicBezTo>
                    <a:cubicBezTo>
                      <a:pt x="75" y="7"/>
                      <a:pt x="73" y="14"/>
                      <a:pt x="70" y="13"/>
                    </a:cubicBezTo>
                    <a:cubicBezTo>
                      <a:pt x="67" y="13"/>
                      <a:pt x="69" y="17"/>
                      <a:pt x="68" y="18"/>
                    </a:cubicBezTo>
                    <a:cubicBezTo>
                      <a:pt x="67" y="20"/>
                      <a:pt x="64" y="20"/>
                      <a:pt x="64" y="16"/>
                    </a:cubicBezTo>
                    <a:cubicBezTo>
                      <a:pt x="65" y="14"/>
                      <a:pt x="63" y="13"/>
                      <a:pt x="62" y="13"/>
                    </a:cubicBezTo>
                    <a:cubicBezTo>
                      <a:pt x="62" y="13"/>
                      <a:pt x="62" y="13"/>
                      <a:pt x="62" y="12"/>
                    </a:cubicBezTo>
                    <a:moveTo>
                      <a:pt x="44" y="11"/>
                    </a:moveTo>
                    <a:cubicBezTo>
                      <a:pt x="45" y="11"/>
                      <a:pt x="45" y="10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9" y="9"/>
                      <a:pt x="51" y="10"/>
                      <a:pt x="51" y="12"/>
                    </a:cubicBezTo>
                    <a:cubicBezTo>
                      <a:pt x="52" y="14"/>
                      <a:pt x="50" y="16"/>
                      <a:pt x="48" y="16"/>
                    </a:cubicBezTo>
                    <a:cubicBezTo>
                      <a:pt x="46" y="16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moveTo>
                      <a:pt x="40" y="3"/>
                    </a:moveTo>
                    <a:cubicBezTo>
                      <a:pt x="42" y="3"/>
                      <a:pt x="44" y="4"/>
                      <a:pt x="44" y="6"/>
                    </a:cubicBezTo>
                    <a:cubicBezTo>
                      <a:pt x="44" y="6"/>
                      <a:pt x="44" y="7"/>
                      <a:pt x="44" y="7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10"/>
                      <a:pt x="40" y="10"/>
                      <a:pt x="40" y="10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8" y="8"/>
                      <a:pt x="37" y="7"/>
                      <a:pt x="37" y="7"/>
                    </a:cubicBezTo>
                    <a:cubicBezTo>
                      <a:pt x="37" y="5"/>
                      <a:pt x="38" y="3"/>
                      <a:pt x="40" y="3"/>
                    </a:cubicBezTo>
                    <a:moveTo>
                      <a:pt x="32" y="15"/>
                    </a:moveTo>
                    <a:cubicBezTo>
                      <a:pt x="32" y="13"/>
                      <a:pt x="33" y="11"/>
                      <a:pt x="35" y="11"/>
                    </a:cubicBezTo>
                    <a:cubicBezTo>
                      <a:pt x="36" y="10"/>
                      <a:pt x="36" y="10"/>
                      <a:pt x="36" y="11"/>
                    </a:cubicBezTo>
                    <a:cubicBezTo>
                      <a:pt x="37" y="11"/>
                      <a:pt x="38" y="12"/>
                      <a:pt x="39" y="12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40" y="16"/>
                      <a:pt x="38" y="17"/>
                      <a:pt x="36" y="18"/>
                    </a:cubicBezTo>
                    <a:cubicBezTo>
                      <a:pt x="34" y="18"/>
                      <a:pt x="32" y="17"/>
                      <a:pt x="32" y="15"/>
                    </a:cubicBezTo>
                    <a:moveTo>
                      <a:pt x="17" y="25"/>
                    </a:moveTo>
                    <a:cubicBezTo>
                      <a:pt x="17" y="24"/>
                      <a:pt x="17" y="20"/>
                      <a:pt x="15" y="21"/>
                    </a:cubicBezTo>
                    <a:cubicBezTo>
                      <a:pt x="12" y="22"/>
                      <a:pt x="8" y="17"/>
                      <a:pt x="3" y="15"/>
                    </a:cubicBezTo>
                    <a:cubicBezTo>
                      <a:pt x="4" y="15"/>
                      <a:pt x="6" y="14"/>
                      <a:pt x="7" y="14"/>
                    </a:cubicBezTo>
                    <a:cubicBezTo>
                      <a:pt x="8" y="14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21" y="17"/>
                      <a:pt x="21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9"/>
                      <a:pt x="20" y="21"/>
                      <a:pt x="21" y="22"/>
                    </a:cubicBezTo>
                    <a:cubicBezTo>
                      <a:pt x="22" y="26"/>
                      <a:pt x="19" y="27"/>
                      <a:pt x="17" y="25"/>
                    </a:cubicBezTo>
                    <a:moveTo>
                      <a:pt x="23" y="38"/>
                    </a:move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5" y="36"/>
                      <a:pt x="28" y="35"/>
                    </a:cubicBezTo>
                    <a:cubicBezTo>
                      <a:pt x="29" y="34"/>
                      <a:pt x="30" y="33"/>
                      <a:pt x="29" y="32"/>
                    </a:cubicBezTo>
                    <a:cubicBezTo>
                      <a:pt x="29" y="31"/>
                      <a:pt x="28" y="30"/>
                      <a:pt x="26" y="31"/>
                    </a:cubicBezTo>
                    <a:cubicBezTo>
                      <a:pt x="25" y="31"/>
                      <a:pt x="23" y="32"/>
                      <a:pt x="21" y="34"/>
                    </a:cubicBezTo>
                    <a:cubicBezTo>
                      <a:pt x="21" y="33"/>
                      <a:pt x="20" y="32"/>
                      <a:pt x="20" y="31"/>
                    </a:cubicBezTo>
                    <a:cubicBezTo>
                      <a:pt x="23" y="28"/>
                      <a:pt x="32" y="26"/>
                      <a:pt x="41" y="24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28"/>
                      <a:pt x="35" y="30"/>
                      <a:pt x="35" y="31"/>
                    </a:cubicBezTo>
                    <a:cubicBezTo>
                      <a:pt x="35" y="32"/>
                      <a:pt x="36" y="33"/>
                      <a:pt x="37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36" y="36"/>
                      <a:pt x="28" y="38"/>
                      <a:pt x="25" y="41"/>
                    </a:cubicBezTo>
                    <a:cubicBezTo>
                      <a:pt x="24" y="40"/>
                      <a:pt x="24" y="39"/>
                      <a:pt x="23" y="38"/>
                    </a:cubicBezTo>
                    <a:moveTo>
                      <a:pt x="30" y="46"/>
                    </a:moveTo>
                    <a:cubicBezTo>
                      <a:pt x="29" y="46"/>
                      <a:pt x="28" y="46"/>
                      <a:pt x="27" y="45"/>
                    </a:cubicBezTo>
                    <a:cubicBezTo>
                      <a:pt x="27" y="45"/>
                      <a:pt x="26" y="45"/>
                      <a:pt x="26" y="44"/>
                    </a:cubicBezTo>
                    <a:cubicBezTo>
                      <a:pt x="26" y="44"/>
                      <a:pt x="26" y="43"/>
                      <a:pt x="27" y="43"/>
                    </a:cubicBezTo>
                    <a:cubicBezTo>
                      <a:pt x="27" y="42"/>
                      <a:pt x="28" y="42"/>
                      <a:pt x="29" y="42"/>
                    </a:cubicBezTo>
                    <a:cubicBezTo>
                      <a:pt x="29" y="42"/>
                      <a:pt x="30" y="42"/>
                      <a:pt x="30" y="43"/>
                    </a:cubicBezTo>
                    <a:cubicBezTo>
                      <a:pt x="30" y="43"/>
                      <a:pt x="30" y="43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5"/>
                      <a:pt x="30" y="46"/>
                    </a:cubicBezTo>
                    <a:moveTo>
                      <a:pt x="33" y="46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0"/>
                      <a:pt x="33" y="40"/>
                      <a:pt x="34" y="40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4" y="46"/>
                      <a:pt x="33" y="46"/>
                      <a:pt x="33" y="46"/>
                    </a:cubicBezTo>
                    <a:moveTo>
                      <a:pt x="38" y="46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8" y="39"/>
                      <a:pt x="38" y="39"/>
                      <a:pt x="39" y="39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6"/>
                      <a:pt x="39" y="46"/>
                      <a:pt x="38" y="46"/>
                    </a:cubicBezTo>
                    <a:moveTo>
                      <a:pt x="42" y="46"/>
                    </a:move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38"/>
                      <a:pt x="43" y="38"/>
                      <a:pt x="43" y="38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2" y="46"/>
                      <a:pt x="42" y="46"/>
                    </a:cubicBezTo>
                    <a:moveTo>
                      <a:pt x="46" y="27"/>
                    </a:moveTo>
                    <a:cubicBezTo>
                      <a:pt x="45" y="24"/>
                      <a:pt x="45" y="24"/>
                      <a:pt x="45" y="24"/>
                    </a:cubicBezTo>
                    <a:cubicBezTo>
                      <a:pt x="55" y="22"/>
                      <a:pt x="63" y="23"/>
                      <a:pt x="68" y="24"/>
                    </a:cubicBezTo>
                    <a:cubicBezTo>
                      <a:pt x="67" y="25"/>
                      <a:pt x="67" y="26"/>
                      <a:pt x="67" y="27"/>
                    </a:cubicBezTo>
                    <a:cubicBezTo>
                      <a:pt x="65" y="26"/>
                      <a:pt x="62" y="26"/>
                      <a:pt x="61" y="26"/>
                    </a:cubicBezTo>
                    <a:cubicBezTo>
                      <a:pt x="60" y="26"/>
                      <a:pt x="59" y="27"/>
                      <a:pt x="59" y="28"/>
                    </a:cubicBezTo>
                    <a:cubicBezTo>
                      <a:pt x="59" y="29"/>
                      <a:pt x="60" y="30"/>
                      <a:pt x="61" y="30"/>
                    </a:cubicBezTo>
                    <a:cubicBezTo>
                      <a:pt x="64" y="30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3"/>
                      <a:pt x="66" y="34"/>
                      <a:pt x="66" y="36"/>
                    </a:cubicBezTo>
                    <a:cubicBezTo>
                      <a:pt x="62" y="34"/>
                      <a:pt x="53" y="34"/>
                      <a:pt x="47" y="35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0"/>
                      <a:pt x="53" y="29"/>
                      <a:pt x="53" y="28"/>
                    </a:cubicBezTo>
                    <a:cubicBezTo>
                      <a:pt x="53" y="27"/>
                      <a:pt x="52" y="26"/>
                      <a:pt x="51" y="26"/>
                    </a:cubicBezTo>
                    <a:lnTo>
                      <a:pt x="46" y="27"/>
                    </a:lnTo>
                    <a:close/>
                    <a:moveTo>
                      <a:pt x="46" y="37"/>
                    </a:moveTo>
                    <a:cubicBezTo>
                      <a:pt x="47" y="37"/>
                      <a:pt x="49" y="37"/>
                      <a:pt x="49" y="37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48" y="45"/>
                      <a:pt x="47" y="45"/>
                    </a:cubicBezTo>
                    <a:cubicBezTo>
                      <a:pt x="47" y="43"/>
                      <a:pt x="46" y="38"/>
                      <a:pt x="46" y="3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8" name="Freeform 34">
                <a:extLst>
                  <a:ext uri="{FF2B5EF4-FFF2-40B4-BE49-F238E27FC236}">
                    <a16:creationId xmlns:a16="http://schemas.microsoft.com/office/drawing/2014/main" id="{43593BAF-A09D-4001-A335-DFAEBDC1328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97" y="7852"/>
                <a:ext cx="61" cy="36"/>
              </a:xfrm>
              <a:custGeom>
                <a:avLst/>
                <a:gdLst>
                  <a:gd name="T0" fmla="*/ 14 w 82"/>
                  <a:gd name="T1" fmla="*/ 38 h 49"/>
                  <a:gd name="T2" fmla="*/ 35 w 82"/>
                  <a:gd name="T3" fmla="*/ 48 h 49"/>
                  <a:gd name="T4" fmla="*/ 38 w 82"/>
                  <a:gd name="T5" fmla="*/ 48 h 49"/>
                  <a:gd name="T6" fmla="*/ 71 w 82"/>
                  <a:gd name="T7" fmla="*/ 24 h 49"/>
                  <a:gd name="T8" fmla="*/ 75 w 82"/>
                  <a:gd name="T9" fmla="*/ 11 h 49"/>
                  <a:gd name="T10" fmla="*/ 57 w 82"/>
                  <a:gd name="T11" fmla="*/ 15 h 49"/>
                  <a:gd name="T12" fmla="*/ 58 w 82"/>
                  <a:gd name="T13" fmla="*/ 22 h 49"/>
                  <a:gd name="T14" fmla="*/ 47 w 82"/>
                  <a:gd name="T15" fmla="*/ 20 h 49"/>
                  <a:gd name="T16" fmla="*/ 47 w 82"/>
                  <a:gd name="T17" fmla="*/ 8 h 49"/>
                  <a:gd name="T18" fmla="*/ 43 w 82"/>
                  <a:gd name="T19" fmla="*/ 0 h 49"/>
                  <a:gd name="T20" fmla="*/ 42 w 82"/>
                  <a:gd name="T21" fmla="*/ 0 h 49"/>
                  <a:gd name="T22" fmla="*/ 35 w 82"/>
                  <a:gd name="T23" fmla="*/ 6 h 49"/>
                  <a:gd name="T24" fmla="*/ 27 w 82"/>
                  <a:gd name="T25" fmla="*/ 19 h 49"/>
                  <a:gd name="T26" fmla="*/ 20 w 82"/>
                  <a:gd name="T27" fmla="*/ 16 h 49"/>
                  <a:gd name="T28" fmla="*/ 16 w 82"/>
                  <a:gd name="T29" fmla="*/ 7 h 49"/>
                  <a:gd name="T30" fmla="*/ 0 w 82"/>
                  <a:gd name="T31" fmla="*/ 3 h 49"/>
                  <a:gd name="T32" fmla="*/ 21 w 82"/>
                  <a:gd name="T33" fmla="*/ 39 h 49"/>
                  <a:gd name="T34" fmla="*/ 18 w 82"/>
                  <a:gd name="T35" fmla="*/ 40 h 49"/>
                  <a:gd name="T36" fmla="*/ 20 w 82"/>
                  <a:gd name="T37" fmla="*/ 37 h 49"/>
                  <a:gd name="T38" fmla="*/ 25 w 82"/>
                  <a:gd name="T39" fmla="*/ 43 h 49"/>
                  <a:gd name="T40" fmla="*/ 26 w 82"/>
                  <a:gd name="T41" fmla="*/ 36 h 49"/>
                  <a:gd name="T42" fmla="*/ 28 w 82"/>
                  <a:gd name="T43" fmla="*/ 43 h 49"/>
                  <a:gd name="T44" fmla="*/ 30 w 82"/>
                  <a:gd name="T45" fmla="*/ 44 h 49"/>
                  <a:gd name="T46" fmla="*/ 33 w 82"/>
                  <a:gd name="T47" fmla="*/ 37 h 49"/>
                  <a:gd name="T48" fmla="*/ 40 w 82"/>
                  <a:gd name="T49" fmla="*/ 45 h 49"/>
                  <a:gd name="T50" fmla="*/ 41 w 82"/>
                  <a:gd name="T51" fmla="*/ 38 h 49"/>
                  <a:gd name="T52" fmla="*/ 42 w 82"/>
                  <a:gd name="T53" fmla="*/ 46 h 49"/>
                  <a:gd name="T54" fmla="*/ 44 w 82"/>
                  <a:gd name="T55" fmla="*/ 46 h 49"/>
                  <a:gd name="T56" fmla="*/ 48 w 82"/>
                  <a:gd name="T57" fmla="*/ 40 h 49"/>
                  <a:gd name="T58" fmla="*/ 55 w 82"/>
                  <a:gd name="T59" fmla="*/ 45 h 49"/>
                  <a:gd name="T60" fmla="*/ 52 w 82"/>
                  <a:gd name="T61" fmla="*/ 43 h 49"/>
                  <a:gd name="T62" fmla="*/ 55 w 82"/>
                  <a:gd name="T63" fmla="*/ 42 h 49"/>
                  <a:gd name="T64" fmla="*/ 61 w 82"/>
                  <a:gd name="T65" fmla="*/ 17 h 49"/>
                  <a:gd name="T66" fmla="*/ 72 w 82"/>
                  <a:gd name="T67" fmla="*/ 15 h 49"/>
                  <a:gd name="T68" fmla="*/ 67 w 82"/>
                  <a:gd name="T69" fmla="*/ 21 h 49"/>
                  <a:gd name="T70" fmla="*/ 60 w 82"/>
                  <a:gd name="T71" fmla="*/ 18 h 49"/>
                  <a:gd name="T72" fmla="*/ 62 w 82"/>
                  <a:gd name="T73" fmla="*/ 31 h 49"/>
                  <a:gd name="T74" fmla="*/ 53 w 82"/>
                  <a:gd name="T75" fmla="*/ 32 h 49"/>
                  <a:gd name="T76" fmla="*/ 59 w 82"/>
                  <a:gd name="T77" fmla="*/ 36 h 49"/>
                  <a:gd name="T78" fmla="*/ 40 w 82"/>
                  <a:gd name="T79" fmla="*/ 35 h 49"/>
                  <a:gd name="T80" fmla="*/ 47 w 82"/>
                  <a:gd name="T81" fmla="*/ 30 h 49"/>
                  <a:gd name="T82" fmla="*/ 41 w 82"/>
                  <a:gd name="T83" fmla="*/ 24 h 49"/>
                  <a:gd name="T84" fmla="*/ 47 w 82"/>
                  <a:gd name="T85" fmla="*/ 10 h 49"/>
                  <a:gd name="T86" fmla="*/ 43 w 82"/>
                  <a:gd name="T87" fmla="*/ 13 h 49"/>
                  <a:gd name="T88" fmla="*/ 42 w 82"/>
                  <a:gd name="T89" fmla="*/ 2 h 49"/>
                  <a:gd name="T90" fmla="*/ 42 w 82"/>
                  <a:gd name="T91" fmla="*/ 9 h 49"/>
                  <a:gd name="T92" fmla="*/ 38 w 82"/>
                  <a:gd name="T93" fmla="*/ 7 h 49"/>
                  <a:gd name="T94" fmla="*/ 31 w 82"/>
                  <a:gd name="T95" fmla="*/ 12 h 49"/>
                  <a:gd name="T96" fmla="*/ 38 w 82"/>
                  <a:gd name="T97" fmla="*/ 11 h 49"/>
                  <a:gd name="T98" fmla="*/ 31 w 82"/>
                  <a:gd name="T99" fmla="*/ 12 h 49"/>
                  <a:gd name="T100" fmla="*/ 31 w 82"/>
                  <a:gd name="T101" fmla="*/ 26 h 49"/>
                  <a:gd name="T102" fmla="*/ 35 w 82"/>
                  <a:gd name="T103" fmla="*/ 31 h 49"/>
                  <a:gd name="T104" fmla="*/ 16 w 82"/>
                  <a:gd name="T105" fmla="*/ 31 h 49"/>
                  <a:gd name="T106" fmla="*/ 21 w 82"/>
                  <a:gd name="T107" fmla="*/ 30 h 49"/>
                  <a:gd name="T108" fmla="*/ 15 w 82"/>
                  <a:gd name="T109" fmla="*/ 27 h 49"/>
                  <a:gd name="T110" fmla="*/ 7 w 82"/>
                  <a:gd name="T111" fmla="*/ 4 h 49"/>
                  <a:gd name="T112" fmla="*/ 15 w 82"/>
                  <a:gd name="T113" fmla="*/ 10 h 49"/>
                  <a:gd name="T114" fmla="*/ 20 w 82"/>
                  <a:gd name="T115" fmla="*/ 12 h 49"/>
                  <a:gd name="T116" fmla="*/ 12 w 82"/>
                  <a:gd name="T117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49">
                    <a:moveTo>
                      <a:pt x="8" y="15"/>
                    </a:moveTo>
                    <a:cubicBezTo>
                      <a:pt x="10" y="19"/>
                      <a:pt x="12" y="26"/>
                      <a:pt x="13" y="28"/>
                    </a:cubicBezTo>
                    <a:cubicBezTo>
                      <a:pt x="13" y="29"/>
                      <a:pt x="14" y="38"/>
                      <a:pt x="14" y="38"/>
                    </a:cubicBezTo>
                    <a:cubicBezTo>
                      <a:pt x="14" y="43"/>
                      <a:pt x="25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6" y="49"/>
                      <a:pt x="58" y="49"/>
                      <a:pt x="59" y="45"/>
                    </a:cubicBezTo>
                    <a:cubicBezTo>
                      <a:pt x="59" y="44"/>
                      <a:pt x="63" y="36"/>
                      <a:pt x="63" y="36"/>
                    </a:cubicBezTo>
                    <a:cubicBezTo>
                      <a:pt x="64" y="33"/>
                      <a:pt x="68" y="27"/>
                      <a:pt x="71" y="24"/>
                    </a:cubicBezTo>
                    <a:cubicBezTo>
                      <a:pt x="75" y="20"/>
                      <a:pt x="80" y="17"/>
                      <a:pt x="81" y="17"/>
                    </a:cubicBezTo>
                    <a:cubicBezTo>
                      <a:pt x="82" y="17"/>
                      <a:pt x="82" y="16"/>
                      <a:pt x="82" y="15"/>
                    </a:cubicBezTo>
                    <a:cubicBezTo>
                      <a:pt x="82" y="13"/>
                      <a:pt x="77" y="11"/>
                      <a:pt x="75" y="11"/>
                    </a:cubicBezTo>
                    <a:cubicBezTo>
                      <a:pt x="74" y="11"/>
                      <a:pt x="72" y="11"/>
                      <a:pt x="70" y="12"/>
                    </a:cubicBezTo>
                    <a:cubicBezTo>
                      <a:pt x="69" y="12"/>
                      <a:pt x="66" y="14"/>
                      <a:pt x="66" y="14"/>
                    </a:cubicBezTo>
                    <a:cubicBezTo>
                      <a:pt x="63" y="14"/>
                      <a:pt x="58" y="12"/>
                      <a:pt x="57" y="15"/>
                    </a:cubicBezTo>
                    <a:cubicBezTo>
                      <a:pt x="56" y="17"/>
                      <a:pt x="57" y="19"/>
                      <a:pt x="58" y="20"/>
                    </a:cubicBezTo>
                    <a:cubicBezTo>
                      <a:pt x="59" y="20"/>
                      <a:pt x="59" y="21"/>
                      <a:pt x="59" y="22"/>
                    </a:cubicBezTo>
                    <a:cubicBezTo>
                      <a:pt x="59" y="22"/>
                      <a:pt x="59" y="22"/>
                      <a:pt x="58" y="22"/>
                    </a:cubicBezTo>
                    <a:cubicBezTo>
                      <a:pt x="56" y="23"/>
                      <a:pt x="53" y="24"/>
                      <a:pt x="53" y="24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8" y="22"/>
                      <a:pt x="49" y="23"/>
                      <a:pt x="47" y="20"/>
                    </a:cubicBezTo>
                    <a:cubicBezTo>
                      <a:pt x="50" y="20"/>
                      <a:pt x="52" y="18"/>
                      <a:pt x="53" y="15"/>
                    </a:cubicBezTo>
                    <a:cubicBezTo>
                      <a:pt x="53" y="11"/>
                      <a:pt x="51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4"/>
                      <a:pt x="46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6" y="2"/>
                      <a:pt x="36" y="5"/>
                    </a:cubicBezTo>
                    <a:cubicBezTo>
                      <a:pt x="35" y="5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2" y="5"/>
                      <a:pt x="29" y="8"/>
                      <a:pt x="28" y="11"/>
                    </a:cubicBezTo>
                    <a:cubicBezTo>
                      <a:pt x="28" y="14"/>
                      <a:pt x="29" y="17"/>
                      <a:pt x="32" y="18"/>
                    </a:cubicBezTo>
                    <a:cubicBezTo>
                      <a:pt x="30" y="20"/>
                      <a:pt x="30" y="19"/>
                      <a:pt x="27" y="19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3" y="19"/>
                      <a:pt x="21" y="17"/>
                    </a:cubicBezTo>
                    <a:cubicBezTo>
                      <a:pt x="20" y="17"/>
                      <a:pt x="20" y="16"/>
                      <a:pt x="20" y="16"/>
                    </a:cubicBezTo>
                    <a:cubicBezTo>
                      <a:pt x="20" y="16"/>
                      <a:pt x="21" y="15"/>
                      <a:pt x="21" y="15"/>
                    </a:cubicBezTo>
                    <a:cubicBezTo>
                      <a:pt x="22" y="14"/>
                      <a:pt x="24" y="12"/>
                      <a:pt x="24" y="11"/>
                    </a:cubicBezTo>
                    <a:cubicBezTo>
                      <a:pt x="24" y="7"/>
                      <a:pt x="18" y="8"/>
                      <a:pt x="16" y="7"/>
                    </a:cubicBezTo>
                    <a:cubicBezTo>
                      <a:pt x="16" y="7"/>
                      <a:pt x="13" y="4"/>
                      <a:pt x="12" y="3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6" y="1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5" y="11"/>
                      <a:pt x="8" y="15"/>
                    </a:cubicBezTo>
                    <a:moveTo>
                      <a:pt x="21" y="39"/>
                    </a:moveTo>
                    <a:cubicBezTo>
                      <a:pt x="21" y="39"/>
                      <a:pt x="21" y="39"/>
                      <a:pt x="21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19" y="41"/>
                      <a:pt x="18" y="40"/>
                      <a:pt x="18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1" y="37"/>
                      <a:pt x="21" y="38"/>
                      <a:pt x="21" y="38"/>
                    </a:cubicBezTo>
                    <a:cubicBezTo>
                      <a:pt x="21" y="38"/>
                      <a:pt x="21" y="39"/>
                      <a:pt x="21" y="39"/>
                    </a:cubicBezTo>
                    <a:moveTo>
                      <a:pt x="25" y="43"/>
                    </a:moveTo>
                    <a:cubicBezTo>
                      <a:pt x="24" y="42"/>
                      <a:pt x="23" y="42"/>
                      <a:pt x="23" y="4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6"/>
                      <a:pt x="26" y="36"/>
                    </a:cubicBezTo>
                    <a:lnTo>
                      <a:pt x="25" y="43"/>
                    </a:lnTo>
                    <a:close/>
                    <a:moveTo>
                      <a:pt x="30" y="44"/>
                    </a:moveTo>
                    <a:cubicBezTo>
                      <a:pt x="29" y="44"/>
                      <a:pt x="28" y="44"/>
                      <a:pt x="28" y="43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1" y="37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2" y="44"/>
                      <a:pt x="32" y="44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4" y="37"/>
                      <a:pt x="35" y="37"/>
                      <a:pt x="36" y="37"/>
                    </a:cubicBezTo>
                    <a:cubicBezTo>
                      <a:pt x="36" y="37"/>
                      <a:pt x="35" y="43"/>
                      <a:pt x="35" y="45"/>
                    </a:cubicBezTo>
                    <a:moveTo>
                      <a:pt x="40" y="45"/>
                    </a:moveTo>
                    <a:cubicBezTo>
                      <a:pt x="40" y="45"/>
                      <a:pt x="37" y="45"/>
                      <a:pt x="38" y="45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41" y="38"/>
                      <a:pt x="41" y="38"/>
                    </a:cubicBezTo>
                    <a:lnTo>
                      <a:pt x="40" y="45"/>
                    </a:lnTo>
                    <a:close/>
                    <a:moveTo>
                      <a:pt x="44" y="46"/>
                    </a:moveTo>
                    <a:cubicBezTo>
                      <a:pt x="43" y="46"/>
                      <a:pt x="43" y="46"/>
                      <a:pt x="42" y="46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9"/>
                      <a:pt x="44" y="39"/>
                      <a:pt x="45" y="39"/>
                    </a:cubicBezTo>
                    <a:lnTo>
                      <a:pt x="44" y="46"/>
                    </a:lnTo>
                    <a:close/>
                    <a:moveTo>
                      <a:pt x="49" y="46"/>
                    </a:moveTo>
                    <a:cubicBezTo>
                      <a:pt x="49" y="46"/>
                      <a:pt x="48" y="46"/>
                      <a:pt x="47" y="46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lnTo>
                      <a:pt x="49" y="46"/>
                    </a:lnTo>
                    <a:close/>
                    <a:moveTo>
                      <a:pt x="55" y="45"/>
                    </a:moveTo>
                    <a:cubicBezTo>
                      <a:pt x="54" y="46"/>
                      <a:pt x="53" y="46"/>
                      <a:pt x="53" y="46"/>
                    </a:cubicBezTo>
                    <a:cubicBezTo>
                      <a:pt x="52" y="45"/>
                      <a:pt x="52" y="45"/>
                      <a:pt x="52" y="44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1"/>
                    </a:cubicBezTo>
                    <a:cubicBezTo>
                      <a:pt x="54" y="41"/>
                      <a:pt x="55" y="42"/>
                      <a:pt x="55" y="42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5" y="45"/>
                      <a:pt x="55" y="45"/>
                    </a:cubicBezTo>
                    <a:moveTo>
                      <a:pt x="61" y="17"/>
                    </a:moveTo>
                    <a:cubicBezTo>
                      <a:pt x="62" y="17"/>
                      <a:pt x="64" y="17"/>
                      <a:pt x="65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9" y="17"/>
                      <a:pt x="71" y="16"/>
                      <a:pt x="72" y="15"/>
                    </a:cubicBezTo>
                    <a:cubicBezTo>
                      <a:pt x="73" y="15"/>
                      <a:pt x="74" y="14"/>
                      <a:pt x="75" y="14"/>
                    </a:cubicBezTo>
                    <a:cubicBezTo>
                      <a:pt x="76" y="14"/>
                      <a:pt x="78" y="15"/>
                      <a:pt x="79" y="15"/>
                    </a:cubicBezTo>
                    <a:cubicBezTo>
                      <a:pt x="74" y="16"/>
                      <a:pt x="70" y="22"/>
                      <a:pt x="67" y="21"/>
                    </a:cubicBezTo>
                    <a:cubicBezTo>
                      <a:pt x="65" y="20"/>
                      <a:pt x="66" y="24"/>
                      <a:pt x="65" y="25"/>
                    </a:cubicBezTo>
                    <a:cubicBezTo>
                      <a:pt x="63" y="27"/>
                      <a:pt x="60" y="26"/>
                      <a:pt x="62" y="22"/>
                    </a:cubicBezTo>
                    <a:cubicBezTo>
                      <a:pt x="62" y="21"/>
                      <a:pt x="61" y="19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1" y="17"/>
                    </a:cubicBezTo>
                    <a:moveTo>
                      <a:pt x="62" y="31"/>
                    </a:moveTo>
                    <a:cubicBezTo>
                      <a:pt x="62" y="32"/>
                      <a:pt x="61" y="33"/>
                      <a:pt x="61" y="33"/>
                    </a:cubicBezTo>
                    <a:cubicBezTo>
                      <a:pt x="59" y="32"/>
                      <a:pt x="57" y="31"/>
                      <a:pt x="56" y="31"/>
                    </a:cubicBezTo>
                    <a:cubicBezTo>
                      <a:pt x="54" y="30"/>
                      <a:pt x="53" y="31"/>
                      <a:pt x="53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7" y="36"/>
                      <a:pt x="59" y="37"/>
                      <a:pt x="59" y="37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9"/>
                      <a:pt x="58" y="40"/>
                      <a:pt x="57" y="41"/>
                    </a:cubicBezTo>
                    <a:cubicBezTo>
                      <a:pt x="54" y="38"/>
                      <a:pt x="46" y="36"/>
                      <a:pt x="40" y="35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2"/>
                      <a:pt x="47" y="32"/>
                      <a:pt x="47" y="30"/>
                    </a:cubicBezTo>
                    <a:cubicBezTo>
                      <a:pt x="47" y="29"/>
                      <a:pt x="47" y="28"/>
                      <a:pt x="45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50" y="25"/>
                      <a:pt x="59" y="28"/>
                      <a:pt x="62" y="31"/>
                    </a:cubicBezTo>
                    <a:moveTo>
                      <a:pt x="46" y="10"/>
                    </a:moveTo>
                    <a:cubicBezTo>
                      <a:pt x="46" y="10"/>
                      <a:pt x="47" y="10"/>
                      <a:pt x="47" y="10"/>
                    </a:cubicBezTo>
                    <a:cubicBezTo>
                      <a:pt x="49" y="11"/>
                      <a:pt x="50" y="12"/>
                      <a:pt x="50" y="14"/>
                    </a:cubicBezTo>
                    <a:cubicBezTo>
                      <a:pt x="50" y="16"/>
                      <a:pt x="48" y="18"/>
                      <a:pt x="46" y="17"/>
                    </a:cubicBezTo>
                    <a:cubicBezTo>
                      <a:pt x="44" y="17"/>
                      <a:pt x="43" y="15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1"/>
                      <a:pt x="45" y="11"/>
                      <a:pt x="46" y="10"/>
                    </a:cubicBezTo>
                    <a:moveTo>
                      <a:pt x="42" y="2"/>
                    </a:moveTo>
                    <a:cubicBezTo>
                      <a:pt x="44" y="3"/>
                      <a:pt x="45" y="5"/>
                      <a:pt x="45" y="6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9"/>
                      <a:pt x="40" y="9"/>
                      <a:pt x="40" y="9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4"/>
                      <a:pt x="40" y="2"/>
                      <a:pt x="42" y="2"/>
                    </a:cubicBezTo>
                    <a:moveTo>
                      <a:pt x="31" y="12"/>
                    </a:moveTo>
                    <a:cubicBezTo>
                      <a:pt x="31" y="10"/>
                      <a:pt x="33" y="8"/>
                      <a:pt x="35" y="9"/>
                    </a:cubicBezTo>
                    <a:cubicBezTo>
                      <a:pt x="35" y="9"/>
                      <a:pt x="36" y="9"/>
                      <a:pt x="36" y="9"/>
                    </a:cubicBezTo>
                    <a:cubicBezTo>
                      <a:pt x="37" y="10"/>
                      <a:pt x="37" y="10"/>
                      <a:pt x="38" y="11"/>
                    </a:cubicBezTo>
                    <a:cubicBezTo>
                      <a:pt x="38" y="11"/>
                      <a:pt x="38" y="12"/>
                      <a:pt x="38" y="13"/>
                    </a:cubicBezTo>
                    <a:cubicBezTo>
                      <a:pt x="38" y="15"/>
                      <a:pt x="36" y="16"/>
                      <a:pt x="34" y="16"/>
                    </a:cubicBezTo>
                    <a:cubicBezTo>
                      <a:pt x="32" y="15"/>
                      <a:pt x="31" y="14"/>
                      <a:pt x="31" y="12"/>
                    </a:cubicBezTo>
                    <a:moveTo>
                      <a:pt x="37" y="23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29" y="27"/>
                      <a:pt x="29" y="28"/>
                    </a:cubicBezTo>
                    <a:cubicBezTo>
                      <a:pt x="29" y="29"/>
                      <a:pt x="30" y="30"/>
                      <a:pt x="31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4"/>
                      <a:pt x="20" y="33"/>
                      <a:pt x="16" y="35"/>
                    </a:cubicBezTo>
                    <a:cubicBezTo>
                      <a:pt x="16" y="34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8" y="30"/>
                      <a:pt x="21" y="30"/>
                    </a:cubicBezTo>
                    <a:cubicBezTo>
                      <a:pt x="22" y="30"/>
                      <a:pt x="23" y="29"/>
                      <a:pt x="23" y="28"/>
                    </a:cubicBezTo>
                    <a:cubicBezTo>
                      <a:pt x="23" y="26"/>
                      <a:pt x="22" y="26"/>
                      <a:pt x="21" y="26"/>
                    </a:cubicBezTo>
                    <a:cubicBezTo>
                      <a:pt x="20" y="26"/>
                      <a:pt x="17" y="26"/>
                      <a:pt x="15" y="27"/>
                    </a:cubicBezTo>
                    <a:cubicBezTo>
                      <a:pt x="15" y="26"/>
                      <a:pt x="15" y="25"/>
                      <a:pt x="14" y="24"/>
                    </a:cubicBezTo>
                    <a:cubicBezTo>
                      <a:pt x="19" y="22"/>
                      <a:pt x="27" y="22"/>
                      <a:pt x="37" y="23"/>
                    </a:cubicBezTo>
                    <a:moveTo>
                      <a:pt x="7" y="4"/>
                    </a:move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0"/>
                      <a:pt x="19" y="11"/>
                      <a:pt x="20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17" y="14"/>
                      <a:pt x="18" y="16"/>
                    </a:cubicBezTo>
                    <a:cubicBezTo>
                      <a:pt x="18" y="20"/>
                      <a:pt x="15" y="20"/>
                      <a:pt x="14" y="18"/>
                    </a:cubicBezTo>
                    <a:cubicBezTo>
                      <a:pt x="13" y="17"/>
                      <a:pt x="15" y="12"/>
                      <a:pt x="12" y="13"/>
                    </a:cubicBezTo>
                    <a:cubicBezTo>
                      <a:pt x="9" y="13"/>
                      <a:pt x="7" y="7"/>
                      <a:pt x="3" y="4"/>
                    </a:cubicBezTo>
                    <a:cubicBezTo>
                      <a:pt x="4" y="4"/>
                      <a:pt x="6" y="4"/>
                      <a:pt x="7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9" name="Freeform 35">
                <a:extLst>
                  <a:ext uri="{FF2B5EF4-FFF2-40B4-BE49-F238E27FC236}">
                    <a16:creationId xmlns:a16="http://schemas.microsoft.com/office/drawing/2014/main" id="{3A659435-7F5A-4F68-8362-9B9617AB2A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0" y="7683"/>
                <a:ext cx="66" cy="52"/>
              </a:xfrm>
              <a:custGeom>
                <a:avLst/>
                <a:gdLst>
                  <a:gd name="T0" fmla="*/ 19 w 89"/>
                  <a:gd name="T1" fmla="*/ 62 h 69"/>
                  <a:gd name="T2" fmla="*/ 88 w 89"/>
                  <a:gd name="T3" fmla="*/ 3 h 69"/>
                  <a:gd name="T4" fmla="*/ 87 w 89"/>
                  <a:gd name="T5" fmla="*/ 1 h 69"/>
                  <a:gd name="T6" fmla="*/ 17 w 89"/>
                  <a:gd name="T7" fmla="*/ 57 h 69"/>
                  <a:gd name="T8" fmla="*/ 14 w 89"/>
                  <a:gd name="T9" fmla="*/ 52 h 69"/>
                  <a:gd name="T10" fmla="*/ 78 w 89"/>
                  <a:gd name="T11" fmla="*/ 6 h 69"/>
                  <a:gd name="T12" fmla="*/ 78 w 89"/>
                  <a:gd name="T13" fmla="*/ 5 h 69"/>
                  <a:gd name="T14" fmla="*/ 12 w 89"/>
                  <a:gd name="T15" fmla="*/ 49 h 69"/>
                  <a:gd name="T16" fmla="*/ 19 w 89"/>
                  <a:gd name="T17" fmla="*/ 6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19" y="62"/>
                    </a:moveTo>
                    <a:cubicBezTo>
                      <a:pt x="24" y="57"/>
                      <a:pt x="85" y="5"/>
                      <a:pt x="88" y="3"/>
                    </a:cubicBezTo>
                    <a:cubicBezTo>
                      <a:pt x="89" y="1"/>
                      <a:pt x="88" y="0"/>
                      <a:pt x="87" y="1"/>
                    </a:cubicBezTo>
                    <a:cubicBezTo>
                      <a:pt x="84" y="3"/>
                      <a:pt x="19" y="56"/>
                      <a:pt x="17" y="57"/>
                    </a:cubicBezTo>
                    <a:cubicBezTo>
                      <a:pt x="14" y="60"/>
                      <a:pt x="10" y="56"/>
                      <a:pt x="14" y="52"/>
                    </a:cubicBezTo>
                    <a:cubicBezTo>
                      <a:pt x="20" y="48"/>
                      <a:pt x="78" y="5"/>
                      <a:pt x="78" y="6"/>
                    </a:cubicBezTo>
                    <a:cubicBezTo>
                      <a:pt x="77" y="7"/>
                      <a:pt x="78" y="5"/>
                      <a:pt x="78" y="5"/>
                    </a:cubicBezTo>
                    <a:cubicBezTo>
                      <a:pt x="77" y="6"/>
                      <a:pt x="24" y="41"/>
                      <a:pt x="12" y="49"/>
                    </a:cubicBezTo>
                    <a:cubicBezTo>
                      <a:pt x="0" y="58"/>
                      <a:pt x="10" y="69"/>
                      <a:pt x="19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0" name="Freeform 36">
                <a:extLst>
                  <a:ext uri="{FF2B5EF4-FFF2-40B4-BE49-F238E27FC236}">
                    <a16:creationId xmlns:a16="http://schemas.microsoft.com/office/drawing/2014/main" id="{4BF603DC-F6A2-49BD-A143-15F9D8F2E7E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7" y="7662"/>
                <a:ext cx="62" cy="38"/>
              </a:xfrm>
              <a:custGeom>
                <a:avLst/>
                <a:gdLst>
                  <a:gd name="T0" fmla="*/ 72 w 83"/>
                  <a:gd name="T1" fmla="*/ 4 h 50"/>
                  <a:gd name="T2" fmla="*/ 12 w 83"/>
                  <a:gd name="T3" fmla="*/ 33 h 50"/>
                  <a:gd name="T4" fmla="*/ 16 w 83"/>
                  <a:gd name="T5" fmla="*/ 45 h 50"/>
                  <a:gd name="T6" fmla="*/ 81 w 83"/>
                  <a:gd name="T7" fmla="*/ 2 h 50"/>
                  <a:gd name="T8" fmla="*/ 81 w 83"/>
                  <a:gd name="T9" fmla="*/ 1 h 50"/>
                  <a:gd name="T10" fmla="*/ 15 w 83"/>
                  <a:gd name="T11" fmla="*/ 41 h 50"/>
                  <a:gd name="T12" fmla="*/ 13 w 83"/>
                  <a:gd name="T13" fmla="*/ 36 h 50"/>
                  <a:gd name="T14" fmla="*/ 72 w 83"/>
                  <a:gd name="T15" fmla="*/ 4 h 50"/>
                  <a:gd name="T16" fmla="*/ 72 w 83"/>
                  <a:gd name="T1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50">
                    <a:moveTo>
                      <a:pt x="72" y="4"/>
                    </a:moveTo>
                    <a:cubicBezTo>
                      <a:pt x="72" y="4"/>
                      <a:pt x="22" y="28"/>
                      <a:pt x="12" y="33"/>
                    </a:cubicBezTo>
                    <a:cubicBezTo>
                      <a:pt x="0" y="39"/>
                      <a:pt x="7" y="50"/>
                      <a:pt x="16" y="45"/>
                    </a:cubicBezTo>
                    <a:cubicBezTo>
                      <a:pt x="20" y="42"/>
                      <a:pt x="79" y="4"/>
                      <a:pt x="81" y="2"/>
                    </a:cubicBezTo>
                    <a:cubicBezTo>
                      <a:pt x="83" y="2"/>
                      <a:pt x="82" y="0"/>
                      <a:pt x="81" y="1"/>
                    </a:cubicBezTo>
                    <a:cubicBezTo>
                      <a:pt x="78" y="2"/>
                      <a:pt x="17" y="40"/>
                      <a:pt x="15" y="41"/>
                    </a:cubicBezTo>
                    <a:cubicBezTo>
                      <a:pt x="11" y="43"/>
                      <a:pt x="9" y="39"/>
                      <a:pt x="13" y="36"/>
                    </a:cubicBezTo>
                    <a:cubicBezTo>
                      <a:pt x="18" y="34"/>
                      <a:pt x="73" y="4"/>
                      <a:pt x="72" y="4"/>
                    </a:cubicBezTo>
                    <a:cubicBezTo>
                      <a:pt x="72" y="5"/>
                      <a:pt x="73" y="3"/>
                      <a:pt x="7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1" name="Freeform 37">
                <a:extLst>
                  <a:ext uri="{FF2B5EF4-FFF2-40B4-BE49-F238E27FC236}">
                    <a16:creationId xmlns:a16="http://schemas.microsoft.com/office/drawing/2014/main" id="{493A5A3E-8DBE-4232-955F-6A08737B9E5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78" y="7643"/>
                <a:ext cx="50" cy="19"/>
              </a:xfrm>
              <a:custGeom>
                <a:avLst/>
                <a:gdLst>
                  <a:gd name="T0" fmla="*/ 14 w 68"/>
                  <a:gd name="T1" fmla="*/ 22 h 26"/>
                  <a:gd name="T2" fmla="*/ 67 w 68"/>
                  <a:gd name="T3" fmla="*/ 2 h 26"/>
                  <a:gd name="T4" fmla="*/ 66 w 68"/>
                  <a:gd name="T5" fmla="*/ 1 h 26"/>
                  <a:gd name="T6" fmla="*/ 14 w 68"/>
                  <a:gd name="T7" fmla="*/ 18 h 26"/>
                  <a:gd name="T8" fmla="*/ 14 w 68"/>
                  <a:gd name="T9" fmla="*/ 13 h 26"/>
                  <a:gd name="T10" fmla="*/ 57 w 68"/>
                  <a:gd name="T11" fmla="*/ 2 h 26"/>
                  <a:gd name="T12" fmla="*/ 58 w 68"/>
                  <a:gd name="T13" fmla="*/ 1 h 26"/>
                  <a:gd name="T14" fmla="*/ 13 w 68"/>
                  <a:gd name="T15" fmla="*/ 10 h 26"/>
                  <a:gd name="T16" fmla="*/ 14 w 68"/>
                  <a:gd name="T17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6">
                    <a:moveTo>
                      <a:pt x="14" y="22"/>
                    </a:moveTo>
                    <a:cubicBezTo>
                      <a:pt x="20" y="20"/>
                      <a:pt x="64" y="3"/>
                      <a:pt x="67" y="2"/>
                    </a:cubicBezTo>
                    <a:cubicBezTo>
                      <a:pt x="68" y="2"/>
                      <a:pt x="68" y="0"/>
                      <a:pt x="66" y="1"/>
                    </a:cubicBezTo>
                    <a:cubicBezTo>
                      <a:pt x="64" y="2"/>
                      <a:pt x="17" y="18"/>
                      <a:pt x="14" y="18"/>
                    </a:cubicBezTo>
                    <a:cubicBezTo>
                      <a:pt x="11" y="19"/>
                      <a:pt x="9" y="15"/>
                      <a:pt x="14" y="13"/>
                    </a:cubicBezTo>
                    <a:cubicBezTo>
                      <a:pt x="19" y="12"/>
                      <a:pt x="55" y="3"/>
                      <a:pt x="57" y="2"/>
                    </a:cubicBezTo>
                    <a:cubicBezTo>
                      <a:pt x="57" y="2"/>
                      <a:pt x="58" y="1"/>
                      <a:pt x="58" y="1"/>
                    </a:cubicBezTo>
                    <a:cubicBezTo>
                      <a:pt x="57" y="1"/>
                      <a:pt x="24" y="7"/>
                      <a:pt x="13" y="10"/>
                    </a:cubicBezTo>
                    <a:cubicBezTo>
                      <a:pt x="0" y="13"/>
                      <a:pt x="5" y="26"/>
                      <a:pt x="14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2" name="Freeform 38">
                <a:extLst>
                  <a:ext uri="{FF2B5EF4-FFF2-40B4-BE49-F238E27FC236}">
                    <a16:creationId xmlns:a16="http://schemas.microsoft.com/office/drawing/2014/main" id="{C12A3BDC-4EF4-4BF3-B7FB-601C3CBD937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56" y="7687"/>
                <a:ext cx="19" cy="38"/>
              </a:xfrm>
              <a:custGeom>
                <a:avLst/>
                <a:gdLst>
                  <a:gd name="T0" fmla="*/ 10 w 26"/>
                  <a:gd name="T1" fmla="*/ 45 h 51"/>
                  <a:gd name="T2" fmla="*/ 26 w 26"/>
                  <a:gd name="T3" fmla="*/ 1 h 51"/>
                  <a:gd name="T4" fmla="*/ 25 w 26"/>
                  <a:gd name="T5" fmla="*/ 1 h 51"/>
                  <a:gd name="T6" fmla="*/ 8 w 26"/>
                  <a:gd name="T7" fmla="*/ 43 h 51"/>
                  <a:gd name="T8" fmla="*/ 6 w 26"/>
                  <a:gd name="T9" fmla="*/ 42 h 51"/>
                  <a:gd name="T10" fmla="*/ 22 w 26"/>
                  <a:gd name="T11" fmla="*/ 6 h 51"/>
                  <a:gd name="T12" fmla="*/ 22 w 26"/>
                  <a:gd name="T13" fmla="*/ 6 h 51"/>
                  <a:gd name="T14" fmla="*/ 4 w 26"/>
                  <a:gd name="T15" fmla="*/ 41 h 51"/>
                  <a:gd name="T16" fmla="*/ 10 w 26"/>
                  <a:gd name="T17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10" y="45"/>
                    </a:moveTo>
                    <a:cubicBezTo>
                      <a:pt x="11" y="41"/>
                      <a:pt x="25" y="3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4" y="3"/>
                      <a:pt x="9" y="42"/>
                      <a:pt x="8" y="43"/>
                    </a:cubicBezTo>
                    <a:cubicBezTo>
                      <a:pt x="8" y="46"/>
                      <a:pt x="4" y="45"/>
                      <a:pt x="6" y="42"/>
                    </a:cubicBezTo>
                    <a:cubicBezTo>
                      <a:pt x="7" y="38"/>
                      <a:pt x="21" y="8"/>
                      <a:pt x="22" y="6"/>
                    </a:cubicBezTo>
                    <a:cubicBezTo>
                      <a:pt x="22" y="6"/>
                      <a:pt x="22" y="5"/>
                      <a:pt x="22" y="6"/>
                    </a:cubicBezTo>
                    <a:cubicBezTo>
                      <a:pt x="22" y="6"/>
                      <a:pt x="7" y="34"/>
                      <a:pt x="4" y="41"/>
                    </a:cubicBezTo>
                    <a:cubicBezTo>
                      <a:pt x="0" y="49"/>
                      <a:pt x="8" y="51"/>
                      <a:pt x="10" y="4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3" name="Freeform 39">
                <a:extLst>
                  <a:ext uri="{FF2B5EF4-FFF2-40B4-BE49-F238E27FC236}">
                    <a16:creationId xmlns:a16="http://schemas.microsoft.com/office/drawing/2014/main" id="{36771D25-9236-4C7D-8C8D-64B64DD5A3B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2" y="7692"/>
                <a:ext cx="21" cy="37"/>
              </a:xfrm>
              <a:custGeom>
                <a:avLst/>
                <a:gdLst>
                  <a:gd name="T0" fmla="*/ 10 w 28"/>
                  <a:gd name="T1" fmla="*/ 44 h 50"/>
                  <a:gd name="T2" fmla="*/ 28 w 28"/>
                  <a:gd name="T3" fmla="*/ 2 h 50"/>
                  <a:gd name="T4" fmla="*/ 27 w 28"/>
                  <a:gd name="T5" fmla="*/ 1 h 50"/>
                  <a:gd name="T6" fmla="*/ 8 w 28"/>
                  <a:gd name="T7" fmla="*/ 42 h 50"/>
                  <a:gd name="T8" fmla="*/ 5 w 28"/>
                  <a:gd name="T9" fmla="*/ 41 h 50"/>
                  <a:gd name="T10" fmla="*/ 24 w 28"/>
                  <a:gd name="T11" fmla="*/ 6 h 50"/>
                  <a:gd name="T12" fmla="*/ 24 w 28"/>
                  <a:gd name="T13" fmla="*/ 6 h 50"/>
                  <a:gd name="T14" fmla="*/ 3 w 28"/>
                  <a:gd name="T15" fmla="*/ 40 h 50"/>
                  <a:gd name="T16" fmla="*/ 10 w 28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10" y="44"/>
                    </a:moveTo>
                    <a:cubicBezTo>
                      <a:pt x="11" y="41"/>
                      <a:pt x="27" y="3"/>
                      <a:pt x="28" y="2"/>
                    </a:cubicBezTo>
                    <a:cubicBezTo>
                      <a:pt x="28" y="1"/>
                      <a:pt x="27" y="0"/>
                      <a:pt x="27" y="1"/>
                    </a:cubicBezTo>
                    <a:cubicBezTo>
                      <a:pt x="26" y="3"/>
                      <a:pt x="9" y="41"/>
                      <a:pt x="8" y="42"/>
                    </a:cubicBezTo>
                    <a:cubicBezTo>
                      <a:pt x="7" y="45"/>
                      <a:pt x="4" y="44"/>
                      <a:pt x="5" y="41"/>
                    </a:cubicBezTo>
                    <a:cubicBezTo>
                      <a:pt x="7" y="37"/>
                      <a:pt x="23" y="7"/>
                      <a:pt x="24" y="6"/>
                    </a:cubicBezTo>
                    <a:cubicBezTo>
                      <a:pt x="24" y="6"/>
                      <a:pt x="24" y="5"/>
                      <a:pt x="24" y="6"/>
                    </a:cubicBezTo>
                    <a:cubicBezTo>
                      <a:pt x="23" y="6"/>
                      <a:pt x="7" y="33"/>
                      <a:pt x="3" y="40"/>
                    </a:cubicBezTo>
                    <a:cubicBezTo>
                      <a:pt x="0" y="47"/>
                      <a:pt x="8" y="50"/>
                      <a:pt x="10" y="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4" name="Freeform 40">
                <a:extLst>
                  <a:ext uri="{FF2B5EF4-FFF2-40B4-BE49-F238E27FC236}">
                    <a16:creationId xmlns:a16="http://schemas.microsoft.com/office/drawing/2014/main" id="{C8236C33-8874-45FF-95AD-176F5E97C3C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1" y="7693"/>
                <a:ext cx="21" cy="38"/>
              </a:xfrm>
              <a:custGeom>
                <a:avLst/>
                <a:gdLst>
                  <a:gd name="T0" fmla="*/ 24 w 28"/>
                  <a:gd name="T1" fmla="*/ 40 h 51"/>
                  <a:gd name="T2" fmla="*/ 4 w 28"/>
                  <a:gd name="T3" fmla="*/ 6 h 51"/>
                  <a:gd name="T4" fmla="*/ 4 w 28"/>
                  <a:gd name="T5" fmla="*/ 6 h 51"/>
                  <a:gd name="T6" fmla="*/ 22 w 28"/>
                  <a:gd name="T7" fmla="*/ 41 h 51"/>
                  <a:gd name="T8" fmla="*/ 20 w 28"/>
                  <a:gd name="T9" fmla="*/ 43 h 51"/>
                  <a:gd name="T10" fmla="*/ 1 w 28"/>
                  <a:gd name="T11" fmla="*/ 1 h 51"/>
                  <a:gd name="T12" fmla="*/ 0 w 28"/>
                  <a:gd name="T13" fmla="*/ 2 h 51"/>
                  <a:gd name="T14" fmla="*/ 18 w 28"/>
                  <a:gd name="T15" fmla="*/ 44 h 51"/>
                  <a:gd name="T16" fmla="*/ 24 w 28"/>
                  <a:gd name="T17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24" y="40"/>
                    </a:moveTo>
                    <a:cubicBezTo>
                      <a:pt x="21" y="33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8"/>
                      <a:pt x="21" y="38"/>
                      <a:pt x="22" y="41"/>
                    </a:cubicBezTo>
                    <a:cubicBezTo>
                      <a:pt x="24" y="44"/>
                      <a:pt x="21" y="45"/>
                      <a:pt x="20" y="43"/>
                    </a:cubicBezTo>
                    <a:cubicBezTo>
                      <a:pt x="19" y="41"/>
                      <a:pt x="2" y="3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4"/>
                      <a:pt x="17" y="41"/>
                      <a:pt x="18" y="44"/>
                    </a:cubicBezTo>
                    <a:cubicBezTo>
                      <a:pt x="20" y="51"/>
                      <a:pt x="28" y="48"/>
                      <a:pt x="24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5" name="Freeform 41">
                <a:extLst>
                  <a:ext uri="{FF2B5EF4-FFF2-40B4-BE49-F238E27FC236}">
                    <a16:creationId xmlns:a16="http://schemas.microsoft.com/office/drawing/2014/main" id="{E744F693-8791-44D1-957D-7E19EA5A2C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4" y="7688"/>
                <a:ext cx="17" cy="25"/>
              </a:xfrm>
              <a:custGeom>
                <a:avLst/>
                <a:gdLst>
                  <a:gd name="T0" fmla="*/ 19 w 23"/>
                  <a:gd name="T1" fmla="*/ 4 h 33"/>
                  <a:gd name="T2" fmla="*/ 19 w 23"/>
                  <a:gd name="T3" fmla="*/ 4 h 33"/>
                  <a:gd name="T4" fmla="*/ 3 w 23"/>
                  <a:gd name="T5" fmla="*/ 26 h 33"/>
                  <a:gd name="T6" fmla="*/ 8 w 23"/>
                  <a:gd name="T7" fmla="*/ 29 h 33"/>
                  <a:gd name="T8" fmla="*/ 22 w 23"/>
                  <a:gd name="T9" fmla="*/ 1 h 33"/>
                  <a:gd name="T10" fmla="*/ 22 w 23"/>
                  <a:gd name="T11" fmla="*/ 1 h 33"/>
                  <a:gd name="T12" fmla="*/ 7 w 23"/>
                  <a:gd name="T13" fmla="*/ 28 h 33"/>
                  <a:gd name="T14" fmla="*/ 5 w 23"/>
                  <a:gd name="T15" fmla="*/ 27 h 33"/>
                  <a:gd name="T16" fmla="*/ 19 w 23"/>
                  <a:gd name="T1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3">
                    <a:moveTo>
                      <a:pt x="19" y="4"/>
                    </a:move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6" y="22"/>
                      <a:pt x="3" y="26"/>
                    </a:cubicBezTo>
                    <a:cubicBezTo>
                      <a:pt x="0" y="31"/>
                      <a:pt x="7" y="33"/>
                      <a:pt x="8" y="29"/>
                    </a:cubicBezTo>
                    <a:cubicBezTo>
                      <a:pt x="9" y="27"/>
                      <a:pt x="22" y="2"/>
                      <a:pt x="22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1" y="2"/>
                      <a:pt x="7" y="27"/>
                      <a:pt x="7" y="28"/>
                    </a:cubicBezTo>
                    <a:cubicBezTo>
                      <a:pt x="6" y="29"/>
                      <a:pt x="4" y="29"/>
                      <a:pt x="5" y="27"/>
                    </a:cubicBezTo>
                    <a:cubicBezTo>
                      <a:pt x="6" y="25"/>
                      <a:pt x="19" y="4"/>
                      <a:pt x="19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6" name="Freeform 42">
                <a:extLst>
                  <a:ext uri="{FF2B5EF4-FFF2-40B4-BE49-F238E27FC236}">
                    <a16:creationId xmlns:a16="http://schemas.microsoft.com/office/drawing/2014/main" id="{627F2FC6-0DB0-4CB6-BBE4-554FA4BFA4C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0" y="7690"/>
                <a:ext cx="18" cy="17"/>
              </a:xfrm>
              <a:custGeom>
                <a:avLst/>
                <a:gdLst>
                  <a:gd name="T0" fmla="*/ 22 w 23"/>
                  <a:gd name="T1" fmla="*/ 1 h 23"/>
                  <a:gd name="T2" fmla="*/ 22 w 23"/>
                  <a:gd name="T3" fmla="*/ 1 h 23"/>
                  <a:gd name="T4" fmla="*/ 9 w 23"/>
                  <a:gd name="T5" fmla="*/ 16 h 23"/>
                  <a:gd name="T6" fmla="*/ 7 w 23"/>
                  <a:gd name="T7" fmla="*/ 13 h 23"/>
                  <a:gd name="T8" fmla="*/ 17 w 23"/>
                  <a:gd name="T9" fmla="*/ 4 h 23"/>
                  <a:gd name="T10" fmla="*/ 17 w 23"/>
                  <a:gd name="T11" fmla="*/ 4 h 23"/>
                  <a:gd name="T12" fmla="*/ 6 w 23"/>
                  <a:gd name="T13" fmla="*/ 12 h 23"/>
                  <a:gd name="T14" fmla="*/ 10 w 23"/>
                  <a:gd name="T15" fmla="*/ 18 h 23"/>
                  <a:gd name="T16" fmla="*/ 22 w 23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1"/>
                    </a:moveTo>
                    <a:cubicBezTo>
                      <a:pt x="23" y="1"/>
                      <a:pt x="22" y="0"/>
                      <a:pt x="22" y="1"/>
                    </a:cubicBezTo>
                    <a:cubicBezTo>
                      <a:pt x="21" y="2"/>
                      <a:pt x="10" y="15"/>
                      <a:pt x="9" y="16"/>
                    </a:cubicBezTo>
                    <a:cubicBezTo>
                      <a:pt x="7" y="18"/>
                      <a:pt x="5" y="16"/>
                      <a:pt x="7" y="13"/>
                    </a:cubicBezTo>
                    <a:cubicBezTo>
                      <a:pt x="9" y="11"/>
                      <a:pt x="17" y="5"/>
                      <a:pt x="17" y="4"/>
                    </a:cubicBezTo>
                    <a:cubicBezTo>
                      <a:pt x="17" y="4"/>
                      <a:pt x="18" y="4"/>
                      <a:pt x="17" y="4"/>
                    </a:cubicBezTo>
                    <a:cubicBezTo>
                      <a:pt x="17" y="4"/>
                      <a:pt x="11" y="6"/>
                      <a:pt x="6" y="12"/>
                    </a:cubicBezTo>
                    <a:cubicBezTo>
                      <a:pt x="0" y="18"/>
                      <a:pt x="6" y="23"/>
                      <a:pt x="10" y="18"/>
                    </a:cubicBezTo>
                    <a:cubicBezTo>
                      <a:pt x="13" y="15"/>
                      <a:pt x="21" y="3"/>
                      <a:pt x="2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7" name="Freeform 43">
                <a:extLst>
                  <a:ext uri="{FF2B5EF4-FFF2-40B4-BE49-F238E27FC236}">
                    <a16:creationId xmlns:a16="http://schemas.microsoft.com/office/drawing/2014/main" id="{9441FA01-FDB8-4D34-98E9-12BC9B72325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26"/>
                <a:ext cx="27" cy="8"/>
              </a:xfrm>
              <a:custGeom>
                <a:avLst/>
                <a:gdLst>
                  <a:gd name="T0" fmla="*/ 29 w 37"/>
                  <a:gd name="T1" fmla="*/ 5 h 11"/>
                  <a:gd name="T2" fmla="*/ 11 w 37"/>
                  <a:gd name="T3" fmla="*/ 1 h 11"/>
                  <a:gd name="T4" fmla="*/ 9 w 37"/>
                  <a:gd name="T5" fmla="*/ 11 h 11"/>
                  <a:gd name="T6" fmla="*/ 36 w 37"/>
                  <a:gd name="T7" fmla="*/ 8 h 11"/>
                  <a:gd name="T8" fmla="*/ 36 w 37"/>
                  <a:gd name="T9" fmla="*/ 7 h 11"/>
                  <a:gd name="T10" fmla="*/ 10 w 37"/>
                  <a:gd name="T11" fmla="*/ 8 h 11"/>
                  <a:gd name="T12" fmla="*/ 11 w 37"/>
                  <a:gd name="T13" fmla="*/ 3 h 11"/>
                  <a:gd name="T14" fmla="*/ 28 w 37"/>
                  <a:gd name="T15" fmla="*/ 6 h 11"/>
                  <a:gd name="T16" fmla="*/ 29 w 37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9" y="5"/>
                    </a:moveTo>
                    <a:cubicBezTo>
                      <a:pt x="28" y="5"/>
                      <a:pt x="21" y="1"/>
                      <a:pt x="11" y="1"/>
                    </a:cubicBezTo>
                    <a:cubicBezTo>
                      <a:pt x="0" y="0"/>
                      <a:pt x="1" y="11"/>
                      <a:pt x="9" y="11"/>
                    </a:cubicBezTo>
                    <a:cubicBezTo>
                      <a:pt x="14" y="10"/>
                      <a:pt x="34" y="9"/>
                      <a:pt x="36" y="8"/>
                    </a:cubicBezTo>
                    <a:cubicBezTo>
                      <a:pt x="37" y="8"/>
                      <a:pt x="37" y="7"/>
                      <a:pt x="36" y="7"/>
                    </a:cubicBezTo>
                    <a:cubicBezTo>
                      <a:pt x="34" y="7"/>
                      <a:pt x="12" y="8"/>
                      <a:pt x="10" y="8"/>
                    </a:cubicBezTo>
                    <a:cubicBezTo>
                      <a:pt x="7" y="7"/>
                      <a:pt x="7" y="3"/>
                      <a:pt x="11" y="3"/>
                    </a:cubicBezTo>
                    <a:cubicBezTo>
                      <a:pt x="16" y="4"/>
                      <a:pt x="28" y="6"/>
                      <a:pt x="28" y="6"/>
                    </a:cubicBezTo>
                    <a:cubicBezTo>
                      <a:pt x="29" y="6"/>
                      <a:pt x="29" y="5"/>
                      <a:pt x="29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8" name="Freeform 44">
                <a:extLst>
                  <a:ext uri="{FF2B5EF4-FFF2-40B4-BE49-F238E27FC236}">
                    <a16:creationId xmlns:a16="http://schemas.microsoft.com/office/drawing/2014/main" id="{F60CA89F-FAD9-4391-8594-28D08E4B36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12"/>
                <a:ext cx="27" cy="10"/>
              </a:xfrm>
              <a:custGeom>
                <a:avLst/>
                <a:gdLst>
                  <a:gd name="T0" fmla="*/ 9 w 37"/>
                  <a:gd name="T1" fmla="*/ 11 h 13"/>
                  <a:gd name="T2" fmla="*/ 36 w 37"/>
                  <a:gd name="T3" fmla="*/ 13 h 13"/>
                  <a:gd name="T4" fmla="*/ 36 w 37"/>
                  <a:gd name="T5" fmla="*/ 11 h 13"/>
                  <a:gd name="T6" fmla="*/ 11 w 37"/>
                  <a:gd name="T7" fmla="*/ 8 h 13"/>
                  <a:gd name="T8" fmla="*/ 12 w 37"/>
                  <a:gd name="T9" fmla="*/ 4 h 13"/>
                  <a:gd name="T10" fmla="*/ 29 w 37"/>
                  <a:gd name="T11" fmla="*/ 9 h 13"/>
                  <a:gd name="T12" fmla="*/ 29 w 37"/>
                  <a:gd name="T13" fmla="*/ 9 h 13"/>
                  <a:gd name="T14" fmla="*/ 12 w 37"/>
                  <a:gd name="T15" fmla="*/ 2 h 13"/>
                  <a:gd name="T16" fmla="*/ 9 w 37"/>
                  <a:gd name="T1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9" y="11"/>
                    </a:moveTo>
                    <a:cubicBezTo>
                      <a:pt x="14" y="12"/>
                      <a:pt x="33" y="12"/>
                      <a:pt x="36" y="13"/>
                    </a:cubicBezTo>
                    <a:cubicBezTo>
                      <a:pt x="37" y="13"/>
                      <a:pt x="37" y="11"/>
                      <a:pt x="36" y="11"/>
                    </a:cubicBezTo>
                    <a:cubicBezTo>
                      <a:pt x="34" y="11"/>
                      <a:pt x="12" y="9"/>
                      <a:pt x="11" y="8"/>
                    </a:cubicBezTo>
                    <a:cubicBezTo>
                      <a:pt x="7" y="8"/>
                      <a:pt x="8" y="4"/>
                      <a:pt x="12" y="4"/>
                    </a:cubicBezTo>
                    <a:cubicBezTo>
                      <a:pt x="16" y="5"/>
                      <a:pt x="28" y="9"/>
                      <a:pt x="29" y="9"/>
                    </a:cubicBezTo>
                    <a:cubicBezTo>
                      <a:pt x="29" y="9"/>
                      <a:pt x="30" y="9"/>
                      <a:pt x="29" y="9"/>
                    </a:cubicBezTo>
                    <a:cubicBezTo>
                      <a:pt x="28" y="8"/>
                      <a:pt x="22" y="4"/>
                      <a:pt x="12" y="2"/>
                    </a:cubicBezTo>
                    <a:cubicBezTo>
                      <a:pt x="1" y="0"/>
                      <a:pt x="0" y="11"/>
                      <a:pt x="9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9" name="Freeform 45">
                <a:extLst>
                  <a:ext uri="{FF2B5EF4-FFF2-40B4-BE49-F238E27FC236}">
                    <a16:creationId xmlns:a16="http://schemas.microsoft.com/office/drawing/2014/main" id="{718993AA-8670-4508-A1F9-E3FAFBB794E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3" y="7599"/>
                <a:ext cx="21" cy="13"/>
              </a:xfrm>
              <a:custGeom>
                <a:avLst/>
                <a:gdLst>
                  <a:gd name="T0" fmla="*/ 14 w 27"/>
                  <a:gd name="T1" fmla="*/ 5 h 18"/>
                  <a:gd name="T2" fmla="*/ 7 w 27"/>
                  <a:gd name="T3" fmla="*/ 11 h 18"/>
                  <a:gd name="T4" fmla="*/ 25 w 27"/>
                  <a:gd name="T5" fmla="*/ 18 h 18"/>
                  <a:gd name="T6" fmla="*/ 26 w 27"/>
                  <a:gd name="T7" fmla="*/ 17 h 18"/>
                  <a:gd name="T8" fmla="*/ 10 w 27"/>
                  <a:gd name="T9" fmla="*/ 10 h 18"/>
                  <a:gd name="T10" fmla="*/ 12 w 27"/>
                  <a:gd name="T11" fmla="*/ 7 h 18"/>
                  <a:gd name="T12" fmla="*/ 20 w 27"/>
                  <a:gd name="T13" fmla="*/ 13 h 18"/>
                  <a:gd name="T14" fmla="*/ 21 w 27"/>
                  <a:gd name="T15" fmla="*/ 13 h 18"/>
                  <a:gd name="T16" fmla="*/ 14 w 27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14" y="5"/>
                    </a:moveTo>
                    <a:cubicBezTo>
                      <a:pt x="5" y="0"/>
                      <a:pt x="0" y="8"/>
                      <a:pt x="7" y="11"/>
                    </a:cubicBezTo>
                    <a:cubicBezTo>
                      <a:pt x="11" y="13"/>
                      <a:pt x="23" y="17"/>
                      <a:pt x="25" y="18"/>
                    </a:cubicBezTo>
                    <a:cubicBezTo>
                      <a:pt x="26" y="18"/>
                      <a:pt x="27" y="17"/>
                      <a:pt x="26" y="17"/>
                    </a:cubicBezTo>
                    <a:cubicBezTo>
                      <a:pt x="24" y="16"/>
                      <a:pt x="11" y="10"/>
                      <a:pt x="10" y="10"/>
                    </a:cubicBezTo>
                    <a:cubicBezTo>
                      <a:pt x="7" y="8"/>
                      <a:pt x="9" y="5"/>
                      <a:pt x="12" y="7"/>
                    </a:cubicBezTo>
                    <a:cubicBezTo>
                      <a:pt x="16" y="9"/>
                      <a:pt x="21" y="13"/>
                      <a:pt x="20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2" y="10"/>
                      <a:pt x="14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0" name="Freeform 46">
                <a:extLst>
                  <a:ext uri="{FF2B5EF4-FFF2-40B4-BE49-F238E27FC236}">
                    <a16:creationId xmlns:a16="http://schemas.microsoft.com/office/drawing/2014/main" id="{145B9E9D-1D97-41A8-9DCC-48A76AEFBE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6" y="7586"/>
                <a:ext cx="24" cy="20"/>
              </a:xfrm>
              <a:custGeom>
                <a:avLst/>
                <a:gdLst>
                  <a:gd name="T0" fmla="*/ 26 w 32"/>
                  <a:gd name="T1" fmla="*/ 19 h 26"/>
                  <a:gd name="T2" fmla="*/ 13 w 32"/>
                  <a:gd name="T3" fmla="*/ 7 h 26"/>
                  <a:gd name="T4" fmla="*/ 7 w 32"/>
                  <a:gd name="T5" fmla="*/ 14 h 26"/>
                  <a:gd name="T6" fmla="*/ 30 w 32"/>
                  <a:gd name="T7" fmla="*/ 26 h 26"/>
                  <a:gd name="T8" fmla="*/ 31 w 32"/>
                  <a:gd name="T9" fmla="*/ 25 h 26"/>
                  <a:gd name="T10" fmla="*/ 9 w 32"/>
                  <a:gd name="T11" fmla="*/ 12 h 26"/>
                  <a:gd name="T12" fmla="*/ 11 w 32"/>
                  <a:gd name="T13" fmla="*/ 9 h 26"/>
                  <a:gd name="T14" fmla="*/ 26 w 32"/>
                  <a:gd name="T15" fmla="*/ 19 h 26"/>
                  <a:gd name="T16" fmla="*/ 26 w 32"/>
                  <a:gd name="T17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6">
                    <a:moveTo>
                      <a:pt x="26" y="19"/>
                    </a:moveTo>
                    <a:cubicBezTo>
                      <a:pt x="26" y="19"/>
                      <a:pt x="20" y="13"/>
                      <a:pt x="13" y="7"/>
                    </a:cubicBezTo>
                    <a:cubicBezTo>
                      <a:pt x="5" y="0"/>
                      <a:pt x="0" y="10"/>
                      <a:pt x="7" y="14"/>
                    </a:cubicBezTo>
                    <a:cubicBezTo>
                      <a:pt x="10" y="17"/>
                      <a:pt x="28" y="25"/>
                      <a:pt x="30" y="26"/>
                    </a:cubicBezTo>
                    <a:cubicBezTo>
                      <a:pt x="31" y="26"/>
                      <a:pt x="32" y="25"/>
                      <a:pt x="31" y="25"/>
                    </a:cubicBezTo>
                    <a:cubicBezTo>
                      <a:pt x="29" y="23"/>
                      <a:pt x="10" y="13"/>
                      <a:pt x="9" y="12"/>
                    </a:cubicBezTo>
                    <a:cubicBezTo>
                      <a:pt x="7" y="10"/>
                      <a:pt x="8" y="7"/>
                      <a:pt x="11" y="9"/>
                    </a:cubicBezTo>
                    <a:cubicBezTo>
                      <a:pt x="15" y="12"/>
                      <a:pt x="26" y="20"/>
                      <a:pt x="26" y="19"/>
                    </a:cubicBezTo>
                    <a:cubicBezTo>
                      <a:pt x="25" y="19"/>
                      <a:pt x="27" y="20"/>
                      <a:pt x="26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1" name="Freeform 47">
                <a:extLst>
                  <a:ext uri="{FF2B5EF4-FFF2-40B4-BE49-F238E27FC236}">
                    <a16:creationId xmlns:a16="http://schemas.microsoft.com/office/drawing/2014/main" id="{A49686A8-3569-4473-AB92-7C2BFCAD8B4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2" y="7582"/>
                <a:ext cx="13" cy="15"/>
              </a:xfrm>
              <a:custGeom>
                <a:avLst/>
                <a:gdLst>
                  <a:gd name="T0" fmla="*/ 17 w 18"/>
                  <a:gd name="T1" fmla="*/ 20 h 20"/>
                  <a:gd name="T2" fmla="*/ 17 w 18"/>
                  <a:gd name="T3" fmla="*/ 19 h 20"/>
                  <a:gd name="T4" fmla="*/ 5 w 18"/>
                  <a:gd name="T5" fmla="*/ 8 h 20"/>
                  <a:gd name="T6" fmla="*/ 7 w 18"/>
                  <a:gd name="T7" fmla="*/ 6 h 20"/>
                  <a:gd name="T8" fmla="*/ 15 w 18"/>
                  <a:gd name="T9" fmla="*/ 15 h 20"/>
                  <a:gd name="T10" fmla="*/ 15 w 18"/>
                  <a:gd name="T11" fmla="*/ 15 h 20"/>
                  <a:gd name="T12" fmla="*/ 8 w 18"/>
                  <a:gd name="T13" fmla="*/ 5 h 20"/>
                  <a:gd name="T14" fmla="*/ 3 w 18"/>
                  <a:gd name="T15" fmla="*/ 9 h 20"/>
                  <a:gd name="T16" fmla="*/ 17 w 18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7" y="20"/>
                    </a:moveTo>
                    <a:cubicBezTo>
                      <a:pt x="17" y="20"/>
                      <a:pt x="18" y="20"/>
                      <a:pt x="17" y="19"/>
                    </a:cubicBezTo>
                    <a:cubicBezTo>
                      <a:pt x="17" y="18"/>
                      <a:pt x="6" y="9"/>
                      <a:pt x="5" y="8"/>
                    </a:cubicBezTo>
                    <a:cubicBezTo>
                      <a:pt x="4" y="7"/>
                      <a:pt x="5" y="4"/>
                      <a:pt x="7" y="6"/>
                    </a:cubicBezTo>
                    <a:cubicBezTo>
                      <a:pt x="9" y="9"/>
                      <a:pt x="15" y="15"/>
                      <a:pt x="15" y="15"/>
                    </a:cubicBezTo>
                    <a:cubicBezTo>
                      <a:pt x="15" y="15"/>
                      <a:pt x="16" y="15"/>
                      <a:pt x="15" y="15"/>
                    </a:cubicBezTo>
                    <a:cubicBezTo>
                      <a:pt x="15" y="14"/>
                      <a:pt x="12" y="10"/>
                      <a:pt x="8" y="5"/>
                    </a:cubicBezTo>
                    <a:cubicBezTo>
                      <a:pt x="4" y="0"/>
                      <a:pt x="0" y="6"/>
                      <a:pt x="3" y="9"/>
                    </a:cubicBezTo>
                    <a:cubicBezTo>
                      <a:pt x="5" y="11"/>
                      <a:pt x="16" y="19"/>
                      <a:pt x="17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2" name="Freeform 48">
                <a:extLst>
                  <a:ext uri="{FF2B5EF4-FFF2-40B4-BE49-F238E27FC236}">
                    <a16:creationId xmlns:a16="http://schemas.microsoft.com/office/drawing/2014/main" id="{02263CF2-4F5E-4A87-A0B6-AABA10C88A8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83" y="7580"/>
                <a:ext cx="6" cy="14"/>
              </a:xfrm>
              <a:custGeom>
                <a:avLst/>
                <a:gdLst>
                  <a:gd name="T0" fmla="*/ 5 w 8"/>
                  <a:gd name="T1" fmla="*/ 14 h 19"/>
                  <a:gd name="T2" fmla="*/ 7 w 8"/>
                  <a:gd name="T3" fmla="*/ 6 h 19"/>
                  <a:gd name="T4" fmla="*/ 0 w 8"/>
                  <a:gd name="T5" fmla="*/ 6 h 19"/>
                  <a:gd name="T6" fmla="*/ 3 w 8"/>
                  <a:gd name="T7" fmla="*/ 18 h 19"/>
                  <a:gd name="T8" fmla="*/ 3 w 8"/>
                  <a:gd name="T9" fmla="*/ 18 h 19"/>
                  <a:gd name="T10" fmla="*/ 2 w 8"/>
                  <a:gd name="T11" fmla="*/ 6 h 19"/>
                  <a:gd name="T12" fmla="*/ 5 w 8"/>
                  <a:gd name="T13" fmla="*/ 6 h 19"/>
                  <a:gd name="T14" fmla="*/ 5 w 8"/>
                  <a:gd name="T15" fmla="*/ 13 h 19"/>
                  <a:gd name="T16" fmla="*/ 5 w 8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5" y="14"/>
                    </a:moveTo>
                    <a:cubicBezTo>
                      <a:pt x="5" y="13"/>
                      <a:pt x="6" y="12"/>
                      <a:pt x="7" y="6"/>
                    </a:cubicBezTo>
                    <a:cubicBezTo>
                      <a:pt x="8" y="0"/>
                      <a:pt x="1" y="1"/>
                      <a:pt x="0" y="6"/>
                    </a:cubicBezTo>
                    <a:cubicBezTo>
                      <a:pt x="0" y="9"/>
                      <a:pt x="3" y="17"/>
                      <a:pt x="3" y="18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4" y="17"/>
                      <a:pt x="2" y="7"/>
                      <a:pt x="2" y="6"/>
                    </a:cubicBezTo>
                    <a:cubicBezTo>
                      <a:pt x="3" y="4"/>
                      <a:pt x="5" y="4"/>
                      <a:pt x="5" y="6"/>
                    </a:cubicBezTo>
                    <a:cubicBezTo>
                      <a:pt x="5" y="9"/>
                      <a:pt x="5" y="14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3" name="Freeform 49">
                <a:extLst>
                  <a:ext uri="{FF2B5EF4-FFF2-40B4-BE49-F238E27FC236}">
                    <a16:creationId xmlns:a16="http://schemas.microsoft.com/office/drawing/2014/main" id="{2790A1D2-12AF-46B0-A665-B914DC42553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0" y="7666"/>
                <a:ext cx="19" cy="15"/>
              </a:xfrm>
              <a:custGeom>
                <a:avLst/>
                <a:gdLst>
                  <a:gd name="T0" fmla="*/ 11 w 26"/>
                  <a:gd name="T1" fmla="*/ 16 h 20"/>
                  <a:gd name="T2" fmla="*/ 26 w 26"/>
                  <a:gd name="T3" fmla="*/ 2 h 20"/>
                  <a:gd name="T4" fmla="*/ 25 w 26"/>
                  <a:gd name="T5" fmla="*/ 1 h 20"/>
                  <a:gd name="T6" fmla="*/ 10 w 26"/>
                  <a:gd name="T7" fmla="*/ 14 h 20"/>
                  <a:gd name="T8" fmla="*/ 8 w 26"/>
                  <a:gd name="T9" fmla="*/ 11 h 20"/>
                  <a:gd name="T10" fmla="*/ 20 w 26"/>
                  <a:gd name="T11" fmla="*/ 4 h 20"/>
                  <a:gd name="T12" fmla="*/ 20 w 26"/>
                  <a:gd name="T13" fmla="*/ 3 h 20"/>
                  <a:gd name="T14" fmla="*/ 7 w 26"/>
                  <a:gd name="T15" fmla="*/ 9 h 20"/>
                  <a:gd name="T16" fmla="*/ 11 w 26"/>
                  <a:gd name="T1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1" y="16"/>
                    </a:moveTo>
                    <a:cubicBezTo>
                      <a:pt x="14" y="13"/>
                      <a:pt x="24" y="3"/>
                      <a:pt x="26" y="2"/>
                    </a:cubicBezTo>
                    <a:cubicBezTo>
                      <a:pt x="26" y="1"/>
                      <a:pt x="26" y="0"/>
                      <a:pt x="25" y="1"/>
                    </a:cubicBezTo>
                    <a:cubicBezTo>
                      <a:pt x="24" y="2"/>
                      <a:pt x="11" y="13"/>
                      <a:pt x="10" y="14"/>
                    </a:cubicBezTo>
                    <a:cubicBezTo>
                      <a:pt x="8" y="15"/>
                      <a:pt x="6" y="13"/>
                      <a:pt x="8" y="11"/>
                    </a:cubicBezTo>
                    <a:cubicBezTo>
                      <a:pt x="11" y="9"/>
                      <a:pt x="21" y="3"/>
                      <a:pt x="20" y="4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3"/>
                      <a:pt x="13" y="4"/>
                      <a:pt x="7" y="9"/>
                    </a:cubicBezTo>
                    <a:cubicBezTo>
                      <a:pt x="0" y="14"/>
                      <a:pt x="6" y="20"/>
                      <a:pt x="11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4" name="Freeform 50">
                <a:extLst>
                  <a:ext uri="{FF2B5EF4-FFF2-40B4-BE49-F238E27FC236}">
                    <a16:creationId xmlns:a16="http://schemas.microsoft.com/office/drawing/2014/main" id="{4CDCDD98-BDD6-4F77-8C1D-C0D568234AD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5" y="7723"/>
                <a:ext cx="12" cy="18"/>
              </a:xfrm>
              <a:custGeom>
                <a:avLst/>
                <a:gdLst>
                  <a:gd name="T0" fmla="*/ 4 w 16"/>
                  <a:gd name="T1" fmla="*/ 13 h 25"/>
                  <a:gd name="T2" fmla="*/ 8 w 16"/>
                  <a:gd name="T3" fmla="*/ 19 h 25"/>
                  <a:gd name="T4" fmla="*/ 16 w 16"/>
                  <a:gd name="T5" fmla="*/ 1 h 25"/>
                  <a:gd name="T6" fmla="*/ 15 w 16"/>
                  <a:gd name="T7" fmla="*/ 0 h 25"/>
                  <a:gd name="T8" fmla="*/ 7 w 16"/>
                  <a:gd name="T9" fmla="*/ 17 h 25"/>
                  <a:gd name="T10" fmla="*/ 6 w 16"/>
                  <a:gd name="T11" fmla="*/ 15 h 25"/>
                  <a:gd name="T12" fmla="*/ 12 w 16"/>
                  <a:gd name="T13" fmla="*/ 5 h 25"/>
                  <a:gd name="T14" fmla="*/ 12 w 16"/>
                  <a:gd name="T15" fmla="*/ 4 h 25"/>
                  <a:gd name="T16" fmla="*/ 4 w 16"/>
                  <a:gd name="T17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13"/>
                    </a:moveTo>
                    <a:cubicBezTo>
                      <a:pt x="0" y="20"/>
                      <a:pt x="6" y="25"/>
                      <a:pt x="8" y="19"/>
                    </a:cubicBezTo>
                    <a:cubicBezTo>
                      <a:pt x="10" y="16"/>
                      <a:pt x="15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2"/>
                      <a:pt x="8" y="16"/>
                      <a:pt x="7" y="17"/>
                    </a:cubicBezTo>
                    <a:cubicBezTo>
                      <a:pt x="6" y="19"/>
                      <a:pt x="4" y="17"/>
                      <a:pt x="6" y="15"/>
                    </a:cubicBezTo>
                    <a:cubicBezTo>
                      <a:pt x="7" y="12"/>
                      <a:pt x="12" y="5"/>
                      <a:pt x="12" y="5"/>
                    </a:cubicBezTo>
                    <a:cubicBezTo>
                      <a:pt x="12" y="5"/>
                      <a:pt x="13" y="4"/>
                      <a:pt x="12" y="4"/>
                    </a:cubicBezTo>
                    <a:cubicBezTo>
                      <a:pt x="12" y="5"/>
                      <a:pt x="8" y="7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5" name="Freeform 51">
                <a:extLst>
                  <a:ext uri="{FF2B5EF4-FFF2-40B4-BE49-F238E27FC236}">
                    <a16:creationId xmlns:a16="http://schemas.microsoft.com/office/drawing/2014/main" id="{FC3E6536-037C-4D50-8CBB-47EEE70C2F0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45" y="7647"/>
                <a:ext cx="100" cy="51"/>
              </a:xfrm>
              <a:custGeom>
                <a:avLst/>
                <a:gdLst>
                  <a:gd name="T0" fmla="*/ 18 w 135"/>
                  <a:gd name="T1" fmla="*/ 64 h 69"/>
                  <a:gd name="T2" fmla="*/ 134 w 135"/>
                  <a:gd name="T3" fmla="*/ 3 h 69"/>
                  <a:gd name="T4" fmla="*/ 133 w 135"/>
                  <a:gd name="T5" fmla="*/ 1 h 69"/>
                  <a:gd name="T6" fmla="*/ 18 w 135"/>
                  <a:gd name="T7" fmla="*/ 59 h 69"/>
                  <a:gd name="T8" fmla="*/ 16 w 135"/>
                  <a:gd name="T9" fmla="*/ 54 h 69"/>
                  <a:gd name="T10" fmla="*/ 123 w 135"/>
                  <a:gd name="T11" fmla="*/ 4 h 69"/>
                  <a:gd name="T12" fmla="*/ 123 w 135"/>
                  <a:gd name="T13" fmla="*/ 4 h 69"/>
                  <a:gd name="T14" fmla="*/ 14 w 135"/>
                  <a:gd name="T15" fmla="*/ 50 h 69"/>
                  <a:gd name="T16" fmla="*/ 18 w 135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8" y="64"/>
                    </a:moveTo>
                    <a:cubicBezTo>
                      <a:pt x="24" y="60"/>
                      <a:pt x="131" y="5"/>
                      <a:pt x="134" y="3"/>
                    </a:cubicBezTo>
                    <a:cubicBezTo>
                      <a:pt x="135" y="2"/>
                      <a:pt x="135" y="0"/>
                      <a:pt x="133" y="1"/>
                    </a:cubicBezTo>
                    <a:cubicBezTo>
                      <a:pt x="130" y="3"/>
                      <a:pt x="20" y="58"/>
                      <a:pt x="18" y="59"/>
                    </a:cubicBezTo>
                    <a:cubicBezTo>
                      <a:pt x="13" y="61"/>
                      <a:pt x="11" y="56"/>
                      <a:pt x="16" y="54"/>
                    </a:cubicBezTo>
                    <a:cubicBezTo>
                      <a:pt x="22" y="51"/>
                      <a:pt x="124" y="4"/>
                      <a:pt x="123" y="4"/>
                    </a:cubicBezTo>
                    <a:cubicBezTo>
                      <a:pt x="122" y="5"/>
                      <a:pt x="124" y="3"/>
                      <a:pt x="123" y="4"/>
                    </a:cubicBezTo>
                    <a:cubicBezTo>
                      <a:pt x="122" y="4"/>
                      <a:pt x="27" y="45"/>
                      <a:pt x="14" y="50"/>
                    </a:cubicBezTo>
                    <a:cubicBezTo>
                      <a:pt x="0" y="56"/>
                      <a:pt x="7" y="69"/>
                      <a:pt x="18" y="6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6" name="Freeform 52">
                <a:extLst>
                  <a:ext uri="{FF2B5EF4-FFF2-40B4-BE49-F238E27FC236}">
                    <a16:creationId xmlns:a16="http://schemas.microsoft.com/office/drawing/2014/main" id="{500CC01E-C32F-4067-8448-5473DB68BA0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8" y="7679"/>
                <a:ext cx="101" cy="112"/>
              </a:xfrm>
              <a:custGeom>
                <a:avLst/>
                <a:gdLst>
                  <a:gd name="T0" fmla="*/ 19 w 135"/>
                  <a:gd name="T1" fmla="*/ 141 h 150"/>
                  <a:gd name="T2" fmla="*/ 51 w 135"/>
                  <a:gd name="T3" fmla="*/ 103 h 150"/>
                  <a:gd name="T4" fmla="*/ 64 w 135"/>
                  <a:gd name="T5" fmla="*/ 104 h 150"/>
                  <a:gd name="T6" fmla="*/ 132 w 135"/>
                  <a:gd name="T7" fmla="*/ 10 h 150"/>
                  <a:gd name="T8" fmla="*/ 131 w 135"/>
                  <a:gd name="T9" fmla="*/ 9 h 150"/>
                  <a:gd name="T10" fmla="*/ 61 w 135"/>
                  <a:gd name="T11" fmla="*/ 100 h 150"/>
                  <a:gd name="T12" fmla="*/ 57 w 135"/>
                  <a:gd name="T13" fmla="*/ 96 h 150"/>
                  <a:gd name="T14" fmla="*/ 115 w 135"/>
                  <a:gd name="T15" fmla="*/ 27 h 150"/>
                  <a:gd name="T16" fmla="*/ 134 w 135"/>
                  <a:gd name="T17" fmla="*/ 3 h 150"/>
                  <a:gd name="T18" fmla="*/ 133 w 135"/>
                  <a:gd name="T19" fmla="*/ 2 h 150"/>
                  <a:gd name="T20" fmla="*/ 17 w 135"/>
                  <a:gd name="T21" fmla="*/ 137 h 150"/>
                  <a:gd name="T22" fmla="*/ 13 w 135"/>
                  <a:gd name="T23" fmla="*/ 132 h 150"/>
                  <a:gd name="T24" fmla="*/ 125 w 135"/>
                  <a:gd name="T25" fmla="*/ 8 h 150"/>
                  <a:gd name="T26" fmla="*/ 125 w 135"/>
                  <a:gd name="T27" fmla="*/ 8 h 150"/>
                  <a:gd name="T28" fmla="*/ 10 w 135"/>
                  <a:gd name="T29" fmla="*/ 129 h 150"/>
                  <a:gd name="T30" fmla="*/ 19 w 135"/>
                  <a:gd name="T31" fmla="*/ 14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9" y="141"/>
                    </a:moveTo>
                    <a:cubicBezTo>
                      <a:pt x="21" y="139"/>
                      <a:pt x="34" y="123"/>
                      <a:pt x="51" y="103"/>
                    </a:cubicBezTo>
                    <a:cubicBezTo>
                      <a:pt x="51" y="109"/>
                      <a:pt x="59" y="111"/>
                      <a:pt x="64" y="104"/>
                    </a:cubicBezTo>
                    <a:cubicBezTo>
                      <a:pt x="67" y="99"/>
                      <a:pt x="130" y="13"/>
                      <a:pt x="132" y="10"/>
                    </a:cubicBezTo>
                    <a:cubicBezTo>
                      <a:pt x="133" y="9"/>
                      <a:pt x="132" y="7"/>
                      <a:pt x="131" y="9"/>
                    </a:cubicBezTo>
                    <a:cubicBezTo>
                      <a:pt x="129" y="11"/>
                      <a:pt x="63" y="98"/>
                      <a:pt x="61" y="100"/>
                    </a:cubicBezTo>
                    <a:cubicBezTo>
                      <a:pt x="58" y="104"/>
                      <a:pt x="54" y="101"/>
                      <a:pt x="57" y="96"/>
                    </a:cubicBezTo>
                    <a:cubicBezTo>
                      <a:pt x="60" y="92"/>
                      <a:pt x="97" y="47"/>
                      <a:pt x="115" y="27"/>
                    </a:cubicBezTo>
                    <a:cubicBezTo>
                      <a:pt x="126" y="13"/>
                      <a:pt x="134" y="4"/>
                      <a:pt x="134" y="3"/>
                    </a:cubicBezTo>
                    <a:cubicBezTo>
                      <a:pt x="135" y="2"/>
                      <a:pt x="134" y="0"/>
                      <a:pt x="133" y="2"/>
                    </a:cubicBezTo>
                    <a:cubicBezTo>
                      <a:pt x="131" y="4"/>
                      <a:pt x="19" y="135"/>
                      <a:pt x="17" y="137"/>
                    </a:cubicBezTo>
                    <a:cubicBezTo>
                      <a:pt x="14" y="140"/>
                      <a:pt x="9" y="137"/>
                      <a:pt x="13" y="132"/>
                    </a:cubicBezTo>
                    <a:cubicBezTo>
                      <a:pt x="17" y="127"/>
                      <a:pt x="126" y="8"/>
                      <a:pt x="125" y="8"/>
                    </a:cubicBezTo>
                    <a:cubicBezTo>
                      <a:pt x="125" y="9"/>
                      <a:pt x="126" y="7"/>
                      <a:pt x="125" y="8"/>
                    </a:cubicBezTo>
                    <a:cubicBezTo>
                      <a:pt x="124" y="8"/>
                      <a:pt x="20" y="119"/>
                      <a:pt x="10" y="129"/>
                    </a:cubicBezTo>
                    <a:cubicBezTo>
                      <a:pt x="0" y="141"/>
                      <a:pt x="12" y="150"/>
                      <a:pt x="19" y="1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7" name="Freeform 53">
                <a:extLst>
                  <a:ext uri="{FF2B5EF4-FFF2-40B4-BE49-F238E27FC236}">
                    <a16:creationId xmlns:a16="http://schemas.microsoft.com/office/drawing/2014/main" id="{5D8855C7-B843-41D5-B0EC-3B25D6EC412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1" y="7682"/>
                <a:ext cx="66" cy="51"/>
              </a:xfrm>
              <a:custGeom>
                <a:avLst/>
                <a:gdLst>
                  <a:gd name="T0" fmla="*/ 70 w 89"/>
                  <a:gd name="T1" fmla="*/ 61 h 69"/>
                  <a:gd name="T2" fmla="*/ 77 w 89"/>
                  <a:gd name="T3" fmla="*/ 49 h 69"/>
                  <a:gd name="T4" fmla="*/ 12 w 89"/>
                  <a:gd name="T5" fmla="*/ 5 h 69"/>
                  <a:gd name="T6" fmla="*/ 12 w 89"/>
                  <a:gd name="T7" fmla="*/ 6 h 69"/>
                  <a:gd name="T8" fmla="*/ 75 w 89"/>
                  <a:gd name="T9" fmla="*/ 52 h 69"/>
                  <a:gd name="T10" fmla="*/ 72 w 89"/>
                  <a:gd name="T11" fmla="*/ 57 h 69"/>
                  <a:gd name="T12" fmla="*/ 3 w 89"/>
                  <a:gd name="T13" fmla="*/ 1 h 69"/>
                  <a:gd name="T14" fmla="*/ 1 w 89"/>
                  <a:gd name="T15" fmla="*/ 2 h 69"/>
                  <a:gd name="T16" fmla="*/ 70 w 89"/>
                  <a:gd name="T17" fmla="*/ 6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70" y="61"/>
                    </a:moveTo>
                    <a:cubicBezTo>
                      <a:pt x="80" y="69"/>
                      <a:pt x="89" y="57"/>
                      <a:pt x="77" y="49"/>
                    </a:cubicBezTo>
                    <a:cubicBezTo>
                      <a:pt x="66" y="41"/>
                      <a:pt x="13" y="5"/>
                      <a:pt x="12" y="5"/>
                    </a:cubicBezTo>
                    <a:cubicBezTo>
                      <a:pt x="11" y="5"/>
                      <a:pt x="12" y="7"/>
                      <a:pt x="12" y="6"/>
                    </a:cubicBezTo>
                    <a:cubicBezTo>
                      <a:pt x="11" y="5"/>
                      <a:pt x="69" y="48"/>
                      <a:pt x="75" y="52"/>
                    </a:cubicBezTo>
                    <a:cubicBezTo>
                      <a:pt x="79" y="55"/>
                      <a:pt x="76" y="60"/>
                      <a:pt x="72" y="57"/>
                    </a:cubicBezTo>
                    <a:cubicBezTo>
                      <a:pt x="70" y="56"/>
                      <a:pt x="5" y="3"/>
                      <a:pt x="3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4"/>
                      <a:pt x="65" y="57"/>
                      <a:pt x="70" y="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8" name="Freeform 54">
                <a:extLst>
                  <a:ext uri="{FF2B5EF4-FFF2-40B4-BE49-F238E27FC236}">
                    <a16:creationId xmlns:a16="http://schemas.microsoft.com/office/drawing/2014/main" id="{2F0F94B3-1A39-4D2E-B1D6-A0392797EB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2" y="7661"/>
                <a:ext cx="61" cy="37"/>
              </a:xfrm>
              <a:custGeom>
                <a:avLst/>
                <a:gdLst>
                  <a:gd name="T0" fmla="*/ 67 w 82"/>
                  <a:gd name="T1" fmla="*/ 41 h 50"/>
                  <a:gd name="T2" fmla="*/ 2 w 82"/>
                  <a:gd name="T3" fmla="*/ 1 h 50"/>
                  <a:gd name="T4" fmla="*/ 1 w 82"/>
                  <a:gd name="T5" fmla="*/ 2 h 50"/>
                  <a:gd name="T6" fmla="*/ 67 w 82"/>
                  <a:gd name="T7" fmla="*/ 44 h 50"/>
                  <a:gd name="T8" fmla="*/ 71 w 82"/>
                  <a:gd name="T9" fmla="*/ 33 h 50"/>
                  <a:gd name="T10" fmla="*/ 10 w 82"/>
                  <a:gd name="T11" fmla="*/ 3 h 50"/>
                  <a:gd name="T12" fmla="*/ 10 w 82"/>
                  <a:gd name="T13" fmla="*/ 4 h 50"/>
                  <a:gd name="T14" fmla="*/ 69 w 82"/>
                  <a:gd name="T15" fmla="*/ 36 h 50"/>
                  <a:gd name="T16" fmla="*/ 67 w 82"/>
                  <a:gd name="T17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50">
                    <a:moveTo>
                      <a:pt x="67" y="41"/>
                    </a:moveTo>
                    <a:cubicBezTo>
                      <a:pt x="65" y="40"/>
                      <a:pt x="4" y="2"/>
                      <a:pt x="2" y="1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3" y="4"/>
                      <a:pt x="62" y="41"/>
                      <a:pt x="67" y="44"/>
                    </a:cubicBezTo>
                    <a:cubicBezTo>
                      <a:pt x="75" y="50"/>
                      <a:pt x="82" y="39"/>
                      <a:pt x="71" y="33"/>
                    </a:cubicBezTo>
                    <a:cubicBezTo>
                      <a:pt x="60" y="28"/>
                      <a:pt x="11" y="3"/>
                      <a:pt x="10" y="3"/>
                    </a:cubicBezTo>
                    <a:cubicBezTo>
                      <a:pt x="9" y="3"/>
                      <a:pt x="11" y="5"/>
                      <a:pt x="10" y="4"/>
                    </a:cubicBezTo>
                    <a:cubicBezTo>
                      <a:pt x="9" y="3"/>
                      <a:pt x="64" y="33"/>
                      <a:pt x="69" y="36"/>
                    </a:cubicBezTo>
                    <a:cubicBezTo>
                      <a:pt x="73" y="38"/>
                      <a:pt x="71" y="43"/>
                      <a:pt x="67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9" name="Freeform 55">
                <a:extLst>
                  <a:ext uri="{FF2B5EF4-FFF2-40B4-BE49-F238E27FC236}">
                    <a16:creationId xmlns:a16="http://schemas.microsoft.com/office/drawing/2014/main" id="{69F86BA9-6345-4AAD-A56E-D9F40F5D10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0" y="7644"/>
                <a:ext cx="50" cy="18"/>
              </a:xfrm>
              <a:custGeom>
                <a:avLst/>
                <a:gdLst>
                  <a:gd name="T0" fmla="*/ 55 w 68"/>
                  <a:gd name="T1" fmla="*/ 9 h 25"/>
                  <a:gd name="T2" fmla="*/ 11 w 68"/>
                  <a:gd name="T3" fmla="*/ 1 h 25"/>
                  <a:gd name="T4" fmla="*/ 11 w 68"/>
                  <a:gd name="T5" fmla="*/ 2 h 25"/>
                  <a:gd name="T6" fmla="*/ 54 w 68"/>
                  <a:gd name="T7" fmla="*/ 13 h 25"/>
                  <a:gd name="T8" fmla="*/ 54 w 68"/>
                  <a:gd name="T9" fmla="*/ 18 h 25"/>
                  <a:gd name="T10" fmla="*/ 2 w 68"/>
                  <a:gd name="T11" fmla="*/ 0 h 25"/>
                  <a:gd name="T12" fmla="*/ 2 w 68"/>
                  <a:gd name="T13" fmla="*/ 2 h 25"/>
                  <a:gd name="T14" fmla="*/ 54 w 68"/>
                  <a:gd name="T15" fmla="*/ 21 h 25"/>
                  <a:gd name="T16" fmla="*/ 55 w 68"/>
                  <a:gd name="T17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5">
                    <a:moveTo>
                      <a:pt x="55" y="9"/>
                    </a:moveTo>
                    <a:cubicBezTo>
                      <a:pt x="44" y="6"/>
                      <a:pt x="11" y="1"/>
                      <a:pt x="11" y="1"/>
                    </a:cubicBezTo>
                    <a:cubicBezTo>
                      <a:pt x="10" y="1"/>
                      <a:pt x="12" y="2"/>
                      <a:pt x="11" y="2"/>
                    </a:cubicBezTo>
                    <a:cubicBezTo>
                      <a:pt x="10" y="1"/>
                      <a:pt x="49" y="11"/>
                      <a:pt x="54" y="13"/>
                    </a:cubicBezTo>
                    <a:cubicBezTo>
                      <a:pt x="59" y="14"/>
                      <a:pt x="57" y="19"/>
                      <a:pt x="54" y="18"/>
                    </a:cubicBezTo>
                    <a:cubicBezTo>
                      <a:pt x="52" y="17"/>
                      <a:pt x="5" y="1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  <a:cubicBezTo>
                      <a:pt x="4" y="3"/>
                      <a:pt x="49" y="20"/>
                      <a:pt x="54" y="21"/>
                    </a:cubicBezTo>
                    <a:cubicBezTo>
                      <a:pt x="64" y="25"/>
                      <a:pt x="68" y="13"/>
                      <a:pt x="55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0" name="Freeform 56">
                <a:extLst>
                  <a:ext uri="{FF2B5EF4-FFF2-40B4-BE49-F238E27FC236}">
                    <a16:creationId xmlns:a16="http://schemas.microsoft.com/office/drawing/2014/main" id="{6D80F6F7-DDE2-4E24-89D0-4E04EB83DBE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8" y="7688"/>
                <a:ext cx="20" cy="38"/>
              </a:xfrm>
              <a:custGeom>
                <a:avLst/>
                <a:gdLst>
                  <a:gd name="T0" fmla="*/ 22 w 26"/>
                  <a:gd name="T1" fmla="*/ 41 h 51"/>
                  <a:gd name="T2" fmla="*/ 4 w 26"/>
                  <a:gd name="T3" fmla="*/ 5 h 51"/>
                  <a:gd name="T4" fmla="*/ 4 w 26"/>
                  <a:gd name="T5" fmla="*/ 6 h 51"/>
                  <a:gd name="T6" fmla="*/ 20 w 26"/>
                  <a:gd name="T7" fmla="*/ 42 h 51"/>
                  <a:gd name="T8" fmla="*/ 18 w 26"/>
                  <a:gd name="T9" fmla="*/ 43 h 51"/>
                  <a:gd name="T10" fmla="*/ 1 w 26"/>
                  <a:gd name="T11" fmla="*/ 1 h 51"/>
                  <a:gd name="T12" fmla="*/ 0 w 26"/>
                  <a:gd name="T13" fmla="*/ 1 h 51"/>
                  <a:gd name="T14" fmla="*/ 16 w 26"/>
                  <a:gd name="T15" fmla="*/ 45 h 51"/>
                  <a:gd name="T16" fmla="*/ 22 w 26"/>
                  <a:gd name="T17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22" y="41"/>
                    </a:moveTo>
                    <a:cubicBezTo>
                      <a:pt x="20" y="33"/>
                      <a:pt x="5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5" y="7"/>
                      <a:pt x="19" y="38"/>
                      <a:pt x="20" y="42"/>
                    </a:cubicBezTo>
                    <a:cubicBezTo>
                      <a:pt x="22" y="44"/>
                      <a:pt x="19" y="45"/>
                      <a:pt x="18" y="43"/>
                    </a:cubicBezTo>
                    <a:cubicBezTo>
                      <a:pt x="17" y="42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5" y="41"/>
                      <a:pt x="16" y="45"/>
                    </a:cubicBezTo>
                    <a:cubicBezTo>
                      <a:pt x="18" y="51"/>
                      <a:pt x="26" y="48"/>
                      <a:pt x="22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1" name="Freeform 57">
                <a:extLst>
                  <a:ext uri="{FF2B5EF4-FFF2-40B4-BE49-F238E27FC236}">
                    <a16:creationId xmlns:a16="http://schemas.microsoft.com/office/drawing/2014/main" id="{D90E91C5-1D9B-4A38-8030-04DC191FF40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5" y="7691"/>
                <a:ext cx="16" cy="25"/>
              </a:xfrm>
              <a:custGeom>
                <a:avLst/>
                <a:gdLst>
                  <a:gd name="T0" fmla="*/ 16 w 22"/>
                  <a:gd name="T1" fmla="*/ 28 h 33"/>
                  <a:gd name="T2" fmla="*/ 1 w 22"/>
                  <a:gd name="T3" fmla="*/ 1 h 33"/>
                  <a:gd name="T4" fmla="*/ 0 w 22"/>
                  <a:gd name="T5" fmla="*/ 1 h 33"/>
                  <a:gd name="T6" fmla="*/ 14 w 22"/>
                  <a:gd name="T7" fmla="*/ 29 h 33"/>
                  <a:gd name="T8" fmla="*/ 19 w 22"/>
                  <a:gd name="T9" fmla="*/ 26 h 33"/>
                  <a:gd name="T10" fmla="*/ 4 w 22"/>
                  <a:gd name="T11" fmla="*/ 4 h 33"/>
                  <a:gd name="T12" fmla="*/ 3 w 22"/>
                  <a:gd name="T13" fmla="*/ 4 h 33"/>
                  <a:gd name="T14" fmla="*/ 18 w 22"/>
                  <a:gd name="T15" fmla="*/ 27 h 33"/>
                  <a:gd name="T16" fmla="*/ 16 w 22"/>
                  <a:gd name="T17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6" y="28"/>
                    </a:moveTo>
                    <a:cubicBezTo>
                      <a:pt x="15" y="27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3" y="26"/>
                      <a:pt x="14" y="29"/>
                    </a:cubicBezTo>
                    <a:cubicBezTo>
                      <a:pt x="16" y="33"/>
                      <a:pt x="22" y="31"/>
                      <a:pt x="19" y="26"/>
                    </a:cubicBezTo>
                    <a:cubicBezTo>
                      <a:pt x="17" y="21"/>
                      <a:pt x="4" y="4"/>
                      <a:pt x="4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17" y="24"/>
                      <a:pt x="18" y="27"/>
                    </a:cubicBezTo>
                    <a:cubicBezTo>
                      <a:pt x="19" y="28"/>
                      <a:pt x="17" y="29"/>
                      <a:pt x="16" y="2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2" name="Freeform 58">
                <a:extLst>
                  <a:ext uri="{FF2B5EF4-FFF2-40B4-BE49-F238E27FC236}">
                    <a16:creationId xmlns:a16="http://schemas.microsoft.com/office/drawing/2014/main" id="{D3059926-F1DD-4950-89D6-3CDB4AC595F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3" y="7689"/>
                <a:ext cx="17" cy="17"/>
              </a:xfrm>
              <a:custGeom>
                <a:avLst/>
                <a:gdLst>
                  <a:gd name="T0" fmla="*/ 6 w 23"/>
                  <a:gd name="T1" fmla="*/ 4 h 23"/>
                  <a:gd name="T2" fmla="*/ 6 w 23"/>
                  <a:gd name="T3" fmla="*/ 5 h 23"/>
                  <a:gd name="T4" fmla="*/ 16 w 23"/>
                  <a:gd name="T5" fmla="*/ 14 h 23"/>
                  <a:gd name="T6" fmla="*/ 14 w 23"/>
                  <a:gd name="T7" fmla="*/ 16 h 23"/>
                  <a:gd name="T8" fmla="*/ 1 w 23"/>
                  <a:gd name="T9" fmla="*/ 1 h 23"/>
                  <a:gd name="T10" fmla="*/ 1 w 23"/>
                  <a:gd name="T11" fmla="*/ 1 h 23"/>
                  <a:gd name="T12" fmla="*/ 13 w 23"/>
                  <a:gd name="T13" fmla="*/ 18 h 23"/>
                  <a:gd name="T14" fmla="*/ 18 w 23"/>
                  <a:gd name="T15" fmla="*/ 12 h 23"/>
                  <a:gd name="T16" fmla="*/ 6 w 23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14" y="11"/>
                      <a:pt x="16" y="14"/>
                    </a:cubicBezTo>
                    <a:cubicBezTo>
                      <a:pt x="18" y="16"/>
                      <a:pt x="16" y="18"/>
                      <a:pt x="14" y="16"/>
                    </a:cubicBezTo>
                    <a:cubicBezTo>
                      <a:pt x="13" y="15"/>
                      <a:pt x="3" y="2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3"/>
                      <a:pt x="11" y="15"/>
                      <a:pt x="13" y="18"/>
                    </a:cubicBezTo>
                    <a:cubicBezTo>
                      <a:pt x="17" y="23"/>
                      <a:pt x="23" y="18"/>
                      <a:pt x="18" y="12"/>
                    </a:cubicBezTo>
                    <a:cubicBezTo>
                      <a:pt x="12" y="6"/>
                      <a:pt x="6" y="4"/>
                      <a:pt x="6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3" name="Freeform 59">
                <a:extLst>
                  <a:ext uri="{FF2B5EF4-FFF2-40B4-BE49-F238E27FC236}">
                    <a16:creationId xmlns:a16="http://schemas.microsoft.com/office/drawing/2014/main" id="{87087156-CA67-4524-A45F-0718F1AEC35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3" y="7626"/>
                <a:ext cx="28" cy="8"/>
              </a:xfrm>
              <a:custGeom>
                <a:avLst/>
                <a:gdLst>
                  <a:gd name="T0" fmla="*/ 27 w 37"/>
                  <a:gd name="T1" fmla="*/ 8 h 11"/>
                  <a:gd name="T2" fmla="*/ 2 w 37"/>
                  <a:gd name="T3" fmla="*/ 7 h 11"/>
                  <a:gd name="T4" fmla="*/ 2 w 37"/>
                  <a:gd name="T5" fmla="*/ 9 h 11"/>
                  <a:gd name="T6" fmla="*/ 28 w 37"/>
                  <a:gd name="T7" fmla="*/ 11 h 11"/>
                  <a:gd name="T8" fmla="*/ 26 w 37"/>
                  <a:gd name="T9" fmla="*/ 1 h 11"/>
                  <a:gd name="T10" fmla="*/ 9 w 37"/>
                  <a:gd name="T11" fmla="*/ 6 h 11"/>
                  <a:gd name="T12" fmla="*/ 9 w 37"/>
                  <a:gd name="T13" fmla="*/ 6 h 11"/>
                  <a:gd name="T14" fmla="*/ 27 w 37"/>
                  <a:gd name="T15" fmla="*/ 4 h 11"/>
                  <a:gd name="T16" fmla="*/ 27 w 37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7" y="8"/>
                    </a:moveTo>
                    <a:cubicBezTo>
                      <a:pt x="26" y="8"/>
                      <a:pt x="4" y="7"/>
                      <a:pt x="2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4" y="9"/>
                      <a:pt x="24" y="11"/>
                      <a:pt x="28" y="11"/>
                    </a:cubicBezTo>
                    <a:cubicBezTo>
                      <a:pt x="37" y="11"/>
                      <a:pt x="37" y="0"/>
                      <a:pt x="26" y="1"/>
                    </a:cubicBezTo>
                    <a:cubicBezTo>
                      <a:pt x="17" y="1"/>
                      <a:pt x="9" y="5"/>
                      <a:pt x="9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22" y="4"/>
                      <a:pt x="27" y="4"/>
                    </a:cubicBezTo>
                    <a:cubicBezTo>
                      <a:pt x="31" y="3"/>
                      <a:pt x="31" y="8"/>
                      <a:pt x="27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4" name="Freeform 60">
                <a:extLst>
                  <a:ext uri="{FF2B5EF4-FFF2-40B4-BE49-F238E27FC236}">
                    <a16:creationId xmlns:a16="http://schemas.microsoft.com/office/drawing/2014/main" id="{BAEAEA1C-3C05-46C1-87F6-EED07A3948F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612"/>
                <a:ext cx="27" cy="10"/>
              </a:xfrm>
              <a:custGeom>
                <a:avLst/>
                <a:gdLst>
                  <a:gd name="T0" fmla="*/ 27 w 37"/>
                  <a:gd name="T1" fmla="*/ 9 h 13"/>
                  <a:gd name="T2" fmla="*/ 1 w 37"/>
                  <a:gd name="T3" fmla="*/ 11 h 13"/>
                  <a:gd name="T4" fmla="*/ 2 w 37"/>
                  <a:gd name="T5" fmla="*/ 13 h 13"/>
                  <a:gd name="T6" fmla="*/ 28 w 37"/>
                  <a:gd name="T7" fmla="*/ 12 h 13"/>
                  <a:gd name="T8" fmla="*/ 25 w 37"/>
                  <a:gd name="T9" fmla="*/ 2 h 13"/>
                  <a:gd name="T10" fmla="*/ 8 w 37"/>
                  <a:gd name="T11" fmla="*/ 9 h 13"/>
                  <a:gd name="T12" fmla="*/ 8 w 37"/>
                  <a:gd name="T13" fmla="*/ 9 h 13"/>
                  <a:gd name="T14" fmla="*/ 26 w 37"/>
                  <a:gd name="T15" fmla="*/ 5 h 13"/>
                  <a:gd name="T16" fmla="*/ 27 w 37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27" y="9"/>
                    </a:moveTo>
                    <a:cubicBezTo>
                      <a:pt x="25" y="9"/>
                      <a:pt x="3" y="11"/>
                      <a:pt x="1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4" y="13"/>
                      <a:pt x="23" y="12"/>
                      <a:pt x="28" y="12"/>
                    </a:cubicBezTo>
                    <a:cubicBezTo>
                      <a:pt x="37" y="11"/>
                      <a:pt x="36" y="0"/>
                      <a:pt x="25" y="2"/>
                    </a:cubicBezTo>
                    <a:cubicBezTo>
                      <a:pt x="15" y="4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21" y="5"/>
                      <a:pt x="26" y="5"/>
                    </a:cubicBezTo>
                    <a:cubicBezTo>
                      <a:pt x="29" y="4"/>
                      <a:pt x="30" y="8"/>
                      <a:pt x="27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5" name="Freeform 61">
                <a:extLst>
                  <a:ext uri="{FF2B5EF4-FFF2-40B4-BE49-F238E27FC236}">
                    <a16:creationId xmlns:a16="http://schemas.microsoft.com/office/drawing/2014/main" id="{940C8CE5-F073-497E-AD58-A33108E7E60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8" y="7599"/>
                <a:ext cx="21" cy="13"/>
              </a:xfrm>
              <a:custGeom>
                <a:avLst/>
                <a:gdLst>
                  <a:gd name="T0" fmla="*/ 13 w 28"/>
                  <a:gd name="T1" fmla="*/ 5 h 18"/>
                  <a:gd name="T2" fmla="*/ 6 w 28"/>
                  <a:gd name="T3" fmla="*/ 13 h 18"/>
                  <a:gd name="T4" fmla="*/ 7 w 28"/>
                  <a:gd name="T5" fmla="*/ 13 h 18"/>
                  <a:gd name="T6" fmla="*/ 15 w 28"/>
                  <a:gd name="T7" fmla="*/ 7 h 18"/>
                  <a:gd name="T8" fmla="*/ 18 w 28"/>
                  <a:gd name="T9" fmla="*/ 10 h 18"/>
                  <a:gd name="T10" fmla="*/ 1 w 28"/>
                  <a:gd name="T11" fmla="*/ 17 h 18"/>
                  <a:gd name="T12" fmla="*/ 2 w 28"/>
                  <a:gd name="T13" fmla="*/ 18 h 18"/>
                  <a:gd name="T14" fmla="*/ 20 w 28"/>
                  <a:gd name="T15" fmla="*/ 11 h 18"/>
                  <a:gd name="T16" fmla="*/ 13 w 28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8">
                    <a:moveTo>
                      <a:pt x="13" y="5"/>
                    </a:moveTo>
                    <a:cubicBezTo>
                      <a:pt x="5" y="10"/>
                      <a:pt x="7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11" y="9"/>
                      <a:pt x="15" y="7"/>
                    </a:cubicBezTo>
                    <a:cubicBezTo>
                      <a:pt x="18" y="5"/>
                      <a:pt x="21" y="8"/>
                      <a:pt x="18" y="10"/>
                    </a:cubicBezTo>
                    <a:cubicBezTo>
                      <a:pt x="16" y="10"/>
                      <a:pt x="3" y="16"/>
                      <a:pt x="1" y="17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4" y="17"/>
                      <a:pt x="16" y="13"/>
                      <a:pt x="20" y="11"/>
                    </a:cubicBezTo>
                    <a:cubicBezTo>
                      <a:pt x="28" y="8"/>
                      <a:pt x="22" y="0"/>
                      <a:pt x="1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6" name="Freeform 62">
                <a:extLst>
                  <a:ext uri="{FF2B5EF4-FFF2-40B4-BE49-F238E27FC236}">
                    <a16:creationId xmlns:a16="http://schemas.microsoft.com/office/drawing/2014/main" id="{C9FA994F-F7B8-445A-831A-3FE1CFAC8C8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03" y="7586"/>
                <a:ext cx="23" cy="20"/>
              </a:xfrm>
              <a:custGeom>
                <a:avLst/>
                <a:gdLst>
                  <a:gd name="T0" fmla="*/ 19 w 31"/>
                  <a:gd name="T1" fmla="*/ 7 h 26"/>
                  <a:gd name="T2" fmla="*/ 5 w 31"/>
                  <a:gd name="T3" fmla="*/ 19 h 26"/>
                  <a:gd name="T4" fmla="*/ 6 w 31"/>
                  <a:gd name="T5" fmla="*/ 19 h 26"/>
                  <a:gd name="T6" fmla="*/ 20 w 31"/>
                  <a:gd name="T7" fmla="*/ 9 h 26"/>
                  <a:gd name="T8" fmla="*/ 23 w 31"/>
                  <a:gd name="T9" fmla="*/ 12 h 26"/>
                  <a:gd name="T10" fmla="*/ 1 w 31"/>
                  <a:gd name="T11" fmla="*/ 25 h 26"/>
                  <a:gd name="T12" fmla="*/ 2 w 31"/>
                  <a:gd name="T13" fmla="*/ 26 h 26"/>
                  <a:gd name="T14" fmla="*/ 25 w 31"/>
                  <a:gd name="T15" fmla="*/ 14 h 26"/>
                  <a:gd name="T16" fmla="*/ 19 w 31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6">
                    <a:moveTo>
                      <a:pt x="19" y="7"/>
                    </a:moveTo>
                    <a:cubicBezTo>
                      <a:pt x="12" y="13"/>
                      <a:pt x="6" y="19"/>
                      <a:pt x="5" y="19"/>
                    </a:cubicBezTo>
                    <a:cubicBezTo>
                      <a:pt x="5" y="20"/>
                      <a:pt x="7" y="19"/>
                      <a:pt x="6" y="19"/>
                    </a:cubicBezTo>
                    <a:cubicBezTo>
                      <a:pt x="5" y="20"/>
                      <a:pt x="17" y="12"/>
                      <a:pt x="20" y="9"/>
                    </a:cubicBezTo>
                    <a:cubicBezTo>
                      <a:pt x="23" y="7"/>
                      <a:pt x="25" y="10"/>
                      <a:pt x="23" y="12"/>
                    </a:cubicBezTo>
                    <a:cubicBezTo>
                      <a:pt x="21" y="13"/>
                      <a:pt x="3" y="23"/>
                      <a:pt x="1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4" y="25"/>
                      <a:pt x="21" y="17"/>
                      <a:pt x="25" y="14"/>
                    </a:cubicBezTo>
                    <a:cubicBezTo>
                      <a:pt x="31" y="10"/>
                      <a:pt x="27" y="0"/>
                      <a:pt x="19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7" name="Freeform 63">
                <a:extLst>
                  <a:ext uri="{FF2B5EF4-FFF2-40B4-BE49-F238E27FC236}">
                    <a16:creationId xmlns:a16="http://schemas.microsoft.com/office/drawing/2014/main" id="{06C6DD02-4F6A-4D51-BF26-00D4019A5D1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6" y="7580"/>
                <a:ext cx="13" cy="15"/>
              </a:xfrm>
              <a:custGeom>
                <a:avLst/>
                <a:gdLst>
                  <a:gd name="T0" fmla="*/ 0 w 18"/>
                  <a:gd name="T1" fmla="*/ 19 h 20"/>
                  <a:gd name="T2" fmla="*/ 1 w 18"/>
                  <a:gd name="T3" fmla="*/ 19 h 20"/>
                  <a:gd name="T4" fmla="*/ 14 w 18"/>
                  <a:gd name="T5" fmla="*/ 9 h 20"/>
                  <a:gd name="T6" fmla="*/ 9 w 18"/>
                  <a:gd name="T7" fmla="*/ 5 h 20"/>
                  <a:gd name="T8" fmla="*/ 2 w 18"/>
                  <a:gd name="T9" fmla="*/ 15 h 20"/>
                  <a:gd name="T10" fmla="*/ 3 w 18"/>
                  <a:gd name="T11" fmla="*/ 15 h 20"/>
                  <a:gd name="T12" fmla="*/ 11 w 18"/>
                  <a:gd name="T13" fmla="*/ 6 h 20"/>
                  <a:gd name="T14" fmla="*/ 12 w 18"/>
                  <a:gd name="T15" fmla="*/ 8 h 20"/>
                  <a:gd name="T16" fmla="*/ 0 w 18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0" y="19"/>
                    </a:moveTo>
                    <a:cubicBezTo>
                      <a:pt x="0" y="19"/>
                      <a:pt x="0" y="20"/>
                      <a:pt x="1" y="19"/>
                    </a:cubicBezTo>
                    <a:cubicBezTo>
                      <a:pt x="2" y="18"/>
                      <a:pt x="12" y="11"/>
                      <a:pt x="14" y="9"/>
                    </a:cubicBezTo>
                    <a:cubicBezTo>
                      <a:pt x="18" y="5"/>
                      <a:pt x="13" y="0"/>
                      <a:pt x="9" y="5"/>
                    </a:cubicBezTo>
                    <a:cubicBezTo>
                      <a:pt x="5" y="10"/>
                      <a:pt x="2" y="14"/>
                      <a:pt x="2" y="15"/>
                    </a:cubicBezTo>
                    <a:cubicBezTo>
                      <a:pt x="2" y="15"/>
                      <a:pt x="3" y="14"/>
                      <a:pt x="3" y="15"/>
                    </a:cubicBezTo>
                    <a:cubicBezTo>
                      <a:pt x="2" y="15"/>
                      <a:pt x="9" y="8"/>
                      <a:pt x="11" y="6"/>
                    </a:cubicBezTo>
                    <a:cubicBezTo>
                      <a:pt x="12" y="4"/>
                      <a:pt x="14" y="6"/>
                      <a:pt x="12" y="8"/>
                    </a:cubicBezTo>
                    <a:cubicBezTo>
                      <a:pt x="12" y="9"/>
                      <a:pt x="1" y="18"/>
                      <a:pt x="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8" name="Freeform 64">
                <a:extLst>
                  <a:ext uri="{FF2B5EF4-FFF2-40B4-BE49-F238E27FC236}">
                    <a16:creationId xmlns:a16="http://schemas.microsoft.com/office/drawing/2014/main" id="{71BB080E-E450-4473-B615-894B2CBA8C1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65"/>
                <a:ext cx="19" cy="15"/>
              </a:xfrm>
              <a:custGeom>
                <a:avLst/>
                <a:gdLst>
                  <a:gd name="T0" fmla="*/ 17 w 26"/>
                  <a:gd name="T1" fmla="*/ 13 h 20"/>
                  <a:gd name="T2" fmla="*/ 2 w 26"/>
                  <a:gd name="T3" fmla="*/ 0 h 20"/>
                  <a:gd name="T4" fmla="*/ 1 w 26"/>
                  <a:gd name="T5" fmla="*/ 1 h 20"/>
                  <a:gd name="T6" fmla="*/ 16 w 26"/>
                  <a:gd name="T7" fmla="*/ 15 h 20"/>
                  <a:gd name="T8" fmla="*/ 19 w 26"/>
                  <a:gd name="T9" fmla="*/ 9 h 20"/>
                  <a:gd name="T10" fmla="*/ 7 w 26"/>
                  <a:gd name="T11" fmla="*/ 3 h 20"/>
                  <a:gd name="T12" fmla="*/ 7 w 26"/>
                  <a:gd name="T13" fmla="*/ 3 h 20"/>
                  <a:gd name="T14" fmla="*/ 18 w 26"/>
                  <a:gd name="T15" fmla="*/ 10 h 20"/>
                  <a:gd name="T16" fmla="*/ 17 w 26"/>
                  <a:gd name="T1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7" y="13"/>
                    </a:moveTo>
                    <a:cubicBezTo>
                      <a:pt x="15" y="12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13" y="13"/>
                      <a:pt x="16" y="15"/>
                    </a:cubicBezTo>
                    <a:cubicBezTo>
                      <a:pt x="21" y="20"/>
                      <a:pt x="26" y="14"/>
                      <a:pt x="19" y="9"/>
                    </a:cubicBezTo>
                    <a:cubicBezTo>
                      <a:pt x="13" y="4"/>
                      <a:pt x="7" y="3"/>
                      <a:pt x="7" y="3"/>
                    </a:cubicBezTo>
                    <a:cubicBezTo>
                      <a:pt x="6" y="2"/>
                      <a:pt x="7" y="4"/>
                      <a:pt x="7" y="3"/>
                    </a:cubicBezTo>
                    <a:cubicBezTo>
                      <a:pt x="6" y="3"/>
                      <a:pt x="15" y="8"/>
                      <a:pt x="18" y="10"/>
                    </a:cubicBezTo>
                    <a:cubicBezTo>
                      <a:pt x="21" y="12"/>
                      <a:pt x="19" y="15"/>
                      <a:pt x="17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9" name="Freeform 65">
                <a:extLst>
                  <a:ext uri="{FF2B5EF4-FFF2-40B4-BE49-F238E27FC236}">
                    <a16:creationId xmlns:a16="http://schemas.microsoft.com/office/drawing/2014/main" id="{01A4CC0D-820C-43FE-9702-95F192A1854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722"/>
                <a:ext cx="12" cy="19"/>
              </a:xfrm>
              <a:custGeom>
                <a:avLst/>
                <a:gdLst>
                  <a:gd name="T0" fmla="*/ 9 w 16"/>
                  <a:gd name="T1" fmla="*/ 18 h 25"/>
                  <a:gd name="T2" fmla="*/ 1 w 16"/>
                  <a:gd name="T3" fmla="*/ 1 h 25"/>
                  <a:gd name="T4" fmla="*/ 1 w 16"/>
                  <a:gd name="T5" fmla="*/ 2 h 25"/>
                  <a:gd name="T6" fmla="*/ 8 w 16"/>
                  <a:gd name="T7" fmla="*/ 20 h 25"/>
                  <a:gd name="T8" fmla="*/ 12 w 16"/>
                  <a:gd name="T9" fmla="*/ 14 h 25"/>
                  <a:gd name="T10" fmla="*/ 4 w 16"/>
                  <a:gd name="T11" fmla="*/ 5 h 25"/>
                  <a:gd name="T12" fmla="*/ 4 w 16"/>
                  <a:gd name="T13" fmla="*/ 5 h 25"/>
                  <a:gd name="T14" fmla="*/ 11 w 16"/>
                  <a:gd name="T15" fmla="*/ 15 h 25"/>
                  <a:gd name="T16" fmla="*/ 9 w 16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9" y="18"/>
                    </a:moveTo>
                    <a:cubicBezTo>
                      <a:pt x="9" y="16"/>
                      <a:pt x="2" y="2"/>
                      <a:pt x="1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7" y="16"/>
                      <a:pt x="8" y="20"/>
                    </a:cubicBezTo>
                    <a:cubicBezTo>
                      <a:pt x="11" y="25"/>
                      <a:pt x="16" y="21"/>
                      <a:pt x="12" y="14"/>
                    </a:cubicBezTo>
                    <a:cubicBezTo>
                      <a:pt x="9" y="8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0" y="13"/>
                      <a:pt x="11" y="15"/>
                    </a:cubicBezTo>
                    <a:cubicBezTo>
                      <a:pt x="12" y="18"/>
                      <a:pt x="10" y="20"/>
                      <a:pt x="9" y="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0" name="Freeform 66">
                <a:extLst>
                  <a:ext uri="{FF2B5EF4-FFF2-40B4-BE49-F238E27FC236}">
                    <a16:creationId xmlns:a16="http://schemas.microsoft.com/office/drawing/2014/main" id="{1F3A2A8B-2008-4DC7-A31D-EF0736B1E77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7" y="7647"/>
                <a:ext cx="101" cy="51"/>
              </a:xfrm>
              <a:custGeom>
                <a:avLst/>
                <a:gdLst>
                  <a:gd name="T0" fmla="*/ 121 w 135"/>
                  <a:gd name="T1" fmla="*/ 49 h 69"/>
                  <a:gd name="T2" fmla="*/ 12 w 135"/>
                  <a:gd name="T3" fmla="*/ 3 h 69"/>
                  <a:gd name="T4" fmla="*/ 12 w 135"/>
                  <a:gd name="T5" fmla="*/ 4 h 69"/>
                  <a:gd name="T6" fmla="*/ 120 w 135"/>
                  <a:gd name="T7" fmla="*/ 53 h 69"/>
                  <a:gd name="T8" fmla="*/ 118 w 135"/>
                  <a:gd name="T9" fmla="*/ 58 h 69"/>
                  <a:gd name="T10" fmla="*/ 2 w 135"/>
                  <a:gd name="T11" fmla="*/ 0 h 69"/>
                  <a:gd name="T12" fmla="*/ 2 w 135"/>
                  <a:gd name="T13" fmla="*/ 2 h 69"/>
                  <a:gd name="T14" fmla="*/ 117 w 135"/>
                  <a:gd name="T15" fmla="*/ 63 h 69"/>
                  <a:gd name="T16" fmla="*/ 121 w 135"/>
                  <a:gd name="T17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21" y="49"/>
                    </a:moveTo>
                    <a:cubicBezTo>
                      <a:pt x="108" y="44"/>
                      <a:pt x="13" y="3"/>
                      <a:pt x="12" y="3"/>
                    </a:cubicBezTo>
                    <a:cubicBezTo>
                      <a:pt x="11" y="3"/>
                      <a:pt x="13" y="4"/>
                      <a:pt x="12" y="4"/>
                    </a:cubicBezTo>
                    <a:cubicBezTo>
                      <a:pt x="11" y="3"/>
                      <a:pt x="114" y="50"/>
                      <a:pt x="120" y="53"/>
                    </a:cubicBezTo>
                    <a:cubicBezTo>
                      <a:pt x="125" y="55"/>
                      <a:pt x="122" y="60"/>
                      <a:pt x="118" y="58"/>
                    </a:cubicBezTo>
                    <a:cubicBezTo>
                      <a:pt x="115" y="57"/>
                      <a:pt x="5" y="2"/>
                      <a:pt x="2" y="0"/>
                    </a:cubicBezTo>
                    <a:cubicBezTo>
                      <a:pt x="1" y="0"/>
                      <a:pt x="0" y="1"/>
                      <a:pt x="2" y="2"/>
                    </a:cubicBezTo>
                    <a:cubicBezTo>
                      <a:pt x="5" y="4"/>
                      <a:pt x="111" y="59"/>
                      <a:pt x="117" y="63"/>
                    </a:cubicBezTo>
                    <a:cubicBezTo>
                      <a:pt x="128" y="69"/>
                      <a:pt x="135" y="55"/>
                      <a:pt x="121" y="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1" name="Freeform 67">
                <a:extLst>
                  <a:ext uri="{FF2B5EF4-FFF2-40B4-BE49-F238E27FC236}">
                    <a16:creationId xmlns:a16="http://schemas.microsoft.com/office/drawing/2014/main" id="{66A3E5CE-8D7F-46BB-8187-B51EA055069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82"/>
                <a:ext cx="100" cy="112"/>
              </a:xfrm>
              <a:custGeom>
                <a:avLst/>
                <a:gdLst>
                  <a:gd name="T0" fmla="*/ 10 w 135"/>
                  <a:gd name="T1" fmla="*/ 7 h 150"/>
                  <a:gd name="T2" fmla="*/ 10 w 135"/>
                  <a:gd name="T3" fmla="*/ 8 h 150"/>
                  <a:gd name="T4" fmla="*/ 122 w 135"/>
                  <a:gd name="T5" fmla="*/ 132 h 150"/>
                  <a:gd name="T6" fmla="*/ 118 w 135"/>
                  <a:gd name="T7" fmla="*/ 136 h 150"/>
                  <a:gd name="T8" fmla="*/ 2 w 135"/>
                  <a:gd name="T9" fmla="*/ 1 h 150"/>
                  <a:gd name="T10" fmla="*/ 1 w 135"/>
                  <a:gd name="T11" fmla="*/ 3 h 150"/>
                  <a:gd name="T12" fmla="*/ 19 w 135"/>
                  <a:gd name="T13" fmla="*/ 25 h 150"/>
                  <a:gd name="T14" fmla="*/ 78 w 135"/>
                  <a:gd name="T15" fmla="*/ 96 h 150"/>
                  <a:gd name="T16" fmla="*/ 74 w 135"/>
                  <a:gd name="T17" fmla="*/ 100 h 150"/>
                  <a:gd name="T18" fmla="*/ 4 w 135"/>
                  <a:gd name="T19" fmla="*/ 9 h 150"/>
                  <a:gd name="T20" fmla="*/ 3 w 135"/>
                  <a:gd name="T21" fmla="*/ 10 h 150"/>
                  <a:gd name="T22" fmla="*/ 72 w 135"/>
                  <a:gd name="T23" fmla="*/ 104 h 150"/>
                  <a:gd name="T24" fmla="*/ 85 w 135"/>
                  <a:gd name="T25" fmla="*/ 102 h 150"/>
                  <a:gd name="T26" fmla="*/ 116 w 135"/>
                  <a:gd name="T27" fmla="*/ 140 h 150"/>
                  <a:gd name="T28" fmla="*/ 125 w 135"/>
                  <a:gd name="T29" fmla="*/ 129 h 150"/>
                  <a:gd name="T30" fmla="*/ 10 w 135"/>
                  <a:gd name="T31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0" y="7"/>
                    </a:moveTo>
                    <a:cubicBezTo>
                      <a:pt x="10" y="7"/>
                      <a:pt x="11" y="9"/>
                      <a:pt x="10" y="8"/>
                    </a:cubicBezTo>
                    <a:cubicBezTo>
                      <a:pt x="9" y="7"/>
                      <a:pt x="118" y="127"/>
                      <a:pt x="122" y="132"/>
                    </a:cubicBezTo>
                    <a:cubicBezTo>
                      <a:pt x="126" y="136"/>
                      <a:pt x="121" y="140"/>
                      <a:pt x="118" y="136"/>
                    </a:cubicBezTo>
                    <a:cubicBezTo>
                      <a:pt x="117" y="135"/>
                      <a:pt x="4" y="4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3"/>
                      <a:pt x="9" y="12"/>
                      <a:pt x="19" y="25"/>
                    </a:cubicBezTo>
                    <a:cubicBezTo>
                      <a:pt x="36" y="45"/>
                      <a:pt x="75" y="92"/>
                      <a:pt x="78" y="96"/>
                    </a:cubicBezTo>
                    <a:cubicBezTo>
                      <a:pt x="82" y="100"/>
                      <a:pt x="77" y="104"/>
                      <a:pt x="74" y="100"/>
                    </a:cubicBezTo>
                    <a:cubicBezTo>
                      <a:pt x="73" y="98"/>
                      <a:pt x="6" y="11"/>
                      <a:pt x="4" y="9"/>
                    </a:cubicBezTo>
                    <a:cubicBezTo>
                      <a:pt x="3" y="7"/>
                      <a:pt x="2" y="9"/>
                      <a:pt x="3" y="10"/>
                    </a:cubicBezTo>
                    <a:cubicBezTo>
                      <a:pt x="5" y="13"/>
                      <a:pt x="68" y="98"/>
                      <a:pt x="72" y="104"/>
                    </a:cubicBezTo>
                    <a:cubicBezTo>
                      <a:pt x="77" y="111"/>
                      <a:pt x="84" y="108"/>
                      <a:pt x="85" y="102"/>
                    </a:cubicBezTo>
                    <a:cubicBezTo>
                      <a:pt x="102" y="123"/>
                      <a:pt x="115" y="138"/>
                      <a:pt x="116" y="140"/>
                    </a:cubicBezTo>
                    <a:cubicBezTo>
                      <a:pt x="123" y="150"/>
                      <a:pt x="135" y="140"/>
                      <a:pt x="125" y="129"/>
                    </a:cubicBezTo>
                    <a:cubicBezTo>
                      <a:pt x="116" y="119"/>
                      <a:pt x="11" y="8"/>
                      <a:pt x="1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2" name="Freeform 68">
                <a:extLst>
                  <a:ext uri="{FF2B5EF4-FFF2-40B4-BE49-F238E27FC236}">
                    <a16:creationId xmlns:a16="http://schemas.microsoft.com/office/drawing/2014/main" id="{28478D14-9DE8-4B7D-9490-718EABBDB2F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47" y="7723"/>
                <a:ext cx="278" cy="298"/>
              </a:xfrm>
              <a:custGeom>
                <a:avLst/>
                <a:gdLst>
                  <a:gd name="T0" fmla="*/ 341 w 374"/>
                  <a:gd name="T1" fmla="*/ 190 h 399"/>
                  <a:gd name="T2" fmla="*/ 241 w 374"/>
                  <a:gd name="T3" fmla="*/ 112 h 399"/>
                  <a:gd name="T4" fmla="*/ 243 w 374"/>
                  <a:gd name="T5" fmla="*/ 84 h 399"/>
                  <a:gd name="T6" fmla="*/ 237 w 374"/>
                  <a:gd name="T7" fmla="*/ 34 h 399"/>
                  <a:gd name="T8" fmla="*/ 199 w 374"/>
                  <a:gd name="T9" fmla="*/ 31 h 399"/>
                  <a:gd name="T10" fmla="*/ 189 w 374"/>
                  <a:gd name="T11" fmla="*/ 0 h 399"/>
                  <a:gd name="T12" fmla="*/ 174 w 374"/>
                  <a:gd name="T13" fmla="*/ 31 h 399"/>
                  <a:gd name="T14" fmla="*/ 135 w 374"/>
                  <a:gd name="T15" fmla="*/ 40 h 399"/>
                  <a:gd name="T16" fmla="*/ 133 w 374"/>
                  <a:gd name="T17" fmla="*/ 87 h 399"/>
                  <a:gd name="T18" fmla="*/ 68 w 374"/>
                  <a:gd name="T19" fmla="*/ 181 h 399"/>
                  <a:gd name="T20" fmla="*/ 21 w 374"/>
                  <a:gd name="T21" fmla="*/ 193 h 399"/>
                  <a:gd name="T22" fmla="*/ 26 w 374"/>
                  <a:gd name="T23" fmla="*/ 280 h 399"/>
                  <a:gd name="T24" fmla="*/ 80 w 374"/>
                  <a:gd name="T25" fmla="*/ 360 h 399"/>
                  <a:gd name="T26" fmla="*/ 203 w 374"/>
                  <a:gd name="T27" fmla="*/ 356 h 399"/>
                  <a:gd name="T28" fmla="*/ 299 w 374"/>
                  <a:gd name="T29" fmla="*/ 337 h 399"/>
                  <a:gd name="T30" fmla="*/ 232 w 374"/>
                  <a:gd name="T31" fmla="*/ 97 h 399"/>
                  <a:gd name="T32" fmla="*/ 151 w 374"/>
                  <a:gd name="T33" fmla="*/ 91 h 399"/>
                  <a:gd name="T34" fmla="*/ 211 w 374"/>
                  <a:gd name="T35" fmla="*/ 83 h 399"/>
                  <a:gd name="T36" fmla="*/ 194 w 374"/>
                  <a:gd name="T37" fmla="*/ 84 h 399"/>
                  <a:gd name="T38" fmla="*/ 164 w 374"/>
                  <a:gd name="T39" fmla="*/ 83 h 399"/>
                  <a:gd name="T40" fmla="*/ 256 w 374"/>
                  <a:gd name="T41" fmla="*/ 65 h 399"/>
                  <a:gd name="T42" fmla="*/ 245 w 374"/>
                  <a:gd name="T43" fmla="*/ 41 h 399"/>
                  <a:gd name="T44" fmla="*/ 230 w 374"/>
                  <a:gd name="T45" fmla="*/ 60 h 399"/>
                  <a:gd name="T46" fmla="*/ 232 w 374"/>
                  <a:gd name="T47" fmla="*/ 39 h 399"/>
                  <a:gd name="T48" fmla="*/ 218 w 374"/>
                  <a:gd name="T49" fmla="*/ 33 h 399"/>
                  <a:gd name="T50" fmla="*/ 200 w 374"/>
                  <a:gd name="T51" fmla="*/ 70 h 399"/>
                  <a:gd name="T52" fmla="*/ 200 w 374"/>
                  <a:gd name="T53" fmla="*/ 50 h 399"/>
                  <a:gd name="T54" fmla="*/ 194 w 374"/>
                  <a:gd name="T55" fmla="*/ 10 h 399"/>
                  <a:gd name="T56" fmla="*/ 188 w 374"/>
                  <a:gd name="T57" fmla="*/ 51 h 399"/>
                  <a:gd name="T58" fmla="*/ 183 w 374"/>
                  <a:gd name="T59" fmla="*/ 57 h 399"/>
                  <a:gd name="T60" fmla="*/ 176 w 374"/>
                  <a:gd name="T61" fmla="*/ 50 h 399"/>
                  <a:gd name="T62" fmla="*/ 172 w 374"/>
                  <a:gd name="T63" fmla="*/ 36 h 399"/>
                  <a:gd name="T64" fmla="*/ 155 w 374"/>
                  <a:gd name="T65" fmla="*/ 41 h 399"/>
                  <a:gd name="T66" fmla="*/ 147 w 374"/>
                  <a:gd name="T67" fmla="*/ 70 h 399"/>
                  <a:gd name="T68" fmla="*/ 141 w 374"/>
                  <a:gd name="T69" fmla="*/ 46 h 399"/>
                  <a:gd name="T70" fmla="*/ 116 w 374"/>
                  <a:gd name="T71" fmla="*/ 62 h 399"/>
                  <a:gd name="T72" fmla="*/ 130 w 374"/>
                  <a:gd name="T73" fmla="*/ 52 h 399"/>
                  <a:gd name="T74" fmla="*/ 186 w 374"/>
                  <a:gd name="T75" fmla="*/ 74 h 399"/>
                  <a:gd name="T76" fmla="*/ 142 w 374"/>
                  <a:gd name="T77" fmla="*/ 90 h 399"/>
                  <a:gd name="T78" fmla="*/ 25 w 374"/>
                  <a:gd name="T79" fmla="*/ 270 h 399"/>
                  <a:gd name="T80" fmla="*/ 56 w 374"/>
                  <a:gd name="T81" fmla="*/ 291 h 399"/>
                  <a:gd name="T82" fmla="*/ 68 w 374"/>
                  <a:gd name="T83" fmla="*/ 301 h 399"/>
                  <a:gd name="T84" fmla="*/ 75 w 374"/>
                  <a:gd name="T85" fmla="*/ 345 h 399"/>
                  <a:gd name="T86" fmla="*/ 167 w 374"/>
                  <a:gd name="T87" fmla="*/ 372 h 399"/>
                  <a:gd name="T88" fmla="*/ 114 w 374"/>
                  <a:gd name="T89" fmla="*/ 360 h 399"/>
                  <a:gd name="T90" fmla="*/ 92 w 374"/>
                  <a:gd name="T91" fmla="*/ 311 h 399"/>
                  <a:gd name="T92" fmla="*/ 52 w 374"/>
                  <a:gd name="T93" fmla="*/ 228 h 399"/>
                  <a:gd name="T94" fmla="*/ 20 w 374"/>
                  <a:gd name="T95" fmla="*/ 124 h 399"/>
                  <a:gd name="T96" fmla="*/ 96 w 374"/>
                  <a:gd name="T97" fmla="*/ 300 h 399"/>
                  <a:gd name="T98" fmla="*/ 91 w 374"/>
                  <a:gd name="T99" fmla="*/ 228 h 399"/>
                  <a:gd name="T100" fmla="*/ 246 w 374"/>
                  <a:gd name="T101" fmla="*/ 333 h 399"/>
                  <a:gd name="T102" fmla="*/ 346 w 374"/>
                  <a:gd name="T103" fmla="*/ 107 h 399"/>
                  <a:gd name="T104" fmla="*/ 343 w 374"/>
                  <a:gd name="T105" fmla="*/ 168 h 399"/>
                  <a:gd name="T106" fmla="*/ 335 w 374"/>
                  <a:gd name="T107" fmla="*/ 231 h 399"/>
                  <a:gd name="T108" fmla="*/ 249 w 374"/>
                  <a:gd name="T109" fmla="*/ 345 h 399"/>
                  <a:gd name="T110" fmla="*/ 314 w 374"/>
                  <a:gd name="T111" fmla="*/ 287 h 399"/>
                  <a:gd name="T112" fmla="*/ 267 w 374"/>
                  <a:gd name="T113" fmla="*/ 365 h 399"/>
                  <a:gd name="T114" fmla="*/ 302 w 374"/>
                  <a:gd name="T115" fmla="*/ 360 h 399"/>
                  <a:gd name="T116" fmla="*/ 282 w 374"/>
                  <a:gd name="T117" fmla="*/ 337 h 399"/>
                  <a:gd name="T118" fmla="*/ 305 w 374"/>
                  <a:gd name="T119" fmla="*/ 306 h 399"/>
                  <a:gd name="T120" fmla="*/ 338 w 374"/>
                  <a:gd name="T121" fmla="*/ 268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4" h="399">
                    <a:moveTo>
                      <a:pt x="366" y="267"/>
                    </a:moveTo>
                    <a:cubicBezTo>
                      <a:pt x="360" y="264"/>
                      <a:pt x="355" y="265"/>
                      <a:pt x="353" y="265"/>
                    </a:cubicBezTo>
                    <a:cubicBezTo>
                      <a:pt x="352" y="265"/>
                      <a:pt x="350" y="265"/>
                      <a:pt x="352" y="264"/>
                    </a:cubicBezTo>
                    <a:cubicBezTo>
                      <a:pt x="353" y="263"/>
                      <a:pt x="355" y="263"/>
                      <a:pt x="358" y="262"/>
                    </a:cubicBezTo>
                    <a:cubicBezTo>
                      <a:pt x="361" y="261"/>
                      <a:pt x="360" y="260"/>
                      <a:pt x="356" y="258"/>
                    </a:cubicBezTo>
                    <a:cubicBezTo>
                      <a:pt x="352" y="256"/>
                      <a:pt x="343" y="256"/>
                      <a:pt x="339" y="256"/>
                    </a:cubicBezTo>
                    <a:cubicBezTo>
                      <a:pt x="336" y="256"/>
                      <a:pt x="327" y="260"/>
                      <a:pt x="324" y="262"/>
                    </a:cubicBezTo>
                    <a:cubicBezTo>
                      <a:pt x="321" y="265"/>
                      <a:pt x="320" y="264"/>
                      <a:pt x="322" y="260"/>
                    </a:cubicBezTo>
                    <a:cubicBezTo>
                      <a:pt x="324" y="256"/>
                      <a:pt x="326" y="250"/>
                      <a:pt x="334" y="239"/>
                    </a:cubicBezTo>
                    <a:cubicBezTo>
                      <a:pt x="341" y="230"/>
                      <a:pt x="349" y="223"/>
                      <a:pt x="351" y="221"/>
                    </a:cubicBezTo>
                    <a:cubicBezTo>
                      <a:pt x="353" y="219"/>
                      <a:pt x="352" y="217"/>
                      <a:pt x="350" y="216"/>
                    </a:cubicBezTo>
                    <a:cubicBezTo>
                      <a:pt x="348" y="215"/>
                      <a:pt x="343" y="215"/>
                      <a:pt x="341" y="215"/>
                    </a:cubicBezTo>
                    <a:cubicBezTo>
                      <a:pt x="340" y="216"/>
                      <a:pt x="341" y="214"/>
                      <a:pt x="343" y="212"/>
                    </a:cubicBezTo>
                    <a:cubicBezTo>
                      <a:pt x="345" y="210"/>
                      <a:pt x="362" y="199"/>
                      <a:pt x="362" y="199"/>
                    </a:cubicBezTo>
                    <a:cubicBezTo>
                      <a:pt x="364" y="198"/>
                      <a:pt x="365" y="196"/>
                      <a:pt x="364" y="194"/>
                    </a:cubicBezTo>
                    <a:cubicBezTo>
                      <a:pt x="361" y="192"/>
                      <a:pt x="359" y="192"/>
                      <a:pt x="353" y="193"/>
                    </a:cubicBezTo>
                    <a:cubicBezTo>
                      <a:pt x="346" y="194"/>
                      <a:pt x="341" y="197"/>
                      <a:pt x="340" y="197"/>
                    </a:cubicBezTo>
                    <a:cubicBezTo>
                      <a:pt x="338" y="198"/>
                      <a:pt x="335" y="200"/>
                      <a:pt x="341" y="190"/>
                    </a:cubicBezTo>
                    <a:cubicBezTo>
                      <a:pt x="347" y="180"/>
                      <a:pt x="363" y="166"/>
                      <a:pt x="367" y="164"/>
                    </a:cubicBezTo>
                    <a:cubicBezTo>
                      <a:pt x="370" y="161"/>
                      <a:pt x="370" y="160"/>
                      <a:pt x="368" y="159"/>
                    </a:cubicBezTo>
                    <a:cubicBezTo>
                      <a:pt x="367" y="157"/>
                      <a:pt x="366" y="157"/>
                      <a:pt x="361" y="157"/>
                    </a:cubicBezTo>
                    <a:cubicBezTo>
                      <a:pt x="356" y="157"/>
                      <a:pt x="349" y="159"/>
                      <a:pt x="349" y="159"/>
                    </a:cubicBezTo>
                    <a:cubicBezTo>
                      <a:pt x="346" y="161"/>
                      <a:pt x="346" y="161"/>
                      <a:pt x="346" y="161"/>
                    </a:cubicBezTo>
                    <a:cubicBezTo>
                      <a:pt x="346" y="161"/>
                      <a:pt x="346" y="160"/>
                      <a:pt x="347" y="159"/>
                    </a:cubicBezTo>
                    <a:cubicBezTo>
                      <a:pt x="347" y="158"/>
                      <a:pt x="352" y="151"/>
                      <a:pt x="356" y="137"/>
                    </a:cubicBezTo>
                    <a:cubicBezTo>
                      <a:pt x="361" y="124"/>
                      <a:pt x="357" y="112"/>
                      <a:pt x="357" y="112"/>
                    </a:cubicBezTo>
                    <a:cubicBezTo>
                      <a:pt x="355" y="109"/>
                      <a:pt x="353" y="109"/>
                      <a:pt x="353" y="109"/>
                    </a:cubicBezTo>
                    <a:cubicBezTo>
                      <a:pt x="353" y="109"/>
                      <a:pt x="352" y="107"/>
                      <a:pt x="352" y="106"/>
                    </a:cubicBezTo>
                    <a:cubicBezTo>
                      <a:pt x="351" y="105"/>
                      <a:pt x="350" y="101"/>
                      <a:pt x="349" y="100"/>
                    </a:cubicBezTo>
                    <a:cubicBezTo>
                      <a:pt x="349" y="99"/>
                      <a:pt x="344" y="93"/>
                      <a:pt x="343" y="101"/>
                    </a:cubicBezTo>
                    <a:cubicBezTo>
                      <a:pt x="343" y="109"/>
                      <a:pt x="341" y="118"/>
                      <a:pt x="336" y="132"/>
                    </a:cubicBezTo>
                    <a:cubicBezTo>
                      <a:pt x="331" y="147"/>
                      <a:pt x="321" y="161"/>
                      <a:pt x="321" y="161"/>
                    </a:cubicBezTo>
                    <a:cubicBezTo>
                      <a:pt x="314" y="168"/>
                      <a:pt x="312" y="172"/>
                      <a:pt x="310" y="174"/>
                    </a:cubicBezTo>
                    <a:cubicBezTo>
                      <a:pt x="308" y="176"/>
                      <a:pt x="307" y="178"/>
                      <a:pt x="306" y="180"/>
                    </a:cubicBezTo>
                    <a:cubicBezTo>
                      <a:pt x="302" y="171"/>
                      <a:pt x="295" y="156"/>
                      <a:pt x="281" y="141"/>
                    </a:cubicBezTo>
                    <a:cubicBezTo>
                      <a:pt x="265" y="124"/>
                      <a:pt x="241" y="112"/>
                      <a:pt x="241" y="112"/>
                    </a:cubicBezTo>
                    <a:cubicBezTo>
                      <a:pt x="239" y="111"/>
                      <a:pt x="235" y="109"/>
                      <a:pt x="231" y="107"/>
                    </a:cubicBezTo>
                    <a:cubicBezTo>
                      <a:pt x="231" y="107"/>
                      <a:pt x="231" y="107"/>
                      <a:pt x="231" y="107"/>
                    </a:cubicBezTo>
                    <a:cubicBezTo>
                      <a:pt x="232" y="107"/>
                      <a:pt x="234" y="106"/>
                      <a:pt x="234" y="105"/>
                    </a:cubicBezTo>
                    <a:cubicBezTo>
                      <a:pt x="235" y="103"/>
                      <a:pt x="234" y="100"/>
                      <a:pt x="234" y="100"/>
                    </a:cubicBezTo>
                    <a:cubicBezTo>
                      <a:pt x="234" y="100"/>
                      <a:pt x="234" y="99"/>
                      <a:pt x="235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7" y="97"/>
                      <a:pt x="237" y="97"/>
                    </a:cubicBezTo>
                    <a:cubicBezTo>
                      <a:pt x="237" y="96"/>
                      <a:pt x="237" y="96"/>
                      <a:pt x="237" y="95"/>
                    </a:cubicBezTo>
                    <a:cubicBezTo>
                      <a:pt x="237" y="95"/>
                      <a:pt x="237" y="94"/>
                      <a:pt x="237" y="93"/>
                    </a:cubicBezTo>
                    <a:cubicBezTo>
                      <a:pt x="237" y="93"/>
                      <a:pt x="238" y="93"/>
                      <a:pt x="238" y="93"/>
                    </a:cubicBezTo>
                    <a:cubicBezTo>
                      <a:pt x="238" y="92"/>
                      <a:pt x="238" y="92"/>
                      <a:pt x="238" y="92"/>
                    </a:cubicBezTo>
                    <a:cubicBezTo>
                      <a:pt x="238" y="92"/>
                      <a:pt x="238" y="91"/>
                      <a:pt x="239" y="90"/>
                    </a:cubicBezTo>
                    <a:cubicBezTo>
                      <a:pt x="239" y="91"/>
                      <a:pt x="239" y="91"/>
                      <a:pt x="239" y="91"/>
                    </a:cubicBezTo>
                    <a:cubicBezTo>
                      <a:pt x="240" y="90"/>
                      <a:pt x="241" y="90"/>
                      <a:pt x="242" y="89"/>
                    </a:cubicBezTo>
                    <a:cubicBezTo>
                      <a:pt x="242" y="88"/>
                      <a:pt x="242" y="88"/>
                      <a:pt x="242" y="87"/>
                    </a:cubicBezTo>
                    <a:cubicBezTo>
                      <a:pt x="242" y="87"/>
                      <a:pt x="242" y="86"/>
                      <a:pt x="242" y="86"/>
                    </a:cubicBezTo>
                    <a:cubicBezTo>
                      <a:pt x="243" y="85"/>
                      <a:pt x="243" y="85"/>
                      <a:pt x="243" y="84"/>
                    </a:cubicBezTo>
                    <a:cubicBezTo>
                      <a:pt x="243" y="84"/>
                      <a:pt x="243" y="84"/>
                      <a:pt x="243" y="84"/>
                    </a:cubicBezTo>
                    <a:cubicBezTo>
                      <a:pt x="247" y="84"/>
                      <a:pt x="249" y="81"/>
                      <a:pt x="250" y="77"/>
                    </a:cubicBezTo>
                    <a:cubicBezTo>
                      <a:pt x="253" y="77"/>
                      <a:pt x="256" y="74"/>
                      <a:pt x="256" y="70"/>
                    </a:cubicBezTo>
                    <a:cubicBezTo>
                      <a:pt x="256" y="70"/>
                      <a:pt x="256" y="69"/>
                      <a:pt x="256" y="69"/>
                    </a:cubicBezTo>
                    <a:cubicBezTo>
                      <a:pt x="259" y="69"/>
                      <a:pt x="262" y="66"/>
                      <a:pt x="262" y="62"/>
                    </a:cubicBezTo>
                    <a:cubicBezTo>
                      <a:pt x="262" y="59"/>
                      <a:pt x="261" y="57"/>
                      <a:pt x="259" y="56"/>
                    </a:cubicBezTo>
                    <a:cubicBezTo>
                      <a:pt x="259" y="55"/>
                      <a:pt x="260" y="54"/>
                      <a:pt x="260" y="53"/>
                    </a:cubicBezTo>
                    <a:cubicBezTo>
                      <a:pt x="260" y="49"/>
                      <a:pt x="257" y="46"/>
                      <a:pt x="253" y="46"/>
                    </a:cubicBezTo>
                    <a:cubicBezTo>
                      <a:pt x="252" y="46"/>
                      <a:pt x="251" y="46"/>
                      <a:pt x="251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1" y="46"/>
                    </a:cubicBezTo>
                    <a:cubicBezTo>
                      <a:pt x="251" y="45"/>
                      <a:pt x="251" y="44"/>
                      <a:pt x="251" y="44"/>
                    </a:cubicBezTo>
                    <a:cubicBezTo>
                      <a:pt x="251" y="41"/>
                      <a:pt x="248" y="38"/>
                      <a:pt x="245" y="38"/>
                    </a:cubicBezTo>
                    <a:cubicBezTo>
                      <a:pt x="243" y="38"/>
                      <a:pt x="242" y="39"/>
                      <a:pt x="241" y="40"/>
                    </a:cubicBezTo>
                    <a:cubicBezTo>
                      <a:pt x="241" y="40"/>
                      <a:pt x="241" y="40"/>
                      <a:pt x="241" y="40"/>
                    </a:cubicBezTo>
                    <a:cubicBezTo>
                      <a:pt x="240" y="40"/>
                      <a:pt x="240" y="40"/>
                      <a:pt x="240" y="39"/>
                    </a:cubicBezTo>
                    <a:cubicBezTo>
                      <a:pt x="240" y="38"/>
                      <a:pt x="240" y="35"/>
                      <a:pt x="237" y="34"/>
                    </a:cubicBezTo>
                    <a:cubicBezTo>
                      <a:pt x="236" y="34"/>
                      <a:pt x="235" y="34"/>
                      <a:pt x="235" y="34"/>
                    </a:cubicBezTo>
                    <a:cubicBezTo>
                      <a:pt x="233" y="34"/>
                      <a:pt x="231" y="35"/>
                      <a:pt x="231" y="36"/>
                    </a:cubicBezTo>
                    <a:cubicBezTo>
                      <a:pt x="230" y="36"/>
                      <a:pt x="228" y="36"/>
                      <a:pt x="227" y="35"/>
                    </a:cubicBezTo>
                    <a:cubicBezTo>
                      <a:pt x="227" y="33"/>
                      <a:pt x="227" y="32"/>
                      <a:pt x="224" y="31"/>
                    </a:cubicBezTo>
                    <a:cubicBezTo>
                      <a:pt x="224" y="31"/>
                      <a:pt x="223" y="31"/>
                      <a:pt x="223" y="31"/>
                    </a:cubicBezTo>
                    <a:cubicBezTo>
                      <a:pt x="222" y="31"/>
                      <a:pt x="221" y="31"/>
                      <a:pt x="221" y="31"/>
                    </a:cubicBezTo>
                    <a:cubicBezTo>
                      <a:pt x="220" y="31"/>
                      <a:pt x="220" y="30"/>
                      <a:pt x="218" y="29"/>
                    </a:cubicBezTo>
                    <a:cubicBezTo>
                      <a:pt x="218" y="29"/>
                      <a:pt x="217" y="29"/>
                      <a:pt x="217" y="29"/>
                    </a:cubicBezTo>
                    <a:cubicBezTo>
                      <a:pt x="216" y="29"/>
                      <a:pt x="215" y="30"/>
                      <a:pt x="215" y="30"/>
                    </a:cubicBezTo>
                    <a:cubicBezTo>
                      <a:pt x="214" y="29"/>
                      <a:pt x="213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9"/>
                      <a:pt x="209" y="29"/>
                      <a:pt x="209" y="30"/>
                    </a:cubicBezTo>
                    <a:cubicBezTo>
                      <a:pt x="208" y="29"/>
                      <a:pt x="207" y="29"/>
                      <a:pt x="206" y="29"/>
                    </a:cubicBezTo>
                    <a:cubicBezTo>
                      <a:pt x="206" y="29"/>
                      <a:pt x="206" y="29"/>
                      <a:pt x="206" y="29"/>
                    </a:cubicBezTo>
                    <a:cubicBezTo>
                      <a:pt x="204" y="29"/>
                      <a:pt x="203" y="30"/>
                      <a:pt x="203" y="30"/>
                    </a:cubicBezTo>
                    <a:cubicBezTo>
                      <a:pt x="203" y="31"/>
                      <a:pt x="202" y="31"/>
                      <a:pt x="202" y="31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1"/>
                      <a:pt x="200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7" y="31"/>
                      <a:pt x="195" y="31"/>
                      <a:pt x="194" y="31"/>
                    </a:cubicBezTo>
                    <a:cubicBezTo>
                      <a:pt x="193" y="31"/>
                      <a:pt x="193" y="31"/>
                      <a:pt x="193" y="30"/>
                    </a:cubicBezTo>
                    <a:cubicBezTo>
                      <a:pt x="193" y="30"/>
                      <a:pt x="193" y="30"/>
                      <a:pt x="193" y="29"/>
                    </a:cubicBezTo>
                    <a:cubicBezTo>
                      <a:pt x="195" y="28"/>
                      <a:pt x="197" y="25"/>
                      <a:pt x="197" y="22"/>
                    </a:cubicBezTo>
                    <a:cubicBezTo>
                      <a:pt x="197" y="19"/>
                      <a:pt x="195" y="16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7" y="12"/>
                      <a:pt x="197" y="11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6"/>
                      <a:pt x="196" y="5"/>
                      <a:pt x="195" y="5"/>
                    </a:cubicBezTo>
                    <a:cubicBezTo>
                      <a:pt x="194" y="5"/>
                      <a:pt x="194" y="5"/>
                      <a:pt x="194" y="5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92" y="2"/>
                      <a:pt x="192" y="2"/>
                      <a:pt x="192" y="2"/>
                    </a:cubicBezTo>
                    <a:cubicBezTo>
                      <a:pt x="192" y="1"/>
                      <a:pt x="191" y="0"/>
                      <a:pt x="190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4" y="0"/>
                      <a:pt x="183" y="1"/>
                      <a:pt x="183" y="2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1" y="5"/>
                      <a:pt x="181" y="5"/>
                      <a:pt x="181" y="5"/>
                    </a:cubicBezTo>
                    <a:cubicBezTo>
                      <a:pt x="180" y="5"/>
                      <a:pt x="180" y="5"/>
                      <a:pt x="180" y="5"/>
                    </a:cubicBezTo>
                    <a:cubicBezTo>
                      <a:pt x="179" y="5"/>
                      <a:pt x="178" y="6"/>
                      <a:pt x="178" y="7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2"/>
                      <a:pt x="179" y="13"/>
                      <a:pt x="180" y="13"/>
                    </a:cubicBezTo>
                    <a:cubicBezTo>
                      <a:pt x="181" y="13"/>
                      <a:pt x="181" y="13"/>
                      <a:pt x="181" y="13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83" y="15"/>
                      <a:pt x="183" y="15"/>
                      <a:pt x="183" y="15"/>
                    </a:cubicBezTo>
                    <a:cubicBezTo>
                      <a:pt x="180" y="16"/>
                      <a:pt x="178" y="19"/>
                      <a:pt x="178" y="22"/>
                    </a:cubicBezTo>
                    <a:cubicBezTo>
                      <a:pt x="178" y="25"/>
                      <a:pt x="180" y="28"/>
                      <a:pt x="182" y="29"/>
                    </a:cubicBezTo>
                    <a:cubicBezTo>
                      <a:pt x="182" y="29"/>
                      <a:pt x="182" y="30"/>
                      <a:pt x="182" y="30"/>
                    </a:cubicBezTo>
                    <a:cubicBezTo>
                      <a:pt x="182" y="30"/>
                      <a:pt x="182" y="30"/>
                      <a:pt x="181" y="31"/>
                    </a:cubicBezTo>
                    <a:cubicBezTo>
                      <a:pt x="180" y="31"/>
                      <a:pt x="178" y="31"/>
                      <a:pt x="177" y="31"/>
                    </a:cubicBezTo>
                    <a:cubicBezTo>
                      <a:pt x="176" y="31"/>
                      <a:pt x="175" y="31"/>
                      <a:pt x="174" y="31"/>
                    </a:cubicBezTo>
                    <a:cubicBezTo>
                      <a:pt x="173" y="30"/>
                      <a:pt x="171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29"/>
                      <a:pt x="168" y="29"/>
                      <a:pt x="168" y="30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66" y="29"/>
                      <a:pt x="165" y="29"/>
                      <a:pt x="164" y="29"/>
                    </a:cubicBezTo>
                    <a:cubicBezTo>
                      <a:pt x="163" y="29"/>
                      <a:pt x="162" y="29"/>
                      <a:pt x="161" y="30"/>
                    </a:cubicBezTo>
                    <a:cubicBezTo>
                      <a:pt x="161" y="30"/>
                      <a:pt x="160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6" y="30"/>
                      <a:pt x="155" y="30"/>
                      <a:pt x="155" y="31"/>
                    </a:cubicBezTo>
                    <a:cubicBezTo>
                      <a:pt x="154" y="31"/>
                      <a:pt x="154" y="31"/>
                      <a:pt x="153" y="31"/>
                    </a:cubicBezTo>
                    <a:cubicBezTo>
                      <a:pt x="153" y="31"/>
                      <a:pt x="152" y="31"/>
                      <a:pt x="152" y="31"/>
                    </a:cubicBezTo>
                    <a:cubicBezTo>
                      <a:pt x="150" y="32"/>
                      <a:pt x="149" y="33"/>
                      <a:pt x="149" y="35"/>
                    </a:cubicBezTo>
                    <a:cubicBezTo>
                      <a:pt x="148" y="36"/>
                      <a:pt x="145" y="36"/>
                      <a:pt x="144" y="37"/>
                    </a:cubicBezTo>
                    <a:cubicBezTo>
                      <a:pt x="143" y="35"/>
                      <a:pt x="142" y="34"/>
                      <a:pt x="140" y="34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7" y="35"/>
                      <a:pt x="135" y="36"/>
                      <a:pt x="135" y="39"/>
                    </a:cubicBezTo>
                    <a:cubicBezTo>
                      <a:pt x="135" y="39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4" y="39"/>
                      <a:pt x="133" y="38"/>
                      <a:pt x="131" y="38"/>
                    </a:cubicBezTo>
                    <a:cubicBezTo>
                      <a:pt x="128" y="38"/>
                      <a:pt x="125" y="40"/>
                      <a:pt x="125" y="43"/>
                    </a:cubicBezTo>
                    <a:cubicBezTo>
                      <a:pt x="125" y="44"/>
                      <a:pt x="125" y="45"/>
                      <a:pt x="125" y="45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5" y="46"/>
                      <a:pt x="124" y="46"/>
                      <a:pt x="123" y="46"/>
                    </a:cubicBezTo>
                    <a:cubicBezTo>
                      <a:pt x="120" y="46"/>
                      <a:pt x="116" y="48"/>
                      <a:pt x="116" y="52"/>
                    </a:cubicBezTo>
                    <a:cubicBezTo>
                      <a:pt x="116" y="53"/>
                      <a:pt x="116" y="54"/>
                      <a:pt x="116" y="55"/>
                    </a:cubicBezTo>
                    <a:cubicBezTo>
                      <a:pt x="115" y="57"/>
                      <a:pt x="114" y="59"/>
                      <a:pt x="114" y="62"/>
                    </a:cubicBezTo>
                    <a:cubicBezTo>
                      <a:pt x="114" y="65"/>
                      <a:pt x="116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70"/>
                      <a:pt x="120" y="71"/>
                      <a:pt x="120" y="72"/>
                    </a:cubicBezTo>
                    <a:cubicBezTo>
                      <a:pt x="120" y="75"/>
                      <a:pt x="123" y="77"/>
                      <a:pt x="126" y="78"/>
                    </a:cubicBezTo>
                    <a:cubicBezTo>
                      <a:pt x="126" y="81"/>
                      <a:pt x="129" y="84"/>
                      <a:pt x="133" y="84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33" y="85"/>
                      <a:pt x="133" y="85"/>
                      <a:pt x="134" y="86"/>
                    </a:cubicBezTo>
                    <a:cubicBezTo>
                      <a:pt x="134" y="86"/>
                      <a:pt x="133" y="86"/>
                      <a:pt x="133" y="87"/>
                    </a:cubicBezTo>
                    <a:cubicBezTo>
                      <a:pt x="133" y="88"/>
                      <a:pt x="134" y="88"/>
                      <a:pt x="134" y="89"/>
                    </a:cubicBezTo>
                    <a:cubicBezTo>
                      <a:pt x="135" y="90"/>
                      <a:pt x="136" y="90"/>
                      <a:pt x="137" y="91"/>
                    </a:cubicBezTo>
                    <a:cubicBezTo>
                      <a:pt x="137" y="91"/>
                      <a:pt x="137" y="90"/>
                      <a:pt x="137" y="90"/>
                    </a:cubicBezTo>
                    <a:cubicBezTo>
                      <a:pt x="137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2"/>
                      <a:pt x="138" y="92"/>
                    </a:cubicBezTo>
                    <a:cubicBezTo>
                      <a:pt x="139" y="94"/>
                      <a:pt x="139" y="95"/>
                      <a:pt x="139" y="95"/>
                    </a:cubicBezTo>
                    <a:cubicBezTo>
                      <a:pt x="139" y="96"/>
                      <a:pt x="139" y="97"/>
                      <a:pt x="139" y="97"/>
                    </a:cubicBezTo>
                    <a:cubicBezTo>
                      <a:pt x="139" y="97"/>
                      <a:pt x="140" y="98"/>
                      <a:pt x="140" y="98"/>
                    </a:cubicBezTo>
                    <a:cubicBezTo>
                      <a:pt x="140" y="98"/>
                      <a:pt x="141" y="98"/>
                      <a:pt x="141" y="99"/>
                    </a:cubicBezTo>
                    <a:cubicBezTo>
                      <a:pt x="142" y="99"/>
                      <a:pt x="142" y="100"/>
                      <a:pt x="142" y="100"/>
                    </a:cubicBezTo>
                    <a:cubicBezTo>
                      <a:pt x="142" y="100"/>
                      <a:pt x="141" y="103"/>
                      <a:pt x="142" y="105"/>
                    </a:cubicBezTo>
                    <a:cubicBezTo>
                      <a:pt x="142" y="106"/>
                      <a:pt x="145" y="107"/>
                      <a:pt x="145" y="107"/>
                    </a:cubicBezTo>
                    <a:cubicBezTo>
                      <a:pt x="144" y="107"/>
                      <a:pt x="145" y="107"/>
                      <a:pt x="145" y="107"/>
                    </a:cubicBezTo>
                    <a:cubicBezTo>
                      <a:pt x="139" y="109"/>
                      <a:pt x="135" y="111"/>
                      <a:pt x="134" y="112"/>
                    </a:cubicBezTo>
                    <a:cubicBezTo>
                      <a:pt x="134" y="112"/>
                      <a:pt x="110" y="124"/>
                      <a:pt x="94" y="141"/>
                    </a:cubicBezTo>
                    <a:cubicBezTo>
                      <a:pt x="79" y="157"/>
                      <a:pt x="72" y="171"/>
                      <a:pt x="68" y="181"/>
                    </a:cubicBezTo>
                    <a:cubicBezTo>
                      <a:pt x="67" y="180"/>
                      <a:pt x="67" y="178"/>
                      <a:pt x="66" y="177"/>
                    </a:cubicBezTo>
                    <a:cubicBezTo>
                      <a:pt x="61" y="170"/>
                      <a:pt x="57" y="165"/>
                      <a:pt x="53" y="161"/>
                    </a:cubicBezTo>
                    <a:cubicBezTo>
                      <a:pt x="53" y="161"/>
                      <a:pt x="43" y="145"/>
                      <a:pt x="38" y="131"/>
                    </a:cubicBezTo>
                    <a:cubicBezTo>
                      <a:pt x="33" y="117"/>
                      <a:pt x="31" y="109"/>
                      <a:pt x="30" y="101"/>
                    </a:cubicBezTo>
                    <a:cubicBezTo>
                      <a:pt x="30" y="93"/>
                      <a:pt x="25" y="100"/>
                      <a:pt x="25" y="101"/>
                    </a:cubicBezTo>
                    <a:cubicBezTo>
                      <a:pt x="24" y="102"/>
                      <a:pt x="22" y="106"/>
                      <a:pt x="22" y="107"/>
                    </a:cubicBezTo>
                    <a:cubicBezTo>
                      <a:pt x="21" y="108"/>
                      <a:pt x="21" y="109"/>
                      <a:pt x="21" y="109"/>
                    </a:cubicBezTo>
                    <a:cubicBezTo>
                      <a:pt x="21" y="109"/>
                      <a:pt x="19" y="109"/>
                      <a:pt x="17" y="112"/>
                    </a:cubicBezTo>
                    <a:cubicBezTo>
                      <a:pt x="17" y="112"/>
                      <a:pt x="13" y="123"/>
                      <a:pt x="18" y="137"/>
                    </a:cubicBezTo>
                    <a:cubicBezTo>
                      <a:pt x="22" y="151"/>
                      <a:pt x="26" y="158"/>
                      <a:pt x="27" y="159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5" y="159"/>
                      <a:pt x="17" y="157"/>
                      <a:pt x="13" y="157"/>
                    </a:cubicBezTo>
                    <a:cubicBezTo>
                      <a:pt x="8" y="157"/>
                      <a:pt x="7" y="157"/>
                      <a:pt x="6" y="159"/>
                    </a:cubicBezTo>
                    <a:cubicBezTo>
                      <a:pt x="4" y="160"/>
                      <a:pt x="4" y="161"/>
                      <a:pt x="7" y="164"/>
                    </a:cubicBezTo>
                    <a:cubicBezTo>
                      <a:pt x="11" y="166"/>
                      <a:pt x="27" y="180"/>
                      <a:pt x="33" y="190"/>
                    </a:cubicBezTo>
                    <a:cubicBezTo>
                      <a:pt x="39" y="200"/>
                      <a:pt x="36" y="198"/>
                      <a:pt x="34" y="197"/>
                    </a:cubicBezTo>
                    <a:cubicBezTo>
                      <a:pt x="33" y="197"/>
                      <a:pt x="28" y="194"/>
                      <a:pt x="21" y="193"/>
                    </a:cubicBezTo>
                    <a:cubicBezTo>
                      <a:pt x="15" y="192"/>
                      <a:pt x="13" y="192"/>
                      <a:pt x="10" y="195"/>
                    </a:cubicBezTo>
                    <a:cubicBezTo>
                      <a:pt x="9" y="196"/>
                      <a:pt x="10" y="198"/>
                      <a:pt x="11" y="199"/>
                    </a:cubicBezTo>
                    <a:cubicBezTo>
                      <a:pt x="11" y="199"/>
                      <a:pt x="29" y="211"/>
                      <a:pt x="31" y="212"/>
                    </a:cubicBezTo>
                    <a:cubicBezTo>
                      <a:pt x="33" y="214"/>
                      <a:pt x="34" y="216"/>
                      <a:pt x="33" y="215"/>
                    </a:cubicBezTo>
                    <a:cubicBezTo>
                      <a:pt x="31" y="215"/>
                      <a:pt x="26" y="215"/>
                      <a:pt x="24" y="216"/>
                    </a:cubicBezTo>
                    <a:cubicBezTo>
                      <a:pt x="22" y="217"/>
                      <a:pt x="21" y="219"/>
                      <a:pt x="23" y="221"/>
                    </a:cubicBezTo>
                    <a:cubicBezTo>
                      <a:pt x="24" y="223"/>
                      <a:pt x="33" y="230"/>
                      <a:pt x="40" y="239"/>
                    </a:cubicBezTo>
                    <a:cubicBezTo>
                      <a:pt x="48" y="251"/>
                      <a:pt x="50" y="257"/>
                      <a:pt x="52" y="260"/>
                    </a:cubicBezTo>
                    <a:cubicBezTo>
                      <a:pt x="54" y="264"/>
                      <a:pt x="53" y="265"/>
                      <a:pt x="50" y="263"/>
                    </a:cubicBezTo>
                    <a:cubicBezTo>
                      <a:pt x="47" y="260"/>
                      <a:pt x="38" y="256"/>
                      <a:pt x="35" y="256"/>
                    </a:cubicBezTo>
                    <a:cubicBezTo>
                      <a:pt x="31" y="256"/>
                      <a:pt x="22" y="257"/>
                      <a:pt x="18" y="258"/>
                    </a:cubicBezTo>
                    <a:cubicBezTo>
                      <a:pt x="13" y="260"/>
                      <a:pt x="13" y="261"/>
                      <a:pt x="16" y="262"/>
                    </a:cubicBezTo>
                    <a:cubicBezTo>
                      <a:pt x="19" y="263"/>
                      <a:pt x="21" y="263"/>
                      <a:pt x="22" y="264"/>
                    </a:cubicBezTo>
                    <a:cubicBezTo>
                      <a:pt x="24" y="265"/>
                      <a:pt x="22" y="265"/>
                      <a:pt x="21" y="265"/>
                    </a:cubicBezTo>
                    <a:cubicBezTo>
                      <a:pt x="19" y="265"/>
                      <a:pt x="14" y="264"/>
                      <a:pt x="8" y="267"/>
                    </a:cubicBezTo>
                    <a:cubicBezTo>
                      <a:pt x="2" y="270"/>
                      <a:pt x="2" y="273"/>
                      <a:pt x="0" y="276"/>
                    </a:cubicBezTo>
                    <a:cubicBezTo>
                      <a:pt x="0" y="278"/>
                      <a:pt x="1" y="279"/>
                      <a:pt x="4" y="279"/>
                    </a:cubicBezTo>
                    <a:cubicBezTo>
                      <a:pt x="7" y="278"/>
                      <a:pt x="21" y="278"/>
                      <a:pt x="26" y="280"/>
                    </a:cubicBezTo>
                    <a:cubicBezTo>
                      <a:pt x="30" y="281"/>
                      <a:pt x="31" y="282"/>
                      <a:pt x="29" y="283"/>
                    </a:cubicBezTo>
                    <a:cubicBezTo>
                      <a:pt x="27" y="283"/>
                      <a:pt x="23" y="286"/>
                      <a:pt x="20" y="288"/>
                    </a:cubicBezTo>
                    <a:cubicBezTo>
                      <a:pt x="18" y="291"/>
                      <a:pt x="16" y="293"/>
                      <a:pt x="18" y="292"/>
                    </a:cubicBezTo>
                    <a:cubicBezTo>
                      <a:pt x="21" y="292"/>
                      <a:pt x="27" y="292"/>
                      <a:pt x="39" y="297"/>
                    </a:cubicBezTo>
                    <a:cubicBezTo>
                      <a:pt x="52" y="303"/>
                      <a:pt x="64" y="311"/>
                      <a:pt x="68" y="315"/>
                    </a:cubicBezTo>
                    <a:cubicBezTo>
                      <a:pt x="72" y="319"/>
                      <a:pt x="71" y="319"/>
                      <a:pt x="69" y="319"/>
                    </a:cubicBezTo>
                    <a:cubicBezTo>
                      <a:pt x="66" y="318"/>
                      <a:pt x="60" y="315"/>
                      <a:pt x="54" y="316"/>
                    </a:cubicBezTo>
                    <a:cubicBezTo>
                      <a:pt x="48" y="316"/>
                      <a:pt x="39" y="317"/>
                      <a:pt x="34" y="320"/>
                    </a:cubicBezTo>
                    <a:cubicBezTo>
                      <a:pt x="30" y="323"/>
                      <a:pt x="31" y="324"/>
                      <a:pt x="33" y="324"/>
                    </a:cubicBezTo>
                    <a:cubicBezTo>
                      <a:pt x="36" y="324"/>
                      <a:pt x="52" y="329"/>
                      <a:pt x="59" y="331"/>
                    </a:cubicBezTo>
                    <a:cubicBezTo>
                      <a:pt x="65" y="333"/>
                      <a:pt x="72" y="336"/>
                      <a:pt x="76" y="338"/>
                    </a:cubicBezTo>
                    <a:cubicBezTo>
                      <a:pt x="79" y="340"/>
                      <a:pt x="72" y="343"/>
                      <a:pt x="69" y="345"/>
                    </a:cubicBezTo>
                    <a:cubicBezTo>
                      <a:pt x="67" y="347"/>
                      <a:pt x="69" y="347"/>
                      <a:pt x="70" y="348"/>
                    </a:cubicBezTo>
                    <a:cubicBezTo>
                      <a:pt x="72" y="349"/>
                      <a:pt x="79" y="347"/>
                      <a:pt x="79" y="348"/>
                    </a:cubicBezTo>
                    <a:cubicBezTo>
                      <a:pt x="80" y="350"/>
                      <a:pt x="75" y="350"/>
                      <a:pt x="72" y="355"/>
                    </a:cubicBezTo>
                    <a:cubicBezTo>
                      <a:pt x="69" y="359"/>
                      <a:pt x="67" y="362"/>
                      <a:pt x="67" y="366"/>
                    </a:cubicBezTo>
                    <a:cubicBezTo>
                      <a:pt x="67" y="370"/>
                      <a:pt x="68" y="367"/>
                      <a:pt x="69" y="366"/>
                    </a:cubicBezTo>
                    <a:cubicBezTo>
                      <a:pt x="71" y="365"/>
                      <a:pt x="77" y="362"/>
                      <a:pt x="80" y="360"/>
                    </a:cubicBezTo>
                    <a:cubicBezTo>
                      <a:pt x="82" y="359"/>
                      <a:pt x="86" y="357"/>
                      <a:pt x="88" y="357"/>
                    </a:cubicBezTo>
                    <a:cubicBezTo>
                      <a:pt x="91" y="356"/>
                      <a:pt x="86" y="362"/>
                      <a:pt x="88" y="364"/>
                    </a:cubicBezTo>
                    <a:cubicBezTo>
                      <a:pt x="90" y="366"/>
                      <a:pt x="94" y="365"/>
                      <a:pt x="98" y="363"/>
                    </a:cubicBezTo>
                    <a:cubicBezTo>
                      <a:pt x="101" y="362"/>
                      <a:pt x="105" y="359"/>
                      <a:pt x="106" y="360"/>
                    </a:cubicBezTo>
                    <a:cubicBezTo>
                      <a:pt x="108" y="361"/>
                      <a:pt x="102" y="366"/>
                      <a:pt x="105" y="368"/>
                    </a:cubicBezTo>
                    <a:cubicBezTo>
                      <a:pt x="109" y="371"/>
                      <a:pt x="120" y="368"/>
                      <a:pt x="120" y="368"/>
                    </a:cubicBezTo>
                    <a:cubicBezTo>
                      <a:pt x="146" y="366"/>
                      <a:pt x="155" y="384"/>
                      <a:pt x="156" y="388"/>
                    </a:cubicBezTo>
                    <a:cubicBezTo>
                      <a:pt x="156" y="392"/>
                      <a:pt x="152" y="394"/>
                      <a:pt x="150" y="395"/>
                    </a:cubicBezTo>
                    <a:cubicBezTo>
                      <a:pt x="148" y="395"/>
                      <a:pt x="151" y="398"/>
                      <a:pt x="161" y="399"/>
                    </a:cubicBezTo>
                    <a:cubicBezTo>
                      <a:pt x="166" y="399"/>
                      <a:pt x="175" y="398"/>
                      <a:pt x="180" y="386"/>
                    </a:cubicBezTo>
                    <a:cubicBezTo>
                      <a:pt x="184" y="376"/>
                      <a:pt x="172" y="358"/>
                      <a:pt x="171" y="356"/>
                    </a:cubicBezTo>
                    <a:cubicBezTo>
                      <a:pt x="170" y="355"/>
                      <a:pt x="169" y="353"/>
                      <a:pt x="168" y="352"/>
                    </a:cubicBezTo>
                    <a:cubicBezTo>
                      <a:pt x="171" y="354"/>
                      <a:pt x="173" y="355"/>
                      <a:pt x="175" y="356"/>
                    </a:cubicBezTo>
                    <a:cubicBezTo>
                      <a:pt x="177" y="358"/>
                      <a:pt x="182" y="362"/>
                      <a:pt x="187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94" y="362"/>
                      <a:pt x="197" y="358"/>
                      <a:pt x="200" y="357"/>
                    </a:cubicBezTo>
                    <a:cubicBezTo>
                      <a:pt x="201" y="356"/>
                      <a:pt x="202" y="355"/>
                      <a:pt x="203" y="355"/>
                    </a:cubicBezTo>
                    <a:cubicBezTo>
                      <a:pt x="203" y="355"/>
                      <a:pt x="203" y="356"/>
                      <a:pt x="203" y="356"/>
                    </a:cubicBezTo>
                    <a:cubicBezTo>
                      <a:pt x="202" y="358"/>
                      <a:pt x="190" y="376"/>
                      <a:pt x="194" y="386"/>
                    </a:cubicBezTo>
                    <a:cubicBezTo>
                      <a:pt x="199" y="397"/>
                      <a:pt x="208" y="398"/>
                      <a:pt x="214" y="398"/>
                    </a:cubicBezTo>
                    <a:cubicBezTo>
                      <a:pt x="223" y="398"/>
                      <a:pt x="227" y="395"/>
                      <a:pt x="224" y="394"/>
                    </a:cubicBezTo>
                    <a:cubicBezTo>
                      <a:pt x="222" y="393"/>
                      <a:pt x="218" y="392"/>
                      <a:pt x="219" y="387"/>
                    </a:cubicBezTo>
                    <a:cubicBezTo>
                      <a:pt x="219" y="383"/>
                      <a:pt x="228" y="366"/>
                      <a:pt x="255" y="368"/>
                    </a:cubicBezTo>
                    <a:cubicBezTo>
                      <a:pt x="255" y="368"/>
                      <a:pt x="265" y="371"/>
                      <a:pt x="269" y="368"/>
                    </a:cubicBezTo>
                    <a:cubicBezTo>
                      <a:pt x="272" y="365"/>
                      <a:pt x="267" y="361"/>
                      <a:pt x="268" y="360"/>
                    </a:cubicBezTo>
                    <a:cubicBezTo>
                      <a:pt x="269" y="358"/>
                      <a:pt x="273" y="361"/>
                      <a:pt x="277" y="363"/>
                    </a:cubicBezTo>
                    <a:cubicBezTo>
                      <a:pt x="280" y="365"/>
                      <a:pt x="284" y="365"/>
                      <a:pt x="286" y="363"/>
                    </a:cubicBezTo>
                    <a:cubicBezTo>
                      <a:pt x="288" y="362"/>
                      <a:pt x="283" y="356"/>
                      <a:pt x="286" y="356"/>
                    </a:cubicBezTo>
                    <a:cubicBezTo>
                      <a:pt x="288" y="357"/>
                      <a:pt x="292" y="359"/>
                      <a:pt x="294" y="360"/>
                    </a:cubicBezTo>
                    <a:cubicBezTo>
                      <a:pt x="297" y="361"/>
                      <a:pt x="304" y="364"/>
                      <a:pt x="305" y="365"/>
                    </a:cubicBezTo>
                    <a:cubicBezTo>
                      <a:pt x="306" y="366"/>
                      <a:pt x="307" y="369"/>
                      <a:pt x="307" y="365"/>
                    </a:cubicBezTo>
                    <a:cubicBezTo>
                      <a:pt x="307" y="362"/>
                      <a:pt x="305" y="359"/>
                      <a:pt x="302" y="354"/>
                    </a:cubicBezTo>
                    <a:cubicBezTo>
                      <a:pt x="299" y="350"/>
                      <a:pt x="294" y="349"/>
                      <a:pt x="295" y="348"/>
                    </a:cubicBezTo>
                    <a:cubicBezTo>
                      <a:pt x="295" y="346"/>
                      <a:pt x="301" y="347"/>
                      <a:pt x="302" y="347"/>
                    </a:cubicBezTo>
                    <a:cubicBezTo>
                      <a:pt x="304" y="346"/>
                      <a:pt x="308" y="347"/>
                      <a:pt x="306" y="345"/>
                    </a:cubicBezTo>
                    <a:cubicBezTo>
                      <a:pt x="304" y="343"/>
                      <a:pt x="297" y="338"/>
                      <a:pt x="299" y="337"/>
                    </a:cubicBezTo>
                    <a:cubicBezTo>
                      <a:pt x="303" y="336"/>
                      <a:pt x="309" y="332"/>
                      <a:pt x="315" y="330"/>
                    </a:cubicBezTo>
                    <a:cubicBezTo>
                      <a:pt x="322" y="328"/>
                      <a:pt x="338" y="323"/>
                      <a:pt x="341" y="323"/>
                    </a:cubicBezTo>
                    <a:cubicBezTo>
                      <a:pt x="343" y="323"/>
                      <a:pt x="344" y="322"/>
                      <a:pt x="340" y="319"/>
                    </a:cubicBezTo>
                    <a:cubicBezTo>
                      <a:pt x="335" y="317"/>
                      <a:pt x="326" y="316"/>
                      <a:pt x="320" y="315"/>
                    </a:cubicBezTo>
                    <a:cubicBezTo>
                      <a:pt x="314" y="315"/>
                      <a:pt x="308" y="318"/>
                      <a:pt x="305" y="318"/>
                    </a:cubicBezTo>
                    <a:cubicBezTo>
                      <a:pt x="303" y="319"/>
                      <a:pt x="302" y="318"/>
                      <a:pt x="306" y="314"/>
                    </a:cubicBezTo>
                    <a:cubicBezTo>
                      <a:pt x="310" y="311"/>
                      <a:pt x="322" y="302"/>
                      <a:pt x="335" y="297"/>
                    </a:cubicBezTo>
                    <a:cubicBezTo>
                      <a:pt x="347" y="291"/>
                      <a:pt x="353" y="292"/>
                      <a:pt x="356" y="292"/>
                    </a:cubicBezTo>
                    <a:cubicBezTo>
                      <a:pt x="358" y="292"/>
                      <a:pt x="356" y="290"/>
                      <a:pt x="354" y="288"/>
                    </a:cubicBezTo>
                    <a:cubicBezTo>
                      <a:pt x="351" y="285"/>
                      <a:pt x="347" y="283"/>
                      <a:pt x="345" y="282"/>
                    </a:cubicBezTo>
                    <a:cubicBezTo>
                      <a:pt x="343" y="282"/>
                      <a:pt x="344" y="281"/>
                      <a:pt x="348" y="280"/>
                    </a:cubicBezTo>
                    <a:cubicBezTo>
                      <a:pt x="352" y="278"/>
                      <a:pt x="367" y="278"/>
                      <a:pt x="370" y="279"/>
                    </a:cubicBezTo>
                    <a:cubicBezTo>
                      <a:pt x="373" y="279"/>
                      <a:pt x="374" y="278"/>
                      <a:pt x="373" y="276"/>
                    </a:cubicBezTo>
                    <a:cubicBezTo>
                      <a:pt x="372" y="272"/>
                      <a:pt x="371" y="269"/>
                      <a:pt x="366" y="267"/>
                    </a:cubicBezTo>
                    <a:moveTo>
                      <a:pt x="235" y="95"/>
                    </a:moveTo>
                    <a:cubicBezTo>
                      <a:pt x="235" y="96"/>
                      <a:pt x="234" y="96"/>
                      <a:pt x="234" y="97"/>
                    </a:cubicBezTo>
                    <a:cubicBezTo>
                      <a:pt x="234" y="97"/>
                      <a:pt x="234" y="97"/>
                      <a:pt x="234" y="97"/>
                    </a:cubicBezTo>
                    <a:cubicBezTo>
                      <a:pt x="232" y="97"/>
                      <a:pt x="232" y="97"/>
                      <a:pt x="232" y="97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34" y="91"/>
                      <a:pt x="234" y="91"/>
                      <a:pt x="234" y="91"/>
                    </a:cubicBezTo>
                    <a:cubicBezTo>
                      <a:pt x="235" y="91"/>
                      <a:pt x="235" y="91"/>
                      <a:pt x="235" y="91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6" y="93"/>
                      <a:pt x="235" y="94"/>
                      <a:pt x="235" y="95"/>
                    </a:cubicBezTo>
                    <a:moveTo>
                      <a:pt x="151" y="91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7" y="87"/>
                      <a:pt x="149" y="86"/>
                      <a:pt x="154" y="85"/>
                    </a:cubicBezTo>
                    <a:cubicBezTo>
                      <a:pt x="157" y="84"/>
                      <a:pt x="159" y="84"/>
                      <a:pt x="161" y="83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64" y="92"/>
                      <a:pt x="164" y="92"/>
                      <a:pt x="164" y="92"/>
                    </a:cubicBezTo>
                    <a:cubicBezTo>
                      <a:pt x="163" y="92"/>
                      <a:pt x="162" y="93"/>
                      <a:pt x="161" y="93"/>
                    </a:cubicBezTo>
                    <a:cubicBezTo>
                      <a:pt x="159" y="93"/>
                      <a:pt x="150" y="96"/>
                      <a:pt x="147" y="97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1" y="91"/>
                    </a:lnTo>
                    <a:close/>
                    <a:moveTo>
                      <a:pt x="228" y="96"/>
                    </a:moveTo>
                    <a:cubicBezTo>
                      <a:pt x="224" y="95"/>
                      <a:pt x="216" y="93"/>
                      <a:pt x="214" y="93"/>
                    </a:cubicBezTo>
                    <a:cubicBezTo>
                      <a:pt x="214" y="93"/>
                      <a:pt x="213" y="92"/>
                      <a:pt x="211" y="92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6" y="84"/>
                      <a:pt x="219" y="84"/>
                      <a:pt x="222" y="85"/>
                    </a:cubicBezTo>
                    <a:cubicBezTo>
                      <a:pt x="226" y="86"/>
                      <a:pt x="228" y="87"/>
                      <a:pt x="232" y="89"/>
                    </a:cubicBezTo>
                    <a:cubicBezTo>
                      <a:pt x="224" y="91"/>
                      <a:pt x="224" y="91"/>
                      <a:pt x="224" y="91"/>
                    </a:cubicBezTo>
                    <a:cubicBezTo>
                      <a:pt x="223" y="92"/>
                      <a:pt x="223" y="92"/>
                      <a:pt x="223" y="92"/>
                    </a:cubicBezTo>
                    <a:lnTo>
                      <a:pt x="228" y="96"/>
                    </a:lnTo>
                    <a:close/>
                    <a:moveTo>
                      <a:pt x="217" y="88"/>
                    </a:moveTo>
                    <a:cubicBezTo>
                      <a:pt x="210" y="90"/>
                      <a:pt x="210" y="90"/>
                      <a:pt x="210" y="90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11" y="83"/>
                      <a:pt x="211" y="83"/>
                      <a:pt x="211" y="83"/>
                    </a:cubicBezTo>
                    <a:cubicBezTo>
                      <a:pt x="211" y="83"/>
                      <a:pt x="211" y="83"/>
                      <a:pt x="211" y="83"/>
                    </a:cubicBezTo>
                    <a:lnTo>
                      <a:pt x="217" y="88"/>
                    </a:lnTo>
                    <a:close/>
                    <a:moveTo>
                      <a:pt x="201" y="85"/>
                    </a:moveTo>
                    <a:cubicBezTo>
                      <a:pt x="200" y="86"/>
                      <a:pt x="200" y="86"/>
                      <a:pt x="200" y="86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3" y="90"/>
                      <a:pt x="195" y="89"/>
                      <a:pt x="188" y="89"/>
                    </a:cubicBezTo>
                    <a:cubicBezTo>
                      <a:pt x="197" y="85"/>
                      <a:pt x="197" y="85"/>
                      <a:pt x="197" y="85"/>
                    </a:cubicBezTo>
                    <a:cubicBezTo>
                      <a:pt x="197" y="83"/>
                      <a:pt x="197" y="83"/>
                      <a:pt x="197" y="83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6" y="80"/>
                      <a:pt x="202" y="80"/>
                      <a:pt x="206" y="81"/>
                    </a:cubicBezTo>
                    <a:cubicBezTo>
                      <a:pt x="207" y="81"/>
                      <a:pt x="208" y="81"/>
                      <a:pt x="209" y="82"/>
                    </a:cubicBezTo>
                    <a:lnTo>
                      <a:pt x="201" y="85"/>
                    </a:lnTo>
                    <a:close/>
                    <a:moveTo>
                      <a:pt x="194" y="84"/>
                    </a:moveTo>
                    <a:cubicBezTo>
                      <a:pt x="194" y="84"/>
                      <a:pt x="194" y="84"/>
                      <a:pt x="194" y="84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1" y="84"/>
                      <a:pt x="181" y="84"/>
                      <a:pt x="181" y="84"/>
                    </a:cubicBezTo>
                    <a:cubicBezTo>
                      <a:pt x="187" y="80"/>
                      <a:pt x="187" y="80"/>
                      <a:pt x="187" y="80"/>
                    </a:cubicBezTo>
                    <a:cubicBezTo>
                      <a:pt x="187" y="80"/>
                      <a:pt x="187" y="80"/>
                      <a:pt x="187" y="80"/>
                    </a:cubicBezTo>
                    <a:lnTo>
                      <a:pt x="194" y="84"/>
                    </a:lnTo>
                    <a:close/>
                    <a:moveTo>
                      <a:pt x="177" y="83"/>
                    </a:move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5"/>
                      <a:pt x="178" y="85"/>
                      <a:pt x="178" y="85"/>
                    </a:cubicBezTo>
                    <a:cubicBezTo>
                      <a:pt x="187" y="89"/>
                      <a:pt x="187" y="89"/>
                      <a:pt x="187" y="89"/>
                    </a:cubicBezTo>
                    <a:cubicBezTo>
                      <a:pt x="187" y="89"/>
                      <a:pt x="186" y="89"/>
                      <a:pt x="186" y="89"/>
                    </a:cubicBezTo>
                    <a:cubicBezTo>
                      <a:pt x="179" y="89"/>
                      <a:pt x="172" y="91"/>
                      <a:pt x="167" y="92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2"/>
                      <a:pt x="169" y="81"/>
                      <a:pt x="170" y="81"/>
                    </a:cubicBezTo>
                    <a:cubicBezTo>
                      <a:pt x="174" y="80"/>
                      <a:pt x="181" y="80"/>
                      <a:pt x="184" y="79"/>
                    </a:cubicBezTo>
                    <a:lnTo>
                      <a:pt x="177" y="83"/>
                    </a:lnTo>
                    <a:close/>
                    <a:moveTo>
                      <a:pt x="171" y="86"/>
                    </a:moveTo>
                    <a:cubicBezTo>
                      <a:pt x="171" y="86"/>
                      <a:pt x="171" y="86"/>
                      <a:pt x="171" y="86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64" y="83"/>
                      <a:pt x="164" y="83"/>
                      <a:pt x="164" y="83"/>
                    </a:cubicBezTo>
                    <a:cubicBezTo>
                      <a:pt x="164" y="83"/>
                      <a:pt x="164" y="83"/>
                      <a:pt x="164" y="83"/>
                    </a:cubicBezTo>
                    <a:lnTo>
                      <a:pt x="171" y="86"/>
                    </a:lnTo>
                    <a:close/>
                    <a:moveTo>
                      <a:pt x="148" y="100"/>
                    </a:moveTo>
                    <a:cubicBezTo>
                      <a:pt x="151" y="98"/>
                      <a:pt x="172" y="93"/>
                      <a:pt x="187" y="93"/>
                    </a:cubicBezTo>
                    <a:cubicBezTo>
                      <a:pt x="207" y="93"/>
                      <a:pt x="219" y="97"/>
                      <a:pt x="229" y="101"/>
                    </a:cubicBezTo>
                    <a:cubicBezTo>
                      <a:pt x="230" y="101"/>
                      <a:pt x="230" y="103"/>
                      <a:pt x="230" y="104"/>
                    </a:cubicBezTo>
                    <a:cubicBezTo>
                      <a:pt x="229" y="105"/>
                      <a:pt x="228" y="105"/>
                      <a:pt x="226" y="105"/>
                    </a:cubicBezTo>
                    <a:cubicBezTo>
                      <a:pt x="223" y="103"/>
                      <a:pt x="205" y="98"/>
                      <a:pt x="188" y="98"/>
                    </a:cubicBezTo>
                    <a:cubicBezTo>
                      <a:pt x="171" y="98"/>
                      <a:pt x="153" y="103"/>
                      <a:pt x="150" y="104"/>
                    </a:cubicBezTo>
                    <a:cubicBezTo>
                      <a:pt x="149" y="105"/>
                      <a:pt x="147" y="105"/>
                      <a:pt x="146" y="103"/>
                    </a:cubicBezTo>
                    <a:cubicBezTo>
                      <a:pt x="146" y="102"/>
                      <a:pt x="147" y="101"/>
                      <a:pt x="148" y="100"/>
                    </a:cubicBezTo>
                    <a:moveTo>
                      <a:pt x="243" y="81"/>
                    </a:moveTo>
                    <a:cubicBezTo>
                      <a:pt x="241" y="81"/>
                      <a:pt x="240" y="80"/>
                      <a:pt x="240" y="78"/>
                    </a:cubicBezTo>
                    <a:cubicBezTo>
                      <a:pt x="240" y="76"/>
                      <a:pt x="241" y="75"/>
                      <a:pt x="243" y="75"/>
                    </a:cubicBezTo>
                    <a:cubicBezTo>
                      <a:pt x="245" y="75"/>
                      <a:pt x="246" y="76"/>
                      <a:pt x="246" y="78"/>
                    </a:cubicBezTo>
                    <a:cubicBezTo>
                      <a:pt x="246" y="80"/>
                      <a:pt x="245" y="81"/>
                      <a:pt x="243" y="81"/>
                    </a:cubicBezTo>
                    <a:moveTo>
                      <a:pt x="259" y="62"/>
                    </a:moveTo>
                    <a:cubicBezTo>
                      <a:pt x="259" y="64"/>
                      <a:pt x="258" y="65"/>
                      <a:pt x="256" y="65"/>
                    </a:cubicBezTo>
                    <a:cubicBezTo>
                      <a:pt x="254" y="65"/>
                      <a:pt x="253" y="64"/>
                      <a:pt x="253" y="62"/>
                    </a:cubicBezTo>
                    <a:cubicBezTo>
                      <a:pt x="253" y="60"/>
                      <a:pt x="254" y="59"/>
                      <a:pt x="256" y="59"/>
                    </a:cubicBezTo>
                    <a:cubicBezTo>
                      <a:pt x="258" y="59"/>
                      <a:pt x="259" y="60"/>
                      <a:pt x="259" y="62"/>
                    </a:cubicBezTo>
                    <a:moveTo>
                      <a:pt x="254" y="49"/>
                    </a:moveTo>
                    <a:cubicBezTo>
                      <a:pt x="255" y="49"/>
                      <a:pt x="257" y="50"/>
                      <a:pt x="257" y="52"/>
                    </a:cubicBezTo>
                    <a:cubicBezTo>
                      <a:pt x="257" y="54"/>
                      <a:pt x="255" y="55"/>
                      <a:pt x="254" y="55"/>
                    </a:cubicBezTo>
                    <a:cubicBezTo>
                      <a:pt x="252" y="55"/>
                      <a:pt x="251" y="54"/>
                      <a:pt x="251" y="52"/>
                    </a:cubicBezTo>
                    <a:cubicBezTo>
                      <a:pt x="251" y="50"/>
                      <a:pt x="252" y="49"/>
                      <a:pt x="254" y="49"/>
                    </a:cubicBezTo>
                    <a:moveTo>
                      <a:pt x="250" y="68"/>
                    </a:moveTo>
                    <a:cubicBezTo>
                      <a:pt x="251" y="68"/>
                      <a:pt x="253" y="69"/>
                      <a:pt x="253" y="71"/>
                    </a:cubicBezTo>
                    <a:cubicBezTo>
                      <a:pt x="253" y="73"/>
                      <a:pt x="251" y="74"/>
                      <a:pt x="250" y="74"/>
                    </a:cubicBezTo>
                    <a:cubicBezTo>
                      <a:pt x="248" y="74"/>
                      <a:pt x="247" y="73"/>
                      <a:pt x="247" y="71"/>
                    </a:cubicBezTo>
                    <a:cubicBezTo>
                      <a:pt x="247" y="69"/>
                      <a:pt x="248" y="68"/>
                      <a:pt x="250" y="68"/>
                    </a:cubicBezTo>
                    <a:moveTo>
                      <a:pt x="245" y="41"/>
                    </a:moveTo>
                    <a:cubicBezTo>
                      <a:pt x="247" y="41"/>
                      <a:pt x="249" y="42"/>
                      <a:pt x="249" y="44"/>
                    </a:cubicBezTo>
                    <a:cubicBezTo>
                      <a:pt x="249" y="46"/>
                      <a:pt x="247" y="47"/>
                      <a:pt x="245" y="47"/>
                    </a:cubicBezTo>
                    <a:cubicBezTo>
                      <a:pt x="244" y="47"/>
                      <a:pt x="242" y="46"/>
                      <a:pt x="242" y="44"/>
                    </a:cubicBezTo>
                    <a:cubicBezTo>
                      <a:pt x="242" y="42"/>
                      <a:pt x="244" y="41"/>
                      <a:pt x="245" y="41"/>
                    </a:cubicBezTo>
                    <a:moveTo>
                      <a:pt x="239" y="49"/>
                    </a:moveTo>
                    <a:cubicBezTo>
                      <a:pt x="239" y="48"/>
                      <a:pt x="239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41" y="48"/>
                      <a:pt x="244" y="51"/>
                      <a:pt x="246" y="52"/>
                    </a:cubicBezTo>
                    <a:cubicBezTo>
                      <a:pt x="247" y="53"/>
                      <a:pt x="248" y="55"/>
                      <a:pt x="249" y="57"/>
                    </a:cubicBezTo>
                    <a:cubicBezTo>
                      <a:pt x="249" y="58"/>
                      <a:pt x="249" y="58"/>
                      <a:pt x="249" y="59"/>
                    </a:cubicBezTo>
                    <a:cubicBezTo>
                      <a:pt x="249" y="60"/>
                      <a:pt x="249" y="60"/>
                      <a:pt x="248" y="62"/>
                    </a:cubicBezTo>
                    <a:cubicBezTo>
                      <a:pt x="247" y="64"/>
                      <a:pt x="245" y="68"/>
                      <a:pt x="242" y="70"/>
                    </a:cubicBezTo>
                    <a:cubicBezTo>
                      <a:pt x="240" y="73"/>
                      <a:pt x="237" y="75"/>
                      <a:pt x="237" y="76"/>
                    </a:cubicBezTo>
                    <a:cubicBezTo>
                      <a:pt x="236" y="76"/>
                      <a:pt x="236" y="77"/>
                      <a:pt x="235" y="78"/>
                    </a:cubicBezTo>
                    <a:cubicBezTo>
                      <a:pt x="235" y="78"/>
                      <a:pt x="235" y="79"/>
                      <a:pt x="235" y="79"/>
                    </a:cubicBezTo>
                    <a:cubicBezTo>
                      <a:pt x="234" y="79"/>
                      <a:pt x="233" y="78"/>
                      <a:pt x="231" y="78"/>
                    </a:cubicBezTo>
                    <a:cubicBezTo>
                      <a:pt x="230" y="77"/>
                      <a:pt x="229" y="77"/>
                      <a:pt x="228" y="77"/>
                    </a:cubicBezTo>
                    <a:cubicBezTo>
                      <a:pt x="229" y="76"/>
                      <a:pt x="229" y="76"/>
                      <a:pt x="229" y="76"/>
                    </a:cubicBezTo>
                    <a:cubicBezTo>
                      <a:pt x="233" y="73"/>
                      <a:pt x="236" y="66"/>
                      <a:pt x="237" y="63"/>
                    </a:cubicBezTo>
                    <a:cubicBezTo>
                      <a:pt x="239" y="58"/>
                      <a:pt x="239" y="53"/>
                      <a:pt x="239" y="50"/>
                    </a:cubicBezTo>
                    <a:cubicBezTo>
                      <a:pt x="239" y="49"/>
                      <a:pt x="239" y="49"/>
                      <a:pt x="239" y="49"/>
                    </a:cubicBezTo>
                    <a:moveTo>
                      <a:pt x="230" y="60"/>
                    </a:moveTo>
                    <a:cubicBezTo>
                      <a:pt x="231" y="60"/>
                      <a:pt x="233" y="61"/>
                      <a:pt x="233" y="63"/>
                    </a:cubicBezTo>
                    <a:cubicBezTo>
                      <a:pt x="233" y="65"/>
                      <a:pt x="231" y="66"/>
                      <a:pt x="230" y="66"/>
                    </a:cubicBezTo>
                    <a:cubicBezTo>
                      <a:pt x="228" y="66"/>
                      <a:pt x="226" y="65"/>
                      <a:pt x="226" y="63"/>
                    </a:cubicBezTo>
                    <a:cubicBezTo>
                      <a:pt x="226" y="61"/>
                      <a:pt x="228" y="60"/>
                      <a:pt x="230" y="60"/>
                    </a:cubicBezTo>
                    <a:moveTo>
                      <a:pt x="229" y="55"/>
                    </a:moveTo>
                    <a:cubicBezTo>
                      <a:pt x="229" y="53"/>
                      <a:pt x="230" y="52"/>
                      <a:pt x="232" y="52"/>
                    </a:cubicBezTo>
                    <a:cubicBezTo>
                      <a:pt x="233" y="52"/>
                      <a:pt x="235" y="53"/>
                      <a:pt x="235" y="55"/>
                    </a:cubicBezTo>
                    <a:cubicBezTo>
                      <a:pt x="235" y="57"/>
                      <a:pt x="233" y="58"/>
                      <a:pt x="232" y="58"/>
                    </a:cubicBezTo>
                    <a:cubicBezTo>
                      <a:pt x="230" y="58"/>
                      <a:pt x="229" y="57"/>
                      <a:pt x="229" y="55"/>
                    </a:cubicBezTo>
                    <a:moveTo>
                      <a:pt x="229" y="70"/>
                    </a:moveTo>
                    <a:cubicBezTo>
                      <a:pt x="229" y="72"/>
                      <a:pt x="227" y="74"/>
                      <a:pt x="226" y="74"/>
                    </a:cubicBezTo>
                    <a:cubicBezTo>
                      <a:pt x="224" y="74"/>
                      <a:pt x="222" y="72"/>
                      <a:pt x="222" y="70"/>
                    </a:cubicBezTo>
                    <a:cubicBezTo>
                      <a:pt x="222" y="69"/>
                      <a:pt x="224" y="67"/>
                      <a:pt x="226" y="67"/>
                    </a:cubicBezTo>
                    <a:cubicBezTo>
                      <a:pt x="227" y="67"/>
                      <a:pt x="229" y="69"/>
                      <a:pt x="229" y="70"/>
                    </a:cubicBezTo>
                    <a:moveTo>
                      <a:pt x="235" y="36"/>
                    </a:moveTo>
                    <a:cubicBezTo>
                      <a:pt x="236" y="36"/>
                      <a:pt x="238" y="37"/>
                      <a:pt x="238" y="39"/>
                    </a:cubicBezTo>
                    <a:cubicBezTo>
                      <a:pt x="238" y="41"/>
                      <a:pt x="236" y="42"/>
                      <a:pt x="235" y="42"/>
                    </a:cubicBezTo>
                    <a:cubicBezTo>
                      <a:pt x="233" y="42"/>
                      <a:pt x="232" y="41"/>
                      <a:pt x="232" y="39"/>
                    </a:cubicBezTo>
                    <a:cubicBezTo>
                      <a:pt x="232" y="37"/>
                      <a:pt x="233" y="36"/>
                      <a:pt x="235" y="36"/>
                    </a:cubicBezTo>
                    <a:moveTo>
                      <a:pt x="231" y="43"/>
                    </a:moveTo>
                    <a:cubicBezTo>
                      <a:pt x="233" y="43"/>
                      <a:pt x="234" y="44"/>
                      <a:pt x="234" y="46"/>
                    </a:cubicBezTo>
                    <a:cubicBezTo>
                      <a:pt x="234" y="48"/>
                      <a:pt x="233" y="49"/>
                      <a:pt x="231" y="49"/>
                    </a:cubicBezTo>
                    <a:cubicBezTo>
                      <a:pt x="229" y="49"/>
                      <a:pt x="228" y="48"/>
                      <a:pt x="228" y="46"/>
                    </a:cubicBezTo>
                    <a:cubicBezTo>
                      <a:pt x="228" y="44"/>
                      <a:pt x="229" y="43"/>
                      <a:pt x="231" y="43"/>
                    </a:cubicBezTo>
                    <a:moveTo>
                      <a:pt x="227" y="37"/>
                    </a:moveTo>
                    <a:cubicBezTo>
                      <a:pt x="228" y="37"/>
                      <a:pt x="230" y="38"/>
                      <a:pt x="230" y="40"/>
                    </a:cubicBezTo>
                    <a:cubicBezTo>
                      <a:pt x="230" y="41"/>
                      <a:pt x="228" y="43"/>
                      <a:pt x="227" y="43"/>
                    </a:cubicBezTo>
                    <a:cubicBezTo>
                      <a:pt x="225" y="43"/>
                      <a:pt x="224" y="41"/>
                      <a:pt x="224" y="40"/>
                    </a:cubicBezTo>
                    <a:cubicBezTo>
                      <a:pt x="224" y="38"/>
                      <a:pt x="225" y="37"/>
                      <a:pt x="227" y="37"/>
                    </a:cubicBezTo>
                    <a:moveTo>
                      <a:pt x="222" y="33"/>
                    </a:moveTo>
                    <a:cubicBezTo>
                      <a:pt x="223" y="33"/>
                      <a:pt x="225" y="34"/>
                      <a:pt x="225" y="35"/>
                    </a:cubicBezTo>
                    <a:cubicBezTo>
                      <a:pt x="225" y="37"/>
                      <a:pt x="223" y="38"/>
                      <a:pt x="222" y="38"/>
                    </a:cubicBezTo>
                    <a:cubicBezTo>
                      <a:pt x="221" y="38"/>
                      <a:pt x="219" y="37"/>
                      <a:pt x="219" y="35"/>
                    </a:cubicBezTo>
                    <a:cubicBezTo>
                      <a:pt x="219" y="34"/>
                      <a:pt x="221" y="33"/>
                      <a:pt x="222" y="33"/>
                    </a:cubicBezTo>
                    <a:moveTo>
                      <a:pt x="216" y="31"/>
                    </a:moveTo>
                    <a:cubicBezTo>
                      <a:pt x="218" y="31"/>
                      <a:pt x="218" y="32"/>
                      <a:pt x="218" y="33"/>
                    </a:cubicBezTo>
                    <a:cubicBezTo>
                      <a:pt x="218" y="34"/>
                      <a:pt x="218" y="35"/>
                      <a:pt x="216" y="35"/>
                    </a:cubicBezTo>
                    <a:cubicBezTo>
                      <a:pt x="215" y="35"/>
                      <a:pt x="214" y="34"/>
                      <a:pt x="214" y="33"/>
                    </a:cubicBezTo>
                    <a:cubicBezTo>
                      <a:pt x="214" y="32"/>
                      <a:pt x="215" y="31"/>
                      <a:pt x="216" y="31"/>
                    </a:cubicBezTo>
                    <a:moveTo>
                      <a:pt x="211" y="30"/>
                    </a:moveTo>
                    <a:cubicBezTo>
                      <a:pt x="212" y="30"/>
                      <a:pt x="213" y="31"/>
                      <a:pt x="213" y="32"/>
                    </a:cubicBezTo>
                    <a:cubicBezTo>
                      <a:pt x="213" y="33"/>
                      <a:pt x="212" y="34"/>
                      <a:pt x="211" y="34"/>
                    </a:cubicBezTo>
                    <a:cubicBezTo>
                      <a:pt x="210" y="34"/>
                      <a:pt x="210" y="33"/>
                      <a:pt x="210" y="32"/>
                    </a:cubicBezTo>
                    <a:cubicBezTo>
                      <a:pt x="210" y="31"/>
                      <a:pt x="210" y="30"/>
                      <a:pt x="211" y="30"/>
                    </a:cubicBezTo>
                    <a:moveTo>
                      <a:pt x="206" y="30"/>
                    </a:moveTo>
                    <a:cubicBezTo>
                      <a:pt x="206" y="30"/>
                      <a:pt x="207" y="31"/>
                      <a:pt x="207" y="32"/>
                    </a:cubicBezTo>
                    <a:cubicBezTo>
                      <a:pt x="207" y="33"/>
                      <a:pt x="207" y="33"/>
                      <a:pt x="207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5" y="34"/>
                      <a:pt x="205" y="34"/>
                      <a:pt x="204" y="33"/>
                    </a:cubicBezTo>
                    <a:cubicBezTo>
                      <a:pt x="204" y="33"/>
                      <a:pt x="204" y="33"/>
                      <a:pt x="204" y="33"/>
                    </a:cubicBezTo>
                    <a:cubicBezTo>
                      <a:pt x="204" y="33"/>
                      <a:pt x="204" y="32"/>
                      <a:pt x="204" y="32"/>
                    </a:cubicBezTo>
                    <a:cubicBezTo>
                      <a:pt x="204" y="31"/>
                      <a:pt x="205" y="30"/>
                      <a:pt x="206" y="30"/>
                    </a:cubicBezTo>
                    <a:moveTo>
                      <a:pt x="200" y="70"/>
                    </a:moveTo>
                    <a:cubicBezTo>
                      <a:pt x="202" y="66"/>
                      <a:pt x="203" y="60"/>
                      <a:pt x="203" y="54"/>
                    </a:cubicBezTo>
                    <a:cubicBezTo>
                      <a:pt x="203" y="48"/>
                      <a:pt x="202" y="42"/>
                      <a:pt x="201" y="37"/>
                    </a:cubicBezTo>
                    <a:cubicBezTo>
                      <a:pt x="201" y="36"/>
                      <a:pt x="201" y="36"/>
                      <a:pt x="201" y="36"/>
                    </a:cubicBezTo>
                    <a:cubicBezTo>
                      <a:pt x="201" y="36"/>
                      <a:pt x="202" y="36"/>
                      <a:pt x="202" y="36"/>
                    </a:cubicBezTo>
                    <a:cubicBezTo>
                      <a:pt x="203" y="36"/>
                      <a:pt x="209" y="37"/>
                      <a:pt x="214" y="38"/>
                    </a:cubicBezTo>
                    <a:cubicBezTo>
                      <a:pt x="220" y="39"/>
                      <a:pt x="220" y="41"/>
                      <a:pt x="222" y="43"/>
                    </a:cubicBezTo>
                    <a:cubicBezTo>
                      <a:pt x="223" y="44"/>
                      <a:pt x="225" y="49"/>
                      <a:pt x="225" y="51"/>
                    </a:cubicBezTo>
                    <a:cubicBezTo>
                      <a:pt x="225" y="52"/>
                      <a:pt x="225" y="52"/>
                      <a:pt x="224" y="52"/>
                    </a:cubicBezTo>
                    <a:cubicBezTo>
                      <a:pt x="224" y="57"/>
                      <a:pt x="224" y="62"/>
                      <a:pt x="217" y="73"/>
                    </a:cubicBezTo>
                    <a:cubicBezTo>
                      <a:pt x="217" y="73"/>
                      <a:pt x="217" y="73"/>
                      <a:pt x="216" y="73"/>
                    </a:cubicBezTo>
                    <a:cubicBezTo>
                      <a:pt x="216" y="73"/>
                      <a:pt x="216" y="73"/>
                      <a:pt x="216" y="73"/>
                    </a:cubicBezTo>
                    <a:cubicBezTo>
                      <a:pt x="213" y="72"/>
                      <a:pt x="203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moveTo>
                      <a:pt x="196" y="37"/>
                    </a:moveTo>
                    <a:cubicBezTo>
                      <a:pt x="195" y="36"/>
                      <a:pt x="196" y="34"/>
                      <a:pt x="197" y="34"/>
                    </a:cubicBezTo>
                    <a:cubicBezTo>
                      <a:pt x="197" y="34"/>
                      <a:pt x="198" y="35"/>
                      <a:pt x="198" y="36"/>
                    </a:cubicBezTo>
                    <a:cubicBezTo>
                      <a:pt x="198" y="37"/>
                      <a:pt x="200" y="44"/>
                      <a:pt x="200" y="50"/>
                    </a:cubicBezTo>
                    <a:cubicBezTo>
                      <a:pt x="200" y="59"/>
                      <a:pt x="198" y="66"/>
                      <a:pt x="196" y="69"/>
                    </a:cubicBezTo>
                    <a:cubicBezTo>
                      <a:pt x="196" y="70"/>
                      <a:pt x="196" y="70"/>
                      <a:pt x="195" y="70"/>
                    </a:cubicBezTo>
                    <a:cubicBezTo>
                      <a:pt x="194" y="70"/>
                      <a:pt x="193" y="69"/>
                      <a:pt x="194" y="68"/>
                    </a:cubicBezTo>
                    <a:cubicBezTo>
                      <a:pt x="195" y="67"/>
                      <a:pt x="196" y="59"/>
                      <a:pt x="196" y="50"/>
                    </a:cubicBezTo>
                    <a:cubicBezTo>
                      <a:pt x="196" y="44"/>
                      <a:pt x="196" y="37"/>
                      <a:pt x="196" y="37"/>
                    </a:cubicBezTo>
                    <a:moveTo>
                      <a:pt x="182" y="11"/>
                    </a:moveTo>
                    <a:cubicBezTo>
                      <a:pt x="181" y="11"/>
                      <a:pt x="181" y="11"/>
                      <a:pt x="181" y="10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7"/>
                      <a:pt x="181" y="7"/>
                      <a:pt x="182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3"/>
                      <a:pt x="186" y="2"/>
                      <a:pt x="187" y="2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2"/>
                      <a:pt x="190" y="3"/>
                      <a:pt x="190" y="4"/>
                    </a:cubicBezTo>
                    <a:cubicBezTo>
                      <a:pt x="190" y="7"/>
                      <a:pt x="190" y="7"/>
                      <a:pt x="190" y="7"/>
                    </a:cubicBezTo>
                    <a:cubicBezTo>
                      <a:pt x="193" y="7"/>
                      <a:pt x="193" y="7"/>
                      <a:pt x="193" y="7"/>
                    </a:cubicBezTo>
                    <a:cubicBezTo>
                      <a:pt x="194" y="7"/>
                      <a:pt x="194" y="7"/>
                      <a:pt x="194" y="8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4" y="11"/>
                      <a:pt x="194" y="11"/>
                      <a:pt x="193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90" y="14"/>
                      <a:pt x="189" y="15"/>
                      <a:pt x="189" y="15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6" y="15"/>
                      <a:pt x="185" y="14"/>
                      <a:pt x="185" y="13"/>
                    </a:cubicBezTo>
                    <a:cubicBezTo>
                      <a:pt x="185" y="11"/>
                      <a:pt x="185" y="11"/>
                      <a:pt x="185" y="11"/>
                    </a:cubicBezTo>
                    <a:lnTo>
                      <a:pt x="182" y="11"/>
                    </a:lnTo>
                    <a:close/>
                    <a:moveTo>
                      <a:pt x="182" y="22"/>
                    </a:moveTo>
                    <a:cubicBezTo>
                      <a:pt x="182" y="19"/>
                      <a:pt x="185" y="17"/>
                      <a:pt x="188" y="17"/>
                    </a:cubicBezTo>
                    <a:cubicBezTo>
                      <a:pt x="191" y="17"/>
                      <a:pt x="193" y="19"/>
                      <a:pt x="193" y="22"/>
                    </a:cubicBezTo>
                    <a:cubicBezTo>
                      <a:pt x="193" y="25"/>
                      <a:pt x="191" y="28"/>
                      <a:pt x="188" y="28"/>
                    </a:cubicBezTo>
                    <a:cubicBezTo>
                      <a:pt x="185" y="28"/>
                      <a:pt x="182" y="25"/>
                      <a:pt x="182" y="22"/>
                    </a:cubicBezTo>
                    <a:moveTo>
                      <a:pt x="187" y="43"/>
                    </a:moveTo>
                    <a:cubicBezTo>
                      <a:pt x="187" y="43"/>
                      <a:pt x="187" y="43"/>
                      <a:pt x="187" y="43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3"/>
                      <a:pt x="191" y="45"/>
                      <a:pt x="191" y="47"/>
                    </a:cubicBezTo>
                    <a:cubicBezTo>
                      <a:pt x="191" y="49"/>
                      <a:pt x="190" y="50"/>
                      <a:pt x="188" y="51"/>
                    </a:cubicBezTo>
                    <a:cubicBezTo>
                      <a:pt x="188" y="51"/>
                      <a:pt x="188" y="51"/>
                      <a:pt x="187" y="51"/>
                    </a:cubicBezTo>
                    <a:cubicBezTo>
                      <a:pt x="187" y="51"/>
                      <a:pt x="187" y="51"/>
                      <a:pt x="187" y="51"/>
                    </a:cubicBezTo>
                    <a:cubicBezTo>
                      <a:pt x="185" y="51"/>
                      <a:pt x="183" y="49"/>
                      <a:pt x="183" y="47"/>
                    </a:cubicBezTo>
                    <a:cubicBezTo>
                      <a:pt x="183" y="45"/>
                      <a:pt x="185" y="43"/>
                      <a:pt x="187" y="43"/>
                    </a:cubicBezTo>
                    <a:moveTo>
                      <a:pt x="183" y="37"/>
                    </a:moveTo>
                    <a:cubicBezTo>
                      <a:pt x="183" y="35"/>
                      <a:pt x="185" y="33"/>
                      <a:pt x="187" y="33"/>
                    </a:cubicBezTo>
                    <a:cubicBezTo>
                      <a:pt x="187" y="33"/>
                      <a:pt x="187" y="33"/>
                      <a:pt x="188" y="33"/>
                    </a:cubicBezTo>
                    <a:cubicBezTo>
                      <a:pt x="188" y="33"/>
                      <a:pt x="188" y="33"/>
                      <a:pt x="188" y="33"/>
                    </a:cubicBezTo>
                    <a:cubicBezTo>
                      <a:pt x="188" y="33"/>
                      <a:pt x="188" y="33"/>
                      <a:pt x="189" y="33"/>
                    </a:cubicBezTo>
                    <a:cubicBezTo>
                      <a:pt x="190" y="33"/>
                      <a:pt x="191" y="35"/>
                      <a:pt x="191" y="37"/>
                    </a:cubicBezTo>
                    <a:cubicBezTo>
                      <a:pt x="191" y="38"/>
                      <a:pt x="190" y="40"/>
                      <a:pt x="188" y="41"/>
                    </a:cubicBezTo>
                    <a:cubicBezTo>
                      <a:pt x="188" y="41"/>
                      <a:pt x="188" y="41"/>
                      <a:pt x="187" y="41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5" y="40"/>
                      <a:pt x="183" y="39"/>
                      <a:pt x="183" y="37"/>
                    </a:cubicBezTo>
                    <a:moveTo>
                      <a:pt x="188" y="61"/>
                    </a:moveTo>
                    <a:cubicBezTo>
                      <a:pt x="188" y="61"/>
                      <a:pt x="188" y="61"/>
                      <a:pt x="187" y="61"/>
                    </a:cubicBezTo>
                    <a:cubicBezTo>
                      <a:pt x="187" y="61"/>
                      <a:pt x="187" y="61"/>
                      <a:pt x="187" y="61"/>
                    </a:cubicBezTo>
                    <a:cubicBezTo>
                      <a:pt x="185" y="61"/>
                      <a:pt x="183" y="59"/>
                      <a:pt x="183" y="57"/>
                    </a:cubicBezTo>
                    <a:cubicBezTo>
                      <a:pt x="183" y="55"/>
                      <a:pt x="185" y="54"/>
                      <a:pt x="187" y="53"/>
                    </a:cubicBezTo>
                    <a:cubicBezTo>
                      <a:pt x="187" y="53"/>
                      <a:pt x="187" y="53"/>
                      <a:pt x="187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90" y="54"/>
                      <a:pt x="192" y="55"/>
                      <a:pt x="192" y="57"/>
                    </a:cubicBezTo>
                    <a:cubicBezTo>
                      <a:pt x="192" y="59"/>
                      <a:pt x="190" y="61"/>
                      <a:pt x="188" y="61"/>
                    </a:cubicBezTo>
                    <a:moveTo>
                      <a:pt x="192" y="68"/>
                    </a:moveTo>
                    <a:cubicBezTo>
                      <a:pt x="192" y="70"/>
                      <a:pt x="190" y="72"/>
                      <a:pt x="187" y="72"/>
                    </a:cubicBezTo>
                    <a:cubicBezTo>
                      <a:pt x="185" y="72"/>
                      <a:pt x="183" y="70"/>
                      <a:pt x="183" y="68"/>
                    </a:cubicBezTo>
                    <a:cubicBezTo>
                      <a:pt x="183" y="65"/>
                      <a:pt x="185" y="64"/>
                      <a:pt x="187" y="64"/>
                    </a:cubicBezTo>
                    <a:cubicBezTo>
                      <a:pt x="190" y="64"/>
                      <a:pt x="192" y="65"/>
                      <a:pt x="192" y="68"/>
                    </a:cubicBezTo>
                    <a:moveTo>
                      <a:pt x="177" y="37"/>
                    </a:moveTo>
                    <a:cubicBezTo>
                      <a:pt x="177" y="36"/>
                      <a:pt x="178" y="34"/>
                      <a:pt x="179" y="34"/>
                    </a:cubicBezTo>
                    <a:cubicBezTo>
                      <a:pt x="180" y="34"/>
                      <a:pt x="179" y="36"/>
                      <a:pt x="179" y="37"/>
                    </a:cubicBezTo>
                    <a:cubicBezTo>
                      <a:pt x="179" y="37"/>
                      <a:pt x="179" y="44"/>
                      <a:pt x="179" y="50"/>
                    </a:cubicBezTo>
                    <a:cubicBezTo>
                      <a:pt x="179" y="59"/>
                      <a:pt x="180" y="67"/>
                      <a:pt x="181" y="69"/>
                    </a:cubicBezTo>
                    <a:cubicBezTo>
                      <a:pt x="182" y="69"/>
                      <a:pt x="181" y="70"/>
                      <a:pt x="180" y="70"/>
                    </a:cubicBezTo>
                    <a:cubicBezTo>
                      <a:pt x="180" y="70"/>
                      <a:pt x="179" y="70"/>
                      <a:pt x="179" y="69"/>
                    </a:cubicBezTo>
                    <a:cubicBezTo>
                      <a:pt x="177" y="66"/>
                      <a:pt x="175" y="59"/>
                      <a:pt x="176" y="50"/>
                    </a:cubicBezTo>
                    <a:cubicBezTo>
                      <a:pt x="176" y="44"/>
                      <a:pt x="177" y="37"/>
                      <a:pt x="177" y="37"/>
                    </a:cubicBezTo>
                    <a:moveTo>
                      <a:pt x="170" y="30"/>
                    </a:moveTo>
                    <a:cubicBezTo>
                      <a:pt x="171" y="30"/>
                      <a:pt x="171" y="31"/>
                      <a:pt x="171" y="32"/>
                    </a:cubicBezTo>
                    <a:cubicBezTo>
                      <a:pt x="171" y="33"/>
                      <a:pt x="171" y="34"/>
                      <a:pt x="170" y="34"/>
                    </a:cubicBezTo>
                    <a:cubicBezTo>
                      <a:pt x="169" y="34"/>
                      <a:pt x="168" y="33"/>
                      <a:pt x="168" y="32"/>
                    </a:cubicBezTo>
                    <a:cubicBezTo>
                      <a:pt x="168" y="31"/>
                      <a:pt x="169" y="30"/>
                      <a:pt x="170" y="30"/>
                    </a:cubicBezTo>
                    <a:moveTo>
                      <a:pt x="165" y="30"/>
                    </a:moveTo>
                    <a:cubicBezTo>
                      <a:pt x="166" y="30"/>
                      <a:pt x="167" y="31"/>
                      <a:pt x="167" y="32"/>
                    </a:cubicBezTo>
                    <a:cubicBezTo>
                      <a:pt x="167" y="33"/>
                      <a:pt x="166" y="34"/>
                      <a:pt x="165" y="34"/>
                    </a:cubicBezTo>
                    <a:cubicBezTo>
                      <a:pt x="164" y="34"/>
                      <a:pt x="163" y="33"/>
                      <a:pt x="163" y="32"/>
                    </a:cubicBezTo>
                    <a:cubicBezTo>
                      <a:pt x="163" y="31"/>
                      <a:pt x="164" y="30"/>
                      <a:pt x="165" y="30"/>
                    </a:cubicBezTo>
                    <a:moveTo>
                      <a:pt x="159" y="31"/>
                    </a:moveTo>
                    <a:cubicBezTo>
                      <a:pt x="160" y="31"/>
                      <a:pt x="161" y="32"/>
                      <a:pt x="161" y="33"/>
                    </a:cubicBezTo>
                    <a:cubicBezTo>
                      <a:pt x="161" y="34"/>
                      <a:pt x="160" y="35"/>
                      <a:pt x="159" y="35"/>
                    </a:cubicBezTo>
                    <a:cubicBezTo>
                      <a:pt x="158" y="35"/>
                      <a:pt x="157" y="34"/>
                      <a:pt x="157" y="33"/>
                    </a:cubicBezTo>
                    <a:cubicBezTo>
                      <a:pt x="157" y="32"/>
                      <a:pt x="158" y="31"/>
                      <a:pt x="159" y="31"/>
                    </a:cubicBezTo>
                    <a:moveTo>
                      <a:pt x="163" y="38"/>
                    </a:moveTo>
                    <a:cubicBezTo>
                      <a:pt x="168" y="37"/>
                      <a:pt x="172" y="36"/>
                      <a:pt x="172" y="36"/>
                    </a:cubicBezTo>
                    <a:cubicBezTo>
                      <a:pt x="173" y="36"/>
                      <a:pt x="173" y="36"/>
                      <a:pt x="173" y="36"/>
                    </a:cubicBezTo>
                    <a:cubicBezTo>
                      <a:pt x="173" y="36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41"/>
                      <a:pt x="172" y="46"/>
                      <a:pt x="172" y="50"/>
                    </a:cubicBezTo>
                    <a:cubicBezTo>
                      <a:pt x="172" y="58"/>
                      <a:pt x="174" y="66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3" y="70"/>
                      <a:pt x="162" y="71"/>
                      <a:pt x="159" y="72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59" y="72"/>
                      <a:pt x="159" y="72"/>
                      <a:pt x="159" y="71"/>
                    </a:cubicBezTo>
                    <a:cubicBezTo>
                      <a:pt x="159" y="71"/>
                      <a:pt x="158" y="71"/>
                      <a:pt x="158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4" y="64"/>
                      <a:pt x="153" y="59"/>
                      <a:pt x="152" y="49"/>
                    </a:cubicBezTo>
                    <a:cubicBezTo>
                      <a:pt x="152" y="46"/>
                      <a:pt x="154" y="43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6" y="40"/>
                      <a:pt x="158" y="39"/>
                      <a:pt x="163" y="38"/>
                    </a:cubicBezTo>
                    <a:moveTo>
                      <a:pt x="146" y="59"/>
                    </a:moveTo>
                    <a:cubicBezTo>
                      <a:pt x="148" y="59"/>
                      <a:pt x="150" y="61"/>
                      <a:pt x="150" y="63"/>
                    </a:cubicBezTo>
                    <a:cubicBezTo>
                      <a:pt x="150" y="64"/>
                      <a:pt x="148" y="66"/>
                      <a:pt x="146" y="66"/>
                    </a:cubicBezTo>
                    <a:cubicBezTo>
                      <a:pt x="145" y="66"/>
                      <a:pt x="143" y="64"/>
                      <a:pt x="143" y="63"/>
                    </a:cubicBezTo>
                    <a:cubicBezTo>
                      <a:pt x="143" y="61"/>
                      <a:pt x="145" y="59"/>
                      <a:pt x="146" y="59"/>
                    </a:cubicBezTo>
                    <a:moveTo>
                      <a:pt x="141" y="54"/>
                    </a:moveTo>
                    <a:cubicBezTo>
                      <a:pt x="141" y="53"/>
                      <a:pt x="142" y="51"/>
                      <a:pt x="144" y="51"/>
                    </a:cubicBezTo>
                    <a:cubicBezTo>
                      <a:pt x="146" y="51"/>
                      <a:pt x="147" y="53"/>
                      <a:pt x="147" y="54"/>
                    </a:cubicBezTo>
                    <a:cubicBezTo>
                      <a:pt x="147" y="56"/>
                      <a:pt x="146" y="58"/>
                      <a:pt x="144" y="58"/>
                    </a:cubicBezTo>
                    <a:cubicBezTo>
                      <a:pt x="142" y="58"/>
                      <a:pt x="141" y="56"/>
                      <a:pt x="141" y="54"/>
                    </a:cubicBezTo>
                    <a:moveTo>
                      <a:pt x="150" y="67"/>
                    </a:moveTo>
                    <a:cubicBezTo>
                      <a:pt x="152" y="67"/>
                      <a:pt x="154" y="69"/>
                      <a:pt x="154" y="70"/>
                    </a:cubicBezTo>
                    <a:cubicBezTo>
                      <a:pt x="154" y="72"/>
                      <a:pt x="152" y="74"/>
                      <a:pt x="150" y="74"/>
                    </a:cubicBezTo>
                    <a:cubicBezTo>
                      <a:pt x="150" y="74"/>
                      <a:pt x="150" y="74"/>
                      <a:pt x="149" y="73"/>
                    </a:cubicBezTo>
                    <a:cubicBezTo>
                      <a:pt x="148" y="73"/>
                      <a:pt x="148" y="73"/>
                      <a:pt x="148" y="72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7" y="69"/>
                      <a:pt x="149" y="67"/>
                      <a:pt x="150" y="67"/>
                    </a:cubicBezTo>
                    <a:moveTo>
                      <a:pt x="153" y="33"/>
                    </a:moveTo>
                    <a:cubicBezTo>
                      <a:pt x="155" y="33"/>
                      <a:pt x="156" y="34"/>
                      <a:pt x="156" y="35"/>
                    </a:cubicBezTo>
                    <a:cubicBezTo>
                      <a:pt x="156" y="37"/>
                      <a:pt x="155" y="38"/>
                      <a:pt x="153" y="38"/>
                    </a:cubicBezTo>
                    <a:cubicBezTo>
                      <a:pt x="153" y="38"/>
                      <a:pt x="152" y="38"/>
                      <a:pt x="152" y="37"/>
                    </a:cubicBezTo>
                    <a:cubicBezTo>
                      <a:pt x="151" y="37"/>
                      <a:pt x="151" y="36"/>
                      <a:pt x="151" y="35"/>
                    </a:cubicBezTo>
                    <a:cubicBezTo>
                      <a:pt x="151" y="34"/>
                      <a:pt x="152" y="33"/>
                      <a:pt x="153" y="33"/>
                    </a:cubicBezTo>
                    <a:moveTo>
                      <a:pt x="149" y="37"/>
                    </a:moveTo>
                    <a:cubicBezTo>
                      <a:pt x="150" y="37"/>
                      <a:pt x="151" y="38"/>
                      <a:pt x="151" y="40"/>
                    </a:cubicBezTo>
                    <a:cubicBezTo>
                      <a:pt x="151" y="41"/>
                      <a:pt x="150" y="43"/>
                      <a:pt x="149" y="43"/>
                    </a:cubicBezTo>
                    <a:cubicBezTo>
                      <a:pt x="147" y="43"/>
                      <a:pt x="146" y="41"/>
                      <a:pt x="146" y="40"/>
                    </a:cubicBezTo>
                    <a:cubicBezTo>
                      <a:pt x="146" y="38"/>
                      <a:pt x="147" y="37"/>
                      <a:pt x="149" y="37"/>
                    </a:cubicBezTo>
                    <a:moveTo>
                      <a:pt x="144" y="43"/>
                    </a:moveTo>
                    <a:cubicBezTo>
                      <a:pt x="145" y="43"/>
                      <a:pt x="145" y="43"/>
                      <a:pt x="145" y="43"/>
                    </a:cubicBezTo>
                    <a:cubicBezTo>
                      <a:pt x="147" y="44"/>
                      <a:pt x="148" y="45"/>
                      <a:pt x="148" y="46"/>
                    </a:cubicBezTo>
                    <a:cubicBezTo>
                      <a:pt x="148" y="48"/>
                      <a:pt x="146" y="49"/>
                      <a:pt x="144" y="49"/>
                    </a:cubicBezTo>
                    <a:cubicBezTo>
                      <a:pt x="143" y="49"/>
                      <a:pt x="142" y="48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1" y="45"/>
                      <a:pt x="143" y="43"/>
                      <a:pt x="144" y="43"/>
                    </a:cubicBezTo>
                    <a:moveTo>
                      <a:pt x="140" y="36"/>
                    </a:moveTo>
                    <a:cubicBezTo>
                      <a:pt x="142" y="36"/>
                      <a:pt x="143" y="37"/>
                      <a:pt x="143" y="39"/>
                    </a:cubicBezTo>
                    <a:cubicBezTo>
                      <a:pt x="143" y="41"/>
                      <a:pt x="142" y="42"/>
                      <a:pt x="140" y="42"/>
                    </a:cubicBezTo>
                    <a:cubicBezTo>
                      <a:pt x="139" y="42"/>
                      <a:pt x="137" y="41"/>
                      <a:pt x="137" y="39"/>
                    </a:cubicBezTo>
                    <a:cubicBezTo>
                      <a:pt x="137" y="37"/>
                      <a:pt x="139" y="36"/>
                      <a:pt x="140" y="36"/>
                    </a:cubicBezTo>
                    <a:moveTo>
                      <a:pt x="130" y="41"/>
                    </a:moveTo>
                    <a:cubicBezTo>
                      <a:pt x="132" y="41"/>
                      <a:pt x="133" y="42"/>
                      <a:pt x="133" y="44"/>
                    </a:cubicBezTo>
                    <a:cubicBezTo>
                      <a:pt x="133" y="46"/>
                      <a:pt x="132" y="47"/>
                      <a:pt x="130" y="47"/>
                    </a:cubicBezTo>
                    <a:cubicBezTo>
                      <a:pt x="128" y="47"/>
                      <a:pt x="127" y="46"/>
                      <a:pt x="127" y="44"/>
                    </a:cubicBezTo>
                    <a:cubicBezTo>
                      <a:pt x="127" y="42"/>
                      <a:pt x="128" y="41"/>
                      <a:pt x="130" y="41"/>
                    </a:cubicBezTo>
                    <a:moveTo>
                      <a:pt x="122" y="49"/>
                    </a:moveTo>
                    <a:cubicBezTo>
                      <a:pt x="123" y="49"/>
                      <a:pt x="125" y="50"/>
                      <a:pt x="125" y="52"/>
                    </a:cubicBezTo>
                    <a:cubicBezTo>
                      <a:pt x="125" y="54"/>
                      <a:pt x="123" y="55"/>
                      <a:pt x="122" y="55"/>
                    </a:cubicBezTo>
                    <a:cubicBezTo>
                      <a:pt x="120" y="55"/>
                      <a:pt x="118" y="54"/>
                      <a:pt x="118" y="52"/>
                    </a:cubicBezTo>
                    <a:cubicBezTo>
                      <a:pt x="118" y="50"/>
                      <a:pt x="120" y="49"/>
                      <a:pt x="122" y="49"/>
                    </a:cubicBezTo>
                    <a:moveTo>
                      <a:pt x="119" y="65"/>
                    </a:moveTo>
                    <a:cubicBezTo>
                      <a:pt x="118" y="65"/>
                      <a:pt x="116" y="64"/>
                      <a:pt x="116" y="62"/>
                    </a:cubicBezTo>
                    <a:cubicBezTo>
                      <a:pt x="116" y="60"/>
                      <a:pt x="118" y="59"/>
                      <a:pt x="119" y="59"/>
                    </a:cubicBezTo>
                    <a:cubicBezTo>
                      <a:pt x="121" y="59"/>
                      <a:pt x="123" y="60"/>
                      <a:pt x="123" y="62"/>
                    </a:cubicBezTo>
                    <a:cubicBezTo>
                      <a:pt x="123" y="64"/>
                      <a:pt x="121" y="65"/>
                      <a:pt x="119" y="65"/>
                    </a:cubicBezTo>
                    <a:moveTo>
                      <a:pt x="125" y="74"/>
                    </a:moveTo>
                    <a:cubicBezTo>
                      <a:pt x="123" y="74"/>
                      <a:pt x="122" y="73"/>
                      <a:pt x="122" y="71"/>
                    </a:cubicBezTo>
                    <a:cubicBezTo>
                      <a:pt x="122" y="70"/>
                      <a:pt x="123" y="68"/>
                      <a:pt x="125" y="68"/>
                    </a:cubicBezTo>
                    <a:cubicBezTo>
                      <a:pt x="127" y="68"/>
                      <a:pt x="128" y="70"/>
                      <a:pt x="128" y="71"/>
                    </a:cubicBezTo>
                    <a:cubicBezTo>
                      <a:pt x="128" y="73"/>
                      <a:pt x="127" y="74"/>
                      <a:pt x="125" y="74"/>
                    </a:cubicBezTo>
                    <a:moveTo>
                      <a:pt x="132" y="81"/>
                    </a:moveTo>
                    <a:cubicBezTo>
                      <a:pt x="131" y="81"/>
                      <a:pt x="129" y="80"/>
                      <a:pt x="129" y="78"/>
                    </a:cubicBezTo>
                    <a:cubicBezTo>
                      <a:pt x="129" y="76"/>
                      <a:pt x="131" y="75"/>
                      <a:pt x="132" y="75"/>
                    </a:cubicBezTo>
                    <a:cubicBezTo>
                      <a:pt x="134" y="75"/>
                      <a:pt x="136" y="76"/>
                      <a:pt x="136" y="78"/>
                    </a:cubicBezTo>
                    <a:cubicBezTo>
                      <a:pt x="136" y="80"/>
                      <a:pt x="134" y="81"/>
                      <a:pt x="132" y="81"/>
                    </a:cubicBezTo>
                    <a:moveTo>
                      <a:pt x="132" y="68"/>
                    </a:moveTo>
                    <a:cubicBezTo>
                      <a:pt x="131" y="67"/>
                      <a:pt x="129" y="65"/>
                      <a:pt x="128" y="63"/>
                    </a:cubicBezTo>
                    <a:cubicBezTo>
                      <a:pt x="127" y="61"/>
                      <a:pt x="127" y="60"/>
                      <a:pt x="127" y="59"/>
                    </a:cubicBezTo>
                    <a:cubicBezTo>
                      <a:pt x="127" y="58"/>
                      <a:pt x="127" y="57"/>
                      <a:pt x="128" y="56"/>
                    </a:cubicBezTo>
                    <a:cubicBezTo>
                      <a:pt x="129" y="54"/>
                      <a:pt x="129" y="54"/>
                      <a:pt x="130" y="52"/>
                    </a:cubicBezTo>
                    <a:cubicBezTo>
                      <a:pt x="131" y="51"/>
                      <a:pt x="131" y="51"/>
                      <a:pt x="134" y="49"/>
                    </a:cubicBezTo>
                    <a:cubicBezTo>
                      <a:pt x="135" y="48"/>
                      <a:pt x="135" y="48"/>
                      <a:pt x="136" y="47"/>
                    </a:cubicBezTo>
                    <a:cubicBezTo>
                      <a:pt x="136" y="47"/>
                      <a:pt x="136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7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7" y="48"/>
                      <a:pt x="137" y="49"/>
                      <a:pt x="137" y="51"/>
                    </a:cubicBezTo>
                    <a:cubicBezTo>
                      <a:pt x="137" y="60"/>
                      <a:pt x="139" y="68"/>
                      <a:pt x="147" y="76"/>
                    </a:cubicBezTo>
                    <a:cubicBezTo>
                      <a:pt x="146" y="77"/>
                      <a:pt x="145" y="77"/>
                      <a:pt x="144" y="77"/>
                    </a:cubicBezTo>
                    <a:cubicBezTo>
                      <a:pt x="142" y="78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8"/>
                    </a:cubicBezTo>
                    <a:cubicBezTo>
                      <a:pt x="140" y="76"/>
                      <a:pt x="134" y="70"/>
                      <a:pt x="132" y="68"/>
                    </a:cubicBezTo>
                    <a:moveTo>
                      <a:pt x="138" y="87"/>
                    </a:moveTo>
                    <a:cubicBezTo>
                      <a:pt x="137" y="86"/>
                      <a:pt x="138" y="85"/>
                      <a:pt x="138" y="85"/>
                    </a:cubicBezTo>
                    <a:cubicBezTo>
                      <a:pt x="139" y="84"/>
                      <a:pt x="146" y="81"/>
                      <a:pt x="157" y="78"/>
                    </a:cubicBezTo>
                    <a:cubicBezTo>
                      <a:pt x="168" y="75"/>
                      <a:pt x="175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8" y="74"/>
                      <a:pt x="188" y="74"/>
                      <a:pt x="188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200" y="74"/>
                      <a:pt x="207" y="75"/>
                      <a:pt x="218" y="78"/>
                    </a:cubicBezTo>
                    <a:cubicBezTo>
                      <a:pt x="229" y="81"/>
                      <a:pt x="236" y="84"/>
                      <a:pt x="237" y="85"/>
                    </a:cubicBezTo>
                    <a:cubicBezTo>
                      <a:pt x="238" y="85"/>
                      <a:pt x="238" y="86"/>
                      <a:pt x="237" y="87"/>
                    </a:cubicBezTo>
                    <a:cubicBezTo>
                      <a:pt x="237" y="87"/>
                      <a:pt x="236" y="88"/>
                      <a:pt x="235" y="87"/>
                    </a:cubicBezTo>
                    <a:cubicBezTo>
                      <a:pt x="235" y="87"/>
                      <a:pt x="228" y="84"/>
                      <a:pt x="217" y="81"/>
                    </a:cubicBezTo>
                    <a:cubicBezTo>
                      <a:pt x="206" y="78"/>
                      <a:pt x="199" y="77"/>
                      <a:pt x="188" y="77"/>
                    </a:cubicBezTo>
                    <a:cubicBezTo>
                      <a:pt x="176" y="77"/>
                      <a:pt x="169" y="78"/>
                      <a:pt x="158" y="81"/>
                    </a:cubicBezTo>
                    <a:cubicBezTo>
                      <a:pt x="147" y="84"/>
                      <a:pt x="140" y="87"/>
                      <a:pt x="140" y="87"/>
                    </a:cubicBezTo>
                    <a:cubicBezTo>
                      <a:pt x="139" y="88"/>
                      <a:pt x="138" y="87"/>
                      <a:pt x="138" y="87"/>
                    </a:cubicBezTo>
                    <a:moveTo>
                      <a:pt x="143" y="97"/>
                    </a:moveTo>
                    <a:cubicBezTo>
                      <a:pt x="142" y="97"/>
                      <a:pt x="142" y="97"/>
                      <a:pt x="142" y="97"/>
                    </a:cubicBezTo>
                    <a:cubicBezTo>
                      <a:pt x="141" y="96"/>
                      <a:pt x="141" y="96"/>
                      <a:pt x="141" y="95"/>
                    </a:cubicBezTo>
                    <a:cubicBezTo>
                      <a:pt x="140" y="93"/>
                      <a:pt x="140" y="92"/>
                      <a:pt x="140" y="91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2"/>
                      <a:pt x="148" y="92"/>
                      <a:pt x="148" y="92"/>
                    </a:cubicBezTo>
                    <a:cubicBezTo>
                      <a:pt x="148" y="92"/>
                      <a:pt x="148" y="92"/>
                      <a:pt x="148" y="92"/>
                    </a:cubicBezTo>
                    <a:lnTo>
                      <a:pt x="143" y="97"/>
                    </a:lnTo>
                    <a:close/>
                    <a:moveTo>
                      <a:pt x="69" y="310"/>
                    </a:moveTo>
                    <a:cubicBezTo>
                      <a:pt x="63" y="305"/>
                      <a:pt x="63" y="305"/>
                      <a:pt x="63" y="305"/>
                    </a:cubicBezTo>
                    <a:cubicBezTo>
                      <a:pt x="58" y="301"/>
                      <a:pt x="42" y="292"/>
                      <a:pt x="38" y="291"/>
                    </a:cubicBezTo>
                    <a:cubicBezTo>
                      <a:pt x="36" y="290"/>
                      <a:pt x="29" y="289"/>
                      <a:pt x="24" y="289"/>
                    </a:cubicBezTo>
                    <a:cubicBezTo>
                      <a:pt x="25" y="288"/>
                      <a:pt x="27" y="287"/>
                      <a:pt x="30" y="286"/>
                    </a:cubicBezTo>
                    <a:cubicBezTo>
                      <a:pt x="31" y="286"/>
                      <a:pt x="31" y="286"/>
                      <a:pt x="31" y="286"/>
                    </a:cubicBezTo>
                    <a:cubicBezTo>
                      <a:pt x="37" y="284"/>
                      <a:pt x="43" y="285"/>
                      <a:pt x="49" y="288"/>
                    </a:cubicBezTo>
                    <a:cubicBezTo>
                      <a:pt x="50" y="288"/>
                      <a:pt x="50" y="288"/>
                      <a:pt x="50" y="288"/>
                    </a:cubicBezTo>
                    <a:cubicBezTo>
                      <a:pt x="51" y="287"/>
                      <a:pt x="51" y="287"/>
                      <a:pt x="51" y="287"/>
                    </a:cubicBezTo>
                    <a:cubicBezTo>
                      <a:pt x="51" y="285"/>
                      <a:pt x="47" y="282"/>
                      <a:pt x="40" y="278"/>
                    </a:cubicBezTo>
                    <a:cubicBezTo>
                      <a:pt x="37" y="277"/>
                      <a:pt x="37" y="277"/>
                      <a:pt x="37" y="277"/>
                    </a:cubicBezTo>
                    <a:cubicBezTo>
                      <a:pt x="37" y="277"/>
                      <a:pt x="36" y="277"/>
                      <a:pt x="36" y="277"/>
                    </a:cubicBezTo>
                    <a:cubicBezTo>
                      <a:pt x="29" y="274"/>
                      <a:pt x="8" y="276"/>
                      <a:pt x="5" y="276"/>
                    </a:cubicBezTo>
                    <a:cubicBezTo>
                      <a:pt x="2" y="276"/>
                      <a:pt x="6" y="273"/>
                      <a:pt x="5" y="273"/>
                    </a:cubicBezTo>
                    <a:cubicBezTo>
                      <a:pt x="6" y="271"/>
                      <a:pt x="11" y="267"/>
                      <a:pt x="25" y="270"/>
                    </a:cubicBezTo>
                    <a:cubicBezTo>
                      <a:pt x="25" y="270"/>
                      <a:pt x="37" y="271"/>
                      <a:pt x="37" y="270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33" y="267"/>
                      <a:pt x="33" y="267"/>
                      <a:pt x="33" y="267"/>
                    </a:cubicBezTo>
                    <a:cubicBezTo>
                      <a:pt x="30" y="265"/>
                      <a:pt x="26" y="263"/>
                      <a:pt x="23" y="261"/>
                    </a:cubicBezTo>
                    <a:cubicBezTo>
                      <a:pt x="23" y="258"/>
                      <a:pt x="37" y="260"/>
                      <a:pt x="37" y="260"/>
                    </a:cubicBezTo>
                    <a:cubicBezTo>
                      <a:pt x="41" y="262"/>
                      <a:pt x="47" y="264"/>
                      <a:pt x="51" y="268"/>
                    </a:cubicBezTo>
                    <a:cubicBezTo>
                      <a:pt x="52" y="269"/>
                      <a:pt x="53" y="271"/>
                      <a:pt x="54" y="272"/>
                    </a:cubicBezTo>
                    <a:cubicBezTo>
                      <a:pt x="54" y="274"/>
                      <a:pt x="55" y="276"/>
                      <a:pt x="55" y="277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1" y="277"/>
                      <a:pt x="49" y="278"/>
                      <a:pt x="49" y="278"/>
                    </a:cubicBezTo>
                    <a:cubicBezTo>
                      <a:pt x="49" y="279"/>
                      <a:pt x="49" y="281"/>
                      <a:pt x="50" y="281"/>
                    </a:cubicBezTo>
                    <a:cubicBezTo>
                      <a:pt x="52" y="283"/>
                      <a:pt x="55" y="286"/>
                      <a:pt x="59" y="288"/>
                    </a:cubicBezTo>
                    <a:cubicBezTo>
                      <a:pt x="58" y="288"/>
                      <a:pt x="57" y="288"/>
                      <a:pt x="56" y="288"/>
                    </a:cubicBezTo>
                    <a:cubicBezTo>
                      <a:pt x="56" y="288"/>
                      <a:pt x="55" y="288"/>
                      <a:pt x="55" y="289"/>
                    </a:cubicBezTo>
                    <a:cubicBezTo>
                      <a:pt x="55" y="289"/>
                      <a:pt x="55" y="289"/>
                      <a:pt x="55" y="289"/>
                    </a:cubicBezTo>
                    <a:cubicBezTo>
                      <a:pt x="55" y="290"/>
                      <a:pt x="55" y="290"/>
                      <a:pt x="55" y="290"/>
                    </a:cubicBezTo>
                    <a:cubicBezTo>
                      <a:pt x="56" y="291"/>
                      <a:pt x="56" y="291"/>
                      <a:pt x="56" y="291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8" y="292"/>
                      <a:pt x="62" y="295"/>
                      <a:pt x="62" y="296"/>
                    </a:cubicBezTo>
                    <a:cubicBezTo>
                      <a:pt x="62" y="297"/>
                      <a:pt x="63" y="301"/>
                      <a:pt x="69" y="306"/>
                    </a:cubicBezTo>
                    <a:cubicBezTo>
                      <a:pt x="77" y="312"/>
                      <a:pt x="77" y="312"/>
                      <a:pt x="77" y="312"/>
                    </a:cubicBezTo>
                    <a:cubicBezTo>
                      <a:pt x="79" y="314"/>
                      <a:pt x="92" y="327"/>
                      <a:pt x="86" y="328"/>
                    </a:cubicBezTo>
                    <a:cubicBezTo>
                      <a:pt x="85" y="327"/>
                      <a:pt x="76" y="320"/>
                      <a:pt x="69" y="310"/>
                    </a:cubicBezTo>
                    <a:moveTo>
                      <a:pt x="67" y="296"/>
                    </a:moveTo>
                    <a:cubicBezTo>
                      <a:pt x="63" y="293"/>
                      <a:pt x="61" y="287"/>
                      <a:pt x="60" y="286"/>
                    </a:cubicBezTo>
                    <a:cubicBezTo>
                      <a:pt x="76" y="291"/>
                      <a:pt x="85" y="311"/>
                      <a:pt x="91" y="314"/>
                    </a:cubicBezTo>
                    <a:cubicBezTo>
                      <a:pt x="103" y="331"/>
                      <a:pt x="103" y="331"/>
                      <a:pt x="103" y="331"/>
                    </a:cubicBezTo>
                    <a:cubicBezTo>
                      <a:pt x="103" y="331"/>
                      <a:pt x="102" y="333"/>
                      <a:pt x="102" y="334"/>
                    </a:cubicBezTo>
                    <a:cubicBezTo>
                      <a:pt x="102" y="334"/>
                      <a:pt x="102" y="334"/>
                      <a:pt x="102" y="334"/>
                    </a:cubicBezTo>
                    <a:cubicBezTo>
                      <a:pt x="99" y="335"/>
                      <a:pt x="99" y="335"/>
                      <a:pt x="99" y="335"/>
                    </a:cubicBezTo>
                    <a:cubicBezTo>
                      <a:pt x="97" y="335"/>
                      <a:pt x="90" y="323"/>
                      <a:pt x="87" y="319"/>
                    </a:cubicBezTo>
                    <a:cubicBezTo>
                      <a:pt x="84" y="314"/>
                      <a:pt x="84" y="314"/>
                      <a:pt x="84" y="314"/>
                    </a:cubicBezTo>
                    <a:cubicBezTo>
                      <a:pt x="82" y="313"/>
                      <a:pt x="78" y="309"/>
                      <a:pt x="75" y="306"/>
                    </a:cubicBezTo>
                    <a:cubicBezTo>
                      <a:pt x="73" y="304"/>
                      <a:pt x="70" y="301"/>
                      <a:pt x="69" y="301"/>
                    </a:cubicBezTo>
                    <a:cubicBezTo>
                      <a:pt x="69" y="301"/>
                      <a:pt x="68" y="301"/>
                      <a:pt x="68" y="301"/>
                    </a:cubicBezTo>
                    <a:cubicBezTo>
                      <a:pt x="68" y="300"/>
                      <a:pt x="68" y="299"/>
                      <a:pt x="68" y="299"/>
                    </a:cubicBezTo>
                    <a:lnTo>
                      <a:pt x="67" y="296"/>
                    </a:lnTo>
                    <a:close/>
                    <a:moveTo>
                      <a:pt x="65" y="327"/>
                    </a:moveTo>
                    <a:cubicBezTo>
                      <a:pt x="65" y="326"/>
                      <a:pt x="64" y="327"/>
                      <a:pt x="64" y="327"/>
                    </a:cubicBezTo>
                    <a:cubicBezTo>
                      <a:pt x="63" y="327"/>
                      <a:pt x="62" y="328"/>
                      <a:pt x="61" y="327"/>
                    </a:cubicBezTo>
                    <a:cubicBezTo>
                      <a:pt x="60" y="327"/>
                      <a:pt x="58" y="326"/>
                      <a:pt x="53" y="325"/>
                    </a:cubicBezTo>
                    <a:cubicBezTo>
                      <a:pt x="49" y="324"/>
                      <a:pt x="42" y="322"/>
                      <a:pt x="39" y="321"/>
                    </a:cubicBezTo>
                    <a:cubicBezTo>
                      <a:pt x="42" y="320"/>
                      <a:pt x="50" y="318"/>
                      <a:pt x="67" y="322"/>
                    </a:cubicBezTo>
                    <a:cubicBezTo>
                      <a:pt x="71" y="323"/>
                      <a:pt x="76" y="325"/>
                      <a:pt x="81" y="327"/>
                    </a:cubicBezTo>
                    <a:cubicBezTo>
                      <a:pt x="83" y="328"/>
                      <a:pt x="90" y="334"/>
                      <a:pt x="92" y="337"/>
                    </a:cubicBezTo>
                    <a:cubicBezTo>
                      <a:pt x="92" y="337"/>
                      <a:pt x="92" y="338"/>
                      <a:pt x="92" y="338"/>
                    </a:cubicBezTo>
                    <a:cubicBezTo>
                      <a:pt x="92" y="338"/>
                      <a:pt x="91" y="338"/>
                      <a:pt x="91" y="338"/>
                    </a:cubicBezTo>
                    <a:cubicBezTo>
                      <a:pt x="87" y="341"/>
                      <a:pt x="87" y="341"/>
                      <a:pt x="87" y="341"/>
                    </a:cubicBezTo>
                    <a:cubicBezTo>
                      <a:pt x="86" y="341"/>
                      <a:pt x="86" y="340"/>
                      <a:pt x="85" y="339"/>
                    </a:cubicBezTo>
                    <a:cubicBezTo>
                      <a:pt x="82" y="335"/>
                      <a:pt x="82" y="335"/>
                      <a:pt x="82" y="335"/>
                    </a:cubicBezTo>
                    <a:cubicBezTo>
                      <a:pt x="76" y="330"/>
                      <a:pt x="69" y="328"/>
                      <a:pt x="65" y="327"/>
                    </a:cubicBezTo>
                    <a:moveTo>
                      <a:pt x="77" y="345"/>
                    </a:moveTo>
                    <a:cubicBezTo>
                      <a:pt x="75" y="345"/>
                      <a:pt x="75" y="345"/>
                      <a:pt x="75" y="345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8" y="342"/>
                      <a:pt x="78" y="340"/>
                      <a:pt x="81" y="341"/>
                    </a:cubicBezTo>
                    <a:cubicBezTo>
                      <a:pt x="82" y="341"/>
                      <a:pt x="82" y="341"/>
                      <a:pt x="82" y="341"/>
                    </a:cubicBezTo>
                    <a:cubicBezTo>
                      <a:pt x="83" y="342"/>
                      <a:pt x="84" y="343"/>
                      <a:pt x="84" y="345"/>
                    </a:cubicBezTo>
                    <a:cubicBezTo>
                      <a:pt x="83" y="346"/>
                      <a:pt x="82" y="346"/>
                      <a:pt x="77" y="345"/>
                    </a:cubicBezTo>
                    <a:moveTo>
                      <a:pt x="82" y="355"/>
                    </a:moveTo>
                    <a:cubicBezTo>
                      <a:pt x="74" y="360"/>
                      <a:pt x="75" y="359"/>
                      <a:pt x="73" y="360"/>
                    </a:cubicBezTo>
                    <a:cubicBezTo>
                      <a:pt x="72" y="355"/>
                      <a:pt x="95" y="337"/>
                      <a:pt x="104" y="336"/>
                    </a:cubicBezTo>
                    <a:cubicBezTo>
                      <a:pt x="105" y="336"/>
                      <a:pt x="106" y="339"/>
                      <a:pt x="106" y="341"/>
                    </a:cubicBezTo>
                    <a:cubicBezTo>
                      <a:pt x="107" y="342"/>
                      <a:pt x="111" y="345"/>
                      <a:pt x="111" y="345"/>
                    </a:cubicBezTo>
                    <a:cubicBezTo>
                      <a:pt x="112" y="345"/>
                      <a:pt x="122" y="348"/>
                      <a:pt x="124" y="348"/>
                    </a:cubicBezTo>
                    <a:cubicBezTo>
                      <a:pt x="121" y="348"/>
                      <a:pt x="98" y="345"/>
                      <a:pt x="82" y="355"/>
                    </a:cubicBezTo>
                    <a:moveTo>
                      <a:pt x="101" y="357"/>
                    </a:moveTo>
                    <a:cubicBezTo>
                      <a:pt x="101" y="357"/>
                      <a:pt x="95" y="363"/>
                      <a:pt x="91" y="361"/>
                    </a:cubicBezTo>
                    <a:cubicBezTo>
                      <a:pt x="87" y="360"/>
                      <a:pt x="94" y="355"/>
                      <a:pt x="95" y="353"/>
                    </a:cubicBezTo>
                    <a:cubicBezTo>
                      <a:pt x="101" y="350"/>
                      <a:pt x="120" y="349"/>
                      <a:pt x="128" y="350"/>
                    </a:cubicBezTo>
                    <a:cubicBezTo>
                      <a:pt x="136" y="352"/>
                      <a:pt x="145" y="353"/>
                      <a:pt x="150" y="356"/>
                    </a:cubicBezTo>
                    <a:cubicBezTo>
                      <a:pt x="157" y="359"/>
                      <a:pt x="164" y="365"/>
                      <a:pt x="167" y="372"/>
                    </a:cubicBezTo>
                    <a:cubicBezTo>
                      <a:pt x="170" y="379"/>
                      <a:pt x="170" y="384"/>
                      <a:pt x="168" y="383"/>
                    </a:cubicBezTo>
                    <a:cubicBezTo>
                      <a:pt x="165" y="382"/>
                      <a:pt x="168" y="383"/>
                      <a:pt x="164" y="374"/>
                    </a:cubicBezTo>
                    <a:cubicBezTo>
                      <a:pt x="162" y="371"/>
                      <a:pt x="161" y="368"/>
                      <a:pt x="152" y="362"/>
                    </a:cubicBezTo>
                    <a:cubicBezTo>
                      <a:pt x="135" y="356"/>
                      <a:pt x="135" y="356"/>
                      <a:pt x="135" y="356"/>
                    </a:cubicBezTo>
                    <a:cubicBezTo>
                      <a:pt x="129" y="355"/>
                      <a:pt x="113" y="353"/>
                      <a:pt x="101" y="357"/>
                    </a:cubicBezTo>
                    <a:moveTo>
                      <a:pt x="161" y="394"/>
                    </a:moveTo>
                    <a:cubicBezTo>
                      <a:pt x="158" y="395"/>
                      <a:pt x="158" y="393"/>
                      <a:pt x="158" y="393"/>
                    </a:cubicBezTo>
                    <a:cubicBezTo>
                      <a:pt x="158" y="393"/>
                      <a:pt x="158" y="392"/>
                      <a:pt x="158" y="392"/>
                    </a:cubicBezTo>
                    <a:cubicBezTo>
                      <a:pt x="159" y="390"/>
                      <a:pt x="160" y="389"/>
                      <a:pt x="160" y="388"/>
                    </a:cubicBezTo>
                    <a:cubicBezTo>
                      <a:pt x="160" y="385"/>
                      <a:pt x="157" y="382"/>
                      <a:pt x="156" y="379"/>
                    </a:cubicBezTo>
                    <a:cubicBezTo>
                      <a:pt x="155" y="379"/>
                      <a:pt x="155" y="379"/>
                      <a:pt x="155" y="379"/>
                    </a:cubicBezTo>
                    <a:cubicBezTo>
                      <a:pt x="152" y="375"/>
                      <a:pt x="148" y="372"/>
                      <a:pt x="144" y="369"/>
                    </a:cubicBezTo>
                    <a:cubicBezTo>
                      <a:pt x="141" y="367"/>
                      <a:pt x="136" y="366"/>
                      <a:pt x="132" y="365"/>
                    </a:cubicBezTo>
                    <a:cubicBezTo>
                      <a:pt x="131" y="365"/>
                      <a:pt x="131" y="365"/>
                      <a:pt x="131" y="365"/>
                    </a:cubicBezTo>
                    <a:cubicBezTo>
                      <a:pt x="127" y="364"/>
                      <a:pt x="121" y="365"/>
                      <a:pt x="116" y="365"/>
                    </a:cubicBezTo>
                    <a:cubicBezTo>
                      <a:pt x="113" y="365"/>
                      <a:pt x="108" y="366"/>
                      <a:pt x="108" y="365"/>
                    </a:cubicBezTo>
                    <a:cubicBezTo>
                      <a:pt x="108" y="365"/>
                      <a:pt x="108" y="364"/>
                      <a:pt x="108" y="364"/>
                    </a:cubicBezTo>
                    <a:cubicBezTo>
                      <a:pt x="108" y="362"/>
                      <a:pt x="112" y="361"/>
                      <a:pt x="114" y="360"/>
                    </a:cubicBezTo>
                    <a:cubicBezTo>
                      <a:pt x="117" y="359"/>
                      <a:pt x="136" y="356"/>
                      <a:pt x="154" y="367"/>
                    </a:cubicBezTo>
                    <a:cubicBezTo>
                      <a:pt x="158" y="370"/>
                      <a:pt x="166" y="381"/>
                      <a:pt x="166" y="388"/>
                    </a:cubicBezTo>
                    <a:cubicBezTo>
                      <a:pt x="165" y="390"/>
                      <a:pt x="163" y="393"/>
                      <a:pt x="161" y="394"/>
                    </a:cubicBezTo>
                    <a:moveTo>
                      <a:pt x="173" y="367"/>
                    </a:moveTo>
                    <a:cubicBezTo>
                      <a:pt x="177" y="374"/>
                      <a:pt x="177" y="380"/>
                      <a:pt x="176" y="385"/>
                    </a:cubicBezTo>
                    <a:cubicBezTo>
                      <a:pt x="175" y="387"/>
                      <a:pt x="175" y="389"/>
                      <a:pt x="173" y="390"/>
                    </a:cubicBezTo>
                    <a:cubicBezTo>
                      <a:pt x="168" y="397"/>
                      <a:pt x="162" y="396"/>
                      <a:pt x="168" y="390"/>
                    </a:cubicBezTo>
                    <a:cubicBezTo>
                      <a:pt x="168" y="390"/>
                      <a:pt x="172" y="386"/>
                      <a:pt x="172" y="380"/>
                    </a:cubicBezTo>
                    <a:cubicBezTo>
                      <a:pt x="172" y="378"/>
                      <a:pt x="171" y="375"/>
                      <a:pt x="171" y="373"/>
                    </a:cubicBezTo>
                    <a:cubicBezTo>
                      <a:pt x="169" y="370"/>
                      <a:pt x="166" y="365"/>
                      <a:pt x="164" y="362"/>
                    </a:cubicBezTo>
                    <a:cubicBezTo>
                      <a:pt x="158" y="356"/>
                      <a:pt x="153" y="353"/>
                      <a:pt x="145" y="350"/>
                    </a:cubicBezTo>
                    <a:cubicBezTo>
                      <a:pt x="138" y="347"/>
                      <a:pt x="132" y="346"/>
                      <a:pt x="126" y="345"/>
                    </a:cubicBezTo>
                    <a:cubicBezTo>
                      <a:pt x="122" y="345"/>
                      <a:pt x="122" y="345"/>
                      <a:pt x="122" y="345"/>
                    </a:cubicBezTo>
                    <a:cubicBezTo>
                      <a:pt x="117" y="344"/>
                      <a:pt x="112" y="344"/>
                      <a:pt x="110" y="340"/>
                    </a:cubicBezTo>
                    <a:cubicBezTo>
                      <a:pt x="108" y="336"/>
                      <a:pt x="108" y="336"/>
                      <a:pt x="108" y="336"/>
                    </a:cubicBezTo>
                    <a:cubicBezTo>
                      <a:pt x="106" y="333"/>
                      <a:pt x="105" y="330"/>
                      <a:pt x="103" y="326"/>
                    </a:cubicBezTo>
                    <a:cubicBezTo>
                      <a:pt x="103" y="325"/>
                      <a:pt x="102" y="324"/>
                      <a:pt x="102" y="323"/>
                    </a:cubicBezTo>
                    <a:cubicBezTo>
                      <a:pt x="99" y="319"/>
                      <a:pt x="96" y="315"/>
                      <a:pt x="92" y="311"/>
                    </a:cubicBezTo>
                    <a:cubicBezTo>
                      <a:pt x="90" y="308"/>
                      <a:pt x="90" y="308"/>
                      <a:pt x="90" y="308"/>
                    </a:cubicBezTo>
                    <a:cubicBezTo>
                      <a:pt x="82" y="298"/>
                      <a:pt x="82" y="298"/>
                      <a:pt x="82" y="298"/>
                    </a:cubicBezTo>
                    <a:cubicBezTo>
                      <a:pt x="80" y="296"/>
                      <a:pt x="80" y="296"/>
                      <a:pt x="80" y="296"/>
                    </a:cubicBezTo>
                    <a:cubicBezTo>
                      <a:pt x="78" y="294"/>
                      <a:pt x="75" y="291"/>
                      <a:pt x="72" y="290"/>
                    </a:cubicBezTo>
                    <a:cubicBezTo>
                      <a:pt x="69" y="289"/>
                      <a:pt x="67" y="288"/>
                      <a:pt x="64" y="285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60" y="281"/>
                      <a:pt x="60" y="281"/>
                      <a:pt x="60" y="281"/>
                    </a:cubicBezTo>
                    <a:cubicBezTo>
                      <a:pt x="58" y="279"/>
                      <a:pt x="58" y="277"/>
                      <a:pt x="58" y="275"/>
                    </a:cubicBezTo>
                    <a:cubicBezTo>
                      <a:pt x="58" y="274"/>
                      <a:pt x="58" y="274"/>
                      <a:pt x="58" y="274"/>
                    </a:cubicBezTo>
                    <a:cubicBezTo>
                      <a:pt x="57" y="269"/>
                      <a:pt x="57" y="269"/>
                      <a:pt x="57" y="269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6" y="257"/>
                      <a:pt x="47" y="241"/>
                      <a:pt x="39" y="232"/>
                    </a:cubicBezTo>
                    <a:cubicBezTo>
                      <a:pt x="37" y="229"/>
                      <a:pt x="29" y="222"/>
                      <a:pt x="26" y="220"/>
                    </a:cubicBezTo>
                    <a:cubicBezTo>
                      <a:pt x="27" y="220"/>
                      <a:pt x="29" y="219"/>
                      <a:pt x="30" y="219"/>
                    </a:cubicBezTo>
                    <a:cubicBezTo>
                      <a:pt x="33" y="219"/>
                      <a:pt x="37" y="220"/>
                      <a:pt x="40" y="222"/>
                    </a:cubicBezTo>
                    <a:cubicBezTo>
                      <a:pt x="40" y="222"/>
                      <a:pt x="50" y="234"/>
                      <a:pt x="52" y="233"/>
                    </a:cubicBezTo>
                    <a:cubicBezTo>
                      <a:pt x="52" y="232"/>
                      <a:pt x="53" y="232"/>
                      <a:pt x="53" y="231"/>
                    </a:cubicBezTo>
                    <a:cubicBezTo>
                      <a:pt x="53" y="230"/>
                      <a:pt x="53" y="229"/>
                      <a:pt x="52" y="228"/>
                    </a:cubicBezTo>
                    <a:cubicBezTo>
                      <a:pt x="51" y="226"/>
                      <a:pt x="47" y="222"/>
                      <a:pt x="34" y="211"/>
                    </a:cubicBezTo>
                    <a:cubicBezTo>
                      <a:pt x="22" y="200"/>
                      <a:pt x="12" y="199"/>
                      <a:pt x="16" y="197"/>
                    </a:cubicBezTo>
                    <a:cubicBezTo>
                      <a:pt x="21" y="198"/>
                      <a:pt x="31" y="197"/>
                      <a:pt x="40" y="205"/>
                    </a:cubicBezTo>
                    <a:cubicBezTo>
                      <a:pt x="43" y="208"/>
                      <a:pt x="49" y="214"/>
                      <a:pt x="52" y="217"/>
                    </a:cubicBezTo>
                    <a:cubicBezTo>
                      <a:pt x="54" y="220"/>
                      <a:pt x="56" y="219"/>
                      <a:pt x="56" y="219"/>
                    </a:cubicBezTo>
                    <a:cubicBezTo>
                      <a:pt x="52" y="211"/>
                      <a:pt x="52" y="211"/>
                      <a:pt x="52" y="211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3" y="199"/>
                      <a:pt x="41" y="196"/>
                      <a:pt x="39" y="193"/>
                    </a:cubicBezTo>
                    <a:cubicBezTo>
                      <a:pt x="37" y="189"/>
                      <a:pt x="35" y="185"/>
                      <a:pt x="33" y="182"/>
                    </a:cubicBezTo>
                    <a:cubicBezTo>
                      <a:pt x="31" y="179"/>
                      <a:pt x="24" y="174"/>
                      <a:pt x="18" y="169"/>
                    </a:cubicBezTo>
                    <a:cubicBezTo>
                      <a:pt x="15" y="166"/>
                      <a:pt x="11" y="163"/>
                      <a:pt x="10" y="161"/>
                    </a:cubicBezTo>
                    <a:cubicBezTo>
                      <a:pt x="14" y="161"/>
                      <a:pt x="26" y="164"/>
                      <a:pt x="31" y="168"/>
                    </a:cubicBezTo>
                    <a:cubicBezTo>
                      <a:pt x="31" y="169"/>
                      <a:pt x="42" y="181"/>
                      <a:pt x="44" y="184"/>
                    </a:cubicBezTo>
                    <a:cubicBezTo>
                      <a:pt x="45" y="186"/>
                      <a:pt x="47" y="187"/>
                      <a:pt x="48" y="186"/>
                    </a:cubicBezTo>
                    <a:cubicBezTo>
                      <a:pt x="49" y="186"/>
                      <a:pt x="49" y="185"/>
                      <a:pt x="49" y="185"/>
                    </a:cubicBezTo>
                    <a:cubicBezTo>
                      <a:pt x="49" y="184"/>
                      <a:pt x="49" y="183"/>
                      <a:pt x="48" y="182"/>
                    </a:cubicBezTo>
                    <a:cubicBezTo>
                      <a:pt x="43" y="175"/>
                      <a:pt x="29" y="152"/>
                      <a:pt x="27" y="149"/>
                    </a:cubicBezTo>
                    <a:cubicBezTo>
                      <a:pt x="24" y="142"/>
                      <a:pt x="21" y="134"/>
                      <a:pt x="20" y="124"/>
                    </a:cubicBezTo>
                    <a:cubicBezTo>
                      <a:pt x="20" y="124"/>
                      <a:pt x="20" y="123"/>
                      <a:pt x="20" y="122"/>
                    </a:cubicBezTo>
                    <a:cubicBezTo>
                      <a:pt x="20" y="120"/>
                      <a:pt x="20" y="116"/>
                      <a:pt x="20" y="114"/>
                    </a:cubicBezTo>
                    <a:cubicBezTo>
                      <a:pt x="21" y="115"/>
                      <a:pt x="21" y="118"/>
                      <a:pt x="21" y="120"/>
                    </a:cubicBezTo>
                    <a:cubicBezTo>
                      <a:pt x="22" y="123"/>
                      <a:pt x="22" y="125"/>
                      <a:pt x="22" y="125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4" y="114"/>
                      <a:pt x="25" y="112"/>
                      <a:pt x="25" y="108"/>
                    </a:cubicBezTo>
                    <a:cubicBezTo>
                      <a:pt x="25" y="107"/>
                      <a:pt x="26" y="104"/>
                      <a:pt x="26" y="104"/>
                    </a:cubicBezTo>
                    <a:cubicBezTo>
                      <a:pt x="27" y="104"/>
                      <a:pt x="28" y="104"/>
                      <a:pt x="28" y="104"/>
                    </a:cubicBezTo>
                    <a:cubicBezTo>
                      <a:pt x="28" y="104"/>
                      <a:pt x="29" y="106"/>
                      <a:pt x="29" y="107"/>
                    </a:cubicBezTo>
                    <a:cubicBezTo>
                      <a:pt x="28" y="122"/>
                      <a:pt x="35" y="137"/>
                      <a:pt x="35" y="137"/>
                    </a:cubicBezTo>
                    <a:cubicBezTo>
                      <a:pt x="46" y="157"/>
                      <a:pt x="49" y="162"/>
                      <a:pt x="63" y="181"/>
                    </a:cubicBezTo>
                    <a:cubicBezTo>
                      <a:pt x="74" y="195"/>
                      <a:pt x="84" y="213"/>
                      <a:pt x="86" y="230"/>
                    </a:cubicBezTo>
                    <a:cubicBezTo>
                      <a:pt x="88" y="245"/>
                      <a:pt x="84" y="264"/>
                      <a:pt x="82" y="272"/>
                    </a:cubicBezTo>
                    <a:cubicBezTo>
                      <a:pt x="80" y="279"/>
                      <a:pt x="84" y="286"/>
                      <a:pt x="84" y="286"/>
                    </a:cubicBezTo>
                    <a:cubicBezTo>
                      <a:pt x="88" y="293"/>
                      <a:pt x="88" y="289"/>
                      <a:pt x="96" y="300"/>
                    </a:cubicBezTo>
                    <a:cubicBezTo>
                      <a:pt x="102" y="307"/>
                      <a:pt x="106" y="317"/>
                      <a:pt x="109" y="323"/>
                    </a:cubicBezTo>
                    <a:cubicBezTo>
                      <a:pt x="111" y="328"/>
                      <a:pt x="115" y="332"/>
                      <a:pt x="118" y="335"/>
                    </a:cubicBezTo>
                    <a:cubicBezTo>
                      <a:pt x="121" y="339"/>
                      <a:pt x="124" y="339"/>
                      <a:pt x="130" y="339"/>
                    </a:cubicBezTo>
                    <a:cubicBezTo>
                      <a:pt x="145" y="341"/>
                      <a:pt x="145" y="341"/>
                      <a:pt x="145" y="341"/>
                    </a:cubicBezTo>
                    <a:cubicBezTo>
                      <a:pt x="163" y="344"/>
                      <a:pt x="166" y="356"/>
                      <a:pt x="173" y="367"/>
                    </a:cubicBezTo>
                    <a:moveTo>
                      <a:pt x="188" y="356"/>
                    </a:moveTo>
                    <a:cubicBezTo>
                      <a:pt x="180" y="357"/>
                      <a:pt x="170" y="348"/>
                      <a:pt x="165" y="344"/>
                    </a:cubicBezTo>
                    <a:cubicBezTo>
                      <a:pt x="163" y="344"/>
                      <a:pt x="160" y="342"/>
                      <a:pt x="158" y="341"/>
                    </a:cubicBezTo>
                    <a:cubicBezTo>
                      <a:pt x="158" y="341"/>
                      <a:pt x="158" y="341"/>
                      <a:pt x="158" y="341"/>
                    </a:cubicBezTo>
                    <a:cubicBezTo>
                      <a:pt x="152" y="338"/>
                      <a:pt x="152" y="338"/>
                      <a:pt x="152" y="338"/>
                    </a:cubicBezTo>
                    <a:cubicBezTo>
                      <a:pt x="147" y="336"/>
                      <a:pt x="140" y="334"/>
                      <a:pt x="136" y="333"/>
                    </a:cubicBezTo>
                    <a:cubicBezTo>
                      <a:pt x="129" y="333"/>
                      <a:pt x="129" y="333"/>
                      <a:pt x="129" y="333"/>
                    </a:cubicBezTo>
                    <a:cubicBezTo>
                      <a:pt x="120" y="333"/>
                      <a:pt x="117" y="328"/>
                      <a:pt x="115" y="325"/>
                    </a:cubicBezTo>
                    <a:cubicBezTo>
                      <a:pt x="111" y="318"/>
                      <a:pt x="110" y="311"/>
                      <a:pt x="103" y="300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87" y="283"/>
                      <a:pt x="87" y="280"/>
                      <a:pt x="87" y="275"/>
                    </a:cubicBezTo>
                    <a:cubicBezTo>
                      <a:pt x="88" y="263"/>
                      <a:pt x="88" y="263"/>
                      <a:pt x="88" y="263"/>
                    </a:cubicBezTo>
                    <a:cubicBezTo>
                      <a:pt x="90" y="251"/>
                      <a:pt x="92" y="241"/>
                      <a:pt x="91" y="228"/>
                    </a:cubicBezTo>
                    <a:cubicBezTo>
                      <a:pt x="89" y="213"/>
                      <a:pt x="80" y="198"/>
                      <a:pt x="72" y="187"/>
                    </a:cubicBezTo>
                    <a:cubicBezTo>
                      <a:pt x="73" y="186"/>
                      <a:pt x="73" y="184"/>
                      <a:pt x="74" y="182"/>
                    </a:cubicBezTo>
                    <a:cubicBezTo>
                      <a:pt x="74" y="182"/>
                      <a:pt x="85" y="155"/>
                      <a:pt x="103" y="140"/>
                    </a:cubicBezTo>
                    <a:cubicBezTo>
                      <a:pt x="119" y="123"/>
                      <a:pt x="155" y="103"/>
                      <a:pt x="189" y="103"/>
                    </a:cubicBezTo>
                    <a:cubicBezTo>
                      <a:pt x="228" y="104"/>
                      <a:pt x="259" y="127"/>
                      <a:pt x="274" y="141"/>
                    </a:cubicBezTo>
                    <a:cubicBezTo>
                      <a:pt x="282" y="149"/>
                      <a:pt x="293" y="167"/>
                      <a:pt x="293" y="167"/>
                    </a:cubicBezTo>
                    <a:cubicBezTo>
                      <a:pt x="298" y="177"/>
                      <a:pt x="301" y="182"/>
                      <a:pt x="302" y="186"/>
                    </a:cubicBezTo>
                    <a:cubicBezTo>
                      <a:pt x="299" y="190"/>
                      <a:pt x="296" y="194"/>
                      <a:pt x="295" y="197"/>
                    </a:cubicBezTo>
                    <a:cubicBezTo>
                      <a:pt x="288" y="212"/>
                      <a:pt x="288" y="212"/>
                      <a:pt x="288" y="212"/>
                    </a:cubicBezTo>
                    <a:cubicBezTo>
                      <a:pt x="285" y="219"/>
                      <a:pt x="284" y="223"/>
                      <a:pt x="283" y="233"/>
                    </a:cubicBezTo>
                    <a:cubicBezTo>
                      <a:pt x="283" y="244"/>
                      <a:pt x="283" y="244"/>
                      <a:pt x="283" y="244"/>
                    </a:cubicBezTo>
                    <a:cubicBezTo>
                      <a:pt x="284" y="251"/>
                      <a:pt x="285" y="258"/>
                      <a:pt x="286" y="264"/>
                    </a:cubicBezTo>
                    <a:cubicBezTo>
                      <a:pt x="287" y="274"/>
                      <a:pt x="287" y="274"/>
                      <a:pt x="287" y="274"/>
                    </a:cubicBezTo>
                    <a:cubicBezTo>
                      <a:pt x="288" y="279"/>
                      <a:pt x="286" y="283"/>
                      <a:pt x="281" y="287"/>
                    </a:cubicBezTo>
                    <a:cubicBezTo>
                      <a:pt x="277" y="292"/>
                      <a:pt x="277" y="292"/>
                      <a:pt x="277" y="292"/>
                    </a:cubicBezTo>
                    <a:cubicBezTo>
                      <a:pt x="273" y="297"/>
                      <a:pt x="266" y="309"/>
                      <a:pt x="264" y="313"/>
                    </a:cubicBezTo>
                    <a:cubicBezTo>
                      <a:pt x="261" y="320"/>
                      <a:pt x="261" y="320"/>
                      <a:pt x="261" y="320"/>
                    </a:cubicBezTo>
                    <a:cubicBezTo>
                      <a:pt x="258" y="326"/>
                      <a:pt x="255" y="332"/>
                      <a:pt x="246" y="333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22" y="337"/>
                      <a:pt x="218" y="339"/>
                      <a:pt x="215" y="342"/>
                    </a:cubicBezTo>
                    <a:cubicBezTo>
                      <a:pt x="214" y="343"/>
                      <a:pt x="212" y="344"/>
                      <a:pt x="211" y="344"/>
                    </a:cubicBezTo>
                    <a:cubicBezTo>
                      <a:pt x="211" y="344"/>
                      <a:pt x="197" y="357"/>
                      <a:pt x="188" y="356"/>
                    </a:cubicBezTo>
                    <a:moveTo>
                      <a:pt x="201" y="390"/>
                    </a:moveTo>
                    <a:cubicBezTo>
                      <a:pt x="200" y="388"/>
                      <a:pt x="199" y="387"/>
                      <a:pt x="199" y="384"/>
                    </a:cubicBezTo>
                    <a:cubicBezTo>
                      <a:pt x="198" y="380"/>
                      <a:pt x="197" y="374"/>
                      <a:pt x="202" y="367"/>
                    </a:cubicBezTo>
                    <a:cubicBezTo>
                      <a:pt x="209" y="356"/>
                      <a:pt x="212" y="344"/>
                      <a:pt x="230" y="340"/>
                    </a:cubicBezTo>
                    <a:cubicBezTo>
                      <a:pt x="245" y="339"/>
                      <a:pt x="245" y="339"/>
                      <a:pt x="245" y="339"/>
                    </a:cubicBezTo>
                    <a:cubicBezTo>
                      <a:pt x="251" y="338"/>
                      <a:pt x="253" y="338"/>
                      <a:pt x="257" y="334"/>
                    </a:cubicBezTo>
                    <a:cubicBezTo>
                      <a:pt x="260" y="331"/>
                      <a:pt x="264" y="327"/>
                      <a:pt x="266" y="323"/>
                    </a:cubicBezTo>
                    <a:cubicBezTo>
                      <a:pt x="268" y="316"/>
                      <a:pt x="273" y="306"/>
                      <a:pt x="278" y="300"/>
                    </a:cubicBezTo>
                    <a:cubicBezTo>
                      <a:pt x="286" y="289"/>
                      <a:pt x="286" y="292"/>
                      <a:pt x="290" y="286"/>
                    </a:cubicBezTo>
                    <a:cubicBezTo>
                      <a:pt x="291" y="285"/>
                      <a:pt x="294" y="279"/>
                      <a:pt x="293" y="272"/>
                    </a:cubicBezTo>
                    <a:cubicBezTo>
                      <a:pt x="291" y="264"/>
                      <a:pt x="287" y="245"/>
                      <a:pt x="289" y="230"/>
                    </a:cubicBezTo>
                    <a:cubicBezTo>
                      <a:pt x="291" y="213"/>
                      <a:pt x="301" y="195"/>
                      <a:pt x="311" y="181"/>
                    </a:cubicBezTo>
                    <a:cubicBezTo>
                      <a:pt x="325" y="162"/>
                      <a:pt x="329" y="157"/>
                      <a:pt x="339" y="137"/>
                    </a:cubicBezTo>
                    <a:cubicBezTo>
                      <a:pt x="339" y="137"/>
                      <a:pt x="347" y="122"/>
                      <a:pt x="346" y="107"/>
                    </a:cubicBezTo>
                    <a:cubicBezTo>
                      <a:pt x="345" y="106"/>
                      <a:pt x="346" y="105"/>
                      <a:pt x="347" y="105"/>
                    </a:cubicBezTo>
                    <a:cubicBezTo>
                      <a:pt x="347" y="104"/>
                      <a:pt x="349" y="105"/>
                      <a:pt x="349" y="105"/>
                    </a:cubicBezTo>
                    <a:cubicBezTo>
                      <a:pt x="349" y="106"/>
                      <a:pt x="350" y="106"/>
                      <a:pt x="350" y="107"/>
                    </a:cubicBezTo>
                    <a:cubicBezTo>
                      <a:pt x="350" y="111"/>
                      <a:pt x="350" y="114"/>
                      <a:pt x="350" y="117"/>
                    </a:cubicBezTo>
                    <a:cubicBezTo>
                      <a:pt x="349" y="122"/>
                      <a:pt x="349" y="122"/>
                      <a:pt x="349" y="122"/>
                    </a:cubicBezTo>
                    <a:cubicBezTo>
                      <a:pt x="349" y="127"/>
                      <a:pt x="349" y="127"/>
                      <a:pt x="349" y="127"/>
                    </a:cubicBezTo>
                    <a:cubicBezTo>
                      <a:pt x="350" y="128"/>
                      <a:pt x="350" y="128"/>
                      <a:pt x="350" y="128"/>
                    </a:cubicBezTo>
                    <a:cubicBezTo>
                      <a:pt x="350" y="128"/>
                      <a:pt x="352" y="126"/>
                      <a:pt x="352" y="125"/>
                    </a:cubicBezTo>
                    <a:cubicBezTo>
                      <a:pt x="353" y="125"/>
                      <a:pt x="353" y="123"/>
                      <a:pt x="353" y="120"/>
                    </a:cubicBezTo>
                    <a:cubicBezTo>
                      <a:pt x="353" y="119"/>
                      <a:pt x="353" y="117"/>
                      <a:pt x="354" y="116"/>
                    </a:cubicBezTo>
                    <a:cubicBezTo>
                      <a:pt x="354" y="117"/>
                      <a:pt x="355" y="120"/>
                      <a:pt x="355" y="122"/>
                    </a:cubicBezTo>
                    <a:cubicBezTo>
                      <a:pt x="355" y="123"/>
                      <a:pt x="355" y="124"/>
                      <a:pt x="355" y="125"/>
                    </a:cubicBezTo>
                    <a:cubicBezTo>
                      <a:pt x="353" y="135"/>
                      <a:pt x="351" y="142"/>
                      <a:pt x="347" y="149"/>
                    </a:cubicBezTo>
                    <a:cubicBezTo>
                      <a:pt x="345" y="152"/>
                      <a:pt x="331" y="175"/>
                      <a:pt x="326" y="182"/>
                    </a:cubicBezTo>
                    <a:cubicBezTo>
                      <a:pt x="326" y="183"/>
                      <a:pt x="325" y="184"/>
                      <a:pt x="325" y="185"/>
                    </a:cubicBezTo>
                    <a:cubicBezTo>
                      <a:pt x="325" y="185"/>
                      <a:pt x="326" y="186"/>
                      <a:pt x="326" y="186"/>
                    </a:cubicBezTo>
                    <a:cubicBezTo>
                      <a:pt x="327" y="187"/>
                      <a:pt x="329" y="186"/>
                      <a:pt x="330" y="184"/>
                    </a:cubicBezTo>
                    <a:cubicBezTo>
                      <a:pt x="333" y="181"/>
                      <a:pt x="343" y="169"/>
                      <a:pt x="343" y="168"/>
                    </a:cubicBezTo>
                    <a:cubicBezTo>
                      <a:pt x="348" y="164"/>
                      <a:pt x="361" y="161"/>
                      <a:pt x="364" y="161"/>
                    </a:cubicBezTo>
                    <a:cubicBezTo>
                      <a:pt x="363" y="163"/>
                      <a:pt x="359" y="166"/>
                      <a:pt x="356" y="169"/>
                    </a:cubicBezTo>
                    <a:cubicBezTo>
                      <a:pt x="350" y="174"/>
                      <a:pt x="343" y="179"/>
                      <a:pt x="342" y="182"/>
                    </a:cubicBezTo>
                    <a:cubicBezTo>
                      <a:pt x="339" y="185"/>
                      <a:pt x="337" y="189"/>
                      <a:pt x="336" y="193"/>
                    </a:cubicBezTo>
                    <a:cubicBezTo>
                      <a:pt x="334" y="196"/>
                      <a:pt x="331" y="199"/>
                      <a:pt x="329" y="20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17" y="219"/>
                      <a:pt x="317" y="219"/>
                      <a:pt x="317" y="219"/>
                    </a:cubicBezTo>
                    <a:cubicBezTo>
                      <a:pt x="317" y="219"/>
                      <a:pt x="319" y="220"/>
                      <a:pt x="321" y="217"/>
                    </a:cubicBezTo>
                    <a:cubicBezTo>
                      <a:pt x="324" y="214"/>
                      <a:pt x="331" y="208"/>
                      <a:pt x="335" y="205"/>
                    </a:cubicBezTo>
                    <a:cubicBezTo>
                      <a:pt x="343" y="197"/>
                      <a:pt x="353" y="198"/>
                      <a:pt x="358" y="197"/>
                    </a:cubicBezTo>
                    <a:cubicBezTo>
                      <a:pt x="363" y="198"/>
                      <a:pt x="353" y="200"/>
                      <a:pt x="340" y="211"/>
                    </a:cubicBezTo>
                    <a:cubicBezTo>
                      <a:pt x="327" y="222"/>
                      <a:pt x="323" y="226"/>
                      <a:pt x="322" y="228"/>
                    </a:cubicBezTo>
                    <a:cubicBezTo>
                      <a:pt x="322" y="229"/>
                      <a:pt x="322" y="230"/>
                      <a:pt x="322" y="231"/>
                    </a:cubicBezTo>
                    <a:cubicBezTo>
                      <a:pt x="322" y="232"/>
                      <a:pt x="323" y="231"/>
                      <a:pt x="323" y="231"/>
                    </a:cubicBezTo>
                    <a:cubicBezTo>
                      <a:pt x="326" y="229"/>
                      <a:pt x="335" y="222"/>
                      <a:pt x="335" y="222"/>
                    </a:cubicBezTo>
                    <a:cubicBezTo>
                      <a:pt x="337" y="220"/>
                      <a:pt x="342" y="219"/>
                      <a:pt x="344" y="219"/>
                    </a:cubicBezTo>
                    <a:cubicBezTo>
                      <a:pt x="345" y="219"/>
                      <a:pt x="348" y="220"/>
                      <a:pt x="349" y="220"/>
                    </a:cubicBezTo>
                    <a:cubicBezTo>
                      <a:pt x="346" y="222"/>
                      <a:pt x="337" y="229"/>
                      <a:pt x="335" y="231"/>
                    </a:cubicBezTo>
                    <a:cubicBezTo>
                      <a:pt x="327" y="240"/>
                      <a:pt x="319" y="257"/>
                      <a:pt x="318" y="266"/>
                    </a:cubicBezTo>
                    <a:cubicBezTo>
                      <a:pt x="317" y="269"/>
                      <a:pt x="317" y="269"/>
                      <a:pt x="317" y="269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6" y="277"/>
                      <a:pt x="316" y="279"/>
                      <a:pt x="315" y="281"/>
                    </a:cubicBezTo>
                    <a:cubicBezTo>
                      <a:pt x="311" y="284"/>
                      <a:pt x="311" y="284"/>
                      <a:pt x="311" y="284"/>
                    </a:cubicBezTo>
                    <a:cubicBezTo>
                      <a:pt x="310" y="285"/>
                      <a:pt x="310" y="285"/>
                      <a:pt x="310" y="285"/>
                    </a:cubicBezTo>
                    <a:cubicBezTo>
                      <a:pt x="307" y="287"/>
                      <a:pt x="306" y="288"/>
                      <a:pt x="303" y="289"/>
                    </a:cubicBezTo>
                    <a:cubicBezTo>
                      <a:pt x="299" y="291"/>
                      <a:pt x="297" y="293"/>
                      <a:pt x="294" y="296"/>
                    </a:cubicBezTo>
                    <a:cubicBezTo>
                      <a:pt x="293" y="297"/>
                      <a:pt x="293" y="297"/>
                      <a:pt x="293" y="297"/>
                    </a:cubicBezTo>
                    <a:cubicBezTo>
                      <a:pt x="284" y="308"/>
                      <a:pt x="284" y="308"/>
                      <a:pt x="284" y="308"/>
                    </a:cubicBezTo>
                    <a:cubicBezTo>
                      <a:pt x="282" y="310"/>
                      <a:pt x="282" y="310"/>
                      <a:pt x="282" y="310"/>
                    </a:cubicBezTo>
                    <a:cubicBezTo>
                      <a:pt x="279" y="315"/>
                      <a:pt x="276" y="319"/>
                      <a:pt x="273" y="323"/>
                    </a:cubicBezTo>
                    <a:cubicBezTo>
                      <a:pt x="272" y="324"/>
                      <a:pt x="272" y="325"/>
                      <a:pt x="272" y="325"/>
                    </a:cubicBezTo>
                    <a:cubicBezTo>
                      <a:pt x="270" y="329"/>
                      <a:pt x="268" y="333"/>
                      <a:pt x="266" y="336"/>
                    </a:cubicBezTo>
                    <a:cubicBezTo>
                      <a:pt x="264" y="340"/>
                      <a:pt x="264" y="340"/>
                      <a:pt x="264" y="340"/>
                    </a:cubicBezTo>
                    <a:cubicBezTo>
                      <a:pt x="262" y="343"/>
                      <a:pt x="257" y="344"/>
                      <a:pt x="253" y="344"/>
                    </a:cubicBezTo>
                    <a:cubicBezTo>
                      <a:pt x="249" y="345"/>
                      <a:pt x="249" y="345"/>
                      <a:pt x="249" y="345"/>
                    </a:cubicBezTo>
                    <a:cubicBezTo>
                      <a:pt x="243" y="345"/>
                      <a:pt x="237" y="347"/>
                      <a:pt x="230" y="349"/>
                    </a:cubicBezTo>
                    <a:cubicBezTo>
                      <a:pt x="221" y="352"/>
                      <a:pt x="216" y="355"/>
                      <a:pt x="211" y="362"/>
                    </a:cubicBezTo>
                    <a:cubicBezTo>
                      <a:pt x="209" y="364"/>
                      <a:pt x="205" y="370"/>
                      <a:pt x="204" y="373"/>
                    </a:cubicBezTo>
                    <a:cubicBezTo>
                      <a:pt x="203" y="375"/>
                      <a:pt x="203" y="377"/>
                      <a:pt x="203" y="380"/>
                    </a:cubicBezTo>
                    <a:cubicBezTo>
                      <a:pt x="203" y="386"/>
                      <a:pt x="207" y="390"/>
                      <a:pt x="207" y="390"/>
                    </a:cubicBezTo>
                    <a:cubicBezTo>
                      <a:pt x="213" y="396"/>
                      <a:pt x="207" y="396"/>
                      <a:pt x="201" y="390"/>
                    </a:cubicBezTo>
                    <a:moveTo>
                      <a:pt x="305" y="299"/>
                    </a:moveTo>
                    <a:cubicBezTo>
                      <a:pt x="305" y="300"/>
                      <a:pt x="305" y="300"/>
                      <a:pt x="305" y="301"/>
                    </a:cubicBezTo>
                    <a:cubicBezTo>
                      <a:pt x="305" y="301"/>
                      <a:pt x="305" y="301"/>
                      <a:pt x="305" y="301"/>
                    </a:cubicBezTo>
                    <a:cubicBezTo>
                      <a:pt x="305" y="301"/>
                      <a:pt x="302" y="304"/>
                      <a:pt x="300" y="306"/>
                    </a:cubicBezTo>
                    <a:cubicBezTo>
                      <a:pt x="296" y="309"/>
                      <a:pt x="292" y="312"/>
                      <a:pt x="291" y="314"/>
                    </a:cubicBezTo>
                    <a:cubicBezTo>
                      <a:pt x="288" y="319"/>
                      <a:pt x="288" y="319"/>
                      <a:pt x="288" y="319"/>
                    </a:cubicBezTo>
                    <a:cubicBezTo>
                      <a:pt x="285" y="323"/>
                      <a:pt x="277" y="335"/>
                      <a:pt x="275" y="334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1" y="331"/>
                      <a:pt x="271" y="331"/>
                    </a:cubicBezTo>
                    <a:cubicBezTo>
                      <a:pt x="284" y="314"/>
                      <a:pt x="284" y="314"/>
                      <a:pt x="284" y="314"/>
                    </a:cubicBezTo>
                    <a:cubicBezTo>
                      <a:pt x="289" y="311"/>
                      <a:pt x="298" y="292"/>
                      <a:pt x="314" y="287"/>
                    </a:cubicBezTo>
                    <a:cubicBezTo>
                      <a:pt x="313" y="288"/>
                      <a:pt x="309" y="294"/>
                      <a:pt x="304" y="297"/>
                    </a:cubicBezTo>
                    <a:lnTo>
                      <a:pt x="305" y="299"/>
                    </a:lnTo>
                    <a:close/>
                    <a:moveTo>
                      <a:pt x="267" y="365"/>
                    </a:moveTo>
                    <a:cubicBezTo>
                      <a:pt x="266" y="365"/>
                      <a:pt x="262" y="365"/>
                      <a:pt x="258" y="365"/>
                    </a:cubicBezTo>
                    <a:cubicBezTo>
                      <a:pt x="254" y="364"/>
                      <a:pt x="248" y="364"/>
                      <a:pt x="244" y="365"/>
                    </a:cubicBezTo>
                    <a:cubicBezTo>
                      <a:pt x="243" y="365"/>
                      <a:pt x="243" y="365"/>
                      <a:pt x="243" y="365"/>
                    </a:cubicBezTo>
                    <a:cubicBezTo>
                      <a:pt x="239" y="366"/>
                      <a:pt x="234" y="367"/>
                      <a:pt x="230" y="369"/>
                    </a:cubicBezTo>
                    <a:cubicBezTo>
                      <a:pt x="226" y="371"/>
                      <a:pt x="223" y="374"/>
                      <a:pt x="220" y="378"/>
                    </a:cubicBezTo>
                    <a:cubicBezTo>
                      <a:pt x="219" y="379"/>
                      <a:pt x="219" y="379"/>
                      <a:pt x="219" y="379"/>
                    </a:cubicBezTo>
                    <a:cubicBezTo>
                      <a:pt x="217" y="381"/>
                      <a:pt x="215" y="384"/>
                      <a:pt x="215" y="387"/>
                    </a:cubicBezTo>
                    <a:cubicBezTo>
                      <a:pt x="215" y="389"/>
                      <a:pt x="216" y="390"/>
                      <a:pt x="217" y="391"/>
                    </a:cubicBezTo>
                    <a:cubicBezTo>
                      <a:pt x="217" y="392"/>
                      <a:pt x="217" y="392"/>
                      <a:pt x="217" y="392"/>
                    </a:cubicBezTo>
                    <a:cubicBezTo>
                      <a:pt x="217" y="392"/>
                      <a:pt x="216" y="394"/>
                      <a:pt x="214" y="393"/>
                    </a:cubicBezTo>
                    <a:cubicBezTo>
                      <a:pt x="212" y="393"/>
                      <a:pt x="209" y="390"/>
                      <a:pt x="209" y="388"/>
                    </a:cubicBezTo>
                    <a:cubicBezTo>
                      <a:pt x="209" y="380"/>
                      <a:pt x="217" y="370"/>
                      <a:pt x="221" y="367"/>
                    </a:cubicBezTo>
                    <a:cubicBezTo>
                      <a:pt x="238" y="355"/>
                      <a:pt x="258" y="358"/>
                      <a:pt x="260" y="359"/>
                    </a:cubicBezTo>
                    <a:cubicBezTo>
                      <a:pt x="263" y="360"/>
                      <a:pt x="266" y="362"/>
                      <a:pt x="267" y="364"/>
                    </a:cubicBezTo>
                    <a:cubicBezTo>
                      <a:pt x="267" y="364"/>
                      <a:pt x="267" y="364"/>
                      <a:pt x="267" y="365"/>
                    </a:cubicBezTo>
                    <a:moveTo>
                      <a:pt x="284" y="361"/>
                    </a:moveTo>
                    <a:cubicBezTo>
                      <a:pt x="280" y="362"/>
                      <a:pt x="274" y="357"/>
                      <a:pt x="274" y="357"/>
                    </a:cubicBezTo>
                    <a:cubicBezTo>
                      <a:pt x="262" y="352"/>
                      <a:pt x="246" y="355"/>
                      <a:pt x="240" y="356"/>
                    </a:cubicBezTo>
                    <a:cubicBezTo>
                      <a:pt x="223" y="362"/>
                      <a:pt x="223" y="362"/>
                      <a:pt x="223" y="362"/>
                    </a:cubicBezTo>
                    <a:cubicBezTo>
                      <a:pt x="213" y="367"/>
                      <a:pt x="213" y="370"/>
                      <a:pt x="211" y="374"/>
                    </a:cubicBezTo>
                    <a:cubicBezTo>
                      <a:pt x="207" y="382"/>
                      <a:pt x="209" y="382"/>
                      <a:pt x="207" y="382"/>
                    </a:cubicBezTo>
                    <a:cubicBezTo>
                      <a:pt x="205" y="383"/>
                      <a:pt x="205" y="378"/>
                      <a:pt x="208" y="371"/>
                    </a:cubicBezTo>
                    <a:cubicBezTo>
                      <a:pt x="211" y="365"/>
                      <a:pt x="218" y="359"/>
                      <a:pt x="224" y="356"/>
                    </a:cubicBezTo>
                    <a:cubicBezTo>
                      <a:pt x="229" y="353"/>
                      <a:pt x="238" y="351"/>
                      <a:pt x="247" y="350"/>
                    </a:cubicBezTo>
                    <a:cubicBezTo>
                      <a:pt x="255" y="349"/>
                      <a:pt x="274" y="350"/>
                      <a:pt x="279" y="352"/>
                    </a:cubicBezTo>
                    <a:cubicBezTo>
                      <a:pt x="281" y="354"/>
                      <a:pt x="288" y="360"/>
                      <a:pt x="284" y="361"/>
                    </a:cubicBezTo>
                    <a:moveTo>
                      <a:pt x="302" y="360"/>
                    </a:moveTo>
                    <a:cubicBezTo>
                      <a:pt x="300" y="359"/>
                      <a:pt x="301" y="360"/>
                      <a:pt x="292" y="355"/>
                    </a:cubicBezTo>
                    <a:cubicBezTo>
                      <a:pt x="277" y="345"/>
                      <a:pt x="254" y="348"/>
                      <a:pt x="251" y="348"/>
                    </a:cubicBezTo>
                    <a:cubicBezTo>
                      <a:pt x="252" y="347"/>
                      <a:pt x="263" y="345"/>
                      <a:pt x="263" y="345"/>
                    </a:cubicBezTo>
                    <a:cubicBezTo>
                      <a:pt x="263" y="345"/>
                      <a:pt x="267" y="342"/>
                      <a:pt x="268" y="340"/>
                    </a:cubicBezTo>
                    <a:cubicBezTo>
                      <a:pt x="269" y="339"/>
                      <a:pt x="270" y="336"/>
                      <a:pt x="271" y="336"/>
                    </a:cubicBezTo>
                    <a:cubicBezTo>
                      <a:pt x="279" y="337"/>
                      <a:pt x="302" y="354"/>
                      <a:pt x="302" y="360"/>
                    </a:cubicBezTo>
                    <a:moveTo>
                      <a:pt x="299" y="344"/>
                    </a:moveTo>
                    <a:cubicBezTo>
                      <a:pt x="297" y="345"/>
                      <a:pt x="297" y="345"/>
                      <a:pt x="297" y="345"/>
                    </a:cubicBezTo>
                    <a:cubicBezTo>
                      <a:pt x="292" y="344"/>
                      <a:pt x="292" y="344"/>
                      <a:pt x="291" y="343"/>
                    </a:cubicBezTo>
                    <a:cubicBezTo>
                      <a:pt x="290" y="342"/>
                      <a:pt x="292" y="341"/>
                      <a:pt x="292" y="340"/>
                    </a:cubicBezTo>
                    <a:cubicBezTo>
                      <a:pt x="294" y="339"/>
                      <a:pt x="294" y="339"/>
                      <a:pt x="294" y="339"/>
                    </a:cubicBezTo>
                    <a:cubicBezTo>
                      <a:pt x="296" y="338"/>
                      <a:pt x="296" y="341"/>
                      <a:pt x="298" y="343"/>
                    </a:cubicBezTo>
                    <a:lnTo>
                      <a:pt x="299" y="344"/>
                    </a:lnTo>
                    <a:close/>
                    <a:moveTo>
                      <a:pt x="308" y="322"/>
                    </a:moveTo>
                    <a:cubicBezTo>
                      <a:pt x="324" y="318"/>
                      <a:pt x="333" y="320"/>
                      <a:pt x="335" y="321"/>
                    </a:cubicBezTo>
                    <a:cubicBezTo>
                      <a:pt x="333" y="322"/>
                      <a:pt x="326" y="324"/>
                      <a:pt x="321" y="325"/>
                    </a:cubicBezTo>
                    <a:cubicBezTo>
                      <a:pt x="317" y="326"/>
                      <a:pt x="315" y="326"/>
                      <a:pt x="314" y="327"/>
                    </a:cubicBezTo>
                    <a:cubicBezTo>
                      <a:pt x="313" y="328"/>
                      <a:pt x="312" y="327"/>
                      <a:pt x="310" y="327"/>
                    </a:cubicBezTo>
                    <a:cubicBezTo>
                      <a:pt x="308" y="327"/>
                      <a:pt x="309" y="327"/>
                      <a:pt x="307" y="328"/>
                    </a:cubicBezTo>
                    <a:cubicBezTo>
                      <a:pt x="303" y="329"/>
                      <a:pt x="294" y="334"/>
                      <a:pt x="289" y="339"/>
                    </a:cubicBezTo>
                    <a:cubicBezTo>
                      <a:pt x="288" y="340"/>
                      <a:pt x="288" y="340"/>
                      <a:pt x="288" y="340"/>
                    </a:cubicBezTo>
                    <a:cubicBezTo>
                      <a:pt x="287" y="341"/>
                      <a:pt x="284" y="338"/>
                      <a:pt x="284" y="338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3" y="338"/>
                      <a:pt x="283" y="337"/>
                      <a:pt x="282" y="337"/>
                    </a:cubicBezTo>
                    <a:cubicBezTo>
                      <a:pt x="284" y="334"/>
                      <a:pt x="292" y="328"/>
                      <a:pt x="294" y="327"/>
                    </a:cubicBezTo>
                    <a:cubicBezTo>
                      <a:pt x="298" y="324"/>
                      <a:pt x="304" y="322"/>
                      <a:pt x="308" y="322"/>
                    </a:cubicBezTo>
                    <a:moveTo>
                      <a:pt x="369" y="275"/>
                    </a:moveTo>
                    <a:cubicBezTo>
                      <a:pt x="366" y="275"/>
                      <a:pt x="346" y="274"/>
                      <a:pt x="338" y="276"/>
                    </a:cubicBezTo>
                    <a:cubicBezTo>
                      <a:pt x="338" y="277"/>
                      <a:pt x="337" y="277"/>
                      <a:pt x="337" y="277"/>
                    </a:cubicBezTo>
                    <a:cubicBezTo>
                      <a:pt x="335" y="278"/>
                      <a:pt x="335" y="278"/>
                      <a:pt x="335" y="278"/>
                    </a:cubicBezTo>
                    <a:cubicBezTo>
                      <a:pt x="327" y="282"/>
                      <a:pt x="324" y="284"/>
                      <a:pt x="324" y="287"/>
                    </a:cubicBezTo>
                    <a:cubicBezTo>
                      <a:pt x="324" y="288"/>
                      <a:pt x="324" y="288"/>
                      <a:pt x="324" y="288"/>
                    </a:cubicBezTo>
                    <a:cubicBezTo>
                      <a:pt x="325" y="287"/>
                      <a:pt x="325" y="287"/>
                      <a:pt x="325" y="287"/>
                    </a:cubicBezTo>
                    <a:cubicBezTo>
                      <a:pt x="331" y="285"/>
                      <a:pt x="338" y="284"/>
                      <a:pt x="344" y="285"/>
                    </a:cubicBezTo>
                    <a:cubicBezTo>
                      <a:pt x="345" y="286"/>
                      <a:pt x="345" y="286"/>
                      <a:pt x="345" y="286"/>
                    </a:cubicBezTo>
                    <a:cubicBezTo>
                      <a:pt x="347" y="287"/>
                      <a:pt x="349" y="288"/>
                      <a:pt x="350" y="288"/>
                    </a:cubicBezTo>
                    <a:cubicBezTo>
                      <a:pt x="345" y="289"/>
                      <a:pt x="338" y="290"/>
                      <a:pt x="337" y="290"/>
                    </a:cubicBezTo>
                    <a:cubicBezTo>
                      <a:pt x="332" y="292"/>
                      <a:pt x="316" y="301"/>
                      <a:pt x="312" y="305"/>
                    </a:cubicBezTo>
                    <a:cubicBezTo>
                      <a:pt x="306" y="310"/>
                      <a:pt x="306" y="310"/>
                      <a:pt x="306" y="310"/>
                    </a:cubicBezTo>
                    <a:cubicBezTo>
                      <a:pt x="298" y="320"/>
                      <a:pt x="289" y="327"/>
                      <a:pt x="289" y="327"/>
                    </a:cubicBezTo>
                    <a:cubicBezTo>
                      <a:pt x="282" y="327"/>
                      <a:pt x="295" y="314"/>
                      <a:pt x="298" y="311"/>
                    </a:cubicBezTo>
                    <a:cubicBezTo>
                      <a:pt x="305" y="306"/>
                      <a:pt x="305" y="306"/>
                      <a:pt x="305" y="306"/>
                    </a:cubicBezTo>
                    <a:cubicBezTo>
                      <a:pt x="312" y="301"/>
                      <a:pt x="312" y="296"/>
                      <a:pt x="312" y="296"/>
                    </a:cubicBezTo>
                    <a:cubicBezTo>
                      <a:pt x="313" y="295"/>
                      <a:pt x="317" y="292"/>
                      <a:pt x="318" y="292"/>
                    </a:cubicBezTo>
                    <a:cubicBezTo>
                      <a:pt x="319" y="291"/>
                      <a:pt x="319" y="291"/>
                      <a:pt x="319" y="291"/>
                    </a:cubicBezTo>
                    <a:cubicBezTo>
                      <a:pt x="319" y="290"/>
                      <a:pt x="319" y="290"/>
                      <a:pt x="319" y="290"/>
                    </a:cubicBezTo>
                    <a:cubicBezTo>
                      <a:pt x="319" y="290"/>
                      <a:pt x="320" y="289"/>
                      <a:pt x="320" y="289"/>
                    </a:cubicBezTo>
                    <a:cubicBezTo>
                      <a:pt x="320" y="289"/>
                      <a:pt x="320" y="289"/>
                      <a:pt x="319" y="288"/>
                    </a:cubicBezTo>
                    <a:cubicBezTo>
                      <a:pt x="319" y="288"/>
                      <a:pt x="318" y="288"/>
                      <a:pt x="318" y="288"/>
                    </a:cubicBezTo>
                    <a:cubicBezTo>
                      <a:pt x="318" y="288"/>
                      <a:pt x="317" y="288"/>
                      <a:pt x="316" y="288"/>
                    </a:cubicBezTo>
                    <a:cubicBezTo>
                      <a:pt x="319" y="286"/>
                      <a:pt x="323" y="283"/>
                      <a:pt x="325" y="281"/>
                    </a:cubicBezTo>
                    <a:cubicBezTo>
                      <a:pt x="325" y="280"/>
                      <a:pt x="326" y="279"/>
                      <a:pt x="326" y="278"/>
                    </a:cubicBezTo>
                    <a:cubicBezTo>
                      <a:pt x="326" y="278"/>
                      <a:pt x="323" y="276"/>
                      <a:pt x="320" y="278"/>
                    </a:cubicBezTo>
                    <a:cubicBezTo>
                      <a:pt x="320" y="278"/>
                      <a:pt x="320" y="277"/>
                      <a:pt x="320" y="277"/>
                    </a:cubicBezTo>
                    <a:cubicBezTo>
                      <a:pt x="320" y="276"/>
                      <a:pt x="320" y="274"/>
                      <a:pt x="321" y="272"/>
                    </a:cubicBezTo>
                    <a:cubicBezTo>
                      <a:pt x="321" y="270"/>
                      <a:pt x="322" y="269"/>
                      <a:pt x="323" y="268"/>
                    </a:cubicBezTo>
                    <a:cubicBezTo>
                      <a:pt x="327" y="264"/>
                      <a:pt x="333" y="261"/>
                      <a:pt x="338" y="260"/>
                    </a:cubicBezTo>
                    <a:cubicBezTo>
                      <a:pt x="338" y="260"/>
                      <a:pt x="351" y="258"/>
                      <a:pt x="352" y="261"/>
                    </a:cubicBezTo>
                    <a:cubicBezTo>
                      <a:pt x="348" y="263"/>
                      <a:pt x="344" y="265"/>
                      <a:pt x="341" y="266"/>
                    </a:cubicBezTo>
                    <a:cubicBezTo>
                      <a:pt x="338" y="268"/>
                      <a:pt x="338" y="268"/>
                      <a:pt x="338" y="268"/>
                    </a:cubicBezTo>
                    <a:cubicBezTo>
                      <a:pt x="337" y="269"/>
                      <a:pt x="337" y="269"/>
                      <a:pt x="337" y="269"/>
                    </a:cubicBezTo>
                    <a:cubicBezTo>
                      <a:pt x="337" y="270"/>
                      <a:pt x="337" y="270"/>
                      <a:pt x="337" y="270"/>
                    </a:cubicBezTo>
                    <a:cubicBezTo>
                      <a:pt x="338" y="271"/>
                      <a:pt x="349" y="270"/>
                      <a:pt x="349" y="270"/>
                    </a:cubicBezTo>
                    <a:cubicBezTo>
                      <a:pt x="364" y="267"/>
                      <a:pt x="368" y="271"/>
                      <a:pt x="370" y="273"/>
                    </a:cubicBezTo>
                    <a:cubicBezTo>
                      <a:pt x="368" y="273"/>
                      <a:pt x="372" y="275"/>
                      <a:pt x="369" y="2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3" name="Freeform 69">
                <a:extLst>
                  <a:ext uri="{FF2B5EF4-FFF2-40B4-BE49-F238E27FC236}">
                    <a16:creationId xmlns:a16="http://schemas.microsoft.com/office/drawing/2014/main" id="{2196078A-33F8-4B8F-9947-B989F09D4DC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6" y="7864"/>
                <a:ext cx="23" cy="70"/>
              </a:xfrm>
              <a:custGeom>
                <a:avLst/>
                <a:gdLst>
                  <a:gd name="T0" fmla="*/ 2 w 31"/>
                  <a:gd name="T1" fmla="*/ 0 h 94"/>
                  <a:gd name="T2" fmla="*/ 0 w 31"/>
                  <a:gd name="T3" fmla="*/ 0 h 94"/>
                  <a:gd name="T4" fmla="*/ 5 w 31"/>
                  <a:gd name="T5" fmla="*/ 8 h 94"/>
                  <a:gd name="T6" fmla="*/ 24 w 31"/>
                  <a:gd name="T7" fmla="*/ 53 h 94"/>
                  <a:gd name="T8" fmla="*/ 19 w 31"/>
                  <a:gd name="T9" fmla="*/ 91 h 94"/>
                  <a:gd name="T10" fmla="*/ 22 w 31"/>
                  <a:gd name="T11" fmla="*/ 93 h 94"/>
                  <a:gd name="T12" fmla="*/ 27 w 31"/>
                  <a:gd name="T13" fmla="*/ 42 h 94"/>
                  <a:gd name="T14" fmla="*/ 2 w 31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5" y="8"/>
                    </a:cubicBezTo>
                    <a:cubicBezTo>
                      <a:pt x="22" y="30"/>
                      <a:pt x="23" y="41"/>
                      <a:pt x="24" y="53"/>
                    </a:cubicBezTo>
                    <a:cubicBezTo>
                      <a:pt x="26" y="65"/>
                      <a:pt x="21" y="88"/>
                      <a:pt x="19" y="91"/>
                    </a:cubicBezTo>
                    <a:cubicBezTo>
                      <a:pt x="18" y="93"/>
                      <a:pt x="21" y="94"/>
                      <a:pt x="22" y="93"/>
                    </a:cubicBezTo>
                    <a:cubicBezTo>
                      <a:pt x="23" y="91"/>
                      <a:pt x="31" y="69"/>
                      <a:pt x="27" y="42"/>
                    </a:cubicBezTo>
                    <a:cubicBezTo>
                      <a:pt x="24" y="23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4" name="Freeform 70">
                <a:extLst>
                  <a:ext uri="{FF2B5EF4-FFF2-40B4-BE49-F238E27FC236}">
                    <a16:creationId xmlns:a16="http://schemas.microsoft.com/office/drawing/2014/main" id="{918CB1E6-8EA5-4CC4-AC2D-9801197F07A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7" y="7896"/>
                <a:ext cx="8" cy="35"/>
              </a:xfrm>
              <a:custGeom>
                <a:avLst/>
                <a:gdLst>
                  <a:gd name="T0" fmla="*/ 4 w 12"/>
                  <a:gd name="T1" fmla="*/ 2 h 47"/>
                  <a:gd name="T2" fmla="*/ 1 w 12"/>
                  <a:gd name="T3" fmla="*/ 4 h 47"/>
                  <a:gd name="T4" fmla="*/ 8 w 12"/>
                  <a:gd name="T5" fmla="*/ 22 h 47"/>
                  <a:gd name="T6" fmla="*/ 8 w 12"/>
                  <a:gd name="T7" fmla="*/ 44 h 47"/>
                  <a:gd name="T8" fmla="*/ 10 w 12"/>
                  <a:gd name="T9" fmla="*/ 45 h 47"/>
                  <a:gd name="T10" fmla="*/ 11 w 12"/>
                  <a:gd name="T11" fmla="*/ 21 h 47"/>
                  <a:gd name="T12" fmla="*/ 4 w 12"/>
                  <a:gd name="T13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4" y="2"/>
                    </a:moveTo>
                    <a:cubicBezTo>
                      <a:pt x="2" y="0"/>
                      <a:pt x="0" y="3"/>
                      <a:pt x="1" y="4"/>
                    </a:cubicBezTo>
                    <a:cubicBezTo>
                      <a:pt x="4" y="8"/>
                      <a:pt x="7" y="19"/>
                      <a:pt x="8" y="22"/>
                    </a:cubicBezTo>
                    <a:cubicBezTo>
                      <a:pt x="8" y="34"/>
                      <a:pt x="8" y="40"/>
                      <a:pt x="8" y="44"/>
                    </a:cubicBezTo>
                    <a:cubicBezTo>
                      <a:pt x="8" y="47"/>
                      <a:pt x="10" y="47"/>
                      <a:pt x="10" y="45"/>
                    </a:cubicBezTo>
                    <a:cubicBezTo>
                      <a:pt x="10" y="39"/>
                      <a:pt x="12" y="37"/>
                      <a:pt x="11" y="21"/>
                    </a:cubicBezTo>
                    <a:cubicBezTo>
                      <a:pt x="10" y="16"/>
                      <a:pt x="7" y="7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5" name="Freeform 71">
                <a:extLst>
                  <a:ext uri="{FF2B5EF4-FFF2-40B4-BE49-F238E27FC236}">
                    <a16:creationId xmlns:a16="http://schemas.microsoft.com/office/drawing/2014/main" id="{779DFD91-B566-4F66-8DC0-5E0B67D25D4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92" y="7888"/>
                <a:ext cx="10" cy="44"/>
              </a:xfrm>
              <a:custGeom>
                <a:avLst/>
                <a:gdLst>
                  <a:gd name="T0" fmla="*/ 12 w 14"/>
                  <a:gd name="T1" fmla="*/ 22 h 59"/>
                  <a:gd name="T2" fmla="*/ 4 w 14"/>
                  <a:gd name="T3" fmla="*/ 3 h 59"/>
                  <a:gd name="T4" fmla="*/ 1 w 14"/>
                  <a:gd name="T5" fmla="*/ 5 h 59"/>
                  <a:gd name="T6" fmla="*/ 8 w 14"/>
                  <a:gd name="T7" fmla="*/ 23 h 59"/>
                  <a:gd name="T8" fmla="*/ 7 w 14"/>
                  <a:gd name="T9" fmla="*/ 56 h 59"/>
                  <a:gd name="T10" fmla="*/ 9 w 14"/>
                  <a:gd name="T11" fmla="*/ 57 h 59"/>
                  <a:gd name="T12" fmla="*/ 12 w 14"/>
                  <a:gd name="T13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2" y="22"/>
                    </a:moveTo>
                    <a:cubicBezTo>
                      <a:pt x="11" y="17"/>
                      <a:pt x="7" y="7"/>
                      <a:pt x="4" y="3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8" y="20"/>
                      <a:pt x="8" y="23"/>
                    </a:cubicBezTo>
                    <a:cubicBezTo>
                      <a:pt x="10" y="43"/>
                      <a:pt x="7" y="53"/>
                      <a:pt x="7" y="56"/>
                    </a:cubicBezTo>
                    <a:cubicBezTo>
                      <a:pt x="6" y="59"/>
                      <a:pt x="9" y="59"/>
                      <a:pt x="9" y="57"/>
                    </a:cubicBezTo>
                    <a:cubicBezTo>
                      <a:pt x="9" y="52"/>
                      <a:pt x="14" y="41"/>
                      <a:pt x="1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6" name="Freeform 72">
                <a:extLst>
                  <a:ext uri="{FF2B5EF4-FFF2-40B4-BE49-F238E27FC236}">
                    <a16:creationId xmlns:a16="http://schemas.microsoft.com/office/drawing/2014/main" id="{761947B2-C23E-4403-A250-370B1B96F76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4" y="7864"/>
                <a:ext cx="23" cy="70"/>
              </a:xfrm>
              <a:custGeom>
                <a:avLst/>
                <a:gdLst>
                  <a:gd name="T0" fmla="*/ 12 w 31"/>
                  <a:gd name="T1" fmla="*/ 91 h 94"/>
                  <a:gd name="T2" fmla="*/ 7 w 31"/>
                  <a:gd name="T3" fmla="*/ 53 h 94"/>
                  <a:gd name="T4" fmla="*/ 26 w 31"/>
                  <a:gd name="T5" fmla="*/ 8 h 94"/>
                  <a:gd name="T6" fmla="*/ 31 w 31"/>
                  <a:gd name="T7" fmla="*/ 0 h 94"/>
                  <a:gd name="T8" fmla="*/ 30 w 31"/>
                  <a:gd name="T9" fmla="*/ 0 h 94"/>
                  <a:gd name="T10" fmla="*/ 4 w 31"/>
                  <a:gd name="T11" fmla="*/ 42 h 94"/>
                  <a:gd name="T12" fmla="*/ 9 w 31"/>
                  <a:gd name="T13" fmla="*/ 93 h 94"/>
                  <a:gd name="T14" fmla="*/ 12 w 31"/>
                  <a:gd name="T1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12" y="91"/>
                    </a:moveTo>
                    <a:cubicBezTo>
                      <a:pt x="10" y="88"/>
                      <a:pt x="5" y="65"/>
                      <a:pt x="7" y="53"/>
                    </a:cubicBezTo>
                    <a:cubicBezTo>
                      <a:pt x="8" y="41"/>
                      <a:pt x="9" y="30"/>
                      <a:pt x="26" y="8"/>
                    </a:cubicBezTo>
                    <a:cubicBezTo>
                      <a:pt x="29" y="4"/>
                      <a:pt x="31" y="1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7" y="0"/>
                      <a:pt x="7" y="23"/>
                      <a:pt x="4" y="42"/>
                    </a:cubicBezTo>
                    <a:cubicBezTo>
                      <a:pt x="0" y="69"/>
                      <a:pt x="8" y="91"/>
                      <a:pt x="9" y="93"/>
                    </a:cubicBezTo>
                    <a:cubicBezTo>
                      <a:pt x="10" y="94"/>
                      <a:pt x="13" y="93"/>
                      <a:pt x="12" y="9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7" name="Freeform 73">
                <a:extLst>
                  <a:ext uri="{FF2B5EF4-FFF2-40B4-BE49-F238E27FC236}">
                    <a16:creationId xmlns:a16="http://schemas.microsoft.com/office/drawing/2014/main" id="{28347190-17B4-4090-B21F-295E774F96F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7" y="7896"/>
                <a:ext cx="9" cy="35"/>
              </a:xfrm>
              <a:custGeom>
                <a:avLst/>
                <a:gdLst>
                  <a:gd name="T0" fmla="*/ 1 w 12"/>
                  <a:gd name="T1" fmla="*/ 21 h 47"/>
                  <a:gd name="T2" fmla="*/ 2 w 12"/>
                  <a:gd name="T3" fmla="*/ 45 h 47"/>
                  <a:gd name="T4" fmla="*/ 4 w 12"/>
                  <a:gd name="T5" fmla="*/ 44 h 47"/>
                  <a:gd name="T6" fmla="*/ 4 w 12"/>
                  <a:gd name="T7" fmla="*/ 22 h 47"/>
                  <a:gd name="T8" fmla="*/ 11 w 12"/>
                  <a:gd name="T9" fmla="*/ 4 h 47"/>
                  <a:gd name="T10" fmla="*/ 8 w 12"/>
                  <a:gd name="T11" fmla="*/ 2 h 47"/>
                  <a:gd name="T12" fmla="*/ 1 w 12"/>
                  <a:gd name="T13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" y="21"/>
                    </a:moveTo>
                    <a:cubicBezTo>
                      <a:pt x="0" y="37"/>
                      <a:pt x="2" y="39"/>
                      <a:pt x="2" y="45"/>
                    </a:cubicBezTo>
                    <a:cubicBezTo>
                      <a:pt x="2" y="47"/>
                      <a:pt x="4" y="47"/>
                      <a:pt x="4" y="44"/>
                    </a:cubicBezTo>
                    <a:cubicBezTo>
                      <a:pt x="4" y="40"/>
                      <a:pt x="4" y="34"/>
                      <a:pt x="4" y="22"/>
                    </a:cubicBezTo>
                    <a:cubicBezTo>
                      <a:pt x="5" y="19"/>
                      <a:pt x="8" y="8"/>
                      <a:pt x="11" y="4"/>
                    </a:cubicBezTo>
                    <a:cubicBezTo>
                      <a:pt x="12" y="3"/>
                      <a:pt x="10" y="0"/>
                      <a:pt x="8" y="2"/>
                    </a:cubicBezTo>
                    <a:cubicBezTo>
                      <a:pt x="5" y="7"/>
                      <a:pt x="2" y="16"/>
                      <a:pt x="1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8" name="Freeform 74">
                <a:extLst>
                  <a:ext uri="{FF2B5EF4-FFF2-40B4-BE49-F238E27FC236}">
                    <a16:creationId xmlns:a16="http://schemas.microsoft.com/office/drawing/2014/main" id="{F082C088-2809-4D65-8CDB-F817734C496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0" y="7888"/>
                <a:ext cx="11" cy="44"/>
              </a:xfrm>
              <a:custGeom>
                <a:avLst/>
                <a:gdLst>
                  <a:gd name="T0" fmla="*/ 6 w 14"/>
                  <a:gd name="T1" fmla="*/ 23 h 59"/>
                  <a:gd name="T2" fmla="*/ 13 w 14"/>
                  <a:gd name="T3" fmla="*/ 5 h 59"/>
                  <a:gd name="T4" fmla="*/ 10 w 14"/>
                  <a:gd name="T5" fmla="*/ 3 h 59"/>
                  <a:gd name="T6" fmla="*/ 2 w 14"/>
                  <a:gd name="T7" fmla="*/ 22 h 59"/>
                  <a:gd name="T8" fmla="*/ 5 w 14"/>
                  <a:gd name="T9" fmla="*/ 57 h 59"/>
                  <a:gd name="T10" fmla="*/ 7 w 14"/>
                  <a:gd name="T11" fmla="*/ 56 h 59"/>
                  <a:gd name="T12" fmla="*/ 6 w 14"/>
                  <a:gd name="T13" fmla="*/ 2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23"/>
                    </a:moveTo>
                    <a:cubicBezTo>
                      <a:pt x="6" y="20"/>
                      <a:pt x="10" y="9"/>
                      <a:pt x="13" y="5"/>
                    </a:cubicBezTo>
                    <a:cubicBezTo>
                      <a:pt x="14" y="3"/>
                      <a:pt x="12" y="0"/>
                      <a:pt x="10" y="3"/>
                    </a:cubicBezTo>
                    <a:cubicBezTo>
                      <a:pt x="7" y="7"/>
                      <a:pt x="3" y="17"/>
                      <a:pt x="2" y="22"/>
                    </a:cubicBezTo>
                    <a:cubicBezTo>
                      <a:pt x="0" y="41"/>
                      <a:pt x="5" y="52"/>
                      <a:pt x="5" y="57"/>
                    </a:cubicBezTo>
                    <a:cubicBezTo>
                      <a:pt x="5" y="59"/>
                      <a:pt x="8" y="59"/>
                      <a:pt x="7" y="56"/>
                    </a:cubicBezTo>
                    <a:cubicBezTo>
                      <a:pt x="7" y="53"/>
                      <a:pt x="4" y="43"/>
                      <a:pt x="6" y="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9" name="Freeform 75">
                <a:extLst>
                  <a:ext uri="{FF2B5EF4-FFF2-40B4-BE49-F238E27FC236}">
                    <a16:creationId xmlns:a16="http://schemas.microsoft.com/office/drawing/2014/main" id="{76343BC7-405B-4542-ABB2-E54530F1CC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4" y="7861"/>
                <a:ext cx="41" cy="42"/>
              </a:xfrm>
              <a:custGeom>
                <a:avLst/>
                <a:gdLst>
                  <a:gd name="T0" fmla="*/ 46 w 55"/>
                  <a:gd name="T1" fmla="*/ 23 h 56"/>
                  <a:gd name="T2" fmla="*/ 46 w 55"/>
                  <a:gd name="T3" fmla="*/ 23 h 56"/>
                  <a:gd name="T4" fmla="*/ 47 w 55"/>
                  <a:gd name="T5" fmla="*/ 26 h 56"/>
                  <a:gd name="T6" fmla="*/ 43 w 55"/>
                  <a:gd name="T7" fmla="*/ 30 h 56"/>
                  <a:gd name="T8" fmla="*/ 31 w 55"/>
                  <a:gd name="T9" fmla="*/ 35 h 56"/>
                  <a:gd name="T10" fmla="*/ 39 w 55"/>
                  <a:gd name="T11" fmla="*/ 20 h 56"/>
                  <a:gd name="T12" fmla="*/ 41 w 55"/>
                  <a:gd name="T13" fmla="*/ 16 h 56"/>
                  <a:gd name="T14" fmla="*/ 42 w 55"/>
                  <a:gd name="T15" fmla="*/ 16 h 56"/>
                  <a:gd name="T16" fmla="*/ 44 w 55"/>
                  <a:gd name="T17" fmla="*/ 19 h 56"/>
                  <a:gd name="T18" fmla="*/ 44 w 55"/>
                  <a:gd name="T19" fmla="*/ 19 h 56"/>
                  <a:gd name="T20" fmla="*/ 46 w 55"/>
                  <a:gd name="T21" fmla="*/ 19 h 56"/>
                  <a:gd name="T22" fmla="*/ 38 w 55"/>
                  <a:gd name="T23" fmla="*/ 0 h 56"/>
                  <a:gd name="T24" fmla="*/ 36 w 55"/>
                  <a:gd name="T25" fmla="*/ 1 h 56"/>
                  <a:gd name="T26" fmla="*/ 36 w 55"/>
                  <a:gd name="T27" fmla="*/ 1 h 56"/>
                  <a:gd name="T28" fmla="*/ 37 w 55"/>
                  <a:gd name="T29" fmla="*/ 5 h 56"/>
                  <a:gd name="T30" fmla="*/ 35 w 55"/>
                  <a:gd name="T31" fmla="*/ 12 h 56"/>
                  <a:gd name="T32" fmla="*/ 25 w 55"/>
                  <a:gd name="T33" fmla="*/ 30 h 56"/>
                  <a:gd name="T34" fmla="*/ 12 w 55"/>
                  <a:gd name="T35" fmla="*/ 26 h 56"/>
                  <a:gd name="T36" fmla="*/ 2 w 55"/>
                  <a:gd name="T37" fmla="*/ 18 h 56"/>
                  <a:gd name="T38" fmla="*/ 2 w 55"/>
                  <a:gd name="T39" fmla="*/ 18 h 56"/>
                  <a:gd name="T40" fmla="*/ 0 w 55"/>
                  <a:gd name="T41" fmla="*/ 19 h 56"/>
                  <a:gd name="T42" fmla="*/ 7 w 55"/>
                  <a:gd name="T43" fmla="*/ 35 h 56"/>
                  <a:gd name="T44" fmla="*/ 9 w 55"/>
                  <a:gd name="T45" fmla="*/ 34 h 56"/>
                  <a:gd name="T46" fmla="*/ 9 w 55"/>
                  <a:gd name="T47" fmla="*/ 34 h 56"/>
                  <a:gd name="T48" fmla="*/ 8 w 55"/>
                  <a:gd name="T49" fmla="*/ 30 h 56"/>
                  <a:gd name="T50" fmla="*/ 8 w 55"/>
                  <a:gd name="T51" fmla="*/ 30 h 56"/>
                  <a:gd name="T52" fmla="*/ 9 w 55"/>
                  <a:gd name="T53" fmla="*/ 30 h 56"/>
                  <a:gd name="T54" fmla="*/ 12 w 55"/>
                  <a:gd name="T55" fmla="*/ 30 h 56"/>
                  <a:gd name="T56" fmla="*/ 29 w 55"/>
                  <a:gd name="T57" fmla="*/ 36 h 56"/>
                  <a:gd name="T58" fmla="*/ 18 w 55"/>
                  <a:gd name="T59" fmla="*/ 40 h 56"/>
                  <a:gd name="T60" fmla="*/ 14 w 55"/>
                  <a:gd name="T61" fmla="*/ 42 h 56"/>
                  <a:gd name="T62" fmla="*/ 11 w 55"/>
                  <a:gd name="T63" fmla="*/ 38 h 56"/>
                  <a:gd name="T64" fmla="*/ 11 w 55"/>
                  <a:gd name="T65" fmla="*/ 38 h 56"/>
                  <a:gd name="T66" fmla="*/ 9 w 55"/>
                  <a:gd name="T67" fmla="*/ 39 h 56"/>
                  <a:gd name="T68" fmla="*/ 16 w 55"/>
                  <a:gd name="T69" fmla="*/ 56 h 56"/>
                  <a:gd name="T70" fmla="*/ 18 w 55"/>
                  <a:gd name="T71" fmla="*/ 55 h 56"/>
                  <a:gd name="T72" fmla="*/ 18 w 55"/>
                  <a:gd name="T73" fmla="*/ 55 h 56"/>
                  <a:gd name="T74" fmla="*/ 17 w 55"/>
                  <a:gd name="T75" fmla="*/ 52 h 56"/>
                  <a:gd name="T76" fmla="*/ 21 w 55"/>
                  <a:gd name="T77" fmla="*/ 48 h 56"/>
                  <a:gd name="T78" fmla="*/ 46 w 55"/>
                  <a:gd name="T79" fmla="*/ 37 h 56"/>
                  <a:gd name="T80" fmla="*/ 49 w 55"/>
                  <a:gd name="T81" fmla="*/ 36 h 56"/>
                  <a:gd name="T82" fmla="*/ 53 w 55"/>
                  <a:gd name="T83" fmla="*/ 40 h 56"/>
                  <a:gd name="T84" fmla="*/ 53 w 55"/>
                  <a:gd name="T85" fmla="*/ 41 h 56"/>
                  <a:gd name="T86" fmla="*/ 53 w 55"/>
                  <a:gd name="T87" fmla="*/ 40 h 56"/>
                  <a:gd name="T88" fmla="*/ 55 w 55"/>
                  <a:gd name="T89" fmla="*/ 40 h 56"/>
                  <a:gd name="T90" fmla="*/ 48 w 55"/>
                  <a:gd name="T91" fmla="*/ 22 h 56"/>
                  <a:gd name="T92" fmla="*/ 46 w 55"/>
                  <a:gd name="T93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5" h="56">
                    <a:moveTo>
                      <a:pt x="46" y="23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5"/>
                      <a:pt x="47" y="26"/>
                      <a:pt x="47" y="26"/>
                    </a:cubicBezTo>
                    <a:cubicBezTo>
                      <a:pt x="47" y="28"/>
                      <a:pt x="46" y="29"/>
                      <a:pt x="43" y="30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7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3" y="16"/>
                      <a:pt x="43" y="18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2"/>
                      <a:pt x="37" y="4"/>
                      <a:pt x="37" y="5"/>
                    </a:cubicBezTo>
                    <a:cubicBezTo>
                      <a:pt x="37" y="8"/>
                      <a:pt x="36" y="10"/>
                      <a:pt x="35" y="12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7" y="24"/>
                      <a:pt x="4" y="23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11" y="30"/>
                      <a:pt x="12" y="30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6" y="41"/>
                      <a:pt x="15" y="42"/>
                      <a:pt x="14" y="42"/>
                    </a:cubicBezTo>
                    <a:cubicBezTo>
                      <a:pt x="13" y="42"/>
                      <a:pt x="12" y="41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7" y="54"/>
                      <a:pt x="17" y="52"/>
                      <a:pt x="17" y="52"/>
                    </a:cubicBezTo>
                    <a:cubicBezTo>
                      <a:pt x="17" y="50"/>
                      <a:pt x="18" y="49"/>
                      <a:pt x="21" y="48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7" y="37"/>
                      <a:pt x="48" y="36"/>
                      <a:pt x="49" y="36"/>
                    </a:cubicBezTo>
                    <a:cubicBezTo>
                      <a:pt x="51" y="36"/>
                      <a:pt x="52" y="37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48" y="22"/>
                      <a:pt x="48" y="22"/>
                      <a:pt x="48" y="22"/>
                    </a:cubicBezTo>
                    <a:lnTo>
                      <a:pt x="4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0" name="Freeform 76">
                <a:extLst>
                  <a:ext uri="{FF2B5EF4-FFF2-40B4-BE49-F238E27FC236}">
                    <a16:creationId xmlns:a16="http://schemas.microsoft.com/office/drawing/2014/main" id="{33D495E1-CB94-40AD-B0CA-378572717A3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3" y="7835"/>
                <a:ext cx="36" cy="34"/>
              </a:xfrm>
              <a:custGeom>
                <a:avLst/>
                <a:gdLst>
                  <a:gd name="T0" fmla="*/ 37 w 48"/>
                  <a:gd name="T1" fmla="*/ 33 h 46"/>
                  <a:gd name="T2" fmla="*/ 48 w 48"/>
                  <a:gd name="T3" fmla="*/ 21 h 46"/>
                  <a:gd name="T4" fmla="*/ 47 w 48"/>
                  <a:gd name="T5" fmla="*/ 13 h 46"/>
                  <a:gd name="T6" fmla="*/ 34 w 48"/>
                  <a:gd name="T7" fmla="*/ 0 h 46"/>
                  <a:gd name="T8" fmla="*/ 28 w 48"/>
                  <a:gd name="T9" fmla="*/ 1 h 46"/>
                  <a:gd name="T10" fmla="*/ 8 w 48"/>
                  <a:gd name="T11" fmla="*/ 6 h 46"/>
                  <a:gd name="T12" fmla="*/ 5 w 48"/>
                  <a:gd name="T13" fmla="*/ 7 h 46"/>
                  <a:gd name="T14" fmla="*/ 1 w 48"/>
                  <a:gd name="T15" fmla="*/ 2 h 46"/>
                  <a:gd name="T16" fmla="*/ 1 w 48"/>
                  <a:gd name="T17" fmla="*/ 2 h 46"/>
                  <a:gd name="T18" fmla="*/ 0 w 48"/>
                  <a:gd name="T19" fmla="*/ 2 h 46"/>
                  <a:gd name="T20" fmla="*/ 4 w 48"/>
                  <a:gd name="T21" fmla="*/ 19 h 46"/>
                  <a:gd name="T22" fmla="*/ 6 w 48"/>
                  <a:gd name="T23" fmla="*/ 19 h 46"/>
                  <a:gd name="T24" fmla="*/ 6 w 48"/>
                  <a:gd name="T25" fmla="*/ 18 h 46"/>
                  <a:gd name="T26" fmla="*/ 5 w 48"/>
                  <a:gd name="T27" fmla="*/ 15 h 46"/>
                  <a:gd name="T28" fmla="*/ 10 w 48"/>
                  <a:gd name="T29" fmla="*/ 11 h 46"/>
                  <a:gd name="T30" fmla="*/ 30 w 48"/>
                  <a:gd name="T31" fmla="*/ 6 h 46"/>
                  <a:gd name="T32" fmla="*/ 35 w 48"/>
                  <a:gd name="T33" fmla="*/ 5 h 46"/>
                  <a:gd name="T34" fmla="*/ 40 w 48"/>
                  <a:gd name="T35" fmla="*/ 7 h 46"/>
                  <a:gd name="T36" fmla="*/ 40 w 48"/>
                  <a:gd name="T37" fmla="*/ 7 h 46"/>
                  <a:gd name="T38" fmla="*/ 43 w 48"/>
                  <a:gd name="T39" fmla="*/ 13 h 46"/>
                  <a:gd name="T40" fmla="*/ 44 w 48"/>
                  <a:gd name="T41" fmla="*/ 17 h 46"/>
                  <a:gd name="T42" fmla="*/ 43 w 48"/>
                  <a:gd name="T43" fmla="*/ 20 h 46"/>
                  <a:gd name="T44" fmla="*/ 43 w 48"/>
                  <a:gd name="T45" fmla="*/ 21 h 46"/>
                  <a:gd name="T46" fmla="*/ 35 w 48"/>
                  <a:gd name="T47" fmla="*/ 26 h 46"/>
                  <a:gd name="T48" fmla="*/ 15 w 48"/>
                  <a:gd name="T49" fmla="*/ 31 h 46"/>
                  <a:gd name="T50" fmla="*/ 12 w 48"/>
                  <a:gd name="T51" fmla="*/ 32 h 46"/>
                  <a:gd name="T52" fmla="*/ 8 w 48"/>
                  <a:gd name="T53" fmla="*/ 27 h 46"/>
                  <a:gd name="T54" fmla="*/ 8 w 48"/>
                  <a:gd name="T55" fmla="*/ 27 h 46"/>
                  <a:gd name="T56" fmla="*/ 6 w 48"/>
                  <a:gd name="T57" fmla="*/ 27 h 46"/>
                  <a:gd name="T58" fmla="*/ 11 w 48"/>
                  <a:gd name="T59" fmla="*/ 46 h 46"/>
                  <a:gd name="T60" fmla="*/ 13 w 48"/>
                  <a:gd name="T61" fmla="*/ 46 h 46"/>
                  <a:gd name="T62" fmla="*/ 13 w 48"/>
                  <a:gd name="T63" fmla="*/ 46 h 46"/>
                  <a:gd name="T64" fmla="*/ 13 w 48"/>
                  <a:gd name="T65" fmla="*/ 43 h 46"/>
                  <a:gd name="T66" fmla="*/ 17 w 48"/>
                  <a:gd name="T67" fmla="*/ 39 h 46"/>
                  <a:gd name="T68" fmla="*/ 37 w 48"/>
                  <a:gd name="T69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46">
                    <a:moveTo>
                      <a:pt x="37" y="33"/>
                    </a:moveTo>
                    <a:cubicBezTo>
                      <a:pt x="44" y="32"/>
                      <a:pt x="48" y="28"/>
                      <a:pt x="48" y="21"/>
                    </a:cubicBezTo>
                    <a:cubicBezTo>
                      <a:pt x="48" y="19"/>
                      <a:pt x="47" y="16"/>
                      <a:pt x="47" y="13"/>
                    </a:cubicBezTo>
                    <a:cubicBezTo>
                      <a:pt x="44" y="3"/>
                      <a:pt x="39" y="0"/>
                      <a:pt x="34" y="0"/>
                    </a:cubicBezTo>
                    <a:cubicBezTo>
                      <a:pt x="32" y="0"/>
                      <a:pt x="30" y="0"/>
                      <a:pt x="28" y="1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5" y="13"/>
                      <a:pt x="6" y="12"/>
                      <a:pt x="10" y="11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2" y="6"/>
                      <a:pt x="33" y="5"/>
                      <a:pt x="35" y="5"/>
                    </a:cubicBezTo>
                    <a:cubicBezTo>
                      <a:pt x="37" y="5"/>
                      <a:pt x="39" y="6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9"/>
                      <a:pt x="42" y="11"/>
                      <a:pt x="43" y="13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9"/>
                      <a:pt x="43" y="19"/>
                      <a:pt x="43" y="20"/>
                    </a:cubicBezTo>
                    <a:cubicBezTo>
                      <a:pt x="43" y="20"/>
                      <a:pt x="43" y="21"/>
                      <a:pt x="43" y="21"/>
                    </a:cubicBezTo>
                    <a:cubicBezTo>
                      <a:pt x="42" y="23"/>
                      <a:pt x="39" y="25"/>
                      <a:pt x="35" y="26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1"/>
                      <a:pt x="13" y="32"/>
                      <a:pt x="12" y="32"/>
                    </a:cubicBezTo>
                    <a:cubicBezTo>
                      <a:pt x="10" y="32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3" y="40"/>
                      <a:pt x="14" y="40"/>
                      <a:pt x="17" y="39"/>
                    </a:cubicBezTo>
                    <a:lnTo>
                      <a:pt x="37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1" name="Freeform 77">
                <a:extLst>
                  <a:ext uri="{FF2B5EF4-FFF2-40B4-BE49-F238E27FC236}">
                    <a16:creationId xmlns:a16="http://schemas.microsoft.com/office/drawing/2014/main" id="{0E2DDF6D-3C6B-47D4-B856-2933DAE3E1D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94"/>
                <a:ext cx="35" cy="35"/>
              </a:xfrm>
              <a:custGeom>
                <a:avLst/>
                <a:gdLst>
                  <a:gd name="T0" fmla="*/ 8 w 47"/>
                  <a:gd name="T1" fmla="*/ 46 h 46"/>
                  <a:gd name="T2" fmla="*/ 7 w 47"/>
                  <a:gd name="T3" fmla="*/ 44 h 46"/>
                  <a:gd name="T4" fmla="*/ 12 w 47"/>
                  <a:gd name="T5" fmla="*/ 40 h 46"/>
                  <a:gd name="T6" fmla="*/ 39 w 47"/>
                  <a:gd name="T7" fmla="*/ 36 h 46"/>
                  <a:gd name="T8" fmla="*/ 41 w 47"/>
                  <a:gd name="T9" fmla="*/ 36 h 46"/>
                  <a:gd name="T10" fmla="*/ 45 w 47"/>
                  <a:gd name="T11" fmla="*/ 41 h 46"/>
                  <a:gd name="T12" fmla="*/ 45 w 47"/>
                  <a:gd name="T13" fmla="*/ 42 h 46"/>
                  <a:gd name="T14" fmla="*/ 46 w 47"/>
                  <a:gd name="T15" fmla="*/ 42 h 46"/>
                  <a:gd name="T16" fmla="*/ 47 w 47"/>
                  <a:gd name="T17" fmla="*/ 41 h 46"/>
                  <a:gd name="T18" fmla="*/ 45 w 47"/>
                  <a:gd name="T19" fmla="*/ 25 h 46"/>
                  <a:gd name="T20" fmla="*/ 43 w 47"/>
                  <a:gd name="T21" fmla="*/ 25 h 46"/>
                  <a:gd name="T22" fmla="*/ 43 w 47"/>
                  <a:gd name="T23" fmla="*/ 25 h 46"/>
                  <a:gd name="T24" fmla="*/ 44 w 47"/>
                  <a:gd name="T25" fmla="*/ 28 h 46"/>
                  <a:gd name="T26" fmla="*/ 39 w 47"/>
                  <a:gd name="T27" fmla="*/ 32 h 46"/>
                  <a:gd name="T28" fmla="*/ 11 w 47"/>
                  <a:gd name="T29" fmla="*/ 35 h 46"/>
                  <a:gd name="T30" fmla="*/ 44 w 47"/>
                  <a:gd name="T31" fmla="*/ 8 h 46"/>
                  <a:gd name="T32" fmla="*/ 43 w 47"/>
                  <a:gd name="T33" fmla="*/ 1 h 46"/>
                  <a:gd name="T34" fmla="*/ 9 w 47"/>
                  <a:gd name="T35" fmla="*/ 5 h 46"/>
                  <a:gd name="T36" fmla="*/ 6 w 47"/>
                  <a:gd name="T37" fmla="*/ 6 h 46"/>
                  <a:gd name="T38" fmla="*/ 2 w 47"/>
                  <a:gd name="T39" fmla="*/ 0 h 46"/>
                  <a:gd name="T40" fmla="*/ 2 w 47"/>
                  <a:gd name="T41" fmla="*/ 0 h 46"/>
                  <a:gd name="T42" fmla="*/ 0 w 47"/>
                  <a:gd name="T43" fmla="*/ 0 h 46"/>
                  <a:gd name="T44" fmla="*/ 2 w 47"/>
                  <a:gd name="T45" fmla="*/ 17 h 46"/>
                  <a:gd name="T46" fmla="*/ 4 w 47"/>
                  <a:gd name="T47" fmla="*/ 17 h 46"/>
                  <a:gd name="T48" fmla="*/ 4 w 47"/>
                  <a:gd name="T49" fmla="*/ 16 h 46"/>
                  <a:gd name="T50" fmla="*/ 4 w 47"/>
                  <a:gd name="T51" fmla="*/ 14 h 46"/>
                  <a:gd name="T52" fmla="*/ 9 w 47"/>
                  <a:gd name="T53" fmla="*/ 10 h 46"/>
                  <a:gd name="T54" fmla="*/ 35 w 47"/>
                  <a:gd name="T55" fmla="*/ 7 h 46"/>
                  <a:gd name="T56" fmla="*/ 4 w 47"/>
                  <a:gd name="T57" fmla="*/ 32 h 46"/>
                  <a:gd name="T58" fmla="*/ 6 w 47"/>
                  <a:gd name="T59" fmla="*/ 46 h 46"/>
                  <a:gd name="T60" fmla="*/ 8 w 47"/>
                  <a:gd name="T6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6">
                    <a:moveTo>
                      <a:pt x="8" y="46"/>
                    </a:moveTo>
                    <a:cubicBezTo>
                      <a:pt x="7" y="45"/>
                      <a:pt x="7" y="44"/>
                      <a:pt x="7" y="44"/>
                    </a:cubicBezTo>
                    <a:cubicBezTo>
                      <a:pt x="7" y="41"/>
                      <a:pt x="8" y="40"/>
                      <a:pt x="12" y="40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4" y="36"/>
                      <a:pt x="45" y="37"/>
                      <a:pt x="45" y="41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4" y="26"/>
                      <a:pt x="44" y="27"/>
                      <a:pt x="44" y="28"/>
                    </a:cubicBezTo>
                    <a:cubicBezTo>
                      <a:pt x="44" y="31"/>
                      <a:pt x="43" y="31"/>
                      <a:pt x="39" y="32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3" y="6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1"/>
                      <a:pt x="5" y="11"/>
                      <a:pt x="9" y="1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8" y="46"/>
                      <a:pt x="8" y="46"/>
                      <a:pt x="8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2" name="Freeform 78">
                <a:extLst>
                  <a:ext uri="{FF2B5EF4-FFF2-40B4-BE49-F238E27FC236}">
                    <a16:creationId xmlns:a16="http://schemas.microsoft.com/office/drawing/2014/main" id="{43112D6E-0E92-40A4-8563-74616667039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54"/>
                <a:ext cx="32" cy="31"/>
              </a:xfrm>
              <a:custGeom>
                <a:avLst/>
                <a:gdLst>
                  <a:gd name="T0" fmla="*/ 21 w 43"/>
                  <a:gd name="T1" fmla="*/ 42 h 42"/>
                  <a:gd name="T2" fmla="*/ 22 w 43"/>
                  <a:gd name="T3" fmla="*/ 42 h 42"/>
                  <a:gd name="T4" fmla="*/ 22 w 43"/>
                  <a:gd name="T5" fmla="*/ 42 h 42"/>
                  <a:gd name="T6" fmla="*/ 43 w 43"/>
                  <a:gd name="T7" fmla="*/ 23 h 42"/>
                  <a:gd name="T8" fmla="*/ 43 w 43"/>
                  <a:gd name="T9" fmla="*/ 21 h 42"/>
                  <a:gd name="T10" fmla="*/ 41 w 43"/>
                  <a:gd name="T11" fmla="*/ 6 h 42"/>
                  <a:gd name="T12" fmla="*/ 41 w 43"/>
                  <a:gd name="T13" fmla="*/ 6 h 42"/>
                  <a:gd name="T14" fmla="*/ 41 w 43"/>
                  <a:gd name="T15" fmla="*/ 6 h 42"/>
                  <a:gd name="T16" fmla="*/ 27 w 43"/>
                  <a:gd name="T17" fmla="*/ 5 h 42"/>
                  <a:gd name="T18" fmla="*/ 21 w 43"/>
                  <a:gd name="T19" fmla="*/ 1 h 42"/>
                  <a:gd name="T20" fmla="*/ 21 w 43"/>
                  <a:gd name="T21" fmla="*/ 0 h 42"/>
                  <a:gd name="T22" fmla="*/ 21 w 43"/>
                  <a:gd name="T23" fmla="*/ 0 h 42"/>
                  <a:gd name="T24" fmla="*/ 19 w 43"/>
                  <a:gd name="T25" fmla="*/ 0 h 42"/>
                  <a:gd name="T26" fmla="*/ 19 w 43"/>
                  <a:gd name="T27" fmla="*/ 19 h 42"/>
                  <a:gd name="T28" fmla="*/ 21 w 43"/>
                  <a:gd name="T29" fmla="*/ 19 h 42"/>
                  <a:gd name="T30" fmla="*/ 21 w 43"/>
                  <a:gd name="T31" fmla="*/ 18 h 42"/>
                  <a:gd name="T32" fmla="*/ 26 w 43"/>
                  <a:gd name="T33" fmla="*/ 13 h 42"/>
                  <a:gd name="T34" fmla="*/ 27 w 43"/>
                  <a:gd name="T35" fmla="*/ 13 h 42"/>
                  <a:gd name="T36" fmla="*/ 39 w 43"/>
                  <a:gd name="T37" fmla="*/ 14 h 42"/>
                  <a:gd name="T38" fmla="*/ 40 w 43"/>
                  <a:gd name="T39" fmla="*/ 19 h 42"/>
                  <a:gd name="T40" fmla="*/ 40 w 43"/>
                  <a:gd name="T41" fmla="*/ 20 h 42"/>
                  <a:gd name="T42" fmla="*/ 23 w 43"/>
                  <a:gd name="T43" fmla="*/ 34 h 42"/>
                  <a:gd name="T44" fmla="*/ 21 w 43"/>
                  <a:gd name="T45" fmla="*/ 34 h 42"/>
                  <a:gd name="T46" fmla="*/ 3 w 43"/>
                  <a:gd name="T47" fmla="*/ 22 h 42"/>
                  <a:gd name="T48" fmla="*/ 3 w 43"/>
                  <a:gd name="T49" fmla="*/ 22 h 42"/>
                  <a:gd name="T50" fmla="*/ 12 w 43"/>
                  <a:gd name="T51" fmla="*/ 9 h 42"/>
                  <a:gd name="T52" fmla="*/ 12 w 43"/>
                  <a:gd name="T53" fmla="*/ 9 h 42"/>
                  <a:gd name="T54" fmla="*/ 12 w 43"/>
                  <a:gd name="T55" fmla="*/ 7 h 42"/>
                  <a:gd name="T56" fmla="*/ 2 w 43"/>
                  <a:gd name="T57" fmla="*/ 7 h 42"/>
                  <a:gd name="T58" fmla="*/ 2 w 43"/>
                  <a:gd name="T59" fmla="*/ 7 h 42"/>
                  <a:gd name="T60" fmla="*/ 0 w 43"/>
                  <a:gd name="T61" fmla="*/ 22 h 42"/>
                  <a:gd name="T62" fmla="*/ 0 w 43"/>
                  <a:gd name="T63" fmla="*/ 23 h 42"/>
                  <a:gd name="T64" fmla="*/ 21 w 43"/>
                  <a:gd name="T6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21" y="42"/>
                    </a:move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32" y="42"/>
                      <a:pt x="43" y="38"/>
                      <a:pt x="43" y="23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13"/>
                      <a:pt x="42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2" y="5"/>
                      <a:pt x="21" y="4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4"/>
                      <a:pt x="22" y="13"/>
                      <a:pt x="26" y="13"/>
                    </a:cubicBezTo>
                    <a:cubicBezTo>
                      <a:pt x="26" y="13"/>
                      <a:pt x="26" y="13"/>
                      <a:pt x="27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31"/>
                      <a:pt x="33" y="34"/>
                      <a:pt x="23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3" y="33"/>
                      <a:pt x="3" y="3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2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5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0" y="38"/>
                      <a:pt x="9" y="42"/>
                      <a:pt x="21" y="4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3" name="Freeform 79">
                <a:extLst>
                  <a:ext uri="{FF2B5EF4-FFF2-40B4-BE49-F238E27FC236}">
                    <a16:creationId xmlns:a16="http://schemas.microsoft.com/office/drawing/2014/main" id="{2F21A38E-5990-4E87-9F2F-6B5543A1184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0" y="7723"/>
                <a:ext cx="35" cy="26"/>
              </a:xfrm>
              <a:custGeom>
                <a:avLst/>
                <a:gdLst>
                  <a:gd name="T0" fmla="*/ 2 w 47"/>
                  <a:gd name="T1" fmla="*/ 29 h 35"/>
                  <a:gd name="T2" fmla="*/ 6 w 47"/>
                  <a:gd name="T3" fmla="*/ 24 h 35"/>
                  <a:gd name="T4" fmla="*/ 8 w 47"/>
                  <a:gd name="T5" fmla="*/ 24 h 35"/>
                  <a:gd name="T6" fmla="*/ 35 w 47"/>
                  <a:gd name="T7" fmla="*/ 28 h 35"/>
                  <a:gd name="T8" fmla="*/ 39 w 47"/>
                  <a:gd name="T9" fmla="*/ 32 h 35"/>
                  <a:gd name="T10" fmla="*/ 39 w 47"/>
                  <a:gd name="T11" fmla="*/ 35 h 35"/>
                  <a:gd name="T12" fmla="*/ 39 w 47"/>
                  <a:gd name="T13" fmla="*/ 35 h 35"/>
                  <a:gd name="T14" fmla="*/ 39 w 47"/>
                  <a:gd name="T15" fmla="*/ 35 h 35"/>
                  <a:gd name="T16" fmla="*/ 41 w 47"/>
                  <a:gd name="T17" fmla="*/ 35 h 35"/>
                  <a:gd name="T18" fmla="*/ 47 w 47"/>
                  <a:gd name="T19" fmla="*/ 2 h 35"/>
                  <a:gd name="T20" fmla="*/ 37 w 47"/>
                  <a:gd name="T21" fmla="*/ 0 h 35"/>
                  <a:gd name="T22" fmla="*/ 36 w 47"/>
                  <a:gd name="T23" fmla="*/ 2 h 35"/>
                  <a:gd name="T24" fmla="*/ 36 w 47"/>
                  <a:gd name="T25" fmla="*/ 2 h 35"/>
                  <a:gd name="T26" fmla="*/ 42 w 47"/>
                  <a:gd name="T27" fmla="*/ 9 h 35"/>
                  <a:gd name="T28" fmla="*/ 42 w 47"/>
                  <a:gd name="T29" fmla="*/ 12 h 35"/>
                  <a:gd name="T30" fmla="*/ 41 w 47"/>
                  <a:gd name="T31" fmla="*/ 17 h 35"/>
                  <a:gd name="T32" fmla="*/ 38 w 47"/>
                  <a:gd name="T33" fmla="*/ 20 h 35"/>
                  <a:gd name="T34" fmla="*/ 36 w 47"/>
                  <a:gd name="T35" fmla="*/ 20 h 35"/>
                  <a:gd name="T36" fmla="*/ 10 w 47"/>
                  <a:gd name="T37" fmla="*/ 16 h 35"/>
                  <a:gd name="T38" fmla="*/ 5 w 47"/>
                  <a:gd name="T39" fmla="*/ 12 h 35"/>
                  <a:gd name="T40" fmla="*/ 5 w 47"/>
                  <a:gd name="T41" fmla="*/ 9 h 35"/>
                  <a:gd name="T42" fmla="*/ 5 w 47"/>
                  <a:gd name="T43" fmla="*/ 9 h 35"/>
                  <a:gd name="T44" fmla="*/ 3 w 47"/>
                  <a:gd name="T45" fmla="*/ 9 h 35"/>
                  <a:gd name="T46" fmla="*/ 0 w 47"/>
                  <a:gd name="T47" fmla="*/ 28 h 35"/>
                  <a:gd name="T48" fmla="*/ 2 w 47"/>
                  <a:gd name="T4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5">
                    <a:moveTo>
                      <a:pt x="2" y="29"/>
                    </a:moveTo>
                    <a:cubicBezTo>
                      <a:pt x="2" y="25"/>
                      <a:pt x="3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8" y="29"/>
                      <a:pt x="39" y="30"/>
                      <a:pt x="39" y="32"/>
                    </a:cubicBezTo>
                    <a:cubicBezTo>
                      <a:pt x="39" y="33"/>
                      <a:pt x="39" y="34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0" y="4"/>
                      <a:pt x="42" y="5"/>
                      <a:pt x="42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20"/>
                      <a:pt x="40" y="20"/>
                      <a:pt x="38" y="20"/>
                    </a:cubicBezTo>
                    <a:cubicBezTo>
                      <a:pt x="37" y="20"/>
                      <a:pt x="37" y="20"/>
                      <a:pt x="36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5"/>
                      <a:pt x="5" y="15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4" name="Freeform 80">
                <a:extLst>
                  <a:ext uri="{FF2B5EF4-FFF2-40B4-BE49-F238E27FC236}">
                    <a16:creationId xmlns:a16="http://schemas.microsoft.com/office/drawing/2014/main" id="{B893D0FD-4FB5-483A-8EA8-4BCDDCC17B8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21" y="7709"/>
                <a:ext cx="7" cy="7"/>
              </a:xfrm>
              <a:custGeom>
                <a:avLst/>
                <a:gdLst>
                  <a:gd name="T0" fmla="*/ 6 w 9"/>
                  <a:gd name="T1" fmla="*/ 0 h 10"/>
                  <a:gd name="T2" fmla="*/ 5 w 9"/>
                  <a:gd name="T3" fmla="*/ 0 h 10"/>
                  <a:gd name="T4" fmla="*/ 1 w 9"/>
                  <a:gd name="T5" fmla="*/ 2 h 10"/>
                  <a:gd name="T6" fmla="*/ 1 w 9"/>
                  <a:gd name="T7" fmla="*/ 2 h 10"/>
                  <a:gd name="T8" fmla="*/ 0 w 9"/>
                  <a:gd name="T9" fmla="*/ 4 h 10"/>
                  <a:gd name="T10" fmla="*/ 0 w 9"/>
                  <a:gd name="T11" fmla="*/ 5 h 10"/>
                  <a:gd name="T12" fmla="*/ 2 w 9"/>
                  <a:gd name="T13" fmla="*/ 9 h 10"/>
                  <a:gd name="T14" fmla="*/ 2 w 9"/>
                  <a:gd name="T15" fmla="*/ 9 h 10"/>
                  <a:gd name="T16" fmla="*/ 3 w 9"/>
                  <a:gd name="T17" fmla="*/ 10 h 10"/>
                  <a:gd name="T18" fmla="*/ 5 w 9"/>
                  <a:gd name="T19" fmla="*/ 10 h 10"/>
                  <a:gd name="T20" fmla="*/ 8 w 9"/>
                  <a:gd name="T21" fmla="*/ 8 h 10"/>
                  <a:gd name="T22" fmla="*/ 8 w 9"/>
                  <a:gd name="T23" fmla="*/ 7 h 10"/>
                  <a:gd name="T24" fmla="*/ 9 w 9"/>
                  <a:gd name="T25" fmla="*/ 6 h 10"/>
                  <a:gd name="T26" fmla="*/ 9 w 9"/>
                  <a:gd name="T27" fmla="*/ 5 h 10"/>
                  <a:gd name="T28" fmla="*/ 8 w 9"/>
                  <a:gd name="T29" fmla="*/ 1 h 10"/>
                  <a:gd name="T30" fmla="*/ 7 w 9"/>
                  <a:gd name="T31" fmla="*/ 1 h 10"/>
                  <a:gd name="T32" fmla="*/ 6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5" name="Freeform 81">
                <a:extLst>
                  <a:ext uri="{FF2B5EF4-FFF2-40B4-BE49-F238E27FC236}">
                    <a16:creationId xmlns:a16="http://schemas.microsoft.com/office/drawing/2014/main" id="{22EBE775-99C4-4706-A19D-DF8ED424A03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0" y="7658"/>
                <a:ext cx="37" cy="36"/>
              </a:xfrm>
              <a:custGeom>
                <a:avLst/>
                <a:gdLst>
                  <a:gd name="T0" fmla="*/ 2 w 49"/>
                  <a:gd name="T1" fmla="*/ 48 h 48"/>
                  <a:gd name="T2" fmla="*/ 10 w 49"/>
                  <a:gd name="T3" fmla="*/ 43 h 48"/>
                  <a:gd name="T4" fmla="*/ 47 w 49"/>
                  <a:gd name="T5" fmla="*/ 42 h 48"/>
                  <a:gd name="T6" fmla="*/ 49 w 49"/>
                  <a:gd name="T7" fmla="*/ 36 h 48"/>
                  <a:gd name="T8" fmla="*/ 22 w 49"/>
                  <a:gd name="T9" fmla="*/ 10 h 48"/>
                  <a:gd name="T10" fmla="*/ 19 w 49"/>
                  <a:gd name="T11" fmla="*/ 5 h 48"/>
                  <a:gd name="T12" fmla="*/ 20 w 49"/>
                  <a:gd name="T13" fmla="*/ 1 h 48"/>
                  <a:gd name="T14" fmla="*/ 20 w 49"/>
                  <a:gd name="T15" fmla="*/ 1 h 48"/>
                  <a:gd name="T16" fmla="*/ 18 w 49"/>
                  <a:gd name="T17" fmla="*/ 0 h 48"/>
                  <a:gd name="T18" fmla="*/ 12 w 49"/>
                  <a:gd name="T19" fmla="*/ 17 h 48"/>
                  <a:gd name="T20" fmla="*/ 13 w 49"/>
                  <a:gd name="T21" fmla="*/ 18 h 48"/>
                  <a:gd name="T22" fmla="*/ 14 w 49"/>
                  <a:gd name="T23" fmla="*/ 17 h 48"/>
                  <a:gd name="T24" fmla="*/ 17 w 49"/>
                  <a:gd name="T25" fmla="*/ 13 h 48"/>
                  <a:gd name="T26" fmla="*/ 17 w 49"/>
                  <a:gd name="T27" fmla="*/ 13 h 48"/>
                  <a:gd name="T28" fmla="*/ 20 w 49"/>
                  <a:gd name="T29" fmla="*/ 15 h 48"/>
                  <a:gd name="T30" fmla="*/ 41 w 49"/>
                  <a:gd name="T31" fmla="*/ 35 h 48"/>
                  <a:gd name="T32" fmla="*/ 12 w 49"/>
                  <a:gd name="T33" fmla="*/ 35 h 48"/>
                  <a:gd name="T34" fmla="*/ 9 w 49"/>
                  <a:gd name="T35" fmla="*/ 35 h 48"/>
                  <a:gd name="T36" fmla="*/ 8 w 49"/>
                  <a:gd name="T37" fmla="*/ 33 h 48"/>
                  <a:gd name="T38" fmla="*/ 9 w 49"/>
                  <a:gd name="T39" fmla="*/ 29 h 48"/>
                  <a:gd name="T40" fmla="*/ 9 w 49"/>
                  <a:gd name="T41" fmla="*/ 29 h 48"/>
                  <a:gd name="T42" fmla="*/ 7 w 49"/>
                  <a:gd name="T43" fmla="*/ 28 h 48"/>
                  <a:gd name="T44" fmla="*/ 0 w 49"/>
                  <a:gd name="T45" fmla="*/ 47 h 48"/>
                  <a:gd name="T46" fmla="*/ 2 w 49"/>
                  <a:gd name="T4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48">
                    <a:moveTo>
                      <a:pt x="2" y="48"/>
                    </a:moveTo>
                    <a:cubicBezTo>
                      <a:pt x="4" y="43"/>
                      <a:pt x="5" y="43"/>
                      <a:pt x="10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9" y="7"/>
                      <a:pt x="19" y="5"/>
                    </a:cubicBezTo>
                    <a:cubicBezTo>
                      <a:pt x="19" y="4"/>
                      <a:pt x="19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35"/>
                      <a:pt x="10" y="35"/>
                      <a:pt x="9" y="35"/>
                    </a:cubicBezTo>
                    <a:cubicBezTo>
                      <a:pt x="8" y="34"/>
                      <a:pt x="8" y="34"/>
                      <a:pt x="8" y="33"/>
                    </a:cubicBezTo>
                    <a:cubicBezTo>
                      <a:pt x="8" y="32"/>
                      <a:pt x="8" y="31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2" y="48"/>
                      <a:pt x="2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6" name="Freeform 82">
                <a:extLst>
                  <a:ext uri="{FF2B5EF4-FFF2-40B4-BE49-F238E27FC236}">
                    <a16:creationId xmlns:a16="http://schemas.microsoft.com/office/drawing/2014/main" id="{4E66C462-1E3A-4DBF-ACC9-8FA30F4618F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17" y="7631"/>
                <a:ext cx="40" cy="37"/>
              </a:xfrm>
              <a:custGeom>
                <a:avLst/>
                <a:gdLst>
                  <a:gd name="T0" fmla="*/ 2 w 54"/>
                  <a:gd name="T1" fmla="*/ 29 h 49"/>
                  <a:gd name="T2" fmla="*/ 6 w 54"/>
                  <a:gd name="T3" fmla="*/ 26 h 49"/>
                  <a:gd name="T4" fmla="*/ 10 w 54"/>
                  <a:gd name="T5" fmla="*/ 27 h 49"/>
                  <a:gd name="T6" fmla="*/ 33 w 54"/>
                  <a:gd name="T7" fmla="*/ 41 h 49"/>
                  <a:gd name="T8" fmla="*/ 37 w 54"/>
                  <a:gd name="T9" fmla="*/ 44 h 49"/>
                  <a:gd name="T10" fmla="*/ 35 w 54"/>
                  <a:gd name="T11" fmla="*/ 48 h 49"/>
                  <a:gd name="T12" fmla="*/ 35 w 54"/>
                  <a:gd name="T13" fmla="*/ 48 h 49"/>
                  <a:gd name="T14" fmla="*/ 35 w 54"/>
                  <a:gd name="T15" fmla="*/ 49 h 49"/>
                  <a:gd name="T16" fmla="*/ 37 w 54"/>
                  <a:gd name="T17" fmla="*/ 49 h 49"/>
                  <a:gd name="T18" fmla="*/ 54 w 54"/>
                  <a:gd name="T19" fmla="*/ 20 h 49"/>
                  <a:gd name="T20" fmla="*/ 46 w 54"/>
                  <a:gd name="T21" fmla="*/ 15 h 49"/>
                  <a:gd name="T22" fmla="*/ 45 w 54"/>
                  <a:gd name="T23" fmla="*/ 17 h 49"/>
                  <a:gd name="T24" fmla="*/ 45 w 54"/>
                  <a:gd name="T25" fmla="*/ 17 h 49"/>
                  <a:gd name="T26" fmla="*/ 48 w 54"/>
                  <a:gd name="T27" fmla="*/ 22 h 49"/>
                  <a:gd name="T28" fmla="*/ 46 w 54"/>
                  <a:gd name="T29" fmla="*/ 27 h 49"/>
                  <a:gd name="T30" fmla="*/ 43 w 54"/>
                  <a:gd name="T31" fmla="*/ 32 h 49"/>
                  <a:gd name="T32" fmla="*/ 40 w 54"/>
                  <a:gd name="T33" fmla="*/ 35 h 49"/>
                  <a:gd name="T34" fmla="*/ 37 w 54"/>
                  <a:gd name="T35" fmla="*/ 34 h 49"/>
                  <a:gd name="T36" fmla="*/ 26 w 54"/>
                  <a:gd name="T37" fmla="*/ 27 h 49"/>
                  <a:gd name="T38" fmla="*/ 31 w 54"/>
                  <a:gd name="T39" fmla="*/ 20 h 49"/>
                  <a:gd name="T40" fmla="*/ 34 w 54"/>
                  <a:gd name="T41" fmla="*/ 16 h 49"/>
                  <a:gd name="T42" fmla="*/ 37 w 54"/>
                  <a:gd name="T43" fmla="*/ 18 h 49"/>
                  <a:gd name="T44" fmla="*/ 38 w 54"/>
                  <a:gd name="T45" fmla="*/ 18 h 49"/>
                  <a:gd name="T46" fmla="*/ 39 w 54"/>
                  <a:gd name="T47" fmla="*/ 16 h 49"/>
                  <a:gd name="T48" fmla="*/ 27 w 54"/>
                  <a:gd name="T49" fmla="*/ 9 h 49"/>
                  <a:gd name="T50" fmla="*/ 26 w 54"/>
                  <a:gd name="T51" fmla="*/ 11 h 49"/>
                  <a:gd name="T52" fmla="*/ 26 w 54"/>
                  <a:gd name="T53" fmla="*/ 11 h 49"/>
                  <a:gd name="T54" fmla="*/ 29 w 54"/>
                  <a:gd name="T55" fmla="*/ 14 h 49"/>
                  <a:gd name="T56" fmla="*/ 28 w 54"/>
                  <a:gd name="T57" fmla="*/ 18 h 49"/>
                  <a:gd name="T58" fmla="*/ 23 w 54"/>
                  <a:gd name="T59" fmla="*/ 26 h 49"/>
                  <a:gd name="T60" fmla="*/ 14 w 54"/>
                  <a:gd name="T61" fmla="*/ 20 h 49"/>
                  <a:gd name="T62" fmla="*/ 11 w 54"/>
                  <a:gd name="T63" fmla="*/ 17 h 49"/>
                  <a:gd name="T64" fmla="*/ 12 w 54"/>
                  <a:gd name="T65" fmla="*/ 15 h 49"/>
                  <a:gd name="T66" fmla="*/ 15 w 54"/>
                  <a:gd name="T67" fmla="*/ 11 h 49"/>
                  <a:gd name="T68" fmla="*/ 21 w 54"/>
                  <a:gd name="T69" fmla="*/ 5 h 49"/>
                  <a:gd name="T70" fmla="*/ 24 w 54"/>
                  <a:gd name="T71" fmla="*/ 6 h 49"/>
                  <a:gd name="T72" fmla="*/ 24 w 54"/>
                  <a:gd name="T73" fmla="*/ 6 h 49"/>
                  <a:gd name="T74" fmla="*/ 26 w 54"/>
                  <a:gd name="T75" fmla="*/ 4 h 49"/>
                  <a:gd name="T76" fmla="*/ 17 w 54"/>
                  <a:gd name="T77" fmla="*/ 0 h 49"/>
                  <a:gd name="T78" fmla="*/ 0 w 54"/>
                  <a:gd name="T79" fmla="*/ 28 h 49"/>
                  <a:gd name="T80" fmla="*/ 2 w 54"/>
                  <a:gd name="T81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49">
                    <a:moveTo>
                      <a:pt x="2" y="29"/>
                    </a:moveTo>
                    <a:cubicBezTo>
                      <a:pt x="4" y="27"/>
                      <a:pt x="5" y="26"/>
                      <a:pt x="6" y="26"/>
                    </a:cubicBezTo>
                    <a:cubicBezTo>
                      <a:pt x="7" y="26"/>
                      <a:pt x="8" y="26"/>
                      <a:pt x="10" y="27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6" y="42"/>
                      <a:pt x="37" y="43"/>
                      <a:pt x="37" y="44"/>
                    </a:cubicBezTo>
                    <a:cubicBezTo>
                      <a:pt x="37" y="45"/>
                      <a:pt x="36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7" y="18"/>
                      <a:pt x="48" y="20"/>
                      <a:pt x="48" y="22"/>
                    </a:cubicBezTo>
                    <a:cubicBezTo>
                      <a:pt x="48" y="23"/>
                      <a:pt x="47" y="25"/>
                      <a:pt x="46" y="27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2" y="34"/>
                      <a:pt x="41" y="35"/>
                      <a:pt x="40" y="35"/>
                    </a:cubicBezTo>
                    <a:cubicBezTo>
                      <a:pt x="40" y="35"/>
                      <a:pt x="39" y="34"/>
                      <a:pt x="37" y="34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7"/>
                      <a:pt x="33" y="16"/>
                      <a:pt x="34" y="16"/>
                    </a:cubicBezTo>
                    <a:cubicBezTo>
                      <a:pt x="35" y="16"/>
                      <a:pt x="36" y="17"/>
                      <a:pt x="37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8" y="12"/>
                      <a:pt x="29" y="13"/>
                      <a:pt x="29" y="14"/>
                    </a:cubicBezTo>
                    <a:cubicBezTo>
                      <a:pt x="29" y="15"/>
                      <a:pt x="29" y="16"/>
                      <a:pt x="28" y="1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1" y="18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5"/>
                      <a:pt x="23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7" name="Freeform 83">
                <a:extLst>
                  <a:ext uri="{FF2B5EF4-FFF2-40B4-BE49-F238E27FC236}">
                    <a16:creationId xmlns:a16="http://schemas.microsoft.com/office/drawing/2014/main" id="{CD1F6C8D-BD1A-49BC-8F80-91DCC58C614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6" y="7600"/>
                <a:ext cx="37" cy="36"/>
              </a:xfrm>
              <a:custGeom>
                <a:avLst/>
                <a:gdLst>
                  <a:gd name="T0" fmla="*/ 9 w 50"/>
                  <a:gd name="T1" fmla="*/ 33 h 48"/>
                  <a:gd name="T2" fmla="*/ 9 w 50"/>
                  <a:gd name="T3" fmla="*/ 33 h 48"/>
                  <a:gd name="T4" fmla="*/ 6 w 50"/>
                  <a:gd name="T5" fmla="*/ 28 h 48"/>
                  <a:gd name="T6" fmla="*/ 9 w 50"/>
                  <a:gd name="T7" fmla="*/ 21 h 48"/>
                  <a:gd name="T8" fmla="*/ 11 w 50"/>
                  <a:gd name="T9" fmla="*/ 19 h 48"/>
                  <a:gd name="T10" fmla="*/ 35 w 50"/>
                  <a:gd name="T11" fmla="*/ 39 h 48"/>
                  <a:gd name="T12" fmla="*/ 38 w 50"/>
                  <a:gd name="T13" fmla="*/ 43 h 48"/>
                  <a:gd name="T14" fmla="*/ 36 w 50"/>
                  <a:gd name="T15" fmla="*/ 47 h 48"/>
                  <a:gd name="T16" fmla="*/ 36 w 50"/>
                  <a:gd name="T17" fmla="*/ 47 h 48"/>
                  <a:gd name="T18" fmla="*/ 36 w 50"/>
                  <a:gd name="T19" fmla="*/ 47 h 48"/>
                  <a:gd name="T20" fmla="*/ 37 w 50"/>
                  <a:gd name="T21" fmla="*/ 48 h 48"/>
                  <a:gd name="T22" fmla="*/ 50 w 50"/>
                  <a:gd name="T23" fmla="*/ 33 h 48"/>
                  <a:gd name="T24" fmla="*/ 48 w 50"/>
                  <a:gd name="T25" fmla="*/ 31 h 48"/>
                  <a:gd name="T26" fmla="*/ 48 w 50"/>
                  <a:gd name="T27" fmla="*/ 31 h 48"/>
                  <a:gd name="T28" fmla="*/ 44 w 50"/>
                  <a:gd name="T29" fmla="*/ 34 h 48"/>
                  <a:gd name="T30" fmla="*/ 40 w 50"/>
                  <a:gd name="T31" fmla="*/ 32 h 48"/>
                  <a:gd name="T32" fmla="*/ 16 w 50"/>
                  <a:gd name="T33" fmla="*/ 13 h 48"/>
                  <a:gd name="T34" fmla="*/ 17 w 50"/>
                  <a:gd name="T35" fmla="*/ 11 h 48"/>
                  <a:gd name="T36" fmla="*/ 24 w 50"/>
                  <a:gd name="T37" fmla="*/ 6 h 48"/>
                  <a:gd name="T38" fmla="*/ 28 w 50"/>
                  <a:gd name="T39" fmla="*/ 8 h 48"/>
                  <a:gd name="T40" fmla="*/ 29 w 50"/>
                  <a:gd name="T41" fmla="*/ 8 h 48"/>
                  <a:gd name="T42" fmla="*/ 30 w 50"/>
                  <a:gd name="T43" fmla="*/ 6 h 48"/>
                  <a:gd name="T44" fmla="*/ 22 w 50"/>
                  <a:gd name="T45" fmla="*/ 0 h 48"/>
                  <a:gd name="T46" fmla="*/ 0 w 50"/>
                  <a:gd name="T47" fmla="*/ 28 h 48"/>
                  <a:gd name="T48" fmla="*/ 7 w 50"/>
                  <a:gd name="T49" fmla="*/ 35 h 48"/>
                  <a:gd name="T50" fmla="*/ 9 w 50"/>
                  <a:gd name="T51" fmla="*/ 3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9" y="33"/>
                    </a:moveTo>
                    <a:cubicBezTo>
                      <a:pt x="9" y="33"/>
                      <a:pt x="9" y="33"/>
                      <a:pt x="9" y="33"/>
                    </a:cubicBezTo>
                    <a:cubicBezTo>
                      <a:pt x="7" y="31"/>
                      <a:pt x="6" y="29"/>
                      <a:pt x="6" y="28"/>
                    </a:cubicBezTo>
                    <a:cubicBezTo>
                      <a:pt x="6" y="26"/>
                      <a:pt x="7" y="24"/>
                      <a:pt x="9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40"/>
                      <a:pt x="38" y="41"/>
                      <a:pt x="38" y="43"/>
                    </a:cubicBezTo>
                    <a:cubicBezTo>
                      <a:pt x="38" y="44"/>
                      <a:pt x="37" y="45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6" y="34"/>
                      <a:pt x="45" y="34"/>
                      <a:pt x="44" y="34"/>
                    </a:cubicBezTo>
                    <a:cubicBezTo>
                      <a:pt x="43" y="34"/>
                      <a:pt x="42" y="34"/>
                      <a:pt x="40" y="3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8"/>
                      <a:pt x="22" y="6"/>
                      <a:pt x="24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7" y="35"/>
                      <a:pt x="7" y="35"/>
                      <a:pt x="7" y="35"/>
                    </a:cubicBezTo>
                    <a:lnTo>
                      <a:pt x="9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8" name="Freeform 84">
                <a:extLst>
                  <a:ext uri="{FF2B5EF4-FFF2-40B4-BE49-F238E27FC236}">
                    <a16:creationId xmlns:a16="http://schemas.microsoft.com/office/drawing/2014/main" id="{DB5DF976-4473-4843-B886-F5EFE87E47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58" y="7577"/>
                <a:ext cx="40" cy="40"/>
              </a:xfrm>
              <a:custGeom>
                <a:avLst/>
                <a:gdLst>
                  <a:gd name="T0" fmla="*/ 2 w 54"/>
                  <a:gd name="T1" fmla="*/ 23 h 53"/>
                  <a:gd name="T2" fmla="*/ 6 w 54"/>
                  <a:gd name="T3" fmla="*/ 21 h 53"/>
                  <a:gd name="T4" fmla="*/ 10 w 54"/>
                  <a:gd name="T5" fmla="*/ 24 h 53"/>
                  <a:gd name="T6" fmla="*/ 28 w 54"/>
                  <a:gd name="T7" fmla="*/ 44 h 53"/>
                  <a:gd name="T8" fmla="*/ 30 w 54"/>
                  <a:gd name="T9" fmla="*/ 48 h 53"/>
                  <a:gd name="T10" fmla="*/ 27 w 54"/>
                  <a:gd name="T11" fmla="*/ 52 h 53"/>
                  <a:gd name="T12" fmla="*/ 27 w 54"/>
                  <a:gd name="T13" fmla="*/ 52 h 53"/>
                  <a:gd name="T14" fmla="*/ 27 w 54"/>
                  <a:gd name="T15" fmla="*/ 52 h 53"/>
                  <a:gd name="T16" fmla="*/ 28 w 54"/>
                  <a:gd name="T17" fmla="*/ 53 h 53"/>
                  <a:gd name="T18" fmla="*/ 54 w 54"/>
                  <a:gd name="T19" fmla="*/ 31 h 53"/>
                  <a:gd name="T20" fmla="*/ 48 w 54"/>
                  <a:gd name="T21" fmla="*/ 23 h 53"/>
                  <a:gd name="T22" fmla="*/ 46 w 54"/>
                  <a:gd name="T23" fmla="*/ 25 h 53"/>
                  <a:gd name="T24" fmla="*/ 46 w 54"/>
                  <a:gd name="T25" fmla="*/ 25 h 53"/>
                  <a:gd name="T26" fmla="*/ 48 w 54"/>
                  <a:gd name="T27" fmla="*/ 29 h 53"/>
                  <a:gd name="T28" fmla="*/ 44 w 54"/>
                  <a:gd name="T29" fmla="*/ 35 h 53"/>
                  <a:gd name="T30" fmla="*/ 39 w 54"/>
                  <a:gd name="T31" fmla="*/ 39 h 53"/>
                  <a:gd name="T32" fmla="*/ 37 w 54"/>
                  <a:gd name="T33" fmla="*/ 41 h 53"/>
                  <a:gd name="T34" fmla="*/ 34 w 54"/>
                  <a:gd name="T35" fmla="*/ 38 h 53"/>
                  <a:gd name="T36" fmla="*/ 25 w 54"/>
                  <a:gd name="T37" fmla="*/ 29 h 53"/>
                  <a:gd name="T38" fmla="*/ 32 w 54"/>
                  <a:gd name="T39" fmla="*/ 23 h 53"/>
                  <a:gd name="T40" fmla="*/ 35 w 54"/>
                  <a:gd name="T41" fmla="*/ 21 h 53"/>
                  <a:gd name="T42" fmla="*/ 39 w 54"/>
                  <a:gd name="T43" fmla="*/ 23 h 53"/>
                  <a:gd name="T44" fmla="*/ 39 w 54"/>
                  <a:gd name="T45" fmla="*/ 24 h 53"/>
                  <a:gd name="T46" fmla="*/ 41 w 54"/>
                  <a:gd name="T47" fmla="*/ 22 h 53"/>
                  <a:gd name="T48" fmla="*/ 32 w 54"/>
                  <a:gd name="T49" fmla="*/ 12 h 53"/>
                  <a:gd name="T50" fmla="*/ 30 w 54"/>
                  <a:gd name="T51" fmla="*/ 14 h 53"/>
                  <a:gd name="T52" fmla="*/ 30 w 54"/>
                  <a:gd name="T53" fmla="*/ 14 h 53"/>
                  <a:gd name="T54" fmla="*/ 32 w 54"/>
                  <a:gd name="T55" fmla="*/ 17 h 53"/>
                  <a:gd name="T56" fmla="*/ 30 w 54"/>
                  <a:gd name="T57" fmla="*/ 21 h 53"/>
                  <a:gd name="T58" fmla="*/ 23 w 54"/>
                  <a:gd name="T59" fmla="*/ 27 h 53"/>
                  <a:gd name="T60" fmla="*/ 16 w 54"/>
                  <a:gd name="T61" fmla="*/ 18 h 53"/>
                  <a:gd name="T62" fmla="*/ 14 w 54"/>
                  <a:gd name="T63" fmla="*/ 15 h 53"/>
                  <a:gd name="T64" fmla="*/ 16 w 54"/>
                  <a:gd name="T65" fmla="*/ 13 h 53"/>
                  <a:gd name="T66" fmla="*/ 19 w 54"/>
                  <a:gd name="T67" fmla="*/ 10 h 53"/>
                  <a:gd name="T68" fmla="*/ 26 w 54"/>
                  <a:gd name="T69" fmla="*/ 6 h 53"/>
                  <a:gd name="T70" fmla="*/ 30 w 54"/>
                  <a:gd name="T71" fmla="*/ 8 h 53"/>
                  <a:gd name="T72" fmla="*/ 30 w 54"/>
                  <a:gd name="T73" fmla="*/ 8 h 53"/>
                  <a:gd name="T74" fmla="*/ 32 w 54"/>
                  <a:gd name="T75" fmla="*/ 7 h 53"/>
                  <a:gd name="T76" fmla="*/ 25 w 54"/>
                  <a:gd name="T77" fmla="*/ 0 h 53"/>
                  <a:gd name="T78" fmla="*/ 0 w 54"/>
                  <a:gd name="T79" fmla="*/ 22 h 53"/>
                  <a:gd name="T80" fmla="*/ 2 w 54"/>
                  <a:gd name="T8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3">
                    <a:moveTo>
                      <a:pt x="2" y="23"/>
                    </a:moveTo>
                    <a:cubicBezTo>
                      <a:pt x="4" y="22"/>
                      <a:pt x="5" y="21"/>
                      <a:pt x="6" y="21"/>
                    </a:cubicBezTo>
                    <a:cubicBezTo>
                      <a:pt x="7" y="21"/>
                      <a:pt x="8" y="22"/>
                      <a:pt x="10" y="2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6"/>
                      <a:pt x="30" y="47"/>
                      <a:pt x="30" y="48"/>
                    </a:cubicBezTo>
                    <a:cubicBezTo>
                      <a:pt x="30" y="49"/>
                      <a:pt x="29" y="50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7" y="26"/>
                      <a:pt x="48" y="28"/>
                      <a:pt x="48" y="29"/>
                    </a:cubicBezTo>
                    <a:cubicBezTo>
                      <a:pt x="48" y="31"/>
                      <a:pt x="47" y="33"/>
                      <a:pt x="44" y="35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40"/>
                      <a:pt x="37" y="41"/>
                      <a:pt x="37" y="41"/>
                    </a:cubicBezTo>
                    <a:cubicBezTo>
                      <a:pt x="36" y="41"/>
                      <a:pt x="35" y="40"/>
                      <a:pt x="34" y="3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4" y="21"/>
                      <a:pt x="35" y="21"/>
                    </a:cubicBezTo>
                    <a:cubicBezTo>
                      <a:pt x="36" y="21"/>
                      <a:pt x="37" y="22"/>
                      <a:pt x="39" y="2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1" y="15"/>
                      <a:pt x="32" y="16"/>
                      <a:pt x="32" y="17"/>
                    </a:cubicBezTo>
                    <a:cubicBezTo>
                      <a:pt x="32" y="18"/>
                      <a:pt x="31" y="19"/>
                      <a:pt x="30" y="21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4" y="16"/>
                      <a:pt x="14" y="15"/>
                    </a:cubicBezTo>
                    <a:cubicBezTo>
                      <a:pt x="14" y="15"/>
                      <a:pt x="15" y="14"/>
                      <a:pt x="16" y="13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2" y="7"/>
                      <a:pt x="24" y="6"/>
                      <a:pt x="26" y="6"/>
                    </a:cubicBezTo>
                    <a:cubicBezTo>
                      <a:pt x="27" y="6"/>
                      <a:pt x="28" y="7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29" name="Freeform 85">
                <a:extLst>
                  <a:ext uri="{FF2B5EF4-FFF2-40B4-BE49-F238E27FC236}">
                    <a16:creationId xmlns:a16="http://schemas.microsoft.com/office/drawing/2014/main" id="{8731FC4D-1579-4A7B-83EC-19DDBD01A75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8" y="7552"/>
                <a:ext cx="41" cy="44"/>
              </a:xfrm>
              <a:custGeom>
                <a:avLst/>
                <a:gdLst>
                  <a:gd name="T0" fmla="*/ 1 w 55"/>
                  <a:gd name="T1" fmla="*/ 24 h 59"/>
                  <a:gd name="T2" fmla="*/ 5 w 55"/>
                  <a:gd name="T3" fmla="*/ 23 h 59"/>
                  <a:gd name="T4" fmla="*/ 8 w 55"/>
                  <a:gd name="T5" fmla="*/ 26 h 59"/>
                  <a:gd name="T6" fmla="*/ 22 w 55"/>
                  <a:gd name="T7" fmla="*/ 50 h 59"/>
                  <a:gd name="T8" fmla="*/ 23 w 55"/>
                  <a:gd name="T9" fmla="*/ 53 h 59"/>
                  <a:gd name="T10" fmla="*/ 19 w 55"/>
                  <a:gd name="T11" fmla="*/ 57 h 59"/>
                  <a:gd name="T12" fmla="*/ 19 w 55"/>
                  <a:gd name="T13" fmla="*/ 57 h 59"/>
                  <a:gd name="T14" fmla="*/ 19 w 55"/>
                  <a:gd name="T15" fmla="*/ 58 h 59"/>
                  <a:gd name="T16" fmla="*/ 20 w 55"/>
                  <a:gd name="T17" fmla="*/ 59 h 59"/>
                  <a:gd name="T18" fmla="*/ 35 w 55"/>
                  <a:gd name="T19" fmla="*/ 51 h 59"/>
                  <a:gd name="T20" fmla="*/ 34 w 55"/>
                  <a:gd name="T21" fmla="*/ 49 h 59"/>
                  <a:gd name="T22" fmla="*/ 33 w 55"/>
                  <a:gd name="T23" fmla="*/ 49 h 59"/>
                  <a:gd name="T24" fmla="*/ 30 w 55"/>
                  <a:gd name="T25" fmla="*/ 51 h 59"/>
                  <a:gd name="T26" fmla="*/ 26 w 55"/>
                  <a:gd name="T27" fmla="*/ 47 h 59"/>
                  <a:gd name="T28" fmla="*/ 12 w 55"/>
                  <a:gd name="T29" fmla="*/ 23 h 59"/>
                  <a:gd name="T30" fmla="*/ 49 w 55"/>
                  <a:gd name="T31" fmla="*/ 43 h 59"/>
                  <a:gd name="T32" fmla="*/ 55 w 55"/>
                  <a:gd name="T33" fmla="*/ 39 h 59"/>
                  <a:gd name="T34" fmla="*/ 38 w 55"/>
                  <a:gd name="T35" fmla="*/ 9 h 59"/>
                  <a:gd name="T36" fmla="*/ 37 w 55"/>
                  <a:gd name="T37" fmla="*/ 6 h 59"/>
                  <a:gd name="T38" fmla="*/ 40 w 55"/>
                  <a:gd name="T39" fmla="*/ 2 h 59"/>
                  <a:gd name="T40" fmla="*/ 41 w 55"/>
                  <a:gd name="T41" fmla="*/ 2 h 59"/>
                  <a:gd name="T42" fmla="*/ 40 w 55"/>
                  <a:gd name="T43" fmla="*/ 0 h 59"/>
                  <a:gd name="T44" fmla="*/ 25 w 55"/>
                  <a:gd name="T45" fmla="*/ 8 h 59"/>
                  <a:gd name="T46" fmla="*/ 26 w 55"/>
                  <a:gd name="T47" fmla="*/ 10 h 59"/>
                  <a:gd name="T48" fmla="*/ 26 w 55"/>
                  <a:gd name="T49" fmla="*/ 10 h 59"/>
                  <a:gd name="T50" fmla="*/ 30 w 55"/>
                  <a:gd name="T51" fmla="*/ 8 h 59"/>
                  <a:gd name="T52" fmla="*/ 34 w 55"/>
                  <a:gd name="T53" fmla="*/ 12 h 59"/>
                  <a:gd name="T54" fmla="*/ 47 w 55"/>
                  <a:gd name="T55" fmla="*/ 34 h 59"/>
                  <a:gd name="T56" fmla="*/ 12 w 55"/>
                  <a:gd name="T57" fmla="*/ 16 h 59"/>
                  <a:gd name="T58" fmla="*/ 0 w 55"/>
                  <a:gd name="T59" fmla="*/ 23 h 59"/>
                  <a:gd name="T60" fmla="*/ 0 w 55"/>
                  <a:gd name="T61" fmla="*/ 24 h 59"/>
                  <a:gd name="T62" fmla="*/ 1 w 55"/>
                  <a:gd name="T63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9">
                    <a:moveTo>
                      <a:pt x="1" y="24"/>
                    </a:moveTo>
                    <a:cubicBezTo>
                      <a:pt x="2" y="23"/>
                      <a:pt x="4" y="23"/>
                      <a:pt x="5" y="23"/>
                    </a:cubicBezTo>
                    <a:cubicBezTo>
                      <a:pt x="6" y="23"/>
                      <a:pt x="7" y="24"/>
                      <a:pt x="8" y="26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51"/>
                      <a:pt x="23" y="53"/>
                      <a:pt x="23" y="53"/>
                    </a:cubicBezTo>
                    <a:cubicBezTo>
                      <a:pt x="23" y="55"/>
                      <a:pt x="22" y="56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50"/>
                      <a:pt x="31" y="51"/>
                      <a:pt x="30" y="51"/>
                    </a:cubicBezTo>
                    <a:cubicBezTo>
                      <a:pt x="28" y="51"/>
                      <a:pt x="27" y="50"/>
                      <a:pt x="26" y="4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7" y="8"/>
                      <a:pt x="37" y="6"/>
                      <a:pt x="37" y="6"/>
                    </a:cubicBezTo>
                    <a:cubicBezTo>
                      <a:pt x="37" y="4"/>
                      <a:pt x="38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9" y="8"/>
                      <a:pt x="30" y="8"/>
                    </a:cubicBezTo>
                    <a:cubicBezTo>
                      <a:pt x="32" y="8"/>
                      <a:pt x="33" y="9"/>
                      <a:pt x="34" y="12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0" name="Freeform 86">
                <a:extLst>
                  <a:ext uri="{FF2B5EF4-FFF2-40B4-BE49-F238E27FC236}">
                    <a16:creationId xmlns:a16="http://schemas.microsoft.com/office/drawing/2014/main" id="{7FE1F96B-03E0-4971-AE42-02C5525FCA6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32" y="7542"/>
                <a:ext cx="27" cy="34"/>
              </a:xfrm>
              <a:custGeom>
                <a:avLst/>
                <a:gdLst>
                  <a:gd name="T0" fmla="*/ 11 w 36"/>
                  <a:gd name="T1" fmla="*/ 25 h 46"/>
                  <a:gd name="T2" fmla="*/ 28 w 36"/>
                  <a:gd name="T3" fmla="*/ 32 h 46"/>
                  <a:gd name="T4" fmla="*/ 28 w 36"/>
                  <a:gd name="T5" fmla="*/ 34 h 46"/>
                  <a:gd name="T6" fmla="*/ 21 w 36"/>
                  <a:gd name="T7" fmla="*/ 41 h 46"/>
                  <a:gd name="T8" fmla="*/ 17 w 36"/>
                  <a:gd name="T9" fmla="*/ 42 h 46"/>
                  <a:gd name="T10" fmla="*/ 8 w 36"/>
                  <a:gd name="T11" fmla="*/ 36 h 46"/>
                  <a:gd name="T12" fmla="*/ 8 w 36"/>
                  <a:gd name="T13" fmla="*/ 35 h 46"/>
                  <a:gd name="T14" fmla="*/ 5 w 36"/>
                  <a:gd name="T15" fmla="*/ 36 h 46"/>
                  <a:gd name="T16" fmla="*/ 9 w 36"/>
                  <a:gd name="T17" fmla="*/ 46 h 46"/>
                  <a:gd name="T18" fmla="*/ 9 w 36"/>
                  <a:gd name="T19" fmla="*/ 46 h 46"/>
                  <a:gd name="T20" fmla="*/ 21 w 36"/>
                  <a:gd name="T21" fmla="*/ 44 h 46"/>
                  <a:gd name="T22" fmla="*/ 35 w 36"/>
                  <a:gd name="T23" fmla="*/ 34 h 46"/>
                  <a:gd name="T24" fmla="*/ 35 w 36"/>
                  <a:gd name="T25" fmla="*/ 33 h 46"/>
                  <a:gd name="T26" fmla="*/ 36 w 36"/>
                  <a:gd name="T27" fmla="*/ 31 h 46"/>
                  <a:gd name="T28" fmla="*/ 35 w 36"/>
                  <a:gd name="T29" fmla="*/ 28 h 46"/>
                  <a:gd name="T30" fmla="*/ 27 w 36"/>
                  <a:gd name="T31" fmla="*/ 20 h 46"/>
                  <a:gd name="T32" fmla="*/ 7 w 36"/>
                  <a:gd name="T33" fmla="*/ 13 h 46"/>
                  <a:gd name="T34" fmla="*/ 7 w 36"/>
                  <a:gd name="T35" fmla="*/ 11 h 46"/>
                  <a:gd name="T36" fmla="*/ 14 w 36"/>
                  <a:gd name="T37" fmla="*/ 5 h 46"/>
                  <a:gd name="T38" fmla="*/ 18 w 36"/>
                  <a:gd name="T39" fmla="*/ 4 h 46"/>
                  <a:gd name="T40" fmla="*/ 25 w 36"/>
                  <a:gd name="T41" fmla="*/ 10 h 46"/>
                  <a:gd name="T42" fmla="*/ 25 w 36"/>
                  <a:gd name="T43" fmla="*/ 10 h 46"/>
                  <a:gd name="T44" fmla="*/ 26 w 36"/>
                  <a:gd name="T45" fmla="*/ 10 h 46"/>
                  <a:gd name="T46" fmla="*/ 28 w 36"/>
                  <a:gd name="T47" fmla="*/ 9 h 46"/>
                  <a:gd name="T48" fmla="*/ 25 w 36"/>
                  <a:gd name="T49" fmla="*/ 0 h 46"/>
                  <a:gd name="T50" fmla="*/ 24 w 36"/>
                  <a:gd name="T51" fmla="*/ 0 h 46"/>
                  <a:gd name="T52" fmla="*/ 13 w 36"/>
                  <a:gd name="T53" fmla="*/ 2 h 46"/>
                  <a:gd name="T54" fmla="*/ 1 w 36"/>
                  <a:gd name="T55" fmla="*/ 12 h 46"/>
                  <a:gd name="T56" fmla="*/ 0 w 36"/>
                  <a:gd name="T57" fmla="*/ 14 h 46"/>
                  <a:gd name="T58" fmla="*/ 1 w 36"/>
                  <a:gd name="T59" fmla="*/ 17 h 46"/>
                  <a:gd name="T60" fmla="*/ 11 w 36"/>
                  <a:gd name="T61" fmla="*/ 25 h 46"/>
                  <a:gd name="T62" fmla="*/ 1 w 36"/>
                  <a:gd name="T63" fmla="*/ 13 h 46"/>
                  <a:gd name="T64" fmla="*/ 1 w 36"/>
                  <a:gd name="T65" fmla="*/ 14 h 46"/>
                  <a:gd name="T66" fmla="*/ 1 w 36"/>
                  <a:gd name="T67" fmla="*/ 14 h 46"/>
                  <a:gd name="T68" fmla="*/ 1 w 36"/>
                  <a:gd name="T69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11" y="25"/>
                    </a:moveTo>
                    <a:cubicBezTo>
                      <a:pt x="18" y="26"/>
                      <a:pt x="26" y="26"/>
                      <a:pt x="28" y="32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8" y="37"/>
                      <a:pt x="26" y="40"/>
                      <a:pt x="21" y="41"/>
                    </a:cubicBezTo>
                    <a:cubicBezTo>
                      <a:pt x="19" y="41"/>
                      <a:pt x="18" y="42"/>
                      <a:pt x="17" y="42"/>
                    </a:cubicBezTo>
                    <a:cubicBezTo>
                      <a:pt x="11" y="42"/>
                      <a:pt x="9" y="38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6"/>
                      <a:pt x="16" y="46"/>
                      <a:pt x="21" y="44"/>
                    </a:cubicBezTo>
                    <a:cubicBezTo>
                      <a:pt x="29" y="42"/>
                      <a:pt x="34" y="39"/>
                      <a:pt x="35" y="34"/>
                    </a:cubicBezTo>
                    <a:cubicBezTo>
                      <a:pt x="35" y="34"/>
                      <a:pt x="35" y="33"/>
                      <a:pt x="35" y="33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4" y="23"/>
                      <a:pt x="31" y="21"/>
                      <a:pt x="27" y="20"/>
                    </a:cubicBezTo>
                    <a:cubicBezTo>
                      <a:pt x="21" y="18"/>
                      <a:pt x="9" y="18"/>
                      <a:pt x="7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7" y="9"/>
                      <a:pt x="9" y="6"/>
                      <a:pt x="14" y="5"/>
                    </a:cubicBezTo>
                    <a:cubicBezTo>
                      <a:pt x="15" y="5"/>
                      <a:pt x="17" y="4"/>
                      <a:pt x="18" y="4"/>
                    </a:cubicBezTo>
                    <a:cubicBezTo>
                      <a:pt x="22" y="4"/>
                      <a:pt x="24" y="7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6" y="4"/>
                      <a:pt x="2" y="7"/>
                      <a:pt x="1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21"/>
                      <a:pt x="6" y="23"/>
                      <a:pt x="11" y="25"/>
                    </a:cubicBezTo>
                    <a:moveTo>
                      <a:pt x="1" y="13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1" name="Freeform 87">
                <a:extLst>
                  <a:ext uri="{FF2B5EF4-FFF2-40B4-BE49-F238E27FC236}">
                    <a16:creationId xmlns:a16="http://schemas.microsoft.com/office/drawing/2014/main" id="{8D1963FF-076C-4F2C-A55D-0A632B8A223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65" y="7537"/>
                <a:ext cx="104" cy="46"/>
              </a:xfrm>
              <a:custGeom>
                <a:avLst/>
                <a:gdLst>
                  <a:gd name="T0" fmla="*/ 1 w 140"/>
                  <a:gd name="T1" fmla="*/ 4 h 62"/>
                  <a:gd name="T2" fmla="*/ 7 w 140"/>
                  <a:gd name="T3" fmla="*/ 36 h 62"/>
                  <a:gd name="T4" fmla="*/ 2 w 140"/>
                  <a:gd name="T5" fmla="*/ 42 h 62"/>
                  <a:gd name="T6" fmla="*/ 1 w 140"/>
                  <a:gd name="T7" fmla="*/ 42 h 62"/>
                  <a:gd name="T8" fmla="*/ 1 w 140"/>
                  <a:gd name="T9" fmla="*/ 44 h 62"/>
                  <a:gd name="T10" fmla="*/ 20 w 140"/>
                  <a:gd name="T11" fmla="*/ 41 h 62"/>
                  <a:gd name="T12" fmla="*/ 19 w 140"/>
                  <a:gd name="T13" fmla="*/ 41 h 62"/>
                  <a:gd name="T14" fmla="*/ 15 w 140"/>
                  <a:gd name="T15" fmla="*/ 23 h 62"/>
                  <a:gd name="T16" fmla="*/ 28 w 140"/>
                  <a:gd name="T17" fmla="*/ 40 h 62"/>
                  <a:gd name="T18" fmla="*/ 24 w 140"/>
                  <a:gd name="T19" fmla="*/ 41 h 62"/>
                  <a:gd name="T20" fmla="*/ 24 w 140"/>
                  <a:gd name="T21" fmla="*/ 43 h 62"/>
                  <a:gd name="T22" fmla="*/ 45 w 140"/>
                  <a:gd name="T23" fmla="*/ 42 h 62"/>
                  <a:gd name="T24" fmla="*/ 61 w 140"/>
                  <a:gd name="T25" fmla="*/ 43 h 62"/>
                  <a:gd name="T26" fmla="*/ 56 w 140"/>
                  <a:gd name="T27" fmla="*/ 41 h 62"/>
                  <a:gd name="T28" fmla="*/ 57 w 140"/>
                  <a:gd name="T29" fmla="*/ 38 h 62"/>
                  <a:gd name="T30" fmla="*/ 78 w 140"/>
                  <a:gd name="T31" fmla="*/ 36 h 62"/>
                  <a:gd name="T32" fmla="*/ 80 w 140"/>
                  <a:gd name="T33" fmla="*/ 44 h 62"/>
                  <a:gd name="T34" fmla="*/ 77 w 140"/>
                  <a:gd name="T35" fmla="*/ 47 h 62"/>
                  <a:gd name="T36" fmla="*/ 74 w 140"/>
                  <a:gd name="T37" fmla="*/ 46 h 62"/>
                  <a:gd name="T38" fmla="*/ 93 w 140"/>
                  <a:gd name="T39" fmla="*/ 52 h 62"/>
                  <a:gd name="T40" fmla="*/ 111 w 140"/>
                  <a:gd name="T41" fmla="*/ 62 h 62"/>
                  <a:gd name="T42" fmla="*/ 112 w 140"/>
                  <a:gd name="T43" fmla="*/ 60 h 62"/>
                  <a:gd name="T44" fmla="*/ 109 w 140"/>
                  <a:gd name="T45" fmla="*/ 52 h 62"/>
                  <a:gd name="T46" fmla="*/ 116 w 140"/>
                  <a:gd name="T47" fmla="*/ 43 h 62"/>
                  <a:gd name="T48" fmla="*/ 139 w 140"/>
                  <a:gd name="T49" fmla="*/ 41 h 62"/>
                  <a:gd name="T50" fmla="*/ 139 w 140"/>
                  <a:gd name="T51" fmla="*/ 38 h 62"/>
                  <a:gd name="T52" fmla="*/ 129 w 140"/>
                  <a:gd name="T53" fmla="*/ 24 h 62"/>
                  <a:gd name="T54" fmla="*/ 110 w 140"/>
                  <a:gd name="T55" fmla="*/ 17 h 62"/>
                  <a:gd name="T56" fmla="*/ 114 w 140"/>
                  <a:gd name="T57" fmla="*/ 21 h 62"/>
                  <a:gd name="T58" fmla="*/ 102 w 140"/>
                  <a:gd name="T59" fmla="*/ 49 h 62"/>
                  <a:gd name="T60" fmla="*/ 94 w 140"/>
                  <a:gd name="T61" fmla="*/ 51 h 62"/>
                  <a:gd name="T62" fmla="*/ 94 w 140"/>
                  <a:gd name="T63" fmla="*/ 52 h 62"/>
                  <a:gd name="T64" fmla="*/ 94 w 140"/>
                  <a:gd name="T65" fmla="*/ 50 h 62"/>
                  <a:gd name="T66" fmla="*/ 87 w 140"/>
                  <a:gd name="T67" fmla="*/ 43 h 62"/>
                  <a:gd name="T68" fmla="*/ 74 w 140"/>
                  <a:gd name="T69" fmla="*/ 5 h 62"/>
                  <a:gd name="T70" fmla="*/ 47 w 140"/>
                  <a:gd name="T71" fmla="*/ 40 h 62"/>
                  <a:gd name="T72" fmla="*/ 44 w 140"/>
                  <a:gd name="T73" fmla="*/ 40 h 62"/>
                  <a:gd name="T74" fmla="*/ 44 w 140"/>
                  <a:gd name="T75" fmla="*/ 40 h 62"/>
                  <a:gd name="T76" fmla="*/ 21 w 140"/>
                  <a:gd name="T77" fmla="*/ 20 h 62"/>
                  <a:gd name="T78" fmla="*/ 40 w 140"/>
                  <a:gd name="T79" fmla="*/ 2 h 62"/>
                  <a:gd name="T80" fmla="*/ 41 w 140"/>
                  <a:gd name="T81" fmla="*/ 0 h 62"/>
                  <a:gd name="T82" fmla="*/ 23 w 140"/>
                  <a:gd name="T83" fmla="*/ 3 h 62"/>
                  <a:gd name="T84" fmla="*/ 25 w 140"/>
                  <a:gd name="T85" fmla="*/ 3 h 62"/>
                  <a:gd name="T86" fmla="*/ 28 w 140"/>
                  <a:gd name="T87" fmla="*/ 4 h 62"/>
                  <a:gd name="T88" fmla="*/ 25 w 140"/>
                  <a:gd name="T89" fmla="*/ 7 h 62"/>
                  <a:gd name="T90" fmla="*/ 14 w 140"/>
                  <a:gd name="T91" fmla="*/ 9 h 62"/>
                  <a:gd name="T92" fmla="*/ 18 w 140"/>
                  <a:gd name="T93" fmla="*/ 3 h 62"/>
                  <a:gd name="T94" fmla="*/ 19 w 140"/>
                  <a:gd name="T95" fmla="*/ 1 h 62"/>
                  <a:gd name="T96" fmla="*/ 0 w 140"/>
                  <a:gd name="T97" fmla="*/ 4 h 62"/>
                  <a:gd name="T98" fmla="*/ 123 w 140"/>
                  <a:gd name="T99" fmla="*/ 25 h 62"/>
                  <a:gd name="T100" fmla="*/ 132 w 140"/>
                  <a:gd name="T101" fmla="*/ 33 h 62"/>
                  <a:gd name="T102" fmla="*/ 124 w 140"/>
                  <a:gd name="T103" fmla="*/ 43 h 62"/>
                  <a:gd name="T104" fmla="*/ 115 w 140"/>
                  <a:gd name="T105" fmla="*/ 39 h 62"/>
                  <a:gd name="T106" fmla="*/ 74 w 140"/>
                  <a:gd name="T107" fmla="*/ 13 h 62"/>
                  <a:gd name="T108" fmla="*/ 63 w 140"/>
                  <a:gd name="T10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" h="62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5" y="4"/>
                      <a:pt x="6" y="5"/>
                      <a:pt x="6" y="9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41"/>
                      <a:pt x="6" y="42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19" y="41"/>
                      <a:pt x="19" y="41"/>
                    </a:cubicBezTo>
                    <a:cubicBezTo>
                      <a:pt x="16" y="41"/>
                      <a:pt x="15" y="40"/>
                      <a:pt x="15" y="36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8"/>
                      <a:pt x="28" y="39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1"/>
                      <a:pt x="27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7" y="43"/>
                      <a:pt x="56" y="42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39"/>
                      <a:pt x="57" y="39"/>
                      <a:pt x="57" y="38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79" y="46"/>
                      <a:pt x="79" y="47"/>
                      <a:pt x="77" y="47"/>
                    </a:cubicBezTo>
                    <a:cubicBezTo>
                      <a:pt x="76" y="47"/>
                      <a:pt x="75" y="47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09" y="58"/>
                      <a:pt x="108" y="57"/>
                      <a:pt x="108" y="56"/>
                    </a:cubicBezTo>
                    <a:cubicBezTo>
                      <a:pt x="108" y="55"/>
                      <a:pt x="108" y="54"/>
                      <a:pt x="109" y="52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20" y="45"/>
                      <a:pt x="125" y="47"/>
                      <a:pt x="129" y="47"/>
                    </a:cubicBezTo>
                    <a:cubicBezTo>
                      <a:pt x="133" y="47"/>
                      <a:pt x="136" y="46"/>
                      <a:pt x="139" y="41"/>
                    </a:cubicBezTo>
                    <a:cubicBezTo>
                      <a:pt x="139" y="40"/>
                      <a:pt x="139" y="40"/>
                      <a:pt x="139" y="39"/>
                    </a:cubicBezTo>
                    <a:cubicBezTo>
                      <a:pt x="139" y="38"/>
                      <a:pt x="139" y="38"/>
                      <a:pt x="139" y="38"/>
                    </a:cubicBez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1"/>
                      <a:pt x="135" y="27"/>
                      <a:pt x="129" y="24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3" y="18"/>
                      <a:pt x="114" y="19"/>
                      <a:pt x="114" y="21"/>
                    </a:cubicBezTo>
                    <a:cubicBezTo>
                      <a:pt x="114" y="22"/>
                      <a:pt x="114" y="23"/>
                      <a:pt x="113" y="25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0" y="52"/>
                      <a:pt x="99" y="53"/>
                      <a:pt x="98" y="53"/>
                    </a:cubicBezTo>
                    <a:cubicBezTo>
                      <a:pt x="97" y="53"/>
                      <a:pt x="96" y="52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9" y="49"/>
                      <a:pt x="88" y="48"/>
                      <a:pt x="87" y="43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9"/>
                      <a:pt x="49" y="40"/>
                      <a:pt x="47" y="40"/>
                    </a:cubicBezTo>
                    <a:cubicBezTo>
                      <a:pt x="46" y="40"/>
                      <a:pt x="45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39" y="40"/>
                      <a:pt x="36" y="38"/>
                      <a:pt x="34" y="35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4"/>
                      <a:pt x="35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3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6"/>
                      <a:pt x="25" y="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4"/>
                      <a:pt x="15" y="4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  <a:moveTo>
                      <a:pt x="120" y="28"/>
                    </a:moveTo>
                    <a:cubicBezTo>
                      <a:pt x="121" y="26"/>
                      <a:pt x="122" y="25"/>
                      <a:pt x="123" y="25"/>
                    </a:cubicBezTo>
                    <a:cubicBezTo>
                      <a:pt x="124" y="25"/>
                      <a:pt x="125" y="25"/>
                      <a:pt x="126" y="26"/>
                    </a:cubicBezTo>
                    <a:cubicBezTo>
                      <a:pt x="130" y="28"/>
                      <a:pt x="132" y="30"/>
                      <a:pt x="132" y="33"/>
                    </a:cubicBezTo>
                    <a:cubicBezTo>
                      <a:pt x="132" y="34"/>
                      <a:pt x="132" y="36"/>
                      <a:pt x="131" y="37"/>
                    </a:cubicBezTo>
                    <a:cubicBezTo>
                      <a:pt x="129" y="41"/>
                      <a:pt x="127" y="43"/>
                      <a:pt x="124" y="43"/>
                    </a:cubicBezTo>
                    <a:cubicBezTo>
                      <a:pt x="122" y="43"/>
                      <a:pt x="119" y="42"/>
                      <a:pt x="117" y="40"/>
                    </a:cubicBezTo>
                    <a:cubicBezTo>
                      <a:pt x="115" y="39"/>
                      <a:pt x="115" y="39"/>
                      <a:pt x="115" y="39"/>
                    </a:cubicBezTo>
                    <a:lnTo>
                      <a:pt x="120" y="28"/>
                    </a:lnTo>
                    <a:close/>
                    <a:moveTo>
                      <a:pt x="74" y="1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63" y="29"/>
                      <a:pt x="63" y="29"/>
                      <a:pt x="63" y="29"/>
                    </a:cubicBezTo>
                    <a:lnTo>
                      <a:pt x="74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2" name="Freeform 88">
                <a:extLst>
                  <a:ext uri="{FF2B5EF4-FFF2-40B4-BE49-F238E27FC236}">
                    <a16:creationId xmlns:a16="http://schemas.microsoft.com/office/drawing/2014/main" id="{0AC16043-4B1D-4C65-9969-838C6342991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2" y="7568"/>
                <a:ext cx="35" cy="32"/>
              </a:xfrm>
              <a:custGeom>
                <a:avLst/>
                <a:gdLst>
                  <a:gd name="T0" fmla="*/ 8 w 47"/>
                  <a:gd name="T1" fmla="*/ 22 h 43"/>
                  <a:gd name="T2" fmla="*/ 8 w 47"/>
                  <a:gd name="T3" fmla="*/ 21 h 43"/>
                  <a:gd name="T4" fmla="*/ 6 w 47"/>
                  <a:gd name="T5" fmla="*/ 20 h 43"/>
                  <a:gd name="T6" fmla="*/ 0 w 47"/>
                  <a:gd name="T7" fmla="*/ 29 h 43"/>
                  <a:gd name="T8" fmla="*/ 1 w 47"/>
                  <a:gd name="T9" fmla="*/ 29 h 43"/>
                  <a:gd name="T10" fmla="*/ 10 w 47"/>
                  <a:gd name="T11" fmla="*/ 38 h 43"/>
                  <a:gd name="T12" fmla="*/ 23 w 47"/>
                  <a:gd name="T13" fmla="*/ 43 h 43"/>
                  <a:gd name="T14" fmla="*/ 23 w 47"/>
                  <a:gd name="T15" fmla="*/ 43 h 43"/>
                  <a:gd name="T16" fmla="*/ 32 w 47"/>
                  <a:gd name="T17" fmla="*/ 39 h 43"/>
                  <a:gd name="T18" fmla="*/ 34 w 47"/>
                  <a:gd name="T19" fmla="*/ 33 h 43"/>
                  <a:gd name="T20" fmla="*/ 33 w 47"/>
                  <a:gd name="T21" fmla="*/ 30 h 43"/>
                  <a:gd name="T22" fmla="*/ 33 w 47"/>
                  <a:gd name="T23" fmla="*/ 30 h 43"/>
                  <a:gd name="T24" fmla="*/ 32 w 47"/>
                  <a:gd name="T25" fmla="*/ 27 h 43"/>
                  <a:gd name="T26" fmla="*/ 25 w 47"/>
                  <a:gd name="T27" fmla="*/ 10 h 43"/>
                  <a:gd name="T28" fmla="*/ 26 w 47"/>
                  <a:gd name="T29" fmla="*/ 7 h 43"/>
                  <a:gd name="T30" fmla="*/ 30 w 47"/>
                  <a:gd name="T31" fmla="*/ 5 h 43"/>
                  <a:gd name="T32" fmla="*/ 36 w 47"/>
                  <a:gd name="T33" fmla="*/ 8 h 43"/>
                  <a:gd name="T34" fmla="*/ 41 w 47"/>
                  <a:gd name="T35" fmla="*/ 15 h 43"/>
                  <a:gd name="T36" fmla="*/ 39 w 47"/>
                  <a:gd name="T37" fmla="*/ 20 h 43"/>
                  <a:gd name="T38" fmla="*/ 39 w 47"/>
                  <a:gd name="T39" fmla="*/ 20 h 43"/>
                  <a:gd name="T40" fmla="*/ 39 w 47"/>
                  <a:gd name="T41" fmla="*/ 20 h 43"/>
                  <a:gd name="T42" fmla="*/ 41 w 47"/>
                  <a:gd name="T43" fmla="*/ 21 h 43"/>
                  <a:gd name="T44" fmla="*/ 47 w 47"/>
                  <a:gd name="T45" fmla="*/ 13 h 43"/>
                  <a:gd name="T46" fmla="*/ 47 w 47"/>
                  <a:gd name="T47" fmla="*/ 13 h 43"/>
                  <a:gd name="T48" fmla="*/ 38 w 47"/>
                  <a:gd name="T49" fmla="*/ 5 h 43"/>
                  <a:gd name="T50" fmla="*/ 27 w 47"/>
                  <a:gd name="T51" fmla="*/ 0 h 43"/>
                  <a:gd name="T52" fmla="*/ 19 w 47"/>
                  <a:gd name="T53" fmla="*/ 4 h 43"/>
                  <a:gd name="T54" fmla="*/ 17 w 47"/>
                  <a:gd name="T55" fmla="*/ 10 h 43"/>
                  <a:gd name="T56" fmla="*/ 19 w 47"/>
                  <a:gd name="T57" fmla="*/ 17 h 43"/>
                  <a:gd name="T58" fmla="*/ 25 w 47"/>
                  <a:gd name="T59" fmla="*/ 32 h 43"/>
                  <a:gd name="T60" fmla="*/ 24 w 47"/>
                  <a:gd name="T61" fmla="*/ 36 h 43"/>
                  <a:gd name="T62" fmla="*/ 19 w 47"/>
                  <a:gd name="T63" fmla="*/ 38 h 43"/>
                  <a:gd name="T64" fmla="*/ 12 w 47"/>
                  <a:gd name="T65" fmla="*/ 35 h 43"/>
                  <a:gd name="T66" fmla="*/ 7 w 47"/>
                  <a:gd name="T67" fmla="*/ 27 h 43"/>
                  <a:gd name="T68" fmla="*/ 8 w 47"/>
                  <a:gd name="T6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43">
                    <a:moveTo>
                      <a:pt x="8" y="22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5" y="35"/>
                      <a:pt x="10" y="38"/>
                    </a:cubicBezTo>
                    <a:cubicBezTo>
                      <a:pt x="14" y="41"/>
                      <a:pt x="19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6" y="43"/>
                      <a:pt x="29" y="42"/>
                      <a:pt x="32" y="39"/>
                    </a:cubicBezTo>
                    <a:cubicBezTo>
                      <a:pt x="33" y="37"/>
                      <a:pt x="34" y="35"/>
                      <a:pt x="34" y="33"/>
                    </a:cubicBezTo>
                    <a:cubicBezTo>
                      <a:pt x="34" y="32"/>
                      <a:pt x="33" y="31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1" y="22"/>
                      <a:pt x="25" y="15"/>
                      <a:pt x="25" y="10"/>
                    </a:cubicBezTo>
                    <a:cubicBezTo>
                      <a:pt x="25" y="9"/>
                      <a:pt x="25" y="8"/>
                      <a:pt x="26" y="7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5"/>
                      <a:pt x="34" y="6"/>
                      <a:pt x="36" y="8"/>
                    </a:cubicBezTo>
                    <a:cubicBezTo>
                      <a:pt x="40" y="10"/>
                      <a:pt x="41" y="13"/>
                      <a:pt x="41" y="15"/>
                    </a:cubicBezTo>
                    <a:cubicBezTo>
                      <a:pt x="41" y="17"/>
                      <a:pt x="40" y="18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11"/>
                      <a:pt x="42" y="8"/>
                      <a:pt x="38" y="5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3" y="0"/>
                      <a:pt x="21" y="2"/>
                      <a:pt x="19" y="4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17" y="13"/>
                      <a:pt x="18" y="15"/>
                      <a:pt x="19" y="17"/>
                    </a:cubicBezTo>
                    <a:cubicBezTo>
                      <a:pt x="21" y="23"/>
                      <a:pt x="25" y="28"/>
                      <a:pt x="25" y="32"/>
                    </a:cubicBezTo>
                    <a:cubicBezTo>
                      <a:pt x="25" y="33"/>
                      <a:pt x="24" y="34"/>
                      <a:pt x="24" y="36"/>
                    </a:cubicBezTo>
                    <a:cubicBezTo>
                      <a:pt x="22" y="37"/>
                      <a:pt x="21" y="38"/>
                      <a:pt x="19" y="38"/>
                    </a:cubicBezTo>
                    <a:cubicBezTo>
                      <a:pt x="17" y="38"/>
                      <a:pt x="15" y="37"/>
                      <a:pt x="12" y="35"/>
                    </a:cubicBezTo>
                    <a:cubicBezTo>
                      <a:pt x="8" y="32"/>
                      <a:pt x="7" y="29"/>
                      <a:pt x="7" y="27"/>
                    </a:cubicBezTo>
                    <a:cubicBezTo>
                      <a:pt x="7" y="25"/>
                      <a:pt x="8" y="23"/>
                      <a:pt x="8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3" name="Freeform 89">
                <a:extLst>
                  <a:ext uri="{FF2B5EF4-FFF2-40B4-BE49-F238E27FC236}">
                    <a16:creationId xmlns:a16="http://schemas.microsoft.com/office/drawing/2014/main" id="{2C3A8486-9A26-4A30-8320-BFE31D4F676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82" y="7594"/>
                <a:ext cx="94" cy="124"/>
              </a:xfrm>
              <a:custGeom>
                <a:avLst/>
                <a:gdLst>
                  <a:gd name="T0" fmla="*/ 66 w 127"/>
                  <a:gd name="T1" fmla="*/ 95 h 166"/>
                  <a:gd name="T2" fmla="*/ 70 w 127"/>
                  <a:gd name="T3" fmla="*/ 93 h 166"/>
                  <a:gd name="T4" fmla="*/ 79 w 127"/>
                  <a:gd name="T5" fmla="*/ 114 h 166"/>
                  <a:gd name="T6" fmla="*/ 73 w 127"/>
                  <a:gd name="T7" fmla="*/ 112 h 166"/>
                  <a:gd name="T8" fmla="*/ 80 w 127"/>
                  <a:gd name="T9" fmla="*/ 131 h 166"/>
                  <a:gd name="T10" fmla="*/ 102 w 127"/>
                  <a:gd name="T11" fmla="*/ 166 h 166"/>
                  <a:gd name="T12" fmla="*/ 125 w 127"/>
                  <a:gd name="T13" fmla="*/ 137 h 166"/>
                  <a:gd name="T14" fmla="*/ 118 w 127"/>
                  <a:gd name="T15" fmla="*/ 120 h 166"/>
                  <a:gd name="T16" fmla="*/ 88 w 127"/>
                  <a:gd name="T17" fmla="*/ 134 h 166"/>
                  <a:gd name="T18" fmla="*/ 81 w 127"/>
                  <a:gd name="T19" fmla="*/ 130 h 166"/>
                  <a:gd name="T20" fmla="*/ 80 w 127"/>
                  <a:gd name="T21" fmla="*/ 126 h 166"/>
                  <a:gd name="T22" fmla="*/ 106 w 127"/>
                  <a:gd name="T23" fmla="*/ 88 h 166"/>
                  <a:gd name="T24" fmla="*/ 60 w 127"/>
                  <a:gd name="T25" fmla="*/ 84 h 166"/>
                  <a:gd name="T26" fmla="*/ 59 w 127"/>
                  <a:gd name="T27" fmla="*/ 78 h 166"/>
                  <a:gd name="T28" fmla="*/ 80 w 127"/>
                  <a:gd name="T29" fmla="*/ 56 h 166"/>
                  <a:gd name="T30" fmla="*/ 93 w 127"/>
                  <a:gd name="T31" fmla="*/ 61 h 166"/>
                  <a:gd name="T32" fmla="*/ 81 w 127"/>
                  <a:gd name="T33" fmla="*/ 47 h 166"/>
                  <a:gd name="T34" fmla="*/ 82 w 127"/>
                  <a:gd name="T35" fmla="*/ 51 h 166"/>
                  <a:gd name="T36" fmla="*/ 71 w 127"/>
                  <a:gd name="T37" fmla="*/ 42 h 166"/>
                  <a:gd name="T38" fmla="*/ 79 w 127"/>
                  <a:gd name="T39" fmla="*/ 43 h 166"/>
                  <a:gd name="T40" fmla="*/ 68 w 127"/>
                  <a:gd name="T41" fmla="*/ 28 h 166"/>
                  <a:gd name="T42" fmla="*/ 67 w 127"/>
                  <a:gd name="T43" fmla="*/ 36 h 166"/>
                  <a:gd name="T44" fmla="*/ 37 w 127"/>
                  <a:gd name="T45" fmla="*/ 49 h 166"/>
                  <a:gd name="T46" fmla="*/ 37 w 127"/>
                  <a:gd name="T47" fmla="*/ 48 h 166"/>
                  <a:gd name="T48" fmla="*/ 50 w 127"/>
                  <a:gd name="T49" fmla="*/ 4 h 166"/>
                  <a:gd name="T50" fmla="*/ 7 w 127"/>
                  <a:gd name="T51" fmla="*/ 15 h 166"/>
                  <a:gd name="T52" fmla="*/ 1 w 127"/>
                  <a:gd name="T53" fmla="*/ 12 h 166"/>
                  <a:gd name="T54" fmla="*/ 13 w 127"/>
                  <a:gd name="T55" fmla="*/ 24 h 166"/>
                  <a:gd name="T56" fmla="*/ 11 w 127"/>
                  <a:gd name="T57" fmla="*/ 19 h 166"/>
                  <a:gd name="T58" fmla="*/ 32 w 127"/>
                  <a:gd name="T59" fmla="*/ 28 h 166"/>
                  <a:gd name="T60" fmla="*/ 27 w 127"/>
                  <a:gd name="T61" fmla="*/ 37 h 166"/>
                  <a:gd name="T62" fmla="*/ 21 w 127"/>
                  <a:gd name="T63" fmla="*/ 35 h 166"/>
                  <a:gd name="T64" fmla="*/ 45 w 127"/>
                  <a:gd name="T65" fmla="*/ 66 h 166"/>
                  <a:gd name="T66" fmla="*/ 46 w 127"/>
                  <a:gd name="T67" fmla="*/ 61 h 166"/>
                  <a:gd name="T68" fmla="*/ 54 w 127"/>
                  <a:gd name="T69" fmla="*/ 67 h 166"/>
                  <a:gd name="T70" fmla="*/ 49 w 127"/>
                  <a:gd name="T71" fmla="*/ 68 h 166"/>
                  <a:gd name="T72" fmla="*/ 59 w 127"/>
                  <a:gd name="T73" fmla="*/ 86 h 166"/>
                  <a:gd name="T74" fmla="*/ 67 w 127"/>
                  <a:gd name="T75" fmla="*/ 99 h 166"/>
                  <a:gd name="T76" fmla="*/ 119 w 127"/>
                  <a:gd name="T77" fmla="*/ 134 h 166"/>
                  <a:gd name="T78" fmla="*/ 109 w 127"/>
                  <a:gd name="T79" fmla="*/ 156 h 166"/>
                  <a:gd name="T80" fmla="*/ 87 w 127"/>
                  <a:gd name="T81" fmla="*/ 145 h 166"/>
                  <a:gd name="T82" fmla="*/ 86 w 127"/>
                  <a:gd name="T83" fmla="*/ 107 h 166"/>
                  <a:gd name="T84" fmla="*/ 23 w 127"/>
                  <a:gd name="T85" fmla="*/ 14 h 166"/>
                  <a:gd name="T86" fmla="*/ 23 w 127"/>
                  <a:gd name="T87" fmla="*/ 1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7" h="166">
                    <a:moveTo>
                      <a:pt x="67" y="99"/>
                    </a:move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8"/>
                      <a:pt x="66" y="96"/>
                      <a:pt x="66" y="95"/>
                    </a:cubicBezTo>
                    <a:cubicBezTo>
                      <a:pt x="66" y="95"/>
                      <a:pt x="67" y="94"/>
                      <a:pt x="67" y="94"/>
                    </a:cubicBezTo>
                    <a:cubicBezTo>
                      <a:pt x="68" y="93"/>
                      <a:pt x="69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8" y="115"/>
                      <a:pt x="78" y="116"/>
                      <a:pt x="77" y="116"/>
                    </a:cubicBezTo>
                    <a:cubicBezTo>
                      <a:pt x="77" y="116"/>
                      <a:pt x="77" y="116"/>
                      <a:pt x="77" y="116"/>
                    </a:cubicBezTo>
                    <a:cubicBezTo>
                      <a:pt x="75" y="116"/>
                      <a:pt x="74" y="114"/>
                      <a:pt x="73" y="112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1" y="113"/>
                      <a:pt x="71" y="113"/>
                      <a:pt x="71" y="113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7" y="159"/>
                      <a:pt x="91" y="166"/>
                      <a:pt x="102" y="166"/>
                    </a:cubicBezTo>
                    <a:cubicBezTo>
                      <a:pt x="104" y="166"/>
                      <a:pt x="107" y="165"/>
                      <a:pt x="111" y="164"/>
                    </a:cubicBezTo>
                    <a:cubicBezTo>
                      <a:pt x="123" y="161"/>
                      <a:pt x="127" y="155"/>
                      <a:pt x="127" y="147"/>
                    </a:cubicBezTo>
                    <a:cubicBezTo>
                      <a:pt x="127" y="144"/>
                      <a:pt x="126" y="141"/>
                      <a:pt x="125" y="137"/>
                    </a:cubicBezTo>
                    <a:cubicBezTo>
                      <a:pt x="120" y="119"/>
                      <a:pt x="120" y="119"/>
                      <a:pt x="120" y="119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1"/>
                      <a:pt x="118" y="122"/>
                      <a:pt x="118" y="123"/>
                    </a:cubicBezTo>
                    <a:cubicBezTo>
                      <a:pt x="118" y="125"/>
                      <a:pt x="117" y="126"/>
                      <a:pt x="114" y="127"/>
                    </a:cubicBezTo>
                    <a:cubicBezTo>
                      <a:pt x="88" y="134"/>
                      <a:pt x="88" y="134"/>
                      <a:pt x="88" y="134"/>
                    </a:cubicBezTo>
                    <a:cubicBezTo>
                      <a:pt x="87" y="135"/>
                      <a:pt x="86" y="135"/>
                      <a:pt x="85" y="135"/>
                    </a:cubicBezTo>
                    <a:cubicBezTo>
                      <a:pt x="83" y="135"/>
                      <a:pt x="82" y="134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8"/>
                      <a:pt x="80" y="127"/>
                      <a:pt x="80" y="126"/>
                    </a:cubicBezTo>
                    <a:cubicBezTo>
                      <a:pt x="80" y="124"/>
                      <a:pt x="81" y="122"/>
                      <a:pt x="83" y="120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69" y="89"/>
                      <a:pt x="69" y="89"/>
                      <a:pt x="68" y="89"/>
                    </a:cubicBezTo>
                    <a:cubicBezTo>
                      <a:pt x="64" y="89"/>
                      <a:pt x="62" y="88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2"/>
                      <a:pt x="59" y="80"/>
                      <a:pt x="59" y="78"/>
                    </a:cubicBezTo>
                    <a:cubicBezTo>
                      <a:pt x="59" y="77"/>
                      <a:pt x="59" y="75"/>
                      <a:pt x="60" y="7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5" y="56"/>
                      <a:pt x="88" y="57"/>
                      <a:pt x="91" y="61"/>
                    </a:cubicBezTo>
                    <a:cubicBezTo>
                      <a:pt x="91" y="62"/>
                      <a:pt x="91" y="62"/>
                      <a:pt x="91" y="62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9"/>
                      <a:pt x="83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2" y="51"/>
                      <a:pt x="82" y="51"/>
                    </a:cubicBezTo>
                    <a:cubicBezTo>
                      <a:pt x="81" y="51"/>
                      <a:pt x="80" y="51"/>
                      <a:pt x="79" y="51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3" y="41"/>
                      <a:pt x="74" y="41"/>
                      <a:pt x="75" y="41"/>
                    </a:cubicBezTo>
                    <a:cubicBezTo>
                      <a:pt x="76" y="41"/>
                      <a:pt x="77" y="41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9" y="30"/>
                      <a:pt x="70" y="31"/>
                      <a:pt x="70" y="32"/>
                    </a:cubicBezTo>
                    <a:cubicBezTo>
                      <a:pt x="70" y="33"/>
                      <a:pt x="69" y="34"/>
                      <a:pt x="67" y="36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52"/>
                      <a:pt x="42" y="52"/>
                      <a:pt x="41" y="52"/>
                    </a:cubicBezTo>
                    <a:cubicBezTo>
                      <a:pt x="39" y="52"/>
                      <a:pt x="38" y="51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46"/>
                      <a:pt x="34" y="45"/>
                      <a:pt x="34" y="43"/>
                    </a:cubicBezTo>
                    <a:cubicBezTo>
                      <a:pt x="34" y="42"/>
                      <a:pt x="34" y="40"/>
                      <a:pt x="35" y="3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8" y="15"/>
                      <a:pt x="7" y="15"/>
                    </a:cubicBezTo>
                    <a:cubicBezTo>
                      <a:pt x="5" y="15"/>
                      <a:pt x="4" y="14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2"/>
                      <a:pt x="11" y="21"/>
                      <a:pt x="11" y="20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8" y="37"/>
                      <a:pt x="27" y="37"/>
                      <a:pt x="27" y="37"/>
                    </a:cubicBezTo>
                    <a:cubicBezTo>
                      <a:pt x="26" y="37"/>
                      <a:pt x="24" y="35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3"/>
                      <a:pt x="46" y="62"/>
                      <a:pt x="46" y="61"/>
                    </a:cubicBezTo>
                    <a:cubicBezTo>
                      <a:pt x="46" y="60"/>
                      <a:pt x="47" y="59"/>
                      <a:pt x="49" y="57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9"/>
                      <a:pt x="53" y="70"/>
                      <a:pt x="53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1" y="70"/>
                      <a:pt x="50" y="69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6" y="100"/>
                      <a:pt x="66" y="100"/>
                      <a:pt x="66" y="100"/>
                    </a:cubicBezTo>
                    <a:lnTo>
                      <a:pt x="67" y="99"/>
                    </a:lnTo>
                    <a:close/>
                    <a:moveTo>
                      <a:pt x="90" y="142"/>
                    </a:move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7" y="134"/>
                      <a:pt x="118" y="134"/>
                      <a:pt x="119" y="134"/>
                    </a:cubicBezTo>
                    <a:cubicBezTo>
                      <a:pt x="120" y="134"/>
                      <a:pt x="121" y="135"/>
                      <a:pt x="122" y="138"/>
                    </a:cubicBezTo>
                    <a:cubicBezTo>
                      <a:pt x="122" y="140"/>
                      <a:pt x="123" y="142"/>
                      <a:pt x="123" y="144"/>
                    </a:cubicBezTo>
                    <a:cubicBezTo>
                      <a:pt x="123" y="151"/>
                      <a:pt x="117" y="154"/>
                      <a:pt x="109" y="156"/>
                    </a:cubicBezTo>
                    <a:cubicBezTo>
                      <a:pt x="105" y="157"/>
                      <a:pt x="102" y="158"/>
                      <a:pt x="99" y="158"/>
                    </a:cubicBezTo>
                    <a:cubicBezTo>
                      <a:pt x="93" y="158"/>
                      <a:pt x="90" y="155"/>
                      <a:pt x="88" y="147"/>
                    </a:cubicBezTo>
                    <a:cubicBezTo>
                      <a:pt x="87" y="146"/>
                      <a:pt x="87" y="146"/>
                      <a:pt x="87" y="145"/>
                    </a:cubicBezTo>
                    <a:cubicBezTo>
                      <a:pt x="87" y="143"/>
                      <a:pt x="88" y="143"/>
                      <a:pt x="90" y="142"/>
                    </a:cubicBezTo>
                    <a:moveTo>
                      <a:pt x="100" y="92"/>
                    </a:moveTo>
                    <a:cubicBezTo>
                      <a:pt x="86" y="107"/>
                      <a:pt x="86" y="107"/>
                      <a:pt x="86" y="107"/>
                    </a:cubicBezTo>
                    <a:cubicBezTo>
                      <a:pt x="80" y="93"/>
                      <a:pt x="80" y="93"/>
                      <a:pt x="80" y="93"/>
                    </a:cubicBezTo>
                    <a:lnTo>
                      <a:pt x="100" y="92"/>
                    </a:lnTo>
                    <a:close/>
                    <a:moveTo>
                      <a:pt x="23" y="14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34" y="25"/>
                      <a:pt x="34" y="25"/>
                      <a:pt x="34" y="25"/>
                    </a:cubicBezTo>
                    <a:lnTo>
                      <a:pt x="2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4" name="Freeform 90">
                <a:extLst>
                  <a:ext uri="{FF2B5EF4-FFF2-40B4-BE49-F238E27FC236}">
                    <a16:creationId xmlns:a16="http://schemas.microsoft.com/office/drawing/2014/main" id="{6DB90069-4643-4ABC-BF7D-31F4C23F28F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0" y="7722"/>
                <a:ext cx="35" cy="30"/>
              </a:xfrm>
              <a:custGeom>
                <a:avLst/>
                <a:gdLst>
                  <a:gd name="T0" fmla="*/ 6 w 47"/>
                  <a:gd name="T1" fmla="*/ 11 h 40"/>
                  <a:gd name="T2" fmla="*/ 2 w 47"/>
                  <a:gd name="T3" fmla="*/ 6 h 40"/>
                  <a:gd name="T4" fmla="*/ 2 w 47"/>
                  <a:gd name="T5" fmla="*/ 5 h 40"/>
                  <a:gd name="T6" fmla="*/ 2 w 47"/>
                  <a:gd name="T7" fmla="*/ 5 h 40"/>
                  <a:gd name="T8" fmla="*/ 0 w 47"/>
                  <a:gd name="T9" fmla="*/ 6 h 40"/>
                  <a:gd name="T10" fmla="*/ 5 w 47"/>
                  <a:gd name="T11" fmla="*/ 40 h 40"/>
                  <a:gd name="T12" fmla="*/ 15 w 47"/>
                  <a:gd name="T13" fmla="*/ 39 h 40"/>
                  <a:gd name="T14" fmla="*/ 14 w 47"/>
                  <a:gd name="T15" fmla="*/ 36 h 40"/>
                  <a:gd name="T16" fmla="*/ 14 w 47"/>
                  <a:gd name="T17" fmla="*/ 36 h 40"/>
                  <a:gd name="T18" fmla="*/ 13 w 47"/>
                  <a:gd name="T19" fmla="*/ 36 h 40"/>
                  <a:gd name="T20" fmla="*/ 7 w 47"/>
                  <a:gd name="T21" fmla="*/ 29 h 40"/>
                  <a:gd name="T22" fmla="*/ 6 w 47"/>
                  <a:gd name="T23" fmla="*/ 23 h 40"/>
                  <a:gd name="T24" fmla="*/ 6 w 47"/>
                  <a:gd name="T25" fmla="*/ 21 h 40"/>
                  <a:gd name="T26" fmla="*/ 10 w 47"/>
                  <a:gd name="T27" fmla="*/ 18 h 40"/>
                  <a:gd name="T28" fmla="*/ 22 w 47"/>
                  <a:gd name="T29" fmla="*/ 17 h 40"/>
                  <a:gd name="T30" fmla="*/ 24 w 47"/>
                  <a:gd name="T31" fmla="*/ 25 h 40"/>
                  <a:gd name="T32" fmla="*/ 24 w 47"/>
                  <a:gd name="T33" fmla="*/ 27 h 40"/>
                  <a:gd name="T34" fmla="*/ 19 w 47"/>
                  <a:gd name="T35" fmla="*/ 31 h 40"/>
                  <a:gd name="T36" fmla="*/ 19 w 47"/>
                  <a:gd name="T37" fmla="*/ 31 h 40"/>
                  <a:gd name="T38" fmla="*/ 20 w 47"/>
                  <a:gd name="T39" fmla="*/ 33 h 40"/>
                  <a:gd name="T40" fmla="*/ 33 w 47"/>
                  <a:gd name="T41" fmla="*/ 31 h 40"/>
                  <a:gd name="T42" fmla="*/ 32 w 47"/>
                  <a:gd name="T43" fmla="*/ 29 h 40"/>
                  <a:gd name="T44" fmla="*/ 32 w 47"/>
                  <a:gd name="T45" fmla="*/ 29 h 40"/>
                  <a:gd name="T46" fmla="*/ 30 w 47"/>
                  <a:gd name="T47" fmla="*/ 29 h 40"/>
                  <a:gd name="T48" fmla="*/ 27 w 47"/>
                  <a:gd name="T49" fmla="*/ 25 h 40"/>
                  <a:gd name="T50" fmla="*/ 25 w 47"/>
                  <a:gd name="T51" fmla="*/ 16 h 40"/>
                  <a:gd name="T52" fmla="*/ 36 w 47"/>
                  <a:gd name="T53" fmla="*/ 14 h 40"/>
                  <a:gd name="T54" fmla="*/ 38 w 47"/>
                  <a:gd name="T55" fmla="*/ 14 h 40"/>
                  <a:gd name="T56" fmla="*/ 41 w 47"/>
                  <a:gd name="T57" fmla="*/ 18 h 40"/>
                  <a:gd name="T58" fmla="*/ 42 w 47"/>
                  <a:gd name="T59" fmla="*/ 22 h 40"/>
                  <a:gd name="T60" fmla="*/ 42 w 47"/>
                  <a:gd name="T61" fmla="*/ 25 h 40"/>
                  <a:gd name="T62" fmla="*/ 37 w 47"/>
                  <a:gd name="T63" fmla="*/ 32 h 40"/>
                  <a:gd name="T64" fmla="*/ 37 w 47"/>
                  <a:gd name="T65" fmla="*/ 32 h 40"/>
                  <a:gd name="T66" fmla="*/ 37 w 47"/>
                  <a:gd name="T67" fmla="*/ 34 h 40"/>
                  <a:gd name="T68" fmla="*/ 47 w 47"/>
                  <a:gd name="T69" fmla="*/ 32 h 40"/>
                  <a:gd name="T70" fmla="*/ 42 w 47"/>
                  <a:gd name="T71" fmla="*/ 0 h 40"/>
                  <a:gd name="T72" fmla="*/ 40 w 47"/>
                  <a:gd name="T73" fmla="*/ 0 h 40"/>
                  <a:gd name="T74" fmla="*/ 40 w 47"/>
                  <a:gd name="T75" fmla="*/ 0 h 40"/>
                  <a:gd name="T76" fmla="*/ 40 w 47"/>
                  <a:gd name="T77" fmla="*/ 3 h 40"/>
                  <a:gd name="T78" fmla="*/ 35 w 47"/>
                  <a:gd name="T79" fmla="*/ 6 h 40"/>
                  <a:gd name="T80" fmla="*/ 8 w 47"/>
                  <a:gd name="T81" fmla="*/ 10 h 40"/>
                  <a:gd name="T82" fmla="*/ 6 w 47"/>
                  <a:gd name="T83" fmla="*/ 1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6" y="11"/>
                    </a:moveTo>
                    <a:cubicBezTo>
                      <a:pt x="3" y="11"/>
                      <a:pt x="3" y="10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3" y="36"/>
                    </a:cubicBezTo>
                    <a:cubicBezTo>
                      <a:pt x="10" y="36"/>
                      <a:pt x="8" y="35"/>
                      <a:pt x="7" y="29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9"/>
                      <a:pt x="6" y="19"/>
                      <a:pt x="10" y="1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7"/>
                      <a:pt x="24" y="27"/>
                    </a:cubicBezTo>
                    <a:cubicBezTo>
                      <a:pt x="24" y="30"/>
                      <a:pt x="23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0" y="29"/>
                    </a:cubicBezTo>
                    <a:cubicBezTo>
                      <a:pt x="28" y="29"/>
                      <a:pt x="27" y="28"/>
                      <a:pt x="27" y="2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8" y="14"/>
                    </a:cubicBezTo>
                    <a:cubicBezTo>
                      <a:pt x="40" y="14"/>
                      <a:pt x="41" y="15"/>
                      <a:pt x="41" y="18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4"/>
                      <a:pt x="42" y="25"/>
                    </a:cubicBezTo>
                    <a:cubicBezTo>
                      <a:pt x="42" y="30"/>
                      <a:pt x="40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40" y="2"/>
                      <a:pt x="40" y="3"/>
                    </a:cubicBezTo>
                    <a:cubicBezTo>
                      <a:pt x="40" y="5"/>
                      <a:pt x="39" y="6"/>
                      <a:pt x="35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5" name="Freeform 91">
                <a:extLst>
                  <a:ext uri="{FF2B5EF4-FFF2-40B4-BE49-F238E27FC236}">
                    <a16:creationId xmlns:a16="http://schemas.microsoft.com/office/drawing/2014/main" id="{FD230215-420D-4156-BEDB-4914A21814D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4" y="7759"/>
                <a:ext cx="32" cy="44"/>
              </a:xfrm>
              <a:custGeom>
                <a:avLst/>
                <a:gdLst>
                  <a:gd name="T0" fmla="*/ 36 w 43"/>
                  <a:gd name="T1" fmla="*/ 7 h 59"/>
                  <a:gd name="T2" fmla="*/ 35 w 43"/>
                  <a:gd name="T3" fmla="*/ 7 h 59"/>
                  <a:gd name="T4" fmla="*/ 8 w 43"/>
                  <a:gd name="T5" fmla="*/ 6 h 59"/>
                  <a:gd name="T6" fmla="*/ 3 w 43"/>
                  <a:gd name="T7" fmla="*/ 1 h 59"/>
                  <a:gd name="T8" fmla="*/ 3 w 43"/>
                  <a:gd name="T9" fmla="*/ 1 h 59"/>
                  <a:gd name="T10" fmla="*/ 3 w 43"/>
                  <a:gd name="T11" fmla="*/ 0 h 59"/>
                  <a:gd name="T12" fmla="*/ 3 w 43"/>
                  <a:gd name="T13" fmla="*/ 0 h 59"/>
                  <a:gd name="T14" fmla="*/ 1 w 43"/>
                  <a:gd name="T15" fmla="*/ 0 h 59"/>
                  <a:gd name="T16" fmla="*/ 1 w 43"/>
                  <a:gd name="T17" fmla="*/ 0 h 59"/>
                  <a:gd name="T18" fmla="*/ 1 w 43"/>
                  <a:gd name="T19" fmla="*/ 17 h 59"/>
                  <a:gd name="T20" fmla="*/ 3 w 43"/>
                  <a:gd name="T21" fmla="*/ 17 h 59"/>
                  <a:gd name="T22" fmla="*/ 3 w 43"/>
                  <a:gd name="T23" fmla="*/ 17 h 59"/>
                  <a:gd name="T24" fmla="*/ 8 w 43"/>
                  <a:gd name="T25" fmla="*/ 11 h 59"/>
                  <a:gd name="T26" fmla="*/ 8 w 43"/>
                  <a:gd name="T27" fmla="*/ 11 h 59"/>
                  <a:gd name="T28" fmla="*/ 37 w 43"/>
                  <a:gd name="T29" fmla="*/ 11 h 59"/>
                  <a:gd name="T30" fmla="*/ 1 w 43"/>
                  <a:gd name="T31" fmla="*/ 25 h 59"/>
                  <a:gd name="T32" fmla="*/ 1 w 43"/>
                  <a:gd name="T33" fmla="*/ 30 h 59"/>
                  <a:gd name="T34" fmla="*/ 37 w 43"/>
                  <a:gd name="T35" fmla="*/ 45 h 59"/>
                  <a:gd name="T36" fmla="*/ 8 w 43"/>
                  <a:gd name="T37" fmla="*/ 45 h 59"/>
                  <a:gd name="T38" fmla="*/ 2 w 43"/>
                  <a:gd name="T39" fmla="*/ 40 h 59"/>
                  <a:gd name="T40" fmla="*/ 2 w 43"/>
                  <a:gd name="T41" fmla="*/ 39 h 59"/>
                  <a:gd name="T42" fmla="*/ 2 w 43"/>
                  <a:gd name="T43" fmla="*/ 39 h 59"/>
                  <a:gd name="T44" fmla="*/ 1 w 43"/>
                  <a:gd name="T45" fmla="*/ 39 h 59"/>
                  <a:gd name="T46" fmla="*/ 0 w 43"/>
                  <a:gd name="T47" fmla="*/ 58 h 59"/>
                  <a:gd name="T48" fmla="*/ 2 w 43"/>
                  <a:gd name="T49" fmla="*/ 58 h 59"/>
                  <a:gd name="T50" fmla="*/ 2 w 43"/>
                  <a:gd name="T51" fmla="*/ 58 h 59"/>
                  <a:gd name="T52" fmla="*/ 7 w 43"/>
                  <a:gd name="T53" fmla="*/ 52 h 59"/>
                  <a:gd name="T54" fmla="*/ 8 w 43"/>
                  <a:gd name="T55" fmla="*/ 52 h 59"/>
                  <a:gd name="T56" fmla="*/ 35 w 43"/>
                  <a:gd name="T57" fmla="*/ 53 h 59"/>
                  <a:gd name="T58" fmla="*/ 40 w 43"/>
                  <a:gd name="T59" fmla="*/ 58 h 59"/>
                  <a:gd name="T60" fmla="*/ 40 w 43"/>
                  <a:gd name="T61" fmla="*/ 58 h 59"/>
                  <a:gd name="T62" fmla="*/ 40 w 43"/>
                  <a:gd name="T63" fmla="*/ 59 h 59"/>
                  <a:gd name="T64" fmla="*/ 42 w 43"/>
                  <a:gd name="T65" fmla="*/ 59 h 59"/>
                  <a:gd name="T66" fmla="*/ 42 w 43"/>
                  <a:gd name="T67" fmla="*/ 43 h 59"/>
                  <a:gd name="T68" fmla="*/ 9 w 43"/>
                  <a:gd name="T69" fmla="*/ 29 h 59"/>
                  <a:gd name="T70" fmla="*/ 43 w 43"/>
                  <a:gd name="T71" fmla="*/ 16 h 59"/>
                  <a:gd name="T72" fmla="*/ 43 w 43"/>
                  <a:gd name="T73" fmla="*/ 1 h 59"/>
                  <a:gd name="T74" fmla="*/ 41 w 43"/>
                  <a:gd name="T75" fmla="*/ 1 h 59"/>
                  <a:gd name="T76" fmla="*/ 41 w 43"/>
                  <a:gd name="T77" fmla="*/ 1 h 59"/>
                  <a:gd name="T78" fmla="*/ 36 w 43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9">
                    <a:moveTo>
                      <a:pt x="36" y="7"/>
                    </a:moveTo>
                    <a:cubicBezTo>
                      <a:pt x="35" y="7"/>
                      <a:pt x="35" y="7"/>
                      <a:pt x="35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3" y="5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2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3" y="45"/>
                      <a:pt x="3" y="44"/>
                      <a:pt x="2" y="40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3"/>
                      <a:pt x="3" y="52"/>
                      <a:pt x="7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9" y="53"/>
                      <a:pt x="40" y="54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6"/>
                      <a:pt x="40" y="7"/>
                      <a:pt x="36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6" name="Freeform 92">
                <a:extLst>
                  <a:ext uri="{FF2B5EF4-FFF2-40B4-BE49-F238E27FC236}">
                    <a16:creationId xmlns:a16="http://schemas.microsoft.com/office/drawing/2014/main" id="{EFE0D4FB-6517-46D5-8D08-885D4E5DFE1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2" y="7809"/>
                <a:ext cx="32" cy="20"/>
              </a:xfrm>
              <a:custGeom>
                <a:avLst/>
                <a:gdLst>
                  <a:gd name="T0" fmla="*/ 42 w 44"/>
                  <a:gd name="T1" fmla="*/ 6 h 26"/>
                  <a:gd name="T2" fmla="*/ 38 w 44"/>
                  <a:gd name="T3" fmla="*/ 11 h 26"/>
                  <a:gd name="T4" fmla="*/ 36 w 44"/>
                  <a:gd name="T5" fmla="*/ 11 h 26"/>
                  <a:gd name="T6" fmla="*/ 9 w 44"/>
                  <a:gd name="T7" fmla="*/ 7 h 26"/>
                  <a:gd name="T8" fmla="*/ 4 w 44"/>
                  <a:gd name="T9" fmla="*/ 3 h 26"/>
                  <a:gd name="T10" fmla="*/ 4 w 44"/>
                  <a:gd name="T11" fmla="*/ 0 h 26"/>
                  <a:gd name="T12" fmla="*/ 4 w 44"/>
                  <a:gd name="T13" fmla="*/ 0 h 26"/>
                  <a:gd name="T14" fmla="*/ 4 w 44"/>
                  <a:gd name="T15" fmla="*/ 0 h 26"/>
                  <a:gd name="T16" fmla="*/ 2 w 44"/>
                  <a:gd name="T17" fmla="*/ 0 h 26"/>
                  <a:gd name="T18" fmla="*/ 0 w 44"/>
                  <a:gd name="T19" fmla="*/ 19 h 26"/>
                  <a:gd name="T20" fmla="*/ 1 w 44"/>
                  <a:gd name="T21" fmla="*/ 20 h 26"/>
                  <a:gd name="T22" fmla="*/ 2 w 44"/>
                  <a:gd name="T23" fmla="*/ 20 h 26"/>
                  <a:gd name="T24" fmla="*/ 5 w 44"/>
                  <a:gd name="T25" fmla="*/ 14 h 26"/>
                  <a:gd name="T26" fmla="*/ 8 w 44"/>
                  <a:gd name="T27" fmla="*/ 15 h 26"/>
                  <a:gd name="T28" fmla="*/ 34 w 44"/>
                  <a:gd name="T29" fmla="*/ 19 h 26"/>
                  <a:gd name="T30" fmla="*/ 39 w 44"/>
                  <a:gd name="T31" fmla="*/ 23 h 26"/>
                  <a:gd name="T32" fmla="*/ 39 w 44"/>
                  <a:gd name="T33" fmla="*/ 25 h 26"/>
                  <a:gd name="T34" fmla="*/ 39 w 44"/>
                  <a:gd name="T35" fmla="*/ 25 h 26"/>
                  <a:gd name="T36" fmla="*/ 41 w 44"/>
                  <a:gd name="T37" fmla="*/ 26 h 26"/>
                  <a:gd name="T38" fmla="*/ 44 w 44"/>
                  <a:gd name="T39" fmla="*/ 6 h 26"/>
                  <a:gd name="T40" fmla="*/ 42 w 44"/>
                  <a:gd name="T4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6">
                    <a:moveTo>
                      <a:pt x="42" y="6"/>
                    </a:moveTo>
                    <a:cubicBezTo>
                      <a:pt x="41" y="10"/>
                      <a:pt x="41" y="11"/>
                      <a:pt x="38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4" y="5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8" y="19"/>
                      <a:pt x="39" y="20"/>
                      <a:pt x="39" y="23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6"/>
                      <a:pt x="42" y="6"/>
                      <a:pt x="4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7" name="Freeform 93">
                <a:extLst>
                  <a:ext uri="{FF2B5EF4-FFF2-40B4-BE49-F238E27FC236}">
                    <a16:creationId xmlns:a16="http://schemas.microsoft.com/office/drawing/2014/main" id="{A5A1E7FF-E39E-4E8A-9DAC-68D4174D2F2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44" y="7830"/>
                <a:ext cx="37" cy="32"/>
              </a:xfrm>
              <a:custGeom>
                <a:avLst/>
                <a:gdLst>
                  <a:gd name="T0" fmla="*/ 47 w 49"/>
                  <a:gd name="T1" fmla="*/ 11 h 43"/>
                  <a:gd name="T2" fmla="*/ 43 w 49"/>
                  <a:gd name="T3" fmla="*/ 15 h 43"/>
                  <a:gd name="T4" fmla="*/ 40 w 49"/>
                  <a:gd name="T5" fmla="*/ 15 h 43"/>
                  <a:gd name="T6" fmla="*/ 14 w 49"/>
                  <a:gd name="T7" fmla="*/ 8 h 43"/>
                  <a:gd name="T8" fmla="*/ 10 w 49"/>
                  <a:gd name="T9" fmla="*/ 4 h 43"/>
                  <a:gd name="T10" fmla="*/ 10 w 49"/>
                  <a:gd name="T11" fmla="*/ 1 h 43"/>
                  <a:gd name="T12" fmla="*/ 10 w 49"/>
                  <a:gd name="T13" fmla="*/ 1 h 43"/>
                  <a:gd name="T14" fmla="*/ 10 w 49"/>
                  <a:gd name="T15" fmla="*/ 1 h 43"/>
                  <a:gd name="T16" fmla="*/ 8 w 49"/>
                  <a:gd name="T17" fmla="*/ 0 h 43"/>
                  <a:gd name="T18" fmla="*/ 0 w 49"/>
                  <a:gd name="T19" fmla="*/ 33 h 43"/>
                  <a:gd name="T20" fmla="*/ 9 w 49"/>
                  <a:gd name="T21" fmla="*/ 36 h 43"/>
                  <a:gd name="T22" fmla="*/ 9 w 49"/>
                  <a:gd name="T23" fmla="*/ 34 h 43"/>
                  <a:gd name="T24" fmla="*/ 9 w 49"/>
                  <a:gd name="T25" fmla="*/ 34 h 43"/>
                  <a:gd name="T26" fmla="*/ 5 w 49"/>
                  <a:gd name="T27" fmla="*/ 28 h 43"/>
                  <a:gd name="T28" fmla="*/ 5 w 49"/>
                  <a:gd name="T29" fmla="*/ 25 h 43"/>
                  <a:gd name="T30" fmla="*/ 7 w 49"/>
                  <a:gd name="T31" fmla="*/ 18 h 43"/>
                  <a:gd name="T32" fmla="*/ 9 w 49"/>
                  <a:gd name="T33" fmla="*/ 15 h 43"/>
                  <a:gd name="T34" fmla="*/ 12 w 49"/>
                  <a:gd name="T35" fmla="*/ 16 h 43"/>
                  <a:gd name="T36" fmla="*/ 24 w 49"/>
                  <a:gd name="T37" fmla="*/ 19 h 43"/>
                  <a:gd name="T38" fmla="*/ 22 w 49"/>
                  <a:gd name="T39" fmla="*/ 27 h 43"/>
                  <a:gd name="T40" fmla="*/ 19 w 49"/>
                  <a:gd name="T41" fmla="*/ 31 h 43"/>
                  <a:gd name="T42" fmla="*/ 16 w 49"/>
                  <a:gd name="T43" fmla="*/ 31 h 43"/>
                  <a:gd name="T44" fmla="*/ 16 w 49"/>
                  <a:gd name="T45" fmla="*/ 31 h 43"/>
                  <a:gd name="T46" fmla="*/ 15 w 49"/>
                  <a:gd name="T47" fmla="*/ 33 h 43"/>
                  <a:gd name="T48" fmla="*/ 28 w 49"/>
                  <a:gd name="T49" fmla="*/ 37 h 43"/>
                  <a:gd name="T50" fmla="*/ 29 w 49"/>
                  <a:gd name="T51" fmla="*/ 34 h 43"/>
                  <a:gd name="T52" fmla="*/ 29 w 49"/>
                  <a:gd name="T53" fmla="*/ 34 h 43"/>
                  <a:gd name="T54" fmla="*/ 25 w 49"/>
                  <a:gd name="T55" fmla="*/ 31 h 43"/>
                  <a:gd name="T56" fmla="*/ 25 w 49"/>
                  <a:gd name="T57" fmla="*/ 28 h 43"/>
                  <a:gd name="T58" fmla="*/ 27 w 49"/>
                  <a:gd name="T59" fmla="*/ 20 h 43"/>
                  <a:gd name="T60" fmla="*/ 38 w 49"/>
                  <a:gd name="T61" fmla="*/ 22 h 43"/>
                  <a:gd name="T62" fmla="*/ 41 w 49"/>
                  <a:gd name="T63" fmla="*/ 25 h 43"/>
                  <a:gd name="T64" fmla="*/ 41 w 49"/>
                  <a:gd name="T65" fmla="*/ 27 h 43"/>
                  <a:gd name="T66" fmla="*/ 40 w 49"/>
                  <a:gd name="T67" fmla="*/ 32 h 43"/>
                  <a:gd name="T68" fmla="*/ 34 w 49"/>
                  <a:gd name="T69" fmla="*/ 39 h 43"/>
                  <a:gd name="T70" fmla="*/ 32 w 49"/>
                  <a:gd name="T71" fmla="*/ 39 h 43"/>
                  <a:gd name="T72" fmla="*/ 32 w 49"/>
                  <a:gd name="T73" fmla="*/ 38 h 43"/>
                  <a:gd name="T74" fmla="*/ 31 w 49"/>
                  <a:gd name="T75" fmla="*/ 41 h 43"/>
                  <a:gd name="T76" fmla="*/ 40 w 49"/>
                  <a:gd name="T77" fmla="*/ 43 h 43"/>
                  <a:gd name="T78" fmla="*/ 49 w 49"/>
                  <a:gd name="T79" fmla="*/ 11 h 43"/>
                  <a:gd name="T80" fmla="*/ 47 w 49"/>
                  <a:gd name="T81" fmla="*/ 10 h 43"/>
                  <a:gd name="T82" fmla="*/ 47 w 49"/>
                  <a:gd name="T83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9" h="43">
                    <a:moveTo>
                      <a:pt x="47" y="11"/>
                    </a:moveTo>
                    <a:cubicBezTo>
                      <a:pt x="46" y="14"/>
                      <a:pt x="45" y="15"/>
                      <a:pt x="43" y="15"/>
                    </a:cubicBezTo>
                    <a:cubicBezTo>
                      <a:pt x="42" y="15"/>
                      <a:pt x="41" y="15"/>
                      <a:pt x="40" y="1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7"/>
                      <a:pt x="10" y="6"/>
                      <a:pt x="10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3"/>
                      <a:pt x="5" y="31"/>
                      <a:pt x="5" y="28"/>
                    </a:cubicBezTo>
                    <a:cubicBezTo>
                      <a:pt x="5" y="27"/>
                      <a:pt x="5" y="26"/>
                      <a:pt x="5" y="2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6"/>
                      <a:pt x="8" y="15"/>
                      <a:pt x="9" y="15"/>
                    </a:cubicBezTo>
                    <a:cubicBezTo>
                      <a:pt x="10" y="15"/>
                      <a:pt x="11" y="15"/>
                      <a:pt x="12" y="16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31"/>
                      <a:pt x="20" y="31"/>
                      <a:pt x="19" y="31"/>
                    </a:cubicBezTo>
                    <a:cubicBezTo>
                      <a:pt x="18" y="31"/>
                      <a:pt x="17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6" y="33"/>
                      <a:pt x="25" y="33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8"/>
                      <a:pt x="36" y="39"/>
                      <a:pt x="34" y="39"/>
                    </a:cubicBezTo>
                    <a:cubicBezTo>
                      <a:pt x="33" y="39"/>
                      <a:pt x="33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10"/>
                      <a:pt x="47" y="10"/>
                      <a:pt x="47" y="10"/>
                    </a:cubicBezTo>
                    <a:lnTo>
                      <a:pt x="4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8" name="Freeform 94">
                <a:extLst>
                  <a:ext uri="{FF2B5EF4-FFF2-40B4-BE49-F238E27FC236}">
                    <a16:creationId xmlns:a16="http://schemas.microsoft.com/office/drawing/2014/main" id="{7FA38E2E-7F9E-4156-964F-C3CF0BE303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30" y="7861"/>
                <a:ext cx="40" cy="45"/>
              </a:xfrm>
              <a:custGeom>
                <a:avLst/>
                <a:gdLst>
                  <a:gd name="T0" fmla="*/ 54 w 54"/>
                  <a:gd name="T1" fmla="*/ 17 h 59"/>
                  <a:gd name="T2" fmla="*/ 53 w 54"/>
                  <a:gd name="T3" fmla="*/ 16 h 59"/>
                  <a:gd name="T4" fmla="*/ 53 w 54"/>
                  <a:gd name="T5" fmla="*/ 17 h 59"/>
                  <a:gd name="T6" fmla="*/ 49 w 54"/>
                  <a:gd name="T7" fmla="*/ 21 h 59"/>
                  <a:gd name="T8" fmla="*/ 45 w 54"/>
                  <a:gd name="T9" fmla="*/ 20 h 59"/>
                  <a:gd name="T10" fmla="*/ 21 w 54"/>
                  <a:gd name="T11" fmla="*/ 9 h 59"/>
                  <a:gd name="T12" fmla="*/ 17 w 54"/>
                  <a:gd name="T13" fmla="*/ 5 h 59"/>
                  <a:gd name="T14" fmla="*/ 18 w 54"/>
                  <a:gd name="T15" fmla="*/ 1 h 59"/>
                  <a:gd name="T16" fmla="*/ 18 w 54"/>
                  <a:gd name="T17" fmla="*/ 1 h 59"/>
                  <a:gd name="T18" fmla="*/ 18 w 54"/>
                  <a:gd name="T19" fmla="*/ 1 h 59"/>
                  <a:gd name="T20" fmla="*/ 16 w 54"/>
                  <a:gd name="T21" fmla="*/ 0 h 59"/>
                  <a:gd name="T22" fmla="*/ 9 w 54"/>
                  <a:gd name="T23" fmla="*/ 16 h 59"/>
                  <a:gd name="T24" fmla="*/ 11 w 54"/>
                  <a:gd name="T25" fmla="*/ 17 h 59"/>
                  <a:gd name="T26" fmla="*/ 11 w 54"/>
                  <a:gd name="T27" fmla="*/ 16 h 59"/>
                  <a:gd name="T28" fmla="*/ 15 w 54"/>
                  <a:gd name="T29" fmla="*/ 12 h 59"/>
                  <a:gd name="T30" fmla="*/ 19 w 54"/>
                  <a:gd name="T31" fmla="*/ 13 h 59"/>
                  <a:gd name="T32" fmla="*/ 44 w 54"/>
                  <a:gd name="T33" fmla="*/ 24 h 59"/>
                  <a:gd name="T34" fmla="*/ 3 w 54"/>
                  <a:gd name="T35" fmla="*/ 31 h 59"/>
                  <a:gd name="T36" fmla="*/ 0 w 54"/>
                  <a:gd name="T37" fmla="*/ 37 h 59"/>
                  <a:gd name="T38" fmla="*/ 32 w 54"/>
                  <a:gd name="T39" fmla="*/ 51 h 59"/>
                  <a:gd name="T40" fmla="*/ 36 w 54"/>
                  <a:gd name="T41" fmla="*/ 55 h 59"/>
                  <a:gd name="T42" fmla="*/ 34 w 54"/>
                  <a:gd name="T43" fmla="*/ 58 h 59"/>
                  <a:gd name="T44" fmla="*/ 34 w 54"/>
                  <a:gd name="T45" fmla="*/ 59 h 59"/>
                  <a:gd name="T46" fmla="*/ 36 w 54"/>
                  <a:gd name="T47" fmla="*/ 59 h 59"/>
                  <a:gd name="T48" fmla="*/ 43 w 54"/>
                  <a:gd name="T49" fmla="*/ 44 h 59"/>
                  <a:gd name="T50" fmla="*/ 41 w 54"/>
                  <a:gd name="T51" fmla="*/ 43 h 59"/>
                  <a:gd name="T52" fmla="*/ 41 w 54"/>
                  <a:gd name="T53" fmla="*/ 44 h 59"/>
                  <a:gd name="T54" fmla="*/ 37 w 54"/>
                  <a:gd name="T55" fmla="*/ 48 h 59"/>
                  <a:gd name="T56" fmla="*/ 33 w 54"/>
                  <a:gd name="T57" fmla="*/ 47 h 59"/>
                  <a:gd name="T58" fmla="*/ 10 w 54"/>
                  <a:gd name="T59" fmla="*/ 37 h 59"/>
                  <a:gd name="T60" fmla="*/ 49 w 54"/>
                  <a:gd name="T61" fmla="*/ 30 h 59"/>
                  <a:gd name="T62" fmla="*/ 54 w 54"/>
                  <a:gd name="T6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59">
                    <a:moveTo>
                      <a:pt x="54" y="17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9"/>
                      <a:pt x="50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8"/>
                      <a:pt x="17" y="7"/>
                      <a:pt x="17" y="5"/>
                    </a:cubicBezTo>
                    <a:cubicBezTo>
                      <a:pt x="17" y="4"/>
                      <a:pt x="17" y="3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3"/>
                      <a:pt x="13" y="12"/>
                      <a:pt x="15" y="12"/>
                    </a:cubicBezTo>
                    <a:cubicBezTo>
                      <a:pt x="16" y="12"/>
                      <a:pt x="17" y="13"/>
                      <a:pt x="19" y="1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4" y="52"/>
                      <a:pt x="36" y="53"/>
                      <a:pt x="36" y="55"/>
                    </a:cubicBezTo>
                    <a:cubicBezTo>
                      <a:pt x="36" y="56"/>
                      <a:pt x="35" y="57"/>
                      <a:pt x="34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7"/>
                      <a:pt x="39" y="48"/>
                      <a:pt x="37" y="48"/>
                    </a:cubicBezTo>
                    <a:cubicBezTo>
                      <a:pt x="36" y="48"/>
                      <a:pt x="35" y="47"/>
                      <a:pt x="33" y="4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5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39" name="Freeform 95">
                <a:extLst>
                  <a:ext uri="{FF2B5EF4-FFF2-40B4-BE49-F238E27FC236}">
                    <a16:creationId xmlns:a16="http://schemas.microsoft.com/office/drawing/2014/main" id="{0C22A941-5AE4-49A6-AFD1-A4FA02905A9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45" y="7603"/>
                <a:ext cx="83" cy="79"/>
              </a:xfrm>
              <a:custGeom>
                <a:avLst/>
                <a:gdLst>
                  <a:gd name="T0" fmla="*/ 64 w 112"/>
                  <a:gd name="T1" fmla="*/ 89 h 105"/>
                  <a:gd name="T2" fmla="*/ 93 w 112"/>
                  <a:gd name="T3" fmla="*/ 102 h 105"/>
                  <a:gd name="T4" fmla="*/ 97 w 112"/>
                  <a:gd name="T5" fmla="*/ 97 h 105"/>
                  <a:gd name="T6" fmla="*/ 87 w 112"/>
                  <a:gd name="T7" fmla="*/ 71 h 105"/>
                  <a:gd name="T8" fmla="*/ 88 w 112"/>
                  <a:gd name="T9" fmla="*/ 62 h 105"/>
                  <a:gd name="T10" fmla="*/ 108 w 112"/>
                  <a:gd name="T11" fmla="*/ 46 h 105"/>
                  <a:gd name="T12" fmla="*/ 105 w 112"/>
                  <a:gd name="T13" fmla="*/ 38 h 105"/>
                  <a:gd name="T14" fmla="*/ 81 w 112"/>
                  <a:gd name="T15" fmla="*/ 39 h 105"/>
                  <a:gd name="T16" fmla="*/ 74 w 112"/>
                  <a:gd name="T17" fmla="*/ 33 h 105"/>
                  <a:gd name="T18" fmla="*/ 61 w 112"/>
                  <a:gd name="T19" fmla="*/ 5 h 105"/>
                  <a:gd name="T20" fmla="*/ 53 w 112"/>
                  <a:gd name="T21" fmla="*/ 5 h 105"/>
                  <a:gd name="T22" fmla="*/ 45 w 112"/>
                  <a:gd name="T23" fmla="*/ 31 h 105"/>
                  <a:gd name="T24" fmla="*/ 34 w 112"/>
                  <a:gd name="T25" fmla="*/ 38 h 105"/>
                  <a:gd name="T26" fmla="*/ 6 w 112"/>
                  <a:gd name="T27" fmla="*/ 38 h 105"/>
                  <a:gd name="T28" fmla="*/ 5 w 112"/>
                  <a:gd name="T29" fmla="*/ 47 h 105"/>
                  <a:gd name="T30" fmla="*/ 26 w 112"/>
                  <a:gd name="T31" fmla="*/ 61 h 105"/>
                  <a:gd name="T32" fmla="*/ 30 w 112"/>
                  <a:gd name="T33" fmla="*/ 74 h 105"/>
                  <a:gd name="T34" fmla="*/ 22 w 112"/>
                  <a:gd name="T35" fmla="*/ 98 h 105"/>
                  <a:gd name="T36" fmla="*/ 28 w 112"/>
                  <a:gd name="T37" fmla="*/ 103 h 105"/>
                  <a:gd name="T38" fmla="*/ 52 w 112"/>
                  <a:gd name="T39" fmla="*/ 89 h 105"/>
                  <a:gd name="T40" fmla="*/ 64 w 112"/>
                  <a:gd name="T41" fmla="*/ 89 h 105"/>
                  <a:gd name="T42" fmla="*/ 33 w 112"/>
                  <a:gd name="T43" fmla="*/ 86 h 105"/>
                  <a:gd name="T44" fmla="*/ 40 w 112"/>
                  <a:gd name="T45" fmla="*/ 67 h 105"/>
                  <a:gd name="T46" fmla="*/ 37 w 112"/>
                  <a:gd name="T47" fmla="*/ 59 h 105"/>
                  <a:gd name="T48" fmla="*/ 19 w 112"/>
                  <a:gd name="T49" fmla="*/ 49 h 105"/>
                  <a:gd name="T50" fmla="*/ 20 w 112"/>
                  <a:gd name="T51" fmla="*/ 45 h 105"/>
                  <a:gd name="T52" fmla="*/ 41 w 112"/>
                  <a:gd name="T53" fmla="*/ 46 h 105"/>
                  <a:gd name="T54" fmla="*/ 49 w 112"/>
                  <a:gd name="T55" fmla="*/ 41 h 105"/>
                  <a:gd name="T56" fmla="*/ 55 w 112"/>
                  <a:gd name="T57" fmla="*/ 21 h 105"/>
                  <a:gd name="T58" fmla="*/ 60 w 112"/>
                  <a:gd name="T59" fmla="*/ 20 h 105"/>
                  <a:gd name="T60" fmla="*/ 67 w 112"/>
                  <a:gd name="T61" fmla="*/ 42 h 105"/>
                  <a:gd name="T62" fmla="*/ 73 w 112"/>
                  <a:gd name="T63" fmla="*/ 47 h 105"/>
                  <a:gd name="T64" fmla="*/ 92 w 112"/>
                  <a:gd name="T65" fmla="*/ 45 h 105"/>
                  <a:gd name="T66" fmla="*/ 94 w 112"/>
                  <a:gd name="T67" fmla="*/ 49 h 105"/>
                  <a:gd name="T68" fmla="*/ 78 w 112"/>
                  <a:gd name="T69" fmla="*/ 59 h 105"/>
                  <a:gd name="T70" fmla="*/ 76 w 112"/>
                  <a:gd name="T71" fmla="*/ 67 h 105"/>
                  <a:gd name="T72" fmla="*/ 86 w 112"/>
                  <a:gd name="T73" fmla="*/ 87 h 105"/>
                  <a:gd name="T74" fmla="*/ 83 w 112"/>
                  <a:gd name="T75" fmla="*/ 90 h 105"/>
                  <a:gd name="T76" fmla="*/ 63 w 112"/>
                  <a:gd name="T77" fmla="*/ 77 h 105"/>
                  <a:gd name="T78" fmla="*/ 54 w 112"/>
                  <a:gd name="T79" fmla="*/ 77 h 105"/>
                  <a:gd name="T80" fmla="*/ 37 w 112"/>
                  <a:gd name="T81" fmla="*/ 90 h 105"/>
                  <a:gd name="T82" fmla="*/ 33 w 112"/>
                  <a:gd name="T83" fmla="*/ 8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2" h="105">
                    <a:moveTo>
                      <a:pt x="64" y="89"/>
                    </a:moveTo>
                    <a:cubicBezTo>
                      <a:pt x="93" y="102"/>
                      <a:pt x="93" y="102"/>
                      <a:pt x="93" y="102"/>
                    </a:cubicBezTo>
                    <a:cubicBezTo>
                      <a:pt x="97" y="104"/>
                      <a:pt x="99" y="101"/>
                      <a:pt x="97" y="97"/>
                    </a:cubicBezTo>
                    <a:cubicBezTo>
                      <a:pt x="87" y="71"/>
                      <a:pt x="87" y="71"/>
                      <a:pt x="87" y="71"/>
                    </a:cubicBezTo>
                    <a:cubicBezTo>
                      <a:pt x="85" y="68"/>
                      <a:pt x="85" y="65"/>
                      <a:pt x="88" y="6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12" y="43"/>
                      <a:pt x="111" y="38"/>
                      <a:pt x="105" y="38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7" y="39"/>
                      <a:pt x="75" y="38"/>
                      <a:pt x="74" y="33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0"/>
                      <a:pt x="55" y="0"/>
                      <a:pt x="53" y="5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3" y="35"/>
                      <a:pt x="41" y="37"/>
                      <a:pt x="34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2" y="39"/>
                      <a:pt x="0" y="44"/>
                      <a:pt x="5" y="47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31" y="64"/>
                      <a:pt x="32" y="67"/>
                      <a:pt x="30" y="74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1" y="102"/>
                      <a:pt x="24" y="105"/>
                      <a:pt x="28" y="103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8" y="86"/>
                      <a:pt x="61" y="88"/>
                      <a:pt x="64" y="89"/>
                    </a:cubicBezTo>
                    <a:moveTo>
                      <a:pt x="33" y="86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4"/>
                      <a:pt x="40" y="61"/>
                      <a:pt x="37" y="5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6" y="47"/>
                      <a:pt x="17" y="44"/>
                      <a:pt x="20" y="4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4" y="45"/>
                      <a:pt x="48" y="44"/>
                      <a:pt x="49" y="4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18"/>
                      <a:pt x="59" y="18"/>
                      <a:pt x="60" y="20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4"/>
                      <a:pt x="69" y="47"/>
                      <a:pt x="73" y="47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5" y="45"/>
                      <a:pt x="96" y="48"/>
                      <a:pt x="94" y="4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5" y="61"/>
                      <a:pt x="74" y="64"/>
                      <a:pt x="76" y="67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87" y="89"/>
                      <a:pt x="86" y="91"/>
                      <a:pt x="83" y="90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1" y="76"/>
                      <a:pt x="57" y="76"/>
                      <a:pt x="54" y="77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4" y="92"/>
                      <a:pt x="32" y="90"/>
                      <a:pt x="33" y="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0" name="Freeform 96">
                <a:extLst>
                  <a:ext uri="{FF2B5EF4-FFF2-40B4-BE49-F238E27FC236}">
                    <a16:creationId xmlns:a16="http://schemas.microsoft.com/office/drawing/2014/main" id="{9371CA39-CBF1-4D29-9AD8-18439E5AC03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00" y="8102"/>
                <a:ext cx="38" cy="53"/>
              </a:xfrm>
              <a:custGeom>
                <a:avLst/>
                <a:gdLst>
                  <a:gd name="T0" fmla="*/ 48 w 50"/>
                  <a:gd name="T1" fmla="*/ 0 h 70"/>
                  <a:gd name="T2" fmla="*/ 2 w 50"/>
                  <a:gd name="T3" fmla="*/ 0 h 70"/>
                  <a:gd name="T4" fmla="*/ 0 w 50"/>
                  <a:gd name="T5" fmla="*/ 3 h 70"/>
                  <a:gd name="T6" fmla="*/ 0 w 50"/>
                  <a:gd name="T7" fmla="*/ 5 h 70"/>
                  <a:gd name="T8" fmla="*/ 2 w 50"/>
                  <a:gd name="T9" fmla="*/ 8 h 70"/>
                  <a:gd name="T10" fmla="*/ 21 w 50"/>
                  <a:gd name="T11" fmla="*/ 8 h 70"/>
                  <a:gd name="T12" fmla="*/ 21 w 50"/>
                  <a:gd name="T13" fmla="*/ 68 h 70"/>
                  <a:gd name="T14" fmla="*/ 25 w 50"/>
                  <a:gd name="T15" fmla="*/ 70 h 70"/>
                  <a:gd name="T16" fmla="*/ 26 w 50"/>
                  <a:gd name="T17" fmla="*/ 70 h 70"/>
                  <a:gd name="T18" fmla="*/ 30 w 50"/>
                  <a:gd name="T19" fmla="*/ 68 h 70"/>
                  <a:gd name="T20" fmla="*/ 30 w 50"/>
                  <a:gd name="T21" fmla="*/ 8 h 70"/>
                  <a:gd name="T22" fmla="*/ 48 w 50"/>
                  <a:gd name="T23" fmla="*/ 8 h 70"/>
                  <a:gd name="T24" fmla="*/ 50 w 50"/>
                  <a:gd name="T25" fmla="*/ 5 h 70"/>
                  <a:gd name="T26" fmla="*/ 50 w 50"/>
                  <a:gd name="T27" fmla="*/ 3 h 70"/>
                  <a:gd name="T28" fmla="*/ 48 w 50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70">
                    <a:moveTo>
                      <a:pt x="4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2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0"/>
                      <a:pt x="30" y="69"/>
                      <a:pt x="30" y="6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8"/>
                      <a:pt x="50" y="7"/>
                      <a:pt x="50" y="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1" name="Freeform 97">
                <a:extLst>
                  <a:ext uri="{FF2B5EF4-FFF2-40B4-BE49-F238E27FC236}">
                    <a16:creationId xmlns:a16="http://schemas.microsoft.com/office/drawing/2014/main" id="{BA7FB314-179A-44B7-9C99-F4829A89B21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49" y="8102"/>
                <a:ext cx="40" cy="53"/>
              </a:xfrm>
              <a:custGeom>
                <a:avLst/>
                <a:gdLst>
                  <a:gd name="T0" fmla="*/ 50 w 54"/>
                  <a:gd name="T1" fmla="*/ 0 h 70"/>
                  <a:gd name="T2" fmla="*/ 49 w 54"/>
                  <a:gd name="T3" fmla="*/ 0 h 70"/>
                  <a:gd name="T4" fmla="*/ 45 w 54"/>
                  <a:gd name="T5" fmla="*/ 2 h 70"/>
                  <a:gd name="T6" fmla="*/ 45 w 54"/>
                  <a:gd name="T7" fmla="*/ 31 h 70"/>
                  <a:gd name="T8" fmla="*/ 9 w 54"/>
                  <a:gd name="T9" fmla="*/ 31 h 70"/>
                  <a:gd name="T10" fmla="*/ 9 w 54"/>
                  <a:gd name="T11" fmla="*/ 2 h 70"/>
                  <a:gd name="T12" fmla="*/ 5 w 54"/>
                  <a:gd name="T13" fmla="*/ 0 h 70"/>
                  <a:gd name="T14" fmla="*/ 4 w 54"/>
                  <a:gd name="T15" fmla="*/ 0 h 70"/>
                  <a:gd name="T16" fmla="*/ 0 w 54"/>
                  <a:gd name="T17" fmla="*/ 2 h 70"/>
                  <a:gd name="T18" fmla="*/ 0 w 54"/>
                  <a:gd name="T19" fmla="*/ 68 h 70"/>
                  <a:gd name="T20" fmla="*/ 4 w 54"/>
                  <a:gd name="T21" fmla="*/ 70 h 70"/>
                  <a:gd name="T22" fmla="*/ 5 w 54"/>
                  <a:gd name="T23" fmla="*/ 70 h 70"/>
                  <a:gd name="T24" fmla="*/ 9 w 54"/>
                  <a:gd name="T25" fmla="*/ 68 h 70"/>
                  <a:gd name="T26" fmla="*/ 9 w 54"/>
                  <a:gd name="T27" fmla="*/ 38 h 70"/>
                  <a:gd name="T28" fmla="*/ 45 w 54"/>
                  <a:gd name="T29" fmla="*/ 38 h 70"/>
                  <a:gd name="T30" fmla="*/ 45 w 54"/>
                  <a:gd name="T31" fmla="*/ 68 h 70"/>
                  <a:gd name="T32" fmla="*/ 49 w 54"/>
                  <a:gd name="T33" fmla="*/ 70 h 70"/>
                  <a:gd name="T34" fmla="*/ 50 w 54"/>
                  <a:gd name="T35" fmla="*/ 70 h 70"/>
                  <a:gd name="T36" fmla="*/ 54 w 54"/>
                  <a:gd name="T37" fmla="*/ 68 h 70"/>
                  <a:gd name="T38" fmla="*/ 54 w 54"/>
                  <a:gd name="T39" fmla="*/ 2 h 70"/>
                  <a:gd name="T40" fmla="*/ 50 w 54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70">
                    <a:moveTo>
                      <a:pt x="5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9"/>
                      <a:pt x="46" y="70"/>
                      <a:pt x="49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3" y="70"/>
                      <a:pt x="54" y="69"/>
                      <a:pt x="54" y="6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2" name="Freeform 98">
                <a:extLst>
                  <a:ext uri="{FF2B5EF4-FFF2-40B4-BE49-F238E27FC236}">
                    <a16:creationId xmlns:a16="http://schemas.microsoft.com/office/drawing/2014/main" id="{F9BFC9AE-C5B2-4471-BB3E-3AA3090387C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3" name="Freeform 99">
                <a:extLst>
                  <a:ext uri="{FF2B5EF4-FFF2-40B4-BE49-F238E27FC236}">
                    <a16:creationId xmlns:a16="http://schemas.microsoft.com/office/drawing/2014/main" id="{0A612993-DEC9-4BA0-B12B-8021A5610A7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69" y="8102"/>
                <a:ext cx="37" cy="53"/>
              </a:xfrm>
              <a:custGeom>
                <a:avLst/>
                <a:gdLst>
                  <a:gd name="T0" fmla="*/ 41 w 49"/>
                  <a:gd name="T1" fmla="*/ 48 h 70"/>
                  <a:gd name="T2" fmla="*/ 32 w 49"/>
                  <a:gd name="T3" fmla="*/ 35 h 70"/>
                  <a:gd name="T4" fmla="*/ 32 w 49"/>
                  <a:gd name="T5" fmla="*/ 35 h 70"/>
                  <a:gd name="T6" fmla="*/ 43 w 49"/>
                  <a:gd name="T7" fmla="*/ 18 h 70"/>
                  <a:gd name="T8" fmla="*/ 19 w 49"/>
                  <a:gd name="T9" fmla="*/ 0 h 70"/>
                  <a:gd name="T10" fmla="*/ 3 w 49"/>
                  <a:gd name="T11" fmla="*/ 0 h 70"/>
                  <a:gd name="T12" fmla="*/ 0 w 49"/>
                  <a:gd name="T13" fmla="*/ 3 h 70"/>
                  <a:gd name="T14" fmla="*/ 0 w 49"/>
                  <a:gd name="T15" fmla="*/ 68 h 70"/>
                  <a:gd name="T16" fmla="*/ 4 w 49"/>
                  <a:gd name="T17" fmla="*/ 70 h 70"/>
                  <a:gd name="T18" fmla="*/ 4 w 49"/>
                  <a:gd name="T19" fmla="*/ 70 h 70"/>
                  <a:gd name="T20" fmla="*/ 8 w 49"/>
                  <a:gd name="T21" fmla="*/ 68 h 70"/>
                  <a:gd name="T22" fmla="*/ 8 w 49"/>
                  <a:gd name="T23" fmla="*/ 39 h 70"/>
                  <a:gd name="T24" fmla="*/ 17 w 49"/>
                  <a:gd name="T25" fmla="*/ 39 h 70"/>
                  <a:gd name="T26" fmla="*/ 32 w 49"/>
                  <a:gd name="T27" fmla="*/ 49 h 70"/>
                  <a:gd name="T28" fmla="*/ 40 w 49"/>
                  <a:gd name="T29" fmla="*/ 69 h 70"/>
                  <a:gd name="T30" fmla="*/ 44 w 49"/>
                  <a:gd name="T31" fmla="*/ 70 h 70"/>
                  <a:gd name="T32" fmla="*/ 45 w 49"/>
                  <a:gd name="T33" fmla="*/ 70 h 70"/>
                  <a:gd name="T34" fmla="*/ 49 w 49"/>
                  <a:gd name="T35" fmla="*/ 69 h 70"/>
                  <a:gd name="T36" fmla="*/ 48 w 49"/>
                  <a:gd name="T37" fmla="*/ 67 h 70"/>
                  <a:gd name="T38" fmla="*/ 41 w 49"/>
                  <a:gd name="T39" fmla="*/ 48 h 70"/>
                  <a:gd name="T40" fmla="*/ 21 w 49"/>
                  <a:gd name="T41" fmla="*/ 32 h 70"/>
                  <a:gd name="T42" fmla="*/ 8 w 49"/>
                  <a:gd name="T43" fmla="*/ 32 h 70"/>
                  <a:gd name="T44" fmla="*/ 8 w 49"/>
                  <a:gd name="T45" fmla="*/ 8 h 70"/>
                  <a:gd name="T46" fmla="*/ 21 w 49"/>
                  <a:gd name="T47" fmla="*/ 8 h 70"/>
                  <a:gd name="T48" fmla="*/ 34 w 49"/>
                  <a:gd name="T49" fmla="*/ 20 h 70"/>
                  <a:gd name="T50" fmla="*/ 21 w 49"/>
                  <a:gd name="T51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0">
                    <a:moveTo>
                      <a:pt x="41" y="48"/>
                    </a:moveTo>
                    <a:cubicBezTo>
                      <a:pt x="38" y="41"/>
                      <a:pt x="36" y="37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9" y="32"/>
                      <a:pt x="43" y="27"/>
                      <a:pt x="43" y="18"/>
                    </a:cubicBezTo>
                    <a:cubicBezTo>
                      <a:pt x="43" y="6"/>
                      <a:pt x="35" y="0"/>
                      <a:pt x="1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25" y="39"/>
                      <a:pt x="29" y="41"/>
                      <a:pt x="32" y="4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70"/>
                      <a:pt x="42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70"/>
                      <a:pt x="49" y="69"/>
                    </a:cubicBezTo>
                    <a:cubicBezTo>
                      <a:pt x="49" y="68"/>
                      <a:pt x="49" y="68"/>
                      <a:pt x="48" y="67"/>
                    </a:cubicBezTo>
                    <a:lnTo>
                      <a:pt x="41" y="48"/>
                    </a:lnTo>
                    <a:close/>
                    <a:moveTo>
                      <a:pt x="21" y="32"/>
                    </a:moveTo>
                    <a:cubicBezTo>
                      <a:pt x="8" y="32"/>
                      <a:pt x="8" y="32"/>
                      <a:pt x="8" y="3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9" y="8"/>
                      <a:pt x="34" y="12"/>
                      <a:pt x="34" y="20"/>
                    </a:cubicBezTo>
                    <a:cubicBezTo>
                      <a:pt x="34" y="26"/>
                      <a:pt x="29" y="32"/>
                      <a:pt x="21" y="3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4" name="Freeform 100">
                <a:extLst>
                  <a:ext uri="{FF2B5EF4-FFF2-40B4-BE49-F238E27FC236}">
                    <a16:creationId xmlns:a16="http://schemas.microsoft.com/office/drawing/2014/main" id="{8C21977B-FDE9-482A-A1A0-20C30D07534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4" y="8102"/>
                <a:ext cx="45" cy="53"/>
              </a:xfrm>
              <a:custGeom>
                <a:avLst/>
                <a:gdLst>
                  <a:gd name="T0" fmla="*/ 30 w 61"/>
                  <a:gd name="T1" fmla="*/ 0 h 71"/>
                  <a:gd name="T2" fmla="*/ 0 w 61"/>
                  <a:gd name="T3" fmla="*/ 35 h 71"/>
                  <a:gd name="T4" fmla="*/ 30 w 61"/>
                  <a:gd name="T5" fmla="*/ 71 h 71"/>
                  <a:gd name="T6" fmla="*/ 61 w 61"/>
                  <a:gd name="T7" fmla="*/ 35 h 71"/>
                  <a:gd name="T8" fmla="*/ 30 w 61"/>
                  <a:gd name="T9" fmla="*/ 0 h 71"/>
                  <a:gd name="T10" fmla="*/ 30 w 61"/>
                  <a:gd name="T11" fmla="*/ 63 h 71"/>
                  <a:gd name="T12" fmla="*/ 9 w 61"/>
                  <a:gd name="T13" fmla="*/ 35 h 71"/>
                  <a:gd name="T14" fmla="*/ 30 w 61"/>
                  <a:gd name="T15" fmla="*/ 7 h 71"/>
                  <a:gd name="T16" fmla="*/ 52 w 61"/>
                  <a:gd name="T17" fmla="*/ 35 h 71"/>
                  <a:gd name="T18" fmla="*/ 30 w 61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1">
                    <a:moveTo>
                      <a:pt x="30" y="0"/>
                    </a:moveTo>
                    <a:cubicBezTo>
                      <a:pt x="10" y="0"/>
                      <a:pt x="0" y="12"/>
                      <a:pt x="0" y="35"/>
                    </a:cubicBezTo>
                    <a:cubicBezTo>
                      <a:pt x="0" y="58"/>
                      <a:pt x="10" y="71"/>
                      <a:pt x="30" y="71"/>
                    </a:cubicBezTo>
                    <a:cubicBezTo>
                      <a:pt x="50" y="71"/>
                      <a:pt x="61" y="58"/>
                      <a:pt x="61" y="35"/>
                    </a:cubicBezTo>
                    <a:cubicBezTo>
                      <a:pt x="61" y="12"/>
                      <a:pt x="50" y="0"/>
                      <a:pt x="30" y="0"/>
                    </a:cubicBezTo>
                    <a:moveTo>
                      <a:pt x="30" y="63"/>
                    </a:moveTo>
                    <a:cubicBezTo>
                      <a:pt x="16" y="63"/>
                      <a:pt x="9" y="53"/>
                      <a:pt x="9" y="35"/>
                    </a:cubicBezTo>
                    <a:cubicBezTo>
                      <a:pt x="9" y="17"/>
                      <a:pt x="16" y="7"/>
                      <a:pt x="30" y="7"/>
                    </a:cubicBezTo>
                    <a:cubicBezTo>
                      <a:pt x="44" y="7"/>
                      <a:pt x="52" y="17"/>
                      <a:pt x="52" y="35"/>
                    </a:cubicBezTo>
                    <a:cubicBezTo>
                      <a:pt x="52" y="53"/>
                      <a:pt x="44" y="63"/>
                      <a:pt x="30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5" name="Freeform 101">
                <a:extLst>
                  <a:ext uri="{FF2B5EF4-FFF2-40B4-BE49-F238E27FC236}">
                    <a16:creationId xmlns:a16="http://schemas.microsoft.com/office/drawing/2014/main" id="{0DC9C2EB-71B5-4132-8642-40500B239C7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8" y="8102"/>
                <a:ext cx="38" cy="53"/>
              </a:xfrm>
              <a:custGeom>
                <a:avLst/>
                <a:gdLst>
                  <a:gd name="T0" fmla="*/ 47 w 52"/>
                  <a:gd name="T1" fmla="*/ 0 h 70"/>
                  <a:gd name="T2" fmla="*/ 43 w 52"/>
                  <a:gd name="T3" fmla="*/ 2 h 70"/>
                  <a:gd name="T4" fmla="*/ 26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4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1 w 52"/>
                  <a:gd name="T17" fmla="*/ 34 h 70"/>
                  <a:gd name="T18" fmla="*/ 21 w 52"/>
                  <a:gd name="T19" fmla="*/ 68 h 70"/>
                  <a:gd name="T20" fmla="*/ 25 w 52"/>
                  <a:gd name="T21" fmla="*/ 70 h 70"/>
                  <a:gd name="T22" fmla="*/ 26 w 52"/>
                  <a:gd name="T23" fmla="*/ 70 h 70"/>
                  <a:gd name="T24" fmla="*/ 30 w 52"/>
                  <a:gd name="T25" fmla="*/ 68 h 70"/>
                  <a:gd name="T26" fmla="*/ 30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7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7" y="0"/>
                    </a:moveTo>
                    <a:cubicBezTo>
                      <a:pt x="45" y="0"/>
                      <a:pt x="43" y="1"/>
                      <a:pt x="43" y="2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3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9" y="70"/>
                      <a:pt x="30" y="69"/>
                      <a:pt x="30" y="6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6" name="Freeform 102">
                <a:extLst>
                  <a:ext uri="{FF2B5EF4-FFF2-40B4-BE49-F238E27FC236}">
                    <a16:creationId xmlns:a16="http://schemas.microsoft.com/office/drawing/2014/main" id="{DEE72021-4B0A-4641-A779-6C3C098422B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11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1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5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9" y="70"/>
                      <a:pt x="9" y="69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9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7" name="Freeform 103">
                <a:extLst>
                  <a:ext uri="{FF2B5EF4-FFF2-40B4-BE49-F238E27FC236}">
                    <a16:creationId xmlns:a16="http://schemas.microsoft.com/office/drawing/2014/main" id="{1EDBB1DA-39CF-4E6F-9F42-0362D591E66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5" y="8102"/>
                <a:ext cx="28" cy="53"/>
              </a:xfrm>
              <a:custGeom>
                <a:avLst/>
                <a:gdLst>
                  <a:gd name="T0" fmla="*/ 36 w 38"/>
                  <a:gd name="T1" fmla="*/ 62 h 70"/>
                  <a:gd name="T2" fmla="*/ 9 w 38"/>
                  <a:gd name="T3" fmla="*/ 62 h 70"/>
                  <a:gd name="T4" fmla="*/ 9 w 38"/>
                  <a:gd name="T5" fmla="*/ 2 h 70"/>
                  <a:gd name="T6" fmla="*/ 5 w 38"/>
                  <a:gd name="T7" fmla="*/ 0 h 70"/>
                  <a:gd name="T8" fmla="*/ 4 w 38"/>
                  <a:gd name="T9" fmla="*/ 0 h 70"/>
                  <a:gd name="T10" fmla="*/ 0 w 38"/>
                  <a:gd name="T11" fmla="*/ 2 h 70"/>
                  <a:gd name="T12" fmla="*/ 0 w 38"/>
                  <a:gd name="T13" fmla="*/ 67 h 70"/>
                  <a:gd name="T14" fmla="*/ 3 w 38"/>
                  <a:gd name="T15" fmla="*/ 70 h 70"/>
                  <a:gd name="T16" fmla="*/ 36 w 38"/>
                  <a:gd name="T17" fmla="*/ 70 h 70"/>
                  <a:gd name="T18" fmla="*/ 38 w 38"/>
                  <a:gd name="T19" fmla="*/ 67 h 70"/>
                  <a:gd name="T20" fmla="*/ 38 w 38"/>
                  <a:gd name="T21" fmla="*/ 65 h 70"/>
                  <a:gd name="T22" fmla="*/ 36 w 38"/>
                  <a:gd name="T23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6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0"/>
                      <a:pt x="38" y="69"/>
                      <a:pt x="38" y="67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3"/>
                      <a:pt x="37" y="62"/>
                      <a:pt x="36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8" name="Freeform 104">
                <a:extLst>
                  <a:ext uri="{FF2B5EF4-FFF2-40B4-BE49-F238E27FC236}">
                    <a16:creationId xmlns:a16="http://schemas.microsoft.com/office/drawing/2014/main" id="{C81A0456-5C24-47C9-AC29-CECF5391B2E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19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49" name="Freeform 105">
                <a:extLst>
                  <a:ext uri="{FF2B5EF4-FFF2-40B4-BE49-F238E27FC236}">
                    <a16:creationId xmlns:a16="http://schemas.microsoft.com/office/drawing/2014/main" id="{987DA255-1415-47CB-9C8C-4C36BE8A025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7" y="8102"/>
                <a:ext cx="63" cy="53"/>
              </a:xfrm>
              <a:custGeom>
                <a:avLst/>
                <a:gdLst>
                  <a:gd name="T0" fmla="*/ 80 w 84"/>
                  <a:gd name="T1" fmla="*/ 0 h 70"/>
                  <a:gd name="T2" fmla="*/ 80 w 84"/>
                  <a:gd name="T3" fmla="*/ 0 h 70"/>
                  <a:gd name="T4" fmla="*/ 76 w 84"/>
                  <a:gd name="T5" fmla="*/ 2 h 70"/>
                  <a:gd name="T6" fmla="*/ 61 w 84"/>
                  <a:gd name="T7" fmla="*/ 60 h 70"/>
                  <a:gd name="T8" fmla="*/ 60 w 84"/>
                  <a:gd name="T9" fmla="*/ 51 h 70"/>
                  <a:gd name="T10" fmla="*/ 47 w 84"/>
                  <a:gd name="T11" fmla="*/ 2 h 70"/>
                  <a:gd name="T12" fmla="*/ 43 w 84"/>
                  <a:gd name="T13" fmla="*/ 0 h 70"/>
                  <a:gd name="T14" fmla="*/ 42 w 84"/>
                  <a:gd name="T15" fmla="*/ 0 h 70"/>
                  <a:gd name="T16" fmla="*/ 38 w 84"/>
                  <a:gd name="T17" fmla="*/ 2 h 70"/>
                  <a:gd name="T18" fmla="*/ 23 w 84"/>
                  <a:gd name="T19" fmla="*/ 60 h 70"/>
                  <a:gd name="T20" fmla="*/ 22 w 84"/>
                  <a:gd name="T21" fmla="*/ 51 h 70"/>
                  <a:gd name="T22" fmla="*/ 9 w 84"/>
                  <a:gd name="T23" fmla="*/ 2 h 70"/>
                  <a:gd name="T24" fmla="*/ 5 w 84"/>
                  <a:gd name="T25" fmla="*/ 0 h 70"/>
                  <a:gd name="T26" fmla="*/ 4 w 84"/>
                  <a:gd name="T27" fmla="*/ 0 h 70"/>
                  <a:gd name="T28" fmla="*/ 0 w 84"/>
                  <a:gd name="T29" fmla="*/ 2 h 70"/>
                  <a:gd name="T30" fmla="*/ 0 w 84"/>
                  <a:gd name="T31" fmla="*/ 3 h 70"/>
                  <a:gd name="T32" fmla="*/ 17 w 84"/>
                  <a:gd name="T33" fmla="*/ 69 h 70"/>
                  <a:gd name="T34" fmla="*/ 21 w 84"/>
                  <a:gd name="T35" fmla="*/ 70 h 70"/>
                  <a:gd name="T36" fmla="*/ 25 w 84"/>
                  <a:gd name="T37" fmla="*/ 70 h 70"/>
                  <a:gd name="T38" fmla="*/ 29 w 84"/>
                  <a:gd name="T39" fmla="*/ 69 h 70"/>
                  <a:gd name="T40" fmla="*/ 40 w 84"/>
                  <a:gd name="T41" fmla="*/ 28 h 70"/>
                  <a:gd name="T42" fmla="*/ 42 w 84"/>
                  <a:gd name="T43" fmla="*/ 15 h 70"/>
                  <a:gd name="T44" fmla="*/ 44 w 84"/>
                  <a:gd name="T45" fmla="*/ 28 h 70"/>
                  <a:gd name="T46" fmla="*/ 55 w 84"/>
                  <a:gd name="T47" fmla="*/ 69 h 70"/>
                  <a:gd name="T48" fmla="*/ 59 w 84"/>
                  <a:gd name="T49" fmla="*/ 70 h 70"/>
                  <a:gd name="T50" fmla="*/ 63 w 84"/>
                  <a:gd name="T51" fmla="*/ 70 h 70"/>
                  <a:gd name="T52" fmla="*/ 67 w 84"/>
                  <a:gd name="T53" fmla="*/ 69 h 70"/>
                  <a:gd name="T54" fmla="*/ 84 w 84"/>
                  <a:gd name="T55" fmla="*/ 3 h 70"/>
                  <a:gd name="T56" fmla="*/ 84 w 84"/>
                  <a:gd name="T57" fmla="*/ 2 h 70"/>
                  <a:gd name="T58" fmla="*/ 80 w 84"/>
                  <a:gd name="T5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70"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78" y="0"/>
                      <a:pt x="76" y="1"/>
                      <a:pt x="76" y="2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1" y="60"/>
                      <a:pt x="60" y="54"/>
                      <a:pt x="60" y="5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5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38" y="1"/>
                      <a:pt x="38" y="2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2" y="53"/>
                      <a:pt x="22" y="5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9" y="70"/>
                      <a:pt x="21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9" y="70"/>
                      <a:pt x="29" y="6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70"/>
                      <a:pt x="57" y="70"/>
                      <a:pt x="59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5" y="70"/>
                      <a:pt x="67" y="70"/>
                      <a:pt x="67" y="69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4" y="1"/>
                      <a:pt x="83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0" name="Freeform 106">
                <a:extLst>
                  <a:ext uri="{FF2B5EF4-FFF2-40B4-BE49-F238E27FC236}">
                    <a16:creationId xmlns:a16="http://schemas.microsoft.com/office/drawing/2014/main" id="{D37776F6-831C-4536-BCC0-0A2C828EDD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31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1" name="Freeform 107">
                <a:extLst>
                  <a:ext uri="{FF2B5EF4-FFF2-40B4-BE49-F238E27FC236}">
                    <a16:creationId xmlns:a16="http://schemas.microsoft.com/office/drawing/2014/main" id="{5157BE6B-7F2D-4EF8-9708-6C01C25440C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74" y="8102"/>
                <a:ext cx="40" cy="53"/>
              </a:xfrm>
              <a:custGeom>
                <a:avLst/>
                <a:gdLst>
                  <a:gd name="T0" fmla="*/ 23 w 53"/>
                  <a:gd name="T1" fmla="*/ 0 h 70"/>
                  <a:gd name="T2" fmla="*/ 3 w 53"/>
                  <a:gd name="T3" fmla="*/ 0 h 70"/>
                  <a:gd name="T4" fmla="*/ 0 w 53"/>
                  <a:gd name="T5" fmla="*/ 3 h 70"/>
                  <a:gd name="T6" fmla="*/ 0 w 53"/>
                  <a:gd name="T7" fmla="*/ 67 h 70"/>
                  <a:gd name="T8" fmla="*/ 3 w 53"/>
                  <a:gd name="T9" fmla="*/ 70 h 70"/>
                  <a:gd name="T10" fmla="*/ 23 w 53"/>
                  <a:gd name="T11" fmla="*/ 70 h 70"/>
                  <a:gd name="T12" fmla="*/ 53 w 53"/>
                  <a:gd name="T13" fmla="*/ 35 h 70"/>
                  <a:gd name="T14" fmla="*/ 23 w 53"/>
                  <a:gd name="T15" fmla="*/ 0 h 70"/>
                  <a:gd name="T16" fmla="*/ 22 w 53"/>
                  <a:gd name="T17" fmla="*/ 62 h 70"/>
                  <a:gd name="T18" fmla="*/ 8 w 53"/>
                  <a:gd name="T19" fmla="*/ 62 h 70"/>
                  <a:gd name="T20" fmla="*/ 8 w 53"/>
                  <a:gd name="T21" fmla="*/ 8 h 70"/>
                  <a:gd name="T22" fmla="*/ 22 w 53"/>
                  <a:gd name="T23" fmla="*/ 8 h 70"/>
                  <a:gd name="T24" fmla="*/ 44 w 53"/>
                  <a:gd name="T25" fmla="*/ 35 h 70"/>
                  <a:gd name="T26" fmla="*/ 22 w 53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3" y="61"/>
                      <a:pt x="53" y="35"/>
                    </a:cubicBezTo>
                    <a:cubicBezTo>
                      <a:pt x="53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4" y="8"/>
                      <a:pt x="44" y="15"/>
                      <a:pt x="44" y="35"/>
                    </a:cubicBezTo>
                    <a:cubicBezTo>
                      <a:pt x="44" y="55"/>
                      <a:pt x="34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2" name="Freeform 108">
                <a:extLst>
                  <a:ext uri="{FF2B5EF4-FFF2-40B4-BE49-F238E27FC236}">
                    <a16:creationId xmlns:a16="http://schemas.microsoft.com/office/drawing/2014/main" id="{1ED4B504-3F14-4594-A24D-56644D71B32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28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3" name="Freeform 109">
                <a:extLst>
                  <a:ext uri="{FF2B5EF4-FFF2-40B4-BE49-F238E27FC236}">
                    <a16:creationId xmlns:a16="http://schemas.microsoft.com/office/drawing/2014/main" id="{D4F1266A-9621-4743-8BB1-390E6D36B4E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47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5" y="7"/>
                      <a:pt x="23" y="7"/>
                    </a:cubicBezTo>
                    <a:cubicBezTo>
                      <a:pt x="31" y="7"/>
                      <a:pt x="34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4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4" name="Freeform 110">
                <a:extLst>
                  <a:ext uri="{FF2B5EF4-FFF2-40B4-BE49-F238E27FC236}">
                    <a16:creationId xmlns:a16="http://schemas.microsoft.com/office/drawing/2014/main" id="{2D1D1FC7-FE2D-466B-AD38-A918426D7E3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1" y="8102"/>
                <a:ext cx="40" cy="53"/>
              </a:xfrm>
              <a:custGeom>
                <a:avLst/>
                <a:gdLst>
                  <a:gd name="T0" fmla="*/ 49 w 53"/>
                  <a:gd name="T1" fmla="*/ 0 h 70"/>
                  <a:gd name="T2" fmla="*/ 48 w 53"/>
                  <a:gd name="T3" fmla="*/ 0 h 70"/>
                  <a:gd name="T4" fmla="*/ 44 w 53"/>
                  <a:gd name="T5" fmla="*/ 2 h 70"/>
                  <a:gd name="T6" fmla="*/ 44 w 53"/>
                  <a:gd name="T7" fmla="*/ 31 h 70"/>
                  <a:gd name="T8" fmla="*/ 8 w 53"/>
                  <a:gd name="T9" fmla="*/ 31 h 70"/>
                  <a:gd name="T10" fmla="*/ 8 w 53"/>
                  <a:gd name="T11" fmla="*/ 2 h 70"/>
                  <a:gd name="T12" fmla="*/ 4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38 h 70"/>
                  <a:gd name="T28" fmla="*/ 44 w 53"/>
                  <a:gd name="T29" fmla="*/ 38 h 70"/>
                  <a:gd name="T30" fmla="*/ 44 w 53"/>
                  <a:gd name="T31" fmla="*/ 68 h 70"/>
                  <a:gd name="T32" fmla="*/ 48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4" y="1"/>
                      <a:pt x="44" y="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9"/>
                      <a:pt x="46" y="70"/>
                      <a:pt x="48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5" name="Freeform 111">
                <a:extLst>
                  <a:ext uri="{FF2B5EF4-FFF2-40B4-BE49-F238E27FC236}">
                    <a16:creationId xmlns:a16="http://schemas.microsoft.com/office/drawing/2014/main" id="{77975A7A-1080-43C4-A42F-33DAB9E8D49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562" y="8102"/>
                <a:ext cx="43" cy="53"/>
              </a:xfrm>
              <a:custGeom>
                <a:avLst/>
                <a:gdLst>
                  <a:gd name="T0" fmla="*/ 34 w 58"/>
                  <a:gd name="T1" fmla="*/ 2 h 70"/>
                  <a:gd name="T2" fmla="*/ 31 w 58"/>
                  <a:gd name="T3" fmla="*/ 0 h 70"/>
                  <a:gd name="T4" fmla="*/ 28 w 58"/>
                  <a:gd name="T5" fmla="*/ 0 h 70"/>
                  <a:gd name="T6" fmla="*/ 24 w 58"/>
                  <a:gd name="T7" fmla="*/ 2 h 70"/>
                  <a:gd name="T8" fmla="*/ 0 w 58"/>
                  <a:gd name="T9" fmla="*/ 67 h 70"/>
                  <a:gd name="T10" fmla="*/ 0 w 58"/>
                  <a:gd name="T11" fmla="*/ 68 h 70"/>
                  <a:gd name="T12" fmla="*/ 4 w 58"/>
                  <a:gd name="T13" fmla="*/ 70 h 70"/>
                  <a:gd name="T14" fmla="*/ 5 w 58"/>
                  <a:gd name="T15" fmla="*/ 70 h 70"/>
                  <a:gd name="T16" fmla="*/ 9 w 58"/>
                  <a:gd name="T17" fmla="*/ 69 h 70"/>
                  <a:gd name="T18" fmla="*/ 14 w 58"/>
                  <a:gd name="T19" fmla="*/ 52 h 70"/>
                  <a:gd name="T20" fmla="*/ 43 w 58"/>
                  <a:gd name="T21" fmla="*/ 52 h 70"/>
                  <a:gd name="T22" fmla="*/ 49 w 58"/>
                  <a:gd name="T23" fmla="*/ 69 h 70"/>
                  <a:gd name="T24" fmla="*/ 53 w 58"/>
                  <a:gd name="T25" fmla="*/ 70 h 70"/>
                  <a:gd name="T26" fmla="*/ 54 w 58"/>
                  <a:gd name="T27" fmla="*/ 70 h 70"/>
                  <a:gd name="T28" fmla="*/ 58 w 58"/>
                  <a:gd name="T29" fmla="*/ 68 h 70"/>
                  <a:gd name="T30" fmla="*/ 58 w 58"/>
                  <a:gd name="T31" fmla="*/ 67 h 70"/>
                  <a:gd name="T32" fmla="*/ 34 w 58"/>
                  <a:gd name="T33" fmla="*/ 2 h 70"/>
                  <a:gd name="T34" fmla="*/ 17 w 58"/>
                  <a:gd name="T35" fmla="*/ 45 h 70"/>
                  <a:gd name="T36" fmla="*/ 27 w 58"/>
                  <a:gd name="T37" fmla="*/ 15 h 70"/>
                  <a:gd name="T38" fmla="*/ 29 w 58"/>
                  <a:gd name="T39" fmla="*/ 9 h 70"/>
                  <a:gd name="T40" fmla="*/ 30 w 58"/>
                  <a:gd name="T41" fmla="*/ 15 h 70"/>
                  <a:gd name="T42" fmla="*/ 41 w 58"/>
                  <a:gd name="T43" fmla="*/ 45 h 70"/>
                  <a:gd name="T44" fmla="*/ 17 w 58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70">
                    <a:moveTo>
                      <a:pt x="34" y="2"/>
                    </a:moveTo>
                    <a:cubicBezTo>
                      <a:pt x="34" y="1"/>
                      <a:pt x="32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0" y="70"/>
                      <a:pt x="51" y="70"/>
                      <a:pt x="53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8" y="69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lnTo>
                      <a:pt x="34" y="2"/>
                    </a:lnTo>
                    <a:close/>
                    <a:moveTo>
                      <a:pt x="17" y="4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6" name="Freeform 112">
                <a:extLst>
                  <a:ext uri="{FF2B5EF4-FFF2-40B4-BE49-F238E27FC236}">
                    <a16:creationId xmlns:a16="http://schemas.microsoft.com/office/drawing/2014/main" id="{9A5212BC-206E-4BD2-A186-7EB2E0B22F0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3" y="8102"/>
                <a:ext cx="39" cy="53"/>
              </a:xfrm>
              <a:custGeom>
                <a:avLst/>
                <a:gdLst>
                  <a:gd name="T0" fmla="*/ 49 w 52"/>
                  <a:gd name="T1" fmla="*/ 58 h 71"/>
                  <a:gd name="T2" fmla="*/ 32 w 52"/>
                  <a:gd name="T3" fmla="*/ 63 h 71"/>
                  <a:gd name="T4" fmla="*/ 9 w 52"/>
                  <a:gd name="T5" fmla="*/ 35 h 71"/>
                  <a:gd name="T6" fmla="*/ 32 w 52"/>
                  <a:gd name="T7" fmla="*/ 7 h 71"/>
                  <a:gd name="T8" fmla="*/ 47 w 52"/>
                  <a:gd name="T9" fmla="*/ 12 h 71"/>
                  <a:gd name="T10" fmla="*/ 51 w 52"/>
                  <a:gd name="T11" fmla="*/ 6 h 71"/>
                  <a:gd name="T12" fmla="*/ 32 w 52"/>
                  <a:gd name="T13" fmla="*/ 0 h 71"/>
                  <a:gd name="T14" fmla="*/ 0 w 52"/>
                  <a:gd name="T15" fmla="*/ 35 h 71"/>
                  <a:gd name="T16" fmla="*/ 32 w 52"/>
                  <a:gd name="T17" fmla="*/ 71 h 71"/>
                  <a:gd name="T18" fmla="*/ 52 w 52"/>
                  <a:gd name="T19" fmla="*/ 63 h 71"/>
                  <a:gd name="T20" fmla="*/ 49 w 52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1">
                    <a:moveTo>
                      <a:pt x="49" y="58"/>
                    </a:moveTo>
                    <a:cubicBezTo>
                      <a:pt x="47" y="58"/>
                      <a:pt x="42" y="63"/>
                      <a:pt x="32" y="63"/>
                    </a:cubicBezTo>
                    <a:cubicBezTo>
                      <a:pt x="16" y="63"/>
                      <a:pt x="9" y="54"/>
                      <a:pt x="9" y="35"/>
                    </a:cubicBezTo>
                    <a:cubicBezTo>
                      <a:pt x="9" y="16"/>
                      <a:pt x="16" y="7"/>
                      <a:pt x="32" y="7"/>
                    </a:cubicBezTo>
                    <a:cubicBezTo>
                      <a:pt x="42" y="7"/>
                      <a:pt x="46" y="12"/>
                      <a:pt x="47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0" y="71"/>
                      <a:pt x="32" y="71"/>
                    </a:cubicBezTo>
                    <a:cubicBezTo>
                      <a:pt x="43" y="71"/>
                      <a:pt x="52" y="66"/>
                      <a:pt x="52" y="63"/>
                    </a:cubicBezTo>
                    <a:cubicBezTo>
                      <a:pt x="52" y="62"/>
                      <a:pt x="50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7" name="Freeform 113">
                <a:extLst>
                  <a:ext uri="{FF2B5EF4-FFF2-40B4-BE49-F238E27FC236}">
                    <a16:creationId xmlns:a16="http://schemas.microsoft.com/office/drawing/2014/main" id="{F4359239-6849-45CB-95F7-544605C3C87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58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0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4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8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8" name="Freeform 114">
                <a:extLst>
                  <a:ext uri="{FF2B5EF4-FFF2-40B4-BE49-F238E27FC236}">
                    <a16:creationId xmlns:a16="http://schemas.microsoft.com/office/drawing/2014/main" id="{21651DBB-2F16-43F1-81C1-5FF5D9B27E7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12" y="8102"/>
                <a:ext cx="40" cy="53"/>
              </a:xfrm>
              <a:custGeom>
                <a:avLst/>
                <a:gdLst>
                  <a:gd name="T0" fmla="*/ 23 w 54"/>
                  <a:gd name="T1" fmla="*/ 0 h 70"/>
                  <a:gd name="T2" fmla="*/ 3 w 54"/>
                  <a:gd name="T3" fmla="*/ 0 h 70"/>
                  <a:gd name="T4" fmla="*/ 0 w 54"/>
                  <a:gd name="T5" fmla="*/ 3 h 70"/>
                  <a:gd name="T6" fmla="*/ 0 w 54"/>
                  <a:gd name="T7" fmla="*/ 67 h 70"/>
                  <a:gd name="T8" fmla="*/ 3 w 54"/>
                  <a:gd name="T9" fmla="*/ 70 h 70"/>
                  <a:gd name="T10" fmla="*/ 23 w 54"/>
                  <a:gd name="T11" fmla="*/ 70 h 70"/>
                  <a:gd name="T12" fmla="*/ 54 w 54"/>
                  <a:gd name="T13" fmla="*/ 35 h 70"/>
                  <a:gd name="T14" fmla="*/ 23 w 54"/>
                  <a:gd name="T15" fmla="*/ 0 h 70"/>
                  <a:gd name="T16" fmla="*/ 22 w 54"/>
                  <a:gd name="T17" fmla="*/ 62 h 70"/>
                  <a:gd name="T18" fmla="*/ 9 w 54"/>
                  <a:gd name="T19" fmla="*/ 62 h 70"/>
                  <a:gd name="T20" fmla="*/ 9 w 54"/>
                  <a:gd name="T21" fmla="*/ 8 h 70"/>
                  <a:gd name="T22" fmla="*/ 22 w 54"/>
                  <a:gd name="T23" fmla="*/ 8 h 70"/>
                  <a:gd name="T24" fmla="*/ 45 w 54"/>
                  <a:gd name="T25" fmla="*/ 35 h 70"/>
                  <a:gd name="T26" fmla="*/ 22 w 54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4" y="61"/>
                      <a:pt x="54" y="35"/>
                    </a:cubicBezTo>
                    <a:cubicBezTo>
                      <a:pt x="54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5" y="8"/>
                      <a:pt x="45" y="15"/>
                      <a:pt x="45" y="35"/>
                    </a:cubicBezTo>
                    <a:cubicBezTo>
                      <a:pt x="45" y="55"/>
                      <a:pt x="35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59" name="Freeform 115">
                <a:extLst>
                  <a:ext uri="{FF2B5EF4-FFF2-40B4-BE49-F238E27FC236}">
                    <a16:creationId xmlns:a16="http://schemas.microsoft.com/office/drawing/2014/main" id="{28D1AE72-B441-40D8-8B52-7C09883AEAA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66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0" name="Freeform 116">
                <a:extLst>
                  <a:ext uri="{FF2B5EF4-FFF2-40B4-BE49-F238E27FC236}">
                    <a16:creationId xmlns:a16="http://schemas.microsoft.com/office/drawing/2014/main" id="{854EB0CD-054D-4629-B689-54035B95733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08" y="8102"/>
                <a:ext cx="49" cy="53"/>
              </a:xfrm>
              <a:custGeom>
                <a:avLst/>
                <a:gdLst>
                  <a:gd name="T0" fmla="*/ 62 w 66"/>
                  <a:gd name="T1" fmla="*/ 0 h 70"/>
                  <a:gd name="T2" fmla="*/ 59 w 66"/>
                  <a:gd name="T3" fmla="*/ 0 h 70"/>
                  <a:gd name="T4" fmla="*/ 55 w 66"/>
                  <a:gd name="T5" fmla="*/ 2 h 70"/>
                  <a:gd name="T6" fmla="*/ 36 w 66"/>
                  <a:gd name="T7" fmla="*/ 35 h 70"/>
                  <a:gd name="T8" fmla="*/ 33 w 66"/>
                  <a:gd name="T9" fmla="*/ 41 h 70"/>
                  <a:gd name="T10" fmla="*/ 31 w 66"/>
                  <a:gd name="T11" fmla="*/ 35 h 70"/>
                  <a:gd name="T12" fmla="*/ 12 w 66"/>
                  <a:gd name="T13" fmla="*/ 2 h 70"/>
                  <a:gd name="T14" fmla="*/ 8 w 66"/>
                  <a:gd name="T15" fmla="*/ 0 h 70"/>
                  <a:gd name="T16" fmla="*/ 4 w 66"/>
                  <a:gd name="T17" fmla="*/ 0 h 70"/>
                  <a:gd name="T18" fmla="*/ 0 w 66"/>
                  <a:gd name="T19" fmla="*/ 2 h 70"/>
                  <a:gd name="T20" fmla="*/ 0 w 66"/>
                  <a:gd name="T21" fmla="*/ 68 h 70"/>
                  <a:gd name="T22" fmla="*/ 4 w 66"/>
                  <a:gd name="T23" fmla="*/ 70 h 70"/>
                  <a:gd name="T24" fmla="*/ 5 w 66"/>
                  <a:gd name="T25" fmla="*/ 70 h 70"/>
                  <a:gd name="T26" fmla="*/ 9 w 66"/>
                  <a:gd name="T27" fmla="*/ 68 h 70"/>
                  <a:gd name="T28" fmla="*/ 9 w 66"/>
                  <a:gd name="T29" fmla="*/ 14 h 70"/>
                  <a:gd name="T30" fmla="*/ 29 w 66"/>
                  <a:gd name="T31" fmla="*/ 49 h 70"/>
                  <a:gd name="T32" fmla="*/ 31 w 66"/>
                  <a:gd name="T33" fmla="*/ 51 h 70"/>
                  <a:gd name="T34" fmla="*/ 35 w 66"/>
                  <a:gd name="T35" fmla="*/ 51 h 70"/>
                  <a:gd name="T36" fmla="*/ 38 w 66"/>
                  <a:gd name="T37" fmla="*/ 49 h 70"/>
                  <a:gd name="T38" fmla="*/ 58 w 66"/>
                  <a:gd name="T39" fmla="*/ 15 h 70"/>
                  <a:gd name="T40" fmla="*/ 58 w 66"/>
                  <a:gd name="T41" fmla="*/ 68 h 70"/>
                  <a:gd name="T42" fmla="*/ 61 w 66"/>
                  <a:gd name="T43" fmla="*/ 70 h 70"/>
                  <a:gd name="T44" fmla="*/ 62 w 66"/>
                  <a:gd name="T45" fmla="*/ 70 h 70"/>
                  <a:gd name="T46" fmla="*/ 66 w 66"/>
                  <a:gd name="T47" fmla="*/ 68 h 70"/>
                  <a:gd name="T48" fmla="*/ 66 w 66"/>
                  <a:gd name="T49" fmla="*/ 2 h 70"/>
                  <a:gd name="T50" fmla="*/ 62 w 66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70">
                    <a:moveTo>
                      <a:pt x="62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0"/>
                      <a:pt x="55" y="1"/>
                      <a:pt x="55" y="2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50"/>
                      <a:pt x="30" y="51"/>
                      <a:pt x="31" y="51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51"/>
                      <a:pt x="37" y="50"/>
                      <a:pt x="38" y="49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9"/>
                      <a:pt x="59" y="70"/>
                      <a:pt x="6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5" y="70"/>
                      <a:pt x="66" y="69"/>
                      <a:pt x="66" y="6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5" y="0"/>
                      <a:pt x="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1" name="Freeform 117">
                <a:extLst>
                  <a:ext uri="{FF2B5EF4-FFF2-40B4-BE49-F238E27FC236}">
                    <a16:creationId xmlns:a16="http://schemas.microsoft.com/office/drawing/2014/main" id="{E297E76D-A880-4801-9320-2197965E3C9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68" y="8102"/>
                <a:ext cx="38" cy="53"/>
              </a:xfrm>
              <a:custGeom>
                <a:avLst/>
                <a:gdLst>
                  <a:gd name="T0" fmla="*/ 48 w 52"/>
                  <a:gd name="T1" fmla="*/ 0 h 70"/>
                  <a:gd name="T2" fmla="*/ 43 w 52"/>
                  <a:gd name="T3" fmla="*/ 2 h 70"/>
                  <a:gd name="T4" fmla="*/ 27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5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2 w 52"/>
                  <a:gd name="T17" fmla="*/ 34 h 70"/>
                  <a:gd name="T18" fmla="*/ 22 w 52"/>
                  <a:gd name="T19" fmla="*/ 68 h 70"/>
                  <a:gd name="T20" fmla="*/ 26 w 52"/>
                  <a:gd name="T21" fmla="*/ 70 h 70"/>
                  <a:gd name="T22" fmla="*/ 27 w 52"/>
                  <a:gd name="T23" fmla="*/ 70 h 70"/>
                  <a:gd name="T24" fmla="*/ 31 w 52"/>
                  <a:gd name="T25" fmla="*/ 68 h 70"/>
                  <a:gd name="T26" fmla="*/ 31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8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8" y="0"/>
                    </a:moveTo>
                    <a:cubicBezTo>
                      <a:pt x="46" y="0"/>
                      <a:pt x="44" y="1"/>
                      <a:pt x="43" y="2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2" y="69"/>
                      <a:pt x="23" y="70"/>
                      <a:pt x="26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9" y="70"/>
                      <a:pt x="31" y="69"/>
                      <a:pt x="31" y="68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2" name="Freeform 118">
                <a:extLst>
                  <a:ext uri="{FF2B5EF4-FFF2-40B4-BE49-F238E27FC236}">
                    <a16:creationId xmlns:a16="http://schemas.microsoft.com/office/drawing/2014/main" id="{86548494-9EFA-480E-AE80-022D304DDD5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35" y="8102"/>
                <a:ext cx="46" cy="53"/>
              </a:xfrm>
              <a:custGeom>
                <a:avLst/>
                <a:gdLst>
                  <a:gd name="T0" fmla="*/ 31 w 62"/>
                  <a:gd name="T1" fmla="*/ 0 h 71"/>
                  <a:gd name="T2" fmla="*/ 0 w 62"/>
                  <a:gd name="T3" fmla="*/ 35 h 71"/>
                  <a:gd name="T4" fmla="*/ 31 w 62"/>
                  <a:gd name="T5" fmla="*/ 71 h 71"/>
                  <a:gd name="T6" fmla="*/ 62 w 62"/>
                  <a:gd name="T7" fmla="*/ 35 h 71"/>
                  <a:gd name="T8" fmla="*/ 31 w 62"/>
                  <a:gd name="T9" fmla="*/ 0 h 71"/>
                  <a:gd name="T10" fmla="*/ 31 w 62"/>
                  <a:gd name="T11" fmla="*/ 63 h 71"/>
                  <a:gd name="T12" fmla="*/ 10 w 62"/>
                  <a:gd name="T13" fmla="*/ 35 h 71"/>
                  <a:gd name="T14" fmla="*/ 31 w 62"/>
                  <a:gd name="T15" fmla="*/ 7 h 71"/>
                  <a:gd name="T16" fmla="*/ 53 w 62"/>
                  <a:gd name="T17" fmla="*/ 35 h 71"/>
                  <a:gd name="T18" fmla="*/ 31 w 62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1">
                    <a:moveTo>
                      <a:pt x="31" y="0"/>
                    </a:moveTo>
                    <a:cubicBezTo>
                      <a:pt x="11" y="0"/>
                      <a:pt x="0" y="12"/>
                      <a:pt x="0" y="35"/>
                    </a:cubicBezTo>
                    <a:cubicBezTo>
                      <a:pt x="0" y="58"/>
                      <a:pt x="11" y="71"/>
                      <a:pt x="31" y="71"/>
                    </a:cubicBezTo>
                    <a:cubicBezTo>
                      <a:pt x="51" y="71"/>
                      <a:pt x="62" y="58"/>
                      <a:pt x="62" y="35"/>
                    </a:cubicBezTo>
                    <a:cubicBezTo>
                      <a:pt x="62" y="12"/>
                      <a:pt x="51" y="0"/>
                      <a:pt x="31" y="0"/>
                    </a:cubicBezTo>
                    <a:moveTo>
                      <a:pt x="31" y="63"/>
                    </a:moveTo>
                    <a:cubicBezTo>
                      <a:pt x="17" y="63"/>
                      <a:pt x="10" y="53"/>
                      <a:pt x="10" y="35"/>
                    </a:cubicBezTo>
                    <a:cubicBezTo>
                      <a:pt x="10" y="17"/>
                      <a:pt x="17" y="7"/>
                      <a:pt x="31" y="7"/>
                    </a:cubicBezTo>
                    <a:cubicBezTo>
                      <a:pt x="45" y="7"/>
                      <a:pt x="53" y="17"/>
                      <a:pt x="53" y="35"/>
                    </a:cubicBezTo>
                    <a:cubicBezTo>
                      <a:pt x="53" y="53"/>
                      <a:pt x="45" y="63"/>
                      <a:pt x="31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3" name="Freeform 119">
                <a:extLst>
                  <a:ext uri="{FF2B5EF4-FFF2-40B4-BE49-F238E27FC236}">
                    <a16:creationId xmlns:a16="http://schemas.microsoft.com/office/drawing/2014/main" id="{42F763E1-9DD5-46AC-AD72-CCD28975F6A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94" y="8102"/>
                <a:ext cx="28" cy="53"/>
              </a:xfrm>
              <a:custGeom>
                <a:avLst/>
                <a:gdLst>
                  <a:gd name="T0" fmla="*/ 35 w 37"/>
                  <a:gd name="T1" fmla="*/ 0 h 70"/>
                  <a:gd name="T2" fmla="*/ 3 w 37"/>
                  <a:gd name="T3" fmla="*/ 0 h 70"/>
                  <a:gd name="T4" fmla="*/ 0 w 37"/>
                  <a:gd name="T5" fmla="*/ 3 h 70"/>
                  <a:gd name="T6" fmla="*/ 0 w 37"/>
                  <a:gd name="T7" fmla="*/ 68 h 70"/>
                  <a:gd name="T8" fmla="*/ 4 w 37"/>
                  <a:gd name="T9" fmla="*/ 70 h 70"/>
                  <a:gd name="T10" fmla="*/ 5 w 37"/>
                  <a:gd name="T11" fmla="*/ 70 h 70"/>
                  <a:gd name="T12" fmla="*/ 9 w 37"/>
                  <a:gd name="T13" fmla="*/ 68 h 70"/>
                  <a:gd name="T14" fmla="*/ 9 w 37"/>
                  <a:gd name="T15" fmla="*/ 38 h 70"/>
                  <a:gd name="T16" fmla="*/ 33 w 37"/>
                  <a:gd name="T17" fmla="*/ 38 h 70"/>
                  <a:gd name="T18" fmla="*/ 35 w 37"/>
                  <a:gd name="T19" fmla="*/ 35 h 70"/>
                  <a:gd name="T20" fmla="*/ 35 w 37"/>
                  <a:gd name="T21" fmla="*/ 34 h 70"/>
                  <a:gd name="T22" fmla="*/ 33 w 37"/>
                  <a:gd name="T23" fmla="*/ 31 h 70"/>
                  <a:gd name="T24" fmla="*/ 9 w 37"/>
                  <a:gd name="T25" fmla="*/ 31 h 70"/>
                  <a:gd name="T26" fmla="*/ 9 w 37"/>
                  <a:gd name="T27" fmla="*/ 8 h 70"/>
                  <a:gd name="T28" fmla="*/ 35 w 37"/>
                  <a:gd name="T29" fmla="*/ 8 h 70"/>
                  <a:gd name="T30" fmla="*/ 37 w 37"/>
                  <a:gd name="T31" fmla="*/ 5 h 70"/>
                  <a:gd name="T32" fmla="*/ 37 w 37"/>
                  <a:gd name="T33" fmla="*/ 3 h 70"/>
                  <a:gd name="T34" fmla="*/ 35 w 37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70">
                    <a:moveTo>
                      <a:pt x="3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8"/>
                      <a:pt x="35" y="37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2"/>
                      <a:pt x="34" y="31"/>
                      <a:pt x="33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8"/>
                      <a:pt x="37" y="7"/>
                      <a:pt x="37" y="5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4" name="Freeform 120">
                <a:extLst>
                  <a:ext uri="{FF2B5EF4-FFF2-40B4-BE49-F238E27FC236}">
                    <a16:creationId xmlns:a16="http://schemas.microsoft.com/office/drawing/2014/main" id="{9DF359E6-B5FB-4B2F-8872-BABEB3D5F46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50" y="8102"/>
                <a:ext cx="32" cy="53"/>
              </a:xfrm>
              <a:custGeom>
                <a:avLst/>
                <a:gdLst>
                  <a:gd name="T0" fmla="*/ 11 w 43"/>
                  <a:gd name="T1" fmla="*/ 19 h 71"/>
                  <a:gd name="T2" fmla="*/ 23 w 43"/>
                  <a:gd name="T3" fmla="*/ 7 h 71"/>
                  <a:gd name="T4" fmla="*/ 36 w 43"/>
                  <a:gd name="T5" fmla="*/ 11 h 71"/>
                  <a:gd name="T6" fmla="*/ 40 w 43"/>
                  <a:gd name="T7" fmla="*/ 6 h 71"/>
                  <a:gd name="T8" fmla="*/ 24 w 43"/>
                  <a:gd name="T9" fmla="*/ 0 h 71"/>
                  <a:gd name="T10" fmla="*/ 2 w 43"/>
                  <a:gd name="T11" fmla="*/ 18 h 71"/>
                  <a:gd name="T12" fmla="*/ 34 w 43"/>
                  <a:gd name="T13" fmla="*/ 51 h 71"/>
                  <a:gd name="T14" fmla="*/ 21 w 43"/>
                  <a:gd name="T15" fmla="*/ 63 h 71"/>
                  <a:gd name="T16" fmla="*/ 4 w 43"/>
                  <a:gd name="T17" fmla="*/ 58 h 71"/>
                  <a:gd name="T18" fmla="*/ 0 w 43"/>
                  <a:gd name="T19" fmla="*/ 63 h 71"/>
                  <a:gd name="T20" fmla="*/ 21 w 43"/>
                  <a:gd name="T21" fmla="*/ 71 h 71"/>
                  <a:gd name="T22" fmla="*/ 43 w 43"/>
                  <a:gd name="T23" fmla="*/ 51 h 71"/>
                  <a:gd name="T24" fmla="*/ 11 w 43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71">
                    <a:moveTo>
                      <a:pt x="11" y="19"/>
                    </a:moveTo>
                    <a:cubicBezTo>
                      <a:pt x="11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40" y="7"/>
                      <a:pt x="40" y="6"/>
                    </a:cubicBezTo>
                    <a:cubicBezTo>
                      <a:pt x="40" y="2"/>
                      <a:pt x="29" y="0"/>
                      <a:pt x="24" y="0"/>
                    </a:cubicBezTo>
                    <a:cubicBezTo>
                      <a:pt x="10" y="0"/>
                      <a:pt x="2" y="7"/>
                      <a:pt x="2" y="18"/>
                    </a:cubicBezTo>
                    <a:cubicBezTo>
                      <a:pt x="2" y="41"/>
                      <a:pt x="34" y="34"/>
                      <a:pt x="34" y="51"/>
                    </a:cubicBezTo>
                    <a:cubicBezTo>
                      <a:pt x="34" y="58"/>
                      <a:pt x="28" y="63"/>
                      <a:pt x="21" y="63"/>
                    </a:cubicBezTo>
                    <a:cubicBezTo>
                      <a:pt x="11" y="63"/>
                      <a:pt x="5" y="58"/>
                      <a:pt x="4" y="58"/>
                    </a:cubicBezTo>
                    <a:cubicBezTo>
                      <a:pt x="3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1" y="71"/>
                    </a:cubicBezTo>
                    <a:cubicBezTo>
                      <a:pt x="34" y="71"/>
                      <a:pt x="43" y="63"/>
                      <a:pt x="43" y="51"/>
                    </a:cubicBezTo>
                    <a:cubicBezTo>
                      <a:pt x="43" y="26"/>
                      <a:pt x="11" y="33"/>
                      <a:pt x="11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5" name="Freeform 121">
                <a:extLst>
                  <a:ext uri="{FF2B5EF4-FFF2-40B4-BE49-F238E27FC236}">
                    <a16:creationId xmlns:a16="http://schemas.microsoft.com/office/drawing/2014/main" id="{B587C637-D7D0-43A7-AD29-6B1DD116541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9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3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3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3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6" name="Freeform 122">
                <a:extLst>
                  <a:ext uri="{FF2B5EF4-FFF2-40B4-BE49-F238E27FC236}">
                    <a16:creationId xmlns:a16="http://schemas.microsoft.com/office/drawing/2014/main" id="{D1E0DC71-1B64-434F-955D-BF1C1E24343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42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7" name="Freeform 123">
                <a:extLst>
                  <a:ext uri="{FF2B5EF4-FFF2-40B4-BE49-F238E27FC236}">
                    <a16:creationId xmlns:a16="http://schemas.microsoft.com/office/drawing/2014/main" id="{0A82F472-C323-4E25-97B1-7DFFB4B2C01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6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8" name="Freeform 124">
                <a:extLst>
                  <a:ext uri="{FF2B5EF4-FFF2-40B4-BE49-F238E27FC236}">
                    <a16:creationId xmlns:a16="http://schemas.microsoft.com/office/drawing/2014/main" id="{B8AFE3C2-51CD-4DB0-B1C9-48EF8AE77CD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09" y="8102"/>
                <a:ext cx="39" cy="53"/>
              </a:xfrm>
              <a:custGeom>
                <a:avLst/>
                <a:gdLst>
                  <a:gd name="T0" fmla="*/ 49 w 53"/>
                  <a:gd name="T1" fmla="*/ 0 h 70"/>
                  <a:gd name="T2" fmla="*/ 49 w 53"/>
                  <a:gd name="T3" fmla="*/ 0 h 70"/>
                  <a:gd name="T4" fmla="*/ 45 w 53"/>
                  <a:gd name="T5" fmla="*/ 2 h 70"/>
                  <a:gd name="T6" fmla="*/ 45 w 53"/>
                  <a:gd name="T7" fmla="*/ 56 h 70"/>
                  <a:gd name="T8" fmla="*/ 42 w 53"/>
                  <a:gd name="T9" fmla="*/ 50 h 70"/>
                  <a:gd name="T10" fmla="*/ 10 w 53"/>
                  <a:gd name="T11" fmla="*/ 2 h 70"/>
                  <a:gd name="T12" fmla="*/ 6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14 h 70"/>
                  <a:gd name="T28" fmla="*/ 11 w 53"/>
                  <a:gd name="T29" fmla="*/ 19 h 70"/>
                  <a:gd name="T30" fmla="*/ 44 w 53"/>
                  <a:gd name="T31" fmla="*/ 69 h 70"/>
                  <a:gd name="T32" fmla="*/ 47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5" y="70"/>
                      <a:pt x="47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69" name="Freeform 125">
                <a:extLst>
                  <a:ext uri="{FF2B5EF4-FFF2-40B4-BE49-F238E27FC236}">
                    <a16:creationId xmlns:a16="http://schemas.microsoft.com/office/drawing/2014/main" id="{9E6CB5FB-953D-415C-82B6-523460483FC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6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2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2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0" name="Freeform 126">
                <a:extLst>
                  <a:ext uri="{FF2B5EF4-FFF2-40B4-BE49-F238E27FC236}">
                    <a16:creationId xmlns:a16="http://schemas.microsoft.com/office/drawing/2014/main" id="{2448799B-CA82-48F0-8F0C-890024406AD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3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1" name="Freeform 127">
                <a:extLst>
                  <a:ext uri="{FF2B5EF4-FFF2-40B4-BE49-F238E27FC236}">
                    <a16:creationId xmlns:a16="http://schemas.microsoft.com/office/drawing/2014/main" id="{5B66A880-550E-4CA1-8ADC-6DF9C37B0EA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52" y="8102"/>
                <a:ext cx="31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2" name="Freeform 128">
                <a:extLst>
                  <a:ext uri="{FF2B5EF4-FFF2-40B4-BE49-F238E27FC236}">
                    <a16:creationId xmlns:a16="http://schemas.microsoft.com/office/drawing/2014/main" id="{F227BF7E-8BFB-49C0-87D8-EF37B891122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403" y="7563"/>
                <a:ext cx="146" cy="196"/>
              </a:xfrm>
              <a:custGeom>
                <a:avLst/>
                <a:gdLst>
                  <a:gd name="T0" fmla="*/ 197 w 197"/>
                  <a:gd name="T1" fmla="*/ 188 h 262"/>
                  <a:gd name="T2" fmla="*/ 154 w 197"/>
                  <a:gd name="T3" fmla="*/ 127 h 262"/>
                  <a:gd name="T4" fmla="*/ 189 w 197"/>
                  <a:gd name="T5" fmla="*/ 72 h 262"/>
                  <a:gd name="T6" fmla="*/ 100 w 197"/>
                  <a:gd name="T7" fmla="*/ 0 h 262"/>
                  <a:gd name="T8" fmla="*/ 0 w 197"/>
                  <a:gd name="T9" fmla="*/ 0 h 262"/>
                  <a:gd name="T10" fmla="*/ 0 w 197"/>
                  <a:gd name="T11" fmla="*/ 262 h 262"/>
                  <a:gd name="T12" fmla="*/ 109 w 197"/>
                  <a:gd name="T13" fmla="*/ 262 h 262"/>
                  <a:gd name="T14" fmla="*/ 197 w 197"/>
                  <a:gd name="T15" fmla="*/ 188 h 262"/>
                  <a:gd name="T16" fmla="*/ 53 w 197"/>
                  <a:gd name="T17" fmla="*/ 46 h 262"/>
                  <a:gd name="T18" fmla="*/ 97 w 197"/>
                  <a:gd name="T19" fmla="*/ 46 h 262"/>
                  <a:gd name="T20" fmla="*/ 137 w 197"/>
                  <a:gd name="T21" fmla="*/ 77 h 262"/>
                  <a:gd name="T22" fmla="*/ 97 w 197"/>
                  <a:gd name="T23" fmla="*/ 108 h 262"/>
                  <a:gd name="T24" fmla="*/ 53 w 197"/>
                  <a:gd name="T25" fmla="*/ 108 h 262"/>
                  <a:gd name="T26" fmla="*/ 53 w 197"/>
                  <a:gd name="T27" fmla="*/ 46 h 262"/>
                  <a:gd name="T28" fmla="*/ 53 w 197"/>
                  <a:gd name="T29" fmla="*/ 216 h 262"/>
                  <a:gd name="T30" fmla="*/ 53 w 197"/>
                  <a:gd name="T31" fmla="*/ 150 h 262"/>
                  <a:gd name="T32" fmla="*/ 104 w 197"/>
                  <a:gd name="T33" fmla="*/ 150 h 262"/>
                  <a:gd name="T34" fmla="*/ 143 w 197"/>
                  <a:gd name="T35" fmla="*/ 183 h 262"/>
                  <a:gd name="T36" fmla="*/ 104 w 197"/>
                  <a:gd name="T37" fmla="*/ 216 h 262"/>
                  <a:gd name="T38" fmla="*/ 53 w 197"/>
                  <a:gd name="T39" fmla="*/ 21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262">
                    <a:moveTo>
                      <a:pt x="197" y="188"/>
                    </a:moveTo>
                    <a:cubicBezTo>
                      <a:pt x="197" y="159"/>
                      <a:pt x="179" y="135"/>
                      <a:pt x="154" y="127"/>
                    </a:cubicBezTo>
                    <a:cubicBezTo>
                      <a:pt x="173" y="120"/>
                      <a:pt x="189" y="100"/>
                      <a:pt x="189" y="72"/>
                    </a:cubicBezTo>
                    <a:cubicBezTo>
                      <a:pt x="189" y="25"/>
                      <a:pt x="155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2"/>
                      <a:pt x="0" y="262"/>
                      <a:pt x="0" y="262"/>
                    </a:cubicBezTo>
                    <a:cubicBezTo>
                      <a:pt x="109" y="262"/>
                      <a:pt x="109" y="262"/>
                      <a:pt x="109" y="262"/>
                    </a:cubicBezTo>
                    <a:cubicBezTo>
                      <a:pt x="164" y="262"/>
                      <a:pt x="197" y="236"/>
                      <a:pt x="197" y="188"/>
                    </a:cubicBezTo>
                    <a:moveTo>
                      <a:pt x="53" y="46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123" y="46"/>
                      <a:pt x="137" y="56"/>
                      <a:pt x="137" y="77"/>
                    </a:cubicBezTo>
                    <a:cubicBezTo>
                      <a:pt x="137" y="98"/>
                      <a:pt x="123" y="108"/>
                      <a:pt x="97" y="108"/>
                    </a:cubicBezTo>
                    <a:cubicBezTo>
                      <a:pt x="53" y="108"/>
                      <a:pt x="53" y="108"/>
                      <a:pt x="53" y="108"/>
                    </a:cubicBezTo>
                    <a:lnTo>
                      <a:pt x="53" y="46"/>
                    </a:lnTo>
                    <a:close/>
                    <a:moveTo>
                      <a:pt x="53" y="216"/>
                    </a:moveTo>
                    <a:cubicBezTo>
                      <a:pt x="53" y="150"/>
                      <a:pt x="53" y="150"/>
                      <a:pt x="53" y="150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30" y="150"/>
                      <a:pt x="143" y="163"/>
                      <a:pt x="143" y="183"/>
                    </a:cubicBezTo>
                    <a:cubicBezTo>
                      <a:pt x="143" y="203"/>
                      <a:pt x="130" y="216"/>
                      <a:pt x="104" y="216"/>
                    </a:cubicBezTo>
                    <a:lnTo>
                      <a:pt x="53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3" name="Freeform 129">
                <a:extLst>
                  <a:ext uri="{FF2B5EF4-FFF2-40B4-BE49-F238E27FC236}">
                    <a16:creationId xmlns:a16="http://schemas.microsoft.com/office/drawing/2014/main" id="{B40CC8BA-B008-4D18-BACB-5F50CE2DA35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574" y="7613"/>
                <a:ext cx="133" cy="149"/>
              </a:xfrm>
              <a:custGeom>
                <a:avLst/>
                <a:gdLst>
                  <a:gd name="T0" fmla="*/ 93 w 179"/>
                  <a:gd name="T1" fmla="*/ 199 h 199"/>
                  <a:gd name="T2" fmla="*/ 177 w 179"/>
                  <a:gd name="T3" fmla="*/ 133 h 199"/>
                  <a:gd name="T4" fmla="*/ 128 w 179"/>
                  <a:gd name="T5" fmla="*/ 133 h 199"/>
                  <a:gd name="T6" fmla="*/ 93 w 179"/>
                  <a:gd name="T7" fmla="*/ 157 h 199"/>
                  <a:gd name="T8" fmla="*/ 52 w 179"/>
                  <a:gd name="T9" fmla="*/ 111 h 199"/>
                  <a:gd name="T10" fmla="*/ 179 w 179"/>
                  <a:gd name="T11" fmla="*/ 111 h 199"/>
                  <a:gd name="T12" fmla="*/ 179 w 179"/>
                  <a:gd name="T13" fmla="*/ 95 h 199"/>
                  <a:gd name="T14" fmla="*/ 92 w 179"/>
                  <a:gd name="T15" fmla="*/ 0 h 199"/>
                  <a:gd name="T16" fmla="*/ 0 w 179"/>
                  <a:gd name="T17" fmla="*/ 100 h 199"/>
                  <a:gd name="T18" fmla="*/ 93 w 179"/>
                  <a:gd name="T19" fmla="*/ 199 h 199"/>
                  <a:gd name="T20" fmla="*/ 93 w 179"/>
                  <a:gd name="T21" fmla="*/ 43 h 199"/>
                  <a:gd name="T22" fmla="*/ 127 w 179"/>
                  <a:gd name="T23" fmla="*/ 79 h 199"/>
                  <a:gd name="T24" fmla="*/ 53 w 179"/>
                  <a:gd name="T25" fmla="*/ 79 h 199"/>
                  <a:gd name="T26" fmla="*/ 93 w 179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9">
                    <a:moveTo>
                      <a:pt x="93" y="199"/>
                    </a:moveTo>
                    <a:cubicBezTo>
                      <a:pt x="141" y="199"/>
                      <a:pt x="171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1" y="157"/>
                      <a:pt x="93" y="157"/>
                    </a:cubicBezTo>
                    <a:cubicBezTo>
                      <a:pt x="70" y="157"/>
                      <a:pt x="53" y="140"/>
                      <a:pt x="52" y="111"/>
                    </a:cubicBezTo>
                    <a:cubicBezTo>
                      <a:pt x="179" y="111"/>
                      <a:pt x="179" y="111"/>
                      <a:pt x="179" y="111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39"/>
                      <a:pt x="148" y="0"/>
                      <a:pt x="92" y="0"/>
                    </a:cubicBezTo>
                    <a:cubicBezTo>
                      <a:pt x="39" y="0"/>
                      <a:pt x="0" y="42"/>
                      <a:pt x="0" y="100"/>
                    </a:cubicBezTo>
                    <a:cubicBezTo>
                      <a:pt x="0" y="159"/>
                      <a:pt x="38" y="199"/>
                      <a:pt x="93" y="199"/>
                    </a:cubicBezTo>
                    <a:moveTo>
                      <a:pt x="93" y="43"/>
                    </a:moveTo>
                    <a:cubicBezTo>
                      <a:pt x="114" y="43"/>
                      <a:pt x="126" y="59"/>
                      <a:pt x="127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8" y="56"/>
                      <a:pt x="72" y="43"/>
                      <a:pt x="93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4" name="Oval 130">
                <a:extLst>
                  <a:ext uri="{FF2B5EF4-FFF2-40B4-BE49-F238E27FC236}">
                    <a16:creationId xmlns:a16="http://schemas.microsoft.com/office/drawing/2014/main" id="{ED62A53D-56CD-4B20-B1AF-49DA3C0EAC1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28" y="7553"/>
                <a:ext cx="47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5" name="Rectangle 131">
                <a:extLst>
                  <a:ext uri="{FF2B5EF4-FFF2-40B4-BE49-F238E27FC236}">
                    <a16:creationId xmlns:a16="http://schemas.microsoft.com/office/drawing/2014/main" id="{15722DA5-8E7E-4D71-AF68-781159E7962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32" y="7617"/>
                <a:ext cx="39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6" name="Freeform 132">
                <a:extLst>
                  <a:ext uri="{FF2B5EF4-FFF2-40B4-BE49-F238E27FC236}">
                    <a16:creationId xmlns:a16="http://schemas.microsoft.com/office/drawing/2014/main" id="{D0BACA63-E5ED-4093-8403-038BBFF4075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87" y="7617"/>
                <a:ext cx="64" cy="197"/>
              </a:xfrm>
              <a:custGeom>
                <a:avLst/>
                <a:gdLst>
                  <a:gd name="T0" fmla="*/ 87 w 87"/>
                  <a:gd name="T1" fmla="*/ 198 h 265"/>
                  <a:gd name="T2" fmla="*/ 87 w 87"/>
                  <a:gd name="T3" fmla="*/ 0 h 265"/>
                  <a:gd name="T4" fmla="*/ 34 w 87"/>
                  <a:gd name="T5" fmla="*/ 0 h 265"/>
                  <a:gd name="T6" fmla="*/ 34 w 87"/>
                  <a:gd name="T7" fmla="*/ 197 h 265"/>
                  <a:gd name="T8" fmla="*/ 11 w 87"/>
                  <a:gd name="T9" fmla="*/ 222 h 265"/>
                  <a:gd name="T10" fmla="*/ 0 w 87"/>
                  <a:gd name="T11" fmla="*/ 220 h 265"/>
                  <a:gd name="T12" fmla="*/ 0 w 87"/>
                  <a:gd name="T13" fmla="*/ 263 h 265"/>
                  <a:gd name="T14" fmla="*/ 20 w 87"/>
                  <a:gd name="T15" fmla="*/ 265 h 265"/>
                  <a:gd name="T16" fmla="*/ 87 w 87"/>
                  <a:gd name="T17" fmla="*/ 19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65">
                    <a:moveTo>
                      <a:pt x="87" y="198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4" y="214"/>
                      <a:pt x="27" y="222"/>
                      <a:pt x="11" y="222"/>
                    </a:cubicBezTo>
                    <a:cubicBezTo>
                      <a:pt x="7" y="222"/>
                      <a:pt x="3" y="221"/>
                      <a:pt x="0" y="220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5" y="264"/>
                      <a:pt x="13" y="265"/>
                      <a:pt x="20" y="265"/>
                    </a:cubicBezTo>
                    <a:cubicBezTo>
                      <a:pt x="64" y="265"/>
                      <a:pt x="87" y="240"/>
                      <a:pt x="87" y="1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7" name="Oval 133">
                <a:extLst>
                  <a:ext uri="{FF2B5EF4-FFF2-40B4-BE49-F238E27FC236}">
                    <a16:creationId xmlns:a16="http://schemas.microsoft.com/office/drawing/2014/main" id="{B4C5124C-3534-4969-A6CD-FFB82313DF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08" y="7553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8" name="Freeform 134">
                <a:extLst>
                  <a:ext uri="{FF2B5EF4-FFF2-40B4-BE49-F238E27FC236}">
                    <a16:creationId xmlns:a16="http://schemas.microsoft.com/office/drawing/2014/main" id="{8FACA7FD-E046-49ED-B2C7-F3BBB1BB731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76" y="7613"/>
                <a:ext cx="133" cy="149"/>
              </a:xfrm>
              <a:custGeom>
                <a:avLst/>
                <a:gdLst>
                  <a:gd name="T0" fmla="*/ 177 w 178"/>
                  <a:gd name="T1" fmla="*/ 133 h 199"/>
                  <a:gd name="T2" fmla="*/ 128 w 178"/>
                  <a:gd name="T3" fmla="*/ 133 h 199"/>
                  <a:gd name="T4" fmla="*/ 92 w 178"/>
                  <a:gd name="T5" fmla="*/ 157 h 199"/>
                  <a:gd name="T6" fmla="*/ 51 w 178"/>
                  <a:gd name="T7" fmla="*/ 111 h 199"/>
                  <a:gd name="T8" fmla="*/ 178 w 178"/>
                  <a:gd name="T9" fmla="*/ 111 h 199"/>
                  <a:gd name="T10" fmla="*/ 178 w 178"/>
                  <a:gd name="T11" fmla="*/ 95 h 199"/>
                  <a:gd name="T12" fmla="*/ 92 w 178"/>
                  <a:gd name="T13" fmla="*/ 0 h 199"/>
                  <a:gd name="T14" fmla="*/ 0 w 178"/>
                  <a:gd name="T15" fmla="*/ 100 h 199"/>
                  <a:gd name="T16" fmla="*/ 92 w 178"/>
                  <a:gd name="T17" fmla="*/ 199 h 199"/>
                  <a:gd name="T18" fmla="*/ 177 w 178"/>
                  <a:gd name="T19" fmla="*/ 133 h 199"/>
                  <a:gd name="T20" fmla="*/ 92 w 178"/>
                  <a:gd name="T21" fmla="*/ 43 h 199"/>
                  <a:gd name="T22" fmla="*/ 126 w 178"/>
                  <a:gd name="T23" fmla="*/ 79 h 199"/>
                  <a:gd name="T24" fmla="*/ 52 w 178"/>
                  <a:gd name="T25" fmla="*/ 79 h 199"/>
                  <a:gd name="T26" fmla="*/ 92 w 178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177" y="133"/>
                    </a:move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2" y="0"/>
                    </a:cubicBezTo>
                    <a:cubicBezTo>
                      <a:pt x="38" y="0"/>
                      <a:pt x="0" y="42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moveTo>
                      <a:pt x="92" y="43"/>
                    </a:moveTo>
                    <a:cubicBezTo>
                      <a:pt x="114" y="43"/>
                      <a:pt x="126" y="59"/>
                      <a:pt x="126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7" y="56"/>
                      <a:pt x="72" y="43"/>
                      <a:pt x="92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79" name="Freeform 135">
                <a:extLst>
                  <a:ext uri="{FF2B5EF4-FFF2-40B4-BE49-F238E27FC236}">
                    <a16:creationId xmlns:a16="http://schemas.microsoft.com/office/drawing/2014/main" id="{845F0BB3-5D88-4082-931F-F6F9F0B1466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34" y="7613"/>
                <a:ext cx="85" cy="146"/>
              </a:xfrm>
              <a:custGeom>
                <a:avLst/>
                <a:gdLst>
                  <a:gd name="T0" fmla="*/ 53 w 115"/>
                  <a:gd name="T1" fmla="*/ 77 h 195"/>
                  <a:gd name="T2" fmla="*/ 89 w 115"/>
                  <a:gd name="T3" fmla="*/ 50 h 195"/>
                  <a:gd name="T4" fmla="*/ 115 w 115"/>
                  <a:gd name="T5" fmla="*/ 57 h 195"/>
                  <a:gd name="T6" fmla="*/ 115 w 115"/>
                  <a:gd name="T7" fmla="*/ 4 h 195"/>
                  <a:gd name="T8" fmla="*/ 95 w 115"/>
                  <a:gd name="T9" fmla="*/ 0 h 195"/>
                  <a:gd name="T10" fmla="*/ 53 w 115"/>
                  <a:gd name="T11" fmla="*/ 23 h 195"/>
                  <a:gd name="T12" fmla="*/ 53 w 115"/>
                  <a:gd name="T13" fmla="*/ 5 h 195"/>
                  <a:gd name="T14" fmla="*/ 0 w 115"/>
                  <a:gd name="T15" fmla="*/ 5 h 195"/>
                  <a:gd name="T16" fmla="*/ 0 w 115"/>
                  <a:gd name="T17" fmla="*/ 195 h 195"/>
                  <a:gd name="T18" fmla="*/ 53 w 115"/>
                  <a:gd name="T19" fmla="*/ 195 h 195"/>
                  <a:gd name="T20" fmla="*/ 53 w 115"/>
                  <a:gd name="T21" fmla="*/ 7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195">
                    <a:moveTo>
                      <a:pt x="53" y="77"/>
                    </a:moveTo>
                    <a:cubicBezTo>
                      <a:pt x="57" y="60"/>
                      <a:pt x="71" y="50"/>
                      <a:pt x="89" y="50"/>
                    </a:cubicBezTo>
                    <a:cubicBezTo>
                      <a:pt x="99" y="50"/>
                      <a:pt x="108" y="52"/>
                      <a:pt x="115" y="57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2" y="2"/>
                      <a:pt x="104" y="0"/>
                      <a:pt x="95" y="0"/>
                    </a:cubicBezTo>
                    <a:cubicBezTo>
                      <a:pt x="77" y="0"/>
                      <a:pt x="61" y="10"/>
                      <a:pt x="53" y="23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3" y="195"/>
                      <a:pt x="53" y="195"/>
                      <a:pt x="53" y="195"/>
                    </a:cubicBezTo>
                    <a:lnTo>
                      <a:pt x="53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0" name="Rectangle 136">
                <a:extLst>
                  <a:ext uri="{FF2B5EF4-FFF2-40B4-BE49-F238E27FC236}">
                    <a16:creationId xmlns:a16="http://schemas.microsoft.com/office/drawing/2014/main" id="{07969B0B-F4F7-456D-8BD4-C79CFD38DD8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403" y="7841"/>
                <a:ext cx="41" cy="1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1" name="Freeform 137">
                <a:extLst>
                  <a:ext uri="{FF2B5EF4-FFF2-40B4-BE49-F238E27FC236}">
                    <a16:creationId xmlns:a16="http://schemas.microsoft.com/office/drawing/2014/main" id="{C646216C-C1B5-4C65-8F60-CE948D7AD24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79" y="7891"/>
                <a:ext cx="128" cy="146"/>
              </a:xfrm>
              <a:custGeom>
                <a:avLst/>
                <a:gdLst>
                  <a:gd name="T0" fmla="*/ 104 w 171"/>
                  <a:gd name="T1" fmla="*/ 0 h 195"/>
                  <a:gd name="T2" fmla="*/ 52 w 171"/>
                  <a:gd name="T3" fmla="*/ 22 h 195"/>
                  <a:gd name="T4" fmla="*/ 52 w 171"/>
                  <a:gd name="T5" fmla="*/ 5 h 195"/>
                  <a:gd name="T6" fmla="*/ 0 w 171"/>
                  <a:gd name="T7" fmla="*/ 5 h 195"/>
                  <a:gd name="T8" fmla="*/ 0 w 171"/>
                  <a:gd name="T9" fmla="*/ 195 h 195"/>
                  <a:gd name="T10" fmla="*/ 52 w 171"/>
                  <a:gd name="T11" fmla="*/ 195 h 195"/>
                  <a:gd name="T12" fmla="*/ 52 w 171"/>
                  <a:gd name="T13" fmla="*/ 74 h 195"/>
                  <a:gd name="T14" fmla="*/ 87 w 171"/>
                  <a:gd name="T15" fmla="*/ 48 h 195"/>
                  <a:gd name="T16" fmla="*/ 118 w 171"/>
                  <a:gd name="T17" fmla="*/ 82 h 195"/>
                  <a:gd name="T18" fmla="*/ 118 w 171"/>
                  <a:gd name="T19" fmla="*/ 195 h 195"/>
                  <a:gd name="T20" fmla="*/ 171 w 171"/>
                  <a:gd name="T21" fmla="*/ 195 h 195"/>
                  <a:gd name="T22" fmla="*/ 171 w 171"/>
                  <a:gd name="T23" fmla="*/ 71 h 195"/>
                  <a:gd name="T24" fmla="*/ 104 w 171"/>
                  <a:gd name="T2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1" h="195">
                    <a:moveTo>
                      <a:pt x="104" y="0"/>
                    </a:moveTo>
                    <a:cubicBezTo>
                      <a:pt x="81" y="0"/>
                      <a:pt x="63" y="10"/>
                      <a:pt x="52" y="2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7" y="58"/>
                      <a:pt x="71" y="48"/>
                      <a:pt x="87" y="48"/>
                    </a:cubicBezTo>
                    <a:cubicBezTo>
                      <a:pt x="108" y="48"/>
                      <a:pt x="118" y="62"/>
                      <a:pt x="118" y="82"/>
                    </a:cubicBez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71" y="195"/>
                      <a:pt x="171" y="195"/>
                      <a:pt x="171" y="195"/>
                    </a:cubicBezTo>
                    <a:cubicBezTo>
                      <a:pt x="171" y="71"/>
                      <a:pt x="171" y="71"/>
                      <a:pt x="171" y="71"/>
                    </a:cubicBezTo>
                    <a:cubicBezTo>
                      <a:pt x="171" y="28"/>
                      <a:pt x="14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2" name="Freeform 138">
                <a:extLst>
                  <a:ext uri="{FF2B5EF4-FFF2-40B4-BE49-F238E27FC236}">
                    <a16:creationId xmlns:a16="http://schemas.microsoft.com/office/drawing/2014/main" id="{789DD36C-6BCD-420A-A78B-8131311BCB8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30" y="7891"/>
                <a:ext cx="121" cy="149"/>
              </a:xfrm>
              <a:custGeom>
                <a:avLst/>
                <a:gdLst>
                  <a:gd name="T0" fmla="*/ 84 w 162"/>
                  <a:gd name="T1" fmla="*/ 159 h 199"/>
                  <a:gd name="T2" fmla="*/ 52 w 162"/>
                  <a:gd name="T3" fmla="*/ 138 h 199"/>
                  <a:gd name="T4" fmla="*/ 0 w 162"/>
                  <a:gd name="T5" fmla="*/ 138 h 199"/>
                  <a:gd name="T6" fmla="*/ 84 w 162"/>
                  <a:gd name="T7" fmla="*/ 199 h 199"/>
                  <a:gd name="T8" fmla="*/ 162 w 162"/>
                  <a:gd name="T9" fmla="*/ 138 h 199"/>
                  <a:gd name="T10" fmla="*/ 112 w 162"/>
                  <a:gd name="T11" fmla="*/ 82 h 199"/>
                  <a:gd name="T12" fmla="*/ 72 w 162"/>
                  <a:gd name="T13" fmla="*/ 73 h 199"/>
                  <a:gd name="T14" fmla="*/ 55 w 162"/>
                  <a:gd name="T15" fmla="*/ 58 h 199"/>
                  <a:gd name="T16" fmla="*/ 81 w 162"/>
                  <a:gd name="T17" fmla="*/ 40 h 199"/>
                  <a:gd name="T18" fmla="*/ 110 w 162"/>
                  <a:gd name="T19" fmla="*/ 59 h 199"/>
                  <a:gd name="T20" fmla="*/ 161 w 162"/>
                  <a:gd name="T21" fmla="*/ 59 h 199"/>
                  <a:gd name="T22" fmla="*/ 80 w 162"/>
                  <a:gd name="T23" fmla="*/ 0 h 199"/>
                  <a:gd name="T24" fmla="*/ 4 w 162"/>
                  <a:gd name="T25" fmla="*/ 62 h 199"/>
                  <a:gd name="T26" fmla="*/ 53 w 162"/>
                  <a:gd name="T27" fmla="*/ 116 h 199"/>
                  <a:gd name="T28" fmla="*/ 92 w 162"/>
                  <a:gd name="T29" fmla="*/ 124 h 199"/>
                  <a:gd name="T30" fmla="*/ 111 w 162"/>
                  <a:gd name="T31" fmla="*/ 141 h 199"/>
                  <a:gd name="T32" fmla="*/ 84 w 162"/>
                  <a:gd name="T33" fmla="*/ 15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99">
                    <a:moveTo>
                      <a:pt x="84" y="159"/>
                    </a:moveTo>
                    <a:cubicBezTo>
                      <a:pt x="68" y="159"/>
                      <a:pt x="56" y="152"/>
                      <a:pt x="52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5" y="177"/>
                      <a:pt x="38" y="199"/>
                      <a:pt x="84" y="199"/>
                    </a:cubicBezTo>
                    <a:cubicBezTo>
                      <a:pt x="129" y="199"/>
                      <a:pt x="162" y="176"/>
                      <a:pt x="162" y="138"/>
                    </a:cubicBezTo>
                    <a:cubicBezTo>
                      <a:pt x="162" y="109"/>
                      <a:pt x="145" y="90"/>
                      <a:pt x="112" y="8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60" y="70"/>
                      <a:pt x="55" y="66"/>
                      <a:pt x="55" y="58"/>
                    </a:cubicBezTo>
                    <a:cubicBezTo>
                      <a:pt x="55" y="46"/>
                      <a:pt x="68" y="40"/>
                      <a:pt x="81" y="40"/>
                    </a:cubicBezTo>
                    <a:cubicBezTo>
                      <a:pt x="98" y="40"/>
                      <a:pt x="107" y="48"/>
                      <a:pt x="110" y="59"/>
                    </a:cubicBezTo>
                    <a:cubicBezTo>
                      <a:pt x="161" y="59"/>
                      <a:pt x="161" y="59"/>
                      <a:pt x="161" y="59"/>
                    </a:cubicBezTo>
                    <a:cubicBezTo>
                      <a:pt x="154" y="23"/>
                      <a:pt x="128" y="0"/>
                      <a:pt x="80" y="0"/>
                    </a:cubicBezTo>
                    <a:cubicBezTo>
                      <a:pt x="37" y="0"/>
                      <a:pt x="4" y="25"/>
                      <a:pt x="4" y="62"/>
                    </a:cubicBezTo>
                    <a:cubicBezTo>
                      <a:pt x="4" y="94"/>
                      <a:pt x="24" y="109"/>
                      <a:pt x="53" y="116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105" y="128"/>
                      <a:pt x="111" y="132"/>
                      <a:pt x="111" y="141"/>
                    </a:cubicBezTo>
                    <a:cubicBezTo>
                      <a:pt x="111" y="153"/>
                      <a:pt x="100" y="159"/>
                      <a:pt x="84" y="15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3" name="Freeform 139">
                <a:extLst>
                  <a:ext uri="{FF2B5EF4-FFF2-40B4-BE49-F238E27FC236}">
                    <a16:creationId xmlns:a16="http://schemas.microsoft.com/office/drawing/2014/main" id="{D7FF2449-C1D1-4F8A-9D07-F50F2E17DFE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65" y="7856"/>
                <a:ext cx="94" cy="184"/>
              </a:xfrm>
              <a:custGeom>
                <a:avLst/>
                <a:gdLst>
                  <a:gd name="T0" fmla="*/ 29 w 126"/>
                  <a:gd name="T1" fmla="*/ 185 h 246"/>
                  <a:gd name="T2" fmla="*/ 92 w 126"/>
                  <a:gd name="T3" fmla="*/ 246 h 246"/>
                  <a:gd name="T4" fmla="*/ 126 w 126"/>
                  <a:gd name="T5" fmla="*/ 240 h 246"/>
                  <a:gd name="T6" fmla="*/ 126 w 126"/>
                  <a:gd name="T7" fmla="*/ 193 h 246"/>
                  <a:gd name="T8" fmla="*/ 103 w 126"/>
                  <a:gd name="T9" fmla="*/ 199 h 246"/>
                  <a:gd name="T10" fmla="*/ 81 w 126"/>
                  <a:gd name="T11" fmla="*/ 178 h 246"/>
                  <a:gd name="T12" fmla="*/ 81 w 126"/>
                  <a:gd name="T13" fmla="*/ 94 h 246"/>
                  <a:gd name="T14" fmla="*/ 123 w 126"/>
                  <a:gd name="T15" fmla="*/ 94 h 246"/>
                  <a:gd name="T16" fmla="*/ 123 w 126"/>
                  <a:gd name="T17" fmla="*/ 52 h 246"/>
                  <a:gd name="T18" fmla="*/ 81 w 126"/>
                  <a:gd name="T19" fmla="*/ 52 h 246"/>
                  <a:gd name="T20" fmla="*/ 81 w 126"/>
                  <a:gd name="T21" fmla="*/ 0 h 246"/>
                  <a:gd name="T22" fmla="*/ 29 w 126"/>
                  <a:gd name="T23" fmla="*/ 0 h 246"/>
                  <a:gd name="T24" fmla="*/ 29 w 126"/>
                  <a:gd name="T25" fmla="*/ 52 h 246"/>
                  <a:gd name="T26" fmla="*/ 0 w 126"/>
                  <a:gd name="T27" fmla="*/ 52 h 246"/>
                  <a:gd name="T28" fmla="*/ 0 w 126"/>
                  <a:gd name="T29" fmla="*/ 94 h 246"/>
                  <a:gd name="T30" fmla="*/ 29 w 126"/>
                  <a:gd name="T31" fmla="*/ 94 h 246"/>
                  <a:gd name="T32" fmla="*/ 29 w 126"/>
                  <a:gd name="T33" fmla="*/ 185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29" y="185"/>
                    </a:move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lnTo>
                      <a:pt x="29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4" name="Rectangle 140">
                <a:extLst>
                  <a:ext uri="{FF2B5EF4-FFF2-40B4-BE49-F238E27FC236}">
                    <a16:creationId xmlns:a16="http://schemas.microsoft.com/office/drawing/2014/main" id="{42E22FF6-ED6F-4013-B990-B3FE0BD2AC8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7" y="7895"/>
                <a:ext cx="40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5" name="Oval 141">
                <a:extLst>
                  <a:ext uri="{FF2B5EF4-FFF2-40B4-BE49-F238E27FC236}">
                    <a16:creationId xmlns:a16="http://schemas.microsoft.com/office/drawing/2014/main" id="{80E66EC2-BB22-4150-9F7F-C866CC47774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4" y="7831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6" name="Freeform 142">
                <a:extLst>
                  <a:ext uri="{FF2B5EF4-FFF2-40B4-BE49-F238E27FC236}">
                    <a16:creationId xmlns:a16="http://schemas.microsoft.com/office/drawing/2014/main" id="{3BED22B0-BCDC-4191-9692-0855D434954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48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7" name="Freeform 143">
                <a:extLst>
                  <a:ext uri="{FF2B5EF4-FFF2-40B4-BE49-F238E27FC236}">
                    <a16:creationId xmlns:a16="http://schemas.microsoft.com/office/drawing/2014/main" id="{0B076E76-CCCF-43A6-9F18-904F9E8CC90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7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8" name="Freeform 144">
                <a:extLst>
                  <a:ext uri="{FF2B5EF4-FFF2-40B4-BE49-F238E27FC236}">
                    <a16:creationId xmlns:a16="http://schemas.microsoft.com/office/drawing/2014/main" id="{F02C28DA-21DA-4F6E-95B8-2ECF36C56D1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329" y="7891"/>
                <a:ext cx="133" cy="149"/>
              </a:xfrm>
              <a:custGeom>
                <a:avLst/>
                <a:gdLst>
                  <a:gd name="T0" fmla="*/ 91 w 178"/>
                  <a:gd name="T1" fmla="*/ 0 h 199"/>
                  <a:gd name="T2" fmla="*/ 0 w 178"/>
                  <a:gd name="T3" fmla="*/ 100 h 199"/>
                  <a:gd name="T4" fmla="*/ 92 w 178"/>
                  <a:gd name="T5" fmla="*/ 199 h 199"/>
                  <a:gd name="T6" fmla="*/ 177 w 178"/>
                  <a:gd name="T7" fmla="*/ 133 h 199"/>
                  <a:gd name="T8" fmla="*/ 128 w 178"/>
                  <a:gd name="T9" fmla="*/ 133 h 199"/>
                  <a:gd name="T10" fmla="*/ 92 w 178"/>
                  <a:gd name="T11" fmla="*/ 157 h 199"/>
                  <a:gd name="T12" fmla="*/ 51 w 178"/>
                  <a:gd name="T13" fmla="*/ 111 h 199"/>
                  <a:gd name="T14" fmla="*/ 178 w 178"/>
                  <a:gd name="T15" fmla="*/ 111 h 199"/>
                  <a:gd name="T16" fmla="*/ 178 w 178"/>
                  <a:gd name="T17" fmla="*/ 95 h 199"/>
                  <a:gd name="T18" fmla="*/ 91 w 178"/>
                  <a:gd name="T19" fmla="*/ 0 h 199"/>
                  <a:gd name="T20" fmla="*/ 52 w 178"/>
                  <a:gd name="T21" fmla="*/ 79 h 199"/>
                  <a:gd name="T22" fmla="*/ 92 w 178"/>
                  <a:gd name="T23" fmla="*/ 43 h 199"/>
                  <a:gd name="T24" fmla="*/ 126 w 178"/>
                  <a:gd name="T25" fmla="*/ 79 h 199"/>
                  <a:gd name="T26" fmla="*/ 52 w 178"/>
                  <a:gd name="T27" fmla="*/ 7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91" y="0"/>
                    </a:moveTo>
                    <a:cubicBezTo>
                      <a:pt x="38" y="0"/>
                      <a:pt x="0" y="43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3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1" y="0"/>
                    </a:cubicBezTo>
                    <a:moveTo>
                      <a:pt x="52" y="79"/>
                    </a:moveTo>
                    <a:cubicBezTo>
                      <a:pt x="57" y="56"/>
                      <a:pt x="71" y="43"/>
                      <a:pt x="92" y="43"/>
                    </a:cubicBezTo>
                    <a:cubicBezTo>
                      <a:pt x="114" y="43"/>
                      <a:pt x="126" y="59"/>
                      <a:pt x="126" y="79"/>
                    </a:cubicBezTo>
                    <a:lnTo>
                      <a:pt x="52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89" name="Freeform 145">
                <a:extLst>
                  <a:ext uri="{FF2B5EF4-FFF2-40B4-BE49-F238E27FC236}">
                    <a16:creationId xmlns:a16="http://schemas.microsoft.com/office/drawing/2014/main" id="{46D35082-7027-4C65-976F-337D71C3025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396" y="8105"/>
                <a:ext cx="45" cy="50"/>
              </a:xfrm>
              <a:custGeom>
                <a:avLst/>
                <a:gdLst>
                  <a:gd name="T0" fmla="*/ 30 w 60"/>
                  <a:gd name="T1" fmla="*/ 0 h 67"/>
                  <a:gd name="T2" fmla="*/ 0 w 60"/>
                  <a:gd name="T3" fmla="*/ 33 h 67"/>
                  <a:gd name="T4" fmla="*/ 30 w 60"/>
                  <a:gd name="T5" fmla="*/ 67 h 67"/>
                  <a:gd name="T6" fmla="*/ 60 w 60"/>
                  <a:gd name="T7" fmla="*/ 33 h 67"/>
                  <a:gd name="T8" fmla="*/ 30 w 60"/>
                  <a:gd name="T9" fmla="*/ 0 h 67"/>
                  <a:gd name="T10" fmla="*/ 30 w 60"/>
                  <a:gd name="T11" fmla="*/ 57 h 67"/>
                  <a:gd name="T12" fmla="*/ 11 w 60"/>
                  <a:gd name="T13" fmla="*/ 33 h 67"/>
                  <a:gd name="T14" fmla="*/ 30 w 60"/>
                  <a:gd name="T15" fmla="*/ 10 h 67"/>
                  <a:gd name="T16" fmla="*/ 49 w 60"/>
                  <a:gd name="T17" fmla="*/ 33 h 67"/>
                  <a:gd name="T18" fmla="*/ 30 w 60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67">
                    <a:moveTo>
                      <a:pt x="30" y="0"/>
                    </a:move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7" y="67"/>
                      <a:pt x="60" y="53"/>
                      <a:pt x="60" y="33"/>
                    </a:cubicBezTo>
                    <a:cubicBezTo>
                      <a:pt x="60" y="14"/>
                      <a:pt x="47" y="0"/>
                      <a:pt x="30" y="0"/>
                    </a:cubicBezTo>
                    <a:moveTo>
                      <a:pt x="30" y="57"/>
                    </a:moveTo>
                    <a:cubicBezTo>
                      <a:pt x="19" y="57"/>
                      <a:pt x="11" y="47"/>
                      <a:pt x="11" y="33"/>
                    </a:cubicBezTo>
                    <a:cubicBezTo>
                      <a:pt x="11" y="20"/>
                      <a:pt x="19" y="10"/>
                      <a:pt x="30" y="10"/>
                    </a:cubicBezTo>
                    <a:cubicBezTo>
                      <a:pt x="41" y="10"/>
                      <a:pt x="49" y="20"/>
                      <a:pt x="49" y="33"/>
                    </a:cubicBezTo>
                    <a:cubicBezTo>
                      <a:pt x="49" y="47"/>
                      <a:pt x="41" y="57"/>
                      <a:pt x="30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0" name="Freeform 146">
                <a:extLst>
                  <a:ext uri="{FF2B5EF4-FFF2-40B4-BE49-F238E27FC236}">
                    <a16:creationId xmlns:a16="http://schemas.microsoft.com/office/drawing/2014/main" id="{413BC0BC-8E80-400B-952A-B0448A72473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5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8 w 31"/>
                  <a:gd name="T3" fmla="*/ 49 h 49"/>
                  <a:gd name="T4" fmla="*/ 8 w 31"/>
                  <a:gd name="T5" fmla="*/ 30 h 49"/>
                  <a:gd name="T6" fmla="*/ 29 w 31"/>
                  <a:gd name="T7" fmla="*/ 30 h 49"/>
                  <a:gd name="T8" fmla="*/ 29 w 31"/>
                  <a:gd name="T9" fmla="*/ 22 h 49"/>
                  <a:gd name="T10" fmla="*/ 8 w 31"/>
                  <a:gd name="T11" fmla="*/ 22 h 49"/>
                  <a:gd name="T12" fmla="*/ 8 w 31"/>
                  <a:gd name="T13" fmla="*/ 8 h 49"/>
                  <a:gd name="T14" fmla="*/ 31 w 31"/>
                  <a:gd name="T15" fmla="*/ 8 h 49"/>
                  <a:gd name="T16" fmla="*/ 31 w 31"/>
                  <a:gd name="T17" fmla="*/ 0 h 49"/>
                  <a:gd name="T18" fmla="*/ 0 w 31"/>
                  <a:gd name="T19" fmla="*/ 0 h 49"/>
                  <a:gd name="T20" fmla="*/ 0 w 31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8" y="49"/>
                    </a:lnTo>
                    <a:lnTo>
                      <a:pt x="8" y="30"/>
                    </a:lnTo>
                    <a:lnTo>
                      <a:pt x="29" y="30"/>
                    </a:lnTo>
                    <a:lnTo>
                      <a:pt x="29" y="22"/>
                    </a:lnTo>
                    <a:lnTo>
                      <a:pt x="8" y="22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1" name="Freeform 147">
                <a:extLst>
                  <a:ext uri="{FF2B5EF4-FFF2-40B4-BE49-F238E27FC236}">
                    <a16:creationId xmlns:a16="http://schemas.microsoft.com/office/drawing/2014/main" id="{FA26AB4F-BAC7-4FF7-9C0F-CB1ED042FFE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22" y="8105"/>
                <a:ext cx="30" cy="49"/>
              </a:xfrm>
              <a:custGeom>
                <a:avLst/>
                <a:gdLst>
                  <a:gd name="T0" fmla="*/ 0 w 30"/>
                  <a:gd name="T1" fmla="*/ 49 h 49"/>
                  <a:gd name="T2" fmla="*/ 30 w 30"/>
                  <a:gd name="T3" fmla="*/ 49 h 49"/>
                  <a:gd name="T4" fmla="*/ 30 w 30"/>
                  <a:gd name="T5" fmla="*/ 41 h 49"/>
                  <a:gd name="T6" fmla="*/ 7 w 30"/>
                  <a:gd name="T7" fmla="*/ 41 h 49"/>
                  <a:gd name="T8" fmla="*/ 7 w 30"/>
                  <a:gd name="T9" fmla="*/ 27 h 49"/>
                  <a:gd name="T10" fmla="*/ 29 w 30"/>
                  <a:gd name="T11" fmla="*/ 27 h 49"/>
                  <a:gd name="T12" fmla="*/ 29 w 30"/>
                  <a:gd name="T13" fmla="*/ 21 h 49"/>
                  <a:gd name="T14" fmla="*/ 7 w 30"/>
                  <a:gd name="T15" fmla="*/ 21 h 49"/>
                  <a:gd name="T16" fmla="*/ 7 w 30"/>
                  <a:gd name="T17" fmla="*/ 8 h 49"/>
                  <a:gd name="T18" fmla="*/ 30 w 30"/>
                  <a:gd name="T19" fmla="*/ 8 h 49"/>
                  <a:gd name="T20" fmla="*/ 30 w 30"/>
                  <a:gd name="T21" fmla="*/ 0 h 49"/>
                  <a:gd name="T22" fmla="*/ 0 w 30"/>
                  <a:gd name="T23" fmla="*/ 0 h 49"/>
                  <a:gd name="T24" fmla="*/ 0 w 30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9">
                    <a:moveTo>
                      <a:pt x="0" y="49"/>
                    </a:moveTo>
                    <a:lnTo>
                      <a:pt x="30" y="49"/>
                    </a:lnTo>
                    <a:lnTo>
                      <a:pt x="30" y="41"/>
                    </a:lnTo>
                    <a:lnTo>
                      <a:pt x="7" y="41"/>
                    </a:lnTo>
                    <a:lnTo>
                      <a:pt x="7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7" y="21"/>
                    </a:lnTo>
                    <a:lnTo>
                      <a:pt x="7" y="8"/>
                    </a:lnTo>
                    <a:lnTo>
                      <a:pt x="30" y="8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2" name="Freeform 148">
                <a:extLst>
                  <a:ext uri="{FF2B5EF4-FFF2-40B4-BE49-F238E27FC236}">
                    <a16:creationId xmlns:a16="http://schemas.microsoft.com/office/drawing/2014/main" id="{4E40FE14-B1A8-4D13-B9D1-8A31F9C64B1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65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4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4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7" y="10"/>
                      <a:pt x="42" y="15"/>
                      <a:pt x="44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3" y="0"/>
                      <a:pt x="29" y="0"/>
                    </a:cubicBez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3" y="67"/>
                      <a:pt x="53" y="58"/>
                      <a:pt x="5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52"/>
                      <a:pt x="37" y="57"/>
                      <a:pt x="29" y="57"/>
                    </a:cubicBezTo>
                    <a:cubicBezTo>
                      <a:pt x="17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3" name="Freeform 149">
                <a:extLst>
                  <a:ext uri="{FF2B5EF4-FFF2-40B4-BE49-F238E27FC236}">
                    <a16:creationId xmlns:a16="http://schemas.microsoft.com/office/drawing/2014/main" id="{6623927B-92A9-4090-A217-AB135F0FA14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617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4" name="Freeform 150">
                <a:extLst>
                  <a:ext uri="{FF2B5EF4-FFF2-40B4-BE49-F238E27FC236}">
                    <a16:creationId xmlns:a16="http://schemas.microsoft.com/office/drawing/2014/main" id="{B64DA69C-FDA6-47AD-975C-29BA8952947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75" y="8105"/>
                <a:ext cx="31" cy="49"/>
              </a:xfrm>
              <a:custGeom>
                <a:avLst/>
                <a:gdLst>
                  <a:gd name="T0" fmla="*/ 8 w 31"/>
                  <a:gd name="T1" fmla="*/ 0 h 49"/>
                  <a:gd name="T2" fmla="*/ 0 w 31"/>
                  <a:gd name="T3" fmla="*/ 0 h 49"/>
                  <a:gd name="T4" fmla="*/ 0 w 31"/>
                  <a:gd name="T5" fmla="*/ 49 h 49"/>
                  <a:gd name="T6" fmla="*/ 31 w 31"/>
                  <a:gd name="T7" fmla="*/ 49 h 49"/>
                  <a:gd name="T8" fmla="*/ 31 w 31"/>
                  <a:gd name="T9" fmla="*/ 41 h 49"/>
                  <a:gd name="T10" fmla="*/ 8 w 31"/>
                  <a:gd name="T11" fmla="*/ 41 h 49"/>
                  <a:gd name="T12" fmla="*/ 8 w 31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9">
                    <a:moveTo>
                      <a:pt x="8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5" name="Freeform 151">
                <a:extLst>
                  <a:ext uri="{FF2B5EF4-FFF2-40B4-BE49-F238E27FC236}">
                    <a16:creationId xmlns:a16="http://schemas.microsoft.com/office/drawing/2014/main" id="{FFB89592-EC31-4441-A62B-DDEE10F8092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715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6" name="Freeform 152">
                <a:extLst>
                  <a:ext uri="{FF2B5EF4-FFF2-40B4-BE49-F238E27FC236}">
                    <a16:creationId xmlns:a16="http://schemas.microsoft.com/office/drawing/2014/main" id="{3A74389B-06B0-46B2-BB52-98508EFBB8C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1" y="8105"/>
                <a:ext cx="43" cy="50"/>
              </a:xfrm>
              <a:custGeom>
                <a:avLst/>
                <a:gdLst>
                  <a:gd name="T0" fmla="*/ 33 w 57"/>
                  <a:gd name="T1" fmla="*/ 42 h 67"/>
                  <a:gd name="T2" fmla="*/ 47 w 57"/>
                  <a:gd name="T3" fmla="*/ 42 h 67"/>
                  <a:gd name="T4" fmla="*/ 30 w 57"/>
                  <a:gd name="T5" fmla="*/ 57 h 67"/>
                  <a:gd name="T6" fmla="*/ 11 w 57"/>
                  <a:gd name="T7" fmla="*/ 33 h 67"/>
                  <a:gd name="T8" fmla="*/ 29 w 57"/>
                  <a:gd name="T9" fmla="*/ 10 h 67"/>
                  <a:gd name="T10" fmla="*/ 45 w 57"/>
                  <a:gd name="T11" fmla="*/ 21 h 67"/>
                  <a:gd name="T12" fmla="*/ 56 w 57"/>
                  <a:gd name="T13" fmla="*/ 21 h 67"/>
                  <a:gd name="T14" fmla="*/ 29 w 57"/>
                  <a:gd name="T15" fmla="*/ 0 h 67"/>
                  <a:gd name="T16" fmla="*/ 0 w 57"/>
                  <a:gd name="T17" fmla="*/ 33 h 67"/>
                  <a:gd name="T18" fmla="*/ 30 w 57"/>
                  <a:gd name="T19" fmla="*/ 67 h 67"/>
                  <a:gd name="T20" fmla="*/ 57 w 57"/>
                  <a:gd name="T21" fmla="*/ 37 h 67"/>
                  <a:gd name="T22" fmla="*/ 57 w 57"/>
                  <a:gd name="T23" fmla="*/ 32 h 67"/>
                  <a:gd name="T24" fmla="*/ 33 w 57"/>
                  <a:gd name="T25" fmla="*/ 32 h 67"/>
                  <a:gd name="T26" fmla="*/ 33 w 57"/>
                  <a:gd name="T27" fmla="*/ 4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7">
                    <a:moveTo>
                      <a:pt x="33" y="42"/>
                    </a:moveTo>
                    <a:cubicBezTo>
                      <a:pt x="47" y="42"/>
                      <a:pt x="47" y="42"/>
                      <a:pt x="47" y="42"/>
                    </a:cubicBezTo>
                    <a:cubicBezTo>
                      <a:pt x="45" y="51"/>
                      <a:pt x="39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38" y="10"/>
                      <a:pt x="42" y="15"/>
                      <a:pt x="45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5" y="67"/>
                      <a:pt x="57" y="55"/>
                      <a:pt x="57" y="37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33" y="32"/>
                      <a:pt x="33" y="32"/>
                      <a:pt x="33" y="32"/>
                    </a:cubicBezTo>
                    <a:lnTo>
                      <a:pt x="33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7" name="Rectangle 153">
                <a:extLst>
                  <a:ext uri="{FF2B5EF4-FFF2-40B4-BE49-F238E27FC236}">
                    <a16:creationId xmlns:a16="http://schemas.microsoft.com/office/drawing/2014/main" id="{7549BC46-7BD1-443A-AB60-145CCB7861C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28" y="8105"/>
                <a:ext cx="7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8" name="Freeform 154">
                <a:extLst>
                  <a:ext uri="{FF2B5EF4-FFF2-40B4-BE49-F238E27FC236}">
                    <a16:creationId xmlns:a16="http://schemas.microsoft.com/office/drawing/2014/main" id="{C68CB3A1-6B63-4333-A3FA-8FDF95775D4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49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5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5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8" y="10"/>
                      <a:pt x="42" y="15"/>
                      <a:pt x="4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29" y="67"/>
                    </a:cubicBezTo>
                    <a:cubicBezTo>
                      <a:pt x="44" y="67"/>
                      <a:pt x="53" y="58"/>
                      <a:pt x="5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2" y="52"/>
                      <a:pt x="38" y="57"/>
                      <a:pt x="29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99" name="Freeform 155">
                <a:extLst>
                  <a:ext uri="{FF2B5EF4-FFF2-40B4-BE49-F238E27FC236}">
                    <a16:creationId xmlns:a16="http://schemas.microsoft.com/office/drawing/2014/main" id="{31D23B97-0292-464C-BF5C-6A80F58C24B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99" y="8105"/>
                <a:ext cx="45" cy="49"/>
              </a:xfrm>
              <a:custGeom>
                <a:avLst/>
                <a:gdLst>
                  <a:gd name="T0" fmla="*/ 19 w 45"/>
                  <a:gd name="T1" fmla="*/ 0 h 49"/>
                  <a:gd name="T2" fmla="*/ 0 w 45"/>
                  <a:gd name="T3" fmla="*/ 49 h 49"/>
                  <a:gd name="T4" fmla="*/ 8 w 45"/>
                  <a:gd name="T5" fmla="*/ 49 h 49"/>
                  <a:gd name="T6" fmla="*/ 14 w 45"/>
                  <a:gd name="T7" fmla="*/ 36 h 49"/>
                  <a:gd name="T8" fmla="*/ 31 w 45"/>
                  <a:gd name="T9" fmla="*/ 36 h 49"/>
                  <a:gd name="T10" fmla="*/ 37 w 45"/>
                  <a:gd name="T11" fmla="*/ 49 h 49"/>
                  <a:gd name="T12" fmla="*/ 45 w 45"/>
                  <a:gd name="T13" fmla="*/ 49 h 49"/>
                  <a:gd name="T14" fmla="*/ 26 w 45"/>
                  <a:gd name="T15" fmla="*/ 0 h 49"/>
                  <a:gd name="T16" fmla="*/ 19 w 45"/>
                  <a:gd name="T17" fmla="*/ 0 h 49"/>
                  <a:gd name="T18" fmla="*/ 16 w 45"/>
                  <a:gd name="T19" fmla="*/ 28 h 49"/>
                  <a:gd name="T20" fmla="*/ 22 w 45"/>
                  <a:gd name="T21" fmla="*/ 11 h 49"/>
                  <a:gd name="T22" fmla="*/ 29 w 45"/>
                  <a:gd name="T23" fmla="*/ 28 h 49"/>
                  <a:gd name="T24" fmla="*/ 16 w 45"/>
                  <a:gd name="T25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9">
                    <a:moveTo>
                      <a:pt x="19" y="0"/>
                    </a:moveTo>
                    <a:lnTo>
                      <a:pt x="0" y="49"/>
                    </a:lnTo>
                    <a:lnTo>
                      <a:pt x="8" y="49"/>
                    </a:lnTo>
                    <a:lnTo>
                      <a:pt x="14" y="36"/>
                    </a:lnTo>
                    <a:lnTo>
                      <a:pt x="31" y="36"/>
                    </a:lnTo>
                    <a:lnTo>
                      <a:pt x="37" y="49"/>
                    </a:lnTo>
                    <a:lnTo>
                      <a:pt x="45" y="49"/>
                    </a:lnTo>
                    <a:lnTo>
                      <a:pt x="26" y="0"/>
                    </a:lnTo>
                    <a:lnTo>
                      <a:pt x="19" y="0"/>
                    </a:lnTo>
                    <a:close/>
                    <a:moveTo>
                      <a:pt x="16" y="28"/>
                    </a:moveTo>
                    <a:lnTo>
                      <a:pt x="22" y="11"/>
                    </a:lnTo>
                    <a:lnTo>
                      <a:pt x="29" y="28"/>
                    </a:lnTo>
                    <a:lnTo>
                      <a:pt x="16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0" name="Freeform 156">
                <a:extLst>
                  <a:ext uri="{FF2B5EF4-FFF2-40B4-BE49-F238E27FC236}">
                    <a16:creationId xmlns:a16="http://schemas.microsoft.com/office/drawing/2014/main" id="{1B661054-8893-428C-9B30-65D0EC845FA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6" y="8105"/>
                <a:ext cx="32" cy="49"/>
              </a:xfrm>
              <a:custGeom>
                <a:avLst/>
                <a:gdLst>
                  <a:gd name="T0" fmla="*/ 9 w 32"/>
                  <a:gd name="T1" fmla="*/ 0 h 49"/>
                  <a:gd name="T2" fmla="*/ 0 w 32"/>
                  <a:gd name="T3" fmla="*/ 0 h 49"/>
                  <a:gd name="T4" fmla="*/ 0 w 32"/>
                  <a:gd name="T5" fmla="*/ 49 h 49"/>
                  <a:gd name="T6" fmla="*/ 32 w 32"/>
                  <a:gd name="T7" fmla="*/ 49 h 49"/>
                  <a:gd name="T8" fmla="*/ 32 w 32"/>
                  <a:gd name="T9" fmla="*/ 41 h 49"/>
                  <a:gd name="T10" fmla="*/ 9 w 32"/>
                  <a:gd name="T11" fmla="*/ 41 h 49"/>
                  <a:gd name="T12" fmla="*/ 9 w 3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9">
                    <a:moveTo>
                      <a:pt x="9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2" y="49"/>
                    </a:lnTo>
                    <a:lnTo>
                      <a:pt x="32" y="41"/>
                    </a:lnTo>
                    <a:lnTo>
                      <a:pt x="9" y="41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1" name="Freeform 157">
                <a:extLst>
                  <a:ext uri="{FF2B5EF4-FFF2-40B4-BE49-F238E27FC236}">
                    <a16:creationId xmlns:a16="http://schemas.microsoft.com/office/drawing/2014/main" id="{7F68B365-0348-4AC9-834A-B005D13D6D3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2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31 w 31"/>
                  <a:gd name="T3" fmla="*/ 49 h 49"/>
                  <a:gd name="T4" fmla="*/ 31 w 31"/>
                  <a:gd name="T5" fmla="*/ 41 h 49"/>
                  <a:gd name="T6" fmla="*/ 8 w 31"/>
                  <a:gd name="T7" fmla="*/ 41 h 49"/>
                  <a:gd name="T8" fmla="*/ 8 w 31"/>
                  <a:gd name="T9" fmla="*/ 27 h 49"/>
                  <a:gd name="T10" fmla="*/ 29 w 31"/>
                  <a:gd name="T11" fmla="*/ 27 h 49"/>
                  <a:gd name="T12" fmla="*/ 29 w 31"/>
                  <a:gd name="T13" fmla="*/ 21 h 49"/>
                  <a:gd name="T14" fmla="*/ 8 w 31"/>
                  <a:gd name="T15" fmla="*/ 21 h 49"/>
                  <a:gd name="T16" fmla="*/ 8 w 31"/>
                  <a:gd name="T17" fmla="*/ 8 h 49"/>
                  <a:gd name="T18" fmla="*/ 31 w 31"/>
                  <a:gd name="T19" fmla="*/ 8 h 49"/>
                  <a:gd name="T20" fmla="*/ 31 w 31"/>
                  <a:gd name="T21" fmla="*/ 0 h 49"/>
                  <a:gd name="T22" fmla="*/ 0 w 31"/>
                  <a:gd name="T23" fmla="*/ 0 h 49"/>
                  <a:gd name="T24" fmla="*/ 0 w 31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8" y="21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2" name="Freeform 158">
                <a:extLst>
                  <a:ext uri="{FF2B5EF4-FFF2-40B4-BE49-F238E27FC236}">
                    <a16:creationId xmlns:a16="http://schemas.microsoft.com/office/drawing/2014/main" id="{FD16E810-6D4C-4664-9FBE-97D9046E61D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3" name="Freeform 159">
                <a:extLst>
                  <a:ext uri="{FF2B5EF4-FFF2-40B4-BE49-F238E27FC236}">
                    <a16:creationId xmlns:a16="http://schemas.microsoft.com/office/drawing/2014/main" id="{ACC472B1-160B-4D5E-91D6-3849D7FF967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12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4" name="Freeform 160">
                <a:extLst>
                  <a:ext uri="{FF2B5EF4-FFF2-40B4-BE49-F238E27FC236}">
                    <a16:creationId xmlns:a16="http://schemas.microsoft.com/office/drawing/2014/main" id="{BA0FEB93-49B6-4595-AC8C-6D6E3237CBB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77" y="8105"/>
                <a:ext cx="39" cy="49"/>
              </a:xfrm>
              <a:custGeom>
                <a:avLst/>
                <a:gdLst>
                  <a:gd name="T0" fmla="*/ 32 w 39"/>
                  <a:gd name="T1" fmla="*/ 34 h 49"/>
                  <a:gd name="T2" fmla="*/ 9 w 39"/>
                  <a:gd name="T3" fmla="*/ 0 h 49"/>
                  <a:gd name="T4" fmla="*/ 0 w 39"/>
                  <a:gd name="T5" fmla="*/ 0 h 49"/>
                  <a:gd name="T6" fmla="*/ 0 w 39"/>
                  <a:gd name="T7" fmla="*/ 49 h 49"/>
                  <a:gd name="T8" fmla="*/ 9 w 39"/>
                  <a:gd name="T9" fmla="*/ 49 h 49"/>
                  <a:gd name="T10" fmla="*/ 9 w 39"/>
                  <a:gd name="T11" fmla="*/ 14 h 49"/>
                  <a:gd name="T12" fmla="*/ 33 w 39"/>
                  <a:gd name="T13" fmla="*/ 49 h 49"/>
                  <a:gd name="T14" fmla="*/ 39 w 39"/>
                  <a:gd name="T15" fmla="*/ 49 h 49"/>
                  <a:gd name="T16" fmla="*/ 39 w 39"/>
                  <a:gd name="T17" fmla="*/ 0 h 49"/>
                  <a:gd name="T18" fmla="*/ 32 w 39"/>
                  <a:gd name="T19" fmla="*/ 0 h 49"/>
                  <a:gd name="T20" fmla="*/ 32 w 39"/>
                  <a:gd name="T21" fmla="*/ 3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9">
                    <a:moveTo>
                      <a:pt x="32" y="34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9" y="49"/>
                    </a:lnTo>
                    <a:lnTo>
                      <a:pt x="9" y="14"/>
                    </a:lnTo>
                    <a:lnTo>
                      <a:pt x="33" y="49"/>
                    </a:lnTo>
                    <a:lnTo>
                      <a:pt x="39" y="49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32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5" name="Freeform 161">
                <a:extLst>
                  <a:ext uri="{FF2B5EF4-FFF2-40B4-BE49-F238E27FC236}">
                    <a16:creationId xmlns:a16="http://schemas.microsoft.com/office/drawing/2014/main" id="{91EAB352-2A5C-4358-9E58-4707C25DBC3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23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6" name="Freeform 162">
                <a:extLst>
                  <a:ext uri="{FF2B5EF4-FFF2-40B4-BE49-F238E27FC236}">
                    <a16:creationId xmlns:a16="http://schemas.microsoft.com/office/drawing/2014/main" id="{6C149C16-2523-4760-BD62-A4C4555B672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88" y="8105"/>
                <a:ext cx="47" cy="49"/>
              </a:xfrm>
              <a:custGeom>
                <a:avLst/>
                <a:gdLst>
                  <a:gd name="T0" fmla="*/ 23 w 47"/>
                  <a:gd name="T1" fmla="*/ 38 h 49"/>
                  <a:gd name="T2" fmla="*/ 9 w 47"/>
                  <a:gd name="T3" fmla="*/ 0 h 49"/>
                  <a:gd name="T4" fmla="*/ 0 w 47"/>
                  <a:gd name="T5" fmla="*/ 0 h 49"/>
                  <a:gd name="T6" fmla="*/ 0 w 47"/>
                  <a:gd name="T7" fmla="*/ 49 h 49"/>
                  <a:gd name="T8" fmla="*/ 8 w 47"/>
                  <a:gd name="T9" fmla="*/ 49 h 49"/>
                  <a:gd name="T10" fmla="*/ 8 w 47"/>
                  <a:gd name="T11" fmla="*/ 15 h 49"/>
                  <a:gd name="T12" fmla="*/ 20 w 47"/>
                  <a:gd name="T13" fmla="*/ 49 h 49"/>
                  <a:gd name="T14" fmla="*/ 26 w 47"/>
                  <a:gd name="T15" fmla="*/ 49 h 49"/>
                  <a:gd name="T16" fmla="*/ 39 w 47"/>
                  <a:gd name="T17" fmla="*/ 15 h 49"/>
                  <a:gd name="T18" fmla="*/ 39 w 47"/>
                  <a:gd name="T19" fmla="*/ 49 h 49"/>
                  <a:gd name="T20" fmla="*/ 47 w 47"/>
                  <a:gd name="T21" fmla="*/ 49 h 49"/>
                  <a:gd name="T22" fmla="*/ 47 w 47"/>
                  <a:gd name="T23" fmla="*/ 0 h 49"/>
                  <a:gd name="T24" fmla="*/ 38 w 47"/>
                  <a:gd name="T25" fmla="*/ 0 h 49"/>
                  <a:gd name="T26" fmla="*/ 23 w 47"/>
                  <a:gd name="T2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9">
                    <a:moveTo>
                      <a:pt x="23" y="38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8" y="49"/>
                    </a:lnTo>
                    <a:lnTo>
                      <a:pt x="8" y="15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39" y="15"/>
                    </a:lnTo>
                    <a:lnTo>
                      <a:pt x="39" y="49"/>
                    </a:lnTo>
                    <a:lnTo>
                      <a:pt x="47" y="49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3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7" name="Rectangle 163">
                <a:extLst>
                  <a:ext uri="{FF2B5EF4-FFF2-40B4-BE49-F238E27FC236}">
                    <a16:creationId xmlns:a16="http://schemas.microsoft.com/office/drawing/2014/main" id="{AA224D37-7BA5-4425-8F73-00898F3B2DB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8105"/>
                <a:ext cx="8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8" name="Freeform 164">
                <a:extLst>
                  <a:ext uri="{FF2B5EF4-FFF2-40B4-BE49-F238E27FC236}">
                    <a16:creationId xmlns:a16="http://schemas.microsoft.com/office/drawing/2014/main" id="{5673194C-44F6-4EEA-9F6E-2325DA70539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73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09" name="Freeform 165">
                <a:extLst>
                  <a:ext uri="{FF2B5EF4-FFF2-40B4-BE49-F238E27FC236}">
                    <a16:creationId xmlns:a16="http://schemas.microsoft.com/office/drawing/2014/main" id="{B2018885-A113-4BA4-9C90-5A7CA6D69CA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5" y="8105"/>
                <a:ext cx="36" cy="50"/>
              </a:xfrm>
              <a:custGeom>
                <a:avLst/>
                <a:gdLst>
                  <a:gd name="T0" fmla="*/ 31 w 48"/>
                  <a:gd name="T1" fmla="*/ 29 h 67"/>
                  <a:gd name="T2" fmla="*/ 20 w 48"/>
                  <a:gd name="T3" fmla="*/ 27 h 67"/>
                  <a:gd name="T4" fmla="*/ 12 w 48"/>
                  <a:gd name="T5" fmla="*/ 18 h 67"/>
                  <a:gd name="T6" fmla="*/ 23 w 48"/>
                  <a:gd name="T7" fmla="*/ 10 h 67"/>
                  <a:gd name="T8" fmla="*/ 37 w 48"/>
                  <a:gd name="T9" fmla="*/ 18 h 67"/>
                  <a:gd name="T10" fmla="*/ 48 w 48"/>
                  <a:gd name="T11" fmla="*/ 18 h 67"/>
                  <a:gd name="T12" fmla="*/ 23 w 48"/>
                  <a:gd name="T13" fmla="*/ 0 h 67"/>
                  <a:gd name="T14" fmla="*/ 1 w 48"/>
                  <a:gd name="T15" fmla="*/ 19 h 67"/>
                  <a:gd name="T16" fmla="*/ 17 w 48"/>
                  <a:gd name="T17" fmla="*/ 37 h 67"/>
                  <a:gd name="T18" fmla="*/ 28 w 48"/>
                  <a:gd name="T19" fmla="*/ 39 h 67"/>
                  <a:gd name="T20" fmla="*/ 38 w 48"/>
                  <a:gd name="T21" fmla="*/ 48 h 67"/>
                  <a:gd name="T22" fmla="*/ 25 w 48"/>
                  <a:gd name="T23" fmla="*/ 57 h 67"/>
                  <a:gd name="T24" fmla="*/ 11 w 48"/>
                  <a:gd name="T25" fmla="*/ 48 h 67"/>
                  <a:gd name="T26" fmla="*/ 0 w 48"/>
                  <a:gd name="T27" fmla="*/ 48 h 67"/>
                  <a:gd name="T28" fmla="*/ 25 w 48"/>
                  <a:gd name="T29" fmla="*/ 67 h 67"/>
                  <a:gd name="T30" fmla="*/ 48 w 48"/>
                  <a:gd name="T31" fmla="*/ 47 h 67"/>
                  <a:gd name="T32" fmla="*/ 31 w 48"/>
                  <a:gd name="T33" fmla="*/ 2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7">
                    <a:moveTo>
                      <a:pt x="31" y="29"/>
                    </a:moveTo>
                    <a:cubicBezTo>
                      <a:pt x="20" y="27"/>
                      <a:pt x="20" y="27"/>
                      <a:pt x="20" y="27"/>
                    </a:cubicBezTo>
                    <a:cubicBezTo>
                      <a:pt x="14" y="25"/>
                      <a:pt x="12" y="23"/>
                      <a:pt x="12" y="18"/>
                    </a:cubicBezTo>
                    <a:cubicBezTo>
                      <a:pt x="12" y="13"/>
                      <a:pt x="16" y="10"/>
                      <a:pt x="23" y="10"/>
                    </a:cubicBezTo>
                    <a:cubicBezTo>
                      <a:pt x="31" y="10"/>
                      <a:pt x="35" y="13"/>
                      <a:pt x="3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7"/>
                      <a:pt x="37" y="0"/>
                      <a:pt x="23" y="0"/>
                    </a:cubicBezTo>
                    <a:cubicBezTo>
                      <a:pt x="10" y="0"/>
                      <a:pt x="1" y="9"/>
                      <a:pt x="1" y="19"/>
                    </a:cubicBezTo>
                    <a:cubicBezTo>
                      <a:pt x="1" y="30"/>
                      <a:pt x="9" y="35"/>
                      <a:pt x="17" y="37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5" y="41"/>
                      <a:pt x="38" y="43"/>
                      <a:pt x="38" y="48"/>
                    </a:cubicBezTo>
                    <a:cubicBezTo>
                      <a:pt x="38" y="54"/>
                      <a:pt x="33" y="57"/>
                      <a:pt x="25" y="57"/>
                    </a:cubicBezTo>
                    <a:cubicBezTo>
                      <a:pt x="18" y="57"/>
                      <a:pt x="13" y="54"/>
                      <a:pt x="1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12" y="67"/>
                      <a:pt x="25" y="67"/>
                    </a:cubicBezTo>
                    <a:cubicBezTo>
                      <a:pt x="38" y="67"/>
                      <a:pt x="48" y="59"/>
                      <a:pt x="48" y="47"/>
                    </a:cubicBezTo>
                    <a:cubicBezTo>
                      <a:pt x="48" y="38"/>
                      <a:pt x="41" y="32"/>
                      <a:pt x="31" y="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0" name="Freeform 166">
                <a:extLst>
                  <a:ext uri="{FF2B5EF4-FFF2-40B4-BE49-F238E27FC236}">
                    <a16:creationId xmlns:a16="http://schemas.microsoft.com/office/drawing/2014/main" id="{05870239-CC9B-4428-A145-66396A8F447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7895"/>
                <a:ext cx="144" cy="144"/>
              </a:xfrm>
              <a:custGeom>
                <a:avLst/>
                <a:gdLst>
                  <a:gd name="T0" fmla="*/ 191 w 193"/>
                  <a:gd name="T1" fmla="*/ 189 h 193"/>
                  <a:gd name="T2" fmla="*/ 193 w 193"/>
                  <a:gd name="T3" fmla="*/ 188 h 193"/>
                  <a:gd name="T4" fmla="*/ 193 w 193"/>
                  <a:gd name="T5" fmla="*/ 146 h 193"/>
                  <a:gd name="T6" fmla="*/ 189 w 193"/>
                  <a:gd name="T7" fmla="*/ 147 h 193"/>
                  <a:gd name="T8" fmla="*/ 180 w 193"/>
                  <a:gd name="T9" fmla="*/ 147 h 193"/>
                  <a:gd name="T10" fmla="*/ 171 w 193"/>
                  <a:gd name="T11" fmla="*/ 130 h 193"/>
                  <a:gd name="T12" fmla="*/ 171 w 193"/>
                  <a:gd name="T13" fmla="*/ 0 h 193"/>
                  <a:gd name="T14" fmla="*/ 120 w 193"/>
                  <a:gd name="T15" fmla="*/ 0 h 193"/>
                  <a:gd name="T16" fmla="*/ 120 w 193"/>
                  <a:gd name="T17" fmla="*/ 108 h 193"/>
                  <a:gd name="T18" fmla="*/ 84 w 193"/>
                  <a:gd name="T19" fmla="*/ 147 h 193"/>
                  <a:gd name="T20" fmla="*/ 51 w 193"/>
                  <a:gd name="T21" fmla="*/ 110 h 193"/>
                  <a:gd name="T22" fmla="*/ 51 w 193"/>
                  <a:gd name="T23" fmla="*/ 0 h 193"/>
                  <a:gd name="T24" fmla="*/ 0 w 193"/>
                  <a:gd name="T25" fmla="*/ 0 h 193"/>
                  <a:gd name="T26" fmla="*/ 0 w 193"/>
                  <a:gd name="T27" fmla="*/ 116 h 193"/>
                  <a:gd name="T28" fmla="*/ 73 w 193"/>
                  <a:gd name="T29" fmla="*/ 193 h 193"/>
                  <a:gd name="T30" fmla="*/ 127 w 193"/>
                  <a:gd name="T31" fmla="*/ 170 h 193"/>
                  <a:gd name="T32" fmla="*/ 139 w 193"/>
                  <a:gd name="T33" fmla="*/ 184 h 193"/>
                  <a:gd name="T34" fmla="*/ 168 w 193"/>
                  <a:gd name="T35" fmla="*/ 192 h 193"/>
                  <a:gd name="T36" fmla="*/ 191 w 193"/>
                  <a:gd name="T37" fmla="*/ 18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3" h="193">
                    <a:moveTo>
                      <a:pt x="191" y="189"/>
                    </a:move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6"/>
                      <a:pt x="193" y="146"/>
                      <a:pt x="193" y="146"/>
                    </a:cubicBezTo>
                    <a:cubicBezTo>
                      <a:pt x="189" y="147"/>
                      <a:pt x="189" y="147"/>
                      <a:pt x="189" y="147"/>
                    </a:cubicBezTo>
                    <a:cubicBezTo>
                      <a:pt x="186" y="147"/>
                      <a:pt x="183" y="147"/>
                      <a:pt x="180" y="147"/>
                    </a:cubicBezTo>
                    <a:cubicBezTo>
                      <a:pt x="175" y="147"/>
                      <a:pt x="171" y="146"/>
                      <a:pt x="171" y="13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31"/>
                      <a:pt x="105" y="147"/>
                      <a:pt x="84" y="147"/>
                    </a:cubicBezTo>
                    <a:cubicBezTo>
                      <a:pt x="63" y="147"/>
                      <a:pt x="51" y="133"/>
                      <a:pt x="51" y="11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63"/>
                      <a:pt x="28" y="193"/>
                      <a:pt x="73" y="193"/>
                    </a:cubicBezTo>
                    <a:cubicBezTo>
                      <a:pt x="103" y="193"/>
                      <a:pt x="119" y="181"/>
                      <a:pt x="127" y="170"/>
                    </a:cubicBezTo>
                    <a:cubicBezTo>
                      <a:pt x="130" y="176"/>
                      <a:pt x="134" y="180"/>
                      <a:pt x="139" y="184"/>
                    </a:cubicBezTo>
                    <a:cubicBezTo>
                      <a:pt x="146" y="190"/>
                      <a:pt x="156" y="192"/>
                      <a:pt x="168" y="192"/>
                    </a:cubicBezTo>
                    <a:cubicBezTo>
                      <a:pt x="175" y="192"/>
                      <a:pt x="184" y="192"/>
                      <a:pt x="191" y="18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1" name="Oval 167">
                <a:extLst>
                  <a:ext uri="{FF2B5EF4-FFF2-40B4-BE49-F238E27FC236}">
                    <a16:creationId xmlns:a16="http://schemas.microsoft.com/office/drawing/2014/main" id="{BA788A03-9985-4586-8174-0B68A32B2DB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2" name="Freeform 168">
                <a:extLst>
                  <a:ext uri="{FF2B5EF4-FFF2-40B4-BE49-F238E27FC236}">
                    <a16:creationId xmlns:a16="http://schemas.microsoft.com/office/drawing/2014/main" id="{B435656D-940F-4E97-A4CD-EF09A68F53F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4" y="7657"/>
                <a:ext cx="6" cy="8"/>
              </a:xfrm>
              <a:custGeom>
                <a:avLst/>
                <a:gdLst>
                  <a:gd name="T0" fmla="*/ 3 w 8"/>
                  <a:gd name="T1" fmla="*/ 11 h 11"/>
                  <a:gd name="T2" fmla="*/ 8 w 8"/>
                  <a:gd name="T3" fmla="*/ 6 h 11"/>
                  <a:gd name="T4" fmla="*/ 3 w 8"/>
                  <a:gd name="T5" fmla="*/ 0 h 11"/>
                  <a:gd name="T6" fmla="*/ 0 w 8"/>
                  <a:gd name="T7" fmla="*/ 1 h 11"/>
                  <a:gd name="T8" fmla="*/ 0 w 8"/>
                  <a:gd name="T9" fmla="*/ 11 h 11"/>
                  <a:gd name="T10" fmla="*/ 3 w 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6" y="11"/>
                      <a:pt x="8" y="9"/>
                      <a:pt x="8" y="6"/>
                    </a:cubicBezTo>
                    <a:cubicBezTo>
                      <a:pt x="8" y="2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4"/>
                      <a:pt x="0" y="8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3" name="Oval 169">
                <a:extLst>
                  <a:ext uri="{FF2B5EF4-FFF2-40B4-BE49-F238E27FC236}">
                    <a16:creationId xmlns:a16="http://schemas.microsoft.com/office/drawing/2014/main" id="{A0763F77-7F8E-47CE-AF45-A11267D7886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80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4" name="Oval 170">
                <a:extLst>
                  <a:ext uri="{FF2B5EF4-FFF2-40B4-BE49-F238E27FC236}">
                    <a16:creationId xmlns:a16="http://schemas.microsoft.com/office/drawing/2014/main" id="{62646E56-87F0-4CC9-8D2D-74FFDCFAE2C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3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5" name="Oval 171">
                <a:extLst>
                  <a:ext uri="{FF2B5EF4-FFF2-40B4-BE49-F238E27FC236}">
                    <a16:creationId xmlns:a16="http://schemas.microsoft.com/office/drawing/2014/main" id="{DE3BDF43-9AFA-4F25-BFCB-7CF48848C0A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6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6" name="Oval 172">
                <a:extLst>
                  <a:ext uri="{FF2B5EF4-FFF2-40B4-BE49-F238E27FC236}">
                    <a16:creationId xmlns:a16="http://schemas.microsoft.com/office/drawing/2014/main" id="{6007E631-262D-4019-8C65-7D33FBB5765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8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7" name="Oval 173">
                <a:extLst>
                  <a:ext uri="{FF2B5EF4-FFF2-40B4-BE49-F238E27FC236}">
                    <a16:creationId xmlns:a16="http://schemas.microsoft.com/office/drawing/2014/main" id="{5279D26A-82A4-4E3D-AD12-9427B5D2137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9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8" name="Oval 174">
                <a:extLst>
                  <a:ext uri="{FF2B5EF4-FFF2-40B4-BE49-F238E27FC236}">
                    <a16:creationId xmlns:a16="http://schemas.microsoft.com/office/drawing/2014/main" id="{00FD05C9-BAE2-4DC4-A1A6-8000CAFD48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7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19" name="Oval 175">
                <a:extLst>
                  <a:ext uri="{FF2B5EF4-FFF2-40B4-BE49-F238E27FC236}">
                    <a16:creationId xmlns:a16="http://schemas.microsoft.com/office/drawing/2014/main" id="{E06AE92B-773C-4654-A0FC-A920506404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3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0" name="Oval 176">
                <a:extLst>
                  <a:ext uri="{FF2B5EF4-FFF2-40B4-BE49-F238E27FC236}">
                    <a16:creationId xmlns:a16="http://schemas.microsoft.com/office/drawing/2014/main" id="{FA93DE0B-2AEA-4E8B-8A82-71863D06D6C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69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1" name="Oval 177">
                <a:extLst>
                  <a:ext uri="{FF2B5EF4-FFF2-40B4-BE49-F238E27FC236}">
                    <a16:creationId xmlns:a16="http://schemas.microsoft.com/office/drawing/2014/main" id="{71F1C007-14E5-4E4D-AFA7-7902CD9FBE7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2" name="Oval 178">
                <a:extLst>
                  <a:ext uri="{FF2B5EF4-FFF2-40B4-BE49-F238E27FC236}">
                    <a16:creationId xmlns:a16="http://schemas.microsoft.com/office/drawing/2014/main" id="{1F41E550-A03E-4517-98E8-585DDD1F5A3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50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3" name="Oval 179">
                <a:extLst>
                  <a:ext uri="{FF2B5EF4-FFF2-40B4-BE49-F238E27FC236}">
                    <a16:creationId xmlns:a16="http://schemas.microsoft.com/office/drawing/2014/main" id="{D06710E9-CCC0-4075-9F80-E3EF1FAC58C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0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4" name="Oval 180">
                <a:extLst>
                  <a:ext uri="{FF2B5EF4-FFF2-40B4-BE49-F238E27FC236}">
                    <a16:creationId xmlns:a16="http://schemas.microsoft.com/office/drawing/2014/main" id="{CB554AD5-E944-48FE-91EE-96C546723B1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5" y="77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5" name="Oval 181">
                <a:extLst>
                  <a:ext uri="{FF2B5EF4-FFF2-40B4-BE49-F238E27FC236}">
                    <a16:creationId xmlns:a16="http://schemas.microsoft.com/office/drawing/2014/main" id="{7F216E0C-9E83-4306-8DE8-19078D5BA9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9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6" name="Oval 182">
                <a:extLst>
                  <a:ext uri="{FF2B5EF4-FFF2-40B4-BE49-F238E27FC236}">
                    <a16:creationId xmlns:a16="http://schemas.microsoft.com/office/drawing/2014/main" id="{348C7906-CF13-4429-83FB-28B453EAAF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2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7" name="Oval 183">
                <a:extLst>
                  <a:ext uri="{FF2B5EF4-FFF2-40B4-BE49-F238E27FC236}">
                    <a16:creationId xmlns:a16="http://schemas.microsoft.com/office/drawing/2014/main" id="{2ABD1D58-D78D-4604-B52C-6AB4F032A3A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1" y="75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8" name="Oval 184">
                <a:extLst>
                  <a:ext uri="{FF2B5EF4-FFF2-40B4-BE49-F238E27FC236}">
                    <a16:creationId xmlns:a16="http://schemas.microsoft.com/office/drawing/2014/main" id="{F7E438D3-EAB8-456E-B225-09851CF2656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6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29" name="Oval 185">
                <a:extLst>
                  <a:ext uri="{FF2B5EF4-FFF2-40B4-BE49-F238E27FC236}">
                    <a16:creationId xmlns:a16="http://schemas.microsoft.com/office/drawing/2014/main" id="{1CE8B839-4B0F-458D-AD11-12B663E732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3" y="76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0" name="Oval 186">
                <a:extLst>
                  <a:ext uri="{FF2B5EF4-FFF2-40B4-BE49-F238E27FC236}">
                    <a16:creationId xmlns:a16="http://schemas.microsoft.com/office/drawing/2014/main" id="{A726DF92-043C-47C7-B739-23DD264F979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0" y="777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1" name="Oval 187">
                <a:extLst>
                  <a:ext uri="{FF2B5EF4-FFF2-40B4-BE49-F238E27FC236}">
                    <a16:creationId xmlns:a16="http://schemas.microsoft.com/office/drawing/2014/main" id="{FA0C0C66-0DA1-4569-B954-06CFC41B88D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0" y="77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2" name="Oval 188">
                <a:extLst>
                  <a:ext uri="{FF2B5EF4-FFF2-40B4-BE49-F238E27FC236}">
                    <a16:creationId xmlns:a16="http://schemas.microsoft.com/office/drawing/2014/main" id="{9320FEB4-79D2-4D79-99DC-CF3D00D9AA1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3" name="Freeform 189">
                <a:extLst>
                  <a:ext uri="{FF2B5EF4-FFF2-40B4-BE49-F238E27FC236}">
                    <a16:creationId xmlns:a16="http://schemas.microsoft.com/office/drawing/2014/main" id="{9ED67A59-69ED-42B4-AFAA-8C75A7282F8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8" y="7761"/>
                <a:ext cx="9" cy="8"/>
              </a:xfrm>
              <a:custGeom>
                <a:avLst/>
                <a:gdLst>
                  <a:gd name="T0" fmla="*/ 6 w 12"/>
                  <a:gd name="T1" fmla="*/ 0 h 11"/>
                  <a:gd name="T2" fmla="*/ 0 w 12"/>
                  <a:gd name="T3" fmla="*/ 6 h 11"/>
                  <a:gd name="T4" fmla="*/ 5 w 12"/>
                  <a:gd name="T5" fmla="*/ 11 h 11"/>
                  <a:gd name="T6" fmla="*/ 12 w 12"/>
                  <a:gd name="T7" fmla="*/ 4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8"/>
                      <a:pt x="3" y="11"/>
                      <a:pt x="5" y="11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4" name="Oval 190">
                <a:extLst>
                  <a:ext uri="{FF2B5EF4-FFF2-40B4-BE49-F238E27FC236}">
                    <a16:creationId xmlns:a16="http://schemas.microsoft.com/office/drawing/2014/main" id="{C574A069-A71F-42D9-BBD4-A9A752B8E4B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8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5" name="Oval 191">
                <a:extLst>
                  <a:ext uri="{FF2B5EF4-FFF2-40B4-BE49-F238E27FC236}">
                    <a16:creationId xmlns:a16="http://schemas.microsoft.com/office/drawing/2014/main" id="{8C1ACC19-EE98-4B17-877D-8F0D5BB898C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6" name="Oval 192">
                <a:extLst>
                  <a:ext uri="{FF2B5EF4-FFF2-40B4-BE49-F238E27FC236}">
                    <a16:creationId xmlns:a16="http://schemas.microsoft.com/office/drawing/2014/main" id="{0DB2F509-951C-4A84-BAF9-6055A99B1A3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2" y="756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7" name="Oval 193">
                <a:extLst>
                  <a:ext uri="{FF2B5EF4-FFF2-40B4-BE49-F238E27FC236}">
                    <a16:creationId xmlns:a16="http://schemas.microsoft.com/office/drawing/2014/main" id="{370244F6-AE3D-465B-A38F-C0898AFA5D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77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8" name="Oval 194">
                <a:extLst>
                  <a:ext uri="{FF2B5EF4-FFF2-40B4-BE49-F238E27FC236}">
                    <a16:creationId xmlns:a16="http://schemas.microsoft.com/office/drawing/2014/main" id="{8CC2B22D-EF66-4401-9BD3-6D45BAC5F9D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76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39" name="Oval 195">
                <a:extLst>
                  <a:ext uri="{FF2B5EF4-FFF2-40B4-BE49-F238E27FC236}">
                    <a16:creationId xmlns:a16="http://schemas.microsoft.com/office/drawing/2014/main" id="{C273F233-2403-4423-807C-C33BF40A97C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67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0" name="Oval 196">
                <a:extLst>
                  <a:ext uri="{FF2B5EF4-FFF2-40B4-BE49-F238E27FC236}">
                    <a16:creationId xmlns:a16="http://schemas.microsoft.com/office/drawing/2014/main" id="{EA439200-ECDB-4D1E-BB53-8542FB924F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1" name="Oval 197">
                <a:extLst>
                  <a:ext uri="{FF2B5EF4-FFF2-40B4-BE49-F238E27FC236}">
                    <a16:creationId xmlns:a16="http://schemas.microsoft.com/office/drawing/2014/main" id="{439E2D12-ADCA-44D0-9AB6-D57A490C47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1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2" name="Oval 198">
                <a:extLst>
                  <a:ext uri="{FF2B5EF4-FFF2-40B4-BE49-F238E27FC236}">
                    <a16:creationId xmlns:a16="http://schemas.microsoft.com/office/drawing/2014/main" id="{84DCAB23-C29E-438C-9804-0860DB191AB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6" y="772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3" name="Oval 199">
                <a:extLst>
                  <a:ext uri="{FF2B5EF4-FFF2-40B4-BE49-F238E27FC236}">
                    <a16:creationId xmlns:a16="http://schemas.microsoft.com/office/drawing/2014/main" id="{1AFB44B9-3FA0-49EE-B3B5-AE5E4F7684E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4" name="Oval 200">
                <a:extLst>
                  <a:ext uri="{FF2B5EF4-FFF2-40B4-BE49-F238E27FC236}">
                    <a16:creationId xmlns:a16="http://schemas.microsoft.com/office/drawing/2014/main" id="{25EF03A6-C46A-4C1D-90D7-350AF77F474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9" y="781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5" name="Oval 201">
                <a:extLst>
                  <a:ext uri="{FF2B5EF4-FFF2-40B4-BE49-F238E27FC236}">
                    <a16:creationId xmlns:a16="http://schemas.microsoft.com/office/drawing/2014/main" id="{49029B61-D058-4132-9278-EE548B3A525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1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6" name="Oval 202">
                <a:extLst>
                  <a:ext uri="{FF2B5EF4-FFF2-40B4-BE49-F238E27FC236}">
                    <a16:creationId xmlns:a16="http://schemas.microsoft.com/office/drawing/2014/main" id="{7801E98D-3A79-4C6A-B3AB-A49BCCA77FC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56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7" name="Freeform 203">
                <a:extLst>
                  <a:ext uri="{FF2B5EF4-FFF2-40B4-BE49-F238E27FC236}">
                    <a16:creationId xmlns:a16="http://schemas.microsoft.com/office/drawing/2014/main" id="{79D6E59A-7E18-4CBC-9A95-0BD0F4E7E2F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0" y="7771"/>
                <a:ext cx="8" cy="8"/>
              </a:xfrm>
              <a:custGeom>
                <a:avLst/>
                <a:gdLst>
                  <a:gd name="T0" fmla="*/ 0 w 10"/>
                  <a:gd name="T1" fmla="*/ 6 h 10"/>
                  <a:gd name="T2" fmla="*/ 2 w 10"/>
                  <a:gd name="T3" fmla="*/ 10 h 10"/>
                  <a:gd name="T4" fmla="*/ 10 w 10"/>
                  <a:gd name="T5" fmla="*/ 2 h 10"/>
                  <a:gd name="T6" fmla="*/ 6 w 10"/>
                  <a:gd name="T7" fmla="*/ 0 h 10"/>
                  <a:gd name="T8" fmla="*/ 0 w 10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0" y="8"/>
                      <a:pt x="1" y="9"/>
                      <a:pt x="2" y="10"/>
                    </a:cubicBezTo>
                    <a:cubicBezTo>
                      <a:pt x="5" y="8"/>
                      <a:pt x="7" y="5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648" name="Oval 204">
                <a:extLst>
                  <a:ext uri="{FF2B5EF4-FFF2-40B4-BE49-F238E27FC236}">
                    <a16:creationId xmlns:a16="http://schemas.microsoft.com/office/drawing/2014/main" id="{2F43AC15-8D6B-4362-9572-4F30AF7E283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5" y="767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grpSp>
          <p:nvGrpSpPr>
            <p:cNvPr id="148" name="Group 406">
              <a:extLst>
                <a:ext uri="{FF2B5EF4-FFF2-40B4-BE49-F238E27FC236}">
                  <a16:creationId xmlns:a16="http://schemas.microsoft.com/office/drawing/2014/main" id="{B2827372-2855-419A-AD85-4B7E96E7350A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3471863" y="11942763"/>
              <a:ext cx="525463" cy="471488"/>
              <a:chOff x="2187" y="7523"/>
              <a:chExt cx="331" cy="297"/>
            </a:xfrm>
            <a:grpFill/>
          </p:grpSpPr>
          <p:sp>
            <p:nvSpPr>
              <p:cNvPr id="249" name="Oval 206">
                <a:extLst>
                  <a:ext uri="{FF2B5EF4-FFF2-40B4-BE49-F238E27FC236}">
                    <a16:creationId xmlns:a16="http://schemas.microsoft.com/office/drawing/2014/main" id="{CCE7903C-2E22-48F3-8FDE-00F0FB04E0E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4" y="77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0" name="Oval 207">
                <a:extLst>
                  <a:ext uri="{FF2B5EF4-FFF2-40B4-BE49-F238E27FC236}">
                    <a16:creationId xmlns:a16="http://schemas.microsoft.com/office/drawing/2014/main" id="{62FF8F4E-F258-4595-8F78-97A78BFA6FC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0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1" name="Oval 208">
                <a:extLst>
                  <a:ext uri="{FF2B5EF4-FFF2-40B4-BE49-F238E27FC236}">
                    <a16:creationId xmlns:a16="http://schemas.microsoft.com/office/drawing/2014/main" id="{C39B8622-8997-4AE5-969A-21F2E40CAD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0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2" name="Oval 209">
                <a:extLst>
                  <a:ext uri="{FF2B5EF4-FFF2-40B4-BE49-F238E27FC236}">
                    <a16:creationId xmlns:a16="http://schemas.microsoft.com/office/drawing/2014/main" id="{58B80418-1F69-4337-ABDF-3C25111E6B9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3" name="Oval 210">
                <a:extLst>
                  <a:ext uri="{FF2B5EF4-FFF2-40B4-BE49-F238E27FC236}">
                    <a16:creationId xmlns:a16="http://schemas.microsoft.com/office/drawing/2014/main" id="{35DAD91B-8ED1-4547-9206-87927FFAE69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4" name="Oval 211">
                <a:extLst>
                  <a:ext uri="{FF2B5EF4-FFF2-40B4-BE49-F238E27FC236}">
                    <a16:creationId xmlns:a16="http://schemas.microsoft.com/office/drawing/2014/main" id="{918AB872-7DCA-45DB-B763-2F1CC34299B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8" y="77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5" name="Oval 212">
                <a:extLst>
                  <a:ext uri="{FF2B5EF4-FFF2-40B4-BE49-F238E27FC236}">
                    <a16:creationId xmlns:a16="http://schemas.microsoft.com/office/drawing/2014/main" id="{BE6304C6-557F-40FE-8A00-A43FADC2D3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6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6" name="Oval 213">
                <a:extLst>
                  <a:ext uri="{FF2B5EF4-FFF2-40B4-BE49-F238E27FC236}">
                    <a16:creationId xmlns:a16="http://schemas.microsoft.com/office/drawing/2014/main" id="{F9E28D78-873C-40B7-99B4-8745A5D9FB0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2" y="76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7" name="Oval 214">
                <a:extLst>
                  <a:ext uri="{FF2B5EF4-FFF2-40B4-BE49-F238E27FC236}">
                    <a16:creationId xmlns:a16="http://schemas.microsoft.com/office/drawing/2014/main" id="{6D0D8528-D64E-446A-99A8-9FC606BA63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7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8" name="Freeform 215">
                <a:extLst>
                  <a:ext uri="{FF2B5EF4-FFF2-40B4-BE49-F238E27FC236}">
                    <a16:creationId xmlns:a16="http://schemas.microsoft.com/office/drawing/2014/main" id="{EAEE816E-26F6-4243-98B3-46D8CBEA4EB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78" y="7752"/>
                <a:ext cx="8" cy="8"/>
              </a:xfrm>
              <a:custGeom>
                <a:avLst/>
                <a:gdLst>
                  <a:gd name="T0" fmla="*/ 0 w 10"/>
                  <a:gd name="T1" fmla="*/ 6 h 11"/>
                  <a:gd name="T2" fmla="*/ 3 w 10"/>
                  <a:gd name="T3" fmla="*/ 11 h 11"/>
                  <a:gd name="T4" fmla="*/ 10 w 10"/>
                  <a:gd name="T5" fmla="*/ 1 h 11"/>
                  <a:gd name="T6" fmla="*/ 6 w 10"/>
                  <a:gd name="T7" fmla="*/ 0 h 11"/>
                  <a:gd name="T8" fmla="*/ 0 w 10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cubicBezTo>
                      <a:pt x="0" y="8"/>
                      <a:pt x="1" y="9"/>
                      <a:pt x="3" y="11"/>
                    </a:cubicBezTo>
                    <a:cubicBezTo>
                      <a:pt x="5" y="8"/>
                      <a:pt x="8" y="4"/>
                      <a:pt x="10" y="1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9" name="Oval 216">
                <a:extLst>
                  <a:ext uri="{FF2B5EF4-FFF2-40B4-BE49-F238E27FC236}">
                    <a16:creationId xmlns:a16="http://schemas.microsoft.com/office/drawing/2014/main" id="{27CD9EF2-8957-4277-B2D0-5D84BE731D2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0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0" name="Oval 217">
                <a:extLst>
                  <a:ext uri="{FF2B5EF4-FFF2-40B4-BE49-F238E27FC236}">
                    <a16:creationId xmlns:a16="http://schemas.microsoft.com/office/drawing/2014/main" id="{761370ED-2CB6-4E47-8F00-56999352A7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1" y="766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1" name="Oval 218">
                <a:extLst>
                  <a:ext uri="{FF2B5EF4-FFF2-40B4-BE49-F238E27FC236}">
                    <a16:creationId xmlns:a16="http://schemas.microsoft.com/office/drawing/2014/main" id="{51722B5B-E395-465D-92FA-3691E239DF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2" name="Oval 219">
                <a:extLst>
                  <a:ext uri="{FF2B5EF4-FFF2-40B4-BE49-F238E27FC236}">
                    <a16:creationId xmlns:a16="http://schemas.microsoft.com/office/drawing/2014/main" id="{32174D1E-BFEC-4131-9C54-F5553ED9F3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4" y="769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3" name="Oval 220">
                <a:extLst>
                  <a:ext uri="{FF2B5EF4-FFF2-40B4-BE49-F238E27FC236}">
                    <a16:creationId xmlns:a16="http://schemas.microsoft.com/office/drawing/2014/main" id="{9916BC8B-C957-4583-A884-B449BDAE939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71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4" name="Oval 221">
                <a:extLst>
                  <a:ext uri="{FF2B5EF4-FFF2-40B4-BE49-F238E27FC236}">
                    <a16:creationId xmlns:a16="http://schemas.microsoft.com/office/drawing/2014/main" id="{062C83D2-2647-4273-A9DB-6A066E1B6EC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7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5" name="Oval 222">
                <a:extLst>
                  <a:ext uri="{FF2B5EF4-FFF2-40B4-BE49-F238E27FC236}">
                    <a16:creationId xmlns:a16="http://schemas.microsoft.com/office/drawing/2014/main" id="{E9A8CBCE-915B-4F35-9A11-E03862AB4B9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4" y="770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6" name="Oval 223">
                <a:extLst>
                  <a:ext uri="{FF2B5EF4-FFF2-40B4-BE49-F238E27FC236}">
                    <a16:creationId xmlns:a16="http://schemas.microsoft.com/office/drawing/2014/main" id="{6A5C4279-0FFF-4C99-913B-7E40CE09F43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4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7" name="Oval 224">
                <a:extLst>
                  <a:ext uri="{FF2B5EF4-FFF2-40B4-BE49-F238E27FC236}">
                    <a16:creationId xmlns:a16="http://schemas.microsoft.com/office/drawing/2014/main" id="{9C2CDF01-77E6-4B30-9DE7-F1EF0712A68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3" y="769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8" name="Oval 225">
                <a:extLst>
                  <a:ext uri="{FF2B5EF4-FFF2-40B4-BE49-F238E27FC236}">
                    <a16:creationId xmlns:a16="http://schemas.microsoft.com/office/drawing/2014/main" id="{02699C04-D02B-4C37-A52B-EAA55A92DEF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9" name="Oval 226">
                <a:extLst>
                  <a:ext uri="{FF2B5EF4-FFF2-40B4-BE49-F238E27FC236}">
                    <a16:creationId xmlns:a16="http://schemas.microsoft.com/office/drawing/2014/main" id="{E67DCFAF-71F6-4AD5-BC28-BCF7985A0C7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74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0" name="Oval 227">
                <a:extLst>
                  <a:ext uri="{FF2B5EF4-FFF2-40B4-BE49-F238E27FC236}">
                    <a16:creationId xmlns:a16="http://schemas.microsoft.com/office/drawing/2014/main" id="{B2EC331B-C3E2-4F13-BFD6-02DBF02F857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75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1" name="Oval 228">
                <a:extLst>
                  <a:ext uri="{FF2B5EF4-FFF2-40B4-BE49-F238E27FC236}">
                    <a16:creationId xmlns:a16="http://schemas.microsoft.com/office/drawing/2014/main" id="{FC7605CE-836A-467F-BEB4-B73CD3DD9F7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57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2" name="Oval 229">
                <a:extLst>
                  <a:ext uri="{FF2B5EF4-FFF2-40B4-BE49-F238E27FC236}">
                    <a16:creationId xmlns:a16="http://schemas.microsoft.com/office/drawing/2014/main" id="{B647139E-8842-4E6D-957B-505CC2D267F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9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3" name="Oval 230">
                <a:extLst>
                  <a:ext uri="{FF2B5EF4-FFF2-40B4-BE49-F238E27FC236}">
                    <a16:creationId xmlns:a16="http://schemas.microsoft.com/office/drawing/2014/main" id="{F645F2D1-648D-4CFF-9BC3-FCB97A00F6A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4" name="Oval 231">
                <a:extLst>
                  <a:ext uri="{FF2B5EF4-FFF2-40B4-BE49-F238E27FC236}">
                    <a16:creationId xmlns:a16="http://schemas.microsoft.com/office/drawing/2014/main" id="{ABA9F18F-6647-4ED4-860B-7255AC527A3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0" y="77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5" name="Oval 232">
                <a:extLst>
                  <a:ext uri="{FF2B5EF4-FFF2-40B4-BE49-F238E27FC236}">
                    <a16:creationId xmlns:a16="http://schemas.microsoft.com/office/drawing/2014/main" id="{9F3DCC76-22C0-486D-BA24-2BF96AA131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4" y="76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6" name="Oval 233">
                <a:extLst>
                  <a:ext uri="{FF2B5EF4-FFF2-40B4-BE49-F238E27FC236}">
                    <a16:creationId xmlns:a16="http://schemas.microsoft.com/office/drawing/2014/main" id="{C565A0CA-847C-4FA6-98FD-1BF5A6E8730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8" y="778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7" name="Oval 234">
                <a:extLst>
                  <a:ext uri="{FF2B5EF4-FFF2-40B4-BE49-F238E27FC236}">
                    <a16:creationId xmlns:a16="http://schemas.microsoft.com/office/drawing/2014/main" id="{4B076A51-4948-4B36-A25A-0E4A5F135FA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1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8" name="Oval 235">
                <a:extLst>
                  <a:ext uri="{FF2B5EF4-FFF2-40B4-BE49-F238E27FC236}">
                    <a16:creationId xmlns:a16="http://schemas.microsoft.com/office/drawing/2014/main" id="{2E4768AE-069D-4F69-8CBE-D36E00481D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9" name="Oval 236">
                <a:extLst>
                  <a:ext uri="{FF2B5EF4-FFF2-40B4-BE49-F238E27FC236}">
                    <a16:creationId xmlns:a16="http://schemas.microsoft.com/office/drawing/2014/main" id="{C2DCC75E-FA62-44FC-AD0F-2B1BF0E821A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81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0" name="Oval 237">
                <a:extLst>
                  <a:ext uri="{FF2B5EF4-FFF2-40B4-BE49-F238E27FC236}">
                    <a16:creationId xmlns:a16="http://schemas.microsoft.com/office/drawing/2014/main" id="{A6473FED-3014-4704-96D6-D5E875D506E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1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1" name="Oval 238">
                <a:extLst>
                  <a:ext uri="{FF2B5EF4-FFF2-40B4-BE49-F238E27FC236}">
                    <a16:creationId xmlns:a16="http://schemas.microsoft.com/office/drawing/2014/main" id="{A6E4513B-D8A6-4D7A-8209-3789988102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2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2" name="Oval 239">
                <a:extLst>
                  <a:ext uri="{FF2B5EF4-FFF2-40B4-BE49-F238E27FC236}">
                    <a16:creationId xmlns:a16="http://schemas.microsoft.com/office/drawing/2014/main" id="{86B05AED-515A-4646-8D58-3DCE906CB5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1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3" name="Oval 240">
                <a:extLst>
                  <a:ext uri="{FF2B5EF4-FFF2-40B4-BE49-F238E27FC236}">
                    <a16:creationId xmlns:a16="http://schemas.microsoft.com/office/drawing/2014/main" id="{10E0611D-EBAE-4399-A172-6EFB94755BE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7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4" name="Oval 241">
                <a:extLst>
                  <a:ext uri="{FF2B5EF4-FFF2-40B4-BE49-F238E27FC236}">
                    <a16:creationId xmlns:a16="http://schemas.microsoft.com/office/drawing/2014/main" id="{D3A9BFB4-E888-4AB4-9E5A-AFFCC2CE24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7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5" name="Oval 242">
                <a:extLst>
                  <a:ext uri="{FF2B5EF4-FFF2-40B4-BE49-F238E27FC236}">
                    <a16:creationId xmlns:a16="http://schemas.microsoft.com/office/drawing/2014/main" id="{5E2E7019-B535-417C-9B40-0B734C0A296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7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6" name="Oval 243">
                <a:extLst>
                  <a:ext uri="{FF2B5EF4-FFF2-40B4-BE49-F238E27FC236}">
                    <a16:creationId xmlns:a16="http://schemas.microsoft.com/office/drawing/2014/main" id="{2FE586F0-64CB-4895-AC52-F18782E54A0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5" y="770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7" name="Oval 244">
                <a:extLst>
                  <a:ext uri="{FF2B5EF4-FFF2-40B4-BE49-F238E27FC236}">
                    <a16:creationId xmlns:a16="http://schemas.microsoft.com/office/drawing/2014/main" id="{3F5017EA-E644-4435-9FB2-E3280DADB3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9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8" name="Oval 245">
                <a:extLst>
                  <a:ext uri="{FF2B5EF4-FFF2-40B4-BE49-F238E27FC236}">
                    <a16:creationId xmlns:a16="http://schemas.microsoft.com/office/drawing/2014/main" id="{08F0210F-5E5E-4223-BECE-49E720578D3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9" y="774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9" name="Oval 246">
                <a:extLst>
                  <a:ext uri="{FF2B5EF4-FFF2-40B4-BE49-F238E27FC236}">
                    <a16:creationId xmlns:a16="http://schemas.microsoft.com/office/drawing/2014/main" id="{E3A74077-6640-4D34-960E-78B9AC966A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0" name="Oval 247">
                <a:extLst>
                  <a:ext uri="{FF2B5EF4-FFF2-40B4-BE49-F238E27FC236}">
                    <a16:creationId xmlns:a16="http://schemas.microsoft.com/office/drawing/2014/main" id="{1D2F04F4-8D8B-4047-B29F-F56AA1C5D7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198" y="762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1" name="Oval 248">
                <a:extLst>
                  <a:ext uri="{FF2B5EF4-FFF2-40B4-BE49-F238E27FC236}">
                    <a16:creationId xmlns:a16="http://schemas.microsoft.com/office/drawing/2014/main" id="{44526A38-3B57-4F56-9600-3B344DBD820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7" y="76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2" name="Freeform 249">
                <a:extLst>
                  <a:ext uri="{FF2B5EF4-FFF2-40B4-BE49-F238E27FC236}">
                    <a16:creationId xmlns:a16="http://schemas.microsoft.com/office/drawing/2014/main" id="{D4357161-EA6E-4864-BE91-1A4458ADC70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04" y="7810"/>
                <a:ext cx="8" cy="6"/>
              </a:xfrm>
              <a:custGeom>
                <a:avLst/>
                <a:gdLst>
                  <a:gd name="T0" fmla="*/ 11 w 11"/>
                  <a:gd name="T1" fmla="*/ 5 h 8"/>
                  <a:gd name="T2" fmla="*/ 5 w 11"/>
                  <a:gd name="T3" fmla="*/ 0 h 8"/>
                  <a:gd name="T4" fmla="*/ 0 w 11"/>
                  <a:gd name="T5" fmla="*/ 5 h 8"/>
                  <a:gd name="T6" fmla="*/ 10 w 11"/>
                  <a:gd name="T7" fmla="*/ 8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3" y="6"/>
                      <a:pt x="7" y="7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3" name="Oval 250">
                <a:extLst>
                  <a:ext uri="{FF2B5EF4-FFF2-40B4-BE49-F238E27FC236}">
                    <a16:creationId xmlns:a16="http://schemas.microsoft.com/office/drawing/2014/main" id="{A29BC642-B694-4E72-B694-97674496BDA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9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4" name="Oval 251">
                <a:extLst>
                  <a:ext uri="{FF2B5EF4-FFF2-40B4-BE49-F238E27FC236}">
                    <a16:creationId xmlns:a16="http://schemas.microsoft.com/office/drawing/2014/main" id="{4B57CDD0-6D63-462C-BF01-E493D8F11AC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3" y="770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5" name="Oval 252">
                <a:extLst>
                  <a:ext uri="{FF2B5EF4-FFF2-40B4-BE49-F238E27FC236}">
                    <a16:creationId xmlns:a16="http://schemas.microsoft.com/office/drawing/2014/main" id="{D6710919-C97F-4E21-B8C2-4D82B50C07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1" y="767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6" name="Oval 253">
                <a:extLst>
                  <a:ext uri="{FF2B5EF4-FFF2-40B4-BE49-F238E27FC236}">
                    <a16:creationId xmlns:a16="http://schemas.microsoft.com/office/drawing/2014/main" id="{56575408-186B-44A4-9855-5F05694576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74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7" name="Oval 254">
                <a:extLst>
                  <a:ext uri="{FF2B5EF4-FFF2-40B4-BE49-F238E27FC236}">
                    <a16:creationId xmlns:a16="http://schemas.microsoft.com/office/drawing/2014/main" id="{9806477A-9F1C-406F-8A20-FF2228B28AF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8" name="Oval 255">
                <a:extLst>
                  <a:ext uri="{FF2B5EF4-FFF2-40B4-BE49-F238E27FC236}">
                    <a16:creationId xmlns:a16="http://schemas.microsoft.com/office/drawing/2014/main" id="{FB63B94D-B87F-4B20-88A0-F092F75392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3" y="776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9" name="Oval 256">
                <a:extLst>
                  <a:ext uri="{FF2B5EF4-FFF2-40B4-BE49-F238E27FC236}">
                    <a16:creationId xmlns:a16="http://schemas.microsoft.com/office/drawing/2014/main" id="{3604ADAD-A58A-4B5A-9144-BFAE27ED520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65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0" name="Oval 257">
                <a:extLst>
                  <a:ext uri="{FF2B5EF4-FFF2-40B4-BE49-F238E27FC236}">
                    <a16:creationId xmlns:a16="http://schemas.microsoft.com/office/drawing/2014/main" id="{CC01DDF9-D92B-41A5-A42D-2A1B345BA4A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9" y="765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1" name="Oval 258">
                <a:extLst>
                  <a:ext uri="{FF2B5EF4-FFF2-40B4-BE49-F238E27FC236}">
                    <a16:creationId xmlns:a16="http://schemas.microsoft.com/office/drawing/2014/main" id="{11928CC8-3745-4E6E-A4CE-EEBC9DCF7C4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0" y="76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2" name="Freeform 259">
                <a:extLst>
                  <a:ext uri="{FF2B5EF4-FFF2-40B4-BE49-F238E27FC236}">
                    <a16:creationId xmlns:a16="http://schemas.microsoft.com/office/drawing/2014/main" id="{BB49C3A0-9F3E-4996-ADCF-BB2D2D51D2B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46" y="7779"/>
                <a:ext cx="9" cy="9"/>
              </a:xfrm>
              <a:custGeom>
                <a:avLst/>
                <a:gdLst>
                  <a:gd name="T0" fmla="*/ 8 w 12"/>
                  <a:gd name="T1" fmla="*/ 12 h 12"/>
                  <a:gd name="T2" fmla="*/ 12 w 12"/>
                  <a:gd name="T3" fmla="*/ 6 h 12"/>
                  <a:gd name="T4" fmla="*/ 6 w 12"/>
                  <a:gd name="T5" fmla="*/ 0 h 12"/>
                  <a:gd name="T6" fmla="*/ 0 w 12"/>
                  <a:gd name="T7" fmla="*/ 6 h 12"/>
                  <a:gd name="T8" fmla="*/ 0 w 12"/>
                  <a:gd name="T9" fmla="*/ 6 h 12"/>
                  <a:gd name="T10" fmla="*/ 8 w 1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3" name="Oval 260">
                <a:extLst>
                  <a:ext uri="{FF2B5EF4-FFF2-40B4-BE49-F238E27FC236}">
                    <a16:creationId xmlns:a16="http://schemas.microsoft.com/office/drawing/2014/main" id="{4F86403F-C89F-479F-8068-8A8060FD21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1" y="769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4" name="Oval 261">
                <a:extLst>
                  <a:ext uri="{FF2B5EF4-FFF2-40B4-BE49-F238E27FC236}">
                    <a16:creationId xmlns:a16="http://schemas.microsoft.com/office/drawing/2014/main" id="{231B87A0-5641-4297-8899-72C50575ECC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1" y="779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5" name="Oval 262">
                <a:extLst>
                  <a:ext uri="{FF2B5EF4-FFF2-40B4-BE49-F238E27FC236}">
                    <a16:creationId xmlns:a16="http://schemas.microsoft.com/office/drawing/2014/main" id="{AF404802-0312-4C67-847B-E8FC76E4C22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9" y="778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6" name="Oval 263">
                <a:extLst>
                  <a:ext uri="{FF2B5EF4-FFF2-40B4-BE49-F238E27FC236}">
                    <a16:creationId xmlns:a16="http://schemas.microsoft.com/office/drawing/2014/main" id="{ACE6997B-EABF-43C8-BDF1-D8BF39CFF31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8" y="762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7" name="Oval 264">
                <a:extLst>
                  <a:ext uri="{FF2B5EF4-FFF2-40B4-BE49-F238E27FC236}">
                    <a16:creationId xmlns:a16="http://schemas.microsoft.com/office/drawing/2014/main" id="{0948DDC4-8E86-49C1-8918-71A1392DEF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6" y="75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8" name="Freeform 265">
                <a:extLst>
                  <a:ext uri="{FF2B5EF4-FFF2-40B4-BE49-F238E27FC236}">
                    <a16:creationId xmlns:a16="http://schemas.microsoft.com/office/drawing/2014/main" id="{916CD41C-6ECD-4301-BC5A-89C16B0E2FC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69" y="7794"/>
                <a:ext cx="8" cy="9"/>
              </a:xfrm>
              <a:custGeom>
                <a:avLst/>
                <a:gdLst>
                  <a:gd name="T0" fmla="*/ 11 w 11"/>
                  <a:gd name="T1" fmla="*/ 6 h 11"/>
                  <a:gd name="T2" fmla="*/ 5 w 11"/>
                  <a:gd name="T3" fmla="*/ 0 h 11"/>
                  <a:gd name="T4" fmla="*/ 0 w 11"/>
                  <a:gd name="T5" fmla="*/ 6 h 11"/>
                  <a:gd name="T6" fmla="*/ 9 w 11"/>
                  <a:gd name="T7" fmla="*/ 11 h 11"/>
                  <a:gd name="T8" fmla="*/ 11 w 11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0" y="9"/>
                      <a:pt x="11" y="8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9" name="Oval 266">
                <a:extLst>
                  <a:ext uri="{FF2B5EF4-FFF2-40B4-BE49-F238E27FC236}">
                    <a16:creationId xmlns:a16="http://schemas.microsoft.com/office/drawing/2014/main" id="{A01A3D15-27AA-432C-8335-05F77682478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0" name="Oval 267">
                <a:extLst>
                  <a:ext uri="{FF2B5EF4-FFF2-40B4-BE49-F238E27FC236}">
                    <a16:creationId xmlns:a16="http://schemas.microsoft.com/office/drawing/2014/main" id="{61A758D1-131E-492B-B87D-6459A824E1D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75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1" name="Oval 268">
                <a:extLst>
                  <a:ext uri="{FF2B5EF4-FFF2-40B4-BE49-F238E27FC236}">
                    <a16:creationId xmlns:a16="http://schemas.microsoft.com/office/drawing/2014/main" id="{8D9AC02E-81A1-4A59-9B6B-213B2431227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55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2" name="Oval 269">
                <a:extLst>
                  <a:ext uri="{FF2B5EF4-FFF2-40B4-BE49-F238E27FC236}">
                    <a16:creationId xmlns:a16="http://schemas.microsoft.com/office/drawing/2014/main" id="{902D4827-3E67-4FF5-95F4-7CDD4C91A9F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7" y="77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3" name="Oval 270">
                <a:extLst>
                  <a:ext uri="{FF2B5EF4-FFF2-40B4-BE49-F238E27FC236}">
                    <a16:creationId xmlns:a16="http://schemas.microsoft.com/office/drawing/2014/main" id="{59A46C0D-713C-41B0-AD91-0F8E6E625F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3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4" name="Oval 271">
                <a:extLst>
                  <a:ext uri="{FF2B5EF4-FFF2-40B4-BE49-F238E27FC236}">
                    <a16:creationId xmlns:a16="http://schemas.microsoft.com/office/drawing/2014/main" id="{CD2707E9-FF2F-4494-AC73-753E8337672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5" y="77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5" name="Oval 272">
                <a:extLst>
                  <a:ext uri="{FF2B5EF4-FFF2-40B4-BE49-F238E27FC236}">
                    <a16:creationId xmlns:a16="http://schemas.microsoft.com/office/drawing/2014/main" id="{1B50DBBA-C8DE-4929-9DEE-DCD06DF2F38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8" y="765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6" name="Oval 273">
                <a:extLst>
                  <a:ext uri="{FF2B5EF4-FFF2-40B4-BE49-F238E27FC236}">
                    <a16:creationId xmlns:a16="http://schemas.microsoft.com/office/drawing/2014/main" id="{C5465F69-B226-4385-99B6-3B13BFA9D2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7" y="77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7" name="Oval 274">
                <a:extLst>
                  <a:ext uri="{FF2B5EF4-FFF2-40B4-BE49-F238E27FC236}">
                    <a16:creationId xmlns:a16="http://schemas.microsoft.com/office/drawing/2014/main" id="{CF493FD3-770A-4AEC-BA08-27A719D452C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0" y="780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8" name="Oval 275">
                <a:extLst>
                  <a:ext uri="{FF2B5EF4-FFF2-40B4-BE49-F238E27FC236}">
                    <a16:creationId xmlns:a16="http://schemas.microsoft.com/office/drawing/2014/main" id="{1E298DA0-31DC-4568-B02A-137BF6F690C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2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9" name="Oval 276">
                <a:extLst>
                  <a:ext uri="{FF2B5EF4-FFF2-40B4-BE49-F238E27FC236}">
                    <a16:creationId xmlns:a16="http://schemas.microsoft.com/office/drawing/2014/main" id="{8995B24A-8857-4713-8B69-E126BD8086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8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0" name="Oval 277">
                <a:extLst>
                  <a:ext uri="{FF2B5EF4-FFF2-40B4-BE49-F238E27FC236}">
                    <a16:creationId xmlns:a16="http://schemas.microsoft.com/office/drawing/2014/main" id="{5695BA6A-2EFA-4957-A78F-5C55E10B6AF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1" name="Oval 278">
                <a:extLst>
                  <a:ext uri="{FF2B5EF4-FFF2-40B4-BE49-F238E27FC236}">
                    <a16:creationId xmlns:a16="http://schemas.microsoft.com/office/drawing/2014/main" id="{7C37C428-B0E6-4829-8DAE-AAC62971A5D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2" name="Oval 279">
                <a:extLst>
                  <a:ext uri="{FF2B5EF4-FFF2-40B4-BE49-F238E27FC236}">
                    <a16:creationId xmlns:a16="http://schemas.microsoft.com/office/drawing/2014/main" id="{F40B9CF1-77DC-4DB5-B454-3EED509929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5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3" name="Oval 280">
                <a:extLst>
                  <a:ext uri="{FF2B5EF4-FFF2-40B4-BE49-F238E27FC236}">
                    <a16:creationId xmlns:a16="http://schemas.microsoft.com/office/drawing/2014/main" id="{B1F89ABF-035C-428D-A6DB-72A7A5D315F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3" y="760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4" name="Freeform 281">
                <a:extLst>
                  <a:ext uri="{FF2B5EF4-FFF2-40B4-BE49-F238E27FC236}">
                    <a16:creationId xmlns:a16="http://schemas.microsoft.com/office/drawing/2014/main" id="{C89993DF-42D8-40AD-A34D-AE6C38A40E7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91" y="7700"/>
                <a:ext cx="5" cy="8"/>
              </a:xfrm>
              <a:custGeom>
                <a:avLst/>
                <a:gdLst>
                  <a:gd name="T0" fmla="*/ 7 w 7"/>
                  <a:gd name="T1" fmla="*/ 6 h 11"/>
                  <a:gd name="T2" fmla="*/ 2 w 7"/>
                  <a:gd name="T3" fmla="*/ 0 h 11"/>
                  <a:gd name="T4" fmla="*/ 0 w 7"/>
                  <a:gd name="T5" fmla="*/ 1 h 11"/>
                  <a:gd name="T6" fmla="*/ 3 w 7"/>
                  <a:gd name="T7" fmla="*/ 11 h 11"/>
                  <a:gd name="T8" fmla="*/ 7 w 7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6"/>
                    </a:moveTo>
                    <a:cubicBezTo>
                      <a:pt x="7" y="3"/>
                      <a:pt x="5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6" y="11"/>
                      <a:pt x="7" y="9"/>
                      <a:pt x="7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5" name="Oval 282">
                <a:extLst>
                  <a:ext uri="{FF2B5EF4-FFF2-40B4-BE49-F238E27FC236}">
                    <a16:creationId xmlns:a16="http://schemas.microsoft.com/office/drawing/2014/main" id="{7181CFD7-DB00-40CC-A4D5-2FA47D01595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6" name="Oval 283">
                <a:extLst>
                  <a:ext uri="{FF2B5EF4-FFF2-40B4-BE49-F238E27FC236}">
                    <a16:creationId xmlns:a16="http://schemas.microsoft.com/office/drawing/2014/main" id="{8580E4B9-D69C-4008-97EC-E81106B5768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8" y="775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7" name="Oval 284">
                <a:extLst>
                  <a:ext uri="{FF2B5EF4-FFF2-40B4-BE49-F238E27FC236}">
                    <a16:creationId xmlns:a16="http://schemas.microsoft.com/office/drawing/2014/main" id="{984FDB93-8426-427E-99C9-8901FCE7A87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2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8" name="Oval 285">
                <a:extLst>
                  <a:ext uri="{FF2B5EF4-FFF2-40B4-BE49-F238E27FC236}">
                    <a16:creationId xmlns:a16="http://schemas.microsoft.com/office/drawing/2014/main" id="{D3454147-3E2D-4B97-AC9F-EF4806A5DD9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70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9" name="Oval 286">
                <a:extLst>
                  <a:ext uri="{FF2B5EF4-FFF2-40B4-BE49-F238E27FC236}">
                    <a16:creationId xmlns:a16="http://schemas.microsoft.com/office/drawing/2014/main" id="{F19F2531-0A2F-4F4B-92BE-1E2B1FE1E3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4" y="75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0" name="Freeform 287">
                <a:extLst>
                  <a:ext uri="{FF2B5EF4-FFF2-40B4-BE49-F238E27FC236}">
                    <a16:creationId xmlns:a16="http://schemas.microsoft.com/office/drawing/2014/main" id="{2C65B7D5-0D96-4F95-A88F-357EAD657CE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0" y="7802"/>
                <a:ext cx="9" cy="7"/>
              </a:xfrm>
              <a:custGeom>
                <a:avLst/>
                <a:gdLst>
                  <a:gd name="T0" fmla="*/ 12 w 12"/>
                  <a:gd name="T1" fmla="*/ 6 h 10"/>
                  <a:gd name="T2" fmla="*/ 12 w 12"/>
                  <a:gd name="T3" fmla="*/ 6 h 10"/>
                  <a:gd name="T4" fmla="*/ 6 w 12"/>
                  <a:gd name="T5" fmla="*/ 0 h 10"/>
                  <a:gd name="T6" fmla="*/ 0 w 12"/>
                  <a:gd name="T7" fmla="*/ 6 h 10"/>
                  <a:gd name="T8" fmla="*/ 2 w 12"/>
                  <a:gd name="T9" fmla="*/ 10 h 10"/>
                  <a:gd name="T10" fmla="*/ 12 w 12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5" y="9"/>
                      <a:pt x="9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1" name="Oval 288">
                <a:extLst>
                  <a:ext uri="{FF2B5EF4-FFF2-40B4-BE49-F238E27FC236}">
                    <a16:creationId xmlns:a16="http://schemas.microsoft.com/office/drawing/2014/main" id="{0A55E65E-6FC9-4E68-8055-50927C09E2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8" y="761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2" name="Oval 289">
                <a:extLst>
                  <a:ext uri="{FF2B5EF4-FFF2-40B4-BE49-F238E27FC236}">
                    <a16:creationId xmlns:a16="http://schemas.microsoft.com/office/drawing/2014/main" id="{35FD5CDC-91C2-49A7-B46D-A93F2485B87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3" y="773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3" name="Oval 290">
                <a:extLst>
                  <a:ext uri="{FF2B5EF4-FFF2-40B4-BE49-F238E27FC236}">
                    <a16:creationId xmlns:a16="http://schemas.microsoft.com/office/drawing/2014/main" id="{3483DA54-9312-48C0-8D7B-B36FBDD1FC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2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4" name="Oval 291">
                <a:extLst>
                  <a:ext uri="{FF2B5EF4-FFF2-40B4-BE49-F238E27FC236}">
                    <a16:creationId xmlns:a16="http://schemas.microsoft.com/office/drawing/2014/main" id="{958A9CFB-3E6B-4911-AD20-BB118BF3FAD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4" y="766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5" name="Oval 292">
                <a:extLst>
                  <a:ext uri="{FF2B5EF4-FFF2-40B4-BE49-F238E27FC236}">
                    <a16:creationId xmlns:a16="http://schemas.microsoft.com/office/drawing/2014/main" id="{41736640-FC2D-4634-B9DC-DF652F05628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5" y="774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6" name="Oval 293">
                <a:extLst>
                  <a:ext uri="{FF2B5EF4-FFF2-40B4-BE49-F238E27FC236}">
                    <a16:creationId xmlns:a16="http://schemas.microsoft.com/office/drawing/2014/main" id="{B6F69BCA-413B-4136-BC4E-8A47561166A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52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7" name="Oval 294">
                <a:extLst>
                  <a:ext uri="{FF2B5EF4-FFF2-40B4-BE49-F238E27FC236}">
                    <a16:creationId xmlns:a16="http://schemas.microsoft.com/office/drawing/2014/main" id="{2BC19BF7-891D-4167-BC67-4BB2458C94E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2" y="757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8" name="Oval 295">
                <a:extLst>
                  <a:ext uri="{FF2B5EF4-FFF2-40B4-BE49-F238E27FC236}">
                    <a16:creationId xmlns:a16="http://schemas.microsoft.com/office/drawing/2014/main" id="{349DBD75-89DF-4C9D-8B83-B8A378CDB24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2" y="771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9" name="Oval 296">
                <a:extLst>
                  <a:ext uri="{FF2B5EF4-FFF2-40B4-BE49-F238E27FC236}">
                    <a16:creationId xmlns:a16="http://schemas.microsoft.com/office/drawing/2014/main" id="{7D9E6908-6BB5-4ECA-BF3C-D3B81A07CD2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2" y="76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0" name="Oval 297">
                <a:extLst>
                  <a:ext uri="{FF2B5EF4-FFF2-40B4-BE49-F238E27FC236}">
                    <a16:creationId xmlns:a16="http://schemas.microsoft.com/office/drawing/2014/main" id="{2167BEAE-32B8-49E2-9F1D-82EE0FF10EF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0" y="76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1" name="Oval 298">
                <a:extLst>
                  <a:ext uri="{FF2B5EF4-FFF2-40B4-BE49-F238E27FC236}">
                    <a16:creationId xmlns:a16="http://schemas.microsoft.com/office/drawing/2014/main" id="{1A356EA5-2FCD-42FF-B929-5BF336E432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5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2" name="Oval 299">
                <a:extLst>
                  <a:ext uri="{FF2B5EF4-FFF2-40B4-BE49-F238E27FC236}">
                    <a16:creationId xmlns:a16="http://schemas.microsoft.com/office/drawing/2014/main" id="{24A1CB14-70F4-476D-8AAC-1DEE3DEA528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2" y="767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3" name="Oval 300">
                <a:extLst>
                  <a:ext uri="{FF2B5EF4-FFF2-40B4-BE49-F238E27FC236}">
                    <a16:creationId xmlns:a16="http://schemas.microsoft.com/office/drawing/2014/main" id="{09DEE788-90BB-404D-8DA6-EB2648C2144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8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4" name="Oval 301">
                <a:extLst>
                  <a:ext uri="{FF2B5EF4-FFF2-40B4-BE49-F238E27FC236}">
                    <a16:creationId xmlns:a16="http://schemas.microsoft.com/office/drawing/2014/main" id="{661503D1-D39C-4241-9C3D-A9B77F709FD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5" name="Oval 302">
                <a:extLst>
                  <a:ext uri="{FF2B5EF4-FFF2-40B4-BE49-F238E27FC236}">
                    <a16:creationId xmlns:a16="http://schemas.microsoft.com/office/drawing/2014/main" id="{9041DDDF-1E86-4128-9DA9-3C3DB3385E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0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6" name="Oval 303">
                <a:extLst>
                  <a:ext uri="{FF2B5EF4-FFF2-40B4-BE49-F238E27FC236}">
                    <a16:creationId xmlns:a16="http://schemas.microsoft.com/office/drawing/2014/main" id="{FFDED71B-A5E1-4E3C-AD2B-0C8D7CC13F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9" y="757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7" name="Oval 304">
                <a:extLst>
                  <a:ext uri="{FF2B5EF4-FFF2-40B4-BE49-F238E27FC236}">
                    <a16:creationId xmlns:a16="http://schemas.microsoft.com/office/drawing/2014/main" id="{CD2127FC-27FF-498C-BA34-9509C732003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75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8" name="Oval 305">
                <a:extLst>
                  <a:ext uri="{FF2B5EF4-FFF2-40B4-BE49-F238E27FC236}">
                    <a16:creationId xmlns:a16="http://schemas.microsoft.com/office/drawing/2014/main" id="{44524612-2948-4B26-BBF5-D0C5BDDA47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4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9" name="Oval 306">
                <a:extLst>
                  <a:ext uri="{FF2B5EF4-FFF2-40B4-BE49-F238E27FC236}">
                    <a16:creationId xmlns:a16="http://schemas.microsoft.com/office/drawing/2014/main" id="{1DC96F8E-7BBE-4792-97F1-4BFCDB3CA15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6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0" name="Oval 307">
                <a:extLst>
                  <a:ext uri="{FF2B5EF4-FFF2-40B4-BE49-F238E27FC236}">
                    <a16:creationId xmlns:a16="http://schemas.microsoft.com/office/drawing/2014/main" id="{89931256-C16A-4E91-94A5-285C16875B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8" y="778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1" name="Oval 308">
                <a:extLst>
                  <a:ext uri="{FF2B5EF4-FFF2-40B4-BE49-F238E27FC236}">
                    <a16:creationId xmlns:a16="http://schemas.microsoft.com/office/drawing/2014/main" id="{0AD8F644-354C-4CD9-8EF6-021EAFCD555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7" y="76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2" name="Oval 309">
                <a:extLst>
                  <a:ext uri="{FF2B5EF4-FFF2-40B4-BE49-F238E27FC236}">
                    <a16:creationId xmlns:a16="http://schemas.microsoft.com/office/drawing/2014/main" id="{1A2DF085-37DC-4096-878C-8FBC93EAC6C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7" y="756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3" name="Oval 310">
                <a:extLst>
                  <a:ext uri="{FF2B5EF4-FFF2-40B4-BE49-F238E27FC236}">
                    <a16:creationId xmlns:a16="http://schemas.microsoft.com/office/drawing/2014/main" id="{848DF819-EAF1-4547-8201-0CF935FCE54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7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4" name="Oval 311">
                <a:extLst>
                  <a:ext uri="{FF2B5EF4-FFF2-40B4-BE49-F238E27FC236}">
                    <a16:creationId xmlns:a16="http://schemas.microsoft.com/office/drawing/2014/main" id="{048CE137-85A4-44C5-9351-BE340DE2C0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5" name="Oval 312">
                <a:extLst>
                  <a:ext uri="{FF2B5EF4-FFF2-40B4-BE49-F238E27FC236}">
                    <a16:creationId xmlns:a16="http://schemas.microsoft.com/office/drawing/2014/main" id="{4D1ABC1E-4413-4A2F-9647-7F83A08A53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9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6" name="Oval 313">
                <a:extLst>
                  <a:ext uri="{FF2B5EF4-FFF2-40B4-BE49-F238E27FC236}">
                    <a16:creationId xmlns:a16="http://schemas.microsoft.com/office/drawing/2014/main" id="{DE183882-F0DB-4395-AE0A-E2C57879C8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0" y="76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7" name="Oval 314">
                <a:extLst>
                  <a:ext uri="{FF2B5EF4-FFF2-40B4-BE49-F238E27FC236}">
                    <a16:creationId xmlns:a16="http://schemas.microsoft.com/office/drawing/2014/main" id="{EFB8AFF6-53E7-4355-8198-085DF779F07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5" y="768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8" name="Oval 315">
                <a:extLst>
                  <a:ext uri="{FF2B5EF4-FFF2-40B4-BE49-F238E27FC236}">
                    <a16:creationId xmlns:a16="http://schemas.microsoft.com/office/drawing/2014/main" id="{9FE9A79C-EDFB-4985-97CC-D763D68C69B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9" name="Oval 316">
                <a:extLst>
                  <a:ext uri="{FF2B5EF4-FFF2-40B4-BE49-F238E27FC236}">
                    <a16:creationId xmlns:a16="http://schemas.microsoft.com/office/drawing/2014/main" id="{843EF111-5693-4780-B7D2-8378AF919F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0" name="Oval 317">
                <a:extLst>
                  <a:ext uri="{FF2B5EF4-FFF2-40B4-BE49-F238E27FC236}">
                    <a16:creationId xmlns:a16="http://schemas.microsoft.com/office/drawing/2014/main" id="{7E508ED7-40FC-49A8-9BD5-69F1883579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1" name="Freeform 318">
                <a:extLst>
                  <a:ext uri="{FF2B5EF4-FFF2-40B4-BE49-F238E27FC236}">
                    <a16:creationId xmlns:a16="http://schemas.microsoft.com/office/drawing/2014/main" id="{C8FDDC42-E379-472E-AA4E-CE59B619C7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3" y="7797"/>
                <a:ext cx="8" cy="7"/>
              </a:xfrm>
              <a:custGeom>
                <a:avLst/>
                <a:gdLst>
                  <a:gd name="T0" fmla="*/ 11 w 11"/>
                  <a:gd name="T1" fmla="*/ 4 h 9"/>
                  <a:gd name="T2" fmla="*/ 6 w 11"/>
                  <a:gd name="T3" fmla="*/ 0 h 9"/>
                  <a:gd name="T4" fmla="*/ 0 w 11"/>
                  <a:gd name="T5" fmla="*/ 6 h 9"/>
                  <a:gd name="T6" fmla="*/ 1 w 11"/>
                  <a:gd name="T7" fmla="*/ 9 h 9"/>
                  <a:gd name="T8" fmla="*/ 11 w 11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2"/>
                      <a:pt x="8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7"/>
                      <a:pt x="8" y="6"/>
                      <a:pt x="1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2" name="Oval 319">
                <a:extLst>
                  <a:ext uri="{FF2B5EF4-FFF2-40B4-BE49-F238E27FC236}">
                    <a16:creationId xmlns:a16="http://schemas.microsoft.com/office/drawing/2014/main" id="{463E1B9D-6DA3-4C96-9820-08A4D6DE4D9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63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3" name="Oval 320">
                <a:extLst>
                  <a:ext uri="{FF2B5EF4-FFF2-40B4-BE49-F238E27FC236}">
                    <a16:creationId xmlns:a16="http://schemas.microsoft.com/office/drawing/2014/main" id="{BB94431A-93CD-402E-9E8A-5E6B28A5183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4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4" name="Oval 321">
                <a:extLst>
                  <a:ext uri="{FF2B5EF4-FFF2-40B4-BE49-F238E27FC236}">
                    <a16:creationId xmlns:a16="http://schemas.microsoft.com/office/drawing/2014/main" id="{99EACBCC-2FE1-469C-B7CC-11E1635B2A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3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5" name="Freeform 322">
                <a:extLst>
                  <a:ext uri="{FF2B5EF4-FFF2-40B4-BE49-F238E27FC236}">
                    <a16:creationId xmlns:a16="http://schemas.microsoft.com/office/drawing/2014/main" id="{214F1E4F-4553-4BCD-8296-128FCBE0107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6" y="7810"/>
                <a:ext cx="8" cy="7"/>
              </a:xfrm>
              <a:custGeom>
                <a:avLst/>
                <a:gdLst>
                  <a:gd name="T0" fmla="*/ 11 w 11"/>
                  <a:gd name="T1" fmla="*/ 6 h 9"/>
                  <a:gd name="T2" fmla="*/ 11 w 11"/>
                  <a:gd name="T3" fmla="*/ 6 h 9"/>
                  <a:gd name="T4" fmla="*/ 5 w 11"/>
                  <a:gd name="T5" fmla="*/ 0 h 9"/>
                  <a:gd name="T6" fmla="*/ 0 w 11"/>
                  <a:gd name="T7" fmla="*/ 6 h 9"/>
                  <a:gd name="T8" fmla="*/ 1 w 11"/>
                  <a:gd name="T9" fmla="*/ 9 h 9"/>
                  <a:gd name="T10" fmla="*/ 11 w 11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8"/>
                      <a:pt x="8" y="7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6" name="Oval 323">
                <a:extLst>
                  <a:ext uri="{FF2B5EF4-FFF2-40B4-BE49-F238E27FC236}">
                    <a16:creationId xmlns:a16="http://schemas.microsoft.com/office/drawing/2014/main" id="{FADA57E3-6321-4BA2-9452-A8171F38C98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2" y="769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7" name="Oval 324">
                <a:extLst>
                  <a:ext uri="{FF2B5EF4-FFF2-40B4-BE49-F238E27FC236}">
                    <a16:creationId xmlns:a16="http://schemas.microsoft.com/office/drawing/2014/main" id="{6CBA7351-6506-49FB-BEE1-4579F1ABDCF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8" name="Freeform 325">
                <a:extLst>
                  <a:ext uri="{FF2B5EF4-FFF2-40B4-BE49-F238E27FC236}">
                    <a16:creationId xmlns:a16="http://schemas.microsoft.com/office/drawing/2014/main" id="{DE6644A3-67DB-47BD-9173-F50EB4491F7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27" y="7764"/>
                <a:ext cx="7" cy="7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2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3"/>
                      <a:pt x="7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9" name="Oval 326">
                <a:extLst>
                  <a:ext uri="{FF2B5EF4-FFF2-40B4-BE49-F238E27FC236}">
                    <a16:creationId xmlns:a16="http://schemas.microsoft.com/office/drawing/2014/main" id="{92835AD1-6002-4091-9BE1-720A56B9B3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0" name="Oval 327">
                <a:extLst>
                  <a:ext uri="{FF2B5EF4-FFF2-40B4-BE49-F238E27FC236}">
                    <a16:creationId xmlns:a16="http://schemas.microsoft.com/office/drawing/2014/main" id="{A9DFFC90-7CB5-4F8A-BA23-903CB4284F8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9" y="769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1" name="Freeform 328">
                <a:extLst>
                  <a:ext uri="{FF2B5EF4-FFF2-40B4-BE49-F238E27FC236}">
                    <a16:creationId xmlns:a16="http://schemas.microsoft.com/office/drawing/2014/main" id="{C040FDF2-45A7-4F0F-900D-025EB819B7A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36" y="7770"/>
                <a:ext cx="8" cy="9"/>
              </a:xfrm>
              <a:custGeom>
                <a:avLst/>
                <a:gdLst>
                  <a:gd name="T0" fmla="*/ 12 w 12"/>
                  <a:gd name="T1" fmla="*/ 6 h 11"/>
                  <a:gd name="T2" fmla="*/ 6 w 12"/>
                  <a:gd name="T3" fmla="*/ 0 h 11"/>
                  <a:gd name="T4" fmla="*/ 0 w 12"/>
                  <a:gd name="T5" fmla="*/ 5 h 11"/>
                  <a:gd name="T6" fmla="*/ 7 w 12"/>
                  <a:gd name="T7" fmla="*/ 11 h 11"/>
                  <a:gd name="T8" fmla="*/ 12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3" y="7"/>
                      <a:pt x="5" y="9"/>
                      <a:pt x="7" y="11"/>
                    </a:cubicBezTo>
                    <a:cubicBezTo>
                      <a:pt x="10" y="10"/>
                      <a:pt x="12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2" name="Oval 329">
                <a:extLst>
                  <a:ext uri="{FF2B5EF4-FFF2-40B4-BE49-F238E27FC236}">
                    <a16:creationId xmlns:a16="http://schemas.microsoft.com/office/drawing/2014/main" id="{F521857E-D1A0-481B-9736-7CE4602C660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2" y="768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3" name="Oval 330">
                <a:extLst>
                  <a:ext uri="{FF2B5EF4-FFF2-40B4-BE49-F238E27FC236}">
                    <a16:creationId xmlns:a16="http://schemas.microsoft.com/office/drawing/2014/main" id="{DAA71EAB-E218-46EA-9015-95F30EEC3D1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3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4" name="Oval 331">
                <a:extLst>
                  <a:ext uri="{FF2B5EF4-FFF2-40B4-BE49-F238E27FC236}">
                    <a16:creationId xmlns:a16="http://schemas.microsoft.com/office/drawing/2014/main" id="{210DC5A7-3EA6-4E61-B308-A0C0D53829A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5" y="776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5" name="Oval 332">
                <a:extLst>
                  <a:ext uri="{FF2B5EF4-FFF2-40B4-BE49-F238E27FC236}">
                    <a16:creationId xmlns:a16="http://schemas.microsoft.com/office/drawing/2014/main" id="{AAE9B6B2-69A1-43FF-9A68-5B15C548AC6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3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6" name="Oval 333">
                <a:extLst>
                  <a:ext uri="{FF2B5EF4-FFF2-40B4-BE49-F238E27FC236}">
                    <a16:creationId xmlns:a16="http://schemas.microsoft.com/office/drawing/2014/main" id="{3F78DB5B-05E3-4E6E-B3D9-93C941DD5D3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6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7" name="Oval 334">
                <a:extLst>
                  <a:ext uri="{FF2B5EF4-FFF2-40B4-BE49-F238E27FC236}">
                    <a16:creationId xmlns:a16="http://schemas.microsoft.com/office/drawing/2014/main" id="{E05CB1A8-B7E4-4F87-80AC-6A69BA4117E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5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8" name="Oval 335">
                <a:extLst>
                  <a:ext uri="{FF2B5EF4-FFF2-40B4-BE49-F238E27FC236}">
                    <a16:creationId xmlns:a16="http://schemas.microsoft.com/office/drawing/2014/main" id="{485CFAFE-3EF4-4D5A-804C-174D81128BF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9" name="Oval 336">
                <a:extLst>
                  <a:ext uri="{FF2B5EF4-FFF2-40B4-BE49-F238E27FC236}">
                    <a16:creationId xmlns:a16="http://schemas.microsoft.com/office/drawing/2014/main" id="{B99DC688-8AD2-40CA-A89C-6E6880AA91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2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0" name="Oval 337">
                <a:extLst>
                  <a:ext uri="{FF2B5EF4-FFF2-40B4-BE49-F238E27FC236}">
                    <a16:creationId xmlns:a16="http://schemas.microsoft.com/office/drawing/2014/main" id="{EEF7C130-29BE-4A5A-8B76-91CF07BDE4A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2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1" name="Oval 338">
                <a:extLst>
                  <a:ext uri="{FF2B5EF4-FFF2-40B4-BE49-F238E27FC236}">
                    <a16:creationId xmlns:a16="http://schemas.microsoft.com/office/drawing/2014/main" id="{01E067B7-40B6-485F-9D84-DE2927377D0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5" y="75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2" name="Freeform 339">
                <a:extLst>
                  <a:ext uri="{FF2B5EF4-FFF2-40B4-BE49-F238E27FC236}">
                    <a16:creationId xmlns:a16="http://schemas.microsoft.com/office/drawing/2014/main" id="{82CDF273-8094-4F24-B7A1-5B68D05F974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7" y="7685"/>
                <a:ext cx="8" cy="9"/>
              </a:xfrm>
              <a:custGeom>
                <a:avLst/>
                <a:gdLst>
                  <a:gd name="T0" fmla="*/ 10 w 10"/>
                  <a:gd name="T1" fmla="*/ 5 h 11"/>
                  <a:gd name="T2" fmla="*/ 4 w 10"/>
                  <a:gd name="T3" fmla="*/ 0 h 11"/>
                  <a:gd name="T4" fmla="*/ 0 w 10"/>
                  <a:gd name="T5" fmla="*/ 1 h 11"/>
                  <a:gd name="T6" fmla="*/ 3 w 10"/>
                  <a:gd name="T7" fmla="*/ 11 h 11"/>
                  <a:gd name="T8" fmla="*/ 4 w 10"/>
                  <a:gd name="T9" fmla="*/ 11 h 11"/>
                  <a:gd name="T10" fmla="*/ 10 w 10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5"/>
                    </a:moveTo>
                    <a:cubicBezTo>
                      <a:pt x="10" y="2"/>
                      <a:pt x="7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7" y="11"/>
                      <a:pt x="10" y="9"/>
                      <a:pt x="1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3" name="Oval 340">
                <a:extLst>
                  <a:ext uri="{FF2B5EF4-FFF2-40B4-BE49-F238E27FC236}">
                    <a16:creationId xmlns:a16="http://schemas.microsoft.com/office/drawing/2014/main" id="{A0F2DCBD-2B90-426C-815D-3F511EDB25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803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4" name="Oval 341">
                <a:extLst>
                  <a:ext uri="{FF2B5EF4-FFF2-40B4-BE49-F238E27FC236}">
                    <a16:creationId xmlns:a16="http://schemas.microsoft.com/office/drawing/2014/main" id="{AC5D04BD-90D4-4CE9-B862-5703A18C70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5" y="765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5" name="Freeform 342">
                <a:extLst>
                  <a:ext uri="{FF2B5EF4-FFF2-40B4-BE49-F238E27FC236}">
                    <a16:creationId xmlns:a16="http://schemas.microsoft.com/office/drawing/2014/main" id="{4F059611-46C1-47A2-9632-601366D1F50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1" y="7815"/>
                <a:ext cx="9" cy="5"/>
              </a:xfrm>
              <a:custGeom>
                <a:avLst/>
                <a:gdLst>
                  <a:gd name="T0" fmla="*/ 12 w 12"/>
                  <a:gd name="T1" fmla="*/ 6 h 7"/>
                  <a:gd name="T2" fmla="*/ 6 w 12"/>
                  <a:gd name="T3" fmla="*/ 0 h 7"/>
                  <a:gd name="T4" fmla="*/ 0 w 12"/>
                  <a:gd name="T5" fmla="*/ 6 h 7"/>
                  <a:gd name="T6" fmla="*/ 0 w 12"/>
                  <a:gd name="T7" fmla="*/ 7 h 7"/>
                  <a:gd name="T8" fmla="*/ 12 w 12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4" y="6"/>
                      <a:pt x="8" y="6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6" name="Freeform 343">
                <a:extLst>
                  <a:ext uri="{FF2B5EF4-FFF2-40B4-BE49-F238E27FC236}">
                    <a16:creationId xmlns:a16="http://schemas.microsoft.com/office/drawing/2014/main" id="{6D54EDC0-4D8D-442E-A3DB-FA80CE6B73E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95" y="7718"/>
                <a:ext cx="8" cy="9"/>
              </a:xfrm>
              <a:custGeom>
                <a:avLst/>
                <a:gdLst>
                  <a:gd name="T0" fmla="*/ 6 w 11"/>
                  <a:gd name="T1" fmla="*/ 0 h 12"/>
                  <a:gd name="T2" fmla="*/ 0 w 11"/>
                  <a:gd name="T3" fmla="*/ 6 h 12"/>
                  <a:gd name="T4" fmla="*/ 6 w 11"/>
                  <a:gd name="T5" fmla="*/ 12 h 12"/>
                  <a:gd name="T6" fmla="*/ 8 w 11"/>
                  <a:gd name="T7" fmla="*/ 11 h 12"/>
                  <a:gd name="T8" fmla="*/ 11 w 11"/>
                  <a:gd name="T9" fmla="*/ 5 h 12"/>
                  <a:gd name="T10" fmla="*/ 6 w 1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7" y="12"/>
                      <a:pt x="7" y="12"/>
                      <a:pt x="8" y="11"/>
                    </a:cubicBezTo>
                    <a:cubicBezTo>
                      <a:pt x="9" y="9"/>
                      <a:pt x="10" y="7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7" name="Oval 344">
                <a:extLst>
                  <a:ext uri="{FF2B5EF4-FFF2-40B4-BE49-F238E27FC236}">
                    <a16:creationId xmlns:a16="http://schemas.microsoft.com/office/drawing/2014/main" id="{4D1B3D34-C3F7-4160-AEBF-408689B766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67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8" name="Oval 345">
                <a:extLst>
                  <a:ext uri="{FF2B5EF4-FFF2-40B4-BE49-F238E27FC236}">
                    <a16:creationId xmlns:a16="http://schemas.microsoft.com/office/drawing/2014/main" id="{57BB219E-DF10-450E-8FCF-2A02A995D7B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9" name="Oval 346">
                <a:extLst>
                  <a:ext uri="{FF2B5EF4-FFF2-40B4-BE49-F238E27FC236}">
                    <a16:creationId xmlns:a16="http://schemas.microsoft.com/office/drawing/2014/main" id="{99FF4EE5-E5BA-4801-AC45-80D21303C62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9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0" name="Oval 347">
                <a:extLst>
                  <a:ext uri="{FF2B5EF4-FFF2-40B4-BE49-F238E27FC236}">
                    <a16:creationId xmlns:a16="http://schemas.microsoft.com/office/drawing/2014/main" id="{ED6C3249-4778-4136-B8E1-B454E472C1E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3" y="77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1" name="Oval 348">
                <a:extLst>
                  <a:ext uri="{FF2B5EF4-FFF2-40B4-BE49-F238E27FC236}">
                    <a16:creationId xmlns:a16="http://schemas.microsoft.com/office/drawing/2014/main" id="{76E99473-A519-4B6A-9A29-455E3496743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0" y="771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2" name="Oval 349">
                <a:extLst>
                  <a:ext uri="{FF2B5EF4-FFF2-40B4-BE49-F238E27FC236}">
                    <a16:creationId xmlns:a16="http://schemas.microsoft.com/office/drawing/2014/main" id="{1A94D943-95A4-49C8-80C8-9D2E11A7E4C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5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3" name="Oval 350">
                <a:extLst>
                  <a:ext uri="{FF2B5EF4-FFF2-40B4-BE49-F238E27FC236}">
                    <a16:creationId xmlns:a16="http://schemas.microsoft.com/office/drawing/2014/main" id="{357CC38A-CCCC-43F9-8672-5CD69C2CBB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6" y="77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4" name="Oval 351">
                <a:extLst>
                  <a:ext uri="{FF2B5EF4-FFF2-40B4-BE49-F238E27FC236}">
                    <a16:creationId xmlns:a16="http://schemas.microsoft.com/office/drawing/2014/main" id="{238284F7-5763-48BC-85F2-2B669DCEBED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8" y="77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5" name="Oval 352">
                <a:extLst>
                  <a:ext uri="{FF2B5EF4-FFF2-40B4-BE49-F238E27FC236}">
                    <a16:creationId xmlns:a16="http://schemas.microsoft.com/office/drawing/2014/main" id="{123D9178-C2A2-4A80-B4DA-92888FAD141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77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6" name="Freeform 353">
                <a:extLst>
                  <a:ext uri="{FF2B5EF4-FFF2-40B4-BE49-F238E27FC236}">
                    <a16:creationId xmlns:a16="http://schemas.microsoft.com/office/drawing/2014/main" id="{10D0763E-F3AB-4712-936F-FA437CBEE56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36" y="7790"/>
                <a:ext cx="8" cy="7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5 h 9"/>
                  <a:gd name="T4" fmla="*/ 2 w 11"/>
                  <a:gd name="T5" fmla="*/ 9 h 9"/>
                  <a:gd name="T6" fmla="*/ 11 w 11"/>
                  <a:gd name="T7" fmla="*/ 3 h 9"/>
                  <a:gd name="T8" fmla="*/ 6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5" y="7"/>
                      <a:pt x="8" y="6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7" name="Oval 354">
                <a:extLst>
                  <a:ext uri="{FF2B5EF4-FFF2-40B4-BE49-F238E27FC236}">
                    <a16:creationId xmlns:a16="http://schemas.microsoft.com/office/drawing/2014/main" id="{5249C342-9E86-4AE9-A09B-AF730EE2692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7" y="76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8" name="Oval 355">
                <a:extLst>
                  <a:ext uri="{FF2B5EF4-FFF2-40B4-BE49-F238E27FC236}">
                    <a16:creationId xmlns:a16="http://schemas.microsoft.com/office/drawing/2014/main" id="{309A2C3D-6ABF-48AC-B6C6-8AA8991369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7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9" name="Oval 356">
                <a:extLst>
                  <a:ext uri="{FF2B5EF4-FFF2-40B4-BE49-F238E27FC236}">
                    <a16:creationId xmlns:a16="http://schemas.microsoft.com/office/drawing/2014/main" id="{42B64175-8544-4F12-AC78-AC270B5216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4" y="776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0" name="Oval 357">
                <a:extLst>
                  <a:ext uri="{FF2B5EF4-FFF2-40B4-BE49-F238E27FC236}">
                    <a16:creationId xmlns:a16="http://schemas.microsoft.com/office/drawing/2014/main" id="{C3C44D4B-1285-4630-BD26-75AF6C0844F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3" y="76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1" name="Oval 358">
                <a:extLst>
                  <a:ext uri="{FF2B5EF4-FFF2-40B4-BE49-F238E27FC236}">
                    <a16:creationId xmlns:a16="http://schemas.microsoft.com/office/drawing/2014/main" id="{3A0AD28E-9EC7-49B3-A1BA-9CC2E79131F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6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2" name="Oval 359">
                <a:extLst>
                  <a:ext uri="{FF2B5EF4-FFF2-40B4-BE49-F238E27FC236}">
                    <a16:creationId xmlns:a16="http://schemas.microsoft.com/office/drawing/2014/main" id="{5D14F8EE-E842-472A-AD46-186F55031DC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8" y="773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3" name="Oval 360">
                <a:extLst>
                  <a:ext uri="{FF2B5EF4-FFF2-40B4-BE49-F238E27FC236}">
                    <a16:creationId xmlns:a16="http://schemas.microsoft.com/office/drawing/2014/main" id="{CFDE8D72-EC8D-4AD5-A0F5-E2C66A2CD26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64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4" name="Freeform 361">
                <a:extLst>
                  <a:ext uri="{FF2B5EF4-FFF2-40B4-BE49-F238E27FC236}">
                    <a16:creationId xmlns:a16="http://schemas.microsoft.com/office/drawing/2014/main" id="{EB456779-85D4-4E32-B29A-9B16001EABF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3" y="7743"/>
                <a:ext cx="8" cy="9"/>
              </a:xfrm>
              <a:custGeom>
                <a:avLst/>
                <a:gdLst>
                  <a:gd name="T0" fmla="*/ 5 w 11"/>
                  <a:gd name="T1" fmla="*/ 12 h 12"/>
                  <a:gd name="T2" fmla="*/ 11 w 11"/>
                  <a:gd name="T3" fmla="*/ 6 h 12"/>
                  <a:gd name="T4" fmla="*/ 5 w 11"/>
                  <a:gd name="T5" fmla="*/ 0 h 12"/>
                  <a:gd name="T6" fmla="*/ 0 w 11"/>
                  <a:gd name="T7" fmla="*/ 6 h 12"/>
                  <a:gd name="T8" fmla="*/ 4 w 11"/>
                  <a:gd name="T9" fmla="*/ 11 h 12"/>
                  <a:gd name="T10" fmla="*/ 5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8"/>
                      <a:pt x="3" y="10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5" name="Freeform 362">
                <a:extLst>
                  <a:ext uri="{FF2B5EF4-FFF2-40B4-BE49-F238E27FC236}">
                    <a16:creationId xmlns:a16="http://schemas.microsoft.com/office/drawing/2014/main" id="{BE1F4A34-9C15-44FB-869D-F6C21FA2EB2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9" y="7754"/>
                <a:ext cx="7" cy="8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1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2"/>
                      <a:pt x="7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6" name="Oval 363">
                <a:extLst>
                  <a:ext uri="{FF2B5EF4-FFF2-40B4-BE49-F238E27FC236}">
                    <a16:creationId xmlns:a16="http://schemas.microsoft.com/office/drawing/2014/main" id="{9C3DC6CB-B301-4453-BA38-2238B608D31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6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7" name="Oval 364">
                <a:extLst>
                  <a:ext uri="{FF2B5EF4-FFF2-40B4-BE49-F238E27FC236}">
                    <a16:creationId xmlns:a16="http://schemas.microsoft.com/office/drawing/2014/main" id="{EE5A21E8-F724-4E70-B23C-C00C7636CDC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8" name="Oval 365">
                <a:extLst>
                  <a:ext uri="{FF2B5EF4-FFF2-40B4-BE49-F238E27FC236}">
                    <a16:creationId xmlns:a16="http://schemas.microsoft.com/office/drawing/2014/main" id="{60789F67-1FCD-4157-B54A-BF3EC9DB09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7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9" name="Oval 366">
                <a:extLst>
                  <a:ext uri="{FF2B5EF4-FFF2-40B4-BE49-F238E27FC236}">
                    <a16:creationId xmlns:a16="http://schemas.microsoft.com/office/drawing/2014/main" id="{23D07FC1-949D-461B-978E-68B4C399BF7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2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0" name="Oval 367">
                <a:extLst>
                  <a:ext uri="{FF2B5EF4-FFF2-40B4-BE49-F238E27FC236}">
                    <a16:creationId xmlns:a16="http://schemas.microsoft.com/office/drawing/2014/main" id="{8BA099D7-2F61-4B77-BF7F-DD669E720B8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1" name="Oval 368">
                <a:extLst>
                  <a:ext uri="{FF2B5EF4-FFF2-40B4-BE49-F238E27FC236}">
                    <a16:creationId xmlns:a16="http://schemas.microsoft.com/office/drawing/2014/main" id="{029932F0-7806-4938-BAD7-CB1D5E1F59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1" y="76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2" name="Freeform 369">
                <a:extLst>
                  <a:ext uri="{FF2B5EF4-FFF2-40B4-BE49-F238E27FC236}">
                    <a16:creationId xmlns:a16="http://schemas.microsoft.com/office/drawing/2014/main" id="{B88253CB-54E7-4A5E-A2EE-1BF1AF09C79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06" y="7697"/>
                <a:ext cx="6" cy="9"/>
              </a:xfrm>
              <a:custGeom>
                <a:avLst/>
                <a:gdLst>
                  <a:gd name="T0" fmla="*/ 0 w 8"/>
                  <a:gd name="T1" fmla="*/ 6 h 12"/>
                  <a:gd name="T2" fmla="*/ 5 w 8"/>
                  <a:gd name="T3" fmla="*/ 12 h 12"/>
                  <a:gd name="T4" fmla="*/ 8 w 8"/>
                  <a:gd name="T5" fmla="*/ 1 h 12"/>
                  <a:gd name="T6" fmla="*/ 6 w 8"/>
                  <a:gd name="T7" fmla="*/ 0 h 12"/>
                  <a:gd name="T8" fmla="*/ 0 w 8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6"/>
                    </a:moveTo>
                    <a:cubicBezTo>
                      <a:pt x="0" y="9"/>
                      <a:pt x="2" y="11"/>
                      <a:pt x="5" y="12"/>
                    </a:cubicBezTo>
                    <a:cubicBezTo>
                      <a:pt x="6" y="8"/>
                      <a:pt x="7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3" name="Oval 370">
                <a:extLst>
                  <a:ext uri="{FF2B5EF4-FFF2-40B4-BE49-F238E27FC236}">
                    <a16:creationId xmlns:a16="http://schemas.microsoft.com/office/drawing/2014/main" id="{0928B5A2-C697-4800-B826-E67863B696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9" y="773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4" name="Oval 371">
                <a:extLst>
                  <a:ext uri="{FF2B5EF4-FFF2-40B4-BE49-F238E27FC236}">
                    <a16:creationId xmlns:a16="http://schemas.microsoft.com/office/drawing/2014/main" id="{DECDD6A2-7B2C-4DF5-9882-CD058586846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6" y="77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5" name="Oval 372">
                <a:extLst>
                  <a:ext uri="{FF2B5EF4-FFF2-40B4-BE49-F238E27FC236}">
                    <a16:creationId xmlns:a16="http://schemas.microsoft.com/office/drawing/2014/main" id="{36D72148-3A33-42A1-8AE4-81E331D03BE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58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6" name="Oval 373">
                <a:extLst>
                  <a:ext uri="{FF2B5EF4-FFF2-40B4-BE49-F238E27FC236}">
                    <a16:creationId xmlns:a16="http://schemas.microsoft.com/office/drawing/2014/main" id="{93360FB6-B726-4035-9361-B09C4155A7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4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7" name="Oval 374">
                <a:extLst>
                  <a:ext uri="{FF2B5EF4-FFF2-40B4-BE49-F238E27FC236}">
                    <a16:creationId xmlns:a16="http://schemas.microsoft.com/office/drawing/2014/main" id="{9BCAB504-9852-4C05-86CD-5CC38F4BAF4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3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8" name="Oval 375">
                <a:extLst>
                  <a:ext uri="{FF2B5EF4-FFF2-40B4-BE49-F238E27FC236}">
                    <a16:creationId xmlns:a16="http://schemas.microsoft.com/office/drawing/2014/main" id="{D683FE3F-ACD1-4CEF-B88C-E79573C23F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61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9" name="Oval 376">
                <a:extLst>
                  <a:ext uri="{FF2B5EF4-FFF2-40B4-BE49-F238E27FC236}">
                    <a16:creationId xmlns:a16="http://schemas.microsoft.com/office/drawing/2014/main" id="{9432AF8C-75FC-4444-AB6A-2C491F0E7A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56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0" name="Freeform 377">
                <a:extLst>
                  <a:ext uri="{FF2B5EF4-FFF2-40B4-BE49-F238E27FC236}">
                    <a16:creationId xmlns:a16="http://schemas.microsoft.com/office/drawing/2014/main" id="{BB15736C-2457-4E24-8D46-D925F6ED387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64"/>
                <a:ext cx="6" cy="8"/>
              </a:xfrm>
              <a:custGeom>
                <a:avLst/>
                <a:gdLst>
                  <a:gd name="T0" fmla="*/ 0 w 8"/>
                  <a:gd name="T1" fmla="*/ 5 h 11"/>
                  <a:gd name="T2" fmla="*/ 6 w 8"/>
                  <a:gd name="T3" fmla="*/ 11 h 11"/>
                  <a:gd name="T4" fmla="*/ 7 w 8"/>
                  <a:gd name="T5" fmla="*/ 11 h 11"/>
                  <a:gd name="T6" fmla="*/ 8 w 8"/>
                  <a:gd name="T7" fmla="*/ 0 h 11"/>
                  <a:gd name="T8" fmla="*/ 6 w 8"/>
                  <a:gd name="T9" fmla="*/ 0 h 11"/>
                  <a:gd name="T10" fmla="*/ 0 w 8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5"/>
                    </a:moveTo>
                    <a:cubicBezTo>
                      <a:pt x="0" y="9"/>
                      <a:pt x="2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7"/>
                      <a:pt x="8" y="4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1" name="Oval 378">
                <a:extLst>
                  <a:ext uri="{FF2B5EF4-FFF2-40B4-BE49-F238E27FC236}">
                    <a16:creationId xmlns:a16="http://schemas.microsoft.com/office/drawing/2014/main" id="{E6BE6EA4-F6AC-489C-B445-1A474251EE5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2" name="Freeform 379">
                <a:extLst>
                  <a:ext uri="{FF2B5EF4-FFF2-40B4-BE49-F238E27FC236}">
                    <a16:creationId xmlns:a16="http://schemas.microsoft.com/office/drawing/2014/main" id="{12B70E1C-3C98-40E1-B24E-35F3E452812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37"/>
                <a:ext cx="6" cy="8"/>
              </a:xfrm>
              <a:custGeom>
                <a:avLst/>
                <a:gdLst>
                  <a:gd name="T0" fmla="*/ 6 w 9"/>
                  <a:gd name="T1" fmla="*/ 0 h 11"/>
                  <a:gd name="T2" fmla="*/ 0 w 9"/>
                  <a:gd name="T3" fmla="*/ 6 h 11"/>
                  <a:gd name="T4" fmla="*/ 6 w 9"/>
                  <a:gd name="T5" fmla="*/ 11 h 11"/>
                  <a:gd name="T6" fmla="*/ 9 w 9"/>
                  <a:gd name="T7" fmla="*/ 10 h 11"/>
                  <a:gd name="T8" fmla="*/ 8 w 9"/>
                  <a:gd name="T9" fmla="*/ 1 h 11"/>
                  <a:gd name="T10" fmla="*/ 6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9" y="7"/>
                      <a:pt x="9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3" name="Oval 380">
                <a:extLst>
                  <a:ext uri="{FF2B5EF4-FFF2-40B4-BE49-F238E27FC236}">
                    <a16:creationId xmlns:a16="http://schemas.microsoft.com/office/drawing/2014/main" id="{63E5FB60-189B-49B0-96F4-5F20B2C7D7C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6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4" name="Oval 381">
                <a:extLst>
                  <a:ext uri="{FF2B5EF4-FFF2-40B4-BE49-F238E27FC236}">
                    <a16:creationId xmlns:a16="http://schemas.microsoft.com/office/drawing/2014/main" id="{F8DEF836-A254-483D-A7E7-951E4318E64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5" name="Oval 382">
                <a:extLst>
                  <a:ext uri="{FF2B5EF4-FFF2-40B4-BE49-F238E27FC236}">
                    <a16:creationId xmlns:a16="http://schemas.microsoft.com/office/drawing/2014/main" id="{89E7ADAF-59CF-4167-BF06-5E81A170020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6" name="Oval 383">
                <a:extLst>
                  <a:ext uri="{FF2B5EF4-FFF2-40B4-BE49-F238E27FC236}">
                    <a16:creationId xmlns:a16="http://schemas.microsoft.com/office/drawing/2014/main" id="{CA778634-C2F2-4BD6-9F8A-60583F233B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8" y="765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7" name="Oval 384">
                <a:extLst>
                  <a:ext uri="{FF2B5EF4-FFF2-40B4-BE49-F238E27FC236}">
                    <a16:creationId xmlns:a16="http://schemas.microsoft.com/office/drawing/2014/main" id="{7DB83529-72C3-484B-B5D2-415071F31B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5" y="774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8" name="Oval 385">
                <a:extLst>
                  <a:ext uri="{FF2B5EF4-FFF2-40B4-BE49-F238E27FC236}">
                    <a16:creationId xmlns:a16="http://schemas.microsoft.com/office/drawing/2014/main" id="{C4E07AA6-2C85-4EED-9F90-6372D0DE6A7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64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9" name="Oval 386">
                <a:extLst>
                  <a:ext uri="{FF2B5EF4-FFF2-40B4-BE49-F238E27FC236}">
                    <a16:creationId xmlns:a16="http://schemas.microsoft.com/office/drawing/2014/main" id="{76A2C873-24AE-4AC3-8612-56AB8010B30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0" name="Oval 387">
                <a:extLst>
                  <a:ext uri="{FF2B5EF4-FFF2-40B4-BE49-F238E27FC236}">
                    <a16:creationId xmlns:a16="http://schemas.microsoft.com/office/drawing/2014/main" id="{354A17EE-814D-4E40-A890-D768F55750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74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1" name="Oval 388">
                <a:extLst>
                  <a:ext uri="{FF2B5EF4-FFF2-40B4-BE49-F238E27FC236}">
                    <a16:creationId xmlns:a16="http://schemas.microsoft.com/office/drawing/2014/main" id="{A01C380A-8067-45FB-A9AC-86D67B966E3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2" name="Oval 389">
                <a:extLst>
                  <a:ext uri="{FF2B5EF4-FFF2-40B4-BE49-F238E27FC236}">
                    <a16:creationId xmlns:a16="http://schemas.microsoft.com/office/drawing/2014/main" id="{70006F2E-560F-4E1B-9BCB-2F0ECE45A7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68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3" name="Oval 390">
                <a:extLst>
                  <a:ext uri="{FF2B5EF4-FFF2-40B4-BE49-F238E27FC236}">
                    <a16:creationId xmlns:a16="http://schemas.microsoft.com/office/drawing/2014/main" id="{34996B39-CE91-4CEC-889E-9F22A04F4B8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8" y="77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4" name="Oval 391">
                <a:extLst>
                  <a:ext uri="{FF2B5EF4-FFF2-40B4-BE49-F238E27FC236}">
                    <a16:creationId xmlns:a16="http://schemas.microsoft.com/office/drawing/2014/main" id="{3CA5F67A-A82A-41DA-818A-A77B1383C1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4" y="753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5" name="Oval 392">
                <a:extLst>
                  <a:ext uri="{FF2B5EF4-FFF2-40B4-BE49-F238E27FC236}">
                    <a16:creationId xmlns:a16="http://schemas.microsoft.com/office/drawing/2014/main" id="{9856CFE3-4ADA-4CE8-B592-4F2C23F0535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6" name="Oval 393">
                <a:extLst>
                  <a:ext uri="{FF2B5EF4-FFF2-40B4-BE49-F238E27FC236}">
                    <a16:creationId xmlns:a16="http://schemas.microsoft.com/office/drawing/2014/main" id="{485C0D0F-C841-4E85-9CFA-4FB7DFC44B9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6" y="76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7" name="Oval 394">
                <a:extLst>
                  <a:ext uri="{FF2B5EF4-FFF2-40B4-BE49-F238E27FC236}">
                    <a16:creationId xmlns:a16="http://schemas.microsoft.com/office/drawing/2014/main" id="{6C056421-F5B9-482B-9BC3-4F68E0114F4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4" y="767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8" name="Oval 395">
                <a:extLst>
                  <a:ext uri="{FF2B5EF4-FFF2-40B4-BE49-F238E27FC236}">
                    <a16:creationId xmlns:a16="http://schemas.microsoft.com/office/drawing/2014/main" id="{8D0DF116-A05F-4806-A9A1-9AC09F5D24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74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9" name="Oval 396">
                <a:extLst>
                  <a:ext uri="{FF2B5EF4-FFF2-40B4-BE49-F238E27FC236}">
                    <a16:creationId xmlns:a16="http://schemas.microsoft.com/office/drawing/2014/main" id="{C47A4EDA-6376-43B0-B328-F28155674E1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4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0" name="Oval 397">
                <a:extLst>
                  <a:ext uri="{FF2B5EF4-FFF2-40B4-BE49-F238E27FC236}">
                    <a16:creationId xmlns:a16="http://schemas.microsoft.com/office/drawing/2014/main" id="{5BC148BD-61D9-4091-9E56-9E59FB7F8D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77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1" name="Oval 398">
                <a:extLst>
                  <a:ext uri="{FF2B5EF4-FFF2-40B4-BE49-F238E27FC236}">
                    <a16:creationId xmlns:a16="http://schemas.microsoft.com/office/drawing/2014/main" id="{19ED390A-7832-40EC-B73E-2626EEEA620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9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2" name="Oval 399">
                <a:extLst>
                  <a:ext uri="{FF2B5EF4-FFF2-40B4-BE49-F238E27FC236}">
                    <a16:creationId xmlns:a16="http://schemas.microsoft.com/office/drawing/2014/main" id="{1D42635B-F114-4E38-97DE-A0B58B8C06A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73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3" name="Oval 400">
                <a:extLst>
                  <a:ext uri="{FF2B5EF4-FFF2-40B4-BE49-F238E27FC236}">
                    <a16:creationId xmlns:a16="http://schemas.microsoft.com/office/drawing/2014/main" id="{55701E9C-7FBC-4B54-8EE0-45E9752355E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9" y="774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4" name="Oval 401">
                <a:extLst>
                  <a:ext uri="{FF2B5EF4-FFF2-40B4-BE49-F238E27FC236}">
                    <a16:creationId xmlns:a16="http://schemas.microsoft.com/office/drawing/2014/main" id="{B72F1DA2-A71E-4F62-8835-FCB3BDB27E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9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5" name="Oval 402">
                <a:extLst>
                  <a:ext uri="{FF2B5EF4-FFF2-40B4-BE49-F238E27FC236}">
                    <a16:creationId xmlns:a16="http://schemas.microsoft.com/office/drawing/2014/main" id="{D4B1B3F4-1AAB-4DE2-B1EC-45382A77032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74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6" name="Oval 403">
                <a:extLst>
                  <a:ext uri="{FF2B5EF4-FFF2-40B4-BE49-F238E27FC236}">
                    <a16:creationId xmlns:a16="http://schemas.microsoft.com/office/drawing/2014/main" id="{F39B3AF8-5E38-4270-BE7F-F0C7B401310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1" y="772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7" name="Freeform 404">
                <a:extLst>
                  <a:ext uri="{FF2B5EF4-FFF2-40B4-BE49-F238E27FC236}">
                    <a16:creationId xmlns:a16="http://schemas.microsoft.com/office/drawing/2014/main" id="{BE11EAEF-2132-468E-B492-DA9B6092A38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04" y="7730"/>
                <a:ext cx="6" cy="8"/>
              </a:xfrm>
              <a:custGeom>
                <a:avLst/>
                <a:gdLst>
                  <a:gd name="T0" fmla="*/ 8 w 8"/>
                  <a:gd name="T1" fmla="*/ 6 h 11"/>
                  <a:gd name="T2" fmla="*/ 3 w 8"/>
                  <a:gd name="T3" fmla="*/ 0 h 11"/>
                  <a:gd name="T4" fmla="*/ 0 w 8"/>
                  <a:gd name="T5" fmla="*/ 1 h 11"/>
                  <a:gd name="T6" fmla="*/ 5 w 8"/>
                  <a:gd name="T7" fmla="*/ 11 h 11"/>
                  <a:gd name="T8" fmla="*/ 8 w 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6"/>
                    </a:moveTo>
                    <a:cubicBezTo>
                      <a:pt x="8" y="2"/>
                      <a:pt x="6" y="0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7" y="10"/>
                      <a:pt x="8" y="8"/>
                      <a:pt x="8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8" name="Oval 405">
                <a:extLst>
                  <a:ext uri="{FF2B5EF4-FFF2-40B4-BE49-F238E27FC236}">
                    <a16:creationId xmlns:a16="http://schemas.microsoft.com/office/drawing/2014/main" id="{61322712-51BA-4453-950A-E1BE8A5B592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sp>
          <p:nvSpPr>
            <p:cNvPr id="149" name="Oval 407">
              <a:extLst>
                <a:ext uri="{FF2B5EF4-FFF2-40B4-BE49-F238E27FC236}">
                  <a16:creationId xmlns:a16="http://schemas.microsoft.com/office/drawing/2014/main" id="{1AB45B60-A318-4743-AF65-AB9BEA14853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0" name="Oval 408">
              <a:extLst>
                <a:ext uri="{FF2B5EF4-FFF2-40B4-BE49-F238E27FC236}">
                  <a16:creationId xmlns:a16="http://schemas.microsoft.com/office/drawing/2014/main" id="{59416C6B-31F8-497C-9A03-1D2ADDEAE79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7301" y="123634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1" name="Oval 409">
              <a:extLst>
                <a:ext uri="{FF2B5EF4-FFF2-40B4-BE49-F238E27FC236}">
                  <a16:creationId xmlns:a16="http://schemas.microsoft.com/office/drawing/2014/main" id="{CAE502CC-6917-4C85-BD36-0603109BF26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17913" y="1206341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2" name="Oval 410">
              <a:extLst>
                <a:ext uri="{FF2B5EF4-FFF2-40B4-BE49-F238E27FC236}">
                  <a16:creationId xmlns:a16="http://schemas.microsoft.com/office/drawing/2014/main" id="{E075C6B5-97C6-4295-9AFA-FEDD388CE91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8088" y="1231265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3" name="Oval 411">
              <a:extLst>
                <a:ext uri="{FF2B5EF4-FFF2-40B4-BE49-F238E27FC236}">
                  <a16:creationId xmlns:a16="http://schemas.microsoft.com/office/drawing/2014/main" id="{A6C2D2A5-7590-4F88-BDA7-D401316FA14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2363" y="121808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4" name="Oval 412">
              <a:extLst>
                <a:ext uri="{FF2B5EF4-FFF2-40B4-BE49-F238E27FC236}">
                  <a16:creationId xmlns:a16="http://schemas.microsoft.com/office/drawing/2014/main" id="{2D738DD1-9331-4991-BE26-E436D7BEF75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25876" y="122697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5" name="Oval 413">
              <a:extLst>
                <a:ext uri="{FF2B5EF4-FFF2-40B4-BE49-F238E27FC236}">
                  <a16:creationId xmlns:a16="http://schemas.microsoft.com/office/drawing/2014/main" id="{E8634710-1C36-4166-B824-26482039094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14776" y="121697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6" name="Oval 414">
              <a:extLst>
                <a:ext uri="{FF2B5EF4-FFF2-40B4-BE49-F238E27FC236}">
                  <a16:creationId xmlns:a16="http://schemas.microsoft.com/office/drawing/2014/main" id="{909670C0-F646-4060-984D-265B8B944DB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6038" y="119491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7" name="Freeform 415">
              <a:extLst>
                <a:ext uri="{FF2B5EF4-FFF2-40B4-BE49-F238E27FC236}">
                  <a16:creationId xmlns:a16="http://schemas.microsoft.com/office/drawing/2014/main" id="{A1AEA562-3A5E-4895-A0B2-D6084FD0DD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1401" y="12365038"/>
              <a:ext cx="12700" cy="9525"/>
            </a:xfrm>
            <a:custGeom>
              <a:avLst/>
              <a:gdLst>
                <a:gd name="T0" fmla="*/ 10 w 10"/>
                <a:gd name="T1" fmla="*/ 6 h 8"/>
                <a:gd name="T2" fmla="*/ 4 w 10"/>
                <a:gd name="T3" fmla="*/ 0 h 8"/>
                <a:gd name="T4" fmla="*/ 0 w 10"/>
                <a:gd name="T5" fmla="*/ 2 h 8"/>
                <a:gd name="T6" fmla="*/ 9 w 10"/>
                <a:gd name="T7" fmla="*/ 8 h 8"/>
                <a:gd name="T8" fmla="*/ 10 w 10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0" y="7"/>
                    <a:pt x="10" y="7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8" name="Oval 416">
              <a:extLst>
                <a:ext uri="{FF2B5EF4-FFF2-40B4-BE49-F238E27FC236}">
                  <a16:creationId xmlns:a16="http://schemas.microsoft.com/office/drawing/2014/main" id="{44E1C1E2-57F0-40A3-AC58-27211DCE722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6176" y="123571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9" name="Oval 417">
              <a:extLst>
                <a:ext uri="{FF2B5EF4-FFF2-40B4-BE49-F238E27FC236}">
                  <a16:creationId xmlns:a16="http://schemas.microsoft.com/office/drawing/2014/main" id="{2C06C3AF-B61F-47F2-BF72-59CDAE80657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89376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0" name="Oval 418">
              <a:extLst>
                <a:ext uri="{FF2B5EF4-FFF2-40B4-BE49-F238E27FC236}">
                  <a16:creationId xmlns:a16="http://schemas.microsoft.com/office/drawing/2014/main" id="{584A6656-31BE-4EC6-B5AA-6D176661B80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5563" y="12096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1" name="Oval 419">
              <a:extLst>
                <a:ext uri="{FF2B5EF4-FFF2-40B4-BE49-F238E27FC236}">
                  <a16:creationId xmlns:a16="http://schemas.microsoft.com/office/drawing/2014/main" id="{CC9A2B43-DA83-42F8-ACBE-CA32D5C5B10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23063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2" name="Oval 420">
              <a:extLst>
                <a:ext uri="{FF2B5EF4-FFF2-40B4-BE49-F238E27FC236}">
                  <a16:creationId xmlns:a16="http://schemas.microsoft.com/office/drawing/2014/main" id="{F8B0F125-DD86-477A-934E-C733F760C6D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21076" y="121840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3" name="Oval 421">
              <a:extLst>
                <a:ext uri="{FF2B5EF4-FFF2-40B4-BE49-F238E27FC236}">
                  <a16:creationId xmlns:a16="http://schemas.microsoft.com/office/drawing/2014/main" id="{47F797FC-00B2-469F-9235-74203BECD45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8063" y="121539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4" name="Oval 422">
              <a:extLst>
                <a:ext uri="{FF2B5EF4-FFF2-40B4-BE49-F238E27FC236}">
                  <a16:creationId xmlns:a16="http://schemas.microsoft.com/office/drawing/2014/main" id="{A6DE874E-14E4-45C8-8115-B36F5D765A6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8076" y="12082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5" name="Oval 423">
              <a:extLst>
                <a:ext uri="{FF2B5EF4-FFF2-40B4-BE49-F238E27FC236}">
                  <a16:creationId xmlns:a16="http://schemas.microsoft.com/office/drawing/2014/main" id="{BD57340E-A504-4CB3-B8FB-826019ACDD2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9688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6" name="Oval 424">
              <a:extLst>
                <a:ext uri="{FF2B5EF4-FFF2-40B4-BE49-F238E27FC236}">
                  <a16:creationId xmlns:a16="http://schemas.microsoft.com/office/drawing/2014/main" id="{A71FEF99-ECC6-4C6E-A90D-6C784BB9FD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7" name="Oval 425">
              <a:extLst>
                <a:ext uri="{FF2B5EF4-FFF2-40B4-BE49-F238E27FC236}">
                  <a16:creationId xmlns:a16="http://schemas.microsoft.com/office/drawing/2014/main" id="{EDE269D4-BF7B-4B19-96F8-DE88AEC5004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03613" y="12015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8" name="Oval 426">
              <a:extLst>
                <a:ext uri="{FF2B5EF4-FFF2-40B4-BE49-F238E27FC236}">
                  <a16:creationId xmlns:a16="http://schemas.microsoft.com/office/drawing/2014/main" id="{35F5BCAD-711E-49CE-83C6-56CDDB78BD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7763" y="11952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9" name="Oval 427">
              <a:extLst>
                <a:ext uri="{FF2B5EF4-FFF2-40B4-BE49-F238E27FC236}">
                  <a16:creationId xmlns:a16="http://schemas.microsoft.com/office/drawing/2014/main" id="{6B9E006A-F33A-4193-AFCB-2C676D96D18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4601" y="123825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0" name="Oval 428">
              <a:extLst>
                <a:ext uri="{FF2B5EF4-FFF2-40B4-BE49-F238E27FC236}">
                  <a16:creationId xmlns:a16="http://schemas.microsoft.com/office/drawing/2014/main" id="{AAAB1887-CE84-4176-901B-DB428C6A238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8726" y="12396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1" name="Oval 429">
              <a:extLst>
                <a:ext uri="{FF2B5EF4-FFF2-40B4-BE49-F238E27FC236}">
                  <a16:creationId xmlns:a16="http://schemas.microsoft.com/office/drawing/2014/main" id="{824AC6E7-D810-439F-8917-4CE6291DF27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43351" y="122348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2" name="Oval 430">
              <a:extLst>
                <a:ext uri="{FF2B5EF4-FFF2-40B4-BE49-F238E27FC236}">
                  <a16:creationId xmlns:a16="http://schemas.microsoft.com/office/drawing/2014/main" id="{A833C141-68DD-4DF5-AA45-0DF7AA841F2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1263" y="123904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3" name="Oval 431">
              <a:extLst>
                <a:ext uri="{FF2B5EF4-FFF2-40B4-BE49-F238E27FC236}">
                  <a16:creationId xmlns:a16="http://schemas.microsoft.com/office/drawing/2014/main" id="{903CD60F-3D4B-4CA3-9B5E-4059A73A609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197451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4" name="Oval 432">
              <a:extLst>
                <a:ext uri="{FF2B5EF4-FFF2-40B4-BE49-F238E27FC236}">
                  <a16:creationId xmlns:a16="http://schemas.microsoft.com/office/drawing/2014/main" id="{50A8409A-5325-4FC4-8C0F-CEF2684A84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63938" y="120792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5" name="Oval 433">
              <a:extLst>
                <a:ext uri="{FF2B5EF4-FFF2-40B4-BE49-F238E27FC236}">
                  <a16:creationId xmlns:a16="http://schemas.microsoft.com/office/drawing/2014/main" id="{6C7A465D-F0E3-4BDB-9EA0-DC6B403A91B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9651" y="122586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6" name="Freeform 434">
              <a:extLst>
                <a:ext uri="{FF2B5EF4-FFF2-40B4-BE49-F238E27FC236}">
                  <a16:creationId xmlns:a16="http://schemas.microsoft.com/office/drawing/2014/main" id="{01DB7719-F6C5-4BCE-8E03-998F4C8B30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57638" y="12271375"/>
              <a:ext cx="9525" cy="12700"/>
            </a:xfrm>
            <a:custGeom>
              <a:avLst/>
              <a:gdLst>
                <a:gd name="T0" fmla="*/ 0 w 8"/>
                <a:gd name="T1" fmla="*/ 6 h 11"/>
                <a:gd name="T2" fmla="*/ 3 w 8"/>
                <a:gd name="T3" fmla="*/ 11 h 11"/>
                <a:gd name="T4" fmla="*/ 8 w 8"/>
                <a:gd name="T5" fmla="*/ 1 h 11"/>
                <a:gd name="T6" fmla="*/ 5 w 8"/>
                <a:gd name="T7" fmla="*/ 0 h 11"/>
                <a:gd name="T8" fmla="*/ 0 w 8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0" y="8"/>
                    <a:pt x="1" y="10"/>
                    <a:pt x="3" y="11"/>
                  </a:cubicBezTo>
                  <a:cubicBezTo>
                    <a:pt x="5" y="8"/>
                    <a:pt x="7" y="5"/>
                    <a:pt x="8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7" name="Freeform 435">
              <a:extLst>
                <a:ext uri="{FF2B5EF4-FFF2-40B4-BE49-F238E27FC236}">
                  <a16:creationId xmlns:a16="http://schemas.microsoft.com/office/drawing/2014/main" id="{0BB1D8C9-F2C0-4CF6-BC62-3151FCD05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89326" y="12250738"/>
              <a:ext cx="11113" cy="14288"/>
            </a:xfrm>
            <a:custGeom>
              <a:avLst/>
              <a:gdLst>
                <a:gd name="T0" fmla="*/ 10 w 10"/>
                <a:gd name="T1" fmla="*/ 6 h 12"/>
                <a:gd name="T2" fmla="*/ 4 w 10"/>
                <a:gd name="T3" fmla="*/ 0 h 12"/>
                <a:gd name="T4" fmla="*/ 0 w 10"/>
                <a:gd name="T5" fmla="*/ 2 h 12"/>
                <a:gd name="T6" fmla="*/ 5 w 10"/>
                <a:gd name="T7" fmla="*/ 12 h 12"/>
                <a:gd name="T8" fmla="*/ 10 w 10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3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5"/>
                    <a:pt x="3" y="8"/>
                    <a:pt x="5" y="12"/>
                  </a:cubicBezTo>
                  <a:cubicBezTo>
                    <a:pt x="8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8" name="Oval 436">
              <a:extLst>
                <a:ext uri="{FF2B5EF4-FFF2-40B4-BE49-F238E27FC236}">
                  <a16:creationId xmlns:a16="http://schemas.microsoft.com/office/drawing/2014/main" id="{97C0C823-EE26-4326-B21A-86B70E71831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0288" y="12266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9" name="Oval 437">
              <a:extLst>
                <a:ext uri="{FF2B5EF4-FFF2-40B4-BE49-F238E27FC236}">
                  <a16:creationId xmlns:a16="http://schemas.microsoft.com/office/drawing/2014/main" id="{3A12A654-BAA5-4823-A9A3-B986B75990B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21666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0" name="Oval 438">
              <a:extLst>
                <a:ext uri="{FF2B5EF4-FFF2-40B4-BE49-F238E27FC236}">
                  <a16:creationId xmlns:a16="http://schemas.microsoft.com/office/drawing/2014/main" id="{57EA88D8-2AD1-4B3C-843F-937AAD0DB27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6801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1" name="Freeform 439">
              <a:extLst>
                <a:ext uri="{FF2B5EF4-FFF2-40B4-BE49-F238E27FC236}">
                  <a16:creationId xmlns:a16="http://schemas.microsoft.com/office/drawing/2014/main" id="{8EFAAE97-C936-4775-97E5-17201ADA0D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9863" y="12088813"/>
              <a:ext cx="12700" cy="1270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11 h 11"/>
                <a:gd name="T4" fmla="*/ 11 w 11"/>
                <a:gd name="T5" fmla="*/ 8 h 11"/>
                <a:gd name="T6" fmla="*/ 10 w 11"/>
                <a:gd name="T7" fmla="*/ 1 h 11"/>
                <a:gd name="T8" fmla="*/ 6 w 11"/>
                <a:gd name="T9" fmla="*/ 0 h 11"/>
                <a:gd name="T10" fmla="*/ 0 w 1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9"/>
                    <a:pt x="3" y="11"/>
                    <a:pt x="6" y="11"/>
                  </a:cubicBezTo>
                  <a:cubicBezTo>
                    <a:pt x="8" y="11"/>
                    <a:pt x="10" y="10"/>
                    <a:pt x="11" y="8"/>
                  </a:cubicBezTo>
                  <a:cubicBezTo>
                    <a:pt x="11" y="6"/>
                    <a:pt x="10" y="3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2" name="Oval 440">
              <a:extLst>
                <a:ext uri="{FF2B5EF4-FFF2-40B4-BE49-F238E27FC236}">
                  <a16:creationId xmlns:a16="http://schemas.microsoft.com/office/drawing/2014/main" id="{D8A66021-EEBA-4614-8DA2-C38EBE5BE26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7932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3" name="Oval 441">
              <a:extLst>
                <a:ext uri="{FF2B5EF4-FFF2-40B4-BE49-F238E27FC236}">
                  <a16:creationId xmlns:a16="http://schemas.microsoft.com/office/drawing/2014/main" id="{074744CB-F97B-4CD8-987D-2FF109B82FC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300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4" name="Oval 442">
              <a:extLst>
                <a:ext uri="{FF2B5EF4-FFF2-40B4-BE49-F238E27FC236}">
                  <a16:creationId xmlns:a16="http://schemas.microsoft.com/office/drawing/2014/main" id="{21780E42-BEE5-4331-88D1-42151958D4F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3380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5" name="Oval 443">
              <a:extLst>
                <a:ext uri="{FF2B5EF4-FFF2-40B4-BE49-F238E27FC236}">
                  <a16:creationId xmlns:a16="http://schemas.microsoft.com/office/drawing/2014/main" id="{1894F8C8-BEB1-4171-9A6D-FEF2C3E6D7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2201" y="12303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6" name="Oval 444">
              <a:extLst>
                <a:ext uri="{FF2B5EF4-FFF2-40B4-BE49-F238E27FC236}">
                  <a16:creationId xmlns:a16="http://schemas.microsoft.com/office/drawing/2014/main" id="{6C5571F7-D13A-4D5F-82A2-C3D9F903257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52826" y="121269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7" name="Oval 445">
              <a:extLst>
                <a:ext uri="{FF2B5EF4-FFF2-40B4-BE49-F238E27FC236}">
                  <a16:creationId xmlns:a16="http://schemas.microsoft.com/office/drawing/2014/main" id="{47152DD4-46C6-4CF2-893B-CA15C640BB0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56051" y="120856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8" name="Oval 446">
              <a:extLst>
                <a:ext uri="{FF2B5EF4-FFF2-40B4-BE49-F238E27FC236}">
                  <a16:creationId xmlns:a16="http://schemas.microsoft.com/office/drawing/2014/main" id="{024502C4-AE84-4128-A281-42807F860EF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223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9" name="Oval 447">
              <a:extLst>
                <a:ext uri="{FF2B5EF4-FFF2-40B4-BE49-F238E27FC236}">
                  <a16:creationId xmlns:a16="http://schemas.microsoft.com/office/drawing/2014/main" id="{57FA6C88-01F7-4704-ABB7-404CAD17F7C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67163" y="122332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0" name="Oval 448">
              <a:extLst>
                <a:ext uri="{FF2B5EF4-FFF2-40B4-BE49-F238E27FC236}">
                  <a16:creationId xmlns:a16="http://schemas.microsoft.com/office/drawing/2014/main" id="{04313001-3F3D-4767-B482-29ED41B05D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6676" y="12333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1" name="Oval 449">
              <a:extLst>
                <a:ext uri="{FF2B5EF4-FFF2-40B4-BE49-F238E27FC236}">
                  <a16:creationId xmlns:a16="http://schemas.microsoft.com/office/drawing/2014/main" id="{E7FF1700-47B7-4E69-88A0-1F3856B2524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1876" y="1224756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2" name="Oval 450">
              <a:extLst>
                <a:ext uri="{FF2B5EF4-FFF2-40B4-BE49-F238E27FC236}">
                  <a16:creationId xmlns:a16="http://schemas.microsoft.com/office/drawing/2014/main" id="{AD542717-7DDA-4A7B-A952-3D2F225178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0476" y="120554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3" name="Oval 451">
              <a:extLst>
                <a:ext uri="{FF2B5EF4-FFF2-40B4-BE49-F238E27FC236}">
                  <a16:creationId xmlns:a16="http://schemas.microsoft.com/office/drawing/2014/main" id="{48C48A3A-ED43-4934-910F-E6113E13B6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19840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4" name="Oval 452">
              <a:extLst>
                <a:ext uri="{FF2B5EF4-FFF2-40B4-BE49-F238E27FC236}">
                  <a16:creationId xmlns:a16="http://schemas.microsoft.com/office/drawing/2014/main" id="{FAAC3534-A591-4F93-854D-D7E99F2A46E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86163" y="11968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5" name="Oval 453">
              <a:extLst>
                <a:ext uri="{FF2B5EF4-FFF2-40B4-BE49-F238E27FC236}">
                  <a16:creationId xmlns:a16="http://schemas.microsoft.com/office/drawing/2014/main" id="{987299DD-52F9-4765-8EA1-C91090DDBED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8563" y="12349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6" name="Oval 454">
              <a:extLst>
                <a:ext uri="{FF2B5EF4-FFF2-40B4-BE49-F238E27FC236}">
                  <a16:creationId xmlns:a16="http://schemas.microsoft.com/office/drawing/2014/main" id="{FAC1F6E5-3F28-410D-B094-8CF8B014287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1713" y="122396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7" name="Oval 455">
              <a:extLst>
                <a:ext uri="{FF2B5EF4-FFF2-40B4-BE49-F238E27FC236}">
                  <a16:creationId xmlns:a16="http://schemas.microsoft.com/office/drawing/2014/main" id="{397DAAB2-2C7C-4061-A3EE-A0F26BA34A6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932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8" name="Oval 456">
              <a:extLst>
                <a:ext uri="{FF2B5EF4-FFF2-40B4-BE49-F238E27FC236}">
                  <a16:creationId xmlns:a16="http://schemas.microsoft.com/office/drawing/2014/main" id="{12DBD98B-1F19-4907-A943-0C3CEEAAFA8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2838" y="1229836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9" name="Oval 457">
              <a:extLst>
                <a:ext uri="{FF2B5EF4-FFF2-40B4-BE49-F238E27FC236}">
                  <a16:creationId xmlns:a16="http://schemas.microsoft.com/office/drawing/2014/main" id="{54F39C68-83C5-4800-867F-D18564DFFCE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5676" y="121999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0" name="Oval 458">
              <a:extLst>
                <a:ext uri="{FF2B5EF4-FFF2-40B4-BE49-F238E27FC236}">
                  <a16:creationId xmlns:a16="http://schemas.microsoft.com/office/drawing/2014/main" id="{3CA11A2A-72F3-4038-A12C-92C41D9D69C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6313" y="12209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1" name="Oval 459">
              <a:extLst>
                <a:ext uri="{FF2B5EF4-FFF2-40B4-BE49-F238E27FC236}">
                  <a16:creationId xmlns:a16="http://schemas.microsoft.com/office/drawing/2014/main" id="{A218B145-D368-4532-BA78-4B5BCDC4A9B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0926" y="122618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2" name="Oval 460">
              <a:extLst>
                <a:ext uri="{FF2B5EF4-FFF2-40B4-BE49-F238E27FC236}">
                  <a16:creationId xmlns:a16="http://schemas.microsoft.com/office/drawing/2014/main" id="{42550D0E-E171-4CC0-8089-BF540847C6F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0313" y="123348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3" name="Oval 461">
              <a:extLst>
                <a:ext uri="{FF2B5EF4-FFF2-40B4-BE49-F238E27FC236}">
                  <a16:creationId xmlns:a16="http://schemas.microsoft.com/office/drawing/2014/main" id="{F40D0693-B4FA-4A74-BF4E-27D6AFD9B50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4263" y="123586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4" name="Oval 462">
              <a:extLst>
                <a:ext uri="{FF2B5EF4-FFF2-40B4-BE49-F238E27FC236}">
                  <a16:creationId xmlns:a16="http://schemas.microsoft.com/office/drawing/2014/main" id="{EA9D93A1-004A-4706-B580-6421B62D808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2713" y="122761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5" name="Oval 463">
              <a:extLst>
                <a:ext uri="{FF2B5EF4-FFF2-40B4-BE49-F238E27FC236}">
                  <a16:creationId xmlns:a16="http://schemas.microsoft.com/office/drawing/2014/main" id="{23565938-E8ED-44B8-84DF-009413CAF81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4438" y="121666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6" name="Freeform 464">
              <a:extLst>
                <a:ext uri="{FF2B5EF4-FFF2-40B4-BE49-F238E27FC236}">
                  <a16:creationId xmlns:a16="http://schemas.microsoft.com/office/drawing/2014/main" id="{2565522C-AE65-428F-B8B1-49790486AC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0338" y="12055475"/>
              <a:ext cx="12700" cy="14288"/>
            </a:xfrm>
            <a:custGeom>
              <a:avLst/>
              <a:gdLst>
                <a:gd name="T0" fmla="*/ 6 w 12"/>
                <a:gd name="T1" fmla="*/ 12 h 12"/>
                <a:gd name="T2" fmla="*/ 12 w 12"/>
                <a:gd name="T3" fmla="*/ 6 h 12"/>
                <a:gd name="T4" fmla="*/ 11 w 12"/>
                <a:gd name="T5" fmla="*/ 4 h 12"/>
                <a:gd name="T6" fmla="*/ 11 w 12"/>
                <a:gd name="T7" fmla="*/ 4 h 12"/>
                <a:gd name="T8" fmla="*/ 6 w 12"/>
                <a:gd name="T9" fmla="*/ 0 h 12"/>
                <a:gd name="T10" fmla="*/ 0 w 12"/>
                <a:gd name="T11" fmla="*/ 6 h 12"/>
                <a:gd name="T12" fmla="*/ 6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9" y="12"/>
                    <a:pt x="12" y="9"/>
                    <a:pt x="12" y="6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7" name="Freeform 465">
              <a:extLst>
                <a:ext uri="{FF2B5EF4-FFF2-40B4-BE49-F238E27FC236}">
                  <a16:creationId xmlns:a16="http://schemas.microsoft.com/office/drawing/2014/main" id="{41A8B961-CB0D-4C20-92E8-3EBFD1209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6963" y="12392025"/>
              <a:ext cx="14288" cy="9525"/>
            </a:xfrm>
            <a:custGeom>
              <a:avLst/>
              <a:gdLst>
                <a:gd name="T0" fmla="*/ 11 w 11"/>
                <a:gd name="T1" fmla="*/ 6 h 8"/>
                <a:gd name="T2" fmla="*/ 5 w 11"/>
                <a:gd name="T3" fmla="*/ 0 h 8"/>
                <a:gd name="T4" fmla="*/ 0 w 11"/>
                <a:gd name="T5" fmla="*/ 4 h 8"/>
                <a:gd name="T6" fmla="*/ 11 w 11"/>
                <a:gd name="T7" fmla="*/ 8 h 8"/>
                <a:gd name="T8" fmla="*/ 11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7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8" name="Oval 466">
              <a:extLst>
                <a:ext uri="{FF2B5EF4-FFF2-40B4-BE49-F238E27FC236}">
                  <a16:creationId xmlns:a16="http://schemas.microsoft.com/office/drawing/2014/main" id="{5844D0E0-7BA3-4653-9F4C-FD1EA205104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3976" y="122904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9" name="Oval 467">
              <a:extLst>
                <a:ext uri="{FF2B5EF4-FFF2-40B4-BE49-F238E27FC236}">
                  <a16:creationId xmlns:a16="http://schemas.microsoft.com/office/drawing/2014/main" id="{1D860554-089C-4335-9E6C-B4789093A72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0463" y="123412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0" name="Oval 468">
              <a:extLst>
                <a:ext uri="{FF2B5EF4-FFF2-40B4-BE49-F238E27FC236}">
                  <a16:creationId xmlns:a16="http://schemas.microsoft.com/office/drawing/2014/main" id="{DFBA1034-E5AE-4365-AA3B-3F50E9E0199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8551" y="12339638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1" name="Oval 469">
              <a:extLst>
                <a:ext uri="{FF2B5EF4-FFF2-40B4-BE49-F238E27FC236}">
                  <a16:creationId xmlns:a16="http://schemas.microsoft.com/office/drawing/2014/main" id="{DB8C38B9-8FEE-49CE-93DF-71FA44459B3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00488" y="122570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2" name="Oval 470">
              <a:extLst>
                <a:ext uri="{FF2B5EF4-FFF2-40B4-BE49-F238E27FC236}">
                  <a16:creationId xmlns:a16="http://schemas.microsoft.com/office/drawing/2014/main" id="{528A83BF-2A53-46FE-A136-DF5EF15EEB1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9813" y="121332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3" name="Oval 471">
              <a:extLst>
                <a:ext uri="{FF2B5EF4-FFF2-40B4-BE49-F238E27FC236}">
                  <a16:creationId xmlns:a16="http://schemas.microsoft.com/office/drawing/2014/main" id="{0E903146-E2D1-4427-BC60-ABA4AD1EF2D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5538" y="1215072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4" name="Oval 472">
              <a:extLst>
                <a:ext uri="{FF2B5EF4-FFF2-40B4-BE49-F238E27FC236}">
                  <a16:creationId xmlns:a16="http://schemas.microsoft.com/office/drawing/2014/main" id="{942832CD-621E-45A3-8E7B-789F6854692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9363" y="123444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5" name="Oval 473">
              <a:extLst>
                <a:ext uri="{FF2B5EF4-FFF2-40B4-BE49-F238E27FC236}">
                  <a16:creationId xmlns:a16="http://schemas.microsoft.com/office/drawing/2014/main" id="{A9E86CB3-FFD1-48CD-87CD-7EE084F0026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1088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6" name="Oval 474">
              <a:extLst>
                <a:ext uri="{FF2B5EF4-FFF2-40B4-BE49-F238E27FC236}">
                  <a16:creationId xmlns:a16="http://schemas.microsoft.com/office/drawing/2014/main" id="{34923E8D-90E6-4609-B8C4-3969AE83C4D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19513" y="123396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7" name="Oval 475">
              <a:extLst>
                <a:ext uri="{FF2B5EF4-FFF2-40B4-BE49-F238E27FC236}">
                  <a16:creationId xmlns:a16="http://schemas.microsoft.com/office/drawing/2014/main" id="{DC738E8A-7A21-457A-8F13-0E4E61FCBD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8263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8" name="Oval 476">
              <a:extLst>
                <a:ext uri="{FF2B5EF4-FFF2-40B4-BE49-F238E27FC236}">
                  <a16:creationId xmlns:a16="http://schemas.microsoft.com/office/drawing/2014/main" id="{4AD2D0A8-9758-4EF9-87AA-42D71C71B6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9213" y="12180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9" name="Oval 477">
              <a:extLst>
                <a:ext uri="{FF2B5EF4-FFF2-40B4-BE49-F238E27FC236}">
                  <a16:creationId xmlns:a16="http://schemas.microsoft.com/office/drawing/2014/main" id="{9BF5FCE1-74CE-4110-8A0B-333C6D65133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3001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0" name="Oval 478">
              <a:extLst>
                <a:ext uri="{FF2B5EF4-FFF2-40B4-BE49-F238E27FC236}">
                  <a16:creationId xmlns:a16="http://schemas.microsoft.com/office/drawing/2014/main" id="{92783E9C-2A12-4FBC-866B-E7936053D07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0163" y="12247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1" name="Oval 479">
              <a:extLst>
                <a:ext uri="{FF2B5EF4-FFF2-40B4-BE49-F238E27FC236}">
                  <a16:creationId xmlns:a16="http://schemas.microsoft.com/office/drawing/2014/main" id="{3E45BE2D-0435-48AC-84A9-C1FBF89307E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4763" y="123507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2" name="Oval 480">
              <a:extLst>
                <a:ext uri="{FF2B5EF4-FFF2-40B4-BE49-F238E27FC236}">
                  <a16:creationId xmlns:a16="http://schemas.microsoft.com/office/drawing/2014/main" id="{A36F371A-E189-40A3-B68D-96863A2225C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3176" y="12372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3" name="Oval 481">
              <a:extLst>
                <a:ext uri="{FF2B5EF4-FFF2-40B4-BE49-F238E27FC236}">
                  <a16:creationId xmlns:a16="http://schemas.microsoft.com/office/drawing/2014/main" id="{C8783FE9-BCE1-4EC8-B0FF-753DB8CA87B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5701" y="12390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4" name="Oval 482">
              <a:extLst>
                <a:ext uri="{FF2B5EF4-FFF2-40B4-BE49-F238E27FC236}">
                  <a16:creationId xmlns:a16="http://schemas.microsoft.com/office/drawing/2014/main" id="{518A7368-4720-4308-A03A-49AC315782D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2976" y="120729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5" name="Freeform 483">
              <a:extLst>
                <a:ext uri="{FF2B5EF4-FFF2-40B4-BE49-F238E27FC236}">
                  <a16:creationId xmlns:a16="http://schemas.microsoft.com/office/drawing/2014/main" id="{73A6CEF6-83D6-44C8-9C77-B647560D64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70276" y="12096750"/>
              <a:ext cx="11113" cy="14288"/>
            </a:xfrm>
            <a:custGeom>
              <a:avLst/>
              <a:gdLst>
                <a:gd name="T0" fmla="*/ 10 w 10"/>
                <a:gd name="T1" fmla="*/ 6 h 11"/>
                <a:gd name="T2" fmla="*/ 4 w 10"/>
                <a:gd name="T3" fmla="*/ 0 h 11"/>
                <a:gd name="T4" fmla="*/ 2 w 10"/>
                <a:gd name="T5" fmla="*/ 0 h 11"/>
                <a:gd name="T6" fmla="*/ 0 w 10"/>
                <a:gd name="T7" fmla="*/ 10 h 11"/>
                <a:gd name="T8" fmla="*/ 4 w 10"/>
                <a:gd name="T9" fmla="*/ 11 h 11"/>
                <a:gd name="T10" fmla="*/ 10 w 10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3"/>
                    <a:pt x="1" y="7"/>
                    <a:pt x="0" y="10"/>
                  </a:cubicBezTo>
                  <a:cubicBezTo>
                    <a:pt x="1" y="11"/>
                    <a:pt x="3" y="11"/>
                    <a:pt x="4" y="11"/>
                  </a:cubicBezTo>
                  <a:cubicBezTo>
                    <a:pt x="7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6" name="Freeform 484">
              <a:extLst>
                <a:ext uri="{FF2B5EF4-FFF2-40B4-BE49-F238E27FC236}">
                  <a16:creationId xmlns:a16="http://schemas.microsoft.com/office/drawing/2014/main" id="{8392A24E-4A14-48B1-A82A-A9D93F5EB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86201" y="12349163"/>
              <a:ext cx="14288" cy="14288"/>
            </a:xfrm>
            <a:custGeom>
              <a:avLst/>
              <a:gdLst>
                <a:gd name="T0" fmla="*/ 3 w 11"/>
                <a:gd name="T1" fmla="*/ 11 h 11"/>
                <a:gd name="T2" fmla="*/ 11 w 11"/>
                <a:gd name="T3" fmla="*/ 5 h 11"/>
                <a:gd name="T4" fmla="*/ 5 w 11"/>
                <a:gd name="T5" fmla="*/ 0 h 11"/>
                <a:gd name="T6" fmla="*/ 0 w 11"/>
                <a:gd name="T7" fmla="*/ 6 h 11"/>
                <a:gd name="T8" fmla="*/ 3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6" y="9"/>
                    <a:pt x="8" y="7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3" y="11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7" name="Oval 485">
              <a:extLst>
                <a:ext uri="{FF2B5EF4-FFF2-40B4-BE49-F238E27FC236}">
                  <a16:creationId xmlns:a16="http://schemas.microsoft.com/office/drawing/2014/main" id="{1FCF81ED-51AC-4A39-A842-585B2ACDD2C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25863" y="120142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8" name="Freeform 486">
              <a:extLst>
                <a:ext uri="{FF2B5EF4-FFF2-40B4-BE49-F238E27FC236}">
                  <a16:creationId xmlns:a16="http://schemas.microsoft.com/office/drawing/2014/main" id="{884ABA12-C977-4ECB-A467-78BE7C792C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86213" y="12193588"/>
              <a:ext cx="7938" cy="12700"/>
            </a:xfrm>
            <a:custGeom>
              <a:avLst/>
              <a:gdLst>
                <a:gd name="T0" fmla="*/ 0 w 7"/>
                <a:gd name="T1" fmla="*/ 5 h 11"/>
                <a:gd name="T2" fmla="*/ 5 w 7"/>
                <a:gd name="T3" fmla="*/ 11 h 11"/>
                <a:gd name="T4" fmla="*/ 7 w 7"/>
                <a:gd name="T5" fmla="*/ 0 h 11"/>
                <a:gd name="T6" fmla="*/ 5 w 7"/>
                <a:gd name="T7" fmla="*/ 0 h 11"/>
                <a:gd name="T8" fmla="*/ 0 w 7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6" y="7"/>
                    <a:pt x="6" y="4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9" name="Oval 487">
              <a:extLst>
                <a:ext uri="{FF2B5EF4-FFF2-40B4-BE49-F238E27FC236}">
                  <a16:creationId xmlns:a16="http://schemas.microsoft.com/office/drawing/2014/main" id="{B30F5A04-9DE9-42E9-8310-FC97E3D9F35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6963" y="12139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0" name="Freeform 488">
              <a:extLst>
                <a:ext uri="{FF2B5EF4-FFF2-40B4-BE49-F238E27FC236}">
                  <a16:creationId xmlns:a16="http://schemas.microsoft.com/office/drawing/2014/main" id="{C3215785-2FCE-4863-924F-DC2DE721F2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9351" y="12404725"/>
              <a:ext cx="14288" cy="9525"/>
            </a:xfrm>
            <a:custGeom>
              <a:avLst/>
              <a:gdLst>
                <a:gd name="T0" fmla="*/ 12 w 12"/>
                <a:gd name="T1" fmla="*/ 6 h 7"/>
                <a:gd name="T2" fmla="*/ 6 w 12"/>
                <a:gd name="T3" fmla="*/ 0 h 7"/>
                <a:gd name="T4" fmla="*/ 0 w 12"/>
                <a:gd name="T5" fmla="*/ 5 h 7"/>
                <a:gd name="T6" fmla="*/ 11 w 12"/>
                <a:gd name="T7" fmla="*/ 7 h 7"/>
                <a:gd name="T8" fmla="*/ 12 w 1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4" y="6"/>
                    <a:pt x="8" y="6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1" name="Oval 489">
              <a:extLst>
                <a:ext uri="{FF2B5EF4-FFF2-40B4-BE49-F238E27FC236}">
                  <a16:creationId xmlns:a16="http://schemas.microsoft.com/office/drawing/2014/main" id="{6A8778E1-DDF1-4253-9146-E2DABC188CA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8851" y="12176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2" name="Oval 490">
              <a:extLst>
                <a:ext uri="{FF2B5EF4-FFF2-40B4-BE49-F238E27FC236}">
                  <a16:creationId xmlns:a16="http://schemas.microsoft.com/office/drawing/2014/main" id="{86FC2564-9E24-463D-B6CE-5FCA72E7FF6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4426" y="12118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3" name="Oval 491">
              <a:extLst>
                <a:ext uri="{FF2B5EF4-FFF2-40B4-BE49-F238E27FC236}">
                  <a16:creationId xmlns:a16="http://schemas.microsoft.com/office/drawing/2014/main" id="{9F6E10E7-0731-4D92-A595-DBD05EA35F2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747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4" name="Oval 492">
              <a:extLst>
                <a:ext uri="{FF2B5EF4-FFF2-40B4-BE49-F238E27FC236}">
                  <a16:creationId xmlns:a16="http://schemas.microsoft.com/office/drawing/2014/main" id="{63DDB243-EEC0-4C83-92A1-4C18B2C3B20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0788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5" name="Oval 493">
              <a:extLst>
                <a:ext uri="{FF2B5EF4-FFF2-40B4-BE49-F238E27FC236}">
                  <a16:creationId xmlns:a16="http://schemas.microsoft.com/office/drawing/2014/main" id="{EC914566-8AA8-4543-8ACA-86D7C4D0C1F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1205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6" name="Oval 494">
              <a:extLst>
                <a:ext uri="{FF2B5EF4-FFF2-40B4-BE49-F238E27FC236}">
                  <a16:creationId xmlns:a16="http://schemas.microsoft.com/office/drawing/2014/main" id="{3888DCC7-9E6F-41EF-B77D-6381838F5BC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5688" y="120935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7" name="Oval 495">
              <a:extLst>
                <a:ext uri="{FF2B5EF4-FFF2-40B4-BE49-F238E27FC236}">
                  <a16:creationId xmlns:a16="http://schemas.microsoft.com/office/drawing/2014/main" id="{21096C14-A7AC-4DD9-BB34-B44036CD8F9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5713" y="121380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8" name="Oval 496">
              <a:extLst>
                <a:ext uri="{FF2B5EF4-FFF2-40B4-BE49-F238E27FC236}">
                  <a16:creationId xmlns:a16="http://schemas.microsoft.com/office/drawing/2014/main" id="{5B95080C-C14E-4CC6-8BC0-AEA4656C404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777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9" name="Oval 497">
              <a:extLst>
                <a:ext uri="{FF2B5EF4-FFF2-40B4-BE49-F238E27FC236}">
                  <a16:creationId xmlns:a16="http://schemas.microsoft.com/office/drawing/2014/main" id="{A49E5DA1-B477-4865-A919-A1F95B6DAD7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4726" y="121554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0" name="Oval 498">
              <a:extLst>
                <a:ext uri="{FF2B5EF4-FFF2-40B4-BE49-F238E27FC236}">
                  <a16:creationId xmlns:a16="http://schemas.microsoft.com/office/drawing/2014/main" id="{DF3B38BC-F145-4013-84F2-C5566309E17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5238" y="121142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1" name="Oval 499">
              <a:extLst>
                <a:ext uri="{FF2B5EF4-FFF2-40B4-BE49-F238E27FC236}">
                  <a16:creationId xmlns:a16="http://schemas.microsoft.com/office/drawing/2014/main" id="{BB635011-FB10-4A43-B8AC-9F1680CE186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3801" y="121173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2" name="Oval 500">
              <a:extLst>
                <a:ext uri="{FF2B5EF4-FFF2-40B4-BE49-F238E27FC236}">
                  <a16:creationId xmlns:a16="http://schemas.microsoft.com/office/drawing/2014/main" id="{2D6CD8A4-C4C7-48AE-96D8-C3567AB4939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2376" y="12009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3" name="Oval 501">
              <a:extLst>
                <a:ext uri="{FF2B5EF4-FFF2-40B4-BE49-F238E27FC236}">
                  <a16:creationId xmlns:a16="http://schemas.microsoft.com/office/drawing/2014/main" id="{F588021E-C094-4398-BEAB-46F602B40C9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5076" y="12120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4" name="Oval 502">
              <a:extLst>
                <a:ext uri="{FF2B5EF4-FFF2-40B4-BE49-F238E27FC236}">
                  <a16:creationId xmlns:a16="http://schemas.microsoft.com/office/drawing/2014/main" id="{A81F1C15-F935-4043-9888-1C2F4DEB052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6488" y="120523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5" name="Oval 503">
              <a:extLst>
                <a:ext uri="{FF2B5EF4-FFF2-40B4-BE49-F238E27FC236}">
                  <a16:creationId xmlns:a16="http://schemas.microsoft.com/office/drawing/2014/main" id="{FE085928-A2E7-4F30-B768-7DE5DD16BF3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6813" y="120650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6" name="Oval 504">
              <a:extLst>
                <a:ext uri="{FF2B5EF4-FFF2-40B4-BE49-F238E27FC236}">
                  <a16:creationId xmlns:a16="http://schemas.microsoft.com/office/drawing/2014/main" id="{EBBB530C-8BA6-4A1C-A34B-454CD41BF8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2526" y="120173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7" name="Oval 505">
              <a:extLst>
                <a:ext uri="{FF2B5EF4-FFF2-40B4-BE49-F238E27FC236}">
                  <a16:creationId xmlns:a16="http://schemas.microsoft.com/office/drawing/2014/main" id="{CDDF5FD5-9227-400B-B8B0-A0A7EDDA3D6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1738" y="119697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8" name="Oval 506">
              <a:extLst>
                <a:ext uri="{FF2B5EF4-FFF2-40B4-BE49-F238E27FC236}">
                  <a16:creationId xmlns:a16="http://schemas.microsoft.com/office/drawing/2014/main" id="{9CA9A279-9410-4493-9632-CFAD3F97430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2213" y="119157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87349" y="440803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sz="2700" spc="100" baseline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en-US"/>
              <a:t>Speaker Name</a:t>
            </a:r>
            <a:endParaRPr lang="sv-SE"/>
          </a:p>
        </p:txBody>
      </p:sp>
      <p:sp>
        <p:nvSpPr>
          <p:cNvPr id="667" name="Platshållare för text 4">
            <a:extLst>
              <a:ext uri="{FF2B5EF4-FFF2-40B4-BE49-F238E27FC236}">
                <a16:creationId xmlns:a16="http://schemas.microsoft.com/office/drawing/2014/main" id="{FCF10188-0B8E-47EF-BA53-60DE21E7D4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87349" y="5034779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(Title)</a:t>
            </a:r>
            <a:endParaRPr lang="sv-SE"/>
          </a:p>
        </p:txBody>
      </p:sp>
      <p:sp>
        <p:nvSpPr>
          <p:cNvPr id="668" name="Platshållare för text 4">
            <a:extLst>
              <a:ext uri="{FF2B5EF4-FFF2-40B4-BE49-F238E27FC236}">
                <a16:creationId xmlns:a16="http://schemas.microsoft.com/office/drawing/2014/main" id="{5E19DDAA-A415-4EF7-8334-5C79C70F7C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87349" y="563386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speaker.name@beijer.kva.se</a:t>
            </a:r>
            <a:endParaRPr lang="sv-SE"/>
          </a:p>
        </p:txBody>
      </p:sp>
      <p:sp>
        <p:nvSpPr>
          <p:cNvPr id="669" name="Platshållare för text 4">
            <a:extLst>
              <a:ext uri="{FF2B5EF4-FFF2-40B4-BE49-F238E27FC236}">
                <a16:creationId xmlns:a16="http://schemas.microsoft.com/office/drawing/2014/main" id="{05EC9D4E-E8AA-430F-9011-4FAFFF603A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187349" y="6245932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@speaker.name</a:t>
            </a:r>
            <a:endParaRPr lang="sv-SE"/>
          </a:p>
        </p:txBody>
      </p:sp>
      <p:sp>
        <p:nvSpPr>
          <p:cNvPr id="670" name="Platshållare för text 4">
            <a:extLst>
              <a:ext uri="{FF2B5EF4-FFF2-40B4-BE49-F238E27FC236}">
                <a16:creationId xmlns:a16="http://schemas.microsoft.com/office/drawing/2014/main" id="{ABB43667-0D94-4FB9-8A61-98A38D23C4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87349" y="6858000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Google Scholar ID</a:t>
            </a:r>
            <a:endParaRPr lang="sv-SE"/>
          </a:p>
        </p:txBody>
      </p:sp>
      <p:sp>
        <p:nvSpPr>
          <p:cNvPr id="665" name="Platshållare för bild 2">
            <a:extLst>
              <a:ext uri="{FF2B5EF4-FFF2-40B4-BE49-F238E27FC236}">
                <a16:creationId xmlns:a16="http://schemas.microsoft.com/office/drawing/2014/main" id="{5E64417C-7FDA-4CDE-895A-E0EF926CD4E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171700" y="8039100"/>
            <a:ext cx="1905000" cy="1905000"/>
          </a:xfrm>
        </p:spPr>
        <p:txBody>
          <a:bodyPr/>
          <a:lstStyle>
            <a:lvl1pPr marL="0" indent="0" algn="ctr">
              <a:buFontTx/>
              <a:buNone/>
              <a:defRPr sz="2400"/>
            </a:lvl1pPr>
          </a:lstStyle>
          <a:p>
            <a:r>
              <a:rPr lang="sv-SE"/>
              <a:t>QR kod</a:t>
            </a:r>
          </a:p>
        </p:txBody>
      </p:sp>
      <p:sp>
        <p:nvSpPr>
          <p:cNvPr id="12" name="Platshållare för text 2">
            <a:extLst>
              <a:ext uri="{FF2B5EF4-FFF2-40B4-BE49-F238E27FC236}">
                <a16:creationId xmlns:a16="http://schemas.microsoft.com/office/drawing/2014/main" id="{6990B406-8A9C-4E0F-9F09-A83FCC9F575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152650" y="1771650"/>
            <a:ext cx="16954500" cy="1924050"/>
          </a:xfrm>
        </p:spPr>
        <p:txBody>
          <a:bodyPr anchor="b"/>
          <a:lstStyle>
            <a:lvl1pPr marL="0" indent="0">
              <a:buFontTx/>
              <a:buNone/>
              <a:defRPr sz="9800">
                <a:solidFill>
                  <a:schemeClr val="accent5"/>
                </a:solidFill>
                <a:latin typeface="+mj-lt"/>
              </a:defRPr>
            </a:lvl1pPr>
          </a:lstStyle>
          <a:p>
            <a:pPr lvl="0"/>
            <a:r>
              <a:rPr lang="sv-SE"/>
              <a:t>Tack text</a:t>
            </a:r>
          </a:p>
        </p:txBody>
      </p:sp>
      <p:grpSp>
        <p:nvGrpSpPr>
          <p:cNvPr id="13" name="Grupp 12">
            <a:extLst>
              <a:ext uri="{FF2B5EF4-FFF2-40B4-BE49-F238E27FC236}">
                <a16:creationId xmlns:a16="http://schemas.microsoft.com/office/drawing/2014/main" id="{17DA4270-946A-420F-9D48-2E6BDD80117E}"/>
              </a:ext>
            </a:extLst>
          </p:cNvPr>
          <p:cNvGrpSpPr/>
          <p:nvPr userDrawn="1"/>
        </p:nvGrpSpPr>
        <p:grpSpPr>
          <a:xfrm>
            <a:off x="18122901" y="12072938"/>
            <a:ext cx="3986212" cy="912812"/>
            <a:chOff x="18122901" y="12072938"/>
            <a:chExt cx="3986212" cy="912812"/>
          </a:xfrm>
        </p:grpSpPr>
        <p:sp>
          <p:nvSpPr>
            <p:cNvPr id="14" name="Freeform 5">
              <a:extLst>
                <a:ext uri="{FF2B5EF4-FFF2-40B4-BE49-F238E27FC236}">
                  <a16:creationId xmlns:a16="http://schemas.microsoft.com/office/drawing/2014/main" id="{5CC2134B-50C2-4EA8-ABC7-253D319B3C5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22901" y="12665075"/>
              <a:ext cx="98425" cy="141287"/>
            </a:xfrm>
            <a:custGeom>
              <a:avLst/>
              <a:gdLst>
                <a:gd name="T0" fmla="*/ 28 w 127"/>
                <a:gd name="T1" fmla="*/ 131 h 183"/>
                <a:gd name="T2" fmla="*/ 28 w 127"/>
                <a:gd name="T3" fmla="*/ 154 h 183"/>
                <a:gd name="T4" fmla="*/ 60 w 127"/>
                <a:gd name="T5" fmla="*/ 161 h 183"/>
                <a:gd name="T6" fmla="*/ 97 w 127"/>
                <a:gd name="T7" fmla="*/ 132 h 183"/>
                <a:gd name="T8" fmla="*/ 70 w 127"/>
                <a:gd name="T9" fmla="*/ 107 h 183"/>
                <a:gd name="T10" fmla="*/ 39 w 127"/>
                <a:gd name="T11" fmla="*/ 98 h 183"/>
                <a:gd name="T12" fmla="*/ 0 w 127"/>
                <a:gd name="T13" fmla="*/ 52 h 183"/>
                <a:gd name="T14" fmla="*/ 67 w 127"/>
                <a:gd name="T15" fmla="*/ 0 h 183"/>
                <a:gd name="T16" fmla="*/ 120 w 127"/>
                <a:gd name="T17" fmla="*/ 9 h 183"/>
                <a:gd name="T18" fmla="*/ 120 w 127"/>
                <a:gd name="T19" fmla="*/ 48 h 183"/>
                <a:gd name="T20" fmla="*/ 94 w 127"/>
                <a:gd name="T21" fmla="*/ 48 h 183"/>
                <a:gd name="T22" fmla="*/ 94 w 127"/>
                <a:gd name="T23" fmla="*/ 27 h 183"/>
                <a:gd name="T24" fmla="*/ 67 w 127"/>
                <a:gd name="T25" fmla="*/ 22 h 183"/>
                <a:gd name="T26" fmla="*/ 30 w 127"/>
                <a:gd name="T27" fmla="*/ 48 h 183"/>
                <a:gd name="T28" fmla="*/ 57 w 127"/>
                <a:gd name="T29" fmla="*/ 73 h 183"/>
                <a:gd name="T30" fmla="*/ 85 w 127"/>
                <a:gd name="T31" fmla="*/ 80 h 183"/>
                <a:gd name="T32" fmla="*/ 127 w 127"/>
                <a:gd name="T33" fmla="*/ 127 h 183"/>
                <a:gd name="T34" fmla="*/ 59 w 127"/>
                <a:gd name="T35" fmla="*/ 183 h 183"/>
                <a:gd name="T36" fmla="*/ 0 w 127"/>
                <a:gd name="T37" fmla="*/ 173 h 183"/>
                <a:gd name="T38" fmla="*/ 0 w 127"/>
                <a:gd name="T39" fmla="*/ 131 h 183"/>
                <a:gd name="T40" fmla="*/ 28 w 127"/>
                <a:gd name="T41" fmla="*/ 13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7" h="183">
                  <a:moveTo>
                    <a:pt x="28" y="131"/>
                  </a:moveTo>
                  <a:cubicBezTo>
                    <a:pt x="28" y="154"/>
                    <a:pt x="28" y="154"/>
                    <a:pt x="28" y="154"/>
                  </a:cubicBezTo>
                  <a:cubicBezTo>
                    <a:pt x="33" y="157"/>
                    <a:pt x="46" y="161"/>
                    <a:pt x="60" y="161"/>
                  </a:cubicBezTo>
                  <a:cubicBezTo>
                    <a:pt x="83" y="161"/>
                    <a:pt x="97" y="151"/>
                    <a:pt x="97" y="132"/>
                  </a:cubicBezTo>
                  <a:cubicBezTo>
                    <a:pt x="97" y="117"/>
                    <a:pt x="89" y="112"/>
                    <a:pt x="70" y="107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18" y="92"/>
                    <a:pt x="0" y="80"/>
                    <a:pt x="0" y="52"/>
                  </a:cubicBezTo>
                  <a:cubicBezTo>
                    <a:pt x="0" y="17"/>
                    <a:pt x="30" y="0"/>
                    <a:pt x="67" y="0"/>
                  </a:cubicBezTo>
                  <a:cubicBezTo>
                    <a:pt x="90" y="0"/>
                    <a:pt x="107" y="5"/>
                    <a:pt x="120" y="9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0" y="25"/>
                    <a:pt x="81" y="22"/>
                    <a:pt x="67" y="22"/>
                  </a:cubicBezTo>
                  <a:cubicBezTo>
                    <a:pt x="41" y="22"/>
                    <a:pt x="30" y="34"/>
                    <a:pt x="30" y="48"/>
                  </a:cubicBezTo>
                  <a:cubicBezTo>
                    <a:pt x="30" y="63"/>
                    <a:pt x="41" y="69"/>
                    <a:pt x="57" y="73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105" y="85"/>
                    <a:pt x="127" y="96"/>
                    <a:pt x="127" y="127"/>
                  </a:cubicBezTo>
                  <a:cubicBezTo>
                    <a:pt x="127" y="162"/>
                    <a:pt x="101" y="183"/>
                    <a:pt x="59" y="183"/>
                  </a:cubicBezTo>
                  <a:cubicBezTo>
                    <a:pt x="46" y="183"/>
                    <a:pt x="15" y="179"/>
                    <a:pt x="0" y="173"/>
                  </a:cubicBezTo>
                  <a:cubicBezTo>
                    <a:pt x="0" y="131"/>
                    <a:pt x="0" y="131"/>
                    <a:pt x="0" y="131"/>
                  </a:cubicBezTo>
                  <a:lnTo>
                    <a:pt x="28" y="1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5" name="Freeform 6">
              <a:extLst>
                <a:ext uri="{FF2B5EF4-FFF2-40B4-BE49-F238E27FC236}">
                  <a16:creationId xmlns:a16="http://schemas.microsoft.com/office/drawing/2014/main" id="{D4077B85-2450-407F-BFF8-D7DD8FFFD5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237200" y="12677775"/>
              <a:ext cx="66675" cy="128587"/>
            </a:xfrm>
            <a:custGeom>
              <a:avLst/>
              <a:gdLst>
                <a:gd name="T0" fmla="*/ 0 w 88"/>
                <a:gd name="T1" fmla="*/ 32 h 166"/>
                <a:gd name="T2" fmla="*/ 20 w 88"/>
                <a:gd name="T3" fmla="*/ 32 h 166"/>
                <a:gd name="T4" fmla="*/ 21 w 88"/>
                <a:gd name="T5" fmla="*/ 2 h 166"/>
                <a:gd name="T6" fmla="*/ 49 w 88"/>
                <a:gd name="T7" fmla="*/ 0 h 166"/>
                <a:gd name="T8" fmla="*/ 48 w 88"/>
                <a:gd name="T9" fmla="*/ 32 h 166"/>
                <a:gd name="T10" fmla="*/ 86 w 88"/>
                <a:gd name="T11" fmla="*/ 32 h 166"/>
                <a:gd name="T12" fmla="*/ 86 w 88"/>
                <a:gd name="T13" fmla="*/ 52 h 166"/>
                <a:gd name="T14" fmla="*/ 48 w 88"/>
                <a:gd name="T15" fmla="*/ 52 h 166"/>
                <a:gd name="T16" fmla="*/ 48 w 88"/>
                <a:gd name="T17" fmla="*/ 114 h 166"/>
                <a:gd name="T18" fmla="*/ 66 w 88"/>
                <a:gd name="T19" fmla="*/ 144 h 166"/>
                <a:gd name="T20" fmla="*/ 88 w 88"/>
                <a:gd name="T21" fmla="*/ 139 h 166"/>
                <a:gd name="T22" fmla="*/ 87 w 88"/>
                <a:gd name="T23" fmla="*/ 159 h 166"/>
                <a:gd name="T24" fmla="*/ 58 w 88"/>
                <a:gd name="T25" fmla="*/ 166 h 166"/>
                <a:gd name="T26" fmla="*/ 19 w 88"/>
                <a:gd name="T27" fmla="*/ 125 h 166"/>
                <a:gd name="T28" fmla="*/ 20 w 88"/>
                <a:gd name="T29" fmla="*/ 52 h 166"/>
                <a:gd name="T30" fmla="*/ 0 w 88"/>
                <a:gd name="T31" fmla="*/ 52 h 166"/>
                <a:gd name="T32" fmla="*/ 0 w 88"/>
                <a:gd name="T33" fmla="*/ 3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66">
                  <a:moveTo>
                    <a:pt x="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73"/>
                    <a:pt x="48" y="94"/>
                    <a:pt x="48" y="114"/>
                  </a:cubicBezTo>
                  <a:cubicBezTo>
                    <a:pt x="48" y="138"/>
                    <a:pt x="53" y="144"/>
                    <a:pt x="66" y="144"/>
                  </a:cubicBezTo>
                  <a:cubicBezTo>
                    <a:pt x="74" y="144"/>
                    <a:pt x="82" y="141"/>
                    <a:pt x="88" y="13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0" y="163"/>
                    <a:pt x="69" y="166"/>
                    <a:pt x="58" y="166"/>
                  </a:cubicBezTo>
                  <a:cubicBezTo>
                    <a:pt x="30" y="166"/>
                    <a:pt x="19" y="155"/>
                    <a:pt x="19" y="125"/>
                  </a:cubicBezTo>
                  <a:cubicBezTo>
                    <a:pt x="19" y="109"/>
                    <a:pt x="20" y="75"/>
                    <a:pt x="20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6" name="Freeform 7">
              <a:extLst>
                <a:ext uri="{FF2B5EF4-FFF2-40B4-BE49-F238E27FC236}">
                  <a16:creationId xmlns:a16="http://schemas.microsoft.com/office/drawing/2014/main" id="{559F763C-E3B4-410F-BAE4-860E1F19017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308638" y="12700000"/>
              <a:ext cx="101600" cy="106362"/>
            </a:xfrm>
            <a:custGeom>
              <a:avLst/>
              <a:gdLst>
                <a:gd name="T0" fmla="*/ 69 w 133"/>
                <a:gd name="T1" fmla="*/ 0 h 137"/>
                <a:gd name="T2" fmla="*/ 133 w 133"/>
                <a:gd name="T3" fmla="*/ 69 h 137"/>
                <a:gd name="T4" fmla="*/ 66 w 133"/>
                <a:gd name="T5" fmla="*/ 137 h 137"/>
                <a:gd name="T6" fmla="*/ 0 w 133"/>
                <a:gd name="T7" fmla="*/ 71 h 137"/>
                <a:gd name="T8" fmla="*/ 69 w 133"/>
                <a:gd name="T9" fmla="*/ 0 h 137"/>
                <a:gd name="T10" fmla="*/ 66 w 133"/>
                <a:gd name="T11" fmla="*/ 113 h 137"/>
                <a:gd name="T12" fmla="*/ 103 w 133"/>
                <a:gd name="T13" fmla="*/ 66 h 137"/>
                <a:gd name="T14" fmla="*/ 68 w 133"/>
                <a:gd name="T15" fmla="*/ 23 h 137"/>
                <a:gd name="T16" fmla="*/ 30 w 133"/>
                <a:gd name="T17" fmla="*/ 70 h 137"/>
                <a:gd name="T18" fmla="*/ 66 w 133"/>
                <a:gd name="T19" fmla="*/ 11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7">
                  <a:moveTo>
                    <a:pt x="69" y="0"/>
                  </a:moveTo>
                  <a:cubicBezTo>
                    <a:pt x="117" y="0"/>
                    <a:pt x="133" y="37"/>
                    <a:pt x="133" y="69"/>
                  </a:cubicBezTo>
                  <a:cubicBezTo>
                    <a:pt x="133" y="106"/>
                    <a:pt x="110" y="137"/>
                    <a:pt x="66" y="137"/>
                  </a:cubicBezTo>
                  <a:cubicBezTo>
                    <a:pt x="19" y="137"/>
                    <a:pt x="0" y="104"/>
                    <a:pt x="0" y="71"/>
                  </a:cubicBezTo>
                  <a:cubicBezTo>
                    <a:pt x="0" y="28"/>
                    <a:pt x="29" y="0"/>
                    <a:pt x="69" y="0"/>
                  </a:cubicBezTo>
                  <a:moveTo>
                    <a:pt x="66" y="113"/>
                  </a:moveTo>
                  <a:cubicBezTo>
                    <a:pt x="92" y="113"/>
                    <a:pt x="103" y="92"/>
                    <a:pt x="103" y="66"/>
                  </a:cubicBezTo>
                  <a:cubicBezTo>
                    <a:pt x="103" y="36"/>
                    <a:pt x="88" y="23"/>
                    <a:pt x="68" y="23"/>
                  </a:cubicBezTo>
                  <a:cubicBezTo>
                    <a:pt x="40" y="23"/>
                    <a:pt x="30" y="47"/>
                    <a:pt x="30" y="70"/>
                  </a:cubicBezTo>
                  <a:cubicBezTo>
                    <a:pt x="30" y="92"/>
                    <a:pt x="41" y="113"/>
                    <a:pt x="66" y="1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7" name="Freeform 8">
              <a:extLst>
                <a:ext uri="{FF2B5EF4-FFF2-40B4-BE49-F238E27FC236}">
                  <a16:creationId xmlns:a16="http://schemas.microsoft.com/office/drawing/2014/main" id="{BB3818FF-1D54-40D3-920A-2C2AF4E94D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424525" y="12700000"/>
              <a:ext cx="82550" cy="106362"/>
            </a:xfrm>
            <a:custGeom>
              <a:avLst/>
              <a:gdLst>
                <a:gd name="T0" fmla="*/ 84 w 107"/>
                <a:gd name="T1" fmla="*/ 24 h 137"/>
                <a:gd name="T2" fmla="*/ 67 w 107"/>
                <a:gd name="T3" fmla="*/ 22 h 137"/>
                <a:gd name="T4" fmla="*/ 28 w 107"/>
                <a:gd name="T5" fmla="*/ 66 h 137"/>
                <a:gd name="T6" fmla="*/ 74 w 107"/>
                <a:gd name="T7" fmla="*/ 113 h 137"/>
                <a:gd name="T8" fmla="*/ 107 w 107"/>
                <a:gd name="T9" fmla="*/ 106 h 137"/>
                <a:gd name="T10" fmla="*/ 106 w 107"/>
                <a:gd name="T11" fmla="*/ 130 h 137"/>
                <a:gd name="T12" fmla="*/ 70 w 107"/>
                <a:gd name="T13" fmla="*/ 137 h 137"/>
                <a:gd name="T14" fmla="*/ 0 w 107"/>
                <a:gd name="T15" fmla="*/ 69 h 137"/>
                <a:gd name="T16" fmla="*/ 70 w 107"/>
                <a:gd name="T17" fmla="*/ 0 h 137"/>
                <a:gd name="T18" fmla="*/ 107 w 107"/>
                <a:gd name="T19" fmla="*/ 6 h 137"/>
                <a:gd name="T20" fmla="*/ 107 w 107"/>
                <a:gd name="T21" fmla="*/ 43 h 137"/>
                <a:gd name="T22" fmla="*/ 84 w 107"/>
                <a:gd name="T23" fmla="*/ 43 h 137"/>
                <a:gd name="T24" fmla="*/ 84 w 107"/>
                <a:gd name="T25" fmla="*/ 2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7" h="137">
                  <a:moveTo>
                    <a:pt x="84" y="24"/>
                  </a:moveTo>
                  <a:cubicBezTo>
                    <a:pt x="80" y="23"/>
                    <a:pt x="73" y="22"/>
                    <a:pt x="67" y="22"/>
                  </a:cubicBezTo>
                  <a:cubicBezTo>
                    <a:pt x="41" y="22"/>
                    <a:pt x="28" y="41"/>
                    <a:pt x="28" y="66"/>
                  </a:cubicBezTo>
                  <a:cubicBezTo>
                    <a:pt x="28" y="89"/>
                    <a:pt x="39" y="113"/>
                    <a:pt x="74" y="113"/>
                  </a:cubicBezTo>
                  <a:cubicBezTo>
                    <a:pt x="86" y="113"/>
                    <a:pt x="101" y="109"/>
                    <a:pt x="107" y="106"/>
                  </a:cubicBezTo>
                  <a:cubicBezTo>
                    <a:pt x="106" y="130"/>
                    <a:pt x="106" y="130"/>
                    <a:pt x="106" y="130"/>
                  </a:cubicBezTo>
                  <a:cubicBezTo>
                    <a:pt x="100" y="132"/>
                    <a:pt x="86" y="137"/>
                    <a:pt x="70" y="137"/>
                  </a:cubicBezTo>
                  <a:cubicBezTo>
                    <a:pt x="17" y="137"/>
                    <a:pt x="0" y="102"/>
                    <a:pt x="0" y="69"/>
                  </a:cubicBezTo>
                  <a:cubicBezTo>
                    <a:pt x="0" y="29"/>
                    <a:pt x="24" y="0"/>
                    <a:pt x="70" y="0"/>
                  </a:cubicBezTo>
                  <a:cubicBezTo>
                    <a:pt x="90" y="0"/>
                    <a:pt x="102" y="4"/>
                    <a:pt x="107" y="6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84" y="43"/>
                    <a:pt x="84" y="43"/>
                    <a:pt x="84" y="43"/>
                  </a:cubicBezTo>
                  <a:lnTo>
                    <a:pt x="84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" name="Freeform 9">
              <a:extLst>
                <a:ext uri="{FF2B5EF4-FFF2-40B4-BE49-F238E27FC236}">
                  <a16:creationId xmlns:a16="http://schemas.microsoft.com/office/drawing/2014/main" id="{5F99B585-1BAE-410D-98FF-6DA793B39D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515013" y="12653963"/>
              <a:ext cx="109537" cy="149225"/>
            </a:xfrm>
            <a:custGeom>
              <a:avLst/>
              <a:gdLst>
                <a:gd name="T0" fmla="*/ 2 w 69"/>
                <a:gd name="T1" fmla="*/ 84 h 94"/>
                <a:gd name="T2" fmla="*/ 10 w 69"/>
                <a:gd name="T3" fmla="*/ 84 h 94"/>
                <a:gd name="T4" fmla="*/ 11 w 69"/>
                <a:gd name="T5" fmla="*/ 11 h 94"/>
                <a:gd name="T6" fmla="*/ 0 w 69"/>
                <a:gd name="T7" fmla="*/ 11 h 94"/>
                <a:gd name="T8" fmla="*/ 0 w 69"/>
                <a:gd name="T9" fmla="*/ 0 h 94"/>
                <a:gd name="T10" fmla="*/ 24 w 69"/>
                <a:gd name="T11" fmla="*/ 0 h 94"/>
                <a:gd name="T12" fmla="*/ 24 w 69"/>
                <a:gd name="T13" fmla="*/ 58 h 94"/>
                <a:gd name="T14" fmla="*/ 46 w 69"/>
                <a:gd name="T15" fmla="*/ 41 h 94"/>
                <a:gd name="T16" fmla="*/ 46 w 69"/>
                <a:gd name="T17" fmla="*/ 41 h 94"/>
                <a:gd name="T18" fmla="*/ 37 w 69"/>
                <a:gd name="T19" fmla="*/ 41 h 94"/>
                <a:gd name="T20" fmla="*/ 37 w 69"/>
                <a:gd name="T21" fmla="*/ 31 h 94"/>
                <a:gd name="T22" fmla="*/ 67 w 69"/>
                <a:gd name="T23" fmla="*/ 31 h 94"/>
                <a:gd name="T24" fmla="*/ 67 w 69"/>
                <a:gd name="T25" fmla="*/ 41 h 94"/>
                <a:gd name="T26" fmla="*/ 60 w 69"/>
                <a:gd name="T27" fmla="*/ 41 h 94"/>
                <a:gd name="T28" fmla="*/ 38 w 69"/>
                <a:gd name="T29" fmla="*/ 59 h 94"/>
                <a:gd name="T30" fmla="*/ 62 w 69"/>
                <a:gd name="T31" fmla="*/ 84 h 94"/>
                <a:gd name="T32" fmla="*/ 69 w 69"/>
                <a:gd name="T33" fmla="*/ 84 h 94"/>
                <a:gd name="T34" fmla="*/ 69 w 69"/>
                <a:gd name="T35" fmla="*/ 94 h 94"/>
                <a:gd name="T36" fmla="*/ 39 w 69"/>
                <a:gd name="T37" fmla="*/ 94 h 94"/>
                <a:gd name="T38" fmla="*/ 39 w 69"/>
                <a:gd name="T39" fmla="*/ 84 h 94"/>
                <a:gd name="T40" fmla="*/ 46 w 69"/>
                <a:gd name="T41" fmla="*/ 84 h 94"/>
                <a:gd name="T42" fmla="*/ 24 w 69"/>
                <a:gd name="T43" fmla="*/ 62 h 94"/>
                <a:gd name="T44" fmla="*/ 24 w 69"/>
                <a:gd name="T45" fmla="*/ 84 h 94"/>
                <a:gd name="T46" fmla="*/ 31 w 69"/>
                <a:gd name="T47" fmla="*/ 84 h 94"/>
                <a:gd name="T48" fmla="*/ 31 w 69"/>
                <a:gd name="T49" fmla="*/ 94 h 94"/>
                <a:gd name="T50" fmla="*/ 2 w 69"/>
                <a:gd name="T51" fmla="*/ 94 h 94"/>
                <a:gd name="T52" fmla="*/ 2 w 69"/>
                <a:gd name="T53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" h="94">
                  <a:moveTo>
                    <a:pt x="2" y="84"/>
                  </a:moveTo>
                  <a:lnTo>
                    <a:pt x="10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4" y="58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37" y="41"/>
                  </a:lnTo>
                  <a:lnTo>
                    <a:pt x="37" y="31"/>
                  </a:lnTo>
                  <a:lnTo>
                    <a:pt x="67" y="31"/>
                  </a:lnTo>
                  <a:lnTo>
                    <a:pt x="67" y="41"/>
                  </a:lnTo>
                  <a:lnTo>
                    <a:pt x="60" y="41"/>
                  </a:lnTo>
                  <a:lnTo>
                    <a:pt x="38" y="59"/>
                  </a:lnTo>
                  <a:lnTo>
                    <a:pt x="62" y="84"/>
                  </a:lnTo>
                  <a:lnTo>
                    <a:pt x="69" y="84"/>
                  </a:lnTo>
                  <a:lnTo>
                    <a:pt x="69" y="94"/>
                  </a:lnTo>
                  <a:lnTo>
                    <a:pt x="39" y="94"/>
                  </a:lnTo>
                  <a:lnTo>
                    <a:pt x="39" y="84"/>
                  </a:lnTo>
                  <a:lnTo>
                    <a:pt x="46" y="84"/>
                  </a:lnTo>
                  <a:lnTo>
                    <a:pt x="24" y="62"/>
                  </a:lnTo>
                  <a:lnTo>
                    <a:pt x="24" y="84"/>
                  </a:lnTo>
                  <a:lnTo>
                    <a:pt x="31" y="84"/>
                  </a:lnTo>
                  <a:lnTo>
                    <a:pt x="31" y="94"/>
                  </a:lnTo>
                  <a:lnTo>
                    <a:pt x="2" y="94"/>
                  </a:lnTo>
                  <a:lnTo>
                    <a:pt x="2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" name="Freeform 10">
              <a:extLst>
                <a:ext uri="{FF2B5EF4-FFF2-40B4-BE49-F238E27FC236}">
                  <a16:creationId xmlns:a16="http://schemas.microsoft.com/office/drawing/2014/main" id="{ED43DEEA-8287-4EA4-B4C7-5BA9E6C20D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635663" y="12653963"/>
              <a:ext cx="117475" cy="149225"/>
            </a:xfrm>
            <a:custGeom>
              <a:avLst/>
              <a:gdLst>
                <a:gd name="T0" fmla="*/ 3 w 153"/>
                <a:gd name="T1" fmla="*/ 173 h 194"/>
                <a:gd name="T2" fmla="*/ 18 w 153"/>
                <a:gd name="T3" fmla="*/ 173 h 194"/>
                <a:gd name="T4" fmla="*/ 19 w 153"/>
                <a:gd name="T5" fmla="*/ 21 h 194"/>
                <a:gd name="T6" fmla="*/ 0 w 153"/>
                <a:gd name="T7" fmla="*/ 21 h 194"/>
                <a:gd name="T8" fmla="*/ 0 w 153"/>
                <a:gd name="T9" fmla="*/ 0 h 194"/>
                <a:gd name="T10" fmla="*/ 48 w 153"/>
                <a:gd name="T11" fmla="*/ 0 h 194"/>
                <a:gd name="T12" fmla="*/ 48 w 153"/>
                <a:gd name="T13" fmla="*/ 63 h 194"/>
                <a:gd name="T14" fmla="*/ 44 w 153"/>
                <a:gd name="T15" fmla="*/ 92 h 194"/>
                <a:gd name="T16" fmla="*/ 45 w 153"/>
                <a:gd name="T17" fmla="*/ 92 h 194"/>
                <a:gd name="T18" fmla="*/ 91 w 153"/>
                <a:gd name="T19" fmla="*/ 60 h 194"/>
                <a:gd name="T20" fmla="*/ 137 w 153"/>
                <a:gd name="T21" fmla="*/ 110 h 194"/>
                <a:gd name="T22" fmla="*/ 136 w 153"/>
                <a:gd name="T23" fmla="*/ 173 h 194"/>
                <a:gd name="T24" fmla="*/ 153 w 153"/>
                <a:gd name="T25" fmla="*/ 173 h 194"/>
                <a:gd name="T26" fmla="*/ 153 w 153"/>
                <a:gd name="T27" fmla="*/ 194 h 194"/>
                <a:gd name="T28" fmla="*/ 93 w 153"/>
                <a:gd name="T29" fmla="*/ 194 h 194"/>
                <a:gd name="T30" fmla="*/ 93 w 153"/>
                <a:gd name="T31" fmla="*/ 173 h 194"/>
                <a:gd name="T32" fmla="*/ 107 w 153"/>
                <a:gd name="T33" fmla="*/ 173 h 194"/>
                <a:gd name="T34" fmla="*/ 108 w 153"/>
                <a:gd name="T35" fmla="*/ 115 h 194"/>
                <a:gd name="T36" fmla="*/ 82 w 153"/>
                <a:gd name="T37" fmla="*/ 83 h 194"/>
                <a:gd name="T38" fmla="*/ 47 w 153"/>
                <a:gd name="T39" fmla="*/ 123 h 194"/>
                <a:gd name="T40" fmla="*/ 46 w 153"/>
                <a:gd name="T41" fmla="*/ 173 h 194"/>
                <a:gd name="T42" fmla="*/ 64 w 153"/>
                <a:gd name="T43" fmla="*/ 173 h 194"/>
                <a:gd name="T44" fmla="*/ 64 w 153"/>
                <a:gd name="T45" fmla="*/ 194 h 194"/>
                <a:gd name="T46" fmla="*/ 3 w 153"/>
                <a:gd name="T47" fmla="*/ 194 h 194"/>
                <a:gd name="T48" fmla="*/ 3 w 153"/>
                <a:gd name="T49" fmla="*/ 1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3" h="194">
                  <a:moveTo>
                    <a:pt x="3" y="173"/>
                  </a:moveTo>
                  <a:cubicBezTo>
                    <a:pt x="18" y="173"/>
                    <a:pt x="18" y="173"/>
                    <a:pt x="18" y="173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71"/>
                    <a:pt x="46" y="81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50" y="75"/>
                    <a:pt x="65" y="60"/>
                    <a:pt x="91" y="60"/>
                  </a:cubicBezTo>
                  <a:cubicBezTo>
                    <a:pt x="122" y="60"/>
                    <a:pt x="137" y="79"/>
                    <a:pt x="137" y="110"/>
                  </a:cubicBezTo>
                  <a:cubicBezTo>
                    <a:pt x="137" y="131"/>
                    <a:pt x="136" y="152"/>
                    <a:pt x="136" y="173"/>
                  </a:cubicBezTo>
                  <a:cubicBezTo>
                    <a:pt x="153" y="173"/>
                    <a:pt x="153" y="173"/>
                    <a:pt x="153" y="173"/>
                  </a:cubicBezTo>
                  <a:cubicBezTo>
                    <a:pt x="153" y="194"/>
                    <a:pt x="153" y="194"/>
                    <a:pt x="153" y="194"/>
                  </a:cubicBezTo>
                  <a:cubicBezTo>
                    <a:pt x="93" y="194"/>
                    <a:pt x="93" y="194"/>
                    <a:pt x="93" y="194"/>
                  </a:cubicBezTo>
                  <a:cubicBezTo>
                    <a:pt x="93" y="173"/>
                    <a:pt x="93" y="173"/>
                    <a:pt x="93" y="173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8" y="154"/>
                    <a:pt x="108" y="134"/>
                    <a:pt x="108" y="115"/>
                  </a:cubicBezTo>
                  <a:cubicBezTo>
                    <a:pt x="108" y="97"/>
                    <a:pt x="100" y="83"/>
                    <a:pt x="82" y="83"/>
                  </a:cubicBezTo>
                  <a:cubicBezTo>
                    <a:pt x="63" y="83"/>
                    <a:pt x="48" y="99"/>
                    <a:pt x="47" y="123"/>
                  </a:cubicBezTo>
                  <a:cubicBezTo>
                    <a:pt x="46" y="173"/>
                    <a:pt x="46" y="173"/>
                    <a:pt x="46" y="173"/>
                  </a:cubicBezTo>
                  <a:cubicBezTo>
                    <a:pt x="64" y="173"/>
                    <a:pt x="64" y="173"/>
                    <a:pt x="64" y="173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3" y="194"/>
                    <a:pt x="3" y="194"/>
                    <a:pt x="3" y="194"/>
                  </a:cubicBezTo>
                  <a:lnTo>
                    <a:pt x="3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" name="Freeform 11">
              <a:extLst>
                <a:ext uri="{FF2B5EF4-FFF2-40B4-BE49-F238E27FC236}">
                  <a16:creationId xmlns:a16="http://schemas.microsoft.com/office/drawing/2014/main" id="{A63ABED7-A73D-4DD1-B4FE-DFF26FED082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764250" y="12700000"/>
              <a:ext cx="101600" cy="106362"/>
            </a:xfrm>
            <a:custGeom>
              <a:avLst/>
              <a:gdLst>
                <a:gd name="T0" fmla="*/ 68 w 133"/>
                <a:gd name="T1" fmla="*/ 0 h 137"/>
                <a:gd name="T2" fmla="*/ 133 w 133"/>
                <a:gd name="T3" fmla="*/ 69 h 137"/>
                <a:gd name="T4" fmla="*/ 65 w 133"/>
                <a:gd name="T5" fmla="*/ 137 h 137"/>
                <a:gd name="T6" fmla="*/ 0 w 133"/>
                <a:gd name="T7" fmla="*/ 71 h 137"/>
                <a:gd name="T8" fmla="*/ 68 w 133"/>
                <a:gd name="T9" fmla="*/ 0 h 137"/>
                <a:gd name="T10" fmla="*/ 66 w 133"/>
                <a:gd name="T11" fmla="*/ 113 h 137"/>
                <a:gd name="T12" fmla="*/ 103 w 133"/>
                <a:gd name="T13" fmla="*/ 66 h 137"/>
                <a:gd name="T14" fmla="*/ 68 w 133"/>
                <a:gd name="T15" fmla="*/ 23 h 137"/>
                <a:gd name="T16" fmla="*/ 29 w 133"/>
                <a:gd name="T17" fmla="*/ 70 h 137"/>
                <a:gd name="T18" fmla="*/ 66 w 133"/>
                <a:gd name="T19" fmla="*/ 11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7">
                  <a:moveTo>
                    <a:pt x="68" y="0"/>
                  </a:moveTo>
                  <a:cubicBezTo>
                    <a:pt x="117" y="0"/>
                    <a:pt x="133" y="37"/>
                    <a:pt x="133" y="69"/>
                  </a:cubicBezTo>
                  <a:cubicBezTo>
                    <a:pt x="133" y="106"/>
                    <a:pt x="110" y="137"/>
                    <a:pt x="65" y="137"/>
                  </a:cubicBezTo>
                  <a:cubicBezTo>
                    <a:pt x="18" y="137"/>
                    <a:pt x="0" y="104"/>
                    <a:pt x="0" y="71"/>
                  </a:cubicBezTo>
                  <a:cubicBezTo>
                    <a:pt x="0" y="28"/>
                    <a:pt x="28" y="0"/>
                    <a:pt x="68" y="0"/>
                  </a:cubicBezTo>
                  <a:moveTo>
                    <a:pt x="66" y="113"/>
                  </a:moveTo>
                  <a:cubicBezTo>
                    <a:pt x="92" y="113"/>
                    <a:pt x="103" y="92"/>
                    <a:pt x="103" y="66"/>
                  </a:cubicBezTo>
                  <a:cubicBezTo>
                    <a:pt x="103" y="36"/>
                    <a:pt x="87" y="23"/>
                    <a:pt x="68" y="23"/>
                  </a:cubicBezTo>
                  <a:cubicBezTo>
                    <a:pt x="40" y="23"/>
                    <a:pt x="29" y="47"/>
                    <a:pt x="29" y="70"/>
                  </a:cubicBezTo>
                  <a:cubicBezTo>
                    <a:pt x="29" y="92"/>
                    <a:pt x="40" y="113"/>
                    <a:pt x="66" y="1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" name="Freeform 12">
              <a:extLst>
                <a:ext uri="{FF2B5EF4-FFF2-40B4-BE49-F238E27FC236}">
                  <a16:creationId xmlns:a16="http://schemas.microsoft.com/office/drawing/2014/main" id="{7669AA1D-E608-4670-A495-AFB47DD395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875375" y="12653963"/>
              <a:ext cx="52387" cy="149225"/>
            </a:xfrm>
            <a:custGeom>
              <a:avLst/>
              <a:gdLst>
                <a:gd name="T0" fmla="*/ 3 w 33"/>
                <a:gd name="T1" fmla="*/ 84 h 94"/>
                <a:gd name="T2" fmla="*/ 11 w 33"/>
                <a:gd name="T3" fmla="*/ 84 h 94"/>
                <a:gd name="T4" fmla="*/ 11 w 33"/>
                <a:gd name="T5" fmla="*/ 11 h 94"/>
                <a:gd name="T6" fmla="*/ 0 w 33"/>
                <a:gd name="T7" fmla="*/ 11 h 94"/>
                <a:gd name="T8" fmla="*/ 0 w 33"/>
                <a:gd name="T9" fmla="*/ 0 h 94"/>
                <a:gd name="T10" fmla="*/ 25 w 33"/>
                <a:gd name="T11" fmla="*/ 0 h 94"/>
                <a:gd name="T12" fmla="*/ 24 w 33"/>
                <a:gd name="T13" fmla="*/ 84 h 94"/>
                <a:gd name="T14" fmla="*/ 33 w 33"/>
                <a:gd name="T15" fmla="*/ 84 h 94"/>
                <a:gd name="T16" fmla="*/ 33 w 33"/>
                <a:gd name="T17" fmla="*/ 94 h 94"/>
                <a:gd name="T18" fmla="*/ 3 w 33"/>
                <a:gd name="T19" fmla="*/ 94 h 94"/>
                <a:gd name="T20" fmla="*/ 3 w 33"/>
                <a:gd name="T21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94">
                  <a:moveTo>
                    <a:pt x="3" y="84"/>
                  </a:moveTo>
                  <a:lnTo>
                    <a:pt x="11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5" y="0"/>
                  </a:lnTo>
                  <a:lnTo>
                    <a:pt x="24" y="84"/>
                  </a:lnTo>
                  <a:lnTo>
                    <a:pt x="33" y="84"/>
                  </a:lnTo>
                  <a:lnTo>
                    <a:pt x="33" y="94"/>
                  </a:lnTo>
                  <a:lnTo>
                    <a:pt x="3" y="94"/>
                  </a:lnTo>
                  <a:lnTo>
                    <a:pt x="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" name="Freeform 13">
              <a:extLst>
                <a:ext uri="{FF2B5EF4-FFF2-40B4-BE49-F238E27FC236}">
                  <a16:creationId xmlns:a16="http://schemas.microsoft.com/office/drawing/2014/main" id="{887D0DF2-20DF-4285-9945-3D1D5F68D7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40463" y="12700000"/>
              <a:ext cx="180975" cy="103187"/>
            </a:xfrm>
            <a:custGeom>
              <a:avLst/>
              <a:gdLst>
                <a:gd name="T0" fmla="*/ 3 w 236"/>
                <a:gd name="T1" fmla="*/ 113 h 134"/>
                <a:gd name="T2" fmla="*/ 17 w 236"/>
                <a:gd name="T3" fmla="*/ 113 h 134"/>
                <a:gd name="T4" fmla="*/ 18 w 236"/>
                <a:gd name="T5" fmla="*/ 23 h 134"/>
                <a:gd name="T6" fmla="*/ 0 w 236"/>
                <a:gd name="T7" fmla="*/ 23 h 134"/>
                <a:gd name="T8" fmla="*/ 0 w 236"/>
                <a:gd name="T9" fmla="*/ 3 h 134"/>
                <a:gd name="T10" fmla="*/ 46 w 236"/>
                <a:gd name="T11" fmla="*/ 3 h 134"/>
                <a:gd name="T12" fmla="*/ 44 w 236"/>
                <a:gd name="T13" fmla="*/ 32 h 134"/>
                <a:gd name="T14" fmla="*/ 44 w 236"/>
                <a:gd name="T15" fmla="*/ 32 h 134"/>
                <a:gd name="T16" fmla="*/ 89 w 236"/>
                <a:gd name="T17" fmla="*/ 0 h 134"/>
                <a:gd name="T18" fmla="*/ 129 w 236"/>
                <a:gd name="T19" fmla="*/ 29 h 134"/>
                <a:gd name="T20" fmla="*/ 130 w 236"/>
                <a:gd name="T21" fmla="*/ 29 h 134"/>
                <a:gd name="T22" fmla="*/ 175 w 236"/>
                <a:gd name="T23" fmla="*/ 0 h 134"/>
                <a:gd name="T24" fmla="*/ 220 w 236"/>
                <a:gd name="T25" fmla="*/ 50 h 134"/>
                <a:gd name="T26" fmla="*/ 219 w 236"/>
                <a:gd name="T27" fmla="*/ 113 h 134"/>
                <a:gd name="T28" fmla="*/ 236 w 236"/>
                <a:gd name="T29" fmla="*/ 113 h 134"/>
                <a:gd name="T30" fmla="*/ 236 w 236"/>
                <a:gd name="T31" fmla="*/ 134 h 134"/>
                <a:gd name="T32" fmla="*/ 176 w 236"/>
                <a:gd name="T33" fmla="*/ 134 h 134"/>
                <a:gd name="T34" fmla="*/ 176 w 236"/>
                <a:gd name="T35" fmla="*/ 113 h 134"/>
                <a:gd name="T36" fmla="*/ 191 w 236"/>
                <a:gd name="T37" fmla="*/ 113 h 134"/>
                <a:gd name="T38" fmla="*/ 192 w 236"/>
                <a:gd name="T39" fmla="*/ 55 h 134"/>
                <a:gd name="T40" fmla="*/ 165 w 236"/>
                <a:gd name="T41" fmla="*/ 23 h 134"/>
                <a:gd name="T42" fmla="*/ 133 w 236"/>
                <a:gd name="T43" fmla="*/ 63 h 134"/>
                <a:gd name="T44" fmla="*/ 133 w 236"/>
                <a:gd name="T45" fmla="*/ 113 h 134"/>
                <a:gd name="T46" fmla="*/ 149 w 236"/>
                <a:gd name="T47" fmla="*/ 113 h 134"/>
                <a:gd name="T48" fmla="*/ 149 w 236"/>
                <a:gd name="T49" fmla="*/ 134 h 134"/>
                <a:gd name="T50" fmla="*/ 90 w 236"/>
                <a:gd name="T51" fmla="*/ 134 h 134"/>
                <a:gd name="T52" fmla="*/ 90 w 236"/>
                <a:gd name="T53" fmla="*/ 113 h 134"/>
                <a:gd name="T54" fmla="*/ 104 w 236"/>
                <a:gd name="T55" fmla="*/ 113 h 134"/>
                <a:gd name="T56" fmla="*/ 105 w 236"/>
                <a:gd name="T57" fmla="*/ 60 h 134"/>
                <a:gd name="T58" fmla="*/ 79 w 236"/>
                <a:gd name="T59" fmla="*/ 23 h 134"/>
                <a:gd name="T60" fmla="*/ 46 w 236"/>
                <a:gd name="T61" fmla="*/ 63 h 134"/>
                <a:gd name="T62" fmla="*/ 46 w 236"/>
                <a:gd name="T63" fmla="*/ 113 h 134"/>
                <a:gd name="T64" fmla="*/ 63 w 236"/>
                <a:gd name="T65" fmla="*/ 113 h 134"/>
                <a:gd name="T66" fmla="*/ 63 w 236"/>
                <a:gd name="T67" fmla="*/ 134 h 134"/>
                <a:gd name="T68" fmla="*/ 3 w 236"/>
                <a:gd name="T69" fmla="*/ 134 h 134"/>
                <a:gd name="T70" fmla="*/ 3 w 236"/>
                <a:gd name="T71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6" h="134">
                  <a:moveTo>
                    <a:pt x="3" y="113"/>
                  </a:moveTo>
                  <a:cubicBezTo>
                    <a:pt x="17" y="113"/>
                    <a:pt x="17" y="113"/>
                    <a:pt x="17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5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9" y="12"/>
                    <a:pt x="67" y="0"/>
                    <a:pt x="89" y="0"/>
                  </a:cubicBezTo>
                  <a:cubicBezTo>
                    <a:pt x="115" y="0"/>
                    <a:pt x="127" y="13"/>
                    <a:pt x="129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6" y="10"/>
                    <a:pt x="153" y="0"/>
                    <a:pt x="175" y="0"/>
                  </a:cubicBezTo>
                  <a:cubicBezTo>
                    <a:pt x="205" y="0"/>
                    <a:pt x="220" y="19"/>
                    <a:pt x="220" y="50"/>
                  </a:cubicBezTo>
                  <a:cubicBezTo>
                    <a:pt x="220" y="71"/>
                    <a:pt x="220" y="92"/>
                    <a:pt x="219" y="113"/>
                  </a:cubicBezTo>
                  <a:cubicBezTo>
                    <a:pt x="236" y="113"/>
                    <a:pt x="236" y="113"/>
                    <a:pt x="236" y="113"/>
                  </a:cubicBezTo>
                  <a:cubicBezTo>
                    <a:pt x="236" y="134"/>
                    <a:pt x="236" y="134"/>
                    <a:pt x="236" y="134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91" y="113"/>
                    <a:pt x="191" y="113"/>
                    <a:pt x="191" y="113"/>
                  </a:cubicBezTo>
                  <a:cubicBezTo>
                    <a:pt x="191" y="94"/>
                    <a:pt x="192" y="74"/>
                    <a:pt x="192" y="55"/>
                  </a:cubicBezTo>
                  <a:cubicBezTo>
                    <a:pt x="192" y="37"/>
                    <a:pt x="183" y="23"/>
                    <a:pt x="165" y="23"/>
                  </a:cubicBezTo>
                  <a:cubicBezTo>
                    <a:pt x="146" y="23"/>
                    <a:pt x="134" y="39"/>
                    <a:pt x="133" y="63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9" y="134"/>
                    <a:pt x="149" y="134"/>
                    <a:pt x="149" y="134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5" y="40"/>
                    <a:pt x="100" y="23"/>
                    <a:pt x="79" y="23"/>
                  </a:cubicBezTo>
                  <a:cubicBezTo>
                    <a:pt x="62" y="23"/>
                    <a:pt x="46" y="39"/>
                    <a:pt x="46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" name="Freeform 14">
              <a:extLst>
                <a:ext uri="{FF2B5EF4-FFF2-40B4-BE49-F238E27FC236}">
                  <a16:creationId xmlns:a16="http://schemas.microsoft.com/office/drawing/2014/main" id="{810397F4-CFC5-44D5-B591-06AC727C16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89700" y="12668250"/>
              <a:ext cx="119062" cy="134937"/>
            </a:xfrm>
            <a:custGeom>
              <a:avLst/>
              <a:gdLst>
                <a:gd name="T0" fmla="*/ 0 w 154"/>
                <a:gd name="T1" fmla="*/ 156 h 177"/>
                <a:gd name="T2" fmla="*/ 18 w 154"/>
                <a:gd name="T3" fmla="*/ 156 h 177"/>
                <a:gd name="T4" fmla="*/ 19 w 154"/>
                <a:gd name="T5" fmla="*/ 21 h 177"/>
                <a:gd name="T6" fmla="*/ 0 w 154"/>
                <a:gd name="T7" fmla="*/ 21 h 177"/>
                <a:gd name="T8" fmla="*/ 0 w 154"/>
                <a:gd name="T9" fmla="*/ 0 h 177"/>
                <a:gd name="T10" fmla="*/ 79 w 154"/>
                <a:gd name="T11" fmla="*/ 0 h 177"/>
                <a:gd name="T12" fmla="*/ 132 w 154"/>
                <a:gd name="T13" fmla="*/ 47 h 177"/>
                <a:gd name="T14" fmla="*/ 90 w 154"/>
                <a:gd name="T15" fmla="*/ 94 h 177"/>
                <a:gd name="T16" fmla="*/ 90 w 154"/>
                <a:gd name="T17" fmla="*/ 94 h 177"/>
                <a:gd name="T18" fmla="*/ 112 w 154"/>
                <a:gd name="T19" fmla="*/ 113 h 177"/>
                <a:gd name="T20" fmla="*/ 132 w 154"/>
                <a:gd name="T21" fmla="*/ 145 h 177"/>
                <a:gd name="T22" fmla="*/ 147 w 154"/>
                <a:gd name="T23" fmla="*/ 156 h 177"/>
                <a:gd name="T24" fmla="*/ 154 w 154"/>
                <a:gd name="T25" fmla="*/ 156 h 177"/>
                <a:gd name="T26" fmla="*/ 154 w 154"/>
                <a:gd name="T27" fmla="*/ 177 h 177"/>
                <a:gd name="T28" fmla="*/ 137 w 154"/>
                <a:gd name="T29" fmla="*/ 177 h 177"/>
                <a:gd name="T30" fmla="*/ 105 w 154"/>
                <a:gd name="T31" fmla="*/ 158 h 177"/>
                <a:gd name="T32" fmla="*/ 81 w 154"/>
                <a:gd name="T33" fmla="*/ 117 h 177"/>
                <a:gd name="T34" fmla="*/ 62 w 154"/>
                <a:gd name="T35" fmla="*/ 102 h 177"/>
                <a:gd name="T36" fmla="*/ 47 w 154"/>
                <a:gd name="T37" fmla="*/ 102 h 177"/>
                <a:gd name="T38" fmla="*/ 46 w 154"/>
                <a:gd name="T39" fmla="*/ 156 h 177"/>
                <a:gd name="T40" fmla="*/ 66 w 154"/>
                <a:gd name="T41" fmla="*/ 156 h 177"/>
                <a:gd name="T42" fmla="*/ 66 w 154"/>
                <a:gd name="T43" fmla="*/ 177 h 177"/>
                <a:gd name="T44" fmla="*/ 0 w 154"/>
                <a:gd name="T45" fmla="*/ 177 h 177"/>
                <a:gd name="T46" fmla="*/ 0 w 154"/>
                <a:gd name="T47" fmla="*/ 156 h 177"/>
                <a:gd name="T48" fmla="*/ 68 w 154"/>
                <a:gd name="T49" fmla="*/ 79 h 177"/>
                <a:gd name="T50" fmla="*/ 102 w 154"/>
                <a:gd name="T51" fmla="*/ 50 h 177"/>
                <a:gd name="T52" fmla="*/ 70 w 154"/>
                <a:gd name="T53" fmla="*/ 21 h 177"/>
                <a:gd name="T54" fmla="*/ 47 w 154"/>
                <a:gd name="T55" fmla="*/ 21 h 177"/>
                <a:gd name="T56" fmla="*/ 47 w 154"/>
                <a:gd name="T57" fmla="*/ 79 h 177"/>
                <a:gd name="T58" fmla="*/ 68 w 154"/>
                <a:gd name="T59" fmla="*/ 7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4" h="177">
                  <a:moveTo>
                    <a:pt x="0" y="156"/>
                  </a:moveTo>
                  <a:cubicBezTo>
                    <a:pt x="18" y="156"/>
                    <a:pt x="18" y="156"/>
                    <a:pt x="18" y="156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115" y="0"/>
                    <a:pt x="132" y="21"/>
                    <a:pt x="132" y="47"/>
                  </a:cubicBezTo>
                  <a:cubicBezTo>
                    <a:pt x="132" y="77"/>
                    <a:pt x="112" y="91"/>
                    <a:pt x="90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100" y="95"/>
                    <a:pt x="106" y="103"/>
                    <a:pt x="112" y="113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7" y="154"/>
                    <a:pt x="141" y="156"/>
                    <a:pt x="147" y="156"/>
                  </a:cubicBezTo>
                  <a:cubicBezTo>
                    <a:pt x="154" y="156"/>
                    <a:pt x="154" y="156"/>
                    <a:pt x="154" y="156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37" y="177"/>
                    <a:pt x="137" y="177"/>
                    <a:pt x="137" y="177"/>
                  </a:cubicBezTo>
                  <a:cubicBezTo>
                    <a:pt x="122" y="177"/>
                    <a:pt x="116" y="175"/>
                    <a:pt x="105" y="158"/>
                  </a:cubicBezTo>
                  <a:cubicBezTo>
                    <a:pt x="81" y="117"/>
                    <a:pt x="81" y="117"/>
                    <a:pt x="81" y="117"/>
                  </a:cubicBezTo>
                  <a:cubicBezTo>
                    <a:pt x="74" y="104"/>
                    <a:pt x="70" y="102"/>
                    <a:pt x="62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0" y="177"/>
                    <a:pt x="0" y="177"/>
                    <a:pt x="0" y="177"/>
                  </a:cubicBezTo>
                  <a:lnTo>
                    <a:pt x="0" y="156"/>
                  </a:lnTo>
                  <a:close/>
                  <a:moveTo>
                    <a:pt x="68" y="79"/>
                  </a:moveTo>
                  <a:cubicBezTo>
                    <a:pt x="88" y="79"/>
                    <a:pt x="102" y="69"/>
                    <a:pt x="102" y="50"/>
                  </a:cubicBezTo>
                  <a:cubicBezTo>
                    <a:pt x="102" y="32"/>
                    <a:pt x="91" y="21"/>
                    <a:pt x="70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79"/>
                    <a:pt x="47" y="79"/>
                    <a:pt x="47" y="79"/>
                  </a:cubicBezTo>
                  <a:lnTo>
                    <a:pt x="68" y="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" name="Freeform 15">
              <a:extLst>
                <a:ext uri="{FF2B5EF4-FFF2-40B4-BE49-F238E27FC236}">
                  <a16:creationId xmlns:a16="http://schemas.microsoft.com/office/drawing/2014/main" id="{728F176E-16F3-4651-9BC7-F9103BFA3CA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15113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4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4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5" name="Freeform 16">
              <a:extLst>
                <a:ext uri="{FF2B5EF4-FFF2-40B4-BE49-F238E27FC236}">
                  <a16:creationId xmlns:a16="http://schemas.microsoft.com/office/drawing/2014/main" id="{9EF44DE6-2D23-4524-B103-5193E15664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24650" y="12700000"/>
              <a:ext cx="82550" cy="106362"/>
            </a:xfrm>
            <a:custGeom>
              <a:avLst/>
              <a:gdLst>
                <a:gd name="T0" fmla="*/ 77 w 109"/>
                <a:gd name="T1" fmla="*/ 40 h 137"/>
                <a:gd name="T2" fmla="*/ 76 w 109"/>
                <a:gd name="T3" fmla="*/ 25 h 137"/>
                <a:gd name="T4" fmla="*/ 55 w 109"/>
                <a:gd name="T5" fmla="*/ 20 h 137"/>
                <a:gd name="T6" fmla="*/ 28 w 109"/>
                <a:gd name="T7" fmla="*/ 36 h 137"/>
                <a:gd name="T8" fmla="*/ 45 w 109"/>
                <a:gd name="T9" fmla="*/ 51 h 137"/>
                <a:gd name="T10" fmla="*/ 77 w 109"/>
                <a:gd name="T11" fmla="*/ 57 h 137"/>
                <a:gd name="T12" fmla="*/ 109 w 109"/>
                <a:gd name="T13" fmla="*/ 93 h 137"/>
                <a:gd name="T14" fmla="*/ 50 w 109"/>
                <a:gd name="T15" fmla="*/ 137 h 137"/>
                <a:gd name="T16" fmla="*/ 2 w 109"/>
                <a:gd name="T17" fmla="*/ 129 h 137"/>
                <a:gd name="T18" fmla="*/ 2 w 109"/>
                <a:gd name="T19" fmla="*/ 93 h 137"/>
                <a:gd name="T20" fmla="*/ 27 w 109"/>
                <a:gd name="T21" fmla="*/ 93 h 137"/>
                <a:gd name="T22" fmla="*/ 28 w 109"/>
                <a:gd name="T23" fmla="*/ 111 h 137"/>
                <a:gd name="T24" fmla="*/ 56 w 109"/>
                <a:gd name="T25" fmla="*/ 116 h 137"/>
                <a:gd name="T26" fmla="*/ 82 w 109"/>
                <a:gd name="T27" fmla="*/ 98 h 137"/>
                <a:gd name="T28" fmla="*/ 63 w 109"/>
                <a:gd name="T29" fmla="*/ 81 h 137"/>
                <a:gd name="T30" fmla="*/ 42 w 109"/>
                <a:gd name="T31" fmla="*/ 77 h 137"/>
                <a:gd name="T32" fmla="*/ 0 w 109"/>
                <a:gd name="T33" fmla="*/ 41 h 137"/>
                <a:gd name="T34" fmla="*/ 56 w 109"/>
                <a:gd name="T35" fmla="*/ 0 h 137"/>
                <a:gd name="T36" fmla="*/ 101 w 109"/>
                <a:gd name="T37" fmla="*/ 8 h 137"/>
                <a:gd name="T38" fmla="*/ 102 w 109"/>
                <a:gd name="T39" fmla="*/ 40 h 137"/>
                <a:gd name="T40" fmla="*/ 77 w 109"/>
                <a:gd name="T41" fmla="*/ 4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37">
                  <a:moveTo>
                    <a:pt x="77" y="40"/>
                  </a:moveTo>
                  <a:cubicBezTo>
                    <a:pt x="76" y="25"/>
                    <a:pt x="76" y="25"/>
                    <a:pt x="76" y="25"/>
                  </a:cubicBezTo>
                  <a:cubicBezTo>
                    <a:pt x="72" y="22"/>
                    <a:pt x="66" y="20"/>
                    <a:pt x="55" y="20"/>
                  </a:cubicBezTo>
                  <a:cubicBezTo>
                    <a:pt x="42" y="20"/>
                    <a:pt x="28" y="23"/>
                    <a:pt x="28" y="36"/>
                  </a:cubicBezTo>
                  <a:cubicBezTo>
                    <a:pt x="28" y="46"/>
                    <a:pt x="37" y="49"/>
                    <a:pt x="45" y="51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92" y="60"/>
                    <a:pt x="109" y="66"/>
                    <a:pt x="109" y="93"/>
                  </a:cubicBezTo>
                  <a:cubicBezTo>
                    <a:pt x="109" y="128"/>
                    <a:pt x="79" y="137"/>
                    <a:pt x="50" y="137"/>
                  </a:cubicBezTo>
                  <a:cubicBezTo>
                    <a:pt x="28" y="137"/>
                    <a:pt x="11" y="132"/>
                    <a:pt x="2" y="129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33" y="112"/>
                    <a:pt x="41" y="116"/>
                    <a:pt x="56" y="116"/>
                  </a:cubicBezTo>
                  <a:cubicBezTo>
                    <a:pt x="69" y="116"/>
                    <a:pt x="82" y="111"/>
                    <a:pt x="82" y="98"/>
                  </a:cubicBezTo>
                  <a:cubicBezTo>
                    <a:pt x="82" y="87"/>
                    <a:pt x="74" y="83"/>
                    <a:pt x="63" y="81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22" y="73"/>
                    <a:pt x="0" y="66"/>
                    <a:pt x="0" y="41"/>
                  </a:cubicBezTo>
                  <a:cubicBezTo>
                    <a:pt x="0" y="10"/>
                    <a:pt x="27" y="0"/>
                    <a:pt x="56" y="0"/>
                  </a:cubicBezTo>
                  <a:cubicBezTo>
                    <a:pt x="77" y="0"/>
                    <a:pt x="94" y="6"/>
                    <a:pt x="101" y="8"/>
                  </a:cubicBezTo>
                  <a:cubicBezTo>
                    <a:pt x="102" y="40"/>
                    <a:pt x="102" y="40"/>
                    <a:pt x="102" y="40"/>
                  </a:cubicBezTo>
                  <a:lnTo>
                    <a:pt x="77" y="4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6" name="Freeform 17">
              <a:extLst>
                <a:ext uri="{FF2B5EF4-FFF2-40B4-BE49-F238E27FC236}">
                  <a16:creationId xmlns:a16="http://schemas.microsoft.com/office/drawing/2014/main" id="{AD942A9C-A917-49A9-8907-8DB2BAF52B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521488" y="12652375"/>
              <a:ext cx="50800" cy="150812"/>
            </a:xfrm>
            <a:custGeom>
              <a:avLst/>
              <a:gdLst>
                <a:gd name="T0" fmla="*/ 3 w 66"/>
                <a:gd name="T1" fmla="*/ 176 h 197"/>
                <a:gd name="T2" fmla="*/ 20 w 66"/>
                <a:gd name="T3" fmla="*/ 176 h 197"/>
                <a:gd name="T4" fmla="*/ 20 w 66"/>
                <a:gd name="T5" fmla="*/ 86 h 197"/>
                <a:gd name="T6" fmla="*/ 0 w 66"/>
                <a:gd name="T7" fmla="*/ 86 h 197"/>
                <a:gd name="T8" fmla="*/ 0 w 66"/>
                <a:gd name="T9" fmla="*/ 66 h 197"/>
                <a:gd name="T10" fmla="*/ 49 w 66"/>
                <a:gd name="T11" fmla="*/ 66 h 197"/>
                <a:gd name="T12" fmla="*/ 48 w 66"/>
                <a:gd name="T13" fmla="*/ 176 h 197"/>
                <a:gd name="T14" fmla="*/ 66 w 66"/>
                <a:gd name="T15" fmla="*/ 176 h 197"/>
                <a:gd name="T16" fmla="*/ 66 w 66"/>
                <a:gd name="T17" fmla="*/ 197 h 197"/>
                <a:gd name="T18" fmla="*/ 3 w 66"/>
                <a:gd name="T19" fmla="*/ 197 h 197"/>
                <a:gd name="T20" fmla="*/ 3 w 66"/>
                <a:gd name="T21" fmla="*/ 176 h 197"/>
                <a:gd name="T22" fmla="*/ 34 w 66"/>
                <a:gd name="T23" fmla="*/ 0 h 197"/>
                <a:gd name="T24" fmla="*/ 54 w 66"/>
                <a:gd name="T25" fmla="*/ 19 h 197"/>
                <a:gd name="T26" fmla="*/ 34 w 66"/>
                <a:gd name="T27" fmla="*/ 39 h 197"/>
                <a:gd name="T28" fmla="*/ 15 w 66"/>
                <a:gd name="T29" fmla="*/ 19 h 197"/>
                <a:gd name="T30" fmla="*/ 34 w 66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97">
                  <a:moveTo>
                    <a:pt x="3" y="176"/>
                  </a:moveTo>
                  <a:cubicBezTo>
                    <a:pt x="20" y="176"/>
                    <a:pt x="20" y="176"/>
                    <a:pt x="20" y="17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176"/>
                    <a:pt x="48" y="176"/>
                    <a:pt x="48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3" y="197"/>
                    <a:pt x="3" y="197"/>
                    <a:pt x="3" y="197"/>
                  </a:cubicBezTo>
                  <a:lnTo>
                    <a:pt x="3" y="176"/>
                  </a:lnTo>
                  <a:close/>
                  <a:moveTo>
                    <a:pt x="34" y="0"/>
                  </a:moveTo>
                  <a:cubicBezTo>
                    <a:pt x="45" y="0"/>
                    <a:pt x="54" y="8"/>
                    <a:pt x="54" y="19"/>
                  </a:cubicBezTo>
                  <a:cubicBezTo>
                    <a:pt x="54" y="30"/>
                    <a:pt x="45" y="39"/>
                    <a:pt x="34" y="39"/>
                  </a:cubicBezTo>
                  <a:cubicBezTo>
                    <a:pt x="24" y="39"/>
                    <a:pt x="15" y="30"/>
                    <a:pt x="15" y="19"/>
                  </a:cubicBezTo>
                  <a:cubicBezTo>
                    <a:pt x="15" y="8"/>
                    <a:pt x="24" y="0"/>
                    <a:pt x="34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7" name="Freeform 18">
              <a:extLst>
                <a:ext uri="{FF2B5EF4-FFF2-40B4-BE49-F238E27FC236}">
                  <a16:creationId xmlns:a16="http://schemas.microsoft.com/office/drawing/2014/main" id="{316EA7C2-CC69-4938-B2AF-86747EE408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580225" y="12653963"/>
              <a:ext cx="52387" cy="149225"/>
            </a:xfrm>
            <a:custGeom>
              <a:avLst/>
              <a:gdLst>
                <a:gd name="T0" fmla="*/ 3 w 33"/>
                <a:gd name="T1" fmla="*/ 84 h 94"/>
                <a:gd name="T2" fmla="*/ 11 w 33"/>
                <a:gd name="T3" fmla="*/ 84 h 94"/>
                <a:gd name="T4" fmla="*/ 11 w 33"/>
                <a:gd name="T5" fmla="*/ 11 h 94"/>
                <a:gd name="T6" fmla="*/ 0 w 33"/>
                <a:gd name="T7" fmla="*/ 11 h 94"/>
                <a:gd name="T8" fmla="*/ 0 w 33"/>
                <a:gd name="T9" fmla="*/ 0 h 94"/>
                <a:gd name="T10" fmla="*/ 25 w 33"/>
                <a:gd name="T11" fmla="*/ 0 h 94"/>
                <a:gd name="T12" fmla="*/ 25 w 33"/>
                <a:gd name="T13" fmla="*/ 84 h 94"/>
                <a:gd name="T14" fmla="*/ 33 w 33"/>
                <a:gd name="T15" fmla="*/ 84 h 94"/>
                <a:gd name="T16" fmla="*/ 33 w 33"/>
                <a:gd name="T17" fmla="*/ 94 h 94"/>
                <a:gd name="T18" fmla="*/ 3 w 33"/>
                <a:gd name="T19" fmla="*/ 94 h 94"/>
                <a:gd name="T20" fmla="*/ 3 w 33"/>
                <a:gd name="T21" fmla="*/ 8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94">
                  <a:moveTo>
                    <a:pt x="3" y="84"/>
                  </a:moveTo>
                  <a:lnTo>
                    <a:pt x="11" y="84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5" y="0"/>
                  </a:lnTo>
                  <a:lnTo>
                    <a:pt x="25" y="84"/>
                  </a:lnTo>
                  <a:lnTo>
                    <a:pt x="33" y="84"/>
                  </a:lnTo>
                  <a:lnTo>
                    <a:pt x="33" y="94"/>
                  </a:lnTo>
                  <a:lnTo>
                    <a:pt x="3" y="94"/>
                  </a:lnTo>
                  <a:lnTo>
                    <a:pt x="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8" name="Freeform 19">
              <a:extLst>
                <a:ext uri="{FF2B5EF4-FFF2-40B4-BE49-F238E27FC236}">
                  <a16:creationId xmlns:a16="http://schemas.microsoft.com/office/drawing/2014/main" id="{354E58CB-425C-4107-BF9F-8F9884D0DE7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43725" y="12652375"/>
              <a:ext cx="49212" cy="150812"/>
            </a:xfrm>
            <a:custGeom>
              <a:avLst/>
              <a:gdLst>
                <a:gd name="T0" fmla="*/ 3 w 66"/>
                <a:gd name="T1" fmla="*/ 176 h 197"/>
                <a:gd name="T2" fmla="*/ 20 w 66"/>
                <a:gd name="T3" fmla="*/ 176 h 197"/>
                <a:gd name="T4" fmla="*/ 20 w 66"/>
                <a:gd name="T5" fmla="*/ 86 h 197"/>
                <a:gd name="T6" fmla="*/ 0 w 66"/>
                <a:gd name="T7" fmla="*/ 86 h 197"/>
                <a:gd name="T8" fmla="*/ 0 w 66"/>
                <a:gd name="T9" fmla="*/ 66 h 197"/>
                <a:gd name="T10" fmla="*/ 49 w 66"/>
                <a:gd name="T11" fmla="*/ 66 h 197"/>
                <a:gd name="T12" fmla="*/ 48 w 66"/>
                <a:gd name="T13" fmla="*/ 176 h 197"/>
                <a:gd name="T14" fmla="*/ 66 w 66"/>
                <a:gd name="T15" fmla="*/ 176 h 197"/>
                <a:gd name="T16" fmla="*/ 66 w 66"/>
                <a:gd name="T17" fmla="*/ 197 h 197"/>
                <a:gd name="T18" fmla="*/ 3 w 66"/>
                <a:gd name="T19" fmla="*/ 197 h 197"/>
                <a:gd name="T20" fmla="*/ 3 w 66"/>
                <a:gd name="T21" fmla="*/ 176 h 197"/>
                <a:gd name="T22" fmla="*/ 34 w 66"/>
                <a:gd name="T23" fmla="*/ 0 h 197"/>
                <a:gd name="T24" fmla="*/ 54 w 66"/>
                <a:gd name="T25" fmla="*/ 19 h 197"/>
                <a:gd name="T26" fmla="*/ 34 w 66"/>
                <a:gd name="T27" fmla="*/ 39 h 197"/>
                <a:gd name="T28" fmla="*/ 15 w 66"/>
                <a:gd name="T29" fmla="*/ 19 h 197"/>
                <a:gd name="T30" fmla="*/ 34 w 66"/>
                <a:gd name="T31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97">
                  <a:moveTo>
                    <a:pt x="3" y="176"/>
                  </a:moveTo>
                  <a:cubicBezTo>
                    <a:pt x="20" y="176"/>
                    <a:pt x="20" y="176"/>
                    <a:pt x="20" y="17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176"/>
                    <a:pt x="48" y="176"/>
                    <a:pt x="48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3" y="197"/>
                    <a:pt x="3" y="197"/>
                    <a:pt x="3" y="197"/>
                  </a:cubicBezTo>
                  <a:lnTo>
                    <a:pt x="3" y="176"/>
                  </a:lnTo>
                  <a:close/>
                  <a:moveTo>
                    <a:pt x="34" y="0"/>
                  </a:moveTo>
                  <a:cubicBezTo>
                    <a:pt x="45" y="0"/>
                    <a:pt x="54" y="8"/>
                    <a:pt x="54" y="19"/>
                  </a:cubicBezTo>
                  <a:cubicBezTo>
                    <a:pt x="54" y="30"/>
                    <a:pt x="45" y="39"/>
                    <a:pt x="34" y="39"/>
                  </a:cubicBezTo>
                  <a:cubicBezTo>
                    <a:pt x="24" y="39"/>
                    <a:pt x="15" y="30"/>
                    <a:pt x="15" y="19"/>
                  </a:cubicBezTo>
                  <a:cubicBezTo>
                    <a:pt x="15" y="8"/>
                    <a:pt x="24" y="0"/>
                    <a:pt x="34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9" name="Freeform 20">
              <a:extLst>
                <a:ext uri="{FF2B5EF4-FFF2-40B4-BE49-F238E27FC236}">
                  <a16:creationId xmlns:a16="http://schemas.microsoft.com/office/drawing/2014/main" id="{CEBF4D95-6A19-4E06-8DA6-23AF095CFF5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05638" y="12700000"/>
              <a:ext cx="93662" cy="106362"/>
            </a:xfrm>
            <a:custGeom>
              <a:avLst/>
              <a:gdLst>
                <a:gd name="T0" fmla="*/ 116 w 124"/>
                <a:gd name="T1" fmla="*/ 128 h 137"/>
                <a:gd name="T2" fmla="*/ 69 w 124"/>
                <a:gd name="T3" fmla="*/ 137 h 137"/>
                <a:gd name="T4" fmla="*/ 0 w 124"/>
                <a:gd name="T5" fmla="*/ 69 h 137"/>
                <a:gd name="T6" fmla="*/ 65 w 124"/>
                <a:gd name="T7" fmla="*/ 0 h 137"/>
                <a:gd name="T8" fmla="*/ 124 w 124"/>
                <a:gd name="T9" fmla="*/ 69 h 137"/>
                <a:gd name="T10" fmla="*/ 124 w 124"/>
                <a:gd name="T11" fmla="*/ 73 h 137"/>
                <a:gd name="T12" fmla="*/ 30 w 124"/>
                <a:gd name="T13" fmla="*/ 73 h 137"/>
                <a:gd name="T14" fmla="*/ 75 w 124"/>
                <a:gd name="T15" fmla="*/ 115 h 137"/>
                <a:gd name="T16" fmla="*/ 117 w 124"/>
                <a:gd name="T17" fmla="*/ 105 h 137"/>
                <a:gd name="T18" fmla="*/ 116 w 124"/>
                <a:gd name="T19" fmla="*/ 128 h 137"/>
                <a:gd name="T20" fmla="*/ 94 w 124"/>
                <a:gd name="T21" fmla="*/ 54 h 137"/>
                <a:gd name="T22" fmla="*/ 94 w 124"/>
                <a:gd name="T23" fmla="*/ 51 h 137"/>
                <a:gd name="T24" fmla="*/ 63 w 124"/>
                <a:gd name="T25" fmla="*/ 20 h 137"/>
                <a:gd name="T26" fmla="*/ 30 w 124"/>
                <a:gd name="T27" fmla="*/ 54 h 137"/>
                <a:gd name="T28" fmla="*/ 94 w 124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4" h="137">
                  <a:moveTo>
                    <a:pt x="116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5" y="0"/>
                  </a:cubicBezTo>
                  <a:cubicBezTo>
                    <a:pt x="104" y="0"/>
                    <a:pt x="124" y="28"/>
                    <a:pt x="124" y="69"/>
                  </a:cubicBezTo>
                  <a:cubicBezTo>
                    <a:pt x="124" y="73"/>
                    <a:pt x="124" y="73"/>
                    <a:pt x="124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5" y="115"/>
                  </a:cubicBezTo>
                  <a:cubicBezTo>
                    <a:pt x="91" y="115"/>
                    <a:pt x="106" y="110"/>
                    <a:pt x="117" y="105"/>
                  </a:cubicBezTo>
                  <a:lnTo>
                    <a:pt x="116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0" name="Freeform 21">
              <a:extLst>
                <a:ext uri="{FF2B5EF4-FFF2-40B4-BE49-F238E27FC236}">
                  <a16:creationId xmlns:a16="http://schemas.microsoft.com/office/drawing/2014/main" id="{E9D8A39B-5601-4053-8B70-D44A84A592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13588" y="12700000"/>
              <a:ext cx="115887" cy="103187"/>
            </a:xfrm>
            <a:custGeom>
              <a:avLst/>
              <a:gdLst>
                <a:gd name="T0" fmla="*/ 3 w 152"/>
                <a:gd name="T1" fmla="*/ 113 h 134"/>
                <a:gd name="T2" fmla="*/ 17 w 152"/>
                <a:gd name="T3" fmla="*/ 113 h 134"/>
                <a:gd name="T4" fmla="*/ 18 w 152"/>
                <a:gd name="T5" fmla="*/ 23 h 134"/>
                <a:gd name="T6" fmla="*/ 0 w 152"/>
                <a:gd name="T7" fmla="*/ 23 h 134"/>
                <a:gd name="T8" fmla="*/ 0 w 152"/>
                <a:gd name="T9" fmla="*/ 3 h 134"/>
                <a:gd name="T10" fmla="*/ 46 w 152"/>
                <a:gd name="T11" fmla="*/ 3 h 134"/>
                <a:gd name="T12" fmla="*/ 44 w 152"/>
                <a:gd name="T13" fmla="*/ 32 h 134"/>
                <a:gd name="T14" fmla="*/ 44 w 152"/>
                <a:gd name="T15" fmla="*/ 32 h 134"/>
                <a:gd name="T16" fmla="*/ 90 w 152"/>
                <a:gd name="T17" fmla="*/ 0 h 134"/>
                <a:gd name="T18" fmla="*/ 136 w 152"/>
                <a:gd name="T19" fmla="*/ 50 h 134"/>
                <a:gd name="T20" fmla="*/ 135 w 152"/>
                <a:gd name="T21" fmla="*/ 113 h 134"/>
                <a:gd name="T22" fmla="*/ 152 w 152"/>
                <a:gd name="T23" fmla="*/ 113 h 134"/>
                <a:gd name="T24" fmla="*/ 152 w 152"/>
                <a:gd name="T25" fmla="*/ 134 h 134"/>
                <a:gd name="T26" fmla="*/ 92 w 152"/>
                <a:gd name="T27" fmla="*/ 134 h 134"/>
                <a:gd name="T28" fmla="*/ 92 w 152"/>
                <a:gd name="T29" fmla="*/ 113 h 134"/>
                <a:gd name="T30" fmla="*/ 107 w 152"/>
                <a:gd name="T31" fmla="*/ 113 h 134"/>
                <a:gd name="T32" fmla="*/ 108 w 152"/>
                <a:gd name="T33" fmla="*/ 55 h 134"/>
                <a:gd name="T34" fmla="*/ 81 w 152"/>
                <a:gd name="T35" fmla="*/ 23 h 134"/>
                <a:gd name="T36" fmla="*/ 47 w 152"/>
                <a:gd name="T37" fmla="*/ 63 h 134"/>
                <a:gd name="T38" fmla="*/ 46 w 152"/>
                <a:gd name="T39" fmla="*/ 113 h 134"/>
                <a:gd name="T40" fmla="*/ 63 w 152"/>
                <a:gd name="T41" fmla="*/ 113 h 134"/>
                <a:gd name="T42" fmla="*/ 63 w 152"/>
                <a:gd name="T43" fmla="*/ 134 h 134"/>
                <a:gd name="T44" fmla="*/ 3 w 152"/>
                <a:gd name="T45" fmla="*/ 134 h 134"/>
                <a:gd name="T46" fmla="*/ 3 w 152"/>
                <a:gd name="T47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134">
                  <a:moveTo>
                    <a:pt x="3" y="113"/>
                  </a:moveTo>
                  <a:cubicBezTo>
                    <a:pt x="17" y="113"/>
                    <a:pt x="17" y="113"/>
                    <a:pt x="17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5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9" y="15"/>
                    <a:pt x="64" y="0"/>
                    <a:pt x="90" y="0"/>
                  </a:cubicBezTo>
                  <a:cubicBezTo>
                    <a:pt x="121" y="0"/>
                    <a:pt x="136" y="19"/>
                    <a:pt x="136" y="50"/>
                  </a:cubicBezTo>
                  <a:cubicBezTo>
                    <a:pt x="136" y="71"/>
                    <a:pt x="135" y="92"/>
                    <a:pt x="135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2" y="113"/>
                    <a:pt x="92" y="113"/>
                    <a:pt x="92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7" y="94"/>
                    <a:pt x="108" y="74"/>
                    <a:pt x="108" y="55"/>
                  </a:cubicBezTo>
                  <a:cubicBezTo>
                    <a:pt x="108" y="37"/>
                    <a:pt x="99" y="23"/>
                    <a:pt x="81" y="23"/>
                  </a:cubicBezTo>
                  <a:cubicBezTo>
                    <a:pt x="62" y="23"/>
                    <a:pt x="47" y="39"/>
                    <a:pt x="47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1" name="Freeform 22">
              <a:extLst>
                <a:ext uri="{FF2B5EF4-FFF2-40B4-BE49-F238E27FC236}">
                  <a16:creationId xmlns:a16="http://schemas.microsoft.com/office/drawing/2014/main" id="{E70004FA-5217-42C5-B040-245B15F348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42175" y="12700000"/>
              <a:ext cx="82550" cy="106362"/>
            </a:xfrm>
            <a:custGeom>
              <a:avLst/>
              <a:gdLst>
                <a:gd name="T0" fmla="*/ 84 w 108"/>
                <a:gd name="T1" fmla="*/ 24 h 137"/>
                <a:gd name="T2" fmla="*/ 67 w 108"/>
                <a:gd name="T3" fmla="*/ 22 h 137"/>
                <a:gd name="T4" fmla="*/ 28 w 108"/>
                <a:gd name="T5" fmla="*/ 66 h 137"/>
                <a:gd name="T6" fmla="*/ 74 w 108"/>
                <a:gd name="T7" fmla="*/ 113 h 137"/>
                <a:gd name="T8" fmla="*/ 107 w 108"/>
                <a:gd name="T9" fmla="*/ 106 h 137"/>
                <a:gd name="T10" fmla="*/ 106 w 108"/>
                <a:gd name="T11" fmla="*/ 130 h 137"/>
                <a:gd name="T12" fmla="*/ 70 w 108"/>
                <a:gd name="T13" fmla="*/ 137 h 137"/>
                <a:gd name="T14" fmla="*/ 0 w 108"/>
                <a:gd name="T15" fmla="*/ 69 h 137"/>
                <a:gd name="T16" fmla="*/ 70 w 108"/>
                <a:gd name="T17" fmla="*/ 0 h 137"/>
                <a:gd name="T18" fmla="*/ 108 w 108"/>
                <a:gd name="T19" fmla="*/ 6 h 137"/>
                <a:gd name="T20" fmla="*/ 108 w 108"/>
                <a:gd name="T21" fmla="*/ 43 h 137"/>
                <a:gd name="T22" fmla="*/ 84 w 108"/>
                <a:gd name="T23" fmla="*/ 43 h 137"/>
                <a:gd name="T24" fmla="*/ 84 w 108"/>
                <a:gd name="T25" fmla="*/ 2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137">
                  <a:moveTo>
                    <a:pt x="84" y="24"/>
                  </a:moveTo>
                  <a:cubicBezTo>
                    <a:pt x="80" y="23"/>
                    <a:pt x="74" y="22"/>
                    <a:pt x="67" y="22"/>
                  </a:cubicBezTo>
                  <a:cubicBezTo>
                    <a:pt x="41" y="22"/>
                    <a:pt x="28" y="41"/>
                    <a:pt x="28" y="66"/>
                  </a:cubicBezTo>
                  <a:cubicBezTo>
                    <a:pt x="28" y="89"/>
                    <a:pt x="39" y="113"/>
                    <a:pt x="74" y="113"/>
                  </a:cubicBezTo>
                  <a:cubicBezTo>
                    <a:pt x="87" y="113"/>
                    <a:pt x="101" y="109"/>
                    <a:pt x="107" y="106"/>
                  </a:cubicBezTo>
                  <a:cubicBezTo>
                    <a:pt x="106" y="130"/>
                    <a:pt x="106" y="130"/>
                    <a:pt x="106" y="130"/>
                  </a:cubicBezTo>
                  <a:cubicBezTo>
                    <a:pt x="101" y="132"/>
                    <a:pt x="87" y="137"/>
                    <a:pt x="70" y="137"/>
                  </a:cubicBezTo>
                  <a:cubicBezTo>
                    <a:pt x="18" y="137"/>
                    <a:pt x="0" y="102"/>
                    <a:pt x="0" y="69"/>
                  </a:cubicBezTo>
                  <a:cubicBezTo>
                    <a:pt x="0" y="29"/>
                    <a:pt x="25" y="0"/>
                    <a:pt x="70" y="0"/>
                  </a:cubicBezTo>
                  <a:cubicBezTo>
                    <a:pt x="90" y="0"/>
                    <a:pt x="102" y="4"/>
                    <a:pt x="108" y="6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84" y="43"/>
                    <a:pt x="84" y="43"/>
                    <a:pt x="84" y="43"/>
                  </a:cubicBezTo>
                  <a:lnTo>
                    <a:pt x="84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2" name="Freeform 23">
              <a:extLst>
                <a:ext uri="{FF2B5EF4-FFF2-40B4-BE49-F238E27FC236}">
                  <a16:creationId xmlns:a16="http://schemas.microsoft.com/office/drawing/2014/main" id="{D92D73D7-F0D3-429E-A161-828301B8B1A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37425" y="12700000"/>
              <a:ext cx="95250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5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4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9" y="115"/>
                    <a:pt x="75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3" name="Freeform 24">
              <a:extLst>
                <a:ext uri="{FF2B5EF4-FFF2-40B4-BE49-F238E27FC236}">
                  <a16:creationId xmlns:a16="http://schemas.microsoft.com/office/drawing/2014/main" id="{92AD61B2-69D0-4DE2-83C7-7B39D5FDEB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04113" y="12665075"/>
              <a:ext cx="114300" cy="141287"/>
            </a:xfrm>
            <a:custGeom>
              <a:avLst/>
              <a:gdLst>
                <a:gd name="T0" fmla="*/ 125 w 151"/>
                <a:gd name="T1" fmla="*/ 55 h 183"/>
                <a:gd name="T2" fmla="*/ 125 w 151"/>
                <a:gd name="T3" fmla="*/ 27 h 183"/>
                <a:gd name="T4" fmla="*/ 95 w 151"/>
                <a:gd name="T5" fmla="*/ 22 h 183"/>
                <a:gd name="T6" fmla="*/ 31 w 151"/>
                <a:gd name="T7" fmla="*/ 92 h 183"/>
                <a:gd name="T8" fmla="*/ 92 w 151"/>
                <a:gd name="T9" fmla="*/ 161 h 183"/>
                <a:gd name="T10" fmla="*/ 123 w 151"/>
                <a:gd name="T11" fmla="*/ 158 h 183"/>
                <a:gd name="T12" fmla="*/ 124 w 151"/>
                <a:gd name="T13" fmla="*/ 126 h 183"/>
                <a:gd name="T14" fmla="*/ 149 w 151"/>
                <a:gd name="T15" fmla="*/ 126 h 183"/>
                <a:gd name="T16" fmla="*/ 148 w 151"/>
                <a:gd name="T17" fmla="*/ 174 h 183"/>
                <a:gd name="T18" fmla="*/ 93 w 151"/>
                <a:gd name="T19" fmla="*/ 183 h 183"/>
                <a:gd name="T20" fmla="*/ 0 w 151"/>
                <a:gd name="T21" fmla="*/ 93 h 183"/>
                <a:gd name="T22" fmla="*/ 96 w 151"/>
                <a:gd name="T23" fmla="*/ 0 h 183"/>
                <a:gd name="T24" fmla="*/ 151 w 151"/>
                <a:gd name="T25" fmla="*/ 10 h 183"/>
                <a:gd name="T26" fmla="*/ 151 w 151"/>
                <a:gd name="T27" fmla="*/ 55 h 183"/>
                <a:gd name="T28" fmla="*/ 125 w 151"/>
                <a:gd name="T29" fmla="*/ 5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1" h="183">
                  <a:moveTo>
                    <a:pt x="125" y="55"/>
                  </a:moveTo>
                  <a:cubicBezTo>
                    <a:pt x="125" y="27"/>
                    <a:pt x="125" y="27"/>
                    <a:pt x="125" y="27"/>
                  </a:cubicBezTo>
                  <a:cubicBezTo>
                    <a:pt x="119" y="25"/>
                    <a:pt x="109" y="22"/>
                    <a:pt x="95" y="22"/>
                  </a:cubicBezTo>
                  <a:cubicBezTo>
                    <a:pt x="53" y="22"/>
                    <a:pt x="31" y="48"/>
                    <a:pt x="31" y="92"/>
                  </a:cubicBezTo>
                  <a:cubicBezTo>
                    <a:pt x="31" y="132"/>
                    <a:pt x="56" y="161"/>
                    <a:pt x="92" y="161"/>
                  </a:cubicBezTo>
                  <a:cubicBezTo>
                    <a:pt x="104" y="161"/>
                    <a:pt x="117" y="159"/>
                    <a:pt x="123" y="158"/>
                  </a:cubicBezTo>
                  <a:cubicBezTo>
                    <a:pt x="124" y="126"/>
                    <a:pt x="124" y="126"/>
                    <a:pt x="124" y="126"/>
                  </a:cubicBezTo>
                  <a:cubicBezTo>
                    <a:pt x="149" y="126"/>
                    <a:pt x="149" y="126"/>
                    <a:pt x="149" y="126"/>
                  </a:cubicBezTo>
                  <a:cubicBezTo>
                    <a:pt x="148" y="174"/>
                    <a:pt x="148" y="174"/>
                    <a:pt x="148" y="174"/>
                  </a:cubicBezTo>
                  <a:cubicBezTo>
                    <a:pt x="137" y="178"/>
                    <a:pt x="114" y="183"/>
                    <a:pt x="93" y="183"/>
                  </a:cubicBezTo>
                  <a:cubicBezTo>
                    <a:pt x="30" y="183"/>
                    <a:pt x="0" y="143"/>
                    <a:pt x="0" y="93"/>
                  </a:cubicBezTo>
                  <a:cubicBezTo>
                    <a:pt x="0" y="38"/>
                    <a:pt x="37" y="0"/>
                    <a:pt x="96" y="0"/>
                  </a:cubicBezTo>
                  <a:cubicBezTo>
                    <a:pt x="118" y="0"/>
                    <a:pt x="139" y="5"/>
                    <a:pt x="151" y="10"/>
                  </a:cubicBezTo>
                  <a:cubicBezTo>
                    <a:pt x="151" y="55"/>
                    <a:pt x="151" y="55"/>
                    <a:pt x="151" y="55"/>
                  </a:cubicBezTo>
                  <a:lnTo>
                    <a:pt x="125" y="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4" name="Freeform 25">
              <a:extLst>
                <a:ext uri="{FF2B5EF4-FFF2-40B4-BE49-F238E27FC236}">
                  <a16:creationId xmlns:a16="http://schemas.microsoft.com/office/drawing/2014/main" id="{D1402DD9-668F-4E4A-B347-9CCBADDD36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335875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29 w 123"/>
                <a:gd name="T13" fmla="*/ 73 h 137"/>
                <a:gd name="T14" fmla="*/ 74 w 123"/>
                <a:gd name="T15" fmla="*/ 115 h 137"/>
                <a:gd name="T16" fmla="*/ 116 w 123"/>
                <a:gd name="T17" fmla="*/ 105 h 137"/>
                <a:gd name="T18" fmla="*/ 115 w 123"/>
                <a:gd name="T19" fmla="*/ 128 h 137"/>
                <a:gd name="T20" fmla="*/ 93 w 123"/>
                <a:gd name="T21" fmla="*/ 54 h 137"/>
                <a:gd name="T22" fmla="*/ 93 w 123"/>
                <a:gd name="T23" fmla="*/ 51 h 137"/>
                <a:gd name="T24" fmla="*/ 62 w 123"/>
                <a:gd name="T25" fmla="*/ 20 h 137"/>
                <a:gd name="T26" fmla="*/ 29 w 123"/>
                <a:gd name="T27" fmla="*/ 54 h 137"/>
                <a:gd name="T28" fmla="*/ 93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8" y="137"/>
                    <a:pt x="69" y="137"/>
                  </a:cubicBezTo>
                  <a:cubicBezTo>
                    <a:pt x="25" y="137"/>
                    <a:pt x="0" y="110"/>
                    <a:pt x="0" y="69"/>
                  </a:cubicBezTo>
                  <a:cubicBezTo>
                    <a:pt x="0" y="30"/>
                    <a:pt x="21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30" y="98"/>
                    <a:pt x="48" y="115"/>
                    <a:pt x="74" y="115"/>
                  </a:cubicBezTo>
                  <a:cubicBezTo>
                    <a:pt x="91" y="115"/>
                    <a:pt x="105" y="110"/>
                    <a:pt x="116" y="105"/>
                  </a:cubicBezTo>
                  <a:lnTo>
                    <a:pt x="115" y="128"/>
                  </a:lnTo>
                  <a:close/>
                  <a:moveTo>
                    <a:pt x="93" y="54"/>
                  </a:moveTo>
                  <a:cubicBezTo>
                    <a:pt x="93" y="51"/>
                    <a:pt x="93" y="51"/>
                    <a:pt x="93" y="51"/>
                  </a:cubicBezTo>
                  <a:cubicBezTo>
                    <a:pt x="93" y="40"/>
                    <a:pt x="86" y="20"/>
                    <a:pt x="62" y="20"/>
                  </a:cubicBezTo>
                  <a:cubicBezTo>
                    <a:pt x="38" y="20"/>
                    <a:pt x="30" y="38"/>
                    <a:pt x="29" y="54"/>
                  </a:cubicBezTo>
                  <a:lnTo>
                    <a:pt x="9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5" name="Freeform 26">
              <a:extLst>
                <a:ext uri="{FF2B5EF4-FFF2-40B4-BE49-F238E27FC236}">
                  <a16:creationId xmlns:a16="http://schemas.microsoft.com/office/drawing/2014/main" id="{4A14C9C4-D535-4DFE-84FB-C8B58BD98F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42238" y="12700000"/>
              <a:ext cx="115887" cy="103187"/>
            </a:xfrm>
            <a:custGeom>
              <a:avLst/>
              <a:gdLst>
                <a:gd name="T0" fmla="*/ 3 w 152"/>
                <a:gd name="T1" fmla="*/ 113 h 134"/>
                <a:gd name="T2" fmla="*/ 18 w 152"/>
                <a:gd name="T3" fmla="*/ 113 h 134"/>
                <a:gd name="T4" fmla="*/ 18 w 152"/>
                <a:gd name="T5" fmla="*/ 23 h 134"/>
                <a:gd name="T6" fmla="*/ 0 w 152"/>
                <a:gd name="T7" fmla="*/ 23 h 134"/>
                <a:gd name="T8" fmla="*/ 0 w 152"/>
                <a:gd name="T9" fmla="*/ 3 h 134"/>
                <a:gd name="T10" fmla="*/ 46 w 152"/>
                <a:gd name="T11" fmla="*/ 3 h 134"/>
                <a:gd name="T12" fmla="*/ 44 w 152"/>
                <a:gd name="T13" fmla="*/ 32 h 134"/>
                <a:gd name="T14" fmla="*/ 44 w 152"/>
                <a:gd name="T15" fmla="*/ 32 h 134"/>
                <a:gd name="T16" fmla="*/ 91 w 152"/>
                <a:gd name="T17" fmla="*/ 0 h 134"/>
                <a:gd name="T18" fmla="*/ 136 w 152"/>
                <a:gd name="T19" fmla="*/ 50 h 134"/>
                <a:gd name="T20" fmla="*/ 135 w 152"/>
                <a:gd name="T21" fmla="*/ 113 h 134"/>
                <a:gd name="T22" fmla="*/ 152 w 152"/>
                <a:gd name="T23" fmla="*/ 113 h 134"/>
                <a:gd name="T24" fmla="*/ 152 w 152"/>
                <a:gd name="T25" fmla="*/ 134 h 134"/>
                <a:gd name="T26" fmla="*/ 92 w 152"/>
                <a:gd name="T27" fmla="*/ 134 h 134"/>
                <a:gd name="T28" fmla="*/ 92 w 152"/>
                <a:gd name="T29" fmla="*/ 113 h 134"/>
                <a:gd name="T30" fmla="*/ 107 w 152"/>
                <a:gd name="T31" fmla="*/ 113 h 134"/>
                <a:gd name="T32" fmla="*/ 108 w 152"/>
                <a:gd name="T33" fmla="*/ 55 h 134"/>
                <a:gd name="T34" fmla="*/ 81 w 152"/>
                <a:gd name="T35" fmla="*/ 23 h 134"/>
                <a:gd name="T36" fmla="*/ 47 w 152"/>
                <a:gd name="T37" fmla="*/ 63 h 134"/>
                <a:gd name="T38" fmla="*/ 46 w 152"/>
                <a:gd name="T39" fmla="*/ 113 h 134"/>
                <a:gd name="T40" fmla="*/ 64 w 152"/>
                <a:gd name="T41" fmla="*/ 113 h 134"/>
                <a:gd name="T42" fmla="*/ 64 w 152"/>
                <a:gd name="T43" fmla="*/ 134 h 134"/>
                <a:gd name="T44" fmla="*/ 3 w 152"/>
                <a:gd name="T45" fmla="*/ 134 h 134"/>
                <a:gd name="T46" fmla="*/ 3 w 152"/>
                <a:gd name="T47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134">
                  <a:moveTo>
                    <a:pt x="3" y="113"/>
                  </a:moveTo>
                  <a:cubicBezTo>
                    <a:pt x="18" y="113"/>
                    <a:pt x="18" y="113"/>
                    <a:pt x="18" y="11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1"/>
                    <a:pt x="46" y="2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50" y="15"/>
                    <a:pt x="64" y="0"/>
                    <a:pt x="91" y="0"/>
                  </a:cubicBezTo>
                  <a:cubicBezTo>
                    <a:pt x="121" y="0"/>
                    <a:pt x="136" y="19"/>
                    <a:pt x="136" y="50"/>
                  </a:cubicBezTo>
                  <a:cubicBezTo>
                    <a:pt x="136" y="71"/>
                    <a:pt x="135" y="92"/>
                    <a:pt x="135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2" y="113"/>
                    <a:pt x="92" y="113"/>
                    <a:pt x="92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7" y="94"/>
                    <a:pt x="108" y="74"/>
                    <a:pt x="108" y="55"/>
                  </a:cubicBezTo>
                  <a:cubicBezTo>
                    <a:pt x="108" y="37"/>
                    <a:pt x="99" y="23"/>
                    <a:pt x="81" y="23"/>
                  </a:cubicBezTo>
                  <a:cubicBezTo>
                    <a:pt x="62" y="23"/>
                    <a:pt x="47" y="39"/>
                    <a:pt x="47" y="6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64" y="113"/>
                    <a:pt x="64" y="113"/>
                    <a:pt x="64" y="113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6" name="Freeform 27">
              <a:extLst>
                <a:ext uri="{FF2B5EF4-FFF2-40B4-BE49-F238E27FC236}">
                  <a16:creationId xmlns:a16="http://schemas.microsoft.com/office/drawing/2014/main" id="{C7B6376E-C59A-4BD0-A0DB-EAD2B2FFE7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69238" y="12677775"/>
              <a:ext cx="68262" cy="128587"/>
            </a:xfrm>
            <a:custGeom>
              <a:avLst/>
              <a:gdLst>
                <a:gd name="T0" fmla="*/ 0 w 88"/>
                <a:gd name="T1" fmla="*/ 32 h 166"/>
                <a:gd name="T2" fmla="*/ 20 w 88"/>
                <a:gd name="T3" fmla="*/ 32 h 166"/>
                <a:gd name="T4" fmla="*/ 21 w 88"/>
                <a:gd name="T5" fmla="*/ 2 h 166"/>
                <a:gd name="T6" fmla="*/ 49 w 88"/>
                <a:gd name="T7" fmla="*/ 0 h 166"/>
                <a:gd name="T8" fmla="*/ 48 w 88"/>
                <a:gd name="T9" fmla="*/ 32 h 166"/>
                <a:gd name="T10" fmla="*/ 86 w 88"/>
                <a:gd name="T11" fmla="*/ 32 h 166"/>
                <a:gd name="T12" fmla="*/ 86 w 88"/>
                <a:gd name="T13" fmla="*/ 52 h 166"/>
                <a:gd name="T14" fmla="*/ 48 w 88"/>
                <a:gd name="T15" fmla="*/ 52 h 166"/>
                <a:gd name="T16" fmla="*/ 48 w 88"/>
                <a:gd name="T17" fmla="*/ 114 h 166"/>
                <a:gd name="T18" fmla="*/ 66 w 88"/>
                <a:gd name="T19" fmla="*/ 144 h 166"/>
                <a:gd name="T20" fmla="*/ 88 w 88"/>
                <a:gd name="T21" fmla="*/ 139 h 166"/>
                <a:gd name="T22" fmla="*/ 87 w 88"/>
                <a:gd name="T23" fmla="*/ 159 h 166"/>
                <a:gd name="T24" fmla="*/ 58 w 88"/>
                <a:gd name="T25" fmla="*/ 166 h 166"/>
                <a:gd name="T26" fmla="*/ 20 w 88"/>
                <a:gd name="T27" fmla="*/ 125 h 166"/>
                <a:gd name="T28" fmla="*/ 20 w 88"/>
                <a:gd name="T29" fmla="*/ 52 h 166"/>
                <a:gd name="T30" fmla="*/ 0 w 88"/>
                <a:gd name="T31" fmla="*/ 52 h 166"/>
                <a:gd name="T32" fmla="*/ 0 w 88"/>
                <a:gd name="T33" fmla="*/ 3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66">
                  <a:moveTo>
                    <a:pt x="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73"/>
                    <a:pt x="48" y="94"/>
                    <a:pt x="48" y="114"/>
                  </a:cubicBezTo>
                  <a:cubicBezTo>
                    <a:pt x="48" y="138"/>
                    <a:pt x="53" y="144"/>
                    <a:pt x="66" y="144"/>
                  </a:cubicBezTo>
                  <a:cubicBezTo>
                    <a:pt x="74" y="144"/>
                    <a:pt x="82" y="141"/>
                    <a:pt x="88" y="13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0" y="163"/>
                    <a:pt x="69" y="166"/>
                    <a:pt x="58" y="166"/>
                  </a:cubicBezTo>
                  <a:cubicBezTo>
                    <a:pt x="31" y="166"/>
                    <a:pt x="20" y="155"/>
                    <a:pt x="20" y="125"/>
                  </a:cubicBezTo>
                  <a:cubicBezTo>
                    <a:pt x="20" y="109"/>
                    <a:pt x="20" y="75"/>
                    <a:pt x="20" y="52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7" name="Freeform 28">
              <a:extLst>
                <a:ext uri="{FF2B5EF4-FFF2-40B4-BE49-F238E27FC236}">
                  <a16:creationId xmlns:a16="http://schemas.microsoft.com/office/drawing/2014/main" id="{253423B5-DCD1-406E-AE87-8527B1726F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2263" y="12700000"/>
              <a:ext cx="76200" cy="103187"/>
            </a:xfrm>
            <a:custGeom>
              <a:avLst/>
              <a:gdLst>
                <a:gd name="T0" fmla="*/ 3 w 100"/>
                <a:gd name="T1" fmla="*/ 113 h 134"/>
                <a:gd name="T2" fmla="*/ 19 w 100"/>
                <a:gd name="T3" fmla="*/ 113 h 134"/>
                <a:gd name="T4" fmla="*/ 20 w 100"/>
                <a:gd name="T5" fmla="*/ 23 h 134"/>
                <a:gd name="T6" fmla="*/ 0 w 100"/>
                <a:gd name="T7" fmla="*/ 23 h 134"/>
                <a:gd name="T8" fmla="*/ 0 w 100"/>
                <a:gd name="T9" fmla="*/ 3 h 134"/>
                <a:gd name="T10" fmla="*/ 46 w 100"/>
                <a:gd name="T11" fmla="*/ 3 h 134"/>
                <a:gd name="T12" fmla="*/ 45 w 100"/>
                <a:gd name="T13" fmla="*/ 39 h 134"/>
                <a:gd name="T14" fmla="*/ 45 w 100"/>
                <a:gd name="T15" fmla="*/ 39 h 134"/>
                <a:gd name="T16" fmla="*/ 84 w 100"/>
                <a:gd name="T17" fmla="*/ 0 h 134"/>
                <a:gd name="T18" fmla="*/ 100 w 100"/>
                <a:gd name="T19" fmla="*/ 2 h 134"/>
                <a:gd name="T20" fmla="*/ 97 w 100"/>
                <a:gd name="T21" fmla="*/ 27 h 134"/>
                <a:gd name="T22" fmla="*/ 84 w 100"/>
                <a:gd name="T23" fmla="*/ 25 h 134"/>
                <a:gd name="T24" fmla="*/ 48 w 100"/>
                <a:gd name="T25" fmla="*/ 72 h 134"/>
                <a:gd name="T26" fmla="*/ 47 w 100"/>
                <a:gd name="T27" fmla="*/ 113 h 134"/>
                <a:gd name="T28" fmla="*/ 67 w 100"/>
                <a:gd name="T29" fmla="*/ 113 h 134"/>
                <a:gd name="T30" fmla="*/ 67 w 100"/>
                <a:gd name="T31" fmla="*/ 134 h 134"/>
                <a:gd name="T32" fmla="*/ 3 w 100"/>
                <a:gd name="T33" fmla="*/ 134 h 134"/>
                <a:gd name="T34" fmla="*/ 3 w 100"/>
                <a:gd name="T35" fmla="*/ 11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34">
                  <a:moveTo>
                    <a:pt x="3" y="113"/>
                  </a:moveTo>
                  <a:cubicBezTo>
                    <a:pt x="19" y="113"/>
                    <a:pt x="19" y="113"/>
                    <a:pt x="19" y="11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2"/>
                    <a:pt x="46" y="26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0" y="15"/>
                    <a:pt x="65" y="0"/>
                    <a:pt x="84" y="0"/>
                  </a:cubicBezTo>
                  <a:cubicBezTo>
                    <a:pt x="91" y="0"/>
                    <a:pt x="97" y="1"/>
                    <a:pt x="100" y="2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3" y="26"/>
                    <a:pt x="90" y="25"/>
                    <a:pt x="84" y="25"/>
                  </a:cubicBezTo>
                  <a:cubicBezTo>
                    <a:pt x="59" y="25"/>
                    <a:pt x="48" y="49"/>
                    <a:pt x="48" y="72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3" y="134"/>
                    <a:pt x="3" y="134"/>
                    <a:pt x="3" y="134"/>
                  </a:cubicBezTo>
                  <a:lnTo>
                    <a:pt x="3" y="1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8" name="Freeform 29">
              <a:extLst>
                <a:ext uri="{FF2B5EF4-FFF2-40B4-BE49-F238E27FC236}">
                  <a16:creationId xmlns:a16="http://schemas.microsoft.com/office/drawing/2014/main" id="{2169E381-87ED-414B-924B-670ED373B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4813" y="12700000"/>
              <a:ext cx="93662" cy="106362"/>
            </a:xfrm>
            <a:custGeom>
              <a:avLst/>
              <a:gdLst>
                <a:gd name="T0" fmla="*/ 115 w 123"/>
                <a:gd name="T1" fmla="*/ 128 h 137"/>
                <a:gd name="T2" fmla="*/ 69 w 123"/>
                <a:gd name="T3" fmla="*/ 137 h 137"/>
                <a:gd name="T4" fmla="*/ 0 w 123"/>
                <a:gd name="T5" fmla="*/ 69 h 137"/>
                <a:gd name="T6" fmla="*/ 64 w 123"/>
                <a:gd name="T7" fmla="*/ 0 h 137"/>
                <a:gd name="T8" fmla="*/ 123 w 123"/>
                <a:gd name="T9" fmla="*/ 69 h 137"/>
                <a:gd name="T10" fmla="*/ 123 w 123"/>
                <a:gd name="T11" fmla="*/ 73 h 137"/>
                <a:gd name="T12" fmla="*/ 30 w 123"/>
                <a:gd name="T13" fmla="*/ 73 h 137"/>
                <a:gd name="T14" fmla="*/ 74 w 123"/>
                <a:gd name="T15" fmla="*/ 115 h 137"/>
                <a:gd name="T16" fmla="*/ 117 w 123"/>
                <a:gd name="T17" fmla="*/ 105 h 137"/>
                <a:gd name="T18" fmla="*/ 115 w 123"/>
                <a:gd name="T19" fmla="*/ 128 h 137"/>
                <a:gd name="T20" fmla="*/ 94 w 123"/>
                <a:gd name="T21" fmla="*/ 54 h 137"/>
                <a:gd name="T22" fmla="*/ 94 w 123"/>
                <a:gd name="T23" fmla="*/ 51 h 137"/>
                <a:gd name="T24" fmla="*/ 63 w 123"/>
                <a:gd name="T25" fmla="*/ 20 h 137"/>
                <a:gd name="T26" fmla="*/ 30 w 123"/>
                <a:gd name="T27" fmla="*/ 54 h 137"/>
                <a:gd name="T28" fmla="*/ 94 w 123"/>
                <a:gd name="T29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37">
                  <a:moveTo>
                    <a:pt x="115" y="128"/>
                  </a:moveTo>
                  <a:cubicBezTo>
                    <a:pt x="106" y="131"/>
                    <a:pt x="89" y="137"/>
                    <a:pt x="69" y="137"/>
                  </a:cubicBezTo>
                  <a:cubicBezTo>
                    <a:pt x="26" y="137"/>
                    <a:pt x="0" y="110"/>
                    <a:pt x="0" y="69"/>
                  </a:cubicBezTo>
                  <a:cubicBezTo>
                    <a:pt x="0" y="30"/>
                    <a:pt x="22" y="0"/>
                    <a:pt x="64" y="0"/>
                  </a:cubicBezTo>
                  <a:cubicBezTo>
                    <a:pt x="103" y="0"/>
                    <a:pt x="123" y="28"/>
                    <a:pt x="123" y="69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98"/>
                    <a:pt x="48" y="115"/>
                    <a:pt x="74" y="115"/>
                  </a:cubicBezTo>
                  <a:cubicBezTo>
                    <a:pt x="91" y="115"/>
                    <a:pt x="105" y="110"/>
                    <a:pt x="117" y="105"/>
                  </a:cubicBezTo>
                  <a:lnTo>
                    <a:pt x="115" y="128"/>
                  </a:lnTo>
                  <a:close/>
                  <a:moveTo>
                    <a:pt x="94" y="54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40"/>
                    <a:pt x="87" y="20"/>
                    <a:pt x="63" y="20"/>
                  </a:cubicBezTo>
                  <a:cubicBezTo>
                    <a:pt x="39" y="20"/>
                    <a:pt x="31" y="38"/>
                    <a:pt x="30" y="54"/>
                  </a:cubicBezTo>
                  <a:lnTo>
                    <a:pt x="9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CABCA8C3-D8A5-49CE-8B25-F6AE94700E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53438" y="12634913"/>
              <a:ext cx="90487" cy="138112"/>
            </a:xfrm>
            <a:custGeom>
              <a:avLst/>
              <a:gdLst>
                <a:gd name="T0" fmla="*/ 0 w 118"/>
                <a:gd name="T1" fmla="*/ 133 h 180"/>
                <a:gd name="T2" fmla="*/ 20 w 118"/>
                <a:gd name="T3" fmla="*/ 133 h 180"/>
                <a:gd name="T4" fmla="*/ 20 w 118"/>
                <a:gd name="T5" fmla="*/ 156 h 180"/>
                <a:gd name="T6" fmla="*/ 54 w 118"/>
                <a:gd name="T7" fmla="*/ 163 h 180"/>
                <a:gd name="T8" fmla="*/ 95 w 118"/>
                <a:gd name="T9" fmla="*/ 130 h 180"/>
                <a:gd name="T10" fmla="*/ 0 w 118"/>
                <a:gd name="T11" fmla="*/ 50 h 180"/>
                <a:gd name="T12" fmla="*/ 64 w 118"/>
                <a:gd name="T13" fmla="*/ 0 h 180"/>
                <a:gd name="T14" fmla="*/ 111 w 118"/>
                <a:gd name="T15" fmla="*/ 8 h 180"/>
                <a:gd name="T16" fmla="*/ 111 w 118"/>
                <a:gd name="T17" fmla="*/ 43 h 180"/>
                <a:gd name="T18" fmla="*/ 91 w 118"/>
                <a:gd name="T19" fmla="*/ 43 h 180"/>
                <a:gd name="T20" fmla="*/ 91 w 118"/>
                <a:gd name="T21" fmla="*/ 22 h 180"/>
                <a:gd name="T22" fmla="*/ 62 w 118"/>
                <a:gd name="T23" fmla="*/ 17 h 180"/>
                <a:gd name="T24" fmla="*/ 23 w 118"/>
                <a:gd name="T25" fmla="*/ 47 h 180"/>
                <a:gd name="T26" fmla="*/ 118 w 118"/>
                <a:gd name="T27" fmla="*/ 128 h 180"/>
                <a:gd name="T28" fmla="*/ 52 w 118"/>
                <a:gd name="T29" fmla="*/ 180 h 180"/>
                <a:gd name="T30" fmla="*/ 0 w 118"/>
                <a:gd name="T31" fmla="*/ 171 h 180"/>
                <a:gd name="T32" fmla="*/ 0 w 118"/>
                <a:gd name="T33" fmla="*/ 13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180">
                  <a:moveTo>
                    <a:pt x="0" y="133"/>
                  </a:moveTo>
                  <a:cubicBezTo>
                    <a:pt x="20" y="133"/>
                    <a:pt x="20" y="133"/>
                    <a:pt x="20" y="133"/>
                  </a:cubicBezTo>
                  <a:cubicBezTo>
                    <a:pt x="20" y="156"/>
                    <a:pt x="20" y="156"/>
                    <a:pt x="20" y="156"/>
                  </a:cubicBezTo>
                  <a:cubicBezTo>
                    <a:pt x="28" y="161"/>
                    <a:pt x="43" y="163"/>
                    <a:pt x="54" y="163"/>
                  </a:cubicBezTo>
                  <a:cubicBezTo>
                    <a:pt x="79" y="163"/>
                    <a:pt x="95" y="151"/>
                    <a:pt x="95" y="130"/>
                  </a:cubicBezTo>
                  <a:cubicBezTo>
                    <a:pt x="95" y="84"/>
                    <a:pt x="0" y="112"/>
                    <a:pt x="0" y="50"/>
                  </a:cubicBezTo>
                  <a:cubicBezTo>
                    <a:pt x="0" y="29"/>
                    <a:pt x="12" y="0"/>
                    <a:pt x="64" y="0"/>
                  </a:cubicBezTo>
                  <a:cubicBezTo>
                    <a:pt x="77" y="0"/>
                    <a:pt x="100" y="3"/>
                    <a:pt x="111" y="8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85" y="19"/>
                    <a:pt x="70" y="17"/>
                    <a:pt x="62" y="17"/>
                  </a:cubicBezTo>
                  <a:cubicBezTo>
                    <a:pt x="44" y="17"/>
                    <a:pt x="23" y="24"/>
                    <a:pt x="23" y="47"/>
                  </a:cubicBezTo>
                  <a:cubicBezTo>
                    <a:pt x="23" y="91"/>
                    <a:pt x="118" y="64"/>
                    <a:pt x="118" y="128"/>
                  </a:cubicBezTo>
                  <a:cubicBezTo>
                    <a:pt x="118" y="166"/>
                    <a:pt x="85" y="180"/>
                    <a:pt x="52" y="180"/>
                  </a:cubicBezTo>
                  <a:cubicBezTo>
                    <a:pt x="23" y="180"/>
                    <a:pt x="9" y="173"/>
                    <a:pt x="0" y="171"/>
                  </a:cubicBez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0" name="Freeform 31">
              <a:extLst>
                <a:ext uri="{FF2B5EF4-FFF2-40B4-BE49-F238E27FC236}">
                  <a16:creationId xmlns:a16="http://schemas.microsoft.com/office/drawing/2014/main" id="{986363BD-2C0A-4CD8-991F-EC73A228724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58213" y="12647613"/>
              <a:ext cx="65087" cy="125412"/>
            </a:xfrm>
            <a:custGeom>
              <a:avLst/>
              <a:gdLst>
                <a:gd name="T0" fmla="*/ 0 w 85"/>
                <a:gd name="T1" fmla="*/ 33 h 164"/>
                <a:gd name="T2" fmla="*/ 21 w 85"/>
                <a:gd name="T3" fmla="*/ 33 h 164"/>
                <a:gd name="T4" fmla="*/ 22 w 85"/>
                <a:gd name="T5" fmla="*/ 2 h 164"/>
                <a:gd name="T6" fmla="*/ 42 w 85"/>
                <a:gd name="T7" fmla="*/ 0 h 164"/>
                <a:gd name="T8" fmla="*/ 41 w 85"/>
                <a:gd name="T9" fmla="*/ 33 h 164"/>
                <a:gd name="T10" fmla="*/ 81 w 85"/>
                <a:gd name="T11" fmla="*/ 33 h 164"/>
                <a:gd name="T12" fmla="*/ 81 w 85"/>
                <a:gd name="T13" fmla="*/ 48 h 164"/>
                <a:gd name="T14" fmla="*/ 41 w 85"/>
                <a:gd name="T15" fmla="*/ 48 h 164"/>
                <a:gd name="T16" fmla="*/ 40 w 85"/>
                <a:gd name="T17" fmla="*/ 113 h 164"/>
                <a:gd name="T18" fmla="*/ 59 w 85"/>
                <a:gd name="T19" fmla="*/ 147 h 164"/>
                <a:gd name="T20" fmla="*/ 85 w 85"/>
                <a:gd name="T21" fmla="*/ 141 h 164"/>
                <a:gd name="T22" fmla="*/ 84 w 85"/>
                <a:gd name="T23" fmla="*/ 158 h 164"/>
                <a:gd name="T24" fmla="*/ 55 w 85"/>
                <a:gd name="T25" fmla="*/ 164 h 164"/>
                <a:gd name="T26" fmla="*/ 20 w 85"/>
                <a:gd name="T27" fmla="*/ 122 h 164"/>
                <a:gd name="T28" fmla="*/ 21 w 85"/>
                <a:gd name="T29" fmla="*/ 48 h 164"/>
                <a:gd name="T30" fmla="*/ 0 w 85"/>
                <a:gd name="T31" fmla="*/ 48 h 164"/>
                <a:gd name="T32" fmla="*/ 0 w 85"/>
                <a:gd name="T33" fmla="*/ 3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164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0" y="70"/>
                    <a:pt x="40" y="91"/>
                    <a:pt x="40" y="113"/>
                  </a:cubicBezTo>
                  <a:cubicBezTo>
                    <a:pt x="40" y="131"/>
                    <a:pt x="40" y="147"/>
                    <a:pt x="59" y="147"/>
                  </a:cubicBezTo>
                  <a:cubicBezTo>
                    <a:pt x="70" y="147"/>
                    <a:pt x="79" y="144"/>
                    <a:pt x="85" y="141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78" y="161"/>
                    <a:pt x="66" y="164"/>
                    <a:pt x="55" y="164"/>
                  </a:cubicBezTo>
                  <a:cubicBezTo>
                    <a:pt x="20" y="164"/>
                    <a:pt x="20" y="138"/>
                    <a:pt x="20" y="122"/>
                  </a:cubicBezTo>
                  <a:cubicBezTo>
                    <a:pt x="20" y="106"/>
                    <a:pt x="20" y="67"/>
                    <a:pt x="21" y="4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1" name="Freeform 32">
              <a:extLst>
                <a:ext uri="{FF2B5EF4-FFF2-40B4-BE49-F238E27FC236}">
                  <a16:creationId xmlns:a16="http://schemas.microsoft.com/office/drawing/2014/main" id="{DD6CD9D2-53DD-4617-B26E-ECD88A5D854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31238" y="12671425"/>
              <a:ext cx="93662" cy="101600"/>
            </a:xfrm>
            <a:custGeom>
              <a:avLst/>
              <a:gdLst>
                <a:gd name="T0" fmla="*/ 62 w 123"/>
                <a:gd name="T1" fmla="*/ 0 h 134"/>
                <a:gd name="T2" fmla="*/ 123 w 123"/>
                <a:gd name="T3" fmla="*/ 63 h 134"/>
                <a:gd name="T4" fmla="*/ 62 w 123"/>
                <a:gd name="T5" fmla="*/ 134 h 134"/>
                <a:gd name="T6" fmla="*/ 0 w 123"/>
                <a:gd name="T7" fmla="*/ 70 h 134"/>
                <a:gd name="T8" fmla="*/ 62 w 123"/>
                <a:gd name="T9" fmla="*/ 0 h 134"/>
                <a:gd name="T10" fmla="*/ 62 w 123"/>
                <a:gd name="T11" fmla="*/ 117 h 134"/>
                <a:gd name="T12" fmla="*/ 102 w 123"/>
                <a:gd name="T13" fmla="*/ 67 h 134"/>
                <a:gd name="T14" fmla="*/ 62 w 123"/>
                <a:gd name="T15" fmla="*/ 17 h 134"/>
                <a:gd name="T16" fmla="*/ 21 w 123"/>
                <a:gd name="T17" fmla="*/ 67 h 134"/>
                <a:gd name="T18" fmla="*/ 62 w 123"/>
                <a:gd name="T19" fmla="*/ 1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3" h="134">
                  <a:moveTo>
                    <a:pt x="62" y="0"/>
                  </a:moveTo>
                  <a:cubicBezTo>
                    <a:pt x="100" y="0"/>
                    <a:pt x="123" y="27"/>
                    <a:pt x="123" y="63"/>
                  </a:cubicBezTo>
                  <a:cubicBezTo>
                    <a:pt x="123" y="104"/>
                    <a:pt x="100" y="134"/>
                    <a:pt x="62" y="134"/>
                  </a:cubicBezTo>
                  <a:cubicBezTo>
                    <a:pt x="23" y="134"/>
                    <a:pt x="0" y="107"/>
                    <a:pt x="0" y="70"/>
                  </a:cubicBezTo>
                  <a:cubicBezTo>
                    <a:pt x="0" y="30"/>
                    <a:pt x="23" y="0"/>
                    <a:pt x="62" y="0"/>
                  </a:cubicBezTo>
                  <a:moveTo>
                    <a:pt x="62" y="117"/>
                  </a:moveTo>
                  <a:cubicBezTo>
                    <a:pt x="89" y="117"/>
                    <a:pt x="102" y="94"/>
                    <a:pt x="102" y="67"/>
                  </a:cubicBezTo>
                  <a:cubicBezTo>
                    <a:pt x="102" y="39"/>
                    <a:pt x="89" y="17"/>
                    <a:pt x="62" y="17"/>
                  </a:cubicBezTo>
                  <a:cubicBezTo>
                    <a:pt x="34" y="17"/>
                    <a:pt x="21" y="39"/>
                    <a:pt x="21" y="67"/>
                  </a:cubicBezTo>
                  <a:cubicBezTo>
                    <a:pt x="21" y="94"/>
                    <a:pt x="34" y="117"/>
                    <a:pt x="62" y="11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2" name="Freeform 33">
              <a:extLst>
                <a:ext uri="{FF2B5EF4-FFF2-40B4-BE49-F238E27FC236}">
                  <a16:creationId xmlns:a16="http://schemas.microsoft.com/office/drawing/2014/main" id="{2237C5B1-151B-452F-8302-242E03A97E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2363" y="12671425"/>
              <a:ext cx="79375" cy="101600"/>
            </a:xfrm>
            <a:custGeom>
              <a:avLst/>
              <a:gdLst>
                <a:gd name="T0" fmla="*/ 103 w 105"/>
                <a:gd name="T1" fmla="*/ 127 h 134"/>
                <a:gd name="T2" fmla="*/ 66 w 105"/>
                <a:gd name="T3" fmla="*/ 134 h 134"/>
                <a:gd name="T4" fmla="*/ 0 w 105"/>
                <a:gd name="T5" fmla="*/ 67 h 134"/>
                <a:gd name="T6" fmla="*/ 63 w 105"/>
                <a:gd name="T7" fmla="*/ 0 h 134"/>
                <a:gd name="T8" fmla="*/ 105 w 105"/>
                <a:gd name="T9" fmla="*/ 6 h 134"/>
                <a:gd name="T10" fmla="*/ 105 w 105"/>
                <a:gd name="T11" fmla="*/ 40 h 134"/>
                <a:gd name="T12" fmla="*/ 86 w 105"/>
                <a:gd name="T13" fmla="*/ 40 h 134"/>
                <a:gd name="T14" fmla="*/ 86 w 105"/>
                <a:gd name="T15" fmla="*/ 20 h 134"/>
                <a:gd name="T16" fmla="*/ 65 w 105"/>
                <a:gd name="T17" fmla="*/ 17 h 134"/>
                <a:gd name="T18" fmla="*/ 21 w 105"/>
                <a:gd name="T19" fmla="*/ 67 h 134"/>
                <a:gd name="T20" fmla="*/ 69 w 105"/>
                <a:gd name="T21" fmla="*/ 117 h 134"/>
                <a:gd name="T22" fmla="*/ 104 w 105"/>
                <a:gd name="T23" fmla="*/ 110 h 134"/>
                <a:gd name="T24" fmla="*/ 103 w 105"/>
                <a:gd name="T25" fmla="*/ 12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4">
                  <a:moveTo>
                    <a:pt x="103" y="127"/>
                  </a:moveTo>
                  <a:cubicBezTo>
                    <a:pt x="93" y="130"/>
                    <a:pt x="80" y="134"/>
                    <a:pt x="66" y="134"/>
                  </a:cubicBezTo>
                  <a:cubicBezTo>
                    <a:pt x="16" y="134"/>
                    <a:pt x="0" y="100"/>
                    <a:pt x="0" y="67"/>
                  </a:cubicBezTo>
                  <a:cubicBezTo>
                    <a:pt x="0" y="18"/>
                    <a:pt x="35" y="0"/>
                    <a:pt x="63" y="0"/>
                  </a:cubicBezTo>
                  <a:cubicBezTo>
                    <a:pt x="78" y="0"/>
                    <a:pt x="92" y="1"/>
                    <a:pt x="105" y="6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1" y="18"/>
                    <a:pt x="71" y="17"/>
                    <a:pt x="65" y="17"/>
                  </a:cubicBezTo>
                  <a:cubicBezTo>
                    <a:pt x="28" y="17"/>
                    <a:pt x="21" y="46"/>
                    <a:pt x="21" y="67"/>
                  </a:cubicBezTo>
                  <a:cubicBezTo>
                    <a:pt x="21" y="74"/>
                    <a:pt x="22" y="117"/>
                    <a:pt x="69" y="117"/>
                  </a:cubicBezTo>
                  <a:cubicBezTo>
                    <a:pt x="82" y="117"/>
                    <a:pt x="92" y="113"/>
                    <a:pt x="104" y="110"/>
                  </a:cubicBezTo>
                  <a:lnTo>
                    <a:pt x="103" y="12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3" name="Freeform 34">
              <a:extLst>
                <a:ext uri="{FF2B5EF4-FFF2-40B4-BE49-F238E27FC236}">
                  <a16:creationId xmlns:a16="http://schemas.microsoft.com/office/drawing/2014/main" id="{B68FDF1E-E4DB-4907-89FE-3B4E803FA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29675" y="12625388"/>
              <a:ext cx="104775" cy="146050"/>
            </a:xfrm>
            <a:custGeom>
              <a:avLst/>
              <a:gdLst>
                <a:gd name="T0" fmla="*/ 12 w 66"/>
                <a:gd name="T1" fmla="*/ 7 h 92"/>
                <a:gd name="T2" fmla="*/ 0 w 66"/>
                <a:gd name="T3" fmla="*/ 7 h 92"/>
                <a:gd name="T4" fmla="*/ 0 w 66"/>
                <a:gd name="T5" fmla="*/ 0 h 92"/>
                <a:gd name="T6" fmla="*/ 22 w 66"/>
                <a:gd name="T7" fmla="*/ 0 h 92"/>
                <a:gd name="T8" fmla="*/ 21 w 66"/>
                <a:gd name="T9" fmla="*/ 57 h 92"/>
                <a:gd name="T10" fmla="*/ 45 w 66"/>
                <a:gd name="T11" fmla="*/ 38 h 92"/>
                <a:gd name="T12" fmla="*/ 45 w 66"/>
                <a:gd name="T13" fmla="*/ 37 h 92"/>
                <a:gd name="T14" fmla="*/ 36 w 66"/>
                <a:gd name="T15" fmla="*/ 37 h 92"/>
                <a:gd name="T16" fmla="*/ 36 w 66"/>
                <a:gd name="T17" fmla="*/ 30 h 92"/>
                <a:gd name="T18" fmla="*/ 63 w 66"/>
                <a:gd name="T19" fmla="*/ 30 h 92"/>
                <a:gd name="T20" fmla="*/ 63 w 66"/>
                <a:gd name="T21" fmla="*/ 37 h 92"/>
                <a:gd name="T22" fmla="*/ 57 w 66"/>
                <a:gd name="T23" fmla="*/ 37 h 92"/>
                <a:gd name="T24" fmla="*/ 31 w 66"/>
                <a:gd name="T25" fmla="*/ 58 h 92"/>
                <a:gd name="T26" fmla="*/ 59 w 66"/>
                <a:gd name="T27" fmla="*/ 84 h 92"/>
                <a:gd name="T28" fmla="*/ 66 w 66"/>
                <a:gd name="T29" fmla="*/ 84 h 92"/>
                <a:gd name="T30" fmla="*/ 66 w 66"/>
                <a:gd name="T31" fmla="*/ 92 h 92"/>
                <a:gd name="T32" fmla="*/ 39 w 66"/>
                <a:gd name="T33" fmla="*/ 92 h 92"/>
                <a:gd name="T34" fmla="*/ 39 w 66"/>
                <a:gd name="T35" fmla="*/ 84 h 92"/>
                <a:gd name="T36" fmla="*/ 46 w 66"/>
                <a:gd name="T37" fmla="*/ 84 h 92"/>
                <a:gd name="T38" fmla="*/ 46 w 66"/>
                <a:gd name="T39" fmla="*/ 84 h 92"/>
                <a:gd name="T40" fmla="*/ 21 w 66"/>
                <a:gd name="T41" fmla="*/ 60 h 92"/>
                <a:gd name="T42" fmla="*/ 21 w 66"/>
                <a:gd name="T43" fmla="*/ 84 h 92"/>
                <a:gd name="T44" fmla="*/ 29 w 66"/>
                <a:gd name="T45" fmla="*/ 84 h 92"/>
                <a:gd name="T46" fmla="*/ 29 w 66"/>
                <a:gd name="T47" fmla="*/ 92 h 92"/>
                <a:gd name="T48" fmla="*/ 2 w 66"/>
                <a:gd name="T49" fmla="*/ 92 h 92"/>
                <a:gd name="T50" fmla="*/ 2 w 66"/>
                <a:gd name="T51" fmla="*/ 84 h 92"/>
                <a:gd name="T52" fmla="*/ 12 w 66"/>
                <a:gd name="T53" fmla="*/ 84 h 92"/>
                <a:gd name="T54" fmla="*/ 12 w 66"/>
                <a:gd name="T55" fmla="*/ 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6" h="92">
                  <a:moveTo>
                    <a:pt x="12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1" y="57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36" y="37"/>
                  </a:lnTo>
                  <a:lnTo>
                    <a:pt x="36" y="30"/>
                  </a:lnTo>
                  <a:lnTo>
                    <a:pt x="63" y="30"/>
                  </a:lnTo>
                  <a:lnTo>
                    <a:pt x="63" y="37"/>
                  </a:lnTo>
                  <a:lnTo>
                    <a:pt x="57" y="37"/>
                  </a:lnTo>
                  <a:lnTo>
                    <a:pt x="31" y="58"/>
                  </a:lnTo>
                  <a:lnTo>
                    <a:pt x="59" y="84"/>
                  </a:lnTo>
                  <a:lnTo>
                    <a:pt x="66" y="84"/>
                  </a:lnTo>
                  <a:lnTo>
                    <a:pt x="66" y="92"/>
                  </a:lnTo>
                  <a:lnTo>
                    <a:pt x="39" y="92"/>
                  </a:lnTo>
                  <a:lnTo>
                    <a:pt x="39" y="84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21" y="60"/>
                  </a:lnTo>
                  <a:lnTo>
                    <a:pt x="21" y="84"/>
                  </a:lnTo>
                  <a:lnTo>
                    <a:pt x="29" y="84"/>
                  </a:lnTo>
                  <a:lnTo>
                    <a:pt x="29" y="92"/>
                  </a:lnTo>
                  <a:lnTo>
                    <a:pt x="2" y="92"/>
                  </a:lnTo>
                  <a:lnTo>
                    <a:pt x="2" y="84"/>
                  </a:lnTo>
                  <a:lnTo>
                    <a:pt x="12" y="84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4" name="Freeform 35">
              <a:extLst>
                <a:ext uri="{FF2B5EF4-FFF2-40B4-BE49-F238E27FC236}">
                  <a16:creationId xmlns:a16="http://schemas.microsoft.com/office/drawing/2014/main" id="{19DE8B08-742A-4287-B5F9-25050457AB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39213" y="12625388"/>
              <a:ext cx="114300" cy="146050"/>
            </a:xfrm>
            <a:custGeom>
              <a:avLst/>
              <a:gdLst>
                <a:gd name="T0" fmla="*/ 25 w 150"/>
                <a:gd name="T1" fmla="*/ 16 h 191"/>
                <a:gd name="T2" fmla="*/ 0 w 150"/>
                <a:gd name="T3" fmla="*/ 16 h 191"/>
                <a:gd name="T4" fmla="*/ 0 w 150"/>
                <a:gd name="T5" fmla="*/ 0 h 191"/>
                <a:gd name="T6" fmla="*/ 46 w 150"/>
                <a:gd name="T7" fmla="*/ 0 h 191"/>
                <a:gd name="T8" fmla="*/ 45 w 150"/>
                <a:gd name="T9" fmla="*/ 67 h 191"/>
                <a:gd name="T10" fmla="*/ 43 w 150"/>
                <a:gd name="T11" fmla="*/ 91 h 191"/>
                <a:gd name="T12" fmla="*/ 43 w 150"/>
                <a:gd name="T13" fmla="*/ 91 h 191"/>
                <a:gd name="T14" fmla="*/ 89 w 150"/>
                <a:gd name="T15" fmla="*/ 60 h 191"/>
                <a:gd name="T16" fmla="*/ 132 w 150"/>
                <a:gd name="T17" fmla="*/ 108 h 191"/>
                <a:gd name="T18" fmla="*/ 131 w 150"/>
                <a:gd name="T19" fmla="*/ 175 h 191"/>
                <a:gd name="T20" fmla="*/ 150 w 150"/>
                <a:gd name="T21" fmla="*/ 175 h 191"/>
                <a:gd name="T22" fmla="*/ 150 w 150"/>
                <a:gd name="T23" fmla="*/ 191 h 191"/>
                <a:gd name="T24" fmla="*/ 95 w 150"/>
                <a:gd name="T25" fmla="*/ 191 h 191"/>
                <a:gd name="T26" fmla="*/ 95 w 150"/>
                <a:gd name="T27" fmla="*/ 175 h 191"/>
                <a:gd name="T28" fmla="*/ 111 w 150"/>
                <a:gd name="T29" fmla="*/ 175 h 191"/>
                <a:gd name="T30" fmla="*/ 112 w 150"/>
                <a:gd name="T31" fmla="*/ 114 h 191"/>
                <a:gd name="T32" fmla="*/ 83 w 150"/>
                <a:gd name="T33" fmla="*/ 77 h 191"/>
                <a:gd name="T34" fmla="*/ 45 w 150"/>
                <a:gd name="T35" fmla="*/ 122 h 191"/>
                <a:gd name="T36" fmla="*/ 44 w 150"/>
                <a:gd name="T37" fmla="*/ 175 h 191"/>
                <a:gd name="T38" fmla="*/ 63 w 150"/>
                <a:gd name="T39" fmla="*/ 175 h 191"/>
                <a:gd name="T40" fmla="*/ 63 w 150"/>
                <a:gd name="T41" fmla="*/ 191 h 191"/>
                <a:gd name="T42" fmla="*/ 6 w 150"/>
                <a:gd name="T43" fmla="*/ 191 h 191"/>
                <a:gd name="T44" fmla="*/ 6 w 150"/>
                <a:gd name="T45" fmla="*/ 175 h 191"/>
                <a:gd name="T46" fmla="*/ 24 w 150"/>
                <a:gd name="T47" fmla="*/ 175 h 191"/>
                <a:gd name="T48" fmla="*/ 25 w 150"/>
                <a:gd name="T49" fmla="*/ 1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0" h="191">
                  <a:moveTo>
                    <a:pt x="25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73"/>
                    <a:pt x="44" y="86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9" y="72"/>
                    <a:pt x="69" y="60"/>
                    <a:pt x="89" y="60"/>
                  </a:cubicBezTo>
                  <a:cubicBezTo>
                    <a:pt x="124" y="60"/>
                    <a:pt x="132" y="84"/>
                    <a:pt x="132" y="108"/>
                  </a:cubicBezTo>
                  <a:cubicBezTo>
                    <a:pt x="132" y="130"/>
                    <a:pt x="131" y="155"/>
                    <a:pt x="131" y="175"/>
                  </a:cubicBezTo>
                  <a:cubicBezTo>
                    <a:pt x="150" y="175"/>
                    <a:pt x="150" y="175"/>
                    <a:pt x="150" y="175"/>
                  </a:cubicBezTo>
                  <a:cubicBezTo>
                    <a:pt x="150" y="191"/>
                    <a:pt x="150" y="191"/>
                    <a:pt x="150" y="191"/>
                  </a:cubicBezTo>
                  <a:cubicBezTo>
                    <a:pt x="95" y="191"/>
                    <a:pt x="95" y="191"/>
                    <a:pt x="95" y="191"/>
                  </a:cubicBezTo>
                  <a:cubicBezTo>
                    <a:pt x="95" y="175"/>
                    <a:pt x="95" y="175"/>
                    <a:pt x="95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1" y="155"/>
                    <a:pt x="112" y="134"/>
                    <a:pt x="112" y="114"/>
                  </a:cubicBezTo>
                  <a:cubicBezTo>
                    <a:pt x="112" y="101"/>
                    <a:pt x="112" y="77"/>
                    <a:pt x="83" y="77"/>
                  </a:cubicBezTo>
                  <a:cubicBezTo>
                    <a:pt x="65" y="77"/>
                    <a:pt x="45" y="88"/>
                    <a:pt x="45" y="122"/>
                  </a:cubicBezTo>
                  <a:cubicBezTo>
                    <a:pt x="44" y="175"/>
                    <a:pt x="44" y="175"/>
                    <a:pt x="44" y="175"/>
                  </a:cubicBezTo>
                  <a:cubicBezTo>
                    <a:pt x="63" y="175"/>
                    <a:pt x="63" y="175"/>
                    <a:pt x="63" y="175"/>
                  </a:cubicBezTo>
                  <a:cubicBezTo>
                    <a:pt x="63" y="191"/>
                    <a:pt x="63" y="191"/>
                    <a:pt x="63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24" y="175"/>
                    <a:pt x="24" y="175"/>
                    <a:pt x="24" y="175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5" name="Freeform 36">
              <a:extLst>
                <a:ext uri="{FF2B5EF4-FFF2-40B4-BE49-F238E27FC236}">
                  <a16:creationId xmlns:a16="http://schemas.microsoft.com/office/drawing/2014/main" id="{5CB90A58-CDA2-4140-BA29-B41EB8E32B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767800" y="12671425"/>
              <a:ext cx="95250" cy="101600"/>
            </a:xfrm>
            <a:custGeom>
              <a:avLst/>
              <a:gdLst>
                <a:gd name="T0" fmla="*/ 62 w 124"/>
                <a:gd name="T1" fmla="*/ 0 h 134"/>
                <a:gd name="T2" fmla="*/ 124 w 124"/>
                <a:gd name="T3" fmla="*/ 63 h 134"/>
                <a:gd name="T4" fmla="*/ 62 w 124"/>
                <a:gd name="T5" fmla="*/ 134 h 134"/>
                <a:gd name="T6" fmla="*/ 0 w 124"/>
                <a:gd name="T7" fmla="*/ 70 h 134"/>
                <a:gd name="T8" fmla="*/ 62 w 124"/>
                <a:gd name="T9" fmla="*/ 0 h 134"/>
                <a:gd name="T10" fmla="*/ 62 w 124"/>
                <a:gd name="T11" fmla="*/ 117 h 134"/>
                <a:gd name="T12" fmla="*/ 103 w 124"/>
                <a:gd name="T13" fmla="*/ 67 h 134"/>
                <a:gd name="T14" fmla="*/ 62 w 124"/>
                <a:gd name="T15" fmla="*/ 17 h 134"/>
                <a:gd name="T16" fmla="*/ 21 w 124"/>
                <a:gd name="T17" fmla="*/ 67 h 134"/>
                <a:gd name="T18" fmla="*/ 62 w 124"/>
                <a:gd name="T19" fmla="*/ 1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34">
                  <a:moveTo>
                    <a:pt x="62" y="0"/>
                  </a:moveTo>
                  <a:cubicBezTo>
                    <a:pt x="101" y="0"/>
                    <a:pt x="124" y="27"/>
                    <a:pt x="124" y="63"/>
                  </a:cubicBezTo>
                  <a:cubicBezTo>
                    <a:pt x="124" y="104"/>
                    <a:pt x="101" y="134"/>
                    <a:pt x="62" y="134"/>
                  </a:cubicBezTo>
                  <a:cubicBezTo>
                    <a:pt x="23" y="134"/>
                    <a:pt x="0" y="107"/>
                    <a:pt x="0" y="70"/>
                  </a:cubicBezTo>
                  <a:cubicBezTo>
                    <a:pt x="0" y="30"/>
                    <a:pt x="23" y="0"/>
                    <a:pt x="62" y="0"/>
                  </a:cubicBezTo>
                  <a:moveTo>
                    <a:pt x="62" y="117"/>
                  </a:moveTo>
                  <a:cubicBezTo>
                    <a:pt x="89" y="117"/>
                    <a:pt x="103" y="94"/>
                    <a:pt x="103" y="67"/>
                  </a:cubicBezTo>
                  <a:cubicBezTo>
                    <a:pt x="103" y="39"/>
                    <a:pt x="89" y="17"/>
                    <a:pt x="62" y="17"/>
                  </a:cubicBezTo>
                  <a:cubicBezTo>
                    <a:pt x="35" y="17"/>
                    <a:pt x="21" y="39"/>
                    <a:pt x="21" y="67"/>
                  </a:cubicBezTo>
                  <a:cubicBezTo>
                    <a:pt x="21" y="94"/>
                    <a:pt x="35" y="117"/>
                    <a:pt x="62" y="11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6" name="Freeform 37">
              <a:extLst>
                <a:ext uri="{FF2B5EF4-FFF2-40B4-BE49-F238E27FC236}">
                  <a16:creationId xmlns:a16="http://schemas.microsoft.com/office/drawing/2014/main" id="{50C1224A-AEAB-43AB-AF2A-A0295E5360B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74163" y="12625388"/>
              <a:ext cx="49212" cy="146050"/>
            </a:xfrm>
            <a:custGeom>
              <a:avLst/>
              <a:gdLst>
                <a:gd name="T0" fmla="*/ 12 w 31"/>
                <a:gd name="T1" fmla="*/ 7 h 92"/>
                <a:gd name="T2" fmla="*/ 0 w 31"/>
                <a:gd name="T3" fmla="*/ 7 h 92"/>
                <a:gd name="T4" fmla="*/ 0 w 31"/>
                <a:gd name="T5" fmla="*/ 0 h 92"/>
                <a:gd name="T6" fmla="*/ 21 w 31"/>
                <a:gd name="T7" fmla="*/ 0 h 92"/>
                <a:gd name="T8" fmla="*/ 21 w 31"/>
                <a:gd name="T9" fmla="*/ 84 h 92"/>
                <a:gd name="T10" fmla="*/ 31 w 31"/>
                <a:gd name="T11" fmla="*/ 84 h 92"/>
                <a:gd name="T12" fmla="*/ 31 w 31"/>
                <a:gd name="T13" fmla="*/ 92 h 92"/>
                <a:gd name="T14" fmla="*/ 3 w 31"/>
                <a:gd name="T15" fmla="*/ 92 h 92"/>
                <a:gd name="T16" fmla="*/ 3 w 31"/>
                <a:gd name="T17" fmla="*/ 84 h 92"/>
                <a:gd name="T18" fmla="*/ 11 w 31"/>
                <a:gd name="T19" fmla="*/ 84 h 92"/>
                <a:gd name="T20" fmla="*/ 12 w 31"/>
                <a:gd name="T21" fmla="*/ 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2">
                  <a:moveTo>
                    <a:pt x="12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1" y="0"/>
                  </a:lnTo>
                  <a:lnTo>
                    <a:pt x="21" y="84"/>
                  </a:lnTo>
                  <a:lnTo>
                    <a:pt x="31" y="84"/>
                  </a:lnTo>
                  <a:lnTo>
                    <a:pt x="31" y="92"/>
                  </a:lnTo>
                  <a:lnTo>
                    <a:pt x="3" y="92"/>
                  </a:lnTo>
                  <a:lnTo>
                    <a:pt x="3" y="84"/>
                  </a:lnTo>
                  <a:lnTo>
                    <a:pt x="11" y="84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7" name="Freeform 38">
              <a:extLst>
                <a:ext uri="{FF2B5EF4-FFF2-40B4-BE49-F238E27FC236}">
                  <a16:creationId xmlns:a16="http://schemas.microsoft.com/office/drawing/2014/main" id="{08D2F9AC-492C-4F13-94ED-0E330F2412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34488" y="12671425"/>
              <a:ext cx="174625" cy="100012"/>
            </a:xfrm>
            <a:custGeom>
              <a:avLst/>
              <a:gdLst>
                <a:gd name="T0" fmla="*/ 3 w 228"/>
                <a:gd name="T1" fmla="*/ 115 h 131"/>
                <a:gd name="T2" fmla="*/ 20 w 228"/>
                <a:gd name="T3" fmla="*/ 115 h 131"/>
                <a:gd name="T4" fmla="*/ 21 w 228"/>
                <a:gd name="T5" fmla="*/ 18 h 131"/>
                <a:gd name="T6" fmla="*/ 0 w 228"/>
                <a:gd name="T7" fmla="*/ 18 h 131"/>
                <a:gd name="T8" fmla="*/ 0 w 228"/>
                <a:gd name="T9" fmla="*/ 3 h 131"/>
                <a:gd name="T10" fmla="*/ 41 w 228"/>
                <a:gd name="T11" fmla="*/ 3 h 131"/>
                <a:gd name="T12" fmla="*/ 40 w 228"/>
                <a:gd name="T13" fmla="*/ 18 h 131"/>
                <a:gd name="T14" fmla="*/ 38 w 228"/>
                <a:gd name="T15" fmla="*/ 31 h 131"/>
                <a:gd name="T16" fmla="*/ 39 w 228"/>
                <a:gd name="T17" fmla="*/ 31 h 131"/>
                <a:gd name="T18" fmla="*/ 84 w 228"/>
                <a:gd name="T19" fmla="*/ 0 h 131"/>
                <a:gd name="T20" fmla="*/ 123 w 228"/>
                <a:gd name="T21" fmla="*/ 30 h 131"/>
                <a:gd name="T22" fmla="*/ 123 w 228"/>
                <a:gd name="T23" fmla="*/ 30 h 131"/>
                <a:gd name="T24" fmla="*/ 167 w 228"/>
                <a:gd name="T25" fmla="*/ 0 h 131"/>
                <a:gd name="T26" fmla="*/ 210 w 228"/>
                <a:gd name="T27" fmla="*/ 48 h 131"/>
                <a:gd name="T28" fmla="*/ 209 w 228"/>
                <a:gd name="T29" fmla="*/ 115 h 131"/>
                <a:gd name="T30" fmla="*/ 228 w 228"/>
                <a:gd name="T31" fmla="*/ 115 h 131"/>
                <a:gd name="T32" fmla="*/ 228 w 228"/>
                <a:gd name="T33" fmla="*/ 131 h 131"/>
                <a:gd name="T34" fmla="*/ 173 w 228"/>
                <a:gd name="T35" fmla="*/ 131 h 131"/>
                <a:gd name="T36" fmla="*/ 173 w 228"/>
                <a:gd name="T37" fmla="*/ 115 h 131"/>
                <a:gd name="T38" fmla="*/ 189 w 228"/>
                <a:gd name="T39" fmla="*/ 115 h 131"/>
                <a:gd name="T40" fmla="*/ 190 w 228"/>
                <a:gd name="T41" fmla="*/ 53 h 131"/>
                <a:gd name="T42" fmla="*/ 162 w 228"/>
                <a:gd name="T43" fmla="*/ 17 h 131"/>
                <a:gd name="T44" fmla="*/ 126 w 228"/>
                <a:gd name="T45" fmla="*/ 62 h 131"/>
                <a:gd name="T46" fmla="*/ 125 w 228"/>
                <a:gd name="T47" fmla="*/ 115 h 131"/>
                <a:gd name="T48" fmla="*/ 143 w 228"/>
                <a:gd name="T49" fmla="*/ 115 h 131"/>
                <a:gd name="T50" fmla="*/ 143 w 228"/>
                <a:gd name="T51" fmla="*/ 131 h 131"/>
                <a:gd name="T52" fmla="*/ 88 w 228"/>
                <a:gd name="T53" fmla="*/ 131 h 131"/>
                <a:gd name="T54" fmla="*/ 88 w 228"/>
                <a:gd name="T55" fmla="*/ 115 h 131"/>
                <a:gd name="T56" fmla="*/ 104 w 228"/>
                <a:gd name="T57" fmla="*/ 115 h 131"/>
                <a:gd name="T58" fmla="*/ 105 w 228"/>
                <a:gd name="T59" fmla="*/ 53 h 131"/>
                <a:gd name="T60" fmla="*/ 77 w 228"/>
                <a:gd name="T61" fmla="*/ 17 h 131"/>
                <a:gd name="T62" fmla="*/ 41 w 228"/>
                <a:gd name="T63" fmla="*/ 62 h 131"/>
                <a:gd name="T64" fmla="*/ 40 w 228"/>
                <a:gd name="T65" fmla="*/ 115 h 131"/>
                <a:gd name="T66" fmla="*/ 59 w 228"/>
                <a:gd name="T67" fmla="*/ 115 h 131"/>
                <a:gd name="T68" fmla="*/ 59 w 228"/>
                <a:gd name="T69" fmla="*/ 131 h 131"/>
                <a:gd name="T70" fmla="*/ 3 w 228"/>
                <a:gd name="T71" fmla="*/ 131 h 131"/>
                <a:gd name="T72" fmla="*/ 3 w 228"/>
                <a:gd name="T73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131">
                  <a:moveTo>
                    <a:pt x="3" y="115"/>
                  </a:moveTo>
                  <a:cubicBezTo>
                    <a:pt x="20" y="115"/>
                    <a:pt x="20" y="115"/>
                    <a:pt x="20" y="115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8"/>
                    <a:pt x="41" y="15"/>
                    <a:pt x="40" y="1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44" y="12"/>
                    <a:pt x="65" y="0"/>
                    <a:pt x="84" y="0"/>
                  </a:cubicBezTo>
                  <a:cubicBezTo>
                    <a:pt x="107" y="0"/>
                    <a:pt x="119" y="13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6" y="24"/>
                    <a:pt x="134" y="0"/>
                    <a:pt x="167" y="0"/>
                  </a:cubicBezTo>
                  <a:cubicBezTo>
                    <a:pt x="202" y="0"/>
                    <a:pt x="210" y="24"/>
                    <a:pt x="210" y="48"/>
                  </a:cubicBezTo>
                  <a:cubicBezTo>
                    <a:pt x="210" y="70"/>
                    <a:pt x="209" y="95"/>
                    <a:pt x="209" y="115"/>
                  </a:cubicBezTo>
                  <a:cubicBezTo>
                    <a:pt x="228" y="115"/>
                    <a:pt x="228" y="115"/>
                    <a:pt x="228" y="115"/>
                  </a:cubicBezTo>
                  <a:cubicBezTo>
                    <a:pt x="228" y="131"/>
                    <a:pt x="228" y="131"/>
                    <a:pt x="228" y="131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3" y="115"/>
                    <a:pt x="173" y="115"/>
                    <a:pt x="173" y="115"/>
                  </a:cubicBezTo>
                  <a:cubicBezTo>
                    <a:pt x="189" y="115"/>
                    <a:pt x="189" y="115"/>
                    <a:pt x="189" y="115"/>
                  </a:cubicBezTo>
                  <a:cubicBezTo>
                    <a:pt x="189" y="94"/>
                    <a:pt x="190" y="74"/>
                    <a:pt x="190" y="53"/>
                  </a:cubicBezTo>
                  <a:cubicBezTo>
                    <a:pt x="190" y="35"/>
                    <a:pt x="186" y="17"/>
                    <a:pt x="162" y="17"/>
                  </a:cubicBezTo>
                  <a:cubicBezTo>
                    <a:pt x="146" y="17"/>
                    <a:pt x="126" y="28"/>
                    <a:pt x="126" y="62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43" y="115"/>
                    <a:pt x="143" y="115"/>
                    <a:pt x="143" y="115"/>
                  </a:cubicBezTo>
                  <a:cubicBezTo>
                    <a:pt x="143" y="131"/>
                    <a:pt x="143" y="131"/>
                    <a:pt x="143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4" y="94"/>
                    <a:pt x="105" y="74"/>
                    <a:pt x="105" y="53"/>
                  </a:cubicBezTo>
                  <a:cubicBezTo>
                    <a:pt x="105" y="35"/>
                    <a:pt x="101" y="17"/>
                    <a:pt x="77" y="17"/>
                  </a:cubicBezTo>
                  <a:cubicBezTo>
                    <a:pt x="61" y="17"/>
                    <a:pt x="41" y="28"/>
                    <a:pt x="41" y="62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59" y="131"/>
                    <a:pt x="59" y="131"/>
                    <a:pt x="59" y="131"/>
                  </a:cubicBezTo>
                  <a:cubicBezTo>
                    <a:pt x="3" y="131"/>
                    <a:pt x="3" y="131"/>
                    <a:pt x="3" y="131"/>
                  </a:cubicBezTo>
                  <a:lnTo>
                    <a:pt x="3" y="1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8" name="Freeform 39">
              <a:extLst>
                <a:ext uri="{FF2B5EF4-FFF2-40B4-BE49-F238E27FC236}">
                  <a16:creationId xmlns:a16="http://schemas.microsoft.com/office/drawing/2014/main" id="{6CB00CA1-65C0-4723-A3B6-1FFDD1D408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48675" y="12803188"/>
              <a:ext cx="131762" cy="136525"/>
            </a:xfrm>
            <a:custGeom>
              <a:avLst/>
              <a:gdLst>
                <a:gd name="T0" fmla="*/ 60 w 172"/>
                <a:gd name="T1" fmla="*/ 16 h 177"/>
                <a:gd name="T2" fmla="*/ 41 w 172"/>
                <a:gd name="T3" fmla="*/ 16 h 177"/>
                <a:gd name="T4" fmla="*/ 41 w 172"/>
                <a:gd name="T5" fmla="*/ 105 h 177"/>
                <a:gd name="T6" fmla="*/ 50 w 172"/>
                <a:gd name="T7" fmla="*/ 147 h 177"/>
                <a:gd name="T8" fmla="*/ 87 w 172"/>
                <a:gd name="T9" fmla="*/ 160 h 177"/>
                <a:gd name="T10" fmla="*/ 126 w 172"/>
                <a:gd name="T11" fmla="*/ 145 h 177"/>
                <a:gd name="T12" fmla="*/ 133 w 172"/>
                <a:gd name="T13" fmla="*/ 97 h 177"/>
                <a:gd name="T14" fmla="*/ 134 w 172"/>
                <a:gd name="T15" fmla="*/ 16 h 177"/>
                <a:gd name="T16" fmla="*/ 112 w 172"/>
                <a:gd name="T17" fmla="*/ 16 h 177"/>
                <a:gd name="T18" fmla="*/ 112 w 172"/>
                <a:gd name="T19" fmla="*/ 0 h 177"/>
                <a:gd name="T20" fmla="*/ 172 w 172"/>
                <a:gd name="T21" fmla="*/ 0 h 177"/>
                <a:gd name="T22" fmla="*/ 172 w 172"/>
                <a:gd name="T23" fmla="*/ 16 h 177"/>
                <a:gd name="T24" fmla="*/ 153 w 172"/>
                <a:gd name="T25" fmla="*/ 16 h 177"/>
                <a:gd name="T26" fmla="*/ 153 w 172"/>
                <a:gd name="T27" fmla="*/ 110 h 177"/>
                <a:gd name="T28" fmla="*/ 139 w 172"/>
                <a:gd name="T29" fmla="*/ 158 h 177"/>
                <a:gd name="T30" fmla="*/ 86 w 172"/>
                <a:gd name="T31" fmla="*/ 177 h 177"/>
                <a:gd name="T32" fmla="*/ 29 w 172"/>
                <a:gd name="T33" fmla="*/ 155 h 177"/>
                <a:gd name="T34" fmla="*/ 20 w 172"/>
                <a:gd name="T35" fmla="*/ 103 h 177"/>
                <a:gd name="T36" fmla="*/ 20 w 172"/>
                <a:gd name="T37" fmla="*/ 16 h 177"/>
                <a:gd name="T38" fmla="*/ 0 w 172"/>
                <a:gd name="T39" fmla="*/ 16 h 177"/>
                <a:gd name="T40" fmla="*/ 0 w 172"/>
                <a:gd name="T41" fmla="*/ 0 h 177"/>
                <a:gd name="T42" fmla="*/ 60 w 172"/>
                <a:gd name="T43" fmla="*/ 0 h 177"/>
                <a:gd name="T44" fmla="*/ 60 w 172"/>
                <a:gd name="T45" fmla="*/ 1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77">
                  <a:moveTo>
                    <a:pt x="60" y="16"/>
                  </a:moveTo>
                  <a:cubicBezTo>
                    <a:pt x="41" y="16"/>
                    <a:pt x="41" y="16"/>
                    <a:pt x="41" y="16"/>
                  </a:cubicBezTo>
                  <a:cubicBezTo>
                    <a:pt x="41" y="40"/>
                    <a:pt x="41" y="64"/>
                    <a:pt x="41" y="105"/>
                  </a:cubicBezTo>
                  <a:cubicBezTo>
                    <a:pt x="41" y="126"/>
                    <a:pt x="42" y="138"/>
                    <a:pt x="50" y="147"/>
                  </a:cubicBezTo>
                  <a:cubicBezTo>
                    <a:pt x="57" y="156"/>
                    <a:pt x="69" y="160"/>
                    <a:pt x="87" y="160"/>
                  </a:cubicBezTo>
                  <a:cubicBezTo>
                    <a:pt x="104" y="160"/>
                    <a:pt x="118" y="156"/>
                    <a:pt x="126" y="145"/>
                  </a:cubicBezTo>
                  <a:cubicBezTo>
                    <a:pt x="133" y="136"/>
                    <a:pt x="133" y="121"/>
                    <a:pt x="133" y="97"/>
                  </a:cubicBezTo>
                  <a:cubicBezTo>
                    <a:pt x="134" y="16"/>
                    <a:pt x="134" y="16"/>
                    <a:pt x="134" y="16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16"/>
                    <a:pt x="172" y="16"/>
                    <a:pt x="172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30"/>
                    <a:pt x="150" y="144"/>
                    <a:pt x="139" y="158"/>
                  </a:cubicBezTo>
                  <a:cubicBezTo>
                    <a:pt x="129" y="170"/>
                    <a:pt x="111" y="177"/>
                    <a:pt x="86" y="177"/>
                  </a:cubicBezTo>
                  <a:cubicBezTo>
                    <a:pt x="56" y="177"/>
                    <a:pt x="39" y="169"/>
                    <a:pt x="29" y="155"/>
                  </a:cubicBezTo>
                  <a:cubicBezTo>
                    <a:pt x="21" y="144"/>
                    <a:pt x="20" y="132"/>
                    <a:pt x="20" y="103"/>
                  </a:cubicBezTo>
                  <a:cubicBezTo>
                    <a:pt x="20" y="75"/>
                    <a:pt x="20" y="42"/>
                    <a:pt x="2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0" y="0"/>
                    <a:pt x="60" y="0"/>
                    <a:pt x="60" y="0"/>
                  </a:cubicBezTo>
                  <a:lnTo>
                    <a:pt x="60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9" name="Freeform 40">
              <a:extLst>
                <a:ext uri="{FF2B5EF4-FFF2-40B4-BE49-F238E27FC236}">
                  <a16:creationId xmlns:a16="http://schemas.microsoft.com/office/drawing/2014/main" id="{D4F6BEFF-B998-4E49-A0B3-32F9D567E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89963" y="12836525"/>
              <a:ext cx="111125" cy="100012"/>
            </a:xfrm>
            <a:custGeom>
              <a:avLst/>
              <a:gdLst>
                <a:gd name="T0" fmla="*/ 90 w 145"/>
                <a:gd name="T1" fmla="*/ 115 h 131"/>
                <a:gd name="T2" fmla="*/ 106 w 145"/>
                <a:gd name="T3" fmla="*/ 115 h 131"/>
                <a:gd name="T4" fmla="*/ 107 w 145"/>
                <a:gd name="T5" fmla="*/ 54 h 131"/>
                <a:gd name="T6" fmla="*/ 78 w 145"/>
                <a:gd name="T7" fmla="*/ 17 h 131"/>
                <a:gd name="T8" fmla="*/ 40 w 145"/>
                <a:gd name="T9" fmla="*/ 62 h 131"/>
                <a:gd name="T10" fmla="*/ 40 w 145"/>
                <a:gd name="T11" fmla="*/ 115 h 131"/>
                <a:gd name="T12" fmla="*/ 59 w 145"/>
                <a:gd name="T13" fmla="*/ 115 h 131"/>
                <a:gd name="T14" fmla="*/ 59 w 145"/>
                <a:gd name="T15" fmla="*/ 131 h 131"/>
                <a:gd name="T16" fmla="*/ 3 w 145"/>
                <a:gd name="T17" fmla="*/ 131 h 131"/>
                <a:gd name="T18" fmla="*/ 3 w 145"/>
                <a:gd name="T19" fmla="*/ 115 h 131"/>
                <a:gd name="T20" fmla="*/ 19 w 145"/>
                <a:gd name="T21" fmla="*/ 115 h 131"/>
                <a:gd name="T22" fmla="*/ 20 w 145"/>
                <a:gd name="T23" fmla="*/ 18 h 131"/>
                <a:gd name="T24" fmla="*/ 0 w 145"/>
                <a:gd name="T25" fmla="*/ 18 h 131"/>
                <a:gd name="T26" fmla="*/ 0 w 145"/>
                <a:gd name="T27" fmla="*/ 3 h 131"/>
                <a:gd name="T28" fmla="*/ 41 w 145"/>
                <a:gd name="T29" fmla="*/ 3 h 131"/>
                <a:gd name="T30" fmla="*/ 40 w 145"/>
                <a:gd name="T31" fmla="*/ 18 h 131"/>
                <a:gd name="T32" fmla="*/ 38 w 145"/>
                <a:gd name="T33" fmla="*/ 31 h 131"/>
                <a:gd name="T34" fmla="*/ 38 w 145"/>
                <a:gd name="T35" fmla="*/ 31 h 131"/>
                <a:gd name="T36" fmla="*/ 84 w 145"/>
                <a:gd name="T37" fmla="*/ 0 h 131"/>
                <a:gd name="T38" fmla="*/ 128 w 145"/>
                <a:gd name="T39" fmla="*/ 48 h 131"/>
                <a:gd name="T40" fmla="*/ 127 w 145"/>
                <a:gd name="T41" fmla="*/ 115 h 131"/>
                <a:gd name="T42" fmla="*/ 145 w 145"/>
                <a:gd name="T43" fmla="*/ 115 h 131"/>
                <a:gd name="T44" fmla="*/ 145 w 145"/>
                <a:gd name="T45" fmla="*/ 131 h 131"/>
                <a:gd name="T46" fmla="*/ 90 w 145"/>
                <a:gd name="T47" fmla="*/ 131 h 131"/>
                <a:gd name="T48" fmla="*/ 90 w 145"/>
                <a:gd name="T49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5" h="131">
                  <a:moveTo>
                    <a:pt x="90" y="115"/>
                  </a:moveTo>
                  <a:cubicBezTo>
                    <a:pt x="106" y="115"/>
                    <a:pt x="106" y="115"/>
                    <a:pt x="106" y="115"/>
                  </a:cubicBezTo>
                  <a:cubicBezTo>
                    <a:pt x="106" y="95"/>
                    <a:pt x="107" y="74"/>
                    <a:pt x="107" y="54"/>
                  </a:cubicBezTo>
                  <a:cubicBezTo>
                    <a:pt x="107" y="41"/>
                    <a:pt x="107" y="17"/>
                    <a:pt x="78" y="17"/>
                  </a:cubicBezTo>
                  <a:cubicBezTo>
                    <a:pt x="60" y="17"/>
                    <a:pt x="40" y="28"/>
                    <a:pt x="40" y="62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59" y="131"/>
                    <a:pt x="59" y="131"/>
                    <a:pt x="59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15"/>
                    <a:pt x="3" y="115"/>
                    <a:pt x="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8"/>
                    <a:pt x="40" y="15"/>
                    <a:pt x="40" y="1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44" y="12"/>
                    <a:pt x="64" y="0"/>
                    <a:pt x="84" y="0"/>
                  </a:cubicBezTo>
                  <a:cubicBezTo>
                    <a:pt x="119" y="0"/>
                    <a:pt x="128" y="24"/>
                    <a:pt x="128" y="48"/>
                  </a:cubicBezTo>
                  <a:cubicBezTo>
                    <a:pt x="128" y="70"/>
                    <a:pt x="127" y="95"/>
                    <a:pt x="127" y="115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90" y="131"/>
                    <a:pt x="90" y="131"/>
                    <a:pt x="90" y="131"/>
                  </a:cubicBezTo>
                  <a:lnTo>
                    <a:pt x="90" y="1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44CD50BC-9B5E-4366-BAE7-5401AF5C65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10613" y="12788900"/>
              <a:ext cx="49212" cy="147637"/>
            </a:xfrm>
            <a:custGeom>
              <a:avLst/>
              <a:gdLst>
                <a:gd name="T0" fmla="*/ 23 w 63"/>
                <a:gd name="T1" fmla="*/ 80 h 193"/>
                <a:gd name="T2" fmla="*/ 0 w 63"/>
                <a:gd name="T3" fmla="*/ 80 h 193"/>
                <a:gd name="T4" fmla="*/ 0 w 63"/>
                <a:gd name="T5" fmla="*/ 65 h 193"/>
                <a:gd name="T6" fmla="*/ 44 w 63"/>
                <a:gd name="T7" fmla="*/ 65 h 193"/>
                <a:gd name="T8" fmla="*/ 43 w 63"/>
                <a:gd name="T9" fmla="*/ 177 h 193"/>
                <a:gd name="T10" fmla="*/ 63 w 63"/>
                <a:gd name="T11" fmla="*/ 177 h 193"/>
                <a:gd name="T12" fmla="*/ 63 w 63"/>
                <a:gd name="T13" fmla="*/ 193 h 193"/>
                <a:gd name="T14" fmla="*/ 2 w 63"/>
                <a:gd name="T15" fmla="*/ 193 h 193"/>
                <a:gd name="T16" fmla="*/ 2 w 63"/>
                <a:gd name="T17" fmla="*/ 177 h 193"/>
                <a:gd name="T18" fmla="*/ 22 w 63"/>
                <a:gd name="T19" fmla="*/ 177 h 193"/>
                <a:gd name="T20" fmla="*/ 23 w 63"/>
                <a:gd name="T21" fmla="*/ 80 h 193"/>
                <a:gd name="T22" fmla="*/ 31 w 63"/>
                <a:gd name="T23" fmla="*/ 0 h 193"/>
                <a:gd name="T24" fmla="*/ 46 w 63"/>
                <a:gd name="T25" fmla="*/ 16 h 193"/>
                <a:gd name="T26" fmla="*/ 31 w 63"/>
                <a:gd name="T27" fmla="*/ 31 h 193"/>
                <a:gd name="T28" fmla="*/ 16 w 63"/>
                <a:gd name="T29" fmla="*/ 16 h 193"/>
                <a:gd name="T30" fmla="*/ 31 w 63"/>
                <a:gd name="T3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93">
                  <a:moveTo>
                    <a:pt x="23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3" y="193"/>
                    <a:pt x="63" y="193"/>
                    <a:pt x="63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2" y="177"/>
                    <a:pt x="22" y="177"/>
                    <a:pt x="22" y="177"/>
                  </a:cubicBezTo>
                  <a:lnTo>
                    <a:pt x="23" y="80"/>
                  </a:lnTo>
                  <a:close/>
                  <a:moveTo>
                    <a:pt x="31" y="0"/>
                  </a:moveTo>
                  <a:cubicBezTo>
                    <a:pt x="39" y="0"/>
                    <a:pt x="46" y="7"/>
                    <a:pt x="46" y="16"/>
                  </a:cubicBezTo>
                  <a:cubicBezTo>
                    <a:pt x="46" y="24"/>
                    <a:pt x="39" y="31"/>
                    <a:pt x="31" y="31"/>
                  </a:cubicBezTo>
                  <a:cubicBezTo>
                    <a:pt x="23" y="31"/>
                    <a:pt x="16" y="24"/>
                    <a:pt x="16" y="16"/>
                  </a:cubicBezTo>
                  <a:cubicBezTo>
                    <a:pt x="16" y="7"/>
                    <a:pt x="23" y="0"/>
                    <a:pt x="3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50FFAE35-90C2-40D3-AA88-90CDB32E2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63000" y="12838113"/>
              <a:ext cx="104775" cy="98425"/>
            </a:xfrm>
            <a:custGeom>
              <a:avLst/>
              <a:gdLst>
                <a:gd name="T0" fmla="*/ 0 w 137"/>
                <a:gd name="T1" fmla="*/ 0 h 128"/>
                <a:gd name="T2" fmla="*/ 52 w 137"/>
                <a:gd name="T3" fmla="*/ 0 h 128"/>
                <a:gd name="T4" fmla="*/ 52 w 137"/>
                <a:gd name="T5" fmla="*/ 15 h 128"/>
                <a:gd name="T6" fmla="*/ 37 w 137"/>
                <a:gd name="T7" fmla="*/ 15 h 128"/>
                <a:gd name="T8" fmla="*/ 66 w 137"/>
                <a:gd name="T9" fmla="*/ 97 h 128"/>
                <a:gd name="T10" fmla="*/ 69 w 137"/>
                <a:gd name="T11" fmla="*/ 108 h 128"/>
                <a:gd name="T12" fmla="*/ 70 w 137"/>
                <a:gd name="T13" fmla="*/ 108 h 128"/>
                <a:gd name="T14" fmla="*/ 72 w 137"/>
                <a:gd name="T15" fmla="*/ 97 h 128"/>
                <a:gd name="T16" fmla="*/ 103 w 137"/>
                <a:gd name="T17" fmla="*/ 15 h 128"/>
                <a:gd name="T18" fmla="*/ 86 w 137"/>
                <a:gd name="T19" fmla="*/ 15 h 128"/>
                <a:gd name="T20" fmla="*/ 86 w 137"/>
                <a:gd name="T21" fmla="*/ 0 h 128"/>
                <a:gd name="T22" fmla="*/ 137 w 137"/>
                <a:gd name="T23" fmla="*/ 0 h 128"/>
                <a:gd name="T24" fmla="*/ 137 w 137"/>
                <a:gd name="T25" fmla="*/ 15 h 128"/>
                <a:gd name="T26" fmla="*/ 123 w 137"/>
                <a:gd name="T27" fmla="*/ 15 h 128"/>
                <a:gd name="T28" fmla="*/ 79 w 137"/>
                <a:gd name="T29" fmla="*/ 128 h 128"/>
                <a:gd name="T30" fmla="*/ 58 w 137"/>
                <a:gd name="T31" fmla="*/ 128 h 128"/>
                <a:gd name="T32" fmla="*/ 14 w 137"/>
                <a:gd name="T33" fmla="*/ 15 h 128"/>
                <a:gd name="T34" fmla="*/ 0 w 137"/>
                <a:gd name="T35" fmla="*/ 15 h 128"/>
                <a:gd name="T36" fmla="*/ 0 w 137"/>
                <a:gd name="T3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28">
                  <a:moveTo>
                    <a:pt x="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8" y="101"/>
                    <a:pt x="68" y="105"/>
                    <a:pt x="69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5"/>
                    <a:pt x="71" y="101"/>
                    <a:pt x="72" y="97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58" y="128"/>
                    <a:pt x="58" y="128"/>
                    <a:pt x="58" y="128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0" y="15"/>
                    <a:pt x="0" y="15"/>
                    <a:pt x="0" y="1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" name="Freeform 43">
              <a:extLst>
                <a:ext uri="{FF2B5EF4-FFF2-40B4-BE49-F238E27FC236}">
                  <a16:creationId xmlns:a16="http://schemas.microsoft.com/office/drawing/2014/main" id="{A5F1308B-F605-4CBC-9A97-6A13F62A072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74125" y="12836525"/>
              <a:ext cx="87312" cy="103187"/>
            </a:xfrm>
            <a:custGeom>
              <a:avLst/>
              <a:gdLst>
                <a:gd name="T0" fmla="*/ 21 w 114"/>
                <a:gd name="T1" fmla="*/ 68 h 134"/>
                <a:gd name="T2" fmla="*/ 70 w 114"/>
                <a:gd name="T3" fmla="*/ 117 h 134"/>
                <a:gd name="T4" fmla="*/ 108 w 114"/>
                <a:gd name="T5" fmla="*/ 107 h 134"/>
                <a:gd name="T6" fmla="*/ 107 w 114"/>
                <a:gd name="T7" fmla="*/ 125 h 134"/>
                <a:gd name="T8" fmla="*/ 65 w 114"/>
                <a:gd name="T9" fmla="*/ 134 h 134"/>
                <a:gd name="T10" fmla="*/ 0 w 114"/>
                <a:gd name="T11" fmla="*/ 67 h 134"/>
                <a:gd name="T12" fmla="*/ 59 w 114"/>
                <a:gd name="T13" fmla="*/ 0 h 134"/>
                <a:gd name="T14" fmla="*/ 114 w 114"/>
                <a:gd name="T15" fmla="*/ 68 h 134"/>
                <a:gd name="T16" fmla="*/ 21 w 114"/>
                <a:gd name="T17" fmla="*/ 68 h 134"/>
                <a:gd name="T18" fmla="*/ 93 w 114"/>
                <a:gd name="T19" fmla="*/ 53 h 134"/>
                <a:gd name="T20" fmla="*/ 59 w 114"/>
                <a:gd name="T21" fmla="*/ 15 h 134"/>
                <a:gd name="T22" fmla="*/ 21 w 114"/>
                <a:gd name="T23" fmla="*/ 53 h 134"/>
                <a:gd name="T24" fmla="*/ 93 w 114"/>
                <a:gd name="T25" fmla="*/ 5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134">
                  <a:moveTo>
                    <a:pt x="21" y="68"/>
                  </a:moveTo>
                  <a:cubicBezTo>
                    <a:pt x="22" y="95"/>
                    <a:pt x="33" y="117"/>
                    <a:pt x="70" y="117"/>
                  </a:cubicBezTo>
                  <a:cubicBezTo>
                    <a:pt x="84" y="117"/>
                    <a:pt x="97" y="113"/>
                    <a:pt x="108" y="107"/>
                  </a:cubicBezTo>
                  <a:cubicBezTo>
                    <a:pt x="107" y="125"/>
                    <a:pt x="107" y="125"/>
                    <a:pt x="107" y="125"/>
                  </a:cubicBezTo>
                  <a:cubicBezTo>
                    <a:pt x="98" y="129"/>
                    <a:pt x="78" y="134"/>
                    <a:pt x="65" y="134"/>
                  </a:cubicBezTo>
                  <a:cubicBezTo>
                    <a:pt x="25" y="134"/>
                    <a:pt x="0" y="111"/>
                    <a:pt x="0" y="67"/>
                  </a:cubicBezTo>
                  <a:cubicBezTo>
                    <a:pt x="0" y="29"/>
                    <a:pt x="20" y="0"/>
                    <a:pt x="59" y="0"/>
                  </a:cubicBezTo>
                  <a:cubicBezTo>
                    <a:pt x="109" y="0"/>
                    <a:pt x="114" y="46"/>
                    <a:pt x="114" y="68"/>
                  </a:cubicBezTo>
                  <a:lnTo>
                    <a:pt x="21" y="68"/>
                  </a:lnTo>
                  <a:close/>
                  <a:moveTo>
                    <a:pt x="93" y="53"/>
                  </a:moveTo>
                  <a:cubicBezTo>
                    <a:pt x="93" y="33"/>
                    <a:pt x="80" y="15"/>
                    <a:pt x="59" y="15"/>
                  </a:cubicBezTo>
                  <a:cubicBezTo>
                    <a:pt x="37" y="15"/>
                    <a:pt x="22" y="32"/>
                    <a:pt x="21" y="53"/>
                  </a:cubicBezTo>
                  <a:lnTo>
                    <a:pt x="9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" name="Freeform 44">
              <a:extLst>
                <a:ext uri="{FF2B5EF4-FFF2-40B4-BE49-F238E27FC236}">
                  <a16:creationId xmlns:a16="http://schemas.microsoft.com/office/drawing/2014/main" id="{8B02D07C-D058-4F3B-B33C-C53B6ED0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74138" y="12836525"/>
              <a:ext cx="74612" cy="100012"/>
            </a:xfrm>
            <a:custGeom>
              <a:avLst/>
              <a:gdLst>
                <a:gd name="T0" fmla="*/ 21 w 96"/>
                <a:gd name="T1" fmla="*/ 17 h 130"/>
                <a:gd name="T2" fmla="*/ 0 w 96"/>
                <a:gd name="T3" fmla="*/ 17 h 130"/>
                <a:gd name="T4" fmla="*/ 0 w 96"/>
                <a:gd name="T5" fmla="*/ 2 h 130"/>
                <a:gd name="T6" fmla="*/ 42 w 96"/>
                <a:gd name="T7" fmla="*/ 2 h 130"/>
                <a:gd name="T8" fmla="*/ 42 w 96"/>
                <a:gd name="T9" fmla="*/ 9 h 130"/>
                <a:gd name="T10" fmla="*/ 39 w 96"/>
                <a:gd name="T11" fmla="*/ 42 h 130"/>
                <a:gd name="T12" fmla="*/ 39 w 96"/>
                <a:gd name="T13" fmla="*/ 42 h 130"/>
                <a:gd name="T14" fmla="*/ 40 w 96"/>
                <a:gd name="T15" fmla="*/ 42 h 130"/>
                <a:gd name="T16" fmla="*/ 83 w 96"/>
                <a:gd name="T17" fmla="*/ 0 h 130"/>
                <a:gd name="T18" fmla="*/ 96 w 96"/>
                <a:gd name="T19" fmla="*/ 2 h 130"/>
                <a:gd name="T20" fmla="*/ 94 w 96"/>
                <a:gd name="T21" fmla="*/ 20 h 130"/>
                <a:gd name="T22" fmla="*/ 80 w 96"/>
                <a:gd name="T23" fmla="*/ 18 h 130"/>
                <a:gd name="T24" fmla="*/ 42 w 96"/>
                <a:gd name="T25" fmla="*/ 66 h 130"/>
                <a:gd name="T26" fmla="*/ 41 w 96"/>
                <a:gd name="T27" fmla="*/ 114 h 130"/>
                <a:gd name="T28" fmla="*/ 62 w 96"/>
                <a:gd name="T29" fmla="*/ 114 h 130"/>
                <a:gd name="T30" fmla="*/ 62 w 96"/>
                <a:gd name="T31" fmla="*/ 130 h 130"/>
                <a:gd name="T32" fmla="*/ 2 w 96"/>
                <a:gd name="T33" fmla="*/ 130 h 130"/>
                <a:gd name="T34" fmla="*/ 2 w 96"/>
                <a:gd name="T35" fmla="*/ 114 h 130"/>
                <a:gd name="T36" fmla="*/ 20 w 96"/>
                <a:gd name="T37" fmla="*/ 114 h 130"/>
                <a:gd name="T38" fmla="*/ 21 w 96"/>
                <a:gd name="T39" fmla="*/ 1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" h="130">
                  <a:moveTo>
                    <a:pt x="21" y="17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16"/>
                    <a:pt x="40" y="31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5" y="23"/>
                    <a:pt x="51" y="0"/>
                    <a:pt x="83" y="0"/>
                  </a:cubicBezTo>
                  <a:cubicBezTo>
                    <a:pt x="85" y="0"/>
                    <a:pt x="95" y="0"/>
                    <a:pt x="96" y="2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0" y="19"/>
                    <a:pt x="85" y="18"/>
                    <a:pt x="80" y="18"/>
                  </a:cubicBezTo>
                  <a:cubicBezTo>
                    <a:pt x="54" y="18"/>
                    <a:pt x="42" y="44"/>
                    <a:pt x="42" y="66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2" y="130"/>
                    <a:pt x="62" y="130"/>
                    <a:pt x="6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0" y="114"/>
                    <a:pt x="20" y="114"/>
                    <a:pt x="20" y="114"/>
                  </a:cubicBezTo>
                  <a:lnTo>
                    <a:pt x="21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" name="Freeform 45">
              <a:extLst>
                <a:ext uri="{FF2B5EF4-FFF2-40B4-BE49-F238E27FC236}">
                  <a16:creationId xmlns:a16="http://schemas.microsoft.com/office/drawing/2014/main" id="{3D4A0A12-FE9A-4FF6-9C7F-D18AF3C0D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755100" y="12836525"/>
              <a:ext cx="76200" cy="103187"/>
            </a:xfrm>
            <a:custGeom>
              <a:avLst/>
              <a:gdLst>
                <a:gd name="T0" fmla="*/ 92 w 98"/>
                <a:gd name="T1" fmla="*/ 38 h 134"/>
                <a:gd name="T2" fmla="*/ 73 w 98"/>
                <a:gd name="T3" fmla="*/ 38 h 134"/>
                <a:gd name="T4" fmla="*/ 72 w 98"/>
                <a:gd name="T5" fmla="*/ 20 h 134"/>
                <a:gd name="T6" fmla="*/ 50 w 98"/>
                <a:gd name="T7" fmla="*/ 15 h 134"/>
                <a:gd name="T8" fmla="*/ 20 w 98"/>
                <a:gd name="T9" fmla="*/ 35 h 134"/>
                <a:gd name="T10" fmla="*/ 52 w 98"/>
                <a:gd name="T11" fmla="*/ 56 h 134"/>
                <a:gd name="T12" fmla="*/ 98 w 98"/>
                <a:gd name="T13" fmla="*/ 93 h 134"/>
                <a:gd name="T14" fmla="*/ 45 w 98"/>
                <a:gd name="T15" fmla="*/ 134 h 134"/>
                <a:gd name="T16" fmla="*/ 2 w 98"/>
                <a:gd name="T17" fmla="*/ 126 h 134"/>
                <a:gd name="T18" fmla="*/ 1 w 98"/>
                <a:gd name="T19" fmla="*/ 93 h 134"/>
                <a:gd name="T20" fmla="*/ 19 w 98"/>
                <a:gd name="T21" fmla="*/ 93 h 134"/>
                <a:gd name="T22" fmla="*/ 20 w 98"/>
                <a:gd name="T23" fmla="*/ 112 h 134"/>
                <a:gd name="T24" fmla="*/ 49 w 98"/>
                <a:gd name="T25" fmla="*/ 118 h 134"/>
                <a:gd name="T26" fmla="*/ 78 w 98"/>
                <a:gd name="T27" fmla="*/ 97 h 134"/>
                <a:gd name="T28" fmla="*/ 51 w 98"/>
                <a:gd name="T29" fmla="*/ 77 h 134"/>
                <a:gd name="T30" fmla="*/ 0 w 98"/>
                <a:gd name="T31" fmla="*/ 38 h 134"/>
                <a:gd name="T32" fmla="*/ 50 w 98"/>
                <a:gd name="T33" fmla="*/ 0 h 134"/>
                <a:gd name="T34" fmla="*/ 91 w 98"/>
                <a:gd name="T35" fmla="*/ 8 h 134"/>
                <a:gd name="T36" fmla="*/ 92 w 98"/>
                <a:gd name="T37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34">
                  <a:moveTo>
                    <a:pt x="92" y="38"/>
                  </a:moveTo>
                  <a:cubicBezTo>
                    <a:pt x="73" y="38"/>
                    <a:pt x="73" y="38"/>
                    <a:pt x="73" y="3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68" y="16"/>
                    <a:pt x="56" y="15"/>
                    <a:pt x="50" y="15"/>
                  </a:cubicBezTo>
                  <a:cubicBezTo>
                    <a:pt x="37" y="15"/>
                    <a:pt x="20" y="20"/>
                    <a:pt x="20" y="35"/>
                  </a:cubicBezTo>
                  <a:cubicBezTo>
                    <a:pt x="20" y="49"/>
                    <a:pt x="33" y="53"/>
                    <a:pt x="52" y="56"/>
                  </a:cubicBezTo>
                  <a:cubicBezTo>
                    <a:pt x="84" y="62"/>
                    <a:pt x="98" y="72"/>
                    <a:pt x="98" y="93"/>
                  </a:cubicBezTo>
                  <a:cubicBezTo>
                    <a:pt x="98" y="115"/>
                    <a:pt x="82" y="134"/>
                    <a:pt x="45" y="134"/>
                  </a:cubicBezTo>
                  <a:cubicBezTo>
                    <a:pt x="32" y="134"/>
                    <a:pt x="9" y="130"/>
                    <a:pt x="2" y="126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8" y="116"/>
                    <a:pt x="41" y="118"/>
                    <a:pt x="49" y="118"/>
                  </a:cubicBezTo>
                  <a:cubicBezTo>
                    <a:pt x="62" y="118"/>
                    <a:pt x="78" y="112"/>
                    <a:pt x="78" y="97"/>
                  </a:cubicBezTo>
                  <a:cubicBezTo>
                    <a:pt x="78" y="84"/>
                    <a:pt x="65" y="80"/>
                    <a:pt x="51" y="77"/>
                  </a:cubicBezTo>
                  <a:cubicBezTo>
                    <a:pt x="17" y="69"/>
                    <a:pt x="0" y="63"/>
                    <a:pt x="0" y="38"/>
                  </a:cubicBezTo>
                  <a:cubicBezTo>
                    <a:pt x="0" y="18"/>
                    <a:pt x="14" y="0"/>
                    <a:pt x="50" y="0"/>
                  </a:cubicBezTo>
                  <a:cubicBezTo>
                    <a:pt x="61" y="0"/>
                    <a:pt x="81" y="3"/>
                    <a:pt x="91" y="8"/>
                  </a:cubicBezTo>
                  <a:lnTo>
                    <a:pt x="92" y="3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" name="Freeform 46">
              <a:extLst>
                <a:ext uri="{FF2B5EF4-FFF2-40B4-BE49-F238E27FC236}">
                  <a16:creationId xmlns:a16="http://schemas.microsoft.com/office/drawing/2014/main" id="{F31A15A4-D35C-44DC-8531-7F934B96AC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844000" y="12788900"/>
              <a:ext cx="47625" cy="147637"/>
            </a:xfrm>
            <a:custGeom>
              <a:avLst/>
              <a:gdLst>
                <a:gd name="T0" fmla="*/ 23 w 63"/>
                <a:gd name="T1" fmla="*/ 80 h 193"/>
                <a:gd name="T2" fmla="*/ 0 w 63"/>
                <a:gd name="T3" fmla="*/ 80 h 193"/>
                <a:gd name="T4" fmla="*/ 0 w 63"/>
                <a:gd name="T5" fmla="*/ 65 h 193"/>
                <a:gd name="T6" fmla="*/ 44 w 63"/>
                <a:gd name="T7" fmla="*/ 65 h 193"/>
                <a:gd name="T8" fmla="*/ 43 w 63"/>
                <a:gd name="T9" fmla="*/ 177 h 193"/>
                <a:gd name="T10" fmla="*/ 63 w 63"/>
                <a:gd name="T11" fmla="*/ 177 h 193"/>
                <a:gd name="T12" fmla="*/ 63 w 63"/>
                <a:gd name="T13" fmla="*/ 193 h 193"/>
                <a:gd name="T14" fmla="*/ 2 w 63"/>
                <a:gd name="T15" fmla="*/ 193 h 193"/>
                <a:gd name="T16" fmla="*/ 2 w 63"/>
                <a:gd name="T17" fmla="*/ 177 h 193"/>
                <a:gd name="T18" fmla="*/ 22 w 63"/>
                <a:gd name="T19" fmla="*/ 177 h 193"/>
                <a:gd name="T20" fmla="*/ 23 w 63"/>
                <a:gd name="T21" fmla="*/ 80 h 193"/>
                <a:gd name="T22" fmla="*/ 31 w 63"/>
                <a:gd name="T23" fmla="*/ 0 h 193"/>
                <a:gd name="T24" fmla="*/ 46 w 63"/>
                <a:gd name="T25" fmla="*/ 16 h 193"/>
                <a:gd name="T26" fmla="*/ 31 w 63"/>
                <a:gd name="T27" fmla="*/ 31 h 193"/>
                <a:gd name="T28" fmla="*/ 16 w 63"/>
                <a:gd name="T29" fmla="*/ 16 h 193"/>
                <a:gd name="T30" fmla="*/ 31 w 63"/>
                <a:gd name="T3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93">
                  <a:moveTo>
                    <a:pt x="23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3" y="193"/>
                    <a:pt x="63" y="193"/>
                    <a:pt x="63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77"/>
                    <a:pt x="2" y="177"/>
                    <a:pt x="2" y="177"/>
                  </a:cubicBezTo>
                  <a:cubicBezTo>
                    <a:pt x="22" y="177"/>
                    <a:pt x="22" y="177"/>
                    <a:pt x="22" y="177"/>
                  </a:cubicBezTo>
                  <a:lnTo>
                    <a:pt x="23" y="80"/>
                  </a:lnTo>
                  <a:close/>
                  <a:moveTo>
                    <a:pt x="31" y="0"/>
                  </a:moveTo>
                  <a:cubicBezTo>
                    <a:pt x="39" y="0"/>
                    <a:pt x="46" y="7"/>
                    <a:pt x="46" y="16"/>
                  </a:cubicBezTo>
                  <a:cubicBezTo>
                    <a:pt x="46" y="24"/>
                    <a:pt x="39" y="31"/>
                    <a:pt x="31" y="31"/>
                  </a:cubicBezTo>
                  <a:cubicBezTo>
                    <a:pt x="23" y="31"/>
                    <a:pt x="16" y="24"/>
                    <a:pt x="16" y="16"/>
                  </a:cubicBezTo>
                  <a:cubicBezTo>
                    <a:pt x="16" y="7"/>
                    <a:pt x="23" y="0"/>
                    <a:pt x="31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" name="Freeform 47">
              <a:extLst>
                <a:ext uri="{FF2B5EF4-FFF2-40B4-BE49-F238E27FC236}">
                  <a16:creationId xmlns:a16="http://schemas.microsoft.com/office/drawing/2014/main" id="{935C5109-2A1D-4E42-8095-4E10A99AE0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02738" y="12812713"/>
              <a:ext cx="65087" cy="127000"/>
            </a:xfrm>
            <a:custGeom>
              <a:avLst/>
              <a:gdLst>
                <a:gd name="T0" fmla="*/ 0 w 84"/>
                <a:gd name="T1" fmla="*/ 33 h 164"/>
                <a:gd name="T2" fmla="*/ 20 w 84"/>
                <a:gd name="T3" fmla="*/ 33 h 164"/>
                <a:gd name="T4" fmla="*/ 21 w 84"/>
                <a:gd name="T5" fmla="*/ 2 h 164"/>
                <a:gd name="T6" fmla="*/ 41 w 84"/>
                <a:gd name="T7" fmla="*/ 0 h 164"/>
                <a:gd name="T8" fmla="*/ 40 w 84"/>
                <a:gd name="T9" fmla="*/ 33 h 164"/>
                <a:gd name="T10" fmla="*/ 81 w 84"/>
                <a:gd name="T11" fmla="*/ 33 h 164"/>
                <a:gd name="T12" fmla="*/ 81 w 84"/>
                <a:gd name="T13" fmla="*/ 48 h 164"/>
                <a:gd name="T14" fmla="*/ 40 w 84"/>
                <a:gd name="T15" fmla="*/ 48 h 164"/>
                <a:gd name="T16" fmla="*/ 39 w 84"/>
                <a:gd name="T17" fmla="*/ 113 h 164"/>
                <a:gd name="T18" fmla="*/ 59 w 84"/>
                <a:gd name="T19" fmla="*/ 147 h 164"/>
                <a:gd name="T20" fmla="*/ 84 w 84"/>
                <a:gd name="T21" fmla="*/ 141 h 164"/>
                <a:gd name="T22" fmla="*/ 83 w 84"/>
                <a:gd name="T23" fmla="*/ 158 h 164"/>
                <a:gd name="T24" fmla="*/ 55 w 84"/>
                <a:gd name="T25" fmla="*/ 164 h 164"/>
                <a:gd name="T26" fmla="*/ 19 w 84"/>
                <a:gd name="T27" fmla="*/ 122 h 164"/>
                <a:gd name="T28" fmla="*/ 20 w 84"/>
                <a:gd name="T29" fmla="*/ 48 h 164"/>
                <a:gd name="T30" fmla="*/ 0 w 84"/>
                <a:gd name="T31" fmla="*/ 48 h 164"/>
                <a:gd name="T32" fmla="*/ 0 w 84"/>
                <a:gd name="T33" fmla="*/ 3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164">
                  <a:moveTo>
                    <a:pt x="0" y="33"/>
                  </a:moveTo>
                  <a:cubicBezTo>
                    <a:pt x="20" y="33"/>
                    <a:pt x="20" y="33"/>
                    <a:pt x="20" y="3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70"/>
                    <a:pt x="39" y="91"/>
                    <a:pt x="39" y="113"/>
                  </a:cubicBezTo>
                  <a:cubicBezTo>
                    <a:pt x="39" y="131"/>
                    <a:pt x="39" y="147"/>
                    <a:pt x="59" y="147"/>
                  </a:cubicBezTo>
                  <a:cubicBezTo>
                    <a:pt x="69" y="147"/>
                    <a:pt x="79" y="144"/>
                    <a:pt x="84" y="141"/>
                  </a:cubicBezTo>
                  <a:cubicBezTo>
                    <a:pt x="83" y="158"/>
                    <a:pt x="83" y="158"/>
                    <a:pt x="83" y="158"/>
                  </a:cubicBezTo>
                  <a:cubicBezTo>
                    <a:pt x="77" y="161"/>
                    <a:pt x="65" y="164"/>
                    <a:pt x="55" y="164"/>
                  </a:cubicBezTo>
                  <a:cubicBezTo>
                    <a:pt x="19" y="164"/>
                    <a:pt x="19" y="138"/>
                    <a:pt x="19" y="122"/>
                  </a:cubicBezTo>
                  <a:cubicBezTo>
                    <a:pt x="19" y="106"/>
                    <a:pt x="20" y="67"/>
                    <a:pt x="20" y="4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" name="Freeform 48">
              <a:extLst>
                <a:ext uri="{FF2B5EF4-FFF2-40B4-BE49-F238E27FC236}">
                  <a16:creationId xmlns:a16="http://schemas.microsoft.com/office/drawing/2014/main" id="{29540493-6836-475B-A61D-F361465739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67825" y="12838113"/>
              <a:ext cx="106362" cy="147637"/>
            </a:xfrm>
            <a:custGeom>
              <a:avLst/>
              <a:gdLst>
                <a:gd name="T0" fmla="*/ 0 w 137"/>
                <a:gd name="T1" fmla="*/ 0 h 193"/>
                <a:gd name="T2" fmla="*/ 54 w 137"/>
                <a:gd name="T3" fmla="*/ 0 h 193"/>
                <a:gd name="T4" fmla="*/ 54 w 137"/>
                <a:gd name="T5" fmla="*/ 15 h 193"/>
                <a:gd name="T6" fmla="*/ 38 w 137"/>
                <a:gd name="T7" fmla="*/ 15 h 193"/>
                <a:gd name="T8" fmla="*/ 68 w 137"/>
                <a:gd name="T9" fmla="*/ 95 h 193"/>
                <a:gd name="T10" fmla="*/ 72 w 137"/>
                <a:gd name="T11" fmla="*/ 108 h 193"/>
                <a:gd name="T12" fmla="*/ 72 w 137"/>
                <a:gd name="T13" fmla="*/ 108 h 193"/>
                <a:gd name="T14" fmla="*/ 76 w 137"/>
                <a:gd name="T15" fmla="*/ 95 h 193"/>
                <a:gd name="T16" fmla="*/ 104 w 137"/>
                <a:gd name="T17" fmla="*/ 15 h 193"/>
                <a:gd name="T18" fmla="*/ 86 w 137"/>
                <a:gd name="T19" fmla="*/ 15 h 193"/>
                <a:gd name="T20" fmla="*/ 86 w 137"/>
                <a:gd name="T21" fmla="*/ 0 h 193"/>
                <a:gd name="T22" fmla="*/ 137 w 137"/>
                <a:gd name="T23" fmla="*/ 0 h 193"/>
                <a:gd name="T24" fmla="*/ 137 w 137"/>
                <a:gd name="T25" fmla="*/ 15 h 193"/>
                <a:gd name="T26" fmla="*/ 123 w 137"/>
                <a:gd name="T27" fmla="*/ 15 h 193"/>
                <a:gd name="T28" fmla="*/ 84 w 137"/>
                <a:gd name="T29" fmla="*/ 123 h 193"/>
                <a:gd name="T30" fmla="*/ 19 w 137"/>
                <a:gd name="T31" fmla="*/ 193 h 193"/>
                <a:gd name="T32" fmla="*/ 4 w 137"/>
                <a:gd name="T33" fmla="*/ 191 h 193"/>
                <a:gd name="T34" fmla="*/ 4 w 137"/>
                <a:gd name="T35" fmla="*/ 174 h 193"/>
                <a:gd name="T36" fmla="*/ 18 w 137"/>
                <a:gd name="T37" fmla="*/ 176 h 193"/>
                <a:gd name="T38" fmla="*/ 57 w 137"/>
                <a:gd name="T39" fmla="*/ 144 h 193"/>
                <a:gd name="T40" fmla="*/ 62 w 137"/>
                <a:gd name="T41" fmla="*/ 133 h 193"/>
                <a:gd name="T42" fmla="*/ 15 w 137"/>
                <a:gd name="T43" fmla="*/ 15 h 193"/>
                <a:gd name="T44" fmla="*/ 0 w 137"/>
                <a:gd name="T45" fmla="*/ 15 h 193"/>
                <a:gd name="T46" fmla="*/ 0 w 137"/>
                <a:gd name="T4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7" h="193">
                  <a:moveTo>
                    <a:pt x="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70" y="99"/>
                    <a:pt x="71" y="105"/>
                    <a:pt x="72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3" y="105"/>
                    <a:pt x="74" y="99"/>
                    <a:pt x="76" y="95"/>
                  </a:cubicBezTo>
                  <a:cubicBezTo>
                    <a:pt x="104" y="15"/>
                    <a:pt x="104" y="15"/>
                    <a:pt x="104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66" y="173"/>
                    <a:pt x="51" y="193"/>
                    <a:pt x="19" y="193"/>
                  </a:cubicBezTo>
                  <a:cubicBezTo>
                    <a:pt x="13" y="193"/>
                    <a:pt x="7" y="192"/>
                    <a:pt x="4" y="191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7" y="175"/>
                    <a:pt x="13" y="176"/>
                    <a:pt x="18" y="176"/>
                  </a:cubicBezTo>
                  <a:cubicBezTo>
                    <a:pt x="33" y="176"/>
                    <a:pt x="48" y="167"/>
                    <a:pt x="57" y="144"/>
                  </a:cubicBezTo>
                  <a:cubicBezTo>
                    <a:pt x="62" y="133"/>
                    <a:pt x="62" y="133"/>
                    <a:pt x="62" y="133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0" y="15"/>
                    <a:pt x="0" y="15"/>
                    <a:pt x="0" y="1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" name="Freeform 49">
              <a:extLst>
                <a:ext uri="{FF2B5EF4-FFF2-40B4-BE49-F238E27FC236}">
                  <a16:creationId xmlns:a16="http://schemas.microsoft.com/office/drawing/2014/main" id="{5CDC798A-F6D8-4ABD-8FB2-735A34B551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18563" y="12112625"/>
              <a:ext cx="52387" cy="52387"/>
            </a:xfrm>
            <a:custGeom>
              <a:avLst/>
              <a:gdLst>
                <a:gd name="T0" fmla="*/ 67 w 68"/>
                <a:gd name="T1" fmla="*/ 15 h 68"/>
                <a:gd name="T2" fmla="*/ 67 w 68"/>
                <a:gd name="T3" fmla="*/ 16 h 68"/>
                <a:gd name="T4" fmla="*/ 60 w 68"/>
                <a:gd name="T5" fmla="*/ 26 h 68"/>
                <a:gd name="T6" fmla="*/ 60 w 68"/>
                <a:gd name="T7" fmla="*/ 25 h 68"/>
                <a:gd name="T8" fmla="*/ 56 w 68"/>
                <a:gd name="T9" fmla="*/ 9 h 68"/>
                <a:gd name="T10" fmla="*/ 41 w 68"/>
                <a:gd name="T11" fmla="*/ 12 h 68"/>
                <a:gd name="T12" fmla="*/ 41 w 68"/>
                <a:gd name="T13" fmla="*/ 35 h 68"/>
                <a:gd name="T14" fmla="*/ 38 w 68"/>
                <a:gd name="T15" fmla="*/ 60 h 68"/>
                <a:gd name="T16" fmla="*/ 13 w 68"/>
                <a:gd name="T17" fmla="*/ 62 h 68"/>
                <a:gd name="T18" fmla="*/ 1 w 68"/>
                <a:gd name="T19" fmla="*/ 52 h 68"/>
                <a:gd name="T20" fmla="*/ 1 w 68"/>
                <a:gd name="T21" fmla="*/ 50 h 68"/>
                <a:gd name="T22" fmla="*/ 10 w 68"/>
                <a:gd name="T23" fmla="*/ 38 h 68"/>
                <a:gd name="T24" fmla="*/ 10 w 68"/>
                <a:gd name="T25" fmla="*/ 40 h 68"/>
                <a:gd name="T26" fmla="*/ 14 w 68"/>
                <a:gd name="T27" fmla="*/ 57 h 68"/>
                <a:gd name="T28" fmla="*/ 30 w 68"/>
                <a:gd name="T29" fmla="*/ 56 h 68"/>
                <a:gd name="T30" fmla="*/ 30 w 68"/>
                <a:gd name="T31" fmla="*/ 33 h 68"/>
                <a:gd name="T32" fmla="*/ 35 w 68"/>
                <a:gd name="T33" fmla="*/ 5 h 68"/>
                <a:gd name="T34" fmla="*/ 58 w 68"/>
                <a:gd name="T35" fmla="*/ 5 h 68"/>
                <a:gd name="T36" fmla="*/ 65 w 68"/>
                <a:gd name="T37" fmla="*/ 12 h 68"/>
                <a:gd name="T38" fmla="*/ 67 w 68"/>
                <a:gd name="T39" fmla="*/ 14 h 68"/>
                <a:gd name="T40" fmla="*/ 67 w 68"/>
                <a:gd name="T41" fmla="*/ 1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68">
                  <a:moveTo>
                    <a:pt x="67" y="15"/>
                  </a:moveTo>
                  <a:cubicBezTo>
                    <a:pt x="68" y="15"/>
                    <a:pt x="68" y="16"/>
                    <a:pt x="67" y="16"/>
                  </a:cubicBezTo>
                  <a:cubicBezTo>
                    <a:pt x="66" y="17"/>
                    <a:pt x="61" y="25"/>
                    <a:pt x="60" y="26"/>
                  </a:cubicBezTo>
                  <a:cubicBezTo>
                    <a:pt x="59" y="27"/>
                    <a:pt x="59" y="25"/>
                    <a:pt x="60" y="25"/>
                  </a:cubicBezTo>
                  <a:cubicBezTo>
                    <a:pt x="60" y="23"/>
                    <a:pt x="62" y="15"/>
                    <a:pt x="56" y="9"/>
                  </a:cubicBezTo>
                  <a:cubicBezTo>
                    <a:pt x="51" y="5"/>
                    <a:pt x="44" y="8"/>
                    <a:pt x="41" y="12"/>
                  </a:cubicBezTo>
                  <a:cubicBezTo>
                    <a:pt x="38" y="17"/>
                    <a:pt x="38" y="21"/>
                    <a:pt x="41" y="35"/>
                  </a:cubicBezTo>
                  <a:cubicBezTo>
                    <a:pt x="45" y="49"/>
                    <a:pt x="44" y="54"/>
                    <a:pt x="38" y="60"/>
                  </a:cubicBezTo>
                  <a:cubicBezTo>
                    <a:pt x="34" y="65"/>
                    <a:pt x="23" y="68"/>
                    <a:pt x="13" y="62"/>
                  </a:cubicBezTo>
                  <a:cubicBezTo>
                    <a:pt x="3" y="55"/>
                    <a:pt x="3" y="53"/>
                    <a:pt x="1" y="52"/>
                  </a:cubicBezTo>
                  <a:cubicBezTo>
                    <a:pt x="0" y="52"/>
                    <a:pt x="0" y="51"/>
                    <a:pt x="1" y="50"/>
                  </a:cubicBezTo>
                  <a:cubicBezTo>
                    <a:pt x="3" y="48"/>
                    <a:pt x="9" y="39"/>
                    <a:pt x="10" y="38"/>
                  </a:cubicBezTo>
                  <a:cubicBezTo>
                    <a:pt x="10" y="37"/>
                    <a:pt x="11" y="38"/>
                    <a:pt x="10" y="40"/>
                  </a:cubicBezTo>
                  <a:cubicBezTo>
                    <a:pt x="9" y="42"/>
                    <a:pt x="5" y="52"/>
                    <a:pt x="14" y="57"/>
                  </a:cubicBezTo>
                  <a:cubicBezTo>
                    <a:pt x="22" y="63"/>
                    <a:pt x="27" y="59"/>
                    <a:pt x="30" y="56"/>
                  </a:cubicBezTo>
                  <a:cubicBezTo>
                    <a:pt x="33" y="52"/>
                    <a:pt x="34" y="49"/>
                    <a:pt x="30" y="33"/>
                  </a:cubicBezTo>
                  <a:cubicBezTo>
                    <a:pt x="26" y="16"/>
                    <a:pt x="29" y="10"/>
                    <a:pt x="35" y="5"/>
                  </a:cubicBezTo>
                  <a:cubicBezTo>
                    <a:pt x="42" y="0"/>
                    <a:pt x="50" y="0"/>
                    <a:pt x="58" y="5"/>
                  </a:cubicBezTo>
                  <a:cubicBezTo>
                    <a:pt x="62" y="8"/>
                    <a:pt x="64" y="11"/>
                    <a:pt x="65" y="12"/>
                  </a:cubicBezTo>
                  <a:cubicBezTo>
                    <a:pt x="66" y="13"/>
                    <a:pt x="66" y="14"/>
                    <a:pt x="67" y="14"/>
                  </a:cubicBezTo>
                  <a:cubicBezTo>
                    <a:pt x="67" y="14"/>
                    <a:pt x="67" y="14"/>
                    <a:pt x="67" y="1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" name="Freeform 50">
              <a:extLst>
                <a:ext uri="{FF2B5EF4-FFF2-40B4-BE49-F238E27FC236}">
                  <a16:creationId xmlns:a16="http://schemas.microsoft.com/office/drawing/2014/main" id="{7B3F78CF-06B7-4D2E-B7FD-73246A32C8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58200" y="12271375"/>
              <a:ext cx="57150" cy="33337"/>
            </a:xfrm>
            <a:custGeom>
              <a:avLst/>
              <a:gdLst>
                <a:gd name="T0" fmla="*/ 6 w 76"/>
                <a:gd name="T1" fmla="*/ 0 h 44"/>
                <a:gd name="T2" fmla="*/ 8 w 76"/>
                <a:gd name="T3" fmla="*/ 0 h 44"/>
                <a:gd name="T4" fmla="*/ 19 w 76"/>
                <a:gd name="T5" fmla="*/ 2 h 44"/>
                <a:gd name="T6" fmla="*/ 16 w 76"/>
                <a:gd name="T7" fmla="*/ 4 h 44"/>
                <a:gd name="T8" fmla="*/ 7 w 76"/>
                <a:gd name="T9" fmla="*/ 14 h 44"/>
                <a:gd name="T10" fmla="*/ 13 w 76"/>
                <a:gd name="T11" fmla="*/ 26 h 44"/>
                <a:gd name="T12" fmla="*/ 35 w 76"/>
                <a:gd name="T13" fmla="*/ 16 h 44"/>
                <a:gd name="T14" fmla="*/ 61 w 76"/>
                <a:gd name="T15" fmla="*/ 7 h 44"/>
                <a:gd name="T16" fmla="*/ 73 w 76"/>
                <a:gd name="T17" fmla="*/ 29 h 44"/>
                <a:gd name="T18" fmla="*/ 67 w 76"/>
                <a:gd name="T19" fmla="*/ 43 h 44"/>
                <a:gd name="T20" fmla="*/ 64 w 76"/>
                <a:gd name="T21" fmla="*/ 44 h 44"/>
                <a:gd name="T22" fmla="*/ 52 w 76"/>
                <a:gd name="T23" fmla="*/ 42 h 44"/>
                <a:gd name="T24" fmla="*/ 52 w 76"/>
                <a:gd name="T25" fmla="*/ 40 h 44"/>
                <a:gd name="T26" fmla="*/ 68 w 76"/>
                <a:gd name="T27" fmla="*/ 29 h 44"/>
                <a:gd name="T28" fmla="*/ 60 w 76"/>
                <a:gd name="T29" fmla="*/ 17 h 44"/>
                <a:gd name="T30" fmla="*/ 38 w 76"/>
                <a:gd name="T31" fmla="*/ 26 h 44"/>
                <a:gd name="T32" fmla="*/ 11 w 76"/>
                <a:gd name="T33" fmla="*/ 34 h 44"/>
                <a:gd name="T34" fmla="*/ 2 w 76"/>
                <a:gd name="T35" fmla="*/ 14 h 44"/>
                <a:gd name="T36" fmla="*/ 6 w 76"/>
                <a:gd name="T37" fmla="*/ 2 h 44"/>
                <a:gd name="T38" fmla="*/ 6 w 76"/>
                <a:gd name="T3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44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10" y="1"/>
                    <a:pt x="16" y="2"/>
                    <a:pt x="19" y="2"/>
                  </a:cubicBezTo>
                  <a:cubicBezTo>
                    <a:pt x="20" y="2"/>
                    <a:pt x="17" y="4"/>
                    <a:pt x="16" y="4"/>
                  </a:cubicBezTo>
                  <a:cubicBezTo>
                    <a:pt x="14" y="4"/>
                    <a:pt x="9" y="5"/>
                    <a:pt x="7" y="14"/>
                  </a:cubicBezTo>
                  <a:cubicBezTo>
                    <a:pt x="5" y="20"/>
                    <a:pt x="9" y="25"/>
                    <a:pt x="13" y="26"/>
                  </a:cubicBezTo>
                  <a:cubicBezTo>
                    <a:pt x="21" y="27"/>
                    <a:pt x="24" y="24"/>
                    <a:pt x="35" y="16"/>
                  </a:cubicBezTo>
                  <a:cubicBezTo>
                    <a:pt x="47" y="7"/>
                    <a:pt x="54" y="5"/>
                    <a:pt x="61" y="7"/>
                  </a:cubicBezTo>
                  <a:cubicBezTo>
                    <a:pt x="68" y="9"/>
                    <a:pt x="76" y="18"/>
                    <a:pt x="73" y="29"/>
                  </a:cubicBezTo>
                  <a:cubicBezTo>
                    <a:pt x="71" y="39"/>
                    <a:pt x="68" y="41"/>
                    <a:pt x="67" y="43"/>
                  </a:cubicBezTo>
                  <a:cubicBezTo>
                    <a:pt x="67" y="44"/>
                    <a:pt x="66" y="44"/>
                    <a:pt x="64" y="44"/>
                  </a:cubicBezTo>
                  <a:cubicBezTo>
                    <a:pt x="62" y="43"/>
                    <a:pt x="53" y="42"/>
                    <a:pt x="52" y="42"/>
                  </a:cubicBezTo>
                  <a:cubicBezTo>
                    <a:pt x="49" y="41"/>
                    <a:pt x="50" y="40"/>
                    <a:pt x="52" y="40"/>
                  </a:cubicBezTo>
                  <a:cubicBezTo>
                    <a:pt x="56" y="40"/>
                    <a:pt x="66" y="38"/>
                    <a:pt x="68" y="29"/>
                  </a:cubicBezTo>
                  <a:cubicBezTo>
                    <a:pt x="69" y="21"/>
                    <a:pt x="65" y="18"/>
                    <a:pt x="60" y="17"/>
                  </a:cubicBezTo>
                  <a:cubicBezTo>
                    <a:pt x="56" y="16"/>
                    <a:pt x="51" y="16"/>
                    <a:pt x="38" y="26"/>
                  </a:cubicBezTo>
                  <a:cubicBezTo>
                    <a:pt x="24" y="38"/>
                    <a:pt x="19" y="38"/>
                    <a:pt x="11" y="34"/>
                  </a:cubicBezTo>
                  <a:cubicBezTo>
                    <a:pt x="3" y="31"/>
                    <a:pt x="0" y="24"/>
                    <a:pt x="2" y="14"/>
                  </a:cubicBezTo>
                  <a:cubicBezTo>
                    <a:pt x="3" y="8"/>
                    <a:pt x="6" y="3"/>
                    <a:pt x="6" y="2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" name="Freeform 51">
              <a:extLst>
                <a:ext uri="{FF2B5EF4-FFF2-40B4-BE49-F238E27FC236}">
                  <a16:creationId xmlns:a16="http://schemas.microsoft.com/office/drawing/2014/main" id="{3DFCD304-7390-4A8D-8C81-C590B3E14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69350" y="12519025"/>
              <a:ext cx="36512" cy="58737"/>
            </a:xfrm>
            <a:custGeom>
              <a:avLst/>
              <a:gdLst>
                <a:gd name="T0" fmla="*/ 19 w 46"/>
                <a:gd name="T1" fmla="*/ 76 h 76"/>
                <a:gd name="T2" fmla="*/ 18 w 46"/>
                <a:gd name="T3" fmla="*/ 74 h 76"/>
                <a:gd name="T4" fmla="*/ 15 w 46"/>
                <a:gd name="T5" fmla="*/ 65 h 76"/>
                <a:gd name="T6" fmla="*/ 16 w 46"/>
                <a:gd name="T7" fmla="*/ 65 h 76"/>
                <a:gd name="T8" fmla="*/ 30 w 46"/>
                <a:gd name="T9" fmla="*/ 70 h 76"/>
                <a:gd name="T10" fmla="*/ 38 w 46"/>
                <a:gd name="T11" fmla="*/ 57 h 76"/>
                <a:gd name="T12" fmla="*/ 18 w 46"/>
                <a:gd name="T13" fmla="*/ 43 h 76"/>
                <a:gd name="T14" fmla="*/ 1 w 46"/>
                <a:gd name="T15" fmla="*/ 26 h 76"/>
                <a:gd name="T16" fmla="*/ 16 w 46"/>
                <a:gd name="T17" fmla="*/ 4 h 76"/>
                <a:gd name="T18" fmla="*/ 30 w 46"/>
                <a:gd name="T19" fmla="*/ 0 h 76"/>
                <a:gd name="T20" fmla="*/ 32 w 46"/>
                <a:gd name="T21" fmla="*/ 3 h 76"/>
                <a:gd name="T22" fmla="*/ 36 w 46"/>
                <a:gd name="T23" fmla="*/ 15 h 76"/>
                <a:gd name="T24" fmla="*/ 34 w 46"/>
                <a:gd name="T25" fmla="*/ 16 h 76"/>
                <a:gd name="T26" fmla="*/ 18 w 46"/>
                <a:gd name="T27" fmla="*/ 8 h 76"/>
                <a:gd name="T28" fmla="*/ 9 w 46"/>
                <a:gd name="T29" fmla="*/ 21 h 76"/>
                <a:gd name="T30" fmla="*/ 28 w 46"/>
                <a:gd name="T31" fmla="*/ 36 h 76"/>
                <a:gd name="T32" fmla="*/ 46 w 46"/>
                <a:gd name="T33" fmla="*/ 57 h 76"/>
                <a:gd name="T34" fmla="*/ 31 w 46"/>
                <a:gd name="T35" fmla="*/ 74 h 76"/>
                <a:gd name="T36" fmla="*/ 23 w 46"/>
                <a:gd name="T37" fmla="*/ 75 h 76"/>
                <a:gd name="T38" fmla="*/ 20 w 46"/>
                <a:gd name="T39" fmla="*/ 75 h 76"/>
                <a:gd name="T40" fmla="*/ 19 w 46"/>
                <a:gd name="T4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76">
                  <a:moveTo>
                    <a:pt x="19" y="76"/>
                  </a:moveTo>
                  <a:cubicBezTo>
                    <a:pt x="18" y="76"/>
                    <a:pt x="18" y="75"/>
                    <a:pt x="18" y="74"/>
                  </a:cubicBezTo>
                  <a:cubicBezTo>
                    <a:pt x="18" y="74"/>
                    <a:pt x="16" y="66"/>
                    <a:pt x="15" y="65"/>
                  </a:cubicBezTo>
                  <a:cubicBezTo>
                    <a:pt x="15" y="65"/>
                    <a:pt x="16" y="65"/>
                    <a:pt x="16" y="65"/>
                  </a:cubicBezTo>
                  <a:cubicBezTo>
                    <a:pt x="18" y="67"/>
                    <a:pt x="23" y="72"/>
                    <a:pt x="30" y="70"/>
                  </a:cubicBezTo>
                  <a:cubicBezTo>
                    <a:pt x="36" y="68"/>
                    <a:pt x="39" y="62"/>
                    <a:pt x="38" y="57"/>
                  </a:cubicBezTo>
                  <a:cubicBezTo>
                    <a:pt x="36" y="52"/>
                    <a:pt x="30" y="49"/>
                    <a:pt x="18" y="43"/>
                  </a:cubicBezTo>
                  <a:cubicBezTo>
                    <a:pt x="6" y="38"/>
                    <a:pt x="2" y="32"/>
                    <a:pt x="1" y="26"/>
                  </a:cubicBezTo>
                  <a:cubicBezTo>
                    <a:pt x="0" y="18"/>
                    <a:pt x="5" y="7"/>
                    <a:pt x="16" y="4"/>
                  </a:cubicBezTo>
                  <a:cubicBezTo>
                    <a:pt x="26" y="1"/>
                    <a:pt x="28" y="1"/>
                    <a:pt x="30" y="0"/>
                  </a:cubicBezTo>
                  <a:cubicBezTo>
                    <a:pt x="31" y="0"/>
                    <a:pt x="31" y="3"/>
                    <a:pt x="32" y="3"/>
                  </a:cubicBezTo>
                  <a:cubicBezTo>
                    <a:pt x="33" y="6"/>
                    <a:pt x="35" y="14"/>
                    <a:pt x="36" y="15"/>
                  </a:cubicBezTo>
                  <a:cubicBezTo>
                    <a:pt x="36" y="16"/>
                    <a:pt x="35" y="17"/>
                    <a:pt x="34" y="16"/>
                  </a:cubicBezTo>
                  <a:cubicBezTo>
                    <a:pt x="33" y="13"/>
                    <a:pt x="27" y="5"/>
                    <a:pt x="18" y="8"/>
                  </a:cubicBezTo>
                  <a:cubicBezTo>
                    <a:pt x="10" y="11"/>
                    <a:pt x="8" y="17"/>
                    <a:pt x="9" y="21"/>
                  </a:cubicBezTo>
                  <a:cubicBezTo>
                    <a:pt x="11" y="25"/>
                    <a:pt x="12" y="29"/>
                    <a:pt x="28" y="36"/>
                  </a:cubicBezTo>
                  <a:cubicBezTo>
                    <a:pt x="43" y="42"/>
                    <a:pt x="46" y="49"/>
                    <a:pt x="46" y="57"/>
                  </a:cubicBezTo>
                  <a:cubicBezTo>
                    <a:pt x="46" y="65"/>
                    <a:pt x="40" y="71"/>
                    <a:pt x="31" y="74"/>
                  </a:cubicBezTo>
                  <a:cubicBezTo>
                    <a:pt x="26" y="75"/>
                    <a:pt x="25" y="75"/>
                    <a:pt x="23" y="75"/>
                  </a:cubicBezTo>
                  <a:cubicBezTo>
                    <a:pt x="22" y="75"/>
                    <a:pt x="21" y="75"/>
                    <a:pt x="20" y="75"/>
                  </a:cubicBezTo>
                  <a:cubicBezTo>
                    <a:pt x="20" y="75"/>
                    <a:pt x="20" y="76"/>
                    <a:pt x="19" y="7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" name="Freeform 52">
              <a:extLst>
                <a:ext uri="{FF2B5EF4-FFF2-40B4-BE49-F238E27FC236}">
                  <a16:creationId xmlns:a16="http://schemas.microsoft.com/office/drawing/2014/main" id="{C829A358-F984-4F0E-9CDE-D5503CF807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53488" y="12134850"/>
              <a:ext cx="58737" cy="55562"/>
            </a:xfrm>
            <a:custGeom>
              <a:avLst/>
              <a:gdLst>
                <a:gd name="T0" fmla="*/ 29 w 77"/>
                <a:gd name="T1" fmla="*/ 4 h 74"/>
                <a:gd name="T2" fmla="*/ 35 w 77"/>
                <a:gd name="T3" fmla="*/ 0 h 74"/>
                <a:gd name="T4" fmla="*/ 39 w 77"/>
                <a:gd name="T5" fmla="*/ 1 h 74"/>
                <a:gd name="T6" fmla="*/ 56 w 77"/>
                <a:gd name="T7" fmla="*/ 19 h 74"/>
                <a:gd name="T8" fmla="*/ 74 w 77"/>
                <a:gd name="T9" fmla="*/ 36 h 74"/>
                <a:gd name="T10" fmla="*/ 75 w 77"/>
                <a:gd name="T11" fmla="*/ 39 h 74"/>
                <a:gd name="T12" fmla="*/ 69 w 77"/>
                <a:gd name="T13" fmla="*/ 42 h 74"/>
                <a:gd name="T14" fmla="*/ 68 w 77"/>
                <a:gd name="T15" fmla="*/ 41 h 74"/>
                <a:gd name="T16" fmla="*/ 64 w 77"/>
                <a:gd name="T17" fmla="*/ 35 h 74"/>
                <a:gd name="T18" fmla="*/ 56 w 77"/>
                <a:gd name="T19" fmla="*/ 27 h 74"/>
                <a:gd name="T20" fmla="*/ 54 w 77"/>
                <a:gd name="T21" fmla="*/ 26 h 74"/>
                <a:gd name="T22" fmla="*/ 37 w 77"/>
                <a:gd name="T23" fmla="*/ 44 h 74"/>
                <a:gd name="T24" fmla="*/ 16 w 77"/>
                <a:gd name="T25" fmla="*/ 67 h 74"/>
                <a:gd name="T26" fmla="*/ 16 w 77"/>
                <a:gd name="T27" fmla="*/ 71 h 74"/>
                <a:gd name="T28" fmla="*/ 16 w 77"/>
                <a:gd name="T29" fmla="*/ 73 h 74"/>
                <a:gd name="T30" fmla="*/ 8 w 77"/>
                <a:gd name="T31" fmla="*/ 65 h 74"/>
                <a:gd name="T32" fmla="*/ 1 w 77"/>
                <a:gd name="T33" fmla="*/ 58 h 74"/>
                <a:gd name="T34" fmla="*/ 2 w 77"/>
                <a:gd name="T35" fmla="*/ 58 h 74"/>
                <a:gd name="T36" fmla="*/ 8 w 77"/>
                <a:gd name="T37" fmla="*/ 58 h 74"/>
                <a:gd name="T38" fmla="*/ 29 w 77"/>
                <a:gd name="T39" fmla="*/ 38 h 74"/>
                <a:gd name="T40" fmla="*/ 47 w 77"/>
                <a:gd name="T41" fmla="*/ 20 h 74"/>
                <a:gd name="T42" fmla="*/ 47 w 77"/>
                <a:gd name="T43" fmla="*/ 17 h 74"/>
                <a:gd name="T44" fmla="*/ 35 w 77"/>
                <a:gd name="T45" fmla="*/ 6 h 74"/>
                <a:gd name="T46" fmla="*/ 30 w 77"/>
                <a:gd name="T47" fmla="*/ 5 h 74"/>
                <a:gd name="T48" fmla="*/ 29 w 77"/>
                <a:gd name="T49" fmla="*/ 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" h="74">
                  <a:moveTo>
                    <a:pt x="29" y="4"/>
                  </a:moveTo>
                  <a:cubicBezTo>
                    <a:pt x="31" y="3"/>
                    <a:pt x="33" y="2"/>
                    <a:pt x="35" y="0"/>
                  </a:cubicBezTo>
                  <a:cubicBezTo>
                    <a:pt x="36" y="0"/>
                    <a:pt x="38" y="0"/>
                    <a:pt x="39" y="1"/>
                  </a:cubicBezTo>
                  <a:cubicBezTo>
                    <a:pt x="39" y="2"/>
                    <a:pt x="53" y="16"/>
                    <a:pt x="56" y="19"/>
                  </a:cubicBezTo>
                  <a:cubicBezTo>
                    <a:pt x="60" y="23"/>
                    <a:pt x="72" y="34"/>
                    <a:pt x="74" y="36"/>
                  </a:cubicBezTo>
                  <a:cubicBezTo>
                    <a:pt x="75" y="37"/>
                    <a:pt x="77" y="38"/>
                    <a:pt x="75" y="39"/>
                  </a:cubicBezTo>
                  <a:cubicBezTo>
                    <a:pt x="74" y="40"/>
                    <a:pt x="70" y="42"/>
                    <a:pt x="69" y="42"/>
                  </a:cubicBezTo>
                  <a:cubicBezTo>
                    <a:pt x="68" y="43"/>
                    <a:pt x="68" y="43"/>
                    <a:pt x="68" y="41"/>
                  </a:cubicBezTo>
                  <a:cubicBezTo>
                    <a:pt x="68" y="40"/>
                    <a:pt x="68" y="38"/>
                    <a:pt x="64" y="35"/>
                  </a:cubicBezTo>
                  <a:cubicBezTo>
                    <a:pt x="61" y="31"/>
                    <a:pt x="57" y="27"/>
                    <a:pt x="56" y="27"/>
                  </a:cubicBezTo>
                  <a:cubicBezTo>
                    <a:pt x="55" y="26"/>
                    <a:pt x="55" y="26"/>
                    <a:pt x="54" y="26"/>
                  </a:cubicBezTo>
                  <a:cubicBezTo>
                    <a:pt x="53" y="27"/>
                    <a:pt x="40" y="41"/>
                    <a:pt x="37" y="44"/>
                  </a:cubicBezTo>
                  <a:cubicBezTo>
                    <a:pt x="34" y="47"/>
                    <a:pt x="16" y="65"/>
                    <a:pt x="16" y="67"/>
                  </a:cubicBezTo>
                  <a:cubicBezTo>
                    <a:pt x="15" y="70"/>
                    <a:pt x="16" y="71"/>
                    <a:pt x="16" y="71"/>
                  </a:cubicBezTo>
                  <a:cubicBezTo>
                    <a:pt x="17" y="72"/>
                    <a:pt x="17" y="74"/>
                    <a:pt x="16" y="73"/>
                  </a:cubicBezTo>
                  <a:cubicBezTo>
                    <a:pt x="15" y="72"/>
                    <a:pt x="10" y="66"/>
                    <a:pt x="8" y="65"/>
                  </a:cubicBezTo>
                  <a:cubicBezTo>
                    <a:pt x="7" y="63"/>
                    <a:pt x="1" y="59"/>
                    <a:pt x="1" y="58"/>
                  </a:cubicBezTo>
                  <a:cubicBezTo>
                    <a:pt x="0" y="58"/>
                    <a:pt x="0" y="57"/>
                    <a:pt x="2" y="58"/>
                  </a:cubicBezTo>
                  <a:cubicBezTo>
                    <a:pt x="3" y="58"/>
                    <a:pt x="5" y="59"/>
                    <a:pt x="8" y="58"/>
                  </a:cubicBezTo>
                  <a:cubicBezTo>
                    <a:pt x="12" y="56"/>
                    <a:pt x="27" y="40"/>
                    <a:pt x="29" y="38"/>
                  </a:cubicBezTo>
                  <a:cubicBezTo>
                    <a:pt x="31" y="36"/>
                    <a:pt x="46" y="20"/>
                    <a:pt x="47" y="20"/>
                  </a:cubicBezTo>
                  <a:cubicBezTo>
                    <a:pt x="47" y="19"/>
                    <a:pt x="48" y="19"/>
                    <a:pt x="47" y="17"/>
                  </a:cubicBezTo>
                  <a:cubicBezTo>
                    <a:pt x="45" y="16"/>
                    <a:pt x="36" y="8"/>
                    <a:pt x="35" y="6"/>
                  </a:cubicBezTo>
                  <a:cubicBezTo>
                    <a:pt x="33" y="5"/>
                    <a:pt x="32" y="5"/>
                    <a:pt x="30" y="5"/>
                  </a:cubicBezTo>
                  <a:cubicBezTo>
                    <a:pt x="29" y="5"/>
                    <a:pt x="28" y="5"/>
                    <a:pt x="29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" name="Freeform 53">
              <a:extLst>
                <a:ext uri="{FF2B5EF4-FFF2-40B4-BE49-F238E27FC236}">
                  <a16:creationId xmlns:a16="http://schemas.microsoft.com/office/drawing/2014/main" id="{A6AE0FEA-E41D-44D6-9193-68C42A7E20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2013" y="12180888"/>
              <a:ext cx="60325" cy="52387"/>
            </a:xfrm>
            <a:custGeom>
              <a:avLst/>
              <a:gdLst>
                <a:gd name="T0" fmla="*/ 7 w 78"/>
                <a:gd name="T1" fmla="*/ 55 h 69"/>
                <a:gd name="T2" fmla="*/ 1 w 78"/>
                <a:gd name="T3" fmla="*/ 49 h 69"/>
                <a:gd name="T4" fmla="*/ 1 w 78"/>
                <a:gd name="T5" fmla="*/ 47 h 69"/>
                <a:gd name="T6" fmla="*/ 14 w 78"/>
                <a:gd name="T7" fmla="*/ 25 h 69"/>
                <a:gd name="T8" fmla="*/ 26 w 78"/>
                <a:gd name="T9" fmla="*/ 3 h 69"/>
                <a:gd name="T10" fmla="*/ 29 w 78"/>
                <a:gd name="T11" fmla="*/ 1 h 69"/>
                <a:gd name="T12" fmla="*/ 34 w 78"/>
                <a:gd name="T13" fmla="*/ 6 h 69"/>
                <a:gd name="T14" fmla="*/ 33 w 78"/>
                <a:gd name="T15" fmla="*/ 6 h 69"/>
                <a:gd name="T16" fmla="*/ 28 w 78"/>
                <a:gd name="T17" fmla="*/ 13 h 69"/>
                <a:gd name="T18" fmla="*/ 22 w 78"/>
                <a:gd name="T19" fmla="*/ 22 h 69"/>
                <a:gd name="T20" fmla="*/ 23 w 78"/>
                <a:gd name="T21" fmla="*/ 24 h 69"/>
                <a:gd name="T22" fmla="*/ 44 w 78"/>
                <a:gd name="T23" fmla="*/ 37 h 69"/>
                <a:gd name="T24" fmla="*/ 72 w 78"/>
                <a:gd name="T25" fmla="*/ 51 h 69"/>
                <a:gd name="T26" fmla="*/ 75 w 78"/>
                <a:gd name="T27" fmla="*/ 50 h 69"/>
                <a:gd name="T28" fmla="*/ 77 w 78"/>
                <a:gd name="T29" fmla="*/ 50 h 69"/>
                <a:gd name="T30" fmla="*/ 71 w 78"/>
                <a:gd name="T31" fmla="*/ 59 h 69"/>
                <a:gd name="T32" fmla="*/ 66 w 78"/>
                <a:gd name="T33" fmla="*/ 68 h 69"/>
                <a:gd name="T34" fmla="*/ 66 w 78"/>
                <a:gd name="T35" fmla="*/ 66 h 69"/>
                <a:gd name="T36" fmla="*/ 65 w 78"/>
                <a:gd name="T37" fmla="*/ 62 h 69"/>
                <a:gd name="T38" fmla="*/ 40 w 78"/>
                <a:gd name="T39" fmla="*/ 46 h 69"/>
                <a:gd name="T40" fmla="*/ 18 w 78"/>
                <a:gd name="T41" fmla="*/ 34 h 69"/>
                <a:gd name="T42" fmla="*/ 15 w 78"/>
                <a:gd name="T43" fmla="*/ 34 h 69"/>
                <a:gd name="T44" fmla="*/ 7 w 78"/>
                <a:gd name="T45" fmla="*/ 50 h 69"/>
                <a:gd name="T46" fmla="*/ 7 w 78"/>
                <a:gd name="T47" fmla="*/ 53 h 69"/>
                <a:gd name="T48" fmla="*/ 7 w 78"/>
                <a:gd name="T49" fmla="*/ 5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69">
                  <a:moveTo>
                    <a:pt x="7" y="55"/>
                  </a:moveTo>
                  <a:cubicBezTo>
                    <a:pt x="6" y="53"/>
                    <a:pt x="3" y="51"/>
                    <a:pt x="1" y="49"/>
                  </a:cubicBezTo>
                  <a:cubicBezTo>
                    <a:pt x="0" y="49"/>
                    <a:pt x="0" y="48"/>
                    <a:pt x="1" y="47"/>
                  </a:cubicBezTo>
                  <a:cubicBezTo>
                    <a:pt x="2" y="46"/>
                    <a:pt x="11" y="28"/>
                    <a:pt x="14" y="25"/>
                  </a:cubicBezTo>
                  <a:cubicBezTo>
                    <a:pt x="16" y="20"/>
                    <a:pt x="25" y="5"/>
                    <a:pt x="26" y="3"/>
                  </a:cubicBezTo>
                  <a:cubicBezTo>
                    <a:pt x="28" y="1"/>
                    <a:pt x="28" y="0"/>
                    <a:pt x="29" y="1"/>
                  </a:cubicBezTo>
                  <a:cubicBezTo>
                    <a:pt x="31" y="2"/>
                    <a:pt x="33" y="5"/>
                    <a:pt x="34" y="6"/>
                  </a:cubicBezTo>
                  <a:cubicBezTo>
                    <a:pt x="34" y="7"/>
                    <a:pt x="34" y="6"/>
                    <a:pt x="33" y="6"/>
                  </a:cubicBezTo>
                  <a:cubicBezTo>
                    <a:pt x="32" y="6"/>
                    <a:pt x="30" y="9"/>
                    <a:pt x="28" y="13"/>
                  </a:cubicBezTo>
                  <a:cubicBezTo>
                    <a:pt x="25" y="17"/>
                    <a:pt x="23" y="22"/>
                    <a:pt x="22" y="22"/>
                  </a:cubicBezTo>
                  <a:cubicBezTo>
                    <a:pt x="22" y="24"/>
                    <a:pt x="23" y="24"/>
                    <a:pt x="23" y="24"/>
                  </a:cubicBezTo>
                  <a:cubicBezTo>
                    <a:pt x="24" y="25"/>
                    <a:pt x="41" y="35"/>
                    <a:pt x="44" y="37"/>
                  </a:cubicBezTo>
                  <a:cubicBezTo>
                    <a:pt x="48" y="39"/>
                    <a:pt x="69" y="52"/>
                    <a:pt x="72" y="51"/>
                  </a:cubicBezTo>
                  <a:cubicBezTo>
                    <a:pt x="75" y="51"/>
                    <a:pt x="75" y="51"/>
                    <a:pt x="75" y="50"/>
                  </a:cubicBezTo>
                  <a:cubicBezTo>
                    <a:pt x="76" y="50"/>
                    <a:pt x="78" y="50"/>
                    <a:pt x="77" y="50"/>
                  </a:cubicBezTo>
                  <a:cubicBezTo>
                    <a:pt x="76" y="52"/>
                    <a:pt x="73" y="57"/>
                    <a:pt x="71" y="59"/>
                  </a:cubicBezTo>
                  <a:cubicBezTo>
                    <a:pt x="70" y="61"/>
                    <a:pt x="67" y="67"/>
                    <a:pt x="66" y="68"/>
                  </a:cubicBezTo>
                  <a:cubicBezTo>
                    <a:pt x="66" y="69"/>
                    <a:pt x="66" y="68"/>
                    <a:pt x="66" y="66"/>
                  </a:cubicBezTo>
                  <a:cubicBezTo>
                    <a:pt x="66" y="65"/>
                    <a:pt x="67" y="64"/>
                    <a:pt x="65" y="62"/>
                  </a:cubicBezTo>
                  <a:cubicBezTo>
                    <a:pt x="61" y="59"/>
                    <a:pt x="43" y="48"/>
                    <a:pt x="40" y="46"/>
                  </a:cubicBezTo>
                  <a:cubicBezTo>
                    <a:pt x="37" y="45"/>
                    <a:pt x="19" y="34"/>
                    <a:pt x="18" y="34"/>
                  </a:cubicBezTo>
                  <a:cubicBezTo>
                    <a:pt x="17" y="33"/>
                    <a:pt x="16" y="32"/>
                    <a:pt x="15" y="34"/>
                  </a:cubicBezTo>
                  <a:cubicBezTo>
                    <a:pt x="14" y="35"/>
                    <a:pt x="8" y="46"/>
                    <a:pt x="7" y="50"/>
                  </a:cubicBezTo>
                  <a:cubicBezTo>
                    <a:pt x="7" y="51"/>
                    <a:pt x="7" y="52"/>
                    <a:pt x="7" y="53"/>
                  </a:cubicBezTo>
                  <a:cubicBezTo>
                    <a:pt x="8" y="55"/>
                    <a:pt x="8" y="56"/>
                    <a:pt x="7" y="5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" name="Freeform 54">
              <a:extLst>
                <a:ext uri="{FF2B5EF4-FFF2-40B4-BE49-F238E27FC236}">
                  <a16:creationId xmlns:a16="http://schemas.microsoft.com/office/drawing/2014/main" id="{FCF65C51-40D0-40AD-B45E-13F211D849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48688" y="12107863"/>
              <a:ext cx="53975" cy="60325"/>
            </a:xfrm>
            <a:custGeom>
              <a:avLst/>
              <a:gdLst>
                <a:gd name="T0" fmla="*/ 4 w 71"/>
                <a:gd name="T1" fmla="*/ 41 h 79"/>
                <a:gd name="T2" fmla="*/ 0 w 71"/>
                <a:gd name="T3" fmla="*/ 34 h 79"/>
                <a:gd name="T4" fmla="*/ 1 w 71"/>
                <a:gd name="T5" fmla="*/ 32 h 79"/>
                <a:gd name="T6" fmla="*/ 22 w 71"/>
                <a:gd name="T7" fmla="*/ 16 h 79"/>
                <a:gd name="T8" fmla="*/ 43 w 71"/>
                <a:gd name="T9" fmla="*/ 2 h 79"/>
                <a:gd name="T10" fmla="*/ 47 w 71"/>
                <a:gd name="T11" fmla="*/ 1 h 79"/>
                <a:gd name="T12" fmla="*/ 50 w 71"/>
                <a:gd name="T13" fmla="*/ 8 h 79"/>
                <a:gd name="T14" fmla="*/ 48 w 71"/>
                <a:gd name="T15" fmla="*/ 8 h 79"/>
                <a:gd name="T16" fmla="*/ 42 w 71"/>
                <a:gd name="T17" fmla="*/ 10 h 79"/>
                <a:gd name="T18" fmla="*/ 31 w 71"/>
                <a:gd name="T19" fmla="*/ 17 h 79"/>
                <a:gd name="T20" fmla="*/ 31 w 71"/>
                <a:gd name="T21" fmla="*/ 19 h 79"/>
                <a:gd name="T22" fmla="*/ 45 w 71"/>
                <a:gd name="T23" fmla="*/ 40 h 79"/>
                <a:gd name="T24" fmla="*/ 65 w 71"/>
                <a:gd name="T25" fmla="*/ 66 h 79"/>
                <a:gd name="T26" fmla="*/ 69 w 71"/>
                <a:gd name="T27" fmla="*/ 66 h 79"/>
                <a:gd name="T28" fmla="*/ 69 w 71"/>
                <a:gd name="T29" fmla="*/ 67 h 79"/>
                <a:gd name="T30" fmla="*/ 62 w 71"/>
                <a:gd name="T31" fmla="*/ 72 h 79"/>
                <a:gd name="T32" fmla="*/ 55 w 71"/>
                <a:gd name="T33" fmla="*/ 77 h 79"/>
                <a:gd name="T34" fmla="*/ 54 w 71"/>
                <a:gd name="T35" fmla="*/ 76 h 79"/>
                <a:gd name="T36" fmla="*/ 54 w 71"/>
                <a:gd name="T37" fmla="*/ 72 h 79"/>
                <a:gd name="T38" fmla="*/ 39 w 71"/>
                <a:gd name="T39" fmla="*/ 48 h 79"/>
                <a:gd name="T40" fmla="*/ 22 w 71"/>
                <a:gd name="T41" fmla="*/ 25 h 79"/>
                <a:gd name="T42" fmla="*/ 20 w 71"/>
                <a:gd name="T43" fmla="*/ 25 h 79"/>
                <a:gd name="T44" fmla="*/ 6 w 71"/>
                <a:gd name="T45" fmla="*/ 36 h 79"/>
                <a:gd name="T46" fmla="*/ 4 w 71"/>
                <a:gd name="T47" fmla="*/ 39 h 79"/>
                <a:gd name="T48" fmla="*/ 4 w 71"/>
                <a:gd name="T49" fmla="*/ 4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1" h="79">
                  <a:moveTo>
                    <a:pt x="4" y="41"/>
                  </a:moveTo>
                  <a:cubicBezTo>
                    <a:pt x="3" y="38"/>
                    <a:pt x="1" y="36"/>
                    <a:pt x="0" y="34"/>
                  </a:cubicBezTo>
                  <a:cubicBezTo>
                    <a:pt x="0" y="33"/>
                    <a:pt x="0" y="33"/>
                    <a:pt x="1" y="32"/>
                  </a:cubicBezTo>
                  <a:cubicBezTo>
                    <a:pt x="2" y="31"/>
                    <a:pt x="18" y="19"/>
                    <a:pt x="22" y="16"/>
                  </a:cubicBezTo>
                  <a:cubicBezTo>
                    <a:pt x="26" y="13"/>
                    <a:pt x="41" y="3"/>
                    <a:pt x="43" y="2"/>
                  </a:cubicBezTo>
                  <a:cubicBezTo>
                    <a:pt x="44" y="0"/>
                    <a:pt x="46" y="0"/>
                    <a:pt x="47" y="1"/>
                  </a:cubicBezTo>
                  <a:cubicBezTo>
                    <a:pt x="48" y="3"/>
                    <a:pt x="49" y="7"/>
                    <a:pt x="50" y="8"/>
                  </a:cubicBezTo>
                  <a:cubicBezTo>
                    <a:pt x="50" y="10"/>
                    <a:pt x="50" y="9"/>
                    <a:pt x="48" y="8"/>
                  </a:cubicBezTo>
                  <a:cubicBezTo>
                    <a:pt x="47" y="7"/>
                    <a:pt x="46" y="7"/>
                    <a:pt x="42" y="10"/>
                  </a:cubicBezTo>
                  <a:cubicBezTo>
                    <a:pt x="38" y="13"/>
                    <a:pt x="32" y="17"/>
                    <a:pt x="31" y="17"/>
                  </a:cubicBezTo>
                  <a:cubicBezTo>
                    <a:pt x="30" y="18"/>
                    <a:pt x="30" y="18"/>
                    <a:pt x="31" y="19"/>
                  </a:cubicBezTo>
                  <a:cubicBezTo>
                    <a:pt x="32" y="21"/>
                    <a:pt x="42" y="36"/>
                    <a:pt x="45" y="40"/>
                  </a:cubicBezTo>
                  <a:cubicBezTo>
                    <a:pt x="48" y="44"/>
                    <a:pt x="63" y="65"/>
                    <a:pt x="65" y="66"/>
                  </a:cubicBezTo>
                  <a:cubicBezTo>
                    <a:pt x="67" y="67"/>
                    <a:pt x="68" y="66"/>
                    <a:pt x="69" y="66"/>
                  </a:cubicBezTo>
                  <a:cubicBezTo>
                    <a:pt x="70" y="66"/>
                    <a:pt x="71" y="66"/>
                    <a:pt x="69" y="67"/>
                  </a:cubicBezTo>
                  <a:cubicBezTo>
                    <a:pt x="68" y="67"/>
                    <a:pt x="63" y="71"/>
                    <a:pt x="62" y="72"/>
                  </a:cubicBezTo>
                  <a:cubicBezTo>
                    <a:pt x="60" y="73"/>
                    <a:pt x="56" y="76"/>
                    <a:pt x="55" y="77"/>
                  </a:cubicBezTo>
                  <a:cubicBezTo>
                    <a:pt x="53" y="79"/>
                    <a:pt x="53" y="77"/>
                    <a:pt x="54" y="76"/>
                  </a:cubicBezTo>
                  <a:cubicBezTo>
                    <a:pt x="55" y="75"/>
                    <a:pt x="56" y="74"/>
                    <a:pt x="54" y="72"/>
                  </a:cubicBezTo>
                  <a:cubicBezTo>
                    <a:pt x="52" y="67"/>
                    <a:pt x="42" y="51"/>
                    <a:pt x="39" y="48"/>
                  </a:cubicBezTo>
                  <a:cubicBezTo>
                    <a:pt x="37" y="45"/>
                    <a:pt x="23" y="26"/>
                    <a:pt x="22" y="25"/>
                  </a:cubicBezTo>
                  <a:cubicBezTo>
                    <a:pt x="22" y="24"/>
                    <a:pt x="21" y="24"/>
                    <a:pt x="20" y="25"/>
                  </a:cubicBezTo>
                  <a:cubicBezTo>
                    <a:pt x="19" y="26"/>
                    <a:pt x="8" y="34"/>
                    <a:pt x="6" y="36"/>
                  </a:cubicBezTo>
                  <a:cubicBezTo>
                    <a:pt x="5" y="37"/>
                    <a:pt x="4" y="37"/>
                    <a:pt x="4" y="39"/>
                  </a:cubicBezTo>
                  <a:cubicBezTo>
                    <a:pt x="4" y="40"/>
                    <a:pt x="4" y="42"/>
                    <a:pt x="4" y="4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" name="Freeform 55">
              <a:extLst>
                <a:ext uri="{FF2B5EF4-FFF2-40B4-BE49-F238E27FC236}">
                  <a16:creationId xmlns:a16="http://schemas.microsoft.com/office/drawing/2014/main" id="{4F2838BD-77CC-4B55-A04E-5AA3E651D7B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77300" y="12174538"/>
              <a:ext cx="68262" cy="65087"/>
            </a:xfrm>
            <a:custGeom>
              <a:avLst/>
              <a:gdLst>
                <a:gd name="T0" fmla="*/ 70 w 88"/>
                <a:gd name="T1" fmla="*/ 18 h 85"/>
                <a:gd name="T2" fmla="*/ 67 w 88"/>
                <a:gd name="T3" fmla="*/ 70 h 85"/>
                <a:gd name="T4" fmla="*/ 18 w 88"/>
                <a:gd name="T5" fmla="*/ 68 h 85"/>
                <a:gd name="T6" fmla="*/ 19 w 88"/>
                <a:gd name="T7" fmla="*/ 18 h 85"/>
                <a:gd name="T8" fmla="*/ 70 w 88"/>
                <a:gd name="T9" fmla="*/ 18 h 85"/>
                <a:gd name="T10" fmla="*/ 28 w 88"/>
                <a:gd name="T11" fmla="*/ 26 h 85"/>
                <a:gd name="T12" fmla="*/ 22 w 88"/>
                <a:gd name="T13" fmla="*/ 65 h 85"/>
                <a:gd name="T14" fmla="*/ 61 w 88"/>
                <a:gd name="T15" fmla="*/ 60 h 85"/>
                <a:gd name="T16" fmla="*/ 65 w 88"/>
                <a:gd name="T17" fmla="*/ 19 h 85"/>
                <a:gd name="T18" fmla="*/ 28 w 88"/>
                <a:gd name="T19" fmla="*/ 2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5">
                  <a:moveTo>
                    <a:pt x="70" y="18"/>
                  </a:moveTo>
                  <a:cubicBezTo>
                    <a:pt x="80" y="28"/>
                    <a:pt x="88" y="53"/>
                    <a:pt x="67" y="70"/>
                  </a:cubicBezTo>
                  <a:cubicBezTo>
                    <a:pt x="49" y="85"/>
                    <a:pt x="27" y="78"/>
                    <a:pt x="18" y="68"/>
                  </a:cubicBezTo>
                  <a:cubicBezTo>
                    <a:pt x="9" y="59"/>
                    <a:pt x="0" y="36"/>
                    <a:pt x="19" y="18"/>
                  </a:cubicBezTo>
                  <a:cubicBezTo>
                    <a:pt x="38" y="0"/>
                    <a:pt x="60" y="8"/>
                    <a:pt x="70" y="18"/>
                  </a:cubicBezTo>
                  <a:moveTo>
                    <a:pt x="28" y="26"/>
                  </a:moveTo>
                  <a:cubicBezTo>
                    <a:pt x="13" y="41"/>
                    <a:pt x="15" y="57"/>
                    <a:pt x="22" y="65"/>
                  </a:cubicBezTo>
                  <a:cubicBezTo>
                    <a:pt x="30" y="73"/>
                    <a:pt x="46" y="74"/>
                    <a:pt x="61" y="60"/>
                  </a:cubicBezTo>
                  <a:cubicBezTo>
                    <a:pt x="75" y="46"/>
                    <a:pt x="74" y="27"/>
                    <a:pt x="65" y="19"/>
                  </a:cubicBezTo>
                  <a:cubicBezTo>
                    <a:pt x="58" y="13"/>
                    <a:pt x="43" y="11"/>
                    <a:pt x="28" y="2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" name="Freeform 56">
              <a:extLst>
                <a:ext uri="{FF2B5EF4-FFF2-40B4-BE49-F238E27FC236}">
                  <a16:creationId xmlns:a16="http://schemas.microsoft.com/office/drawing/2014/main" id="{99DA7829-EE1A-4274-BBAC-2FE33C772E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591588" y="12406313"/>
              <a:ext cx="58737" cy="63500"/>
            </a:xfrm>
            <a:custGeom>
              <a:avLst/>
              <a:gdLst>
                <a:gd name="T0" fmla="*/ 73 w 77"/>
                <a:gd name="T1" fmla="*/ 53 h 84"/>
                <a:gd name="T2" fmla="*/ 24 w 77"/>
                <a:gd name="T3" fmla="*/ 74 h 84"/>
                <a:gd name="T4" fmla="*/ 5 w 77"/>
                <a:gd name="T5" fmla="*/ 30 h 84"/>
                <a:gd name="T6" fmla="*/ 50 w 77"/>
                <a:gd name="T7" fmla="*/ 9 h 84"/>
                <a:gd name="T8" fmla="*/ 73 w 77"/>
                <a:gd name="T9" fmla="*/ 53 h 84"/>
                <a:gd name="T10" fmla="*/ 46 w 77"/>
                <a:gd name="T11" fmla="*/ 19 h 84"/>
                <a:gd name="T12" fmla="*/ 10 w 77"/>
                <a:gd name="T13" fmla="*/ 31 h 84"/>
                <a:gd name="T14" fmla="*/ 31 w 77"/>
                <a:gd name="T15" fmla="*/ 62 h 84"/>
                <a:gd name="T16" fmla="*/ 69 w 77"/>
                <a:gd name="T17" fmla="*/ 49 h 84"/>
                <a:gd name="T18" fmla="*/ 46 w 77"/>
                <a:gd name="T19" fmla="*/ 1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84">
                  <a:moveTo>
                    <a:pt x="73" y="53"/>
                  </a:moveTo>
                  <a:cubicBezTo>
                    <a:pt x="68" y="68"/>
                    <a:pt x="48" y="84"/>
                    <a:pt x="24" y="74"/>
                  </a:cubicBezTo>
                  <a:cubicBezTo>
                    <a:pt x="5" y="65"/>
                    <a:pt x="0" y="43"/>
                    <a:pt x="5" y="30"/>
                  </a:cubicBezTo>
                  <a:cubicBezTo>
                    <a:pt x="9" y="17"/>
                    <a:pt x="27" y="0"/>
                    <a:pt x="50" y="9"/>
                  </a:cubicBezTo>
                  <a:cubicBezTo>
                    <a:pt x="72" y="17"/>
                    <a:pt x="77" y="38"/>
                    <a:pt x="73" y="53"/>
                  </a:cubicBezTo>
                  <a:moveTo>
                    <a:pt x="46" y="19"/>
                  </a:moveTo>
                  <a:cubicBezTo>
                    <a:pt x="26" y="12"/>
                    <a:pt x="13" y="21"/>
                    <a:pt x="10" y="31"/>
                  </a:cubicBezTo>
                  <a:cubicBezTo>
                    <a:pt x="7" y="40"/>
                    <a:pt x="10" y="54"/>
                    <a:pt x="31" y="62"/>
                  </a:cubicBezTo>
                  <a:cubicBezTo>
                    <a:pt x="51" y="70"/>
                    <a:pt x="66" y="62"/>
                    <a:pt x="69" y="49"/>
                  </a:cubicBezTo>
                  <a:cubicBezTo>
                    <a:pt x="71" y="44"/>
                    <a:pt x="71" y="28"/>
                    <a:pt x="46" y="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" name="Freeform 57">
              <a:extLst>
                <a:ext uri="{FF2B5EF4-FFF2-40B4-BE49-F238E27FC236}">
                  <a16:creationId xmlns:a16="http://schemas.microsoft.com/office/drawing/2014/main" id="{24C646CD-41CA-4711-BD88-BB40184398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10638" y="12234863"/>
              <a:ext cx="55562" cy="53975"/>
            </a:xfrm>
            <a:custGeom>
              <a:avLst/>
              <a:gdLst>
                <a:gd name="T0" fmla="*/ 22 w 74"/>
                <a:gd name="T1" fmla="*/ 70 h 70"/>
                <a:gd name="T2" fmla="*/ 13 w 74"/>
                <a:gd name="T3" fmla="*/ 69 h 70"/>
                <a:gd name="T4" fmla="*/ 10 w 74"/>
                <a:gd name="T5" fmla="*/ 68 h 70"/>
                <a:gd name="T6" fmla="*/ 0 w 74"/>
                <a:gd name="T7" fmla="*/ 41 h 70"/>
                <a:gd name="T8" fmla="*/ 25 w 74"/>
                <a:gd name="T9" fmla="*/ 4 h 70"/>
                <a:gd name="T10" fmla="*/ 63 w 74"/>
                <a:gd name="T11" fmla="*/ 17 h 70"/>
                <a:gd name="T12" fmla="*/ 72 w 74"/>
                <a:gd name="T13" fmla="*/ 41 h 70"/>
                <a:gd name="T14" fmla="*/ 72 w 74"/>
                <a:gd name="T15" fmla="*/ 51 h 70"/>
                <a:gd name="T16" fmla="*/ 73 w 74"/>
                <a:gd name="T17" fmla="*/ 55 h 70"/>
                <a:gd name="T18" fmla="*/ 72 w 74"/>
                <a:gd name="T19" fmla="*/ 56 h 70"/>
                <a:gd name="T20" fmla="*/ 65 w 74"/>
                <a:gd name="T21" fmla="*/ 57 h 70"/>
                <a:gd name="T22" fmla="*/ 60 w 74"/>
                <a:gd name="T23" fmla="*/ 59 h 70"/>
                <a:gd name="T24" fmla="*/ 60 w 74"/>
                <a:gd name="T25" fmla="*/ 57 h 70"/>
                <a:gd name="T26" fmla="*/ 67 w 74"/>
                <a:gd name="T27" fmla="*/ 48 h 70"/>
                <a:gd name="T28" fmla="*/ 60 w 74"/>
                <a:gd name="T29" fmla="*/ 21 h 70"/>
                <a:gd name="T30" fmla="*/ 27 w 74"/>
                <a:gd name="T31" fmla="*/ 16 h 70"/>
                <a:gd name="T32" fmla="*/ 6 w 74"/>
                <a:gd name="T33" fmla="*/ 45 h 70"/>
                <a:gd name="T34" fmla="*/ 21 w 74"/>
                <a:gd name="T35" fmla="*/ 68 h 70"/>
                <a:gd name="T36" fmla="*/ 22 w 74"/>
                <a:gd name="T3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70">
                  <a:moveTo>
                    <a:pt x="22" y="70"/>
                  </a:moveTo>
                  <a:cubicBezTo>
                    <a:pt x="20" y="70"/>
                    <a:pt x="15" y="69"/>
                    <a:pt x="13" y="69"/>
                  </a:cubicBezTo>
                  <a:cubicBezTo>
                    <a:pt x="11" y="69"/>
                    <a:pt x="10" y="69"/>
                    <a:pt x="10" y="68"/>
                  </a:cubicBezTo>
                  <a:cubicBezTo>
                    <a:pt x="9" y="67"/>
                    <a:pt x="0" y="57"/>
                    <a:pt x="0" y="41"/>
                  </a:cubicBezTo>
                  <a:cubicBezTo>
                    <a:pt x="0" y="23"/>
                    <a:pt x="9" y="9"/>
                    <a:pt x="25" y="4"/>
                  </a:cubicBezTo>
                  <a:cubicBezTo>
                    <a:pt x="40" y="0"/>
                    <a:pt x="55" y="6"/>
                    <a:pt x="63" y="17"/>
                  </a:cubicBezTo>
                  <a:cubicBezTo>
                    <a:pt x="70" y="26"/>
                    <a:pt x="71" y="37"/>
                    <a:pt x="72" y="41"/>
                  </a:cubicBezTo>
                  <a:cubicBezTo>
                    <a:pt x="72" y="46"/>
                    <a:pt x="72" y="49"/>
                    <a:pt x="72" y="51"/>
                  </a:cubicBezTo>
                  <a:cubicBezTo>
                    <a:pt x="73" y="53"/>
                    <a:pt x="73" y="54"/>
                    <a:pt x="73" y="55"/>
                  </a:cubicBezTo>
                  <a:cubicBezTo>
                    <a:pt x="74" y="55"/>
                    <a:pt x="73" y="56"/>
                    <a:pt x="72" y="56"/>
                  </a:cubicBezTo>
                  <a:cubicBezTo>
                    <a:pt x="71" y="56"/>
                    <a:pt x="67" y="57"/>
                    <a:pt x="65" y="57"/>
                  </a:cubicBezTo>
                  <a:cubicBezTo>
                    <a:pt x="64" y="58"/>
                    <a:pt x="61" y="59"/>
                    <a:pt x="60" y="59"/>
                  </a:cubicBezTo>
                  <a:cubicBezTo>
                    <a:pt x="58" y="59"/>
                    <a:pt x="58" y="59"/>
                    <a:pt x="60" y="57"/>
                  </a:cubicBezTo>
                  <a:cubicBezTo>
                    <a:pt x="61" y="56"/>
                    <a:pt x="66" y="54"/>
                    <a:pt x="67" y="48"/>
                  </a:cubicBezTo>
                  <a:cubicBezTo>
                    <a:pt x="67" y="42"/>
                    <a:pt x="68" y="30"/>
                    <a:pt x="60" y="21"/>
                  </a:cubicBezTo>
                  <a:cubicBezTo>
                    <a:pt x="53" y="15"/>
                    <a:pt x="42" y="10"/>
                    <a:pt x="27" y="16"/>
                  </a:cubicBezTo>
                  <a:cubicBezTo>
                    <a:pt x="14" y="21"/>
                    <a:pt x="6" y="32"/>
                    <a:pt x="6" y="45"/>
                  </a:cubicBezTo>
                  <a:cubicBezTo>
                    <a:pt x="6" y="58"/>
                    <a:pt x="14" y="66"/>
                    <a:pt x="21" y="68"/>
                  </a:cubicBezTo>
                  <a:cubicBezTo>
                    <a:pt x="24" y="69"/>
                    <a:pt x="25" y="70"/>
                    <a:pt x="22" y="7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" name="Freeform 58">
              <a:extLst>
                <a:ext uri="{FF2B5EF4-FFF2-40B4-BE49-F238E27FC236}">
                  <a16:creationId xmlns:a16="http://schemas.microsoft.com/office/drawing/2014/main" id="{84FB731C-44F2-4AC4-B405-2CBD42A7E0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20163" y="12293600"/>
              <a:ext cx="52387" cy="52387"/>
            </a:xfrm>
            <a:custGeom>
              <a:avLst/>
              <a:gdLst>
                <a:gd name="T0" fmla="*/ 66 w 70"/>
                <a:gd name="T1" fmla="*/ 3 h 69"/>
                <a:gd name="T2" fmla="*/ 68 w 70"/>
                <a:gd name="T3" fmla="*/ 20 h 69"/>
                <a:gd name="T4" fmla="*/ 67 w 70"/>
                <a:gd name="T5" fmla="*/ 21 h 69"/>
                <a:gd name="T6" fmla="*/ 64 w 70"/>
                <a:gd name="T7" fmla="*/ 18 h 69"/>
                <a:gd name="T8" fmla="*/ 35 w 70"/>
                <a:gd name="T9" fmla="*/ 20 h 69"/>
                <a:gd name="T10" fmla="*/ 60 w 70"/>
                <a:gd name="T11" fmla="*/ 40 h 69"/>
                <a:gd name="T12" fmla="*/ 67 w 70"/>
                <a:gd name="T13" fmla="*/ 44 h 69"/>
                <a:gd name="T14" fmla="*/ 67 w 70"/>
                <a:gd name="T15" fmla="*/ 44 h 69"/>
                <a:gd name="T16" fmla="*/ 69 w 70"/>
                <a:gd name="T17" fmla="*/ 45 h 69"/>
                <a:gd name="T18" fmla="*/ 69 w 70"/>
                <a:gd name="T19" fmla="*/ 51 h 69"/>
                <a:gd name="T20" fmla="*/ 69 w 70"/>
                <a:gd name="T21" fmla="*/ 55 h 69"/>
                <a:gd name="T22" fmla="*/ 67 w 70"/>
                <a:gd name="T23" fmla="*/ 55 h 69"/>
                <a:gd name="T24" fmla="*/ 54 w 70"/>
                <a:gd name="T25" fmla="*/ 44 h 69"/>
                <a:gd name="T26" fmla="*/ 37 w 70"/>
                <a:gd name="T27" fmla="*/ 31 h 69"/>
                <a:gd name="T28" fmla="*/ 11 w 70"/>
                <a:gd name="T29" fmla="*/ 56 h 69"/>
                <a:gd name="T30" fmla="*/ 2 w 70"/>
                <a:gd name="T31" fmla="*/ 67 h 69"/>
                <a:gd name="T32" fmla="*/ 1 w 70"/>
                <a:gd name="T33" fmla="*/ 68 h 69"/>
                <a:gd name="T34" fmla="*/ 2 w 70"/>
                <a:gd name="T35" fmla="*/ 58 h 69"/>
                <a:gd name="T36" fmla="*/ 3 w 70"/>
                <a:gd name="T37" fmla="*/ 48 h 69"/>
                <a:gd name="T38" fmla="*/ 4 w 70"/>
                <a:gd name="T39" fmla="*/ 48 h 69"/>
                <a:gd name="T40" fmla="*/ 18 w 70"/>
                <a:gd name="T41" fmla="*/ 36 h 69"/>
                <a:gd name="T42" fmla="*/ 33 w 70"/>
                <a:gd name="T43" fmla="*/ 21 h 69"/>
                <a:gd name="T44" fmla="*/ 11 w 70"/>
                <a:gd name="T45" fmla="*/ 23 h 69"/>
                <a:gd name="T46" fmla="*/ 4 w 70"/>
                <a:gd name="T47" fmla="*/ 26 h 69"/>
                <a:gd name="T48" fmla="*/ 2 w 70"/>
                <a:gd name="T49" fmla="*/ 29 h 69"/>
                <a:gd name="T50" fmla="*/ 1 w 70"/>
                <a:gd name="T51" fmla="*/ 29 h 69"/>
                <a:gd name="T52" fmla="*/ 1 w 70"/>
                <a:gd name="T53" fmla="*/ 19 h 69"/>
                <a:gd name="T54" fmla="*/ 0 w 70"/>
                <a:gd name="T55" fmla="*/ 11 h 69"/>
                <a:gd name="T56" fmla="*/ 1 w 70"/>
                <a:gd name="T57" fmla="*/ 11 h 69"/>
                <a:gd name="T58" fmla="*/ 3 w 70"/>
                <a:gd name="T59" fmla="*/ 13 h 69"/>
                <a:gd name="T60" fmla="*/ 32 w 70"/>
                <a:gd name="T61" fmla="*/ 11 h 69"/>
                <a:gd name="T62" fmla="*/ 61 w 70"/>
                <a:gd name="T63" fmla="*/ 7 h 69"/>
                <a:gd name="T64" fmla="*/ 65 w 70"/>
                <a:gd name="T65" fmla="*/ 3 h 69"/>
                <a:gd name="T66" fmla="*/ 66 w 70"/>
                <a:gd name="T67" fmla="*/ 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66" y="3"/>
                  </a:moveTo>
                  <a:cubicBezTo>
                    <a:pt x="66" y="6"/>
                    <a:pt x="68" y="18"/>
                    <a:pt x="68" y="20"/>
                  </a:cubicBezTo>
                  <a:cubicBezTo>
                    <a:pt x="69" y="23"/>
                    <a:pt x="67" y="22"/>
                    <a:pt x="67" y="21"/>
                  </a:cubicBezTo>
                  <a:cubicBezTo>
                    <a:pt x="67" y="20"/>
                    <a:pt x="66" y="18"/>
                    <a:pt x="64" y="18"/>
                  </a:cubicBezTo>
                  <a:cubicBezTo>
                    <a:pt x="61" y="18"/>
                    <a:pt x="46" y="19"/>
                    <a:pt x="35" y="20"/>
                  </a:cubicBezTo>
                  <a:cubicBezTo>
                    <a:pt x="40" y="26"/>
                    <a:pt x="58" y="39"/>
                    <a:pt x="60" y="40"/>
                  </a:cubicBezTo>
                  <a:cubicBezTo>
                    <a:pt x="63" y="42"/>
                    <a:pt x="66" y="44"/>
                    <a:pt x="67" y="44"/>
                  </a:cubicBezTo>
                  <a:cubicBezTo>
                    <a:pt x="67" y="44"/>
                    <a:pt x="67" y="45"/>
                    <a:pt x="67" y="44"/>
                  </a:cubicBezTo>
                  <a:cubicBezTo>
                    <a:pt x="68" y="43"/>
                    <a:pt x="69" y="39"/>
                    <a:pt x="69" y="45"/>
                  </a:cubicBezTo>
                  <a:cubicBezTo>
                    <a:pt x="69" y="46"/>
                    <a:pt x="69" y="50"/>
                    <a:pt x="69" y="51"/>
                  </a:cubicBezTo>
                  <a:cubicBezTo>
                    <a:pt x="69" y="52"/>
                    <a:pt x="69" y="54"/>
                    <a:pt x="69" y="55"/>
                  </a:cubicBezTo>
                  <a:cubicBezTo>
                    <a:pt x="70" y="58"/>
                    <a:pt x="69" y="57"/>
                    <a:pt x="67" y="55"/>
                  </a:cubicBezTo>
                  <a:cubicBezTo>
                    <a:pt x="64" y="51"/>
                    <a:pt x="57" y="46"/>
                    <a:pt x="54" y="44"/>
                  </a:cubicBezTo>
                  <a:cubicBezTo>
                    <a:pt x="52" y="42"/>
                    <a:pt x="37" y="31"/>
                    <a:pt x="37" y="31"/>
                  </a:cubicBezTo>
                  <a:cubicBezTo>
                    <a:pt x="37" y="31"/>
                    <a:pt x="15" y="52"/>
                    <a:pt x="11" y="56"/>
                  </a:cubicBezTo>
                  <a:cubicBezTo>
                    <a:pt x="10" y="58"/>
                    <a:pt x="4" y="63"/>
                    <a:pt x="2" y="67"/>
                  </a:cubicBezTo>
                  <a:cubicBezTo>
                    <a:pt x="2" y="68"/>
                    <a:pt x="1" y="69"/>
                    <a:pt x="1" y="68"/>
                  </a:cubicBezTo>
                  <a:cubicBezTo>
                    <a:pt x="2" y="67"/>
                    <a:pt x="2" y="61"/>
                    <a:pt x="2" y="58"/>
                  </a:cubicBezTo>
                  <a:cubicBezTo>
                    <a:pt x="3" y="56"/>
                    <a:pt x="3" y="49"/>
                    <a:pt x="3" y="48"/>
                  </a:cubicBezTo>
                  <a:cubicBezTo>
                    <a:pt x="3" y="47"/>
                    <a:pt x="4" y="48"/>
                    <a:pt x="4" y="48"/>
                  </a:cubicBezTo>
                  <a:cubicBezTo>
                    <a:pt x="5" y="48"/>
                    <a:pt x="12" y="43"/>
                    <a:pt x="18" y="36"/>
                  </a:cubicBezTo>
                  <a:cubicBezTo>
                    <a:pt x="23" y="31"/>
                    <a:pt x="32" y="22"/>
                    <a:pt x="33" y="21"/>
                  </a:cubicBezTo>
                  <a:cubicBezTo>
                    <a:pt x="31" y="21"/>
                    <a:pt x="15" y="23"/>
                    <a:pt x="11" y="23"/>
                  </a:cubicBezTo>
                  <a:cubicBezTo>
                    <a:pt x="8" y="24"/>
                    <a:pt x="5" y="25"/>
                    <a:pt x="4" y="26"/>
                  </a:cubicBezTo>
                  <a:cubicBezTo>
                    <a:pt x="3" y="27"/>
                    <a:pt x="2" y="28"/>
                    <a:pt x="2" y="29"/>
                  </a:cubicBezTo>
                  <a:cubicBezTo>
                    <a:pt x="2" y="30"/>
                    <a:pt x="1" y="30"/>
                    <a:pt x="1" y="29"/>
                  </a:cubicBezTo>
                  <a:cubicBezTo>
                    <a:pt x="1" y="28"/>
                    <a:pt x="1" y="21"/>
                    <a:pt x="1" y="19"/>
                  </a:cubicBezTo>
                  <a:cubicBezTo>
                    <a:pt x="1" y="17"/>
                    <a:pt x="0" y="12"/>
                    <a:pt x="0" y="11"/>
                  </a:cubicBezTo>
                  <a:cubicBezTo>
                    <a:pt x="0" y="11"/>
                    <a:pt x="0" y="10"/>
                    <a:pt x="1" y="11"/>
                  </a:cubicBezTo>
                  <a:cubicBezTo>
                    <a:pt x="1" y="12"/>
                    <a:pt x="1" y="12"/>
                    <a:pt x="3" y="13"/>
                  </a:cubicBezTo>
                  <a:cubicBezTo>
                    <a:pt x="5" y="14"/>
                    <a:pt x="8" y="14"/>
                    <a:pt x="32" y="11"/>
                  </a:cubicBezTo>
                  <a:cubicBezTo>
                    <a:pt x="57" y="8"/>
                    <a:pt x="58" y="8"/>
                    <a:pt x="61" y="7"/>
                  </a:cubicBezTo>
                  <a:cubicBezTo>
                    <a:pt x="63" y="6"/>
                    <a:pt x="65" y="5"/>
                    <a:pt x="65" y="3"/>
                  </a:cubicBezTo>
                  <a:cubicBezTo>
                    <a:pt x="65" y="2"/>
                    <a:pt x="66" y="0"/>
                    <a:pt x="66" y="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" name="Freeform 59">
              <a:extLst>
                <a:ext uri="{FF2B5EF4-FFF2-40B4-BE49-F238E27FC236}">
                  <a16:creationId xmlns:a16="http://schemas.microsoft.com/office/drawing/2014/main" id="{BFA14E63-0F81-46BC-9E36-37493AC732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09050" y="12349163"/>
              <a:ext cx="61912" cy="63500"/>
            </a:xfrm>
            <a:custGeom>
              <a:avLst/>
              <a:gdLst>
                <a:gd name="T0" fmla="*/ 80 w 81"/>
                <a:gd name="T1" fmla="*/ 13 h 83"/>
                <a:gd name="T2" fmla="*/ 77 w 81"/>
                <a:gd name="T3" fmla="*/ 29 h 83"/>
                <a:gd name="T4" fmla="*/ 76 w 81"/>
                <a:gd name="T5" fmla="*/ 30 h 83"/>
                <a:gd name="T6" fmla="*/ 74 w 81"/>
                <a:gd name="T7" fmla="*/ 27 h 83"/>
                <a:gd name="T8" fmla="*/ 62 w 81"/>
                <a:gd name="T9" fmla="*/ 24 h 83"/>
                <a:gd name="T10" fmla="*/ 48 w 81"/>
                <a:gd name="T11" fmla="*/ 22 h 83"/>
                <a:gd name="T12" fmla="*/ 44 w 81"/>
                <a:gd name="T13" fmla="*/ 40 h 83"/>
                <a:gd name="T14" fmla="*/ 40 w 81"/>
                <a:gd name="T15" fmla="*/ 59 h 83"/>
                <a:gd name="T16" fmla="*/ 56 w 81"/>
                <a:gd name="T17" fmla="*/ 63 h 83"/>
                <a:gd name="T18" fmla="*/ 69 w 81"/>
                <a:gd name="T19" fmla="*/ 64 h 83"/>
                <a:gd name="T20" fmla="*/ 70 w 81"/>
                <a:gd name="T21" fmla="*/ 65 h 83"/>
                <a:gd name="T22" fmla="*/ 66 w 81"/>
                <a:gd name="T23" fmla="*/ 79 h 83"/>
                <a:gd name="T24" fmla="*/ 65 w 81"/>
                <a:gd name="T25" fmla="*/ 80 h 83"/>
                <a:gd name="T26" fmla="*/ 62 w 81"/>
                <a:gd name="T27" fmla="*/ 75 h 83"/>
                <a:gd name="T28" fmla="*/ 35 w 81"/>
                <a:gd name="T29" fmla="*/ 67 h 83"/>
                <a:gd name="T30" fmla="*/ 6 w 81"/>
                <a:gd name="T31" fmla="*/ 60 h 83"/>
                <a:gd name="T32" fmla="*/ 3 w 81"/>
                <a:gd name="T33" fmla="*/ 61 h 83"/>
                <a:gd name="T34" fmla="*/ 1 w 81"/>
                <a:gd name="T35" fmla="*/ 61 h 83"/>
                <a:gd name="T36" fmla="*/ 6 w 81"/>
                <a:gd name="T37" fmla="*/ 46 h 83"/>
                <a:gd name="T38" fmla="*/ 7 w 81"/>
                <a:gd name="T39" fmla="*/ 45 h 83"/>
                <a:gd name="T40" fmla="*/ 10 w 81"/>
                <a:gd name="T41" fmla="*/ 49 h 83"/>
                <a:gd name="T42" fmla="*/ 35 w 81"/>
                <a:gd name="T43" fmla="*/ 57 h 83"/>
                <a:gd name="T44" fmla="*/ 39 w 81"/>
                <a:gd name="T45" fmla="*/ 39 h 83"/>
                <a:gd name="T46" fmla="*/ 43 w 81"/>
                <a:gd name="T47" fmla="*/ 21 h 83"/>
                <a:gd name="T48" fmla="*/ 34 w 81"/>
                <a:gd name="T49" fmla="*/ 20 h 83"/>
                <a:gd name="T50" fmla="*/ 15 w 81"/>
                <a:gd name="T51" fmla="*/ 18 h 83"/>
                <a:gd name="T52" fmla="*/ 12 w 81"/>
                <a:gd name="T53" fmla="*/ 20 h 83"/>
                <a:gd name="T54" fmla="*/ 11 w 81"/>
                <a:gd name="T55" fmla="*/ 20 h 83"/>
                <a:gd name="T56" fmla="*/ 14 w 81"/>
                <a:gd name="T57" fmla="*/ 5 h 83"/>
                <a:gd name="T58" fmla="*/ 15 w 81"/>
                <a:gd name="T59" fmla="*/ 3 h 83"/>
                <a:gd name="T60" fmla="*/ 17 w 81"/>
                <a:gd name="T61" fmla="*/ 6 h 83"/>
                <a:gd name="T62" fmla="*/ 45 w 81"/>
                <a:gd name="T63" fmla="*/ 12 h 83"/>
                <a:gd name="T64" fmla="*/ 76 w 81"/>
                <a:gd name="T65" fmla="*/ 15 h 83"/>
                <a:gd name="T66" fmla="*/ 79 w 81"/>
                <a:gd name="T67" fmla="*/ 12 h 83"/>
                <a:gd name="T68" fmla="*/ 80 w 81"/>
                <a:gd name="T69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1" h="83">
                  <a:moveTo>
                    <a:pt x="80" y="13"/>
                  </a:moveTo>
                  <a:cubicBezTo>
                    <a:pt x="79" y="15"/>
                    <a:pt x="77" y="27"/>
                    <a:pt x="77" y="29"/>
                  </a:cubicBezTo>
                  <a:cubicBezTo>
                    <a:pt x="77" y="32"/>
                    <a:pt x="76" y="32"/>
                    <a:pt x="76" y="30"/>
                  </a:cubicBezTo>
                  <a:cubicBezTo>
                    <a:pt x="76" y="28"/>
                    <a:pt x="75" y="28"/>
                    <a:pt x="74" y="27"/>
                  </a:cubicBezTo>
                  <a:cubicBezTo>
                    <a:pt x="73" y="26"/>
                    <a:pt x="70" y="25"/>
                    <a:pt x="62" y="24"/>
                  </a:cubicBezTo>
                  <a:cubicBezTo>
                    <a:pt x="53" y="23"/>
                    <a:pt x="48" y="22"/>
                    <a:pt x="48" y="22"/>
                  </a:cubicBezTo>
                  <a:cubicBezTo>
                    <a:pt x="48" y="22"/>
                    <a:pt x="45" y="33"/>
                    <a:pt x="44" y="40"/>
                  </a:cubicBezTo>
                  <a:cubicBezTo>
                    <a:pt x="42" y="48"/>
                    <a:pt x="40" y="59"/>
                    <a:pt x="40" y="59"/>
                  </a:cubicBezTo>
                  <a:cubicBezTo>
                    <a:pt x="40" y="59"/>
                    <a:pt x="52" y="62"/>
                    <a:pt x="56" y="63"/>
                  </a:cubicBezTo>
                  <a:cubicBezTo>
                    <a:pt x="61" y="65"/>
                    <a:pt x="67" y="67"/>
                    <a:pt x="69" y="64"/>
                  </a:cubicBezTo>
                  <a:cubicBezTo>
                    <a:pt x="71" y="61"/>
                    <a:pt x="72" y="62"/>
                    <a:pt x="70" y="65"/>
                  </a:cubicBezTo>
                  <a:cubicBezTo>
                    <a:pt x="70" y="65"/>
                    <a:pt x="67" y="77"/>
                    <a:pt x="66" y="79"/>
                  </a:cubicBezTo>
                  <a:cubicBezTo>
                    <a:pt x="66" y="83"/>
                    <a:pt x="65" y="81"/>
                    <a:pt x="65" y="80"/>
                  </a:cubicBezTo>
                  <a:cubicBezTo>
                    <a:pt x="65" y="79"/>
                    <a:pt x="66" y="77"/>
                    <a:pt x="62" y="75"/>
                  </a:cubicBezTo>
                  <a:cubicBezTo>
                    <a:pt x="59" y="74"/>
                    <a:pt x="46" y="70"/>
                    <a:pt x="35" y="67"/>
                  </a:cubicBezTo>
                  <a:cubicBezTo>
                    <a:pt x="24" y="63"/>
                    <a:pt x="11" y="59"/>
                    <a:pt x="6" y="60"/>
                  </a:cubicBezTo>
                  <a:cubicBezTo>
                    <a:pt x="4" y="60"/>
                    <a:pt x="3" y="61"/>
                    <a:pt x="3" y="61"/>
                  </a:cubicBezTo>
                  <a:cubicBezTo>
                    <a:pt x="2" y="63"/>
                    <a:pt x="0" y="63"/>
                    <a:pt x="1" y="61"/>
                  </a:cubicBezTo>
                  <a:cubicBezTo>
                    <a:pt x="3" y="59"/>
                    <a:pt x="5" y="49"/>
                    <a:pt x="6" y="46"/>
                  </a:cubicBezTo>
                  <a:cubicBezTo>
                    <a:pt x="7" y="41"/>
                    <a:pt x="7" y="44"/>
                    <a:pt x="7" y="45"/>
                  </a:cubicBezTo>
                  <a:cubicBezTo>
                    <a:pt x="7" y="46"/>
                    <a:pt x="7" y="48"/>
                    <a:pt x="10" y="49"/>
                  </a:cubicBezTo>
                  <a:cubicBezTo>
                    <a:pt x="15" y="52"/>
                    <a:pt x="35" y="57"/>
                    <a:pt x="35" y="57"/>
                  </a:cubicBezTo>
                  <a:cubicBezTo>
                    <a:pt x="35" y="57"/>
                    <a:pt x="38" y="47"/>
                    <a:pt x="39" y="39"/>
                  </a:cubicBezTo>
                  <a:cubicBezTo>
                    <a:pt x="41" y="30"/>
                    <a:pt x="43" y="21"/>
                    <a:pt x="43" y="21"/>
                  </a:cubicBezTo>
                  <a:cubicBezTo>
                    <a:pt x="43" y="21"/>
                    <a:pt x="38" y="20"/>
                    <a:pt x="34" y="20"/>
                  </a:cubicBezTo>
                  <a:cubicBezTo>
                    <a:pt x="30" y="19"/>
                    <a:pt x="17" y="17"/>
                    <a:pt x="15" y="18"/>
                  </a:cubicBezTo>
                  <a:cubicBezTo>
                    <a:pt x="14" y="18"/>
                    <a:pt x="13" y="19"/>
                    <a:pt x="12" y="20"/>
                  </a:cubicBezTo>
                  <a:cubicBezTo>
                    <a:pt x="12" y="21"/>
                    <a:pt x="10" y="23"/>
                    <a:pt x="11" y="20"/>
                  </a:cubicBezTo>
                  <a:cubicBezTo>
                    <a:pt x="12" y="18"/>
                    <a:pt x="13" y="9"/>
                    <a:pt x="14" y="5"/>
                  </a:cubicBezTo>
                  <a:cubicBezTo>
                    <a:pt x="14" y="0"/>
                    <a:pt x="15" y="2"/>
                    <a:pt x="15" y="3"/>
                  </a:cubicBezTo>
                  <a:cubicBezTo>
                    <a:pt x="15" y="4"/>
                    <a:pt x="16" y="6"/>
                    <a:pt x="17" y="6"/>
                  </a:cubicBezTo>
                  <a:cubicBezTo>
                    <a:pt x="21" y="8"/>
                    <a:pt x="29" y="9"/>
                    <a:pt x="45" y="12"/>
                  </a:cubicBezTo>
                  <a:cubicBezTo>
                    <a:pt x="62" y="14"/>
                    <a:pt x="74" y="16"/>
                    <a:pt x="76" y="15"/>
                  </a:cubicBezTo>
                  <a:cubicBezTo>
                    <a:pt x="78" y="14"/>
                    <a:pt x="78" y="13"/>
                    <a:pt x="79" y="12"/>
                  </a:cubicBezTo>
                  <a:cubicBezTo>
                    <a:pt x="79" y="11"/>
                    <a:pt x="81" y="10"/>
                    <a:pt x="80" y="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" name="Freeform 60">
              <a:extLst>
                <a:ext uri="{FF2B5EF4-FFF2-40B4-BE49-F238E27FC236}">
                  <a16:creationId xmlns:a16="http://schemas.microsoft.com/office/drawing/2014/main" id="{656E3830-54E7-4CD9-AA91-9FCD87FF3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61425" y="12450763"/>
              <a:ext cx="60325" cy="47625"/>
            </a:xfrm>
            <a:custGeom>
              <a:avLst/>
              <a:gdLst>
                <a:gd name="T0" fmla="*/ 77 w 79"/>
                <a:gd name="T1" fmla="*/ 46 h 61"/>
                <a:gd name="T2" fmla="*/ 66 w 79"/>
                <a:gd name="T3" fmla="*/ 59 h 61"/>
                <a:gd name="T4" fmla="*/ 65 w 79"/>
                <a:gd name="T5" fmla="*/ 58 h 61"/>
                <a:gd name="T6" fmla="*/ 64 w 79"/>
                <a:gd name="T7" fmla="*/ 55 h 61"/>
                <a:gd name="T8" fmla="*/ 44 w 79"/>
                <a:gd name="T9" fmla="*/ 37 h 61"/>
                <a:gd name="T10" fmla="*/ 21 w 79"/>
                <a:gd name="T11" fmla="*/ 19 h 61"/>
                <a:gd name="T12" fmla="*/ 15 w 79"/>
                <a:gd name="T13" fmla="*/ 22 h 61"/>
                <a:gd name="T14" fmla="*/ 4 w 79"/>
                <a:gd name="T15" fmla="*/ 35 h 61"/>
                <a:gd name="T16" fmla="*/ 3 w 79"/>
                <a:gd name="T17" fmla="*/ 42 h 61"/>
                <a:gd name="T18" fmla="*/ 2 w 79"/>
                <a:gd name="T19" fmla="*/ 42 h 61"/>
                <a:gd name="T20" fmla="*/ 0 w 79"/>
                <a:gd name="T21" fmla="*/ 33 h 61"/>
                <a:gd name="T22" fmla="*/ 1 w 79"/>
                <a:gd name="T23" fmla="*/ 30 h 61"/>
                <a:gd name="T24" fmla="*/ 19 w 79"/>
                <a:gd name="T25" fmla="*/ 10 h 61"/>
                <a:gd name="T26" fmla="*/ 25 w 79"/>
                <a:gd name="T27" fmla="*/ 2 h 61"/>
                <a:gd name="T28" fmla="*/ 27 w 79"/>
                <a:gd name="T29" fmla="*/ 3 h 61"/>
                <a:gd name="T30" fmla="*/ 26 w 79"/>
                <a:gd name="T31" fmla="*/ 7 h 61"/>
                <a:gd name="T32" fmla="*/ 48 w 79"/>
                <a:gd name="T33" fmla="*/ 27 h 61"/>
                <a:gd name="T34" fmla="*/ 73 w 79"/>
                <a:gd name="T35" fmla="*/ 46 h 61"/>
                <a:gd name="T36" fmla="*/ 76 w 79"/>
                <a:gd name="T37" fmla="*/ 45 h 61"/>
                <a:gd name="T38" fmla="*/ 77 w 79"/>
                <a:gd name="T39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9" h="61">
                  <a:moveTo>
                    <a:pt x="77" y="46"/>
                  </a:moveTo>
                  <a:cubicBezTo>
                    <a:pt x="75" y="47"/>
                    <a:pt x="68" y="56"/>
                    <a:pt x="66" y="59"/>
                  </a:cubicBezTo>
                  <a:cubicBezTo>
                    <a:pt x="64" y="61"/>
                    <a:pt x="64" y="59"/>
                    <a:pt x="65" y="58"/>
                  </a:cubicBezTo>
                  <a:cubicBezTo>
                    <a:pt x="66" y="57"/>
                    <a:pt x="65" y="56"/>
                    <a:pt x="64" y="55"/>
                  </a:cubicBezTo>
                  <a:cubicBezTo>
                    <a:pt x="63" y="52"/>
                    <a:pt x="55" y="46"/>
                    <a:pt x="44" y="37"/>
                  </a:cubicBezTo>
                  <a:cubicBezTo>
                    <a:pt x="34" y="28"/>
                    <a:pt x="24" y="19"/>
                    <a:pt x="21" y="19"/>
                  </a:cubicBezTo>
                  <a:cubicBezTo>
                    <a:pt x="20" y="19"/>
                    <a:pt x="18" y="19"/>
                    <a:pt x="15" y="22"/>
                  </a:cubicBezTo>
                  <a:cubicBezTo>
                    <a:pt x="11" y="26"/>
                    <a:pt x="6" y="33"/>
                    <a:pt x="4" y="35"/>
                  </a:cubicBezTo>
                  <a:cubicBezTo>
                    <a:pt x="3" y="38"/>
                    <a:pt x="3" y="41"/>
                    <a:pt x="3" y="42"/>
                  </a:cubicBezTo>
                  <a:cubicBezTo>
                    <a:pt x="3" y="43"/>
                    <a:pt x="3" y="43"/>
                    <a:pt x="2" y="42"/>
                  </a:cubicBezTo>
                  <a:cubicBezTo>
                    <a:pt x="1" y="40"/>
                    <a:pt x="0" y="34"/>
                    <a:pt x="0" y="33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8"/>
                    <a:pt x="16" y="12"/>
                    <a:pt x="19" y="10"/>
                  </a:cubicBezTo>
                  <a:cubicBezTo>
                    <a:pt x="21" y="8"/>
                    <a:pt x="24" y="4"/>
                    <a:pt x="25" y="2"/>
                  </a:cubicBezTo>
                  <a:cubicBezTo>
                    <a:pt x="26" y="0"/>
                    <a:pt x="27" y="1"/>
                    <a:pt x="27" y="3"/>
                  </a:cubicBezTo>
                  <a:cubicBezTo>
                    <a:pt x="26" y="4"/>
                    <a:pt x="25" y="5"/>
                    <a:pt x="26" y="7"/>
                  </a:cubicBezTo>
                  <a:cubicBezTo>
                    <a:pt x="27" y="11"/>
                    <a:pt x="40" y="21"/>
                    <a:pt x="48" y="27"/>
                  </a:cubicBezTo>
                  <a:cubicBezTo>
                    <a:pt x="63" y="39"/>
                    <a:pt x="70" y="46"/>
                    <a:pt x="73" y="46"/>
                  </a:cubicBezTo>
                  <a:cubicBezTo>
                    <a:pt x="75" y="46"/>
                    <a:pt x="75" y="46"/>
                    <a:pt x="76" y="45"/>
                  </a:cubicBezTo>
                  <a:cubicBezTo>
                    <a:pt x="77" y="44"/>
                    <a:pt x="79" y="45"/>
                    <a:pt x="77" y="4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" name="Freeform 61">
              <a:extLst>
                <a:ext uri="{FF2B5EF4-FFF2-40B4-BE49-F238E27FC236}">
                  <a16:creationId xmlns:a16="http://schemas.microsoft.com/office/drawing/2014/main" id="{D84A969B-0575-4777-9534-BD0A58D108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02688" y="12480925"/>
              <a:ext cx="77787" cy="77787"/>
            </a:xfrm>
            <a:custGeom>
              <a:avLst/>
              <a:gdLst>
                <a:gd name="T0" fmla="*/ 67 w 102"/>
                <a:gd name="T1" fmla="*/ 6 h 101"/>
                <a:gd name="T2" fmla="*/ 83 w 102"/>
                <a:gd name="T3" fmla="*/ 33 h 101"/>
                <a:gd name="T4" fmla="*/ 100 w 102"/>
                <a:gd name="T5" fmla="*/ 62 h 101"/>
                <a:gd name="T6" fmla="*/ 99 w 102"/>
                <a:gd name="T7" fmla="*/ 64 h 101"/>
                <a:gd name="T8" fmla="*/ 66 w 102"/>
                <a:gd name="T9" fmla="*/ 48 h 101"/>
                <a:gd name="T10" fmla="*/ 44 w 102"/>
                <a:gd name="T11" fmla="*/ 37 h 101"/>
                <a:gd name="T12" fmla="*/ 48 w 102"/>
                <a:gd name="T13" fmla="*/ 69 h 101"/>
                <a:gd name="T14" fmla="*/ 52 w 102"/>
                <a:gd name="T15" fmla="*/ 98 h 101"/>
                <a:gd name="T16" fmla="*/ 50 w 102"/>
                <a:gd name="T17" fmla="*/ 99 h 101"/>
                <a:gd name="T18" fmla="*/ 10 w 102"/>
                <a:gd name="T19" fmla="*/ 48 h 101"/>
                <a:gd name="T20" fmla="*/ 4 w 102"/>
                <a:gd name="T21" fmla="*/ 45 h 101"/>
                <a:gd name="T22" fmla="*/ 2 w 102"/>
                <a:gd name="T23" fmla="*/ 46 h 101"/>
                <a:gd name="T24" fmla="*/ 1 w 102"/>
                <a:gd name="T25" fmla="*/ 45 h 101"/>
                <a:gd name="T26" fmla="*/ 17 w 102"/>
                <a:gd name="T27" fmla="*/ 36 h 101"/>
                <a:gd name="T28" fmla="*/ 18 w 102"/>
                <a:gd name="T29" fmla="*/ 37 h 101"/>
                <a:gd name="T30" fmla="*/ 16 w 102"/>
                <a:gd name="T31" fmla="*/ 41 h 101"/>
                <a:gd name="T32" fmla="*/ 43 w 102"/>
                <a:gd name="T33" fmla="*/ 77 h 101"/>
                <a:gd name="T34" fmla="*/ 38 w 102"/>
                <a:gd name="T35" fmla="*/ 44 h 101"/>
                <a:gd name="T36" fmla="*/ 35 w 102"/>
                <a:gd name="T37" fmla="*/ 23 h 101"/>
                <a:gd name="T38" fmla="*/ 36 w 102"/>
                <a:gd name="T39" fmla="*/ 22 h 101"/>
                <a:gd name="T40" fmla="*/ 65 w 102"/>
                <a:gd name="T41" fmla="*/ 37 h 101"/>
                <a:gd name="T42" fmla="*/ 84 w 102"/>
                <a:gd name="T43" fmla="*/ 47 h 101"/>
                <a:gd name="T44" fmla="*/ 64 w 102"/>
                <a:gd name="T45" fmla="*/ 14 h 101"/>
                <a:gd name="T46" fmla="*/ 60 w 102"/>
                <a:gd name="T47" fmla="*/ 10 h 101"/>
                <a:gd name="T48" fmla="*/ 56 w 102"/>
                <a:gd name="T49" fmla="*/ 11 h 101"/>
                <a:gd name="T50" fmla="*/ 56 w 102"/>
                <a:gd name="T51" fmla="*/ 10 h 101"/>
                <a:gd name="T52" fmla="*/ 62 w 102"/>
                <a:gd name="T53" fmla="*/ 6 h 101"/>
                <a:gd name="T54" fmla="*/ 68 w 102"/>
                <a:gd name="T55" fmla="*/ 0 h 101"/>
                <a:gd name="T56" fmla="*/ 69 w 102"/>
                <a:gd name="T57" fmla="*/ 1 h 101"/>
                <a:gd name="T58" fmla="*/ 67 w 102"/>
                <a:gd name="T59" fmla="*/ 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2" h="101">
                  <a:moveTo>
                    <a:pt x="67" y="6"/>
                  </a:moveTo>
                  <a:cubicBezTo>
                    <a:pt x="68" y="8"/>
                    <a:pt x="75" y="20"/>
                    <a:pt x="83" y="33"/>
                  </a:cubicBezTo>
                  <a:cubicBezTo>
                    <a:pt x="91" y="46"/>
                    <a:pt x="99" y="59"/>
                    <a:pt x="100" y="62"/>
                  </a:cubicBezTo>
                  <a:cubicBezTo>
                    <a:pt x="102" y="66"/>
                    <a:pt x="102" y="66"/>
                    <a:pt x="99" y="64"/>
                  </a:cubicBezTo>
                  <a:cubicBezTo>
                    <a:pt x="93" y="62"/>
                    <a:pt x="70" y="50"/>
                    <a:pt x="66" y="48"/>
                  </a:cubicBezTo>
                  <a:cubicBezTo>
                    <a:pt x="63" y="46"/>
                    <a:pt x="44" y="37"/>
                    <a:pt x="44" y="37"/>
                  </a:cubicBezTo>
                  <a:cubicBezTo>
                    <a:pt x="44" y="37"/>
                    <a:pt x="48" y="68"/>
                    <a:pt x="48" y="69"/>
                  </a:cubicBezTo>
                  <a:cubicBezTo>
                    <a:pt x="48" y="71"/>
                    <a:pt x="52" y="96"/>
                    <a:pt x="52" y="98"/>
                  </a:cubicBezTo>
                  <a:cubicBezTo>
                    <a:pt x="52" y="99"/>
                    <a:pt x="52" y="101"/>
                    <a:pt x="50" y="99"/>
                  </a:cubicBezTo>
                  <a:cubicBezTo>
                    <a:pt x="48" y="97"/>
                    <a:pt x="11" y="51"/>
                    <a:pt x="10" y="48"/>
                  </a:cubicBezTo>
                  <a:cubicBezTo>
                    <a:pt x="8" y="46"/>
                    <a:pt x="6" y="46"/>
                    <a:pt x="4" y="45"/>
                  </a:cubicBezTo>
                  <a:cubicBezTo>
                    <a:pt x="3" y="45"/>
                    <a:pt x="2" y="45"/>
                    <a:pt x="2" y="46"/>
                  </a:cubicBezTo>
                  <a:cubicBezTo>
                    <a:pt x="1" y="46"/>
                    <a:pt x="0" y="45"/>
                    <a:pt x="1" y="45"/>
                  </a:cubicBezTo>
                  <a:cubicBezTo>
                    <a:pt x="3" y="44"/>
                    <a:pt x="16" y="37"/>
                    <a:pt x="17" y="36"/>
                  </a:cubicBezTo>
                  <a:cubicBezTo>
                    <a:pt x="18" y="36"/>
                    <a:pt x="19" y="37"/>
                    <a:pt x="18" y="37"/>
                  </a:cubicBezTo>
                  <a:cubicBezTo>
                    <a:pt x="16" y="38"/>
                    <a:pt x="16" y="39"/>
                    <a:pt x="16" y="41"/>
                  </a:cubicBezTo>
                  <a:cubicBezTo>
                    <a:pt x="17" y="44"/>
                    <a:pt x="43" y="77"/>
                    <a:pt x="43" y="77"/>
                  </a:cubicBezTo>
                  <a:cubicBezTo>
                    <a:pt x="43" y="77"/>
                    <a:pt x="39" y="47"/>
                    <a:pt x="38" y="44"/>
                  </a:cubicBezTo>
                  <a:cubicBezTo>
                    <a:pt x="37" y="40"/>
                    <a:pt x="35" y="23"/>
                    <a:pt x="35" y="23"/>
                  </a:cubicBezTo>
                  <a:cubicBezTo>
                    <a:pt x="35" y="23"/>
                    <a:pt x="35" y="22"/>
                    <a:pt x="36" y="22"/>
                  </a:cubicBezTo>
                  <a:cubicBezTo>
                    <a:pt x="37" y="23"/>
                    <a:pt x="62" y="36"/>
                    <a:pt x="65" y="37"/>
                  </a:cubicBezTo>
                  <a:cubicBezTo>
                    <a:pt x="68" y="39"/>
                    <a:pt x="84" y="47"/>
                    <a:pt x="84" y="47"/>
                  </a:cubicBezTo>
                  <a:cubicBezTo>
                    <a:pt x="84" y="47"/>
                    <a:pt x="70" y="23"/>
                    <a:pt x="64" y="14"/>
                  </a:cubicBezTo>
                  <a:cubicBezTo>
                    <a:pt x="62" y="12"/>
                    <a:pt x="61" y="11"/>
                    <a:pt x="60" y="10"/>
                  </a:cubicBezTo>
                  <a:cubicBezTo>
                    <a:pt x="58" y="10"/>
                    <a:pt x="57" y="11"/>
                    <a:pt x="56" y="11"/>
                  </a:cubicBezTo>
                  <a:cubicBezTo>
                    <a:pt x="56" y="12"/>
                    <a:pt x="55" y="11"/>
                    <a:pt x="56" y="10"/>
                  </a:cubicBezTo>
                  <a:cubicBezTo>
                    <a:pt x="59" y="9"/>
                    <a:pt x="61" y="7"/>
                    <a:pt x="62" y="6"/>
                  </a:cubicBezTo>
                  <a:cubicBezTo>
                    <a:pt x="64" y="4"/>
                    <a:pt x="67" y="1"/>
                    <a:pt x="68" y="0"/>
                  </a:cubicBezTo>
                  <a:cubicBezTo>
                    <a:pt x="69" y="0"/>
                    <a:pt x="70" y="0"/>
                    <a:pt x="69" y="1"/>
                  </a:cubicBezTo>
                  <a:cubicBezTo>
                    <a:pt x="68" y="2"/>
                    <a:pt x="66" y="4"/>
                    <a:pt x="67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" name="Freeform 62">
              <a:extLst>
                <a:ext uri="{FF2B5EF4-FFF2-40B4-BE49-F238E27FC236}">
                  <a16:creationId xmlns:a16="http://schemas.microsoft.com/office/drawing/2014/main" id="{66ED5613-0A1E-49A7-BBB4-9454FD4F0E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96325" y="12542838"/>
              <a:ext cx="36512" cy="38100"/>
            </a:xfrm>
            <a:custGeom>
              <a:avLst/>
              <a:gdLst>
                <a:gd name="T0" fmla="*/ 48 w 48"/>
                <a:gd name="T1" fmla="*/ 15 h 49"/>
                <a:gd name="T2" fmla="*/ 48 w 48"/>
                <a:gd name="T3" fmla="*/ 32 h 49"/>
                <a:gd name="T4" fmla="*/ 47 w 48"/>
                <a:gd name="T5" fmla="*/ 31 h 49"/>
                <a:gd name="T6" fmla="*/ 44 w 48"/>
                <a:gd name="T7" fmla="*/ 28 h 49"/>
                <a:gd name="T8" fmla="*/ 28 w 48"/>
                <a:gd name="T9" fmla="*/ 28 h 49"/>
                <a:gd name="T10" fmla="*/ 30 w 48"/>
                <a:gd name="T11" fmla="*/ 46 h 49"/>
                <a:gd name="T12" fmla="*/ 32 w 48"/>
                <a:gd name="T13" fmla="*/ 48 h 49"/>
                <a:gd name="T14" fmla="*/ 34 w 48"/>
                <a:gd name="T15" fmla="*/ 49 h 49"/>
                <a:gd name="T16" fmla="*/ 16 w 48"/>
                <a:gd name="T17" fmla="*/ 49 h 49"/>
                <a:gd name="T18" fmla="*/ 17 w 48"/>
                <a:gd name="T19" fmla="*/ 47 h 49"/>
                <a:gd name="T20" fmla="*/ 20 w 48"/>
                <a:gd name="T21" fmla="*/ 44 h 49"/>
                <a:gd name="T22" fmla="*/ 21 w 48"/>
                <a:gd name="T23" fmla="*/ 28 h 49"/>
                <a:gd name="T24" fmla="*/ 4 w 48"/>
                <a:gd name="T25" fmla="*/ 28 h 49"/>
                <a:gd name="T26" fmla="*/ 2 w 48"/>
                <a:gd name="T27" fmla="*/ 32 h 49"/>
                <a:gd name="T28" fmla="*/ 1 w 48"/>
                <a:gd name="T29" fmla="*/ 32 h 49"/>
                <a:gd name="T30" fmla="*/ 1 w 48"/>
                <a:gd name="T31" fmla="*/ 17 h 49"/>
                <a:gd name="T32" fmla="*/ 2 w 48"/>
                <a:gd name="T33" fmla="*/ 17 h 49"/>
                <a:gd name="T34" fmla="*/ 4 w 48"/>
                <a:gd name="T35" fmla="*/ 20 h 49"/>
                <a:gd name="T36" fmla="*/ 21 w 48"/>
                <a:gd name="T37" fmla="*/ 20 h 49"/>
                <a:gd name="T38" fmla="*/ 20 w 48"/>
                <a:gd name="T39" fmla="*/ 4 h 49"/>
                <a:gd name="T40" fmla="*/ 17 w 48"/>
                <a:gd name="T41" fmla="*/ 1 h 49"/>
                <a:gd name="T42" fmla="*/ 16 w 48"/>
                <a:gd name="T43" fmla="*/ 0 h 49"/>
                <a:gd name="T44" fmla="*/ 33 w 48"/>
                <a:gd name="T45" fmla="*/ 0 h 49"/>
                <a:gd name="T46" fmla="*/ 32 w 48"/>
                <a:gd name="T47" fmla="*/ 1 h 49"/>
                <a:gd name="T48" fmla="*/ 29 w 48"/>
                <a:gd name="T49" fmla="*/ 4 h 49"/>
                <a:gd name="T50" fmla="*/ 28 w 48"/>
                <a:gd name="T51" fmla="*/ 20 h 49"/>
                <a:gd name="T52" fmla="*/ 43 w 48"/>
                <a:gd name="T53" fmla="*/ 20 h 49"/>
                <a:gd name="T54" fmla="*/ 47 w 48"/>
                <a:gd name="T55" fmla="*/ 16 h 49"/>
                <a:gd name="T56" fmla="*/ 48 w 48"/>
                <a:gd name="T57" fmla="*/ 1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8" h="49">
                  <a:moveTo>
                    <a:pt x="48" y="15"/>
                  </a:moveTo>
                  <a:cubicBezTo>
                    <a:pt x="48" y="16"/>
                    <a:pt x="48" y="30"/>
                    <a:pt x="48" y="32"/>
                  </a:cubicBezTo>
                  <a:cubicBezTo>
                    <a:pt x="48" y="33"/>
                    <a:pt x="48" y="33"/>
                    <a:pt x="47" y="31"/>
                  </a:cubicBezTo>
                  <a:cubicBezTo>
                    <a:pt x="47" y="30"/>
                    <a:pt x="46" y="28"/>
                    <a:pt x="44" y="28"/>
                  </a:cubicBezTo>
                  <a:cubicBezTo>
                    <a:pt x="39" y="27"/>
                    <a:pt x="28" y="28"/>
                    <a:pt x="28" y="28"/>
                  </a:cubicBezTo>
                  <a:cubicBezTo>
                    <a:pt x="28" y="28"/>
                    <a:pt x="28" y="44"/>
                    <a:pt x="30" y="46"/>
                  </a:cubicBezTo>
                  <a:cubicBezTo>
                    <a:pt x="31" y="48"/>
                    <a:pt x="32" y="47"/>
                    <a:pt x="32" y="48"/>
                  </a:cubicBezTo>
                  <a:cubicBezTo>
                    <a:pt x="33" y="48"/>
                    <a:pt x="35" y="49"/>
                    <a:pt x="34" y="49"/>
                  </a:cubicBezTo>
                  <a:cubicBezTo>
                    <a:pt x="31" y="48"/>
                    <a:pt x="19" y="48"/>
                    <a:pt x="16" y="49"/>
                  </a:cubicBezTo>
                  <a:cubicBezTo>
                    <a:pt x="14" y="49"/>
                    <a:pt x="15" y="48"/>
                    <a:pt x="17" y="47"/>
                  </a:cubicBezTo>
                  <a:cubicBezTo>
                    <a:pt x="19" y="47"/>
                    <a:pt x="20" y="46"/>
                    <a:pt x="20" y="44"/>
                  </a:cubicBezTo>
                  <a:cubicBezTo>
                    <a:pt x="21" y="42"/>
                    <a:pt x="21" y="28"/>
                    <a:pt x="21" y="28"/>
                  </a:cubicBezTo>
                  <a:cubicBezTo>
                    <a:pt x="21" y="28"/>
                    <a:pt x="6" y="27"/>
                    <a:pt x="4" y="28"/>
                  </a:cubicBezTo>
                  <a:cubicBezTo>
                    <a:pt x="2" y="29"/>
                    <a:pt x="2" y="31"/>
                    <a:pt x="2" y="32"/>
                  </a:cubicBezTo>
                  <a:cubicBezTo>
                    <a:pt x="2" y="33"/>
                    <a:pt x="0" y="34"/>
                    <a:pt x="1" y="32"/>
                  </a:cubicBezTo>
                  <a:cubicBezTo>
                    <a:pt x="1" y="30"/>
                    <a:pt x="1" y="19"/>
                    <a:pt x="1" y="17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2" y="18"/>
                    <a:pt x="2" y="19"/>
                    <a:pt x="4" y="20"/>
                  </a:cubicBezTo>
                  <a:cubicBezTo>
                    <a:pt x="6" y="20"/>
                    <a:pt x="21" y="20"/>
                    <a:pt x="21" y="20"/>
                  </a:cubicBezTo>
                  <a:cubicBezTo>
                    <a:pt x="21" y="20"/>
                    <a:pt x="21" y="6"/>
                    <a:pt x="20" y="4"/>
                  </a:cubicBezTo>
                  <a:cubicBezTo>
                    <a:pt x="20" y="2"/>
                    <a:pt x="19" y="1"/>
                    <a:pt x="17" y="1"/>
                  </a:cubicBezTo>
                  <a:cubicBezTo>
                    <a:pt x="16" y="1"/>
                    <a:pt x="15" y="0"/>
                    <a:pt x="16" y="0"/>
                  </a:cubicBezTo>
                  <a:cubicBezTo>
                    <a:pt x="21" y="0"/>
                    <a:pt x="29" y="0"/>
                    <a:pt x="33" y="0"/>
                  </a:cubicBezTo>
                  <a:cubicBezTo>
                    <a:pt x="35" y="0"/>
                    <a:pt x="33" y="1"/>
                    <a:pt x="32" y="1"/>
                  </a:cubicBezTo>
                  <a:cubicBezTo>
                    <a:pt x="31" y="1"/>
                    <a:pt x="29" y="2"/>
                    <a:pt x="29" y="4"/>
                  </a:cubicBezTo>
                  <a:cubicBezTo>
                    <a:pt x="28" y="7"/>
                    <a:pt x="28" y="20"/>
                    <a:pt x="28" y="20"/>
                  </a:cubicBezTo>
                  <a:cubicBezTo>
                    <a:pt x="28" y="20"/>
                    <a:pt x="41" y="20"/>
                    <a:pt x="43" y="20"/>
                  </a:cubicBezTo>
                  <a:cubicBezTo>
                    <a:pt x="45" y="19"/>
                    <a:pt x="46" y="18"/>
                    <a:pt x="47" y="16"/>
                  </a:cubicBezTo>
                  <a:cubicBezTo>
                    <a:pt x="47" y="15"/>
                    <a:pt x="48" y="14"/>
                    <a:pt x="48" y="1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" name="Freeform 63">
              <a:extLst>
                <a:ext uri="{FF2B5EF4-FFF2-40B4-BE49-F238E27FC236}">
                  <a16:creationId xmlns:a16="http://schemas.microsoft.com/office/drawing/2014/main" id="{45D1BF50-6B6B-4806-93B1-517AA7F0C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93138" y="12517438"/>
              <a:ext cx="63500" cy="63500"/>
            </a:xfrm>
            <a:custGeom>
              <a:avLst/>
              <a:gdLst>
                <a:gd name="T0" fmla="*/ 67 w 83"/>
                <a:gd name="T1" fmla="*/ 82 h 83"/>
                <a:gd name="T2" fmla="*/ 48 w 83"/>
                <a:gd name="T3" fmla="*/ 75 h 83"/>
                <a:gd name="T4" fmla="*/ 49 w 83"/>
                <a:gd name="T5" fmla="*/ 75 h 83"/>
                <a:gd name="T6" fmla="*/ 54 w 83"/>
                <a:gd name="T7" fmla="*/ 74 h 83"/>
                <a:gd name="T8" fmla="*/ 71 w 83"/>
                <a:gd name="T9" fmla="*/ 31 h 83"/>
                <a:gd name="T10" fmla="*/ 59 w 83"/>
                <a:gd name="T11" fmla="*/ 8 h 83"/>
                <a:gd name="T12" fmla="*/ 30 w 83"/>
                <a:gd name="T13" fmla="*/ 26 h 83"/>
                <a:gd name="T14" fmla="*/ 15 w 83"/>
                <a:gd name="T15" fmla="*/ 58 h 83"/>
                <a:gd name="T16" fmla="*/ 17 w 83"/>
                <a:gd name="T17" fmla="*/ 61 h 83"/>
                <a:gd name="T18" fmla="*/ 17 w 83"/>
                <a:gd name="T19" fmla="*/ 63 h 83"/>
                <a:gd name="T20" fmla="*/ 1 w 83"/>
                <a:gd name="T21" fmla="*/ 55 h 83"/>
                <a:gd name="T22" fmla="*/ 3 w 83"/>
                <a:gd name="T23" fmla="*/ 55 h 83"/>
                <a:gd name="T24" fmla="*/ 6 w 83"/>
                <a:gd name="T25" fmla="*/ 54 h 83"/>
                <a:gd name="T26" fmla="*/ 27 w 83"/>
                <a:gd name="T27" fmla="*/ 16 h 83"/>
                <a:gd name="T28" fmla="*/ 46 w 83"/>
                <a:gd name="T29" fmla="*/ 2 h 83"/>
                <a:gd name="T30" fmla="*/ 77 w 83"/>
                <a:gd name="T31" fmla="*/ 15 h 83"/>
                <a:gd name="T32" fmla="*/ 80 w 83"/>
                <a:gd name="T33" fmla="*/ 38 h 83"/>
                <a:gd name="T34" fmla="*/ 65 w 83"/>
                <a:gd name="T35" fmla="*/ 78 h 83"/>
                <a:gd name="T36" fmla="*/ 67 w 83"/>
                <a:gd name="T37" fmla="*/ 81 h 83"/>
                <a:gd name="T38" fmla="*/ 67 w 83"/>
                <a:gd name="T3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83">
                  <a:moveTo>
                    <a:pt x="67" y="82"/>
                  </a:moveTo>
                  <a:cubicBezTo>
                    <a:pt x="64" y="81"/>
                    <a:pt x="53" y="76"/>
                    <a:pt x="48" y="75"/>
                  </a:cubicBezTo>
                  <a:cubicBezTo>
                    <a:pt x="46" y="75"/>
                    <a:pt x="48" y="75"/>
                    <a:pt x="49" y="75"/>
                  </a:cubicBezTo>
                  <a:cubicBezTo>
                    <a:pt x="51" y="75"/>
                    <a:pt x="52" y="75"/>
                    <a:pt x="54" y="74"/>
                  </a:cubicBezTo>
                  <a:cubicBezTo>
                    <a:pt x="57" y="70"/>
                    <a:pt x="69" y="38"/>
                    <a:pt x="71" y="31"/>
                  </a:cubicBezTo>
                  <a:cubicBezTo>
                    <a:pt x="73" y="23"/>
                    <a:pt x="73" y="13"/>
                    <a:pt x="59" y="8"/>
                  </a:cubicBezTo>
                  <a:cubicBezTo>
                    <a:pt x="44" y="3"/>
                    <a:pt x="38" y="11"/>
                    <a:pt x="30" y="26"/>
                  </a:cubicBezTo>
                  <a:cubicBezTo>
                    <a:pt x="25" y="37"/>
                    <a:pt x="15" y="56"/>
                    <a:pt x="15" y="58"/>
                  </a:cubicBezTo>
                  <a:cubicBezTo>
                    <a:pt x="15" y="60"/>
                    <a:pt x="16" y="61"/>
                    <a:pt x="17" y="61"/>
                  </a:cubicBezTo>
                  <a:cubicBezTo>
                    <a:pt x="18" y="62"/>
                    <a:pt x="19" y="64"/>
                    <a:pt x="17" y="63"/>
                  </a:cubicBezTo>
                  <a:cubicBezTo>
                    <a:pt x="14" y="61"/>
                    <a:pt x="3" y="56"/>
                    <a:pt x="1" y="55"/>
                  </a:cubicBezTo>
                  <a:cubicBezTo>
                    <a:pt x="0" y="55"/>
                    <a:pt x="1" y="54"/>
                    <a:pt x="3" y="55"/>
                  </a:cubicBezTo>
                  <a:cubicBezTo>
                    <a:pt x="4" y="55"/>
                    <a:pt x="5" y="55"/>
                    <a:pt x="6" y="54"/>
                  </a:cubicBezTo>
                  <a:cubicBezTo>
                    <a:pt x="9" y="51"/>
                    <a:pt x="25" y="19"/>
                    <a:pt x="27" y="16"/>
                  </a:cubicBezTo>
                  <a:cubicBezTo>
                    <a:pt x="31" y="9"/>
                    <a:pt x="37" y="3"/>
                    <a:pt x="46" y="2"/>
                  </a:cubicBezTo>
                  <a:cubicBezTo>
                    <a:pt x="55" y="0"/>
                    <a:pt x="70" y="5"/>
                    <a:pt x="77" y="15"/>
                  </a:cubicBezTo>
                  <a:cubicBezTo>
                    <a:pt x="83" y="24"/>
                    <a:pt x="81" y="33"/>
                    <a:pt x="80" y="38"/>
                  </a:cubicBezTo>
                  <a:cubicBezTo>
                    <a:pt x="78" y="45"/>
                    <a:pt x="65" y="74"/>
                    <a:pt x="65" y="78"/>
                  </a:cubicBezTo>
                  <a:cubicBezTo>
                    <a:pt x="65" y="80"/>
                    <a:pt x="66" y="80"/>
                    <a:pt x="67" y="81"/>
                  </a:cubicBezTo>
                  <a:cubicBezTo>
                    <a:pt x="68" y="82"/>
                    <a:pt x="68" y="83"/>
                    <a:pt x="67" y="8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" name="Freeform 64">
              <a:extLst>
                <a:ext uri="{FF2B5EF4-FFF2-40B4-BE49-F238E27FC236}">
                  <a16:creationId xmlns:a16="http://schemas.microsoft.com/office/drawing/2014/main" id="{3F06F130-05AE-4408-A663-0B42552CD1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31225" y="12476163"/>
              <a:ext cx="79375" cy="74612"/>
            </a:xfrm>
            <a:custGeom>
              <a:avLst/>
              <a:gdLst>
                <a:gd name="T0" fmla="*/ 53 w 102"/>
                <a:gd name="T1" fmla="*/ 96 h 97"/>
                <a:gd name="T2" fmla="*/ 49 w 102"/>
                <a:gd name="T3" fmla="*/ 55 h 97"/>
                <a:gd name="T4" fmla="*/ 45 w 102"/>
                <a:gd name="T5" fmla="*/ 20 h 97"/>
                <a:gd name="T6" fmla="*/ 19 w 102"/>
                <a:gd name="T7" fmla="*/ 48 h 97"/>
                <a:gd name="T8" fmla="*/ 13 w 102"/>
                <a:gd name="T9" fmla="*/ 57 h 97"/>
                <a:gd name="T10" fmla="*/ 14 w 102"/>
                <a:gd name="T11" fmla="*/ 60 h 97"/>
                <a:gd name="T12" fmla="*/ 15 w 102"/>
                <a:gd name="T13" fmla="*/ 62 h 97"/>
                <a:gd name="T14" fmla="*/ 8 w 102"/>
                <a:gd name="T15" fmla="*/ 55 h 97"/>
                <a:gd name="T16" fmla="*/ 2 w 102"/>
                <a:gd name="T17" fmla="*/ 50 h 97"/>
                <a:gd name="T18" fmla="*/ 3 w 102"/>
                <a:gd name="T19" fmla="*/ 50 h 97"/>
                <a:gd name="T20" fmla="*/ 6 w 102"/>
                <a:gd name="T21" fmla="*/ 51 h 97"/>
                <a:gd name="T22" fmla="*/ 32 w 102"/>
                <a:gd name="T23" fmla="*/ 25 h 97"/>
                <a:gd name="T24" fmla="*/ 54 w 102"/>
                <a:gd name="T25" fmla="*/ 1 h 97"/>
                <a:gd name="T26" fmla="*/ 55 w 102"/>
                <a:gd name="T27" fmla="*/ 2 h 97"/>
                <a:gd name="T28" fmla="*/ 58 w 102"/>
                <a:gd name="T29" fmla="*/ 38 h 97"/>
                <a:gd name="T30" fmla="*/ 60 w 102"/>
                <a:gd name="T31" fmla="*/ 65 h 97"/>
                <a:gd name="T32" fmla="*/ 61 w 102"/>
                <a:gd name="T33" fmla="*/ 75 h 97"/>
                <a:gd name="T34" fmla="*/ 76 w 102"/>
                <a:gd name="T35" fmla="*/ 54 h 97"/>
                <a:gd name="T36" fmla="*/ 87 w 102"/>
                <a:gd name="T37" fmla="*/ 36 h 97"/>
                <a:gd name="T38" fmla="*/ 84 w 102"/>
                <a:gd name="T39" fmla="*/ 31 h 97"/>
                <a:gd name="T40" fmla="*/ 85 w 102"/>
                <a:gd name="T41" fmla="*/ 30 h 97"/>
                <a:gd name="T42" fmla="*/ 99 w 102"/>
                <a:gd name="T43" fmla="*/ 40 h 97"/>
                <a:gd name="T44" fmla="*/ 98 w 102"/>
                <a:gd name="T45" fmla="*/ 40 h 97"/>
                <a:gd name="T46" fmla="*/ 93 w 102"/>
                <a:gd name="T47" fmla="*/ 40 h 97"/>
                <a:gd name="T48" fmla="*/ 75 w 102"/>
                <a:gd name="T49" fmla="*/ 66 h 97"/>
                <a:gd name="T50" fmla="*/ 62 w 102"/>
                <a:gd name="T51" fmla="*/ 85 h 97"/>
                <a:gd name="T52" fmla="*/ 55 w 102"/>
                <a:gd name="T53" fmla="*/ 96 h 97"/>
                <a:gd name="T54" fmla="*/ 53 w 102"/>
                <a:gd name="T55" fmla="*/ 9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97">
                  <a:moveTo>
                    <a:pt x="53" y="96"/>
                  </a:moveTo>
                  <a:cubicBezTo>
                    <a:pt x="53" y="96"/>
                    <a:pt x="50" y="66"/>
                    <a:pt x="49" y="55"/>
                  </a:cubicBezTo>
                  <a:cubicBezTo>
                    <a:pt x="48" y="43"/>
                    <a:pt x="45" y="20"/>
                    <a:pt x="45" y="20"/>
                  </a:cubicBezTo>
                  <a:cubicBezTo>
                    <a:pt x="45" y="20"/>
                    <a:pt x="22" y="45"/>
                    <a:pt x="19" y="48"/>
                  </a:cubicBezTo>
                  <a:cubicBezTo>
                    <a:pt x="16" y="52"/>
                    <a:pt x="13" y="55"/>
                    <a:pt x="13" y="57"/>
                  </a:cubicBezTo>
                  <a:cubicBezTo>
                    <a:pt x="13" y="59"/>
                    <a:pt x="14" y="59"/>
                    <a:pt x="14" y="60"/>
                  </a:cubicBezTo>
                  <a:cubicBezTo>
                    <a:pt x="15" y="61"/>
                    <a:pt x="15" y="63"/>
                    <a:pt x="15" y="62"/>
                  </a:cubicBezTo>
                  <a:cubicBezTo>
                    <a:pt x="13" y="61"/>
                    <a:pt x="11" y="58"/>
                    <a:pt x="8" y="55"/>
                  </a:cubicBezTo>
                  <a:cubicBezTo>
                    <a:pt x="6" y="53"/>
                    <a:pt x="3" y="51"/>
                    <a:pt x="2" y="50"/>
                  </a:cubicBezTo>
                  <a:cubicBezTo>
                    <a:pt x="0" y="49"/>
                    <a:pt x="2" y="49"/>
                    <a:pt x="3" y="50"/>
                  </a:cubicBezTo>
                  <a:cubicBezTo>
                    <a:pt x="4" y="51"/>
                    <a:pt x="5" y="51"/>
                    <a:pt x="6" y="51"/>
                  </a:cubicBezTo>
                  <a:cubicBezTo>
                    <a:pt x="9" y="50"/>
                    <a:pt x="26" y="32"/>
                    <a:pt x="32" y="25"/>
                  </a:cubicBezTo>
                  <a:cubicBezTo>
                    <a:pt x="38" y="19"/>
                    <a:pt x="52" y="3"/>
                    <a:pt x="54" y="1"/>
                  </a:cubicBezTo>
                  <a:cubicBezTo>
                    <a:pt x="55" y="0"/>
                    <a:pt x="55" y="0"/>
                    <a:pt x="55" y="2"/>
                  </a:cubicBezTo>
                  <a:cubicBezTo>
                    <a:pt x="55" y="4"/>
                    <a:pt x="57" y="35"/>
                    <a:pt x="58" y="38"/>
                  </a:cubicBezTo>
                  <a:cubicBezTo>
                    <a:pt x="58" y="42"/>
                    <a:pt x="60" y="62"/>
                    <a:pt x="60" y="65"/>
                  </a:cubicBezTo>
                  <a:cubicBezTo>
                    <a:pt x="61" y="67"/>
                    <a:pt x="61" y="75"/>
                    <a:pt x="61" y="75"/>
                  </a:cubicBezTo>
                  <a:cubicBezTo>
                    <a:pt x="61" y="75"/>
                    <a:pt x="72" y="59"/>
                    <a:pt x="76" y="54"/>
                  </a:cubicBezTo>
                  <a:cubicBezTo>
                    <a:pt x="79" y="48"/>
                    <a:pt x="87" y="38"/>
                    <a:pt x="87" y="36"/>
                  </a:cubicBezTo>
                  <a:cubicBezTo>
                    <a:pt x="87" y="33"/>
                    <a:pt x="85" y="32"/>
                    <a:pt x="84" y="31"/>
                  </a:cubicBezTo>
                  <a:cubicBezTo>
                    <a:pt x="84" y="31"/>
                    <a:pt x="83" y="29"/>
                    <a:pt x="85" y="30"/>
                  </a:cubicBezTo>
                  <a:cubicBezTo>
                    <a:pt x="87" y="32"/>
                    <a:pt x="95" y="38"/>
                    <a:pt x="99" y="40"/>
                  </a:cubicBezTo>
                  <a:cubicBezTo>
                    <a:pt x="102" y="41"/>
                    <a:pt x="98" y="41"/>
                    <a:pt x="98" y="40"/>
                  </a:cubicBezTo>
                  <a:cubicBezTo>
                    <a:pt x="97" y="40"/>
                    <a:pt x="95" y="40"/>
                    <a:pt x="93" y="40"/>
                  </a:cubicBezTo>
                  <a:cubicBezTo>
                    <a:pt x="91" y="41"/>
                    <a:pt x="77" y="62"/>
                    <a:pt x="75" y="66"/>
                  </a:cubicBezTo>
                  <a:cubicBezTo>
                    <a:pt x="72" y="70"/>
                    <a:pt x="64" y="82"/>
                    <a:pt x="62" y="85"/>
                  </a:cubicBezTo>
                  <a:cubicBezTo>
                    <a:pt x="60" y="88"/>
                    <a:pt x="55" y="94"/>
                    <a:pt x="55" y="96"/>
                  </a:cubicBezTo>
                  <a:cubicBezTo>
                    <a:pt x="54" y="97"/>
                    <a:pt x="53" y="97"/>
                    <a:pt x="53" y="9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" name="Freeform 65">
              <a:extLst>
                <a:ext uri="{FF2B5EF4-FFF2-40B4-BE49-F238E27FC236}">
                  <a16:creationId xmlns:a16="http://schemas.microsoft.com/office/drawing/2014/main" id="{B0F537E3-D767-4D72-BB6B-695EEBA25E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07413" y="12452350"/>
              <a:ext cx="52387" cy="46037"/>
            </a:xfrm>
            <a:custGeom>
              <a:avLst/>
              <a:gdLst>
                <a:gd name="T0" fmla="*/ 55 w 68"/>
                <a:gd name="T1" fmla="*/ 1 h 61"/>
                <a:gd name="T2" fmla="*/ 60 w 68"/>
                <a:gd name="T3" fmla="*/ 9 h 61"/>
                <a:gd name="T4" fmla="*/ 67 w 68"/>
                <a:gd name="T5" fmla="*/ 17 h 61"/>
                <a:gd name="T6" fmla="*/ 65 w 68"/>
                <a:gd name="T7" fmla="*/ 16 h 61"/>
                <a:gd name="T8" fmla="*/ 59 w 68"/>
                <a:gd name="T9" fmla="*/ 17 h 61"/>
                <a:gd name="T10" fmla="*/ 15 w 68"/>
                <a:gd name="T11" fmla="*/ 54 h 61"/>
                <a:gd name="T12" fmla="*/ 14 w 68"/>
                <a:gd name="T13" fmla="*/ 59 h 61"/>
                <a:gd name="T14" fmla="*/ 13 w 68"/>
                <a:gd name="T15" fmla="*/ 61 h 61"/>
                <a:gd name="T16" fmla="*/ 2 w 68"/>
                <a:gd name="T17" fmla="*/ 46 h 61"/>
                <a:gd name="T18" fmla="*/ 3 w 68"/>
                <a:gd name="T19" fmla="*/ 46 h 61"/>
                <a:gd name="T20" fmla="*/ 6 w 68"/>
                <a:gd name="T21" fmla="*/ 46 h 61"/>
                <a:gd name="T22" fmla="*/ 55 w 68"/>
                <a:gd name="T23" fmla="*/ 6 h 61"/>
                <a:gd name="T24" fmla="*/ 54 w 68"/>
                <a:gd name="T25" fmla="*/ 2 h 61"/>
                <a:gd name="T26" fmla="*/ 55 w 68"/>
                <a:gd name="T27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61">
                  <a:moveTo>
                    <a:pt x="55" y="1"/>
                  </a:moveTo>
                  <a:cubicBezTo>
                    <a:pt x="56" y="3"/>
                    <a:pt x="58" y="6"/>
                    <a:pt x="60" y="9"/>
                  </a:cubicBezTo>
                  <a:cubicBezTo>
                    <a:pt x="63" y="12"/>
                    <a:pt x="65" y="15"/>
                    <a:pt x="67" y="17"/>
                  </a:cubicBezTo>
                  <a:cubicBezTo>
                    <a:pt x="68" y="18"/>
                    <a:pt x="66" y="17"/>
                    <a:pt x="65" y="16"/>
                  </a:cubicBezTo>
                  <a:cubicBezTo>
                    <a:pt x="64" y="15"/>
                    <a:pt x="63" y="15"/>
                    <a:pt x="59" y="17"/>
                  </a:cubicBezTo>
                  <a:cubicBezTo>
                    <a:pt x="55" y="20"/>
                    <a:pt x="16" y="52"/>
                    <a:pt x="15" y="54"/>
                  </a:cubicBezTo>
                  <a:cubicBezTo>
                    <a:pt x="13" y="56"/>
                    <a:pt x="13" y="57"/>
                    <a:pt x="14" y="59"/>
                  </a:cubicBezTo>
                  <a:cubicBezTo>
                    <a:pt x="14" y="60"/>
                    <a:pt x="14" y="61"/>
                    <a:pt x="13" y="61"/>
                  </a:cubicBezTo>
                  <a:cubicBezTo>
                    <a:pt x="12" y="58"/>
                    <a:pt x="4" y="48"/>
                    <a:pt x="2" y="46"/>
                  </a:cubicBezTo>
                  <a:cubicBezTo>
                    <a:pt x="0" y="45"/>
                    <a:pt x="2" y="45"/>
                    <a:pt x="3" y="46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10" y="44"/>
                    <a:pt x="54" y="9"/>
                    <a:pt x="55" y="6"/>
                  </a:cubicBezTo>
                  <a:cubicBezTo>
                    <a:pt x="55" y="4"/>
                    <a:pt x="54" y="3"/>
                    <a:pt x="54" y="2"/>
                  </a:cubicBezTo>
                  <a:cubicBezTo>
                    <a:pt x="54" y="1"/>
                    <a:pt x="54" y="0"/>
                    <a:pt x="5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" name="Freeform 66">
              <a:extLst>
                <a:ext uri="{FF2B5EF4-FFF2-40B4-BE49-F238E27FC236}">
                  <a16:creationId xmlns:a16="http://schemas.microsoft.com/office/drawing/2014/main" id="{65E2506A-1E2B-4102-83B8-D1E363448C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67725" y="12230100"/>
              <a:ext cx="57150" cy="38100"/>
            </a:xfrm>
            <a:custGeom>
              <a:avLst/>
              <a:gdLst>
                <a:gd name="T0" fmla="*/ 72 w 73"/>
                <a:gd name="T1" fmla="*/ 28 h 48"/>
                <a:gd name="T2" fmla="*/ 65 w 73"/>
                <a:gd name="T3" fmla="*/ 47 h 48"/>
                <a:gd name="T4" fmla="*/ 64 w 73"/>
                <a:gd name="T5" fmla="*/ 45 h 48"/>
                <a:gd name="T6" fmla="*/ 61 w 73"/>
                <a:gd name="T7" fmla="*/ 40 h 48"/>
                <a:gd name="T8" fmla="*/ 6 w 73"/>
                <a:gd name="T9" fmla="*/ 19 h 48"/>
                <a:gd name="T10" fmla="*/ 2 w 73"/>
                <a:gd name="T11" fmla="*/ 21 h 48"/>
                <a:gd name="T12" fmla="*/ 1 w 73"/>
                <a:gd name="T13" fmla="*/ 21 h 48"/>
                <a:gd name="T14" fmla="*/ 9 w 73"/>
                <a:gd name="T15" fmla="*/ 3 h 48"/>
                <a:gd name="T16" fmla="*/ 10 w 73"/>
                <a:gd name="T17" fmla="*/ 4 h 48"/>
                <a:gd name="T18" fmla="*/ 10 w 73"/>
                <a:gd name="T19" fmla="*/ 8 h 48"/>
                <a:gd name="T20" fmla="*/ 68 w 73"/>
                <a:gd name="T21" fmla="*/ 30 h 48"/>
                <a:gd name="T22" fmla="*/ 71 w 73"/>
                <a:gd name="T23" fmla="*/ 28 h 48"/>
                <a:gd name="T24" fmla="*/ 72 w 73"/>
                <a:gd name="T25" fmla="*/ 2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48">
                  <a:moveTo>
                    <a:pt x="72" y="28"/>
                  </a:moveTo>
                  <a:cubicBezTo>
                    <a:pt x="71" y="30"/>
                    <a:pt x="66" y="43"/>
                    <a:pt x="65" y="47"/>
                  </a:cubicBezTo>
                  <a:cubicBezTo>
                    <a:pt x="64" y="48"/>
                    <a:pt x="64" y="47"/>
                    <a:pt x="64" y="45"/>
                  </a:cubicBezTo>
                  <a:cubicBezTo>
                    <a:pt x="64" y="43"/>
                    <a:pt x="65" y="42"/>
                    <a:pt x="61" y="40"/>
                  </a:cubicBezTo>
                  <a:cubicBezTo>
                    <a:pt x="56" y="37"/>
                    <a:pt x="11" y="19"/>
                    <a:pt x="6" y="19"/>
                  </a:cubicBezTo>
                  <a:cubicBezTo>
                    <a:pt x="4" y="19"/>
                    <a:pt x="3" y="20"/>
                    <a:pt x="2" y="21"/>
                  </a:cubicBezTo>
                  <a:cubicBezTo>
                    <a:pt x="2" y="22"/>
                    <a:pt x="0" y="23"/>
                    <a:pt x="1" y="21"/>
                  </a:cubicBezTo>
                  <a:cubicBezTo>
                    <a:pt x="2" y="20"/>
                    <a:pt x="8" y="5"/>
                    <a:pt x="9" y="3"/>
                  </a:cubicBezTo>
                  <a:cubicBezTo>
                    <a:pt x="9" y="0"/>
                    <a:pt x="10" y="3"/>
                    <a:pt x="10" y="4"/>
                  </a:cubicBezTo>
                  <a:cubicBezTo>
                    <a:pt x="9" y="5"/>
                    <a:pt x="9" y="7"/>
                    <a:pt x="10" y="8"/>
                  </a:cubicBezTo>
                  <a:cubicBezTo>
                    <a:pt x="15" y="11"/>
                    <a:pt x="64" y="30"/>
                    <a:pt x="68" y="30"/>
                  </a:cubicBezTo>
                  <a:cubicBezTo>
                    <a:pt x="70" y="29"/>
                    <a:pt x="70" y="28"/>
                    <a:pt x="71" y="28"/>
                  </a:cubicBezTo>
                  <a:cubicBezTo>
                    <a:pt x="72" y="27"/>
                    <a:pt x="73" y="26"/>
                    <a:pt x="72" y="2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" name="Freeform 67">
              <a:extLst>
                <a:ext uri="{FF2B5EF4-FFF2-40B4-BE49-F238E27FC236}">
                  <a16:creationId xmlns:a16="http://schemas.microsoft.com/office/drawing/2014/main" id="{9DF7C20D-228F-4803-8D06-8C810D5B70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72488" y="12425363"/>
              <a:ext cx="63500" cy="52387"/>
            </a:xfrm>
            <a:custGeom>
              <a:avLst/>
              <a:gdLst>
                <a:gd name="T0" fmla="*/ 49 w 82"/>
                <a:gd name="T1" fmla="*/ 27 h 70"/>
                <a:gd name="T2" fmla="*/ 64 w 82"/>
                <a:gd name="T3" fmla="*/ 7 h 70"/>
                <a:gd name="T4" fmla="*/ 33 w 82"/>
                <a:gd name="T5" fmla="*/ 9 h 70"/>
                <a:gd name="T6" fmla="*/ 9 w 82"/>
                <a:gd name="T7" fmla="*/ 13 h 70"/>
                <a:gd name="T8" fmla="*/ 9 w 82"/>
                <a:gd name="T9" fmla="*/ 17 h 70"/>
                <a:gd name="T10" fmla="*/ 9 w 82"/>
                <a:gd name="T11" fmla="*/ 19 h 70"/>
                <a:gd name="T12" fmla="*/ 5 w 82"/>
                <a:gd name="T13" fmla="*/ 9 h 70"/>
                <a:gd name="T14" fmla="*/ 1 w 82"/>
                <a:gd name="T15" fmla="*/ 1 h 70"/>
                <a:gd name="T16" fmla="*/ 3 w 82"/>
                <a:gd name="T17" fmla="*/ 1 h 70"/>
                <a:gd name="T18" fmla="*/ 6 w 82"/>
                <a:gd name="T19" fmla="*/ 3 h 70"/>
                <a:gd name="T20" fmla="*/ 38 w 82"/>
                <a:gd name="T21" fmla="*/ 3 h 70"/>
                <a:gd name="T22" fmla="*/ 79 w 82"/>
                <a:gd name="T23" fmla="*/ 0 h 70"/>
                <a:gd name="T24" fmla="*/ 80 w 82"/>
                <a:gd name="T25" fmla="*/ 3 h 70"/>
                <a:gd name="T26" fmla="*/ 58 w 82"/>
                <a:gd name="T27" fmla="*/ 33 h 70"/>
                <a:gd name="T28" fmla="*/ 37 w 82"/>
                <a:gd name="T29" fmla="*/ 62 h 70"/>
                <a:gd name="T30" fmla="*/ 37 w 82"/>
                <a:gd name="T31" fmla="*/ 66 h 70"/>
                <a:gd name="T32" fmla="*/ 37 w 82"/>
                <a:gd name="T33" fmla="*/ 69 h 70"/>
                <a:gd name="T34" fmla="*/ 25 w 82"/>
                <a:gd name="T35" fmla="*/ 51 h 70"/>
                <a:gd name="T36" fmla="*/ 27 w 82"/>
                <a:gd name="T37" fmla="*/ 51 h 70"/>
                <a:gd name="T38" fmla="*/ 30 w 82"/>
                <a:gd name="T39" fmla="*/ 50 h 70"/>
                <a:gd name="T40" fmla="*/ 49 w 82"/>
                <a:gd name="T41" fmla="*/ 2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0">
                  <a:moveTo>
                    <a:pt x="49" y="27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38" y="9"/>
                    <a:pt x="33" y="9"/>
                  </a:cubicBezTo>
                  <a:cubicBezTo>
                    <a:pt x="27" y="9"/>
                    <a:pt x="11" y="10"/>
                    <a:pt x="9" y="13"/>
                  </a:cubicBezTo>
                  <a:cubicBezTo>
                    <a:pt x="8" y="14"/>
                    <a:pt x="9" y="16"/>
                    <a:pt x="9" y="17"/>
                  </a:cubicBezTo>
                  <a:cubicBezTo>
                    <a:pt x="10" y="18"/>
                    <a:pt x="9" y="20"/>
                    <a:pt x="9" y="19"/>
                  </a:cubicBezTo>
                  <a:cubicBezTo>
                    <a:pt x="9" y="18"/>
                    <a:pt x="7" y="13"/>
                    <a:pt x="5" y="9"/>
                  </a:cubicBezTo>
                  <a:cubicBezTo>
                    <a:pt x="4" y="6"/>
                    <a:pt x="2" y="2"/>
                    <a:pt x="1" y="1"/>
                  </a:cubicBezTo>
                  <a:cubicBezTo>
                    <a:pt x="0" y="0"/>
                    <a:pt x="2" y="0"/>
                    <a:pt x="3" y="1"/>
                  </a:cubicBezTo>
                  <a:cubicBezTo>
                    <a:pt x="3" y="2"/>
                    <a:pt x="4" y="2"/>
                    <a:pt x="6" y="3"/>
                  </a:cubicBezTo>
                  <a:cubicBezTo>
                    <a:pt x="10" y="4"/>
                    <a:pt x="33" y="3"/>
                    <a:pt x="38" y="3"/>
                  </a:cubicBezTo>
                  <a:cubicBezTo>
                    <a:pt x="43" y="2"/>
                    <a:pt x="77" y="0"/>
                    <a:pt x="79" y="0"/>
                  </a:cubicBezTo>
                  <a:cubicBezTo>
                    <a:pt x="81" y="1"/>
                    <a:pt x="82" y="0"/>
                    <a:pt x="80" y="3"/>
                  </a:cubicBezTo>
                  <a:cubicBezTo>
                    <a:pt x="79" y="4"/>
                    <a:pt x="59" y="31"/>
                    <a:pt x="58" y="33"/>
                  </a:cubicBezTo>
                  <a:cubicBezTo>
                    <a:pt x="56" y="35"/>
                    <a:pt x="37" y="59"/>
                    <a:pt x="37" y="62"/>
                  </a:cubicBezTo>
                  <a:cubicBezTo>
                    <a:pt x="37" y="65"/>
                    <a:pt x="37" y="66"/>
                    <a:pt x="37" y="66"/>
                  </a:cubicBezTo>
                  <a:cubicBezTo>
                    <a:pt x="37" y="67"/>
                    <a:pt x="37" y="70"/>
                    <a:pt x="37" y="69"/>
                  </a:cubicBezTo>
                  <a:cubicBezTo>
                    <a:pt x="35" y="65"/>
                    <a:pt x="28" y="54"/>
                    <a:pt x="25" y="51"/>
                  </a:cubicBezTo>
                  <a:cubicBezTo>
                    <a:pt x="24" y="49"/>
                    <a:pt x="26" y="50"/>
                    <a:pt x="27" y="51"/>
                  </a:cubicBezTo>
                  <a:cubicBezTo>
                    <a:pt x="28" y="51"/>
                    <a:pt x="29" y="51"/>
                    <a:pt x="30" y="50"/>
                  </a:cubicBezTo>
                  <a:cubicBezTo>
                    <a:pt x="34" y="47"/>
                    <a:pt x="47" y="29"/>
                    <a:pt x="49" y="2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" name="Freeform 68">
              <a:extLst>
                <a:ext uri="{FF2B5EF4-FFF2-40B4-BE49-F238E27FC236}">
                  <a16:creationId xmlns:a16="http://schemas.microsoft.com/office/drawing/2014/main" id="{64CE5D60-9717-41E3-8EB1-8C137C108B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61375" y="12366625"/>
              <a:ext cx="58737" cy="49212"/>
            </a:xfrm>
            <a:custGeom>
              <a:avLst/>
              <a:gdLst>
                <a:gd name="T0" fmla="*/ 66 w 77"/>
                <a:gd name="T1" fmla="*/ 6 h 65"/>
                <a:gd name="T2" fmla="*/ 72 w 77"/>
                <a:gd name="T3" fmla="*/ 27 h 65"/>
                <a:gd name="T4" fmla="*/ 77 w 77"/>
                <a:gd name="T5" fmla="*/ 43 h 65"/>
                <a:gd name="T6" fmla="*/ 74 w 77"/>
                <a:gd name="T7" fmla="*/ 41 h 65"/>
                <a:gd name="T8" fmla="*/ 73 w 77"/>
                <a:gd name="T9" fmla="*/ 39 h 65"/>
                <a:gd name="T10" fmla="*/ 71 w 77"/>
                <a:gd name="T11" fmla="*/ 39 h 65"/>
                <a:gd name="T12" fmla="*/ 41 w 77"/>
                <a:gd name="T13" fmla="*/ 47 h 65"/>
                <a:gd name="T14" fmla="*/ 13 w 77"/>
                <a:gd name="T15" fmla="*/ 57 h 65"/>
                <a:gd name="T16" fmla="*/ 12 w 77"/>
                <a:gd name="T17" fmla="*/ 61 h 65"/>
                <a:gd name="T18" fmla="*/ 11 w 77"/>
                <a:gd name="T19" fmla="*/ 63 h 65"/>
                <a:gd name="T20" fmla="*/ 9 w 77"/>
                <a:gd name="T21" fmla="*/ 52 h 65"/>
                <a:gd name="T22" fmla="*/ 1 w 77"/>
                <a:gd name="T23" fmla="*/ 25 h 65"/>
                <a:gd name="T24" fmla="*/ 1 w 77"/>
                <a:gd name="T25" fmla="*/ 23 h 65"/>
                <a:gd name="T26" fmla="*/ 9 w 77"/>
                <a:gd name="T27" fmla="*/ 20 h 65"/>
                <a:gd name="T28" fmla="*/ 9 w 77"/>
                <a:gd name="T29" fmla="*/ 22 h 65"/>
                <a:gd name="T30" fmla="*/ 8 w 77"/>
                <a:gd name="T31" fmla="*/ 26 h 65"/>
                <a:gd name="T32" fmla="*/ 13 w 77"/>
                <a:gd name="T33" fmla="*/ 45 h 65"/>
                <a:gd name="T34" fmla="*/ 24 w 77"/>
                <a:gd name="T35" fmla="*/ 41 h 65"/>
                <a:gd name="T36" fmla="*/ 37 w 77"/>
                <a:gd name="T37" fmla="*/ 38 h 65"/>
                <a:gd name="T38" fmla="*/ 31 w 77"/>
                <a:gd name="T39" fmla="*/ 20 h 65"/>
                <a:gd name="T40" fmla="*/ 27 w 77"/>
                <a:gd name="T41" fmla="*/ 19 h 65"/>
                <a:gd name="T42" fmla="*/ 26 w 77"/>
                <a:gd name="T43" fmla="*/ 18 h 65"/>
                <a:gd name="T44" fmla="*/ 41 w 77"/>
                <a:gd name="T45" fmla="*/ 13 h 65"/>
                <a:gd name="T46" fmla="*/ 40 w 77"/>
                <a:gd name="T47" fmla="*/ 15 h 65"/>
                <a:gd name="T48" fmla="*/ 38 w 77"/>
                <a:gd name="T49" fmla="*/ 19 h 65"/>
                <a:gd name="T50" fmla="*/ 40 w 77"/>
                <a:gd name="T51" fmla="*/ 28 h 65"/>
                <a:gd name="T52" fmla="*/ 42 w 77"/>
                <a:gd name="T53" fmla="*/ 36 h 65"/>
                <a:gd name="T54" fmla="*/ 61 w 77"/>
                <a:gd name="T55" fmla="*/ 30 h 65"/>
                <a:gd name="T56" fmla="*/ 65 w 77"/>
                <a:gd name="T57" fmla="*/ 24 h 65"/>
                <a:gd name="T58" fmla="*/ 59 w 77"/>
                <a:gd name="T59" fmla="*/ 6 h 65"/>
                <a:gd name="T60" fmla="*/ 55 w 77"/>
                <a:gd name="T61" fmla="*/ 2 h 65"/>
                <a:gd name="T62" fmla="*/ 54 w 77"/>
                <a:gd name="T63" fmla="*/ 0 h 65"/>
                <a:gd name="T64" fmla="*/ 65 w 77"/>
                <a:gd name="T65" fmla="*/ 4 h 65"/>
                <a:gd name="T66" fmla="*/ 66 w 77"/>
                <a:gd name="T67" fmla="*/ 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7" h="65">
                  <a:moveTo>
                    <a:pt x="66" y="6"/>
                  </a:moveTo>
                  <a:cubicBezTo>
                    <a:pt x="67" y="9"/>
                    <a:pt x="70" y="21"/>
                    <a:pt x="72" y="27"/>
                  </a:cubicBezTo>
                  <a:cubicBezTo>
                    <a:pt x="72" y="29"/>
                    <a:pt x="76" y="41"/>
                    <a:pt x="77" y="43"/>
                  </a:cubicBezTo>
                  <a:cubicBezTo>
                    <a:pt x="77" y="44"/>
                    <a:pt x="75" y="42"/>
                    <a:pt x="74" y="41"/>
                  </a:cubicBezTo>
                  <a:cubicBezTo>
                    <a:pt x="74" y="41"/>
                    <a:pt x="74" y="40"/>
                    <a:pt x="73" y="39"/>
                  </a:cubicBezTo>
                  <a:cubicBezTo>
                    <a:pt x="73" y="39"/>
                    <a:pt x="72" y="39"/>
                    <a:pt x="71" y="39"/>
                  </a:cubicBezTo>
                  <a:cubicBezTo>
                    <a:pt x="68" y="38"/>
                    <a:pt x="50" y="44"/>
                    <a:pt x="41" y="47"/>
                  </a:cubicBezTo>
                  <a:cubicBezTo>
                    <a:pt x="32" y="50"/>
                    <a:pt x="15" y="55"/>
                    <a:pt x="13" y="57"/>
                  </a:cubicBezTo>
                  <a:cubicBezTo>
                    <a:pt x="11" y="59"/>
                    <a:pt x="12" y="60"/>
                    <a:pt x="12" y="61"/>
                  </a:cubicBezTo>
                  <a:cubicBezTo>
                    <a:pt x="12" y="62"/>
                    <a:pt x="11" y="65"/>
                    <a:pt x="11" y="63"/>
                  </a:cubicBezTo>
                  <a:cubicBezTo>
                    <a:pt x="11" y="61"/>
                    <a:pt x="10" y="58"/>
                    <a:pt x="9" y="52"/>
                  </a:cubicBezTo>
                  <a:cubicBezTo>
                    <a:pt x="7" y="47"/>
                    <a:pt x="1" y="26"/>
                    <a:pt x="1" y="25"/>
                  </a:cubicBezTo>
                  <a:cubicBezTo>
                    <a:pt x="1" y="24"/>
                    <a:pt x="0" y="23"/>
                    <a:pt x="1" y="23"/>
                  </a:cubicBezTo>
                  <a:cubicBezTo>
                    <a:pt x="2" y="23"/>
                    <a:pt x="8" y="21"/>
                    <a:pt x="9" y="20"/>
                  </a:cubicBezTo>
                  <a:cubicBezTo>
                    <a:pt x="11" y="19"/>
                    <a:pt x="10" y="21"/>
                    <a:pt x="9" y="22"/>
                  </a:cubicBezTo>
                  <a:cubicBezTo>
                    <a:pt x="8" y="23"/>
                    <a:pt x="8" y="23"/>
                    <a:pt x="8" y="26"/>
                  </a:cubicBezTo>
                  <a:cubicBezTo>
                    <a:pt x="8" y="30"/>
                    <a:pt x="13" y="45"/>
                    <a:pt x="13" y="45"/>
                  </a:cubicBezTo>
                  <a:cubicBezTo>
                    <a:pt x="13" y="45"/>
                    <a:pt x="22" y="42"/>
                    <a:pt x="24" y="41"/>
                  </a:cubicBezTo>
                  <a:cubicBezTo>
                    <a:pt x="27" y="40"/>
                    <a:pt x="37" y="38"/>
                    <a:pt x="37" y="38"/>
                  </a:cubicBezTo>
                  <a:cubicBezTo>
                    <a:pt x="37" y="38"/>
                    <a:pt x="32" y="22"/>
                    <a:pt x="31" y="20"/>
                  </a:cubicBezTo>
                  <a:cubicBezTo>
                    <a:pt x="30" y="18"/>
                    <a:pt x="29" y="19"/>
                    <a:pt x="27" y="19"/>
                  </a:cubicBezTo>
                  <a:cubicBezTo>
                    <a:pt x="26" y="19"/>
                    <a:pt x="24" y="18"/>
                    <a:pt x="26" y="18"/>
                  </a:cubicBezTo>
                  <a:cubicBezTo>
                    <a:pt x="29" y="17"/>
                    <a:pt x="37" y="15"/>
                    <a:pt x="41" y="13"/>
                  </a:cubicBezTo>
                  <a:cubicBezTo>
                    <a:pt x="42" y="13"/>
                    <a:pt x="41" y="15"/>
                    <a:pt x="40" y="15"/>
                  </a:cubicBezTo>
                  <a:cubicBezTo>
                    <a:pt x="39" y="15"/>
                    <a:pt x="38" y="16"/>
                    <a:pt x="38" y="19"/>
                  </a:cubicBezTo>
                  <a:cubicBezTo>
                    <a:pt x="38" y="21"/>
                    <a:pt x="39" y="26"/>
                    <a:pt x="40" y="28"/>
                  </a:cubicBezTo>
                  <a:cubicBezTo>
                    <a:pt x="41" y="30"/>
                    <a:pt x="42" y="36"/>
                    <a:pt x="42" y="36"/>
                  </a:cubicBezTo>
                  <a:cubicBezTo>
                    <a:pt x="42" y="36"/>
                    <a:pt x="58" y="31"/>
                    <a:pt x="61" y="30"/>
                  </a:cubicBezTo>
                  <a:cubicBezTo>
                    <a:pt x="63" y="29"/>
                    <a:pt x="65" y="29"/>
                    <a:pt x="65" y="24"/>
                  </a:cubicBezTo>
                  <a:cubicBezTo>
                    <a:pt x="64" y="19"/>
                    <a:pt x="61" y="9"/>
                    <a:pt x="59" y="6"/>
                  </a:cubicBezTo>
                  <a:cubicBezTo>
                    <a:pt x="57" y="3"/>
                    <a:pt x="56" y="3"/>
                    <a:pt x="55" y="2"/>
                  </a:cubicBezTo>
                  <a:cubicBezTo>
                    <a:pt x="55" y="2"/>
                    <a:pt x="53" y="0"/>
                    <a:pt x="54" y="0"/>
                  </a:cubicBezTo>
                  <a:cubicBezTo>
                    <a:pt x="56" y="1"/>
                    <a:pt x="64" y="4"/>
                    <a:pt x="65" y="4"/>
                  </a:cubicBezTo>
                  <a:cubicBezTo>
                    <a:pt x="65" y="5"/>
                    <a:pt x="66" y="5"/>
                    <a:pt x="66" y="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" name="Freeform 69">
              <a:extLst>
                <a:ext uri="{FF2B5EF4-FFF2-40B4-BE49-F238E27FC236}">
                  <a16:creationId xmlns:a16="http://schemas.microsoft.com/office/drawing/2014/main" id="{FD2C3FC3-472E-47B0-94CF-8B98918632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10588" y="12147550"/>
              <a:ext cx="61912" cy="57150"/>
            </a:xfrm>
            <a:custGeom>
              <a:avLst/>
              <a:gdLst>
                <a:gd name="T0" fmla="*/ 78 w 79"/>
                <a:gd name="T1" fmla="*/ 46 h 74"/>
                <a:gd name="T2" fmla="*/ 59 w 79"/>
                <a:gd name="T3" fmla="*/ 67 h 74"/>
                <a:gd name="T4" fmla="*/ 53 w 79"/>
                <a:gd name="T5" fmla="*/ 73 h 74"/>
                <a:gd name="T6" fmla="*/ 53 w 79"/>
                <a:gd name="T7" fmla="*/ 72 h 74"/>
                <a:gd name="T8" fmla="*/ 53 w 79"/>
                <a:gd name="T9" fmla="*/ 68 h 74"/>
                <a:gd name="T10" fmla="*/ 29 w 79"/>
                <a:gd name="T11" fmla="*/ 45 h 74"/>
                <a:gd name="T12" fmla="*/ 7 w 79"/>
                <a:gd name="T13" fmla="*/ 28 h 74"/>
                <a:gd name="T14" fmla="*/ 3 w 79"/>
                <a:gd name="T15" fmla="*/ 28 h 74"/>
                <a:gd name="T16" fmla="*/ 1 w 79"/>
                <a:gd name="T17" fmla="*/ 28 h 74"/>
                <a:gd name="T18" fmla="*/ 8 w 79"/>
                <a:gd name="T19" fmla="*/ 21 h 74"/>
                <a:gd name="T20" fmla="*/ 27 w 79"/>
                <a:gd name="T21" fmla="*/ 1 h 74"/>
                <a:gd name="T22" fmla="*/ 29 w 79"/>
                <a:gd name="T23" fmla="*/ 0 h 74"/>
                <a:gd name="T24" fmla="*/ 35 w 79"/>
                <a:gd name="T25" fmla="*/ 6 h 74"/>
                <a:gd name="T26" fmla="*/ 34 w 79"/>
                <a:gd name="T27" fmla="*/ 7 h 74"/>
                <a:gd name="T28" fmla="*/ 30 w 79"/>
                <a:gd name="T29" fmla="*/ 8 h 74"/>
                <a:gd name="T30" fmla="*/ 17 w 79"/>
                <a:gd name="T31" fmla="*/ 21 h 74"/>
                <a:gd name="T32" fmla="*/ 35 w 79"/>
                <a:gd name="T33" fmla="*/ 37 h 74"/>
                <a:gd name="T34" fmla="*/ 47 w 79"/>
                <a:gd name="T35" fmla="*/ 23 h 74"/>
                <a:gd name="T36" fmla="*/ 47 w 79"/>
                <a:gd name="T37" fmla="*/ 20 h 74"/>
                <a:gd name="T38" fmla="*/ 47 w 79"/>
                <a:gd name="T39" fmla="*/ 19 h 74"/>
                <a:gd name="T40" fmla="*/ 57 w 79"/>
                <a:gd name="T41" fmla="*/ 28 h 74"/>
                <a:gd name="T42" fmla="*/ 56 w 79"/>
                <a:gd name="T43" fmla="*/ 29 h 74"/>
                <a:gd name="T44" fmla="*/ 52 w 79"/>
                <a:gd name="T45" fmla="*/ 29 h 74"/>
                <a:gd name="T46" fmla="*/ 40 w 79"/>
                <a:gd name="T47" fmla="*/ 41 h 74"/>
                <a:gd name="T48" fmla="*/ 55 w 79"/>
                <a:gd name="T49" fmla="*/ 54 h 74"/>
                <a:gd name="T50" fmla="*/ 63 w 79"/>
                <a:gd name="T51" fmla="*/ 54 h 74"/>
                <a:gd name="T52" fmla="*/ 75 w 79"/>
                <a:gd name="T53" fmla="*/ 40 h 74"/>
                <a:gd name="T54" fmla="*/ 76 w 79"/>
                <a:gd name="T55" fmla="*/ 35 h 74"/>
                <a:gd name="T56" fmla="*/ 76 w 79"/>
                <a:gd name="T57" fmla="*/ 33 h 74"/>
                <a:gd name="T58" fmla="*/ 79 w 79"/>
                <a:gd name="T59" fmla="*/ 43 h 74"/>
                <a:gd name="T60" fmla="*/ 78 w 79"/>
                <a:gd name="T61" fmla="*/ 4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9" h="74">
                  <a:moveTo>
                    <a:pt x="78" y="46"/>
                  </a:moveTo>
                  <a:cubicBezTo>
                    <a:pt x="76" y="48"/>
                    <a:pt x="62" y="63"/>
                    <a:pt x="59" y="67"/>
                  </a:cubicBezTo>
                  <a:cubicBezTo>
                    <a:pt x="57" y="69"/>
                    <a:pt x="54" y="72"/>
                    <a:pt x="53" y="73"/>
                  </a:cubicBezTo>
                  <a:cubicBezTo>
                    <a:pt x="53" y="74"/>
                    <a:pt x="52" y="73"/>
                    <a:pt x="53" y="72"/>
                  </a:cubicBezTo>
                  <a:cubicBezTo>
                    <a:pt x="53" y="71"/>
                    <a:pt x="54" y="70"/>
                    <a:pt x="53" y="68"/>
                  </a:cubicBezTo>
                  <a:cubicBezTo>
                    <a:pt x="52" y="65"/>
                    <a:pt x="36" y="52"/>
                    <a:pt x="29" y="45"/>
                  </a:cubicBezTo>
                  <a:cubicBezTo>
                    <a:pt x="22" y="39"/>
                    <a:pt x="10" y="28"/>
                    <a:pt x="7" y="28"/>
                  </a:cubicBezTo>
                  <a:cubicBezTo>
                    <a:pt x="5" y="27"/>
                    <a:pt x="4" y="28"/>
                    <a:pt x="3" y="28"/>
                  </a:cubicBezTo>
                  <a:cubicBezTo>
                    <a:pt x="2" y="29"/>
                    <a:pt x="0" y="30"/>
                    <a:pt x="1" y="28"/>
                  </a:cubicBezTo>
                  <a:cubicBezTo>
                    <a:pt x="3" y="27"/>
                    <a:pt x="5" y="24"/>
                    <a:pt x="8" y="21"/>
                  </a:cubicBezTo>
                  <a:cubicBezTo>
                    <a:pt x="12" y="17"/>
                    <a:pt x="27" y="2"/>
                    <a:pt x="27" y="1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30" y="1"/>
                    <a:pt x="33" y="5"/>
                    <a:pt x="35" y="6"/>
                  </a:cubicBezTo>
                  <a:cubicBezTo>
                    <a:pt x="37" y="7"/>
                    <a:pt x="35" y="7"/>
                    <a:pt x="34" y="7"/>
                  </a:cubicBezTo>
                  <a:cubicBezTo>
                    <a:pt x="33" y="7"/>
                    <a:pt x="32" y="6"/>
                    <a:pt x="30" y="8"/>
                  </a:cubicBezTo>
                  <a:cubicBezTo>
                    <a:pt x="26" y="10"/>
                    <a:pt x="17" y="21"/>
                    <a:pt x="17" y="21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47" y="25"/>
                    <a:pt x="47" y="23"/>
                  </a:cubicBezTo>
                  <a:cubicBezTo>
                    <a:pt x="47" y="21"/>
                    <a:pt x="47" y="21"/>
                    <a:pt x="47" y="20"/>
                  </a:cubicBezTo>
                  <a:cubicBezTo>
                    <a:pt x="47" y="19"/>
                    <a:pt x="47" y="17"/>
                    <a:pt x="47" y="19"/>
                  </a:cubicBezTo>
                  <a:cubicBezTo>
                    <a:pt x="50" y="22"/>
                    <a:pt x="56" y="27"/>
                    <a:pt x="57" y="28"/>
                  </a:cubicBezTo>
                  <a:cubicBezTo>
                    <a:pt x="59" y="29"/>
                    <a:pt x="57" y="29"/>
                    <a:pt x="56" y="29"/>
                  </a:cubicBezTo>
                  <a:cubicBezTo>
                    <a:pt x="55" y="28"/>
                    <a:pt x="54" y="27"/>
                    <a:pt x="52" y="29"/>
                  </a:cubicBezTo>
                  <a:cubicBezTo>
                    <a:pt x="50" y="30"/>
                    <a:pt x="40" y="41"/>
                    <a:pt x="40" y="41"/>
                  </a:cubicBezTo>
                  <a:cubicBezTo>
                    <a:pt x="40" y="41"/>
                    <a:pt x="52" y="52"/>
                    <a:pt x="55" y="54"/>
                  </a:cubicBezTo>
                  <a:cubicBezTo>
                    <a:pt x="58" y="56"/>
                    <a:pt x="60" y="56"/>
                    <a:pt x="63" y="54"/>
                  </a:cubicBezTo>
                  <a:cubicBezTo>
                    <a:pt x="66" y="51"/>
                    <a:pt x="73" y="44"/>
                    <a:pt x="75" y="40"/>
                  </a:cubicBezTo>
                  <a:cubicBezTo>
                    <a:pt x="76" y="37"/>
                    <a:pt x="75" y="36"/>
                    <a:pt x="76" y="35"/>
                  </a:cubicBezTo>
                  <a:cubicBezTo>
                    <a:pt x="76" y="34"/>
                    <a:pt x="76" y="32"/>
                    <a:pt x="76" y="33"/>
                  </a:cubicBezTo>
                  <a:cubicBezTo>
                    <a:pt x="77" y="34"/>
                    <a:pt x="79" y="42"/>
                    <a:pt x="79" y="43"/>
                  </a:cubicBezTo>
                  <a:cubicBezTo>
                    <a:pt x="79" y="44"/>
                    <a:pt x="79" y="45"/>
                    <a:pt x="78" y="4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" name="Freeform 70">
              <a:extLst>
                <a:ext uri="{FF2B5EF4-FFF2-40B4-BE49-F238E27FC236}">
                  <a16:creationId xmlns:a16="http://schemas.microsoft.com/office/drawing/2014/main" id="{CB9D4452-3124-4DFF-9F4C-624DFBCB915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155025" y="12306300"/>
              <a:ext cx="53975" cy="55562"/>
            </a:xfrm>
            <a:custGeom>
              <a:avLst/>
              <a:gdLst>
                <a:gd name="T0" fmla="*/ 69 w 71"/>
                <a:gd name="T1" fmla="*/ 51 h 73"/>
                <a:gd name="T2" fmla="*/ 70 w 71"/>
                <a:gd name="T3" fmla="*/ 63 h 73"/>
                <a:gd name="T4" fmla="*/ 69 w 71"/>
                <a:gd name="T5" fmla="*/ 61 h 73"/>
                <a:gd name="T6" fmla="*/ 67 w 71"/>
                <a:gd name="T7" fmla="*/ 59 h 73"/>
                <a:gd name="T8" fmla="*/ 38 w 71"/>
                <a:gd name="T9" fmla="*/ 60 h 73"/>
                <a:gd name="T10" fmla="*/ 5 w 71"/>
                <a:gd name="T11" fmla="*/ 64 h 73"/>
                <a:gd name="T12" fmla="*/ 4 w 71"/>
                <a:gd name="T13" fmla="*/ 69 h 73"/>
                <a:gd name="T14" fmla="*/ 2 w 71"/>
                <a:gd name="T15" fmla="*/ 70 h 73"/>
                <a:gd name="T16" fmla="*/ 2 w 71"/>
                <a:gd name="T17" fmla="*/ 60 h 73"/>
                <a:gd name="T18" fmla="*/ 1 w 71"/>
                <a:gd name="T19" fmla="*/ 38 h 73"/>
                <a:gd name="T20" fmla="*/ 18 w 71"/>
                <a:gd name="T21" fmla="*/ 23 h 73"/>
                <a:gd name="T22" fmla="*/ 35 w 71"/>
                <a:gd name="T23" fmla="*/ 34 h 73"/>
                <a:gd name="T24" fmla="*/ 39 w 71"/>
                <a:gd name="T25" fmla="*/ 30 h 73"/>
                <a:gd name="T26" fmla="*/ 67 w 71"/>
                <a:gd name="T27" fmla="*/ 9 h 73"/>
                <a:gd name="T28" fmla="*/ 68 w 71"/>
                <a:gd name="T29" fmla="*/ 5 h 73"/>
                <a:gd name="T30" fmla="*/ 69 w 71"/>
                <a:gd name="T31" fmla="*/ 5 h 73"/>
                <a:gd name="T32" fmla="*/ 67 w 71"/>
                <a:gd name="T33" fmla="*/ 20 h 73"/>
                <a:gd name="T34" fmla="*/ 48 w 71"/>
                <a:gd name="T35" fmla="*/ 35 h 73"/>
                <a:gd name="T36" fmla="*/ 38 w 71"/>
                <a:gd name="T37" fmla="*/ 45 h 73"/>
                <a:gd name="T38" fmla="*/ 39 w 71"/>
                <a:gd name="T39" fmla="*/ 51 h 73"/>
                <a:gd name="T40" fmla="*/ 51 w 71"/>
                <a:gd name="T41" fmla="*/ 49 h 73"/>
                <a:gd name="T42" fmla="*/ 66 w 71"/>
                <a:gd name="T43" fmla="*/ 47 h 73"/>
                <a:gd name="T44" fmla="*/ 68 w 71"/>
                <a:gd name="T45" fmla="*/ 44 h 73"/>
                <a:gd name="T46" fmla="*/ 69 w 71"/>
                <a:gd name="T47" fmla="*/ 44 h 73"/>
                <a:gd name="T48" fmla="*/ 69 w 71"/>
                <a:gd name="T49" fmla="*/ 51 h 73"/>
                <a:gd name="T50" fmla="*/ 28 w 71"/>
                <a:gd name="T51" fmla="*/ 34 h 73"/>
                <a:gd name="T52" fmla="*/ 7 w 71"/>
                <a:gd name="T53" fmla="*/ 39 h 73"/>
                <a:gd name="T54" fmla="*/ 5 w 71"/>
                <a:gd name="T55" fmla="*/ 53 h 73"/>
                <a:gd name="T56" fmla="*/ 20 w 71"/>
                <a:gd name="T57" fmla="*/ 52 h 73"/>
                <a:gd name="T58" fmla="*/ 35 w 71"/>
                <a:gd name="T59" fmla="*/ 51 h 73"/>
                <a:gd name="T60" fmla="*/ 28 w 71"/>
                <a:gd name="T61" fmla="*/ 3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1" h="73">
                  <a:moveTo>
                    <a:pt x="69" y="51"/>
                  </a:moveTo>
                  <a:cubicBezTo>
                    <a:pt x="69" y="52"/>
                    <a:pt x="70" y="59"/>
                    <a:pt x="70" y="63"/>
                  </a:cubicBezTo>
                  <a:cubicBezTo>
                    <a:pt x="71" y="64"/>
                    <a:pt x="70" y="62"/>
                    <a:pt x="69" y="61"/>
                  </a:cubicBezTo>
                  <a:cubicBezTo>
                    <a:pt x="69" y="60"/>
                    <a:pt x="69" y="59"/>
                    <a:pt x="67" y="59"/>
                  </a:cubicBezTo>
                  <a:cubicBezTo>
                    <a:pt x="65" y="57"/>
                    <a:pt x="48" y="59"/>
                    <a:pt x="38" y="60"/>
                  </a:cubicBezTo>
                  <a:cubicBezTo>
                    <a:pt x="29" y="61"/>
                    <a:pt x="8" y="62"/>
                    <a:pt x="5" y="64"/>
                  </a:cubicBezTo>
                  <a:cubicBezTo>
                    <a:pt x="4" y="66"/>
                    <a:pt x="4" y="68"/>
                    <a:pt x="4" y="69"/>
                  </a:cubicBezTo>
                  <a:cubicBezTo>
                    <a:pt x="4" y="70"/>
                    <a:pt x="2" y="73"/>
                    <a:pt x="2" y="70"/>
                  </a:cubicBezTo>
                  <a:cubicBezTo>
                    <a:pt x="2" y="69"/>
                    <a:pt x="2" y="63"/>
                    <a:pt x="2" y="60"/>
                  </a:cubicBezTo>
                  <a:cubicBezTo>
                    <a:pt x="2" y="58"/>
                    <a:pt x="0" y="43"/>
                    <a:pt x="1" y="38"/>
                  </a:cubicBezTo>
                  <a:cubicBezTo>
                    <a:pt x="2" y="32"/>
                    <a:pt x="8" y="23"/>
                    <a:pt x="18" y="23"/>
                  </a:cubicBezTo>
                  <a:cubicBezTo>
                    <a:pt x="29" y="22"/>
                    <a:pt x="34" y="31"/>
                    <a:pt x="35" y="34"/>
                  </a:cubicBezTo>
                  <a:cubicBezTo>
                    <a:pt x="36" y="32"/>
                    <a:pt x="36" y="32"/>
                    <a:pt x="39" y="30"/>
                  </a:cubicBezTo>
                  <a:cubicBezTo>
                    <a:pt x="43" y="27"/>
                    <a:pt x="66" y="13"/>
                    <a:pt x="67" y="9"/>
                  </a:cubicBezTo>
                  <a:cubicBezTo>
                    <a:pt x="68" y="7"/>
                    <a:pt x="68" y="5"/>
                    <a:pt x="68" y="5"/>
                  </a:cubicBezTo>
                  <a:cubicBezTo>
                    <a:pt x="68" y="2"/>
                    <a:pt x="68" y="0"/>
                    <a:pt x="69" y="5"/>
                  </a:cubicBezTo>
                  <a:cubicBezTo>
                    <a:pt x="70" y="8"/>
                    <a:pt x="71" y="15"/>
                    <a:pt x="67" y="20"/>
                  </a:cubicBezTo>
                  <a:cubicBezTo>
                    <a:pt x="63" y="25"/>
                    <a:pt x="51" y="33"/>
                    <a:pt x="48" y="35"/>
                  </a:cubicBezTo>
                  <a:cubicBezTo>
                    <a:pt x="45" y="37"/>
                    <a:pt x="38" y="41"/>
                    <a:pt x="38" y="45"/>
                  </a:cubicBezTo>
                  <a:cubicBezTo>
                    <a:pt x="38" y="48"/>
                    <a:pt x="39" y="51"/>
                    <a:pt x="39" y="51"/>
                  </a:cubicBezTo>
                  <a:cubicBezTo>
                    <a:pt x="39" y="51"/>
                    <a:pt x="49" y="50"/>
                    <a:pt x="51" y="49"/>
                  </a:cubicBezTo>
                  <a:cubicBezTo>
                    <a:pt x="54" y="49"/>
                    <a:pt x="65" y="48"/>
                    <a:pt x="66" y="47"/>
                  </a:cubicBezTo>
                  <a:cubicBezTo>
                    <a:pt x="68" y="45"/>
                    <a:pt x="68" y="44"/>
                    <a:pt x="68" y="44"/>
                  </a:cubicBezTo>
                  <a:cubicBezTo>
                    <a:pt x="68" y="43"/>
                    <a:pt x="69" y="39"/>
                    <a:pt x="69" y="44"/>
                  </a:cubicBezTo>
                  <a:cubicBezTo>
                    <a:pt x="69" y="46"/>
                    <a:pt x="69" y="49"/>
                    <a:pt x="69" y="51"/>
                  </a:cubicBezTo>
                  <a:moveTo>
                    <a:pt x="28" y="34"/>
                  </a:moveTo>
                  <a:cubicBezTo>
                    <a:pt x="19" y="29"/>
                    <a:pt x="10" y="34"/>
                    <a:pt x="7" y="39"/>
                  </a:cubicBezTo>
                  <a:cubicBezTo>
                    <a:pt x="4" y="44"/>
                    <a:pt x="5" y="53"/>
                    <a:pt x="5" y="53"/>
                  </a:cubicBezTo>
                  <a:cubicBezTo>
                    <a:pt x="5" y="53"/>
                    <a:pt x="18" y="52"/>
                    <a:pt x="20" y="52"/>
                  </a:cubicBezTo>
                  <a:cubicBezTo>
                    <a:pt x="22" y="52"/>
                    <a:pt x="35" y="51"/>
                    <a:pt x="35" y="51"/>
                  </a:cubicBezTo>
                  <a:cubicBezTo>
                    <a:pt x="35" y="51"/>
                    <a:pt x="36" y="39"/>
                    <a:pt x="28" y="3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" name="Freeform 71">
              <a:extLst>
                <a:ext uri="{FF2B5EF4-FFF2-40B4-BE49-F238E27FC236}">
                  <a16:creationId xmlns:a16="http://schemas.microsoft.com/office/drawing/2014/main" id="{7776D6FF-EC9B-44B7-B4D3-7BD6E9E231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66163" y="12084050"/>
              <a:ext cx="44450" cy="107950"/>
            </a:xfrm>
            <a:custGeom>
              <a:avLst/>
              <a:gdLst>
                <a:gd name="T0" fmla="*/ 46 w 58"/>
                <a:gd name="T1" fmla="*/ 118 h 141"/>
                <a:gd name="T2" fmla="*/ 32 w 58"/>
                <a:gd name="T3" fmla="*/ 81 h 141"/>
                <a:gd name="T4" fmla="*/ 42 w 58"/>
                <a:gd name="T5" fmla="*/ 57 h 141"/>
                <a:gd name="T6" fmla="*/ 45 w 58"/>
                <a:gd name="T7" fmla="*/ 53 h 141"/>
                <a:gd name="T8" fmla="*/ 58 w 58"/>
                <a:gd name="T9" fmla="*/ 22 h 141"/>
                <a:gd name="T10" fmla="*/ 56 w 58"/>
                <a:gd name="T11" fmla="*/ 0 h 141"/>
                <a:gd name="T12" fmla="*/ 22 w 58"/>
                <a:gd name="T13" fmla="*/ 60 h 141"/>
                <a:gd name="T14" fmla="*/ 0 w 58"/>
                <a:gd name="T15" fmla="*/ 95 h 141"/>
                <a:gd name="T16" fmla="*/ 19 w 58"/>
                <a:gd name="T17" fmla="*/ 141 h 141"/>
                <a:gd name="T18" fmla="*/ 14 w 58"/>
                <a:gd name="T19" fmla="*/ 113 h 141"/>
                <a:gd name="T20" fmla="*/ 16 w 58"/>
                <a:gd name="T21" fmla="*/ 95 h 141"/>
                <a:gd name="T22" fmla="*/ 16 w 58"/>
                <a:gd name="T23" fmla="*/ 94 h 141"/>
                <a:gd name="T24" fmla="*/ 17 w 58"/>
                <a:gd name="T25" fmla="*/ 95 h 141"/>
                <a:gd name="T26" fmla="*/ 46 w 58"/>
                <a:gd name="T27" fmla="*/ 11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141">
                  <a:moveTo>
                    <a:pt x="46" y="118"/>
                  </a:moveTo>
                  <a:cubicBezTo>
                    <a:pt x="34" y="104"/>
                    <a:pt x="32" y="89"/>
                    <a:pt x="32" y="81"/>
                  </a:cubicBezTo>
                  <a:cubicBezTo>
                    <a:pt x="32" y="70"/>
                    <a:pt x="37" y="64"/>
                    <a:pt x="42" y="57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51" y="47"/>
                    <a:pt x="58" y="38"/>
                    <a:pt x="58" y="22"/>
                  </a:cubicBezTo>
                  <a:cubicBezTo>
                    <a:pt x="58" y="8"/>
                    <a:pt x="57" y="2"/>
                    <a:pt x="56" y="0"/>
                  </a:cubicBezTo>
                  <a:cubicBezTo>
                    <a:pt x="55" y="7"/>
                    <a:pt x="51" y="35"/>
                    <a:pt x="22" y="60"/>
                  </a:cubicBezTo>
                  <a:cubicBezTo>
                    <a:pt x="14" y="67"/>
                    <a:pt x="0" y="80"/>
                    <a:pt x="0" y="95"/>
                  </a:cubicBezTo>
                  <a:cubicBezTo>
                    <a:pt x="0" y="117"/>
                    <a:pt x="14" y="135"/>
                    <a:pt x="19" y="141"/>
                  </a:cubicBezTo>
                  <a:cubicBezTo>
                    <a:pt x="15" y="131"/>
                    <a:pt x="14" y="121"/>
                    <a:pt x="14" y="113"/>
                  </a:cubicBezTo>
                  <a:cubicBezTo>
                    <a:pt x="14" y="102"/>
                    <a:pt x="16" y="95"/>
                    <a:pt x="16" y="95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27" y="112"/>
                    <a:pt x="42" y="117"/>
                    <a:pt x="46" y="11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" name="Freeform 72">
              <a:extLst>
                <a:ext uri="{FF2B5EF4-FFF2-40B4-BE49-F238E27FC236}">
                  <a16:creationId xmlns:a16="http://schemas.microsoft.com/office/drawing/2014/main" id="{22B83A7B-9CA4-46DF-A4C8-AE02ED6E72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04263" y="12076113"/>
              <a:ext cx="25400" cy="49212"/>
            </a:xfrm>
            <a:custGeom>
              <a:avLst/>
              <a:gdLst>
                <a:gd name="T0" fmla="*/ 0 w 34"/>
                <a:gd name="T1" fmla="*/ 64 h 64"/>
                <a:gd name="T2" fmla="*/ 34 w 34"/>
                <a:gd name="T3" fmla="*/ 31 h 64"/>
                <a:gd name="T4" fmla="*/ 20 w 34"/>
                <a:gd name="T5" fmla="*/ 0 h 64"/>
                <a:gd name="T6" fmla="*/ 23 w 34"/>
                <a:gd name="T7" fmla="*/ 19 h 64"/>
                <a:gd name="T8" fmla="*/ 0 w 34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64">
                  <a:moveTo>
                    <a:pt x="0" y="64"/>
                  </a:moveTo>
                  <a:cubicBezTo>
                    <a:pt x="8" y="61"/>
                    <a:pt x="34" y="50"/>
                    <a:pt x="34" y="31"/>
                  </a:cubicBezTo>
                  <a:cubicBezTo>
                    <a:pt x="34" y="17"/>
                    <a:pt x="23" y="4"/>
                    <a:pt x="20" y="0"/>
                  </a:cubicBezTo>
                  <a:cubicBezTo>
                    <a:pt x="21" y="3"/>
                    <a:pt x="23" y="10"/>
                    <a:pt x="23" y="19"/>
                  </a:cubicBezTo>
                  <a:cubicBezTo>
                    <a:pt x="23" y="41"/>
                    <a:pt x="6" y="59"/>
                    <a:pt x="0" y="6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" name="Freeform 73">
              <a:extLst>
                <a:ext uri="{FF2B5EF4-FFF2-40B4-BE49-F238E27FC236}">
                  <a16:creationId xmlns:a16="http://schemas.microsoft.com/office/drawing/2014/main" id="{22F055AC-EBC9-4337-9BC6-6E0DD66371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97913" y="12079288"/>
              <a:ext cx="82550" cy="96837"/>
            </a:xfrm>
            <a:custGeom>
              <a:avLst/>
              <a:gdLst>
                <a:gd name="T0" fmla="*/ 107 w 107"/>
                <a:gd name="T1" fmla="*/ 25 h 126"/>
                <a:gd name="T2" fmla="*/ 73 w 107"/>
                <a:gd name="T3" fmla="*/ 46 h 126"/>
                <a:gd name="T4" fmla="*/ 73 w 107"/>
                <a:gd name="T5" fmla="*/ 45 h 126"/>
                <a:gd name="T6" fmla="*/ 92 w 107"/>
                <a:gd name="T7" fmla="*/ 0 h 126"/>
                <a:gd name="T8" fmla="*/ 44 w 107"/>
                <a:gd name="T9" fmla="*/ 45 h 126"/>
                <a:gd name="T10" fmla="*/ 38 w 107"/>
                <a:gd name="T11" fmla="*/ 48 h 126"/>
                <a:gd name="T12" fmla="*/ 0 w 107"/>
                <a:gd name="T13" fmla="*/ 87 h 126"/>
                <a:gd name="T14" fmla="*/ 11 w 107"/>
                <a:gd name="T15" fmla="*/ 125 h 126"/>
                <a:gd name="T16" fmla="*/ 8 w 107"/>
                <a:gd name="T17" fmla="*/ 108 h 126"/>
                <a:gd name="T18" fmla="*/ 10 w 107"/>
                <a:gd name="T19" fmla="*/ 97 h 126"/>
                <a:gd name="T20" fmla="*/ 11 w 107"/>
                <a:gd name="T21" fmla="*/ 96 h 126"/>
                <a:gd name="T22" fmla="*/ 11 w 107"/>
                <a:gd name="T23" fmla="*/ 97 h 126"/>
                <a:gd name="T24" fmla="*/ 33 w 107"/>
                <a:gd name="T25" fmla="*/ 126 h 126"/>
                <a:gd name="T26" fmla="*/ 32 w 107"/>
                <a:gd name="T27" fmla="*/ 117 h 126"/>
                <a:gd name="T28" fmla="*/ 57 w 107"/>
                <a:gd name="T29" fmla="*/ 70 h 126"/>
                <a:gd name="T30" fmla="*/ 107 w 107"/>
                <a:gd name="T31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26">
                  <a:moveTo>
                    <a:pt x="107" y="25"/>
                  </a:moveTo>
                  <a:cubicBezTo>
                    <a:pt x="100" y="35"/>
                    <a:pt x="74" y="45"/>
                    <a:pt x="73" y="46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87" y="30"/>
                    <a:pt x="91" y="7"/>
                    <a:pt x="92" y="0"/>
                  </a:cubicBezTo>
                  <a:cubicBezTo>
                    <a:pt x="71" y="33"/>
                    <a:pt x="59" y="39"/>
                    <a:pt x="44" y="45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20" y="56"/>
                    <a:pt x="0" y="68"/>
                    <a:pt x="0" y="87"/>
                  </a:cubicBezTo>
                  <a:cubicBezTo>
                    <a:pt x="0" y="112"/>
                    <a:pt x="8" y="122"/>
                    <a:pt x="11" y="125"/>
                  </a:cubicBezTo>
                  <a:cubicBezTo>
                    <a:pt x="9" y="118"/>
                    <a:pt x="8" y="113"/>
                    <a:pt x="8" y="108"/>
                  </a:cubicBezTo>
                  <a:cubicBezTo>
                    <a:pt x="8" y="101"/>
                    <a:pt x="10" y="97"/>
                    <a:pt x="10" y="97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3" y="111"/>
                    <a:pt x="29" y="124"/>
                    <a:pt x="33" y="126"/>
                  </a:cubicBezTo>
                  <a:cubicBezTo>
                    <a:pt x="33" y="125"/>
                    <a:pt x="32" y="122"/>
                    <a:pt x="32" y="117"/>
                  </a:cubicBezTo>
                  <a:cubicBezTo>
                    <a:pt x="32" y="104"/>
                    <a:pt x="35" y="79"/>
                    <a:pt x="57" y="70"/>
                  </a:cubicBezTo>
                  <a:cubicBezTo>
                    <a:pt x="96" y="53"/>
                    <a:pt x="105" y="32"/>
                    <a:pt x="107" y="2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" name="Freeform 74">
              <a:extLst>
                <a:ext uri="{FF2B5EF4-FFF2-40B4-BE49-F238E27FC236}">
                  <a16:creationId xmlns:a16="http://schemas.microsoft.com/office/drawing/2014/main" id="{EEA3F482-84B9-442F-826B-82A520855C6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26488" y="12126913"/>
              <a:ext cx="34925" cy="53975"/>
            </a:xfrm>
            <a:custGeom>
              <a:avLst/>
              <a:gdLst>
                <a:gd name="T0" fmla="*/ 38 w 46"/>
                <a:gd name="T1" fmla="*/ 39 h 71"/>
                <a:gd name="T2" fmla="*/ 46 w 46"/>
                <a:gd name="T3" fmla="*/ 0 h 71"/>
                <a:gd name="T4" fmla="*/ 0 w 46"/>
                <a:gd name="T5" fmla="*/ 67 h 71"/>
                <a:gd name="T6" fmla="*/ 0 w 46"/>
                <a:gd name="T7" fmla="*/ 71 h 71"/>
                <a:gd name="T8" fmla="*/ 23 w 46"/>
                <a:gd name="T9" fmla="*/ 38 h 71"/>
                <a:gd name="T10" fmla="*/ 24 w 46"/>
                <a:gd name="T11" fmla="*/ 37 h 71"/>
                <a:gd name="T12" fmla="*/ 24 w 46"/>
                <a:gd name="T13" fmla="*/ 38 h 71"/>
                <a:gd name="T14" fmla="*/ 24 w 46"/>
                <a:gd name="T15" fmla="*/ 38 h 71"/>
                <a:gd name="T16" fmla="*/ 17 w 46"/>
                <a:gd name="T17" fmla="*/ 68 h 71"/>
                <a:gd name="T18" fmla="*/ 38 w 46"/>
                <a:gd name="T19" fmla="*/ 3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1">
                  <a:moveTo>
                    <a:pt x="38" y="39"/>
                  </a:moveTo>
                  <a:cubicBezTo>
                    <a:pt x="38" y="14"/>
                    <a:pt x="43" y="4"/>
                    <a:pt x="46" y="0"/>
                  </a:cubicBezTo>
                  <a:cubicBezTo>
                    <a:pt x="4" y="19"/>
                    <a:pt x="0" y="54"/>
                    <a:pt x="0" y="67"/>
                  </a:cubicBezTo>
                  <a:cubicBezTo>
                    <a:pt x="0" y="69"/>
                    <a:pt x="0" y="70"/>
                    <a:pt x="0" y="71"/>
                  </a:cubicBezTo>
                  <a:cubicBezTo>
                    <a:pt x="2" y="66"/>
                    <a:pt x="8" y="50"/>
                    <a:pt x="23" y="38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9"/>
                    <a:pt x="23" y="45"/>
                    <a:pt x="17" y="68"/>
                  </a:cubicBezTo>
                  <a:cubicBezTo>
                    <a:pt x="21" y="66"/>
                    <a:pt x="38" y="54"/>
                    <a:pt x="38" y="3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" name="Freeform 75">
              <a:extLst>
                <a:ext uri="{FF2B5EF4-FFF2-40B4-BE49-F238E27FC236}">
                  <a16:creationId xmlns:a16="http://schemas.microsoft.com/office/drawing/2014/main" id="{8FA337BB-8E38-49BB-84DE-187204ACCC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8713" y="12109450"/>
              <a:ext cx="34925" cy="79375"/>
            </a:xfrm>
            <a:custGeom>
              <a:avLst/>
              <a:gdLst>
                <a:gd name="T0" fmla="*/ 45 w 45"/>
                <a:gd name="T1" fmla="*/ 60 h 104"/>
                <a:gd name="T2" fmla="*/ 42 w 45"/>
                <a:gd name="T3" fmla="*/ 44 h 104"/>
                <a:gd name="T4" fmla="*/ 32 w 45"/>
                <a:gd name="T5" fmla="*/ 60 h 104"/>
                <a:gd name="T6" fmla="*/ 32 w 45"/>
                <a:gd name="T7" fmla="*/ 60 h 104"/>
                <a:gd name="T8" fmla="*/ 32 w 45"/>
                <a:gd name="T9" fmla="*/ 60 h 104"/>
                <a:gd name="T10" fmla="*/ 31 w 45"/>
                <a:gd name="T11" fmla="*/ 59 h 104"/>
                <a:gd name="T12" fmla="*/ 36 w 45"/>
                <a:gd name="T13" fmla="*/ 41 h 104"/>
                <a:gd name="T14" fmla="*/ 34 w 45"/>
                <a:gd name="T15" fmla="*/ 28 h 104"/>
                <a:gd name="T16" fmla="*/ 34 w 45"/>
                <a:gd name="T17" fmla="*/ 22 h 104"/>
                <a:gd name="T18" fmla="*/ 41 w 45"/>
                <a:gd name="T19" fmla="*/ 0 h 104"/>
                <a:gd name="T20" fmla="*/ 19 w 45"/>
                <a:gd name="T21" fmla="*/ 33 h 104"/>
                <a:gd name="T22" fmla="*/ 14 w 45"/>
                <a:gd name="T23" fmla="*/ 57 h 104"/>
                <a:gd name="T24" fmla="*/ 12 w 45"/>
                <a:gd name="T25" fmla="*/ 66 h 104"/>
                <a:gd name="T26" fmla="*/ 0 w 45"/>
                <a:gd name="T27" fmla="*/ 96 h 104"/>
                <a:gd name="T28" fmla="*/ 17 w 45"/>
                <a:gd name="T29" fmla="*/ 76 h 104"/>
                <a:gd name="T30" fmla="*/ 18 w 45"/>
                <a:gd name="T31" fmla="*/ 74 h 104"/>
                <a:gd name="T32" fmla="*/ 18 w 45"/>
                <a:gd name="T33" fmla="*/ 76 h 104"/>
                <a:gd name="T34" fmla="*/ 19 w 45"/>
                <a:gd name="T35" fmla="*/ 83 h 104"/>
                <a:gd name="T36" fmla="*/ 14 w 45"/>
                <a:gd name="T37" fmla="*/ 104 h 104"/>
                <a:gd name="T38" fmla="*/ 45 w 45"/>
                <a:gd name="T39" fmla="*/ 6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104">
                  <a:moveTo>
                    <a:pt x="45" y="60"/>
                  </a:moveTo>
                  <a:cubicBezTo>
                    <a:pt x="45" y="52"/>
                    <a:pt x="43" y="46"/>
                    <a:pt x="42" y="44"/>
                  </a:cubicBezTo>
                  <a:cubicBezTo>
                    <a:pt x="41" y="46"/>
                    <a:pt x="39" y="53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6" y="54"/>
                    <a:pt x="36" y="41"/>
                  </a:cubicBezTo>
                  <a:cubicBezTo>
                    <a:pt x="36" y="37"/>
                    <a:pt x="35" y="33"/>
                    <a:pt x="34" y="28"/>
                  </a:cubicBezTo>
                  <a:cubicBezTo>
                    <a:pt x="34" y="26"/>
                    <a:pt x="34" y="24"/>
                    <a:pt x="34" y="22"/>
                  </a:cubicBezTo>
                  <a:cubicBezTo>
                    <a:pt x="34" y="12"/>
                    <a:pt x="38" y="4"/>
                    <a:pt x="41" y="0"/>
                  </a:cubicBezTo>
                  <a:cubicBezTo>
                    <a:pt x="36" y="3"/>
                    <a:pt x="24" y="14"/>
                    <a:pt x="19" y="33"/>
                  </a:cubicBezTo>
                  <a:cubicBezTo>
                    <a:pt x="15" y="47"/>
                    <a:pt x="14" y="53"/>
                    <a:pt x="14" y="57"/>
                  </a:cubicBezTo>
                  <a:cubicBezTo>
                    <a:pt x="13" y="60"/>
                    <a:pt x="13" y="62"/>
                    <a:pt x="12" y="66"/>
                  </a:cubicBezTo>
                  <a:cubicBezTo>
                    <a:pt x="9" y="74"/>
                    <a:pt x="4" y="89"/>
                    <a:pt x="0" y="96"/>
                  </a:cubicBezTo>
                  <a:cubicBezTo>
                    <a:pt x="3" y="94"/>
                    <a:pt x="11" y="88"/>
                    <a:pt x="17" y="7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9" y="79"/>
                    <a:pt x="19" y="83"/>
                  </a:cubicBezTo>
                  <a:cubicBezTo>
                    <a:pt x="19" y="89"/>
                    <a:pt x="18" y="97"/>
                    <a:pt x="14" y="104"/>
                  </a:cubicBezTo>
                  <a:cubicBezTo>
                    <a:pt x="20" y="100"/>
                    <a:pt x="45" y="79"/>
                    <a:pt x="45" y="6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" name="Freeform 76">
              <a:extLst>
                <a:ext uri="{FF2B5EF4-FFF2-40B4-BE49-F238E27FC236}">
                  <a16:creationId xmlns:a16="http://schemas.microsoft.com/office/drawing/2014/main" id="{26B29AA0-B8A0-4B1C-8921-D08E99D7C0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0463" y="12104688"/>
              <a:ext cx="36512" cy="41275"/>
            </a:xfrm>
            <a:custGeom>
              <a:avLst/>
              <a:gdLst>
                <a:gd name="T0" fmla="*/ 48 w 48"/>
                <a:gd name="T1" fmla="*/ 24 h 55"/>
                <a:gd name="T2" fmla="*/ 19 w 48"/>
                <a:gd name="T3" fmla="*/ 19 h 55"/>
                <a:gd name="T4" fmla="*/ 17 w 48"/>
                <a:gd name="T5" fmla="*/ 19 h 55"/>
                <a:gd name="T6" fmla="*/ 18 w 48"/>
                <a:gd name="T7" fmla="*/ 18 h 55"/>
                <a:gd name="T8" fmla="*/ 37 w 48"/>
                <a:gd name="T9" fmla="*/ 2 h 55"/>
                <a:gd name="T10" fmla="*/ 7 w 48"/>
                <a:gd name="T11" fmla="*/ 12 h 55"/>
                <a:gd name="T12" fmla="*/ 0 w 48"/>
                <a:gd name="T13" fmla="*/ 39 h 55"/>
                <a:gd name="T14" fmla="*/ 0 w 48"/>
                <a:gd name="T15" fmla="*/ 44 h 55"/>
                <a:gd name="T16" fmla="*/ 10 w 48"/>
                <a:gd name="T17" fmla="*/ 29 h 55"/>
                <a:gd name="T18" fmla="*/ 11 w 48"/>
                <a:gd name="T19" fmla="*/ 29 h 55"/>
                <a:gd name="T20" fmla="*/ 11 w 48"/>
                <a:gd name="T21" fmla="*/ 30 h 55"/>
                <a:gd name="T22" fmla="*/ 11 w 48"/>
                <a:gd name="T23" fmla="*/ 35 h 55"/>
                <a:gd name="T24" fmla="*/ 9 w 48"/>
                <a:gd name="T25" fmla="*/ 55 h 55"/>
                <a:gd name="T26" fmla="*/ 48 w 48"/>
                <a:gd name="T27" fmla="*/ 2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5">
                  <a:moveTo>
                    <a:pt x="48" y="24"/>
                  </a:moveTo>
                  <a:cubicBezTo>
                    <a:pt x="34" y="14"/>
                    <a:pt x="19" y="19"/>
                    <a:pt x="19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5" y="9"/>
                    <a:pt x="34" y="4"/>
                    <a:pt x="37" y="2"/>
                  </a:cubicBezTo>
                  <a:cubicBezTo>
                    <a:pt x="33" y="1"/>
                    <a:pt x="15" y="0"/>
                    <a:pt x="7" y="12"/>
                  </a:cubicBezTo>
                  <a:cubicBezTo>
                    <a:pt x="1" y="20"/>
                    <a:pt x="0" y="32"/>
                    <a:pt x="0" y="39"/>
                  </a:cubicBezTo>
                  <a:cubicBezTo>
                    <a:pt x="0" y="42"/>
                    <a:pt x="0" y="43"/>
                    <a:pt x="0" y="44"/>
                  </a:cubicBezTo>
                  <a:cubicBezTo>
                    <a:pt x="9" y="29"/>
                    <a:pt x="10" y="29"/>
                    <a:pt x="10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1"/>
                    <a:pt x="11" y="33"/>
                    <a:pt x="11" y="35"/>
                  </a:cubicBezTo>
                  <a:cubicBezTo>
                    <a:pt x="11" y="42"/>
                    <a:pt x="10" y="51"/>
                    <a:pt x="9" y="55"/>
                  </a:cubicBezTo>
                  <a:cubicBezTo>
                    <a:pt x="24" y="26"/>
                    <a:pt x="43" y="24"/>
                    <a:pt x="48" y="2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" name="Freeform 77">
              <a:extLst>
                <a:ext uri="{FF2B5EF4-FFF2-40B4-BE49-F238E27FC236}">
                  <a16:creationId xmlns:a16="http://schemas.microsoft.com/office/drawing/2014/main" id="{C5DB64B9-A47C-477D-A57E-7D1349A3A5C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04263" y="12426950"/>
              <a:ext cx="41275" cy="90487"/>
            </a:xfrm>
            <a:custGeom>
              <a:avLst/>
              <a:gdLst>
                <a:gd name="T0" fmla="*/ 23 w 53"/>
                <a:gd name="T1" fmla="*/ 118 h 118"/>
                <a:gd name="T2" fmla="*/ 25 w 53"/>
                <a:gd name="T3" fmla="*/ 48 h 118"/>
                <a:gd name="T4" fmla="*/ 28 w 53"/>
                <a:gd name="T5" fmla="*/ 53 h 118"/>
                <a:gd name="T6" fmla="*/ 31 w 53"/>
                <a:gd name="T7" fmla="*/ 61 h 118"/>
                <a:gd name="T8" fmla="*/ 34 w 53"/>
                <a:gd name="T9" fmla="*/ 67 h 118"/>
                <a:gd name="T10" fmla="*/ 36 w 53"/>
                <a:gd name="T11" fmla="*/ 85 h 118"/>
                <a:gd name="T12" fmla="*/ 39 w 53"/>
                <a:gd name="T13" fmla="*/ 90 h 118"/>
                <a:gd name="T14" fmla="*/ 51 w 53"/>
                <a:gd name="T15" fmla="*/ 69 h 118"/>
                <a:gd name="T16" fmla="*/ 44 w 53"/>
                <a:gd name="T17" fmla="*/ 58 h 118"/>
                <a:gd name="T18" fmla="*/ 38 w 53"/>
                <a:gd name="T19" fmla="*/ 40 h 118"/>
                <a:gd name="T20" fmla="*/ 32 w 53"/>
                <a:gd name="T21" fmla="*/ 36 h 118"/>
                <a:gd name="T22" fmla="*/ 25 w 53"/>
                <a:gd name="T23" fmla="*/ 29 h 118"/>
                <a:gd name="T24" fmla="*/ 26 w 53"/>
                <a:gd name="T25" fmla="*/ 10 h 118"/>
                <a:gd name="T26" fmla="*/ 23 w 53"/>
                <a:gd name="T27" fmla="*/ 10 h 118"/>
                <a:gd name="T28" fmla="*/ 0 w 53"/>
                <a:gd name="T29" fmla="*/ 0 h 118"/>
                <a:gd name="T30" fmla="*/ 4 w 53"/>
                <a:gd name="T31" fmla="*/ 118 h 118"/>
                <a:gd name="T32" fmla="*/ 23 w 53"/>
                <a:gd name="T33" fmla="*/ 118 h 118"/>
                <a:gd name="T34" fmla="*/ 47 w 53"/>
                <a:gd name="T35" fmla="*/ 80 h 118"/>
                <a:gd name="T36" fmla="*/ 41 w 53"/>
                <a:gd name="T37" fmla="*/ 86 h 118"/>
                <a:gd name="T38" fmla="*/ 40 w 53"/>
                <a:gd name="T39" fmla="*/ 76 h 118"/>
                <a:gd name="T40" fmla="*/ 47 w 53"/>
                <a:gd name="T41" fmla="*/ 70 h 118"/>
                <a:gd name="T42" fmla="*/ 47 w 53"/>
                <a:gd name="T43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118">
                  <a:moveTo>
                    <a:pt x="23" y="118"/>
                  </a:moveTo>
                  <a:cubicBezTo>
                    <a:pt x="25" y="48"/>
                    <a:pt x="25" y="48"/>
                    <a:pt x="25" y="48"/>
                  </a:cubicBezTo>
                  <a:cubicBezTo>
                    <a:pt x="26" y="50"/>
                    <a:pt x="27" y="52"/>
                    <a:pt x="28" y="53"/>
                  </a:cubicBezTo>
                  <a:cubicBezTo>
                    <a:pt x="30" y="56"/>
                    <a:pt x="31" y="61"/>
                    <a:pt x="31" y="61"/>
                  </a:cubicBezTo>
                  <a:cubicBezTo>
                    <a:pt x="31" y="61"/>
                    <a:pt x="33" y="64"/>
                    <a:pt x="34" y="67"/>
                  </a:cubicBezTo>
                  <a:cubicBezTo>
                    <a:pt x="34" y="70"/>
                    <a:pt x="36" y="82"/>
                    <a:pt x="36" y="85"/>
                  </a:cubicBezTo>
                  <a:cubicBezTo>
                    <a:pt x="37" y="87"/>
                    <a:pt x="37" y="90"/>
                    <a:pt x="39" y="90"/>
                  </a:cubicBezTo>
                  <a:cubicBezTo>
                    <a:pt x="48" y="90"/>
                    <a:pt x="53" y="74"/>
                    <a:pt x="51" y="69"/>
                  </a:cubicBezTo>
                  <a:cubicBezTo>
                    <a:pt x="49" y="64"/>
                    <a:pt x="44" y="58"/>
                    <a:pt x="44" y="58"/>
                  </a:cubicBezTo>
                  <a:cubicBezTo>
                    <a:pt x="44" y="58"/>
                    <a:pt x="39" y="42"/>
                    <a:pt x="38" y="40"/>
                  </a:cubicBezTo>
                  <a:cubicBezTo>
                    <a:pt x="37" y="38"/>
                    <a:pt x="33" y="37"/>
                    <a:pt x="32" y="36"/>
                  </a:cubicBezTo>
                  <a:cubicBezTo>
                    <a:pt x="32" y="36"/>
                    <a:pt x="29" y="32"/>
                    <a:pt x="25" y="2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10"/>
                    <a:pt x="24" y="10"/>
                    <a:pt x="23" y="10"/>
                  </a:cubicBezTo>
                  <a:cubicBezTo>
                    <a:pt x="9" y="10"/>
                    <a:pt x="1" y="1"/>
                    <a:pt x="0" y="0"/>
                  </a:cubicBezTo>
                  <a:cubicBezTo>
                    <a:pt x="4" y="118"/>
                    <a:pt x="4" y="118"/>
                    <a:pt x="4" y="118"/>
                  </a:cubicBezTo>
                  <a:lnTo>
                    <a:pt x="23" y="118"/>
                  </a:lnTo>
                  <a:close/>
                  <a:moveTo>
                    <a:pt x="47" y="80"/>
                  </a:moveTo>
                  <a:cubicBezTo>
                    <a:pt x="43" y="86"/>
                    <a:pt x="42" y="86"/>
                    <a:pt x="41" y="86"/>
                  </a:cubicBezTo>
                  <a:cubicBezTo>
                    <a:pt x="39" y="86"/>
                    <a:pt x="39" y="80"/>
                    <a:pt x="40" y="76"/>
                  </a:cubicBezTo>
                  <a:cubicBezTo>
                    <a:pt x="41" y="73"/>
                    <a:pt x="44" y="70"/>
                    <a:pt x="47" y="70"/>
                  </a:cubicBezTo>
                  <a:cubicBezTo>
                    <a:pt x="49" y="70"/>
                    <a:pt x="51" y="74"/>
                    <a:pt x="47" y="8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" name="Freeform 78">
              <a:extLst>
                <a:ext uri="{FF2B5EF4-FFF2-40B4-BE49-F238E27FC236}">
                  <a16:creationId xmlns:a16="http://schemas.microsoft.com/office/drawing/2014/main" id="{6FE38C51-F50A-4DD9-B0ED-9EA59549667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24888" y="12199938"/>
              <a:ext cx="273050" cy="250825"/>
            </a:xfrm>
            <a:custGeom>
              <a:avLst/>
              <a:gdLst>
                <a:gd name="T0" fmla="*/ 334 w 356"/>
                <a:gd name="T1" fmla="*/ 124 h 327"/>
                <a:gd name="T2" fmla="*/ 276 w 356"/>
                <a:gd name="T3" fmla="*/ 137 h 327"/>
                <a:gd name="T4" fmla="*/ 278 w 356"/>
                <a:gd name="T5" fmla="*/ 104 h 327"/>
                <a:gd name="T6" fmla="*/ 223 w 356"/>
                <a:gd name="T7" fmla="*/ 178 h 327"/>
                <a:gd name="T8" fmla="*/ 250 w 356"/>
                <a:gd name="T9" fmla="*/ 128 h 327"/>
                <a:gd name="T10" fmla="*/ 194 w 356"/>
                <a:gd name="T11" fmla="*/ 184 h 327"/>
                <a:gd name="T12" fmla="*/ 154 w 356"/>
                <a:gd name="T13" fmla="*/ 173 h 327"/>
                <a:gd name="T14" fmla="*/ 215 w 356"/>
                <a:gd name="T15" fmla="*/ 132 h 327"/>
                <a:gd name="T16" fmla="*/ 163 w 356"/>
                <a:gd name="T17" fmla="*/ 163 h 327"/>
                <a:gd name="T18" fmla="*/ 177 w 356"/>
                <a:gd name="T19" fmla="*/ 128 h 327"/>
                <a:gd name="T20" fmla="*/ 243 w 356"/>
                <a:gd name="T21" fmla="*/ 98 h 327"/>
                <a:gd name="T22" fmla="*/ 181 w 356"/>
                <a:gd name="T23" fmla="*/ 111 h 327"/>
                <a:gd name="T24" fmla="*/ 183 w 356"/>
                <a:gd name="T25" fmla="*/ 87 h 327"/>
                <a:gd name="T26" fmla="*/ 167 w 356"/>
                <a:gd name="T27" fmla="*/ 139 h 327"/>
                <a:gd name="T28" fmla="*/ 161 w 356"/>
                <a:gd name="T29" fmla="*/ 97 h 327"/>
                <a:gd name="T30" fmla="*/ 153 w 356"/>
                <a:gd name="T31" fmla="*/ 158 h 327"/>
                <a:gd name="T32" fmla="*/ 135 w 356"/>
                <a:gd name="T33" fmla="*/ 96 h 327"/>
                <a:gd name="T34" fmla="*/ 114 w 356"/>
                <a:gd name="T35" fmla="*/ 0 h 327"/>
                <a:gd name="T36" fmla="*/ 98 w 356"/>
                <a:gd name="T37" fmla="*/ 98 h 327"/>
                <a:gd name="T38" fmla="*/ 79 w 356"/>
                <a:gd name="T39" fmla="*/ 166 h 327"/>
                <a:gd name="T40" fmla="*/ 89 w 356"/>
                <a:gd name="T41" fmla="*/ 225 h 327"/>
                <a:gd name="T42" fmla="*/ 78 w 356"/>
                <a:gd name="T43" fmla="*/ 263 h 327"/>
                <a:gd name="T44" fmla="*/ 0 w 356"/>
                <a:gd name="T45" fmla="*/ 234 h 327"/>
                <a:gd name="T46" fmla="*/ 70 w 356"/>
                <a:gd name="T47" fmla="*/ 265 h 327"/>
                <a:gd name="T48" fmla="*/ 38 w 356"/>
                <a:gd name="T49" fmla="*/ 319 h 327"/>
                <a:gd name="T50" fmla="*/ 77 w 356"/>
                <a:gd name="T51" fmla="*/ 280 h 327"/>
                <a:gd name="T52" fmla="*/ 99 w 356"/>
                <a:gd name="T53" fmla="*/ 318 h 327"/>
                <a:gd name="T54" fmla="*/ 105 w 356"/>
                <a:gd name="T55" fmla="*/ 291 h 327"/>
                <a:gd name="T56" fmla="*/ 138 w 356"/>
                <a:gd name="T57" fmla="*/ 274 h 327"/>
                <a:gd name="T58" fmla="*/ 104 w 356"/>
                <a:gd name="T59" fmla="*/ 283 h 327"/>
                <a:gd name="T60" fmla="*/ 101 w 356"/>
                <a:gd name="T61" fmla="*/ 279 h 327"/>
                <a:gd name="T62" fmla="*/ 132 w 356"/>
                <a:gd name="T63" fmla="*/ 233 h 327"/>
                <a:gd name="T64" fmla="*/ 112 w 356"/>
                <a:gd name="T65" fmla="*/ 221 h 327"/>
                <a:gd name="T66" fmla="*/ 94 w 356"/>
                <a:gd name="T67" fmla="*/ 279 h 327"/>
                <a:gd name="T68" fmla="*/ 92 w 356"/>
                <a:gd name="T69" fmla="*/ 244 h 327"/>
                <a:gd name="T70" fmla="*/ 145 w 356"/>
                <a:gd name="T71" fmla="*/ 194 h 327"/>
                <a:gd name="T72" fmla="*/ 185 w 356"/>
                <a:gd name="T73" fmla="*/ 220 h 327"/>
                <a:gd name="T74" fmla="*/ 183 w 356"/>
                <a:gd name="T75" fmla="*/ 193 h 327"/>
                <a:gd name="T76" fmla="*/ 214 w 356"/>
                <a:gd name="T77" fmla="*/ 183 h 327"/>
                <a:gd name="T78" fmla="*/ 306 w 356"/>
                <a:gd name="T79" fmla="*/ 188 h 327"/>
                <a:gd name="T80" fmla="*/ 226 w 356"/>
                <a:gd name="T81" fmla="*/ 181 h 327"/>
                <a:gd name="T82" fmla="*/ 309 w 356"/>
                <a:gd name="T83" fmla="*/ 130 h 327"/>
                <a:gd name="T84" fmla="*/ 309 w 356"/>
                <a:gd name="T85" fmla="*/ 130 h 327"/>
                <a:gd name="T86" fmla="*/ 282 w 356"/>
                <a:gd name="T87" fmla="*/ 104 h 327"/>
                <a:gd name="T88" fmla="*/ 231 w 356"/>
                <a:gd name="T89" fmla="*/ 150 h 327"/>
                <a:gd name="T90" fmla="*/ 184 w 356"/>
                <a:gd name="T91" fmla="*/ 141 h 327"/>
                <a:gd name="T92" fmla="*/ 214 w 356"/>
                <a:gd name="T93" fmla="*/ 104 h 327"/>
                <a:gd name="T94" fmla="*/ 178 w 356"/>
                <a:gd name="T95" fmla="*/ 109 h 327"/>
                <a:gd name="T96" fmla="*/ 155 w 356"/>
                <a:gd name="T97" fmla="*/ 119 h 327"/>
                <a:gd name="T98" fmla="*/ 64 w 356"/>
                <a:gd name="T99" fmla="*/ 258 h 327"/>
                <a:gd name="T100" fmla="*/ 33 w 356"/>
                <a:gd name="T101" fmla="*/ 318 h 327"/>
                <a:gd name="T102" fmla="*/ 135 w 356"/>
                <a:gd name="T103" fmla="*/ 278 h 327"/>
                <a:gd name="T104" fmla="*/ 112 w 356"/>
                <a:gd name="T105" fmla="*/ 248 h 327"/>
                <a:gd name="T106" fmla="*/ 89 w 356"/>
                <a:gd name="T107" fmla="*/ 217 h 327"/>
                <a:gd name="T108" fmla="*/ 178 w 356"/>
                <a:gd name="T109" fmla="*/ 195 h 327"/>
                <a:gd name="T110" fmla="*/ 237 w 356"/>
                <a:gd name="T111" fmla="*/ 19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6" h="327">
                  <a:moveTo>
                    <a:pt x="283" y="148"/>
                  </a:moveTo>
                  <a:cubicBezTo>
                    <a:pt x="286" y="149"/>
                    <a:pt x="299" y="153"/>
                    <a:pt x="306" y="153"/>
                  </a:cubicBezTo>
                  <a:cubicBezTo>
                    <a:pt x="324" y="152"/>
                    <a:pt x="337" y="138"/>
                    <a:pt x="341" y="135"/>
                  </a:cubicBezTo>
                  <a:cubicBezTo>
                    <a:pt x="345" y="132"/>
                    <a:pt x="356" y="126"/>
                    <a:pt x="356" y="126"/>
                  </a:cubicBezTo>
                  <a:cubicBezTo>
                    <a:pt x="356" y="126"/>
                    <a:pt x="346" y="126"/>
                    <a:pt x="334" y="124"/>
                  </a:cubicBezTo>
                  <a:cubicBezTo>
                    <a:pt x="322" y="124"/>
                    <a:pt x="310" y="125"/>
                    <a:pt x="301" y="128"/>
                  </a:cubicBezTo>
                  <a:cubicBezTo>
                    <a:pt x="291" y="132"/>
                    <a:pt x="286" y="137"/>
                    <a:pt x="284" y="139"/>
                  </a:cubicBezTo>
                  <a:cubicBezTo>
                    <a:pt x="282" y="140"/>
                    <a:pt x="281" y="142"/>
                    <a:pt x="277" y="143"/>
                  </a:cubicBezTo>
                  <a:cubicBezTo>
                    <a:pt x="274" y="144"/>
                    <a:pt x="271" y="145"/>
                    <a:pt x="271" y="145"/>
                  </a:cubicBezTo>
                  <a:cubicBezTo>
                    <a:pt x="273" y="140"/>
                    <a:pt x="274" y="138"/>
                    <a:pt x="276" y="137"/>
                  </a:cubicBezTo>
                  <a:cubicBezTo>
                    <a:pt x="277" y="136"/>
                    <a:pt x="285" y="130"/>
                    <a:pt x="293" y="122"/>
                  </a:cubicBezTo>
                  <a:cubicBezTo>
                    <a:pt x="301" y="113"/>
                    <a:pt x="313" y="92"/>
                    <a:pt x="314" y="89"/>
                  </a:cubicBezTo>
                  <a:cubicBezTo>
                    <a:pt x="315" y="85"/>
                    <a:pt x="323" y="69"/>
                    <a:pt x="323" y="69"/>
                  </a:cubicBezTo>
                  <a:cubicBezTo>
                    <a:pt x="323" y="69"/>
                    <a:pt x="314" y="75"/>
                    <a:pt x="304" y="80"/>
                  </a:cubicBezTo>
                  <a:cubicBezTo>
                    <a:pt x="294" y="86"/>
                    <a:pt x="283" y="95"/>
                    <a:pt x="278" y="104"/>
                  </a:cubicBezTo>
                  <a:cubicBezTo>
                    <a:pt x="273" y="112"/>
                    <a:pt x="271" y="122"/>
                    <a:pt x="271" y="131"/>
                  </a:cubicBezTo>
                  <a:cubicBezTo>
                    <a:pt x="271" y="139"/>
                    <a:pt x="268" y="146"/>
                    <a:pt x="261" y="154"/>
                  </a:cubicBezTo>
                  <a:cubicBezTo>
                    <a:pt x="255" y="161"/>
                    <a:pt x="244" y="170"/>
                    <a:pt x="242" y="172"/>
                  </a:cubicBezTo>
                  <a:cubicBezTo>
                    <a:pt x="241" y="172"/>
                    <a:pt x="236" y="176"/>
                    <a:pt x="231" y="177"/>
                  </a:cubicBezTo>
                  <a:cubicBezTo>
                    <a:pt x="228" y="178"/>
                    <a:pt x="223" y="178"/>
                    <a:pt x="223" y="178"/>
                  </a:cubicBezTo>
                  <a:cubicBezTo>
                    <a:pt x="223" y="178"/>
                    <a:pt x="227" y="173"/>
                    <a:pt x="229" y="172"/>
                  </a:cubicBezTo>
                  <a:cubicBezTo>
                    <a:pt x="232" y="171"/>
                    <a:pt x="237" y="170"/>
                    <a:pt x="246" y="162"/>
                  </a:cubicBezTo>
                  <a:cubicBezTo>
                    <a:pt x="255" y="154"/>
                    <a:pt x="261" y="133"/>
                    <a:pt x="262" y="130"/>
                  </a:cubicBezTo>
                  <a:cubicBezTo>
                    <a:pt x="262" y="126"/>
                    <a:pt x="265" y="116"/>
                    <a:pt x="265" y="116"/>
                  </a:cubicBezTo>
                  <a:cubicBezTo>
                    <a:pt x="265" y="116"/>
                    <a:pt x="259" y="123"/>
                    <a:pt x="250" y="128"/>
                  </a:cubicBezTo>
                  <a:cubicBezTo>
                    <a:pt x="242" y="133"/>
                    <a:pt x="232" y="142"/>
                    <a:pt x="226" y="152"/>
                  </a:cubicBezTo>
                  <a:cubicBezTo>
                    <a:pt x="220" y="162"/>
                    <a:pt x="223" y="170"/>
                    <a:pt x="223" y="172"/>
                  </a:cubicBezTo>
                  <a:cubicBezTo>
                    <a:pt x="223" y="173"/>
                    <a:pt x="223" y="174"/>
                    <a:pt x="220" y="176"/>
                  </a:cubicBezTo>
                  <a:cubicBezTo>
                    <a:pt x="218" y="179"/>
                    <a:pt x="214" y="179"/>
                    <a:pt x="212" y="180"/>
                  </a:cubicBezTo>
                  <a:cubicBezTo>
                    <a:pt x="210" y="180"/>
                    <a:pt x="202" y="184"/>
                    <a:pt x="194" y="184"/>
                  </a:cubicBezTo>
                  <a:cubicBezTo>
                    <a:pt x="185" y="184"/>
                    <a:pt x="174" y="180"/>
                    <a:pt x="172" y="179"/>
                  </a:cubicBezTo>
                  <a:cubicBezTo>
                    <a:pt x="169" y="179"/>
                    <a:pt x="165" y="182"/>
                    <a:pt x="164" y="182"/>
                  </a:cubicBezTo>
                  <a:cubicBezTo>
                    <a:pt x="162" y="182"/>
                    <a:pt x="161" y="181"/>
                    <a:pt x="159" y="181"/>
                  </a:cubicBezTo>
                  <a:cubicBezTo>
                    <a:pt x="157" y="181"/>
                    <a:pt x="152" y="181"/>
                    <a:pt x="152" y="181"/>
                  </a:cubicBezTo>
                  <a:cubicBezTo>
                    <a:pt x="154" y="179"/>
                    <a:pt x="154" y="174"/>
                    <a:pt x="154" y="173"/>
                  </a:cubicBezTo>
                  <a:cubicBezTo>
                    <a:pt x="154" y="172"/>
                    <a:pt x="155" y="170"/>
                    <a:pt x="156" y="170"/>
                  </a:cubicBezTo>
                  <a:cubicBezTo>
                    <a:pt x="158" y="169"/>
                    <a:pt x="163" y="166"/>
                    <a:pt x="165" y="165"/>
                  </a:cubicBezTo>
                  <a:cubicBezTo>
                    <a:pt x="167" y="164"/>
                    <a:pt x="168" y="164"/>
                    <a:pt x="170" y="164"/>
                  </a:cubicBezTo>
                  <a:cubicBezTo>
                    <a:pt x="172" y="164"/>
                    <a:pt x="182" y="164"/>
                    <a:pt x="190" y="158"/>
                  </a:cubicBezTo>
                  <a:cubicBezTo>
                    <a:pt x="205" y="150"/>
                    <a:pt x="213" y="136"/>
                    <a:pt x="215" y="132"/>
                  </a:cubicBezTo>
                  <a:cubicBezTo>
                    <a:pt x="218" y="129"/>
                    <a:pt x="229" y="120"/>
                    <a:pt x="229" y="120"/>
                  </a:cubicBezTo>
                  <a:cubicBezTo>
                    <a:pt x="229" y="120"/>
                    <a:pt x="220" y="123"/>
                    <a:pt x="210" y="126"/>
                  </a:cubicBezTo>
                  <a:cubicBezTo>
                    <a:pt x="199" y="129"/>
                    <a:pt x="184" y="136"/>
                    <a:pt x="179" y="141"/>
                  </a:cubicBezTo>
                  <a:cubicBezTo>
                    <a:pt x="173" y="146"/>
                    <a:pt x="170" y="150"/>
                    <a:pt x="168" y="154"/>
                  </a:cubicBezTo>
                  <a:cubicBezTo>
                    <a:pt x="166" y="157"/>
                    <a:pt x="165" y="161"/>
                    <a:pt x="163" y="163"/>
                  </a:cubicBezTo>
                  <a:cubicBezTo>
                    <a:pt x="161" y="164"/>
                    <a:pt x="156" y="167"/>
                    <a:pt x="156" y="166"/>
                  </a:cubicBezTo>
                  <a:cubicBezTo>
                    <a:pt x="156" y="165"/>
                    <a:pt x="158" y="161"/>
                    <a:pt x="159" y="159"/>
                  </a:cubicBezTo>
                  <a:cubicBezTo>
                    <a:pt x="161" y="157"/>
                    <a:pt x="165" y="151"/>
                    <a:pt x="167" y="147"/>
                  </a:cubicBezTo>
                  <a:cubicBezTo>
                    <a:pt x="170" y="143"/>
                    <a:pt x="171" y="139"/>
                    <a:pt x="172" y="137"/>
                  </a:cubicBezTo>
                  <a:cubicBezTo>
                    <a:pt x="173" y="135"/>
                    <a:pt x="174" y="130"/>
                    <a:pt x="177" y="128"/>
                  </a:cubicBezTo>
                  <a:cubicBezTo>
                    <a:pt x="184" y="119"/>
                    <a:pt x="190" y="119"/>
                    <a:pt x="194" y="118"/>
                  </a:cubicBezTo>
                  <a:cubicBezTo>
                    <a:pt x="198" y="118"/>
                    <a:pt x="203" y="119"/>
                    <a:pt x="216" y="117"/>
                  </a:cubicBezTo>
                  <a:cubicBezTo>
                    <a:pt x="230" y="116"/>
                    <a:pt x="240" y="108"/>
                    <a:pt x="243" y="107"/>
                  </a:cubicBezTo>
                  <a:cubicBezTo>
                    <a:pt x="246" y="105"/>
                    <a:pt x="259" y="96"/>
                    <a:pt x="259" y="96"/>
                  </a:cubicBezTo>
                  <a:cubicBezTo>
                    <a:pt x="259" y="96"/>
                    <a:pt x="247" y="98"/>
                    <a:pt x="243" y="98"/>
                  </a:cubicBezTo>
                  <a:cubicBezTo>
                    <a:pt x="239" y="99"/>
                    <a:pt x="223" y="99"/>
                    <a:pt x="215" y="101"/>
                  </a:cubicBezTo>
                  <a:cubicBezTo>
                    <a:pt x="206" y="103"/>
                    <a:pt x="198" y="109"/>
                    <a:pt x="191" y="114"/>
                  </a:cubicBezTo>
                  <a:cubicBezTo>
                    <a:pt x="183" y="118"/>
                    <a:pt x="176" y="125"/>
                    <a:pt x="176" y="125"/>
                  </a:cubicBezTo>
                  <a:cubicBezTo>
                    <a:pt x="176" y="125"/>
                    <a:pt x="176" y="121"/>
                    <a:pt x="176" y="118"/>
                  </a:cubicBezTo>
                  <a:cubicBezTo>
                    <a:pt x="177" y="116"/>
                    <a:pt x="177" y="113"/>
                    <a:pt x="181" y="111"/>
                  </a:cubicBezTo>
                  <a:cubicBezTo>
                    <a:pt x="184" y="109"/>
                    <a:pt x="195" y="103"/>
                    <a:pt x="201" y="96"/>
                  </a:cubicBezTo>
                  <a:cubicBezTo>
                    <a:pt x="208" y="90"/>
                    <a:pt x="216" y="76"/>
                    <a:pt x="218" y="73"/>
                  </a:cubicBezTo>
                  <a:cubicBezTo>
                    <a:pt x="219" y="69"/>
                    <a:pt x="225" y="56"/>
                    <a:pt x="225" y="56"/>
                  </a:cubicBezTo>
                  <a:cubicBezTo>
                    <a:pt x="225" y="56"/>
                    <a:pt x="222" y="60"/>
                    <a:pt x="211" y="65"/>
                  </a:cubicBezTo>
                  <a:cubicBezTo>
                    <a:pt x="199" y="71"/>
                    <a:pt x="189" y="79"/>
                    <a:pt x="183" y="87"/>
                  </a:cubicBezTo>
                  <a:cubicBezTo>
                    <a:pt x="177" y="95"/>
                    <a:pt x="176" y="102"/>
                    <a:pt x="176" y="105"/>
                  </a:cubicBezTo>
                  <a:cubicBezTo>
                    <a:pt x="176" y="108"/>
                    <a:pt x="175" y="112"/>
                    <a:pt x="174" y="114"/>
                  </a:cubicBezTo>
                  <a:cubicBezTo>
                    <a:pt x="174" y="115"/>
                    <a:pt x="173" y="116"/>
                    <a:pt x="172" y="123"/>
                  </a:cubicBezTo>
                  <a:cubicBezTo>
                    <a:pt x="172" y="129"/>
                    <a:pt x="171" y="130"/>
                    <a:pt x="170" y="133"/>
                  </a:cubicBezTo>
                  <a:cubicBezTo>
                    <a:pt x="169" y="136"/>
                    <a:pt x="169" y="137"/>
                    <a:pt x="167" y="139"/>
                  </a:cubicBezTo>
                  <a:cubicBezTo>
                    <a:pt x="166" y="142"/>
                    <a:pt x="166" y="141"/>
                    <a:pt x="165" y="144"/>
                  </a:cubicBezTo>
                  <a:cubicBezTo>
                    <a:pt x="164" y="147"/>
                    <a:pt x="157" y="156"/>
                    <a:pt x="157" y="156"/>
                  </a:cubicBezTo>
                  <a:cubicBezTo>
                    <a:pt x="157" y="156"/>
                    <a:pt x="154" y="153"/>
                    <a:pt x="158" y="145"/>
                  </a:cubicBezTo>
                  <a:cubicBezTo>
                    <a:pt x="163" y="134"/>
                    <a:pt x="165" y="125"/>
                    <a:pt x="165" y="119"/>
                  </a:cubicBezTo>
                  <a:cubicBezTo>
                    <a:pt x="165" y="113"/>
                    <a:pt x="163" y="101"/>
                    <a:pt x="161" y="97"/>
                  </a:cubicBezTo>
                  <a:cubicBezTo>
                    <a:pt x="160" y="93"/>
                    <a:pt x="154" y="77"/>
                    <a:pt x="154" y="77"/>
                  </a:cubicBezTo>
                  <a:cubicBezTo>
                    <a:pt x="154" y="77"/>
                    <a:pt x="154" y="84"/>
                    <a:pt x="151" y="91"/>
                  </a:cubicBezTo>
                  <a:cubicBezTo>
                    <a:pt x="149" y="99"/>
                    <a:pt x="143" y="113"/>
                    <a:pt x="143" y="123"/>
                  </a:cubicBezTo>
                  <a:cubicBezTo>
                    <a:pt x="143" y="133"/>
                    <a:pt x="148" y="145"/>
                    <a:pt x="151" y="148"/>
                  </a:cubicBezTo>
                  <a:cubicBezTo>
                    <a:pt x="153" y="152"/>
                    <a:pt x="154" y="154"/>
                    <a:pt x="153" y="158"/>
                  </a:cubicBezTo>
                  <a:cubicBezTo>
                    <a:pt x="153" y="162"/>
                    <a:pt x="152" y="164"/>
                    <a:pt x="149" y="167"/>
                  </a:cubicBezTo>
                  <a:cubicBezTo>
                    <a:pt x="148" y="169"/>
                    <a:pt x="148" y="170"/>
                    <a:pt x="147" y="175"/>
                  </a:cubicBezTo>
                  <a:cubicBezTo>
                    <a:pt x="144" y="186"/>
                    <a:pt x="139" y="189"/>
                    <a:pt x="134" y="193"/>
                  </a:cubicBezTo>
                  <a:cubicBezTo>
                    <a:pt x="134" y="193"/>
                    <a:pt x="133" y="194"/>
                    <a:pt x="132" y="195"/>
                  </a:cubicBezTo>
                  <a:cubicBezTo>
                    <a:pt x="135" y="96"/>
                    <a:pt x="135" y="96"/>
                    <a:pt x="135" y="96"/>
                  </a:cubicBezTo>
                  <a:cubicBezTo>
                    <a:pt x="136" y="81"/>
                    <a:pt x="138" y="51"/>
                    <a:pt x="151" y="31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63" y="15"/>
                    <a:pt x="176" y="9"/>
                    <a:pt x="188" y="8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8" y="0"/>
                    <a:pt x="126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1" y="0"/>
                    <a:pt x="46" y="0"/>
                    <a:pt x="46" y="0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57" y="9"/>
                    <a:pt x="71" y="15"/>
                    <a:pt x="79" y="27"/>
                  </a:cubicBezTo>
                  <a:cubicBezTo>
                    <a:pt x="90" y="42"/>
                    <a:pt x="97" y="51"/>
                    <a:pt x="98" y="98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94" y="215"/>
                    <a:pt x="92" y="225"/>
                    <a:pt x="92" y="225"/>
                  </a:cubicBezTo>
                  <a:cubicBezTo>
                    <a:pt x="91" y="222"/>
                    <a:pt x="91" y="219"/>
                    <a:pt x="92" y="217"/>
                  </a:cubicBezTo>
                  <a:cubicBezTo>
                    <a:pt x="93" y="215"/>
                    <a:pt x="96" y="205"/>
                    <a:pt x="95" y="196"/>
                  </a:cubicBezTo>
                  <a:cubicBezTo>
                    <a:pt x="93" y="186"/>
                    <a:pt x="82" y="170"/>
                    <a:pt x="79" y="166"/>
                  </a:cubicBezTo>
                  <a:cubicBezTo>
                    <a:pt x="75" y="162"/>
                    <a:pt x="69" y="152"/>
                    <a:pt x="69" y="152"/>
                  </a:cubicBezTo>
                  <a:cubicBezTo>
                    <a:pt x="69" y="152"/>
                    <a:pt x="69" y="161"/>
                    <a:pt x="69" y="168"/>
                  </a:cubicBezTo>
                  <a:cubicBezTo>
                    <a:pt x="68" y="175"/>
                    <a:pt x="66" y="186"/>
                    <a:pt x="70" y="198"/>
                  </a:cubicBezTo>
                  <a:cubicBezTo>
                    <a:pt x="74" y="211"/>
                    <a:pt x="83" y="217"/>
                    <a:pt x="85" y="218"/>
                  </a:cubicBezTo>
                  <a:cubicBezTo>
                    <a:pt x="87" y="219"/>
                    <a:pt x="88" y="221"/>
                    <a:pt x="89" y="225"/>
                  </a:cubicBezTo>
                  <a:cubicBezTo>
                    <a:pt x="90" y="229"/>
                    <a:pt x="89" y="230"/>
                    <a:pt x="89" y="233"/>
                  </a:cubicBezTo>
                  <a:cubicBezTo>
                    <a:pt x="88" y="235"/>
                    <a:pt x="89" y="237"/>
                    <a:pt x="88" y="241"/>
                  </a:cubicBezTo>
                  <a:cubicBezTo>
                    <a:pt x="87" y="243"/>
                    <a:pt x="85" y="245"/>
                    <a:pt x="85" y="247"/>
                  </a:cubicBezTo>
                  <a:cubicBezTo>
                    <a:pt x="84" y="252"/>
                    <a:pt x="82" y="256"/>
                    <a:pt x="82" y="258"/>
                  </a:cubicBezTo>
                  <a:cubicBezTo>
                    <a:pt x="81" y="260"/>
                    <a:pt x="80" y="260"/>
                    <a:pt x="78" y="263"/>
                  </a:cubicBezTo>
                  <a:cubicBezTo>
                    <a:pt x="77" y="266"/>
                    <a:pt x="77" y="268"/>
                    <a:pt x="77" y="268"/>
                  </a:cubicBezTo>
                  <a:cubicBezTo>
                    <a:pt x="77" y="268"/>
                    <a:pt x="69" y="260"/>
                    <a:pt x="68" y="258"/>
                  </a:cubicBezTo>
                  <a:cubicBezTo>
                    <a:pt x="61" y="242"/>
                    <a:pt x="50" y="239"/>
                    <a:pt x="43" y="237"/>
                  </a:cubicBezTo>
                  <a:cubicBezTo>
                    <a:pt x="36" y="235"/>
                    <a:pt x="25" y="236"/>
                    <a:pt x="20" y="236"/>
                  </a:cubicBezTo>
                  <a:cubicBezTo>
                    <a:pt x="14" y="237"/>
                    <a:pt x="1" y="234"/>
                    <a:pt x="0" y="234"/>
                  </a:cubicBezTo>
                  <a:cubicBezTo>
                    <a:pt x="1" y="234"/>
                    <a:pt x="7" y="236"/>
                    <a:pt x="14" y="244"/>
                  </a:cubicBezTo>
                  <a:cubicBezTo>
                    <a:pt x="23" y="253"/>
                    <a:pt x="32" y="259"/>
                    <a:pt x="39" y="262"/>
                  </a:cubicBezTo>
                  <a:cubicBezTo>
                    <a:pt x="47" y="265"/>
                    <a:pt x="56" y="262"/>
                    <a:pt x="58" y="262"/>
                  </a:cubicBezTo>
                  <a:cubicBezTo>
                    <a:pt x="61" y="261"/>
                    <a:pt x="63" y="260"/>
                    <a:pt x="65" y="261"/>
                  </a:cubicBezTo>
                  <a:cubicBezTo>
                    <a:pt x="68" y="262"/>
                    <a:pt x="70" y="265"/>
                    <a:pt x="70" y="265"/>
                  </a:cubicBezTo>
                  <a:cubicBezTo>
                    <a:pt x="70" y="265"/>
                    <a:pt x="66" y="268"/>
                    <a:pt x="63" y="269"/>
                  </a:cubicBezTo>
                  <a:cubicBezTo>
                    <a:pt x="52" y="274"/>
                    <a:pt x="44" y="278"/>
                    <a:pt x="37" y="289"/>
                  </a:cubicBezTo>
                  <a:cubicBezTo>
                    <a:pt x="35" y="294"/>
                    <a:pt x="31" y="310"/>
                    <a:pt x="30" y="314"/>
                  </a:cubicBezTo>
                  <a:cubicBezTo>
                    <a:pt x="30" y="317"/>
                    <a:pt x="27" y="327"/>
                    <a:pt x="27" y="327"/>
                  </a:cubicBezTo>
                  <a:cubicBezTo>
                    <a:pt x="27" y="327"/>
                    <a:pt x="33" y="322"/>
                    <a:pt x="38" y="319"/>
                  </a:cubicBezTo>
                  <a:cubicBezTo>
                    <a:pt x="43" y="315"/>
                    <a:pt x="50" y="311"/>
                    <a:pt x="58" y="301"/>
                  </a:cubicBezTo>
                  <a:cubicBezTo>
                    <a:pt x="66" y="291"/>
                    <a:pt x="67" y="275"/>
                    <a:pt x="68" y="272"/>
                  </a:cubicBezTo>
                  <a:cubicBezTo>
                    <a:pt x="68" y="268"/>
                    <a:pt x="71" y="268"/>
                    <a:pt x="71" y="268"/>
                  </a:cubicBezTo>
                  <a:cubicBezTo>
                    <a:pt x="72" y="268"/>
                    <a:pt x="75" y="270"/>
                    <a:pt x="75" y="272"/>
                  </a:cubicBezTo>
                  <a:cubicBezTo>
                    <a:pt x="75" y="275"/>
                    <a:pt x="77" y="278"/>
                    <a:pt x="77" y="280"/>
                  </a:cubicBezTo>
                  <a:cubicBezTo>
                    <a:pt x="79" y="281"/>
                    <a:pt x="81" y="283"/>
                    <a:pt x="83" y="286"/>
                  </a:cubicBezTo>
                  <a:cubicBezTo>
                    <a:pt x="85" y="289"/>
                    <a:pt x="87" y="296"/>
                    <a:pt x="88" y="299"/>
                  </a:cubicBezTo>
                  <a:cubicBezTo>
                    <a:pt x="90" y="302"/>
                    <a:pt x="91" y="302"/>
                    <a:pt x="93" y="306"/>
                  </a:cubicBezTo>
                  <a:cubicBezTo>
                    <a:pt x="95" y="310"/>
                    <a:pt x="95" y="312"/>
                    <a:pt x="96" y="315"/>
                  </a:cubicBezTo>
                  <a:cubicBezTo>
                    <a:pt x="98" y="318"/>
                    <a:pt x="99" y="318"/>
                    <a:pt x="99" y="318"/>
                  </a:cubicBezTo>
                  <a:cubicBezTo>
                    <a:pt x="98" y="298"/>
                    <a:pt x="98" y="298"/>
                    <a:pt x="98" y="298"/>
                  </a:cubicBezTo>
                  <a:cubicBezTo>
                    <a:pt x="98" y="298"/>
                    <a:pt x="97" y="298"/>
                    <a:pt x="97" y="297"/>
                  </a:cubicBezTo>
                  <a:cubicBezTo>
                    <a:pt x="96" y="296"/>
                    <a:pt x="95" y="294"/>
                    <a:pt x="95" y="294"/>
                  </a:cubicBezTo>
                  <a:cubicBezTo>
                    <a:pt x="95" y="294"/>
                    <a:pt x="98" y="292"/>
                    <a:pt x="100" y="291"/>
                  </a:cubicBezTo>
                  <a:cubicBezTo>
                    <a:pt x="102" y="290"/>
                    <a:pt x="104" y="290"/>
                    <a:pt x="105" y="291"/>
                  </a:cubicBezTo>
                  <a:cubicBezTo>
                    <a:pt x="107" y="292"/>
                    <a:pt x="117" y="300"/>
                    <a:pt x="128" y="300"/>
                  </a:cubicBezTo>
                  <a:cubicBezTo>
                    <a:pt x="139" y="300"/>
                    <a:pt x="162" y="288"/>
                    <a:pt x="166" y="286"/>
                  </a:cubicBezTo>
                  <a:cubicBezTo>
                    <a:pt x="170" y="284"/>
                    <a:pt x="181" y="281"/>
                    <a:pt x="181" y="281"/>
                  </a:cubicBezTo>
                  <a:cubicBezTo>
                    <a:pt x="181" y="281"/>
                    <a:pt x="170" y="280"/>
                    <a:pt x="164" y="278"/>
                  </a:cubicBezTo>
                  <a:cubicBezTo>
                    <a:pt x="159" y="277"/>
                    <a:pt x="142" y="274"/>
                    <a:pt x="138" y="274"/>
                  </a:cubicBezTo>
                  <a:cubicBezTo>
                    <a:pt x="134" y="274"/>
                    <a:pt x="131" y="275"/>
                    <a:pt x="131" y="275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1" y="269"/>
                    <a:pt x="126" y="273"/>
                    <a:pt x="125" y="274"/>
                  </a:cubicBezTo>
                  <a:cubicBezTo>
                    <a:pt x="123" y="275"/>
                    <a:pt x="119" y="278"/>
                    <a:pt x="113" y="280"/>
                  </a:cubicBezTo>
                  <a:cubicBezTo>
                    <a:pt x="108" y="282"/>
                    <a:pt x="104" y="283"/>
                    <a:pt x="104" y="283"/>
                  </a:cubicBezTo>
                  <a:cubicBezTo>
                    <a:pt x="104" y="283"/>
                    <a:pt x="103" y="282"/>
                    <a:pt x="103" y="285"/>
                  </a:cubicBezTo>
                  <a:cubicBezTo>
                    <a:pt x="102" y="287"/>
                    <a:pt x="102" y="287"/>
                    <a:pt x="99" y="288"/>
                  </a:cubicBezTo>
                  <a:cubicBezTo>
                    <a:pt x="96" y="288"/>
                    <a:pt x="93" y="290"/>
                    <a:pt x="93" y="290"/>
                  </a:cubicBezTo>
                  <a:cubicBezTo>
                    <a:pt x="93" y="290"/>
                    <a:pt x="96" y="283"/>
                    <a:pt x="96" y="282"/>
                  </a:cubicBezTo>
                  <a:cubicBezTo>
                    <a:pt x="96" y="281"/>
                    <a:pt x="97" y="280"/>
                    <a:pt x="101" y="279"/>
                  </a:cubicBezTo>
                  <a:cubicBezTo>
                    <a:pt x="104" y="278"/>
                    <a:pt x="116" y="276"/>
                    <a:pt x="126" y="266"/>
                  </a:cubicBezTo>
                  <a:cubicBezTo>
                    <a:pt x="138" y="256"/>
                    <a:pt x="143" y="244"/>
                    <a:pt x="145" y="239"/>
                  </a:cubicBezTo>
                  <a:cubicBezTo>
                    <a:pt x="148" y="232"/>
                    <a:pt x="158" y="223"/>
                    <a:pt x="158" y="223"/>
                  </a:cubicBezTo>
                  <a:cubicBezTo>
                    <a:pt x="158" y="223"/>
                    <a:pt x="149" y="227"/>
                    <a:pt x="134" y="232"/>
                  </a:cubicBezTo>
                  <a:cubicBezTo>
                    <a:pt x="133" y="232"/>
                    <a:pt x="132" y="233"/>
                    <a:pt x="132" y="233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2" y="211"/>
                    <a:pt x="132" y="211"/>
                    <a:pt x="132" y="211"/>
                  </a:cubicBezTo>
                  <a:cubicBezTo>
                    <a:pt x="132" y="211"/>
                    <a:pt x="131" y="211"/>
                    <a:pt x="131" y="211"/>
                  </a:cubicBezTo>
                  <a:cubicBezTo>
                    <a:pt x="129" y="212"/>
                    <a:pt x="122" y="214"/>
                    <a:pt x="119" y="216"/>
                  </a:cubicBezTo>
                  <a:cubicBezTo>
                    <a:pt x="117" y="217"/>
                    <a:pt x="114" y="220"/>
                    <a:pt x="112" y="221"/>
                  </a:cubicBezTo>
                  <a:cubicBezTo>
                    <a:pt x="111" y="221"/>
                    <a:pt x="106" y="223"/>
                    <a:pt x="102" y="227"/>
                  </a:cubicBezTo>
                  <a:cubicBezTo>
                    <a:pt x="102" y="230"/>
                    <a:pt x="102" y="230"/>
                    <a:pt x="102" y="230"/>
                  </a:cubicBezTo>
                  <a:cubicBezTo>
                    <a:pt x="103" y="252"/>
                    <a:pt x="103" y="252"/>
                    <a:pt x="103" y="252"/>
                  </a:cubicBezTo>
                  <a:cubicBezTo>
                    <a:pt x="97" y="260"/>
                    <a:pt x="97" y="266"/>
                    <a:pt x="96" y="271"/>
                  </a:cubicBezTo>
                  <a:cubicBezTo>
                    <a:pt x="95" y="275"/>
                    <a:pt x="95" y="277"/>
                    <a:pt x="94" y="279"/>
                  </a:cubicBezTo>
                  <a:cubicBezTo>
                    <a:pt x="94" y="281"/>
                    <a:pt x="91" y="286"/>
                    <a:pt x="91" y="286"/>
                  </a:cubicBezTo>
                  <a:cubicBezTo>
                    <a:pt x="91" y="286"/>
                    <a:pt x="88" y="280"/>
                    <a:pt x="85" y="277"/>
                  </a:cubicBezTo>
                  <a:cubicBezTo>
                    <a:pt x="82" y="274"/>
                    <a:pt x="83" y="271"/>
                    <a:pt x="84" y="268"/>
                  </a:cubicBezTo>
                  <a:cubicBezTo>
                    <a:pt x="84" y="266"/>
                    <a:pt x="85" y="263"/>
                    <a:pt x="87" y="259"/>
                  </a:cubicBezTo>
                  <a:cubicBezTo>
                    <a:pt x="89" y="255"/>
                    <a:pt x="91" y="247"/>
                    <a:pt x="92" y="244"/>
                  </a:cubicBezTo>
                  <a:cubicBezTo>
                    <a:pt x="93" y="242"/>
                    <a:pt x="93" y="247"/>
                    <a:pt x="96" y="232"/>
                  </a:cubicBezTo>
                  <a:cubicBezTo>
                    <a:pt x="98" y="217"/>
                    <a:pt x="110" y="214"/>
                    <a:pt x="112" y="213"/>
                  </a:cubicBezTo>
                  <a:cubicBezTo>
                    <a:pt x="114" y="212"/>
                    <a:pt x="117" y="209"/>
                    <a:pt x="119" y="208"/>
                  </a:cubicBezTo>
                  <a:cubicBezTo>
                    <a:pt x="122" y="206"/>
                    <a:pt x="129" y="204"/>
                    <a:pt x="131" y="203"/>
                  </a:cubicBezTo>
                  <a:cubicBezTo>
                    <a:pt x="133" y="202"/>
                    <a:pt x="141" y="199"/>
                    <a:pt x="145" y="194"/>
                  </a:cubicBezTo>
                  <a:cubicBezTo>
                    <a:pt x="148" y="190"/>
                    <a:pt x="150" y="188"/>
                    <a:pt x="153" y="187"/>
                  </a:cubicBezTo>
                  <a:cubicBezTo>
                    <a:pt x="155" y="186"/>
                    <a:pt x="159" y="186"/>
                    <a:pt x="165" y="185"/>
                  </a:cubicBezTo>
                  <a:cubicBezTo>
                    <a:pt x="171" y="185"/>
                    <a:pt x="172" y="189"/>
                    <a:pt x="173" y="191"/>
                  </a:cubicBezTo>
                  <a:cubicBezTo>
                    <a:pt x="174" y="193"/>
                    <a:pt x="174" y="194"/>
                    <a:pt x="174" y="196"/>
                  </a:cubicBezTo>
                  <a:cubicBezTo>
                    <a:pt x="175" y="199"/>
                    <a:pt x="173" y="210"/>
                    <a:pt x="185" y="220"/>
                  </a:cubicBezTo>
                  <a:cubicBezTo>
                    <a:pt x="197" y="231"/>
                    <a:pt x="212" y="232"/>
                    <a:pt x="217" y="233"/>
                  </a:cubicBezTo>
                  <a:cubicBezTo>
                    <a:pt x="223" y="234"/>
                    <a:pt x="236" y="240"/>
                    <a:pt x="236" y="240"/>
                  </a:cubicBezTo>
                  <a:cubicBezTo>
                    <a:pt x="236" y="240"/>
                    <a:pt x="234" y="239"/>
                    <a:pt x="225" y="225"/>
                  </a:cubicBezTo>
                  <a:cubicBezTo>
                    <a:pt x="216" y="211"/>
                    <a:pt x="207" y="202"/>
                    <a:pt x="201" y="199"/>
                  </a:cubicBezTo>
                  <a:cubicBezTo>
                    <a:pt x="196" y="196"/>
                    <a:pt x="186" y="194"/>
                    <a:pt x="183" y="193"/>
                  </a:cubicBezTo>
                  <a:cubicBezTo>
                    <a:pt x="181" y="193"/>
                    <a:pt x="179" y="192"/>
                    <a:pt x="177" y="191"/>
                  </a:cubicBezTo>
                  <a:cubicBezTo>
                    <a:pt x="176" y="189"/>
                    <a:pt x="173" y="185"/>
                    <a:pt x="173" y="185"/>
                  </a:cubicBezTo>
                  <a:cubicBezTo>
                    <a:pt x="173" y="185"/>
                    <a:pt x="174" y="185"/>
                    <a:pt x="175" y="185"/>
                  </a:cubicBezTo>
                  <a:cubicBezTo>
                    <a:pt x="176" y="185"/>
                    <a:pt x="181" y="188"/>
                    <a:pt x="193" y="188"/>
                  </a:cubicBezTo>
                  <a:cubicBezTo>
                    <a:pt x="205" y="188"/>
                    <a:pt x="212" y="184"/>
                    <a:pt x="214" y="183"/>
                  </a:cubicBezTo>
                  <a:cubicBezTo>
                    <a:pt x="216" y="182"/>
                    <a:pt x="219" y="182"/>
                    <a:pt x="221" y="184"/>
                  </a:cubicBezTo>
                  <a:cubicBezTo>
                    <a:pt x="223" y="185"/>
                    <a:pt x="226" y="187"/>
                    <a:pt x="232" y="191"/>
                  </a:cubicBezTo>
                  <a:cubicBezTo>
                    <a:pt x="238" y="195"/>
                    <a:pt x="248" y="200"/>
                    <a:pt x="259" y="200"/>
                  </a:cubicBezTo>
                  <a:cubicBezTo>
                    <a:pt x="269" y="200"/>
                    <a:pt x="288" y="195"/>
                    <a:pt x="292" y="193"/>
                  </a:cubicBezTo>
                  <a:cubicBezTo>
                    <a:pt x="297" y="190"/>
                    <a:pt x="306" y="188"/>
                    <a:pt x="306" y="188"/>
                  </a:cubicBezTo>
                  <a:cubicBezTo>
                    <a:pt x="306" y="188"/>
                    <a:pt x="298" y="187"/>
                    <a:pt x="292" y="186"/>
                  </a:cubicBezTo>
                  <a:cubicBezTo>
                    <a:pt x="287" y="185"/>
                    <a:pt x="271" y="178"/>
                    <a:pt x="260" y="178"/>
                  </a:cubicBezTo>
                  <a:cubicBezTo>
                    <a:pt x="248" y="178"/>
                    <a:pt x="240" y="184"/>
                    <a:pt x="239" y="185"/>
                  </a:cubicBezTo>
                  <a:cubicBezTo>
                    <a:pt x="238" y="185"/>
                    <a:pt x="236" y="188"/>
                    <a:pt x="231" y="186"/>
                  </a:cubicBezTo>
                  <a:cubicBezTo>
                    <a:pt x="226" y="185"/>
                    <a:pt x="226" y="181"/>
                    <a:pt x="226" y="181"/>
                  </a:cubicBezTo>
                  <a:cubicBezTo>
                    <a:pt x="239" y="179"/>
                    <a:pt x="241" y="177"/>
                    <a:pt x="246" y="174"/>
                  </a:cubicBezTo>
                  <a:cubicBezTo>
                    <a:pt x="251" y="170"/>
                    <a:pt x="256" y="164"/>
                    <a:pt x="259" y="160"/>
                  </a:cubicBezTo>
                  <a:cubicBezTo>
                    <a:pt x="262" y="158"/>
                    <a:pt x="264" y="156"/>
                    <a:pt x="269" y="151"/>
                  </a:cubicBezTo>
                  <a:cubicBezTo>
                    <a:pt x="275" y="145"/>
                    <a:pt x="283" y="148"/>
                    <a:pt x="283" y="148"/>
                  </a:cubicBezTo>
                  <a:moveTo>
                    <a:pt x="309" y="130"/>
                  </a:moveTo>
                  <a:cubicBezTo>
                    <a:pt x="322" y="126"/>
                    <a:pt x="347" y="128"/>
                    <a:pt x="344" y="128"/>
                  </a:cubicBezTo>
                  <a:cubicBezTo>
                    <a:pt x="341" y="129"/>
                    <a:pt x="323" y="137"/>
                    <a:pt x="311" y="140"/>
                  </a:cubicBezTo>
                  <a:cubicBezTo>
                    <a:pt x="298" y="144"/>
                    <a:pt x="283" y="144"/>
                    <a:pt x="283" y="144"/>
                  </a:cubicBezTo>
                  <a:cubicBezTo>
                    <a:pt x="283" y="144"/>
                    <a:pt x="283" y="144"/>
                    <a:pt x="283" y="144"/>
                  </a:cubicBezTo>
                  <a:cubicBezTo>
                    <a:pt x="283" y="144"/>
                    <a:pt x="295" y="133"/>
                    <a:pt x="309" y="130"/>
                  </a:cubicBezTo>
                  <a:moveTo>
                    <a:pt x="282" y="104"/>
                  </a:moveTo>
                  <a:cubicBezTo>
                    <a:pt x="291" y="89"/>
                    <a:pt x="312" y="80"/>
                    <a:pt x="312" y="80"/>
                  </a:cubicBezTo>
                  <a:cubicBezTo>
                    <a:pt x="312" y="80"/>
                    <a:pt x="297" y="101"/>
                    <a:pt x="292" y="107"/>
                  </a:cubicBezTo>
                  <a:cubicBezTo>
                    <a:pt x="287" y="114"/>
                    <a:pt x="274" y="132"/>
                    <a:pt x="274" y="132"/>
                  </a:cubicBezTo>
                  <a:cubicBezTo>
                    <a:pt x="274" y="132"/>
                    <a:pt x="273" y="119"/>
                    <a:pt x="282" y="104"/>
                  </a:cubicBezTo>
                  <a:moveTo>
                    <a:pt x="231" y="150"/>
                  </a:moveTo>
                  <a:cubicBezTo>
                    <a:pt x="240" y="135"/>
                    <a:pt x="257" y="127"/>
                    <a:pt x="257" y="127"/>
                  </a:cubicBezTo>
                  <a:cubicBezTo>
                    <a:pt x="257" y="127"/>
                    <a:pt x="247" y="145"/>
                    <a:pt x="241" y="153"/>
                  </a:cubicBezTo>
                  <a:cubicBezTo>
                    <a:pt x="235" y="161"/>
                    <a:pt x="226" y="171"/>
                    <a:pt x="226" y="171"/>
                  </a:cubicBezTo>
                  <a:cubicBezTo>
                    <a:pt x="226" y="171"/>
                    <a:pt x="223" y="164"/>
                    <a:pt x="231" y="150"/>
                  </a:cubicBezTo>
                  <a:moveTo>
                    <a:pt x="184" y="141"/>
                  </a:moveTo>
                  <a:cubicBezTo>
                    <a:pt x="192" y="135"/>
                    <a:pt x="216" y="127"/>
                    <a:pt x="216" y="127"/>
                  </a:cubicBezTo>
                  <a:cubicBezTo>
                    <a:pt x="216" y="127"/>
                    <a:pt x="198" y="143"/>
                    <a:pt x="189" y="150"/>
                  </a:cubicBezTo>
                  <a:cubicBezTo>
                    <a:pt x="179" y="156"/>
                    <a:pt x="168" y="161"/>
                    <a:pt x="168" y="161"/>
                  </a:cubicBezTo>
                  <a:cubicBezTo>
                    <a:pt x="168" y="161"/>
                    <a:pt x="172" y="149"/>
                    <a:pt x="184" y="141"/>
                  </a:cubicBezTo>
                  <a:moveTo>
                    <a:pt x="214" y="104"/>
                  </a:moveTo>
                  <a:cubicBezTo>
                    <a:pt x="222" y="102"/>
                    <a:pt x="246" y="101"/>
                    <a:pt x="246" y="101"/>
                  </a:cubicBezTo>
                  <a:cubicBezTo>
                    <a:pt x="246" y="101"/>
                    <a:pt x="225" y="108"/>
                    <a:pt x="217" y="111"/>
                  </a:cubicBezTo>
                  <a:cubicBezTo>
                    <a:pt x="208" y="114"/>
                    <a:pt x="193" y="116"/>
                    <a:pt x="193" y="116"/>
                  </a:cubicBezTo>
                  <a:cubicBezTo>
                    <a:pt x="193" y="116"/>
                    <a:pt x="202" y="108"/>
                    <a:pt x="214" y="104"/>
                  </a:cubicBezTo>
                  <a:moveTo>
                    <a:pt x="186" y="88"/>
                  </a:moveTo>
                  <a:cubicBezTo>
                    <a:pt x="193" y="78"/>
                    <a:pt x="217" y="65"/>
                    <a:pt x="217" y="65"/>
                  </a:cubicBezTo>
                  <a:cubicBezTo>
                    <a:pt x="217" y="65"/>
                    <a:pt x="203" y="79"/>
                    <a:pt x="194" y="90"/>
                  </a:cubicBezTo>
                  <a:cubicBezTo>
                    <a:pt x="184" y="101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9" y="99"/>
                    <a:pt x="186" y="88"/>
                  </a:cubicBezTo>
                  <a:moveTo>
                    <a:pt x="153" y="146"/>
                  </a:moveTo>
                  <a:cubicBezTo>
                    <a:pt x="153" y="146"/>
                    <a:pt x="146" y="137"/>
                    <a:pt x="146" y="122"/>
                  </a:cubicBezTo>
                  <a:cubicBezTo>
                    <a:pt x="146" y="107"/>
                    <a:pt x="155" y="91"/>
                    <a:pt x="155" y="91"/>
                  </a:cubicBezTo>
                  <a:cubicBezTo>
                    <a:pt x="155" y="91"/>
                    <a:pt x="154" y="109"/>
                    <a:pt x="155" y="119"/>
                  </a:cubicBezTo>
                  <a:cubicBezTo>
                    <a:pt x="156" y="128"/>
                    <a:pt x="153" y="146"/>
                    <a:pt x="153" y="146"/>
                  </a:cubicBezTo>
                  <a:moveTo>
                    <a:pt x="37" y="250"/>
                  </a:moveTo>
                  <a:cubicBezTo>
                    <a:pt x="28" y="247"/>
                    <a:pt x="16" y="239"/>
                    <a:pt x="16" y="239"/>
                  </a:cubicBezTo>
                  <a:cubicBezTo>
                    <a:pt x="16" y="239"/>
                    <a:pt x="39" y="236"/>
                    <a:pt x="47" y="240"/>
                  </a:cubicBezTo>
                  <a:cubicBezTo>
                    <a:pt x="62" y="248"/>
                    <a:pt x="64" y="258"/>
                    <a:pt x="64" y="258"/>
                  </a:cubicBezTo>
                  <a:cubicBezTo>
                    <a:pt x="64" y="258"/>
                    <a:pt x="46" y="253"/>
                    <a:pt x="37" y="250"/>
                  </a:cubicBezTo>
                  <a:moveTo>
                    <a:pt x="33" y="318"/>
                  </a:moveTo>
                  <a:cubicBezTo>
                    <a:pt x="33" y="318"/>
                    <a:pt x="36" y="295"/>
                    <a:pt x="43" y="287"/>
                  </a:cubicBezTo>
                  <a:cubicBezTo>
                    <a:pt x="52" y="276"/>
                    <a:pt x="62" y="274"/>
                    <a:pt x="62" y="274"/>
                  </a:cubicBezTo>
                  <a:lnTo>
                    <a:pt x="33" y="318"/>
                  </a:lnTo>
                  <a:close/>
                  <a:moveTo>
                    <a:pt x="135" y="278"/>
                  </a:moveTo>
                  <a:cubicBezTo>
                    <a:pt x="143" y="277"/>
                    <a:pt x="166" y="282"/>
                    <a:pt x="166" y="282"/>
                  </a:cubicBezTo>
                  <a:cubicBezTo>
                    <a:pt x="166" y="282"/>
                    <a:pt x="142" y="288"/>
                    <a:pt x="130" y="288"/>
                  </a:cubicBezTo>
                  <a:cubicBezTo>
                    <a:pt x="118" y="289"/>
                    <a:pt x="107" y="288"/>
                    <a:pt x="107" y="288"/>
                  </a:cubicBezTo>
                  <a:cubicBezTo>
                    <a:pt x="107" y="288"/>
                    <a:pt x="113" y="280"/>
                    <a:pt x="135" y="278"/>
                  </a:cubicBezTo>
                  <a:moveTo>
                    <a:pt x="112" y="248"/>
                  </a:moveTo>
                  <a:cubicBezTo>
                    <a:pt x="120" y="240"/>
                    <a:pt x="146" y="231"/>
                    <a:pt x="146" y="231"/>
                  </a:cubicBezTo>
                  <a:cubicBezTo>
                    <a:pt x="146" y="231"/>
                    <a:pt x="126" y="249"/>
                    <a:pt x="117" y="256"/>
                  </a:cubicBezTo>
                  <a:cubicBezTo>
                    <a:pt x="109" y="264"/>
                    <a:pt x="98" y="276"/>
                    <a:pt x="98" y="276"/>
                  </a:cubicBezTo>
                  <a:cubicBezTo>
                    <a:pt x="98" y="276"/>
                    <a:pt x="97" y="262"/>
                    <a:pt x="112" y="248"/>
                  </a:cubicBezTo>
                  <a:moveTo>
                    <a:pt x="89" y="217"/>
                  </a:moveTo>
                  <a:cubicBezTo>
                    <a:pt x="89" y="217"/>
                    <a:pt x="83" y="206"/>
                    <a:pt x="79" y="194"/>
                  </a:cubicBezTo>
                  <a:cubicBezTo>
                    <a:pt x="77" y="185"/>
                    <a:pt x="73" y="163"/>
                    <a:pt x="73" y="163"/>
                  </a:cubicBezTo>
                  <a:cubicBezTo>
                    <a:pt x="73" y="163"/>
                    <a:pt x="88" y="184"/>
                    <a:pt x="90" y="191"/>
                  </a:cubicBezTo>
                  <a:cubicBezTo>
                    <a:pt x="94" y="203"/>
                    <a:pt x="89" y="217"/>
                    <a:pt x="89" y="217"/>
                  </a:cubicBezTo>
                  <a:moveTo>
                    <a:pt x="178" y="194"/>
                  </a:moveTo>
                  <a:cubicBezTo>
                    <a:pt x="178" y="194"/>
                    <a:pt x="193" y="198"/>
                    <a:pt x="201" y="203"/>
                  </a:cubicBezTo>
                  <a:cubicBezTo>
                    <a:pt x="215" y="213"/>
                    <a:pt x="224" y="232"/>
                    <a:pt x="224" y="232"/>
                  </a:cubicBezTo>
                  <a:cubicBezTo>
                    <a:pt x="224" y="232"/>
                    <a:pt x="209" y="224"/>
                    <a:pt x="198" y="215"/>
                  </a:cubicBezTo>
                  <a:cubicBezTo>
                    <a:pt x="188" y="207"/>
                    <a:pt x="178" y="195"/>
                    <a:pt x="178" y="195"/>
                  </a:cubicBezTo>
                  <a:lnTo>
                    <a:pt x="178" y="194"/>
                  </a:lnTo>
                  <a:close/>
                  <a:moveTo>
                    <a:pt x="258" y="182"/>
                  </a:moveTo>
                  <a:cubicBezTo>
                    <a:pt x="272" y="182"/>
                    <a:pt x="291" y="189"/>
                    <a:pt x="291" y="189"/>
                  </a:cubicBezTo>
                  <a:cubicBezTo>
                    <a:pt x="291" y="189"/>
                    <a:pt x="266" y="192"/>
                    <a:pt x="258" y="192"/>
                  </a:cubicBezTo>
                  <a:cubicBezTo>
                    <a:pt x="250" y="192"/>
                    <a:pt x="237" y="190"/>
                    <a:pt x="237" y="190"/>
                  </a:cubicBezTo>
                  <a:cubicBezTo>
                    <a:pt x="237" y="190"/>
                    <a:pt x="248" y="182"/>
                    <a:pt x="258" y="18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" name="Freeform 79">
              <a:extLst>
                <a:ext uri="{FF2B5EF4-FFF2-40B4-BE49-F238E27FC236}">
                  <a16:creationId xmlns:a16="http://schemas.microsoft.com/office/drawing/2014/main" id="{BAE06028-5695-4D39-812B-1128D31DA90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8400" y="12261850"/>
              <a:ext cx="9525" cy="14287"/>
            </a:xfrm>
            <a:custGeom>
              <a:avLst/>
              <a:gdLst>
                <a:gd name="T0" fmla="*/ 5 w 13"/>
                <a:gd name="T1" fmla="*/ 1 h 18"/>
                <a:gd name="T2" fmla="*/ 0 w 13"/>
                <a:gd name="T3" fmla="*/ 10 h 18"/>
                <a:gd name="T4" fmla="*/ 7 w 13"/>
                <a:gd name="T5" fmla="*/ 16 h 18"/>
                <a:gd name="T6" fmla="*/ 13 w 13"/>
                <a:gd name="T7" fmla="*/ 7 h 18"/>
                <a:gd name="T8" fmla="*/ 5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3" y="14"/>
                    <a:pt x="13" y="7"/>
                  </a:cubicBezTo>
                  <a:cubicBezTo>
                    <a:pt x="13" y="0"/>
                    <a:pt x="5" y="1"/>
                    <a:pt x="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9" name="Freeform 80">
              <a:extLst>
                <a:ext uri="{FF2B5EF4-FFF2-40B4-BE49-F238E27FC236}">
                  <a16:creationId xmlns:a16="http://schemas.microsoft.com/office/drawing/2014/main" id="{CC518261-C8D1-4B67-8688-F9306628C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56663" y="12282488"/>
              <a:ext cx="9525" cy="14287"/>
            </a:xfrm>
            <a:custGeom>
              <a:avLst/>
              <a:gdLst>
                <a:gd name="T0" fmla="*/ 5 w 13"/>
                <a:gd name="T1" fmla="*/ 1 h 18"/>
                <a:gd name="T2" fmla="*/ 0 w 13"/>
                <a:gd name="T3" fmla="*/ 10 h 18"/>
                <a:gd name="T4" fmla="*/ 7 w 13"/>
                <a:gd name="T5" fmla="*/ 16 h 18"/>
                <a:gd name="T6" fmla="*/ 13 w 13"/>
                <a:gd name="T7" fmla="*/ 7 h 18"/>
                <a:gd name="T8" fmla="*/ 5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3" y="14"/>
                    <a:pt x="13" y="7"/>
                  </a:cubicBezTo>
                  <a:cubicBezTo>
                    <a:pt x="13" y="0"/>
                    <a:pt x="5" y="1"/>
                    <a:pt x="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0" name="Freeform 81">
              <a:extLst>
                <a:ext uri="{FF2B5EF4-FFF2-40B4-BE49-F238E27FC236}">
                  <a16:creationId xmlns:a16="http://schemas.microsoft.com/office/drawing/2014/main" id="{1106D956-E7BB-4B9E-997F-C3EB69BD39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42363" y="12347575"/>
              <a:ext cx="7937" cy="14287"/>
            </a:xfrm>
            <a:custGeom>
              <a:avLst/>
              <a:gdLst>
                <a:gd name="T0" fmla="*/ 4 w 12"/>
                <a:gd name="T1" fmla="*/ 2 h 18"/>
                <a:gd name="T2" fmla="*/ 0 w 12"/>
                <a:gd name="T3" fmla="*/ 11 h 18"/>
                <a:gd name="T4" fmla="*/ 6 w 12"/>
                <a:gd name="T5" fmla="*/ 16 h 18"/>
                <a:gd name="T6" fmla="*/ 12 w 12"/>
                <a:gd name="T7" fmla="*/ 8 h 18"/>
                <a:gd name="T8" fmla="*/ 4 w 12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4" y="2"/>
                  </a:moveTo>
                  <a:cubicBezTo>
                    <a:pt x="4" y="2"/>
                    <a:pt x="0" y="4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  <a:cubicBezTo>
                    <a:pt x="6" y="16"/>
                    <a:pt x="12" y="15"/>
                    <a:pt x="12" y="8"/>
                  </a:cubicBezTo>
                  <a:cubicBezTo>
                    <a:pt x="12" y="0"/>
                    <a:pt x="4" y="2"/>
                    <a:pt x="4" y="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1" name="Freeform 82">
              <a:extLst>
                <a:ext uri="{FF2B5EF4-FFF2-40B4-BE49-F238E27FC236}">
                  <a16:creationId xmlns:a16="http://schemas.microsoft.com/office/drawing/2014/main" id="{5F2310EE-3124-4026-8BD6-C21DA6CADE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24913" y="12320588"/>
              <a:ext cx="12700" cy="12700"/>
            </a:xfrm>
            <a:custGeom>
              <a:avLst/>
              <a:gdLst>
                <a:gd name="T0" fmla="*/ 2 w 17"/>
                <a:gd name="T1" fmla="*/ 7 h 15"/>
                <a:gd name="T2" fmla="*/ 6 w 17"/>
                <a:gd name="T3" fmla="*/ 14 h 15"/>
                <a:gd name="T4" fmla="*/ 15 w 17"/>
                <a:gd name="T5" fmla="*/ 8 h 15"/>
                <a:gd name="T6" fmla="*/ 10 w 17"/>
                <a:gd name="T7" fmla="*/ 0 h 15"/>
                <a:gd name="T8" fmla="*/ 2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2" y="7"/>
                  </a:moveTo>
                  <a:cubicBezTo>
                    <a:pt x="0" y="14"/>
                    <a:pt x="6" y="14"/>
                    <a:pt x="6" y="14"/>
                  </a:cubicBezTo>
                  <a:cubicBezTo>
                    <a:pt x="6" y="14"/>
                    <a:pt x="12" y="15"/>
                    <a:pt x="15" y="8"/>
                  </a:cubicBezTo>
                  <a:cubicBezTo>
                    <a:pt x="17" y="1"/>
                    <a:pt x="10" y="0"/>
                    <a:pt x="10" y="0"/>
                  </a:cubicBezTo>
                  <a:cubicBezTo>
                    <a:pt x="10" y="0"/>
                    <a:pt x="4" y="0"/>
                    <a:pt x="2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2" name="Freeform 83">
              <a:extLst>
                <a:ext uri="{FF2B5EF4-FFF2-40B4-BE49-F238E27FC236}">
                  <a16:creationId xmlns:a16="http://schemas.microsoft.com/office/drawing/2014/main" id="{602D67CE-54B7-4602-AC70-F7B4EF4270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88400" y="12347575"/>
              <a:ext cx="7937" cy="14287"/>
            </a:xfrm>
            <a:custGeom>
              <a:avLst/>
              <a:gdLst>
                <a:gd name="T0" fmla="*/ 5 w 12"/>
                <a:gd name="T1" fmla="*/ 1 h 18"/>
                <a:gd name="T2" fmla="*/ 0 w 12"/>
                <a:gd name="T3" fmla="*/ 11 h 18"/>
                <a:gd name="T4" fmla="*/ 6 w 12"/>
                <a:gd name="T5" fmla="*/ 16 h 18"/>
                <a:gd name="T6" fmla="*/ 12 w 12"/>
                <a:gd name="T7" fmla="*/ 8 h 18"/>
                <a:gd name="T8" fmla="*/ 5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5" y="1"/>
                  </a:moveTo>
                  <a:cubicBezTo>
                    <a:pt x="5" y="1"/>
                    <a:pt x="0" y="3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  <a:cubicBezTo>
                    <a:pt x="6" y="16"/>
                    <a:pt x="12" y="15"/>
                    <a:pt x="12" y="8"/>
                  </a:cubicBezTo>
                  <a:cubicBezTo>
                    <a:pt x="12" y="0"/>
                    <a:pt x="5" y="1"/>
                    <a:pt x="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3" name="Freeform 84">
              <a:extLst>
                <a:ext uri="{FF2B5EF4-FFF2-40B4-BE49-F238E27FC236}">
                  <a16:creationId xmlns:a16="http://schemas.microsoft.com/office/drawing/2014/main" id="{73E0B0F6-4102-4E1B-A26B-2CA35FB8C6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32838" y="12395200"/>
              <a:ext cx="9525" cy="12700"/>
            </a:xfrm>
            <a:custGeom>
              <a:avLst/>
              <a:gdLst>
                <a:gd name="T0" fmla="*/ 5 w 12"/>
                <a:gd name="T1" fmla="*/ 1 h 18"/>
                <a:gd name="T2" fmla="*/ 0 w 12"/>
                <a:gd name="T3" fmla="*/ 10 h 18"/>
                <a:gd name="T4" fmla="*/ 7 w 12"/>
                <a:gd name="T5" fmla="*/ 16 h 18"/>
                <a:gd name="T6" fmla="*/ 12 w 12"/>
                <a:gd name="T7" fmla="*/ 7 h 18"/>
                <a:gd name="T8" fmla="*/ 5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5" y="1"/>
                  </a:moveTo>
                  <a:cubicBezTo>
                    <a:pt x="5" y="1"/>
                    <a:pt x="0" y="3"/>
                    <a:pt x="0" y="10"/>
                  </a:cubicBezTo>
                  <a:cubicBezTo>
                    <a:pt x="0" y="18"/>
                    <a:pt x="7" y="16"/>
                    <a:pt x="7" y="16"/>
                  </a:cubicBezTo>
                  <a:cubicBezTo>
                    <a:pt x="7" y="16"/>
                    <a:pt x="12" y="14"/>
                    <a:pt x="12" y="7"/>
                  </a:cubicBezTo>
                  <a:cubicBezTo>
                    <a:pt x="12" y="0"/>
                    <a:pt x="5" y="1"/>
                    <a:pt x="5" y="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4" name="Freeform 85">
              <a:extLst>
                <a:ext uri="{FF2B5EF4-FFF2-40B4-BE49-F238E27FC236}">
                  <a16:creationId xmlns:a16="http://schemas.microsoft.com/office/drawing/2014/main" id="{F609CE5F-B939-4121-B904-A631D8117E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45525" y="12403138"/>
              <a:ext cx="9525" cy="14287"/>
            </a:xfrm>
            <a:custGeom>
              <a:avLst/>
              <a:gdLst>
                <a:gd name="T0" fmla="*/ 6 w 12"/>
                <a:gd name="T1" fmla="*/ 16 h 18"/>
                <a:gd name="T2" fmla="*/ 12 w 12"/>
                <a:gd name="T3" fmla="*/ 7 h 18"/>
                <a:gd name="T4" fmla="*/ 4 w 12"/>
                <a:gd name="T5" fmla="*/ 1 h 18"/>
                <a:gd name="T6" fmla="*/ 0 w 12"/>
                <a:gd name="T7" fmla="*/ 11 h 18"/>
                <a:gd name="T8" fmla="*/ 6 w 12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6" y="16"/>
                  </a:moveTo>
                  <a:cubicBezTo>
                    <a:pt x="6" y="16"/>
                    <a:pt x="12" y="15"/>
                    <a:pt x="12" y="7"/>
                  </a:cubicBezTo>
                  <a:cubicBezTo>
                    <a:pt x="12" y="0"/>
                    <a:pt x="4" y="1"/>
                    <a:pt x="4" y="1"/>
                  </a:cubicBezTo>
                  <a:cubicBezTo>
                    <a:pt x="4" y="1"/>
                    <a:pt x="0" y="3"/>
                    <a:pt x="0" y="11"/>
                  </a:cubicBezTo>
                  <a:cubicBezTo>
                    <a:pt x="0" y="18"/>
                    <a:pt x="6" y="16"/>
                    <a:pt x="6" y="1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5" name="Freeform 86">
              <a:extLst>
                <a:ext uri="{FF2B5EF4-FFF2-40B4-BE49-F238E27FC236}">
                  <a16:creationId xmlns:a16="http://schemas.microsoft.com/office/drawing/2014/main" id="{F1135C66-D159-4274-8A96-578FA2CBAE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77275" y="12072938"/>
              <a:ext cx="20637" cy="44450"/>
            </a:xfrm>
            <a:custGeom>
              <a:avLst/>
              <a:gdLst>
                <a:gd name="T0" fmla="*/ 0 w 27"/>
                <a:gd name="T1" fmla="*/ 0 h 58"/>
                <a:gd name="T2" fmla="*/ 10 w 27"/>
                <a:gd name="T3" fmla="*/ 29 h 58"/>
                <a:gd name="T4" fmla="*/ 9 w 27"/>
                <a:gd name="T5" fmla="*/ 39 h 58"/>
                <a:gd name="T6" fmla="*/ 6 w 27"/>
                <a:gd name="T7" fmla="*/ 58 h 58"/>
                <a:gd name="T8" fmla="*/ 19 w 27"/>
                <a:gd name="T9" fmla="*/ 32 h 58"/>
                <a:gd name="T10" fmla="*/ 19 w 27"/>
                <a:gd name="T11" fmla="*/ 31 h 58"/>
                <a:gd name="T12" fmla="*/ 19 w 27"/>
                <a:gd name="T13" fmla="*/ 32 h 58"/>
                <a:gd name="T14" fmla="*/ 23 w 27"/>
                <a:gd name="T15" fmla="*/ 44 h 58"/>
                <a:gd name="T16" fmla="*/ 27 w 27"/>
                <a:gd name="T17" fmla="*/ 28 h 58"/>
                <a:gd name="T18" fmla="*/ 0 w 27"/>
                <a:gd name="T1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8">
                  <a:moveTo>
                    <a:pt x="0" y="0"/>
                  </a:moveTo>
                  <a:cubicBezTo>
                    <a:pt x="2" y="3"/>
                    <a:pt x="10" y="15"/>
                    <a:pt x="10" y="29"/>
                  </a:cubicBezTo>
                  <a:cubicBezTo>
                    <a:pt x="10" y="33"/>
                    <a:pt x="9" y="39"/>
                    <a:pt x="9" y="39"/>
                  </a:cubicBezTo>
                  <a:cubicBezTo>
                    <a:pt x="9" y="39"/>
                    <a:pt x="9" y="46"/>
                    <a:pt x="6" y="58"/>
                  </a:cubicBezTo>
                  <a:cubicBezTo>
                    <a:pt x="10" y="51"/>
                    <a:pt x="17" y="41"/>
                    <a:pt x="19" y="32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3" y="38"/>
                    <a:pt x="23" y="44"/>
                  </a:cubicBezTo>
                  <a:cubicBezTo>
                    <a:pt x="24" y="42"/>
                    <a:pt x="27" y="35"/>
                    <a:pt x="27" y="28"/>
                  </a:cubicBezTo>
                  <a:cubicBezTo>
                    <a:pt x="27" y="15"/>
                    <a:pt x="15" y="1"/>
                    <a:pt x="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6" name="Freeform 87">
              <a:extLst>
                <a:ext uri="{FF2B5EF4-FFF2-40B4-BE49-F238E27FC236}">
                  <a16:creationId xmlns:a16="http://schemas.microsoft.com/office/drawing/2014/main" id="{F5E946B2-5F29-4F10-9394-806DC71638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43938" y="12096750"/>
              <a:ext cx="34925" cy="85725"/>
            </a:xfrm>
            <a:custGeom>
              <a:avLst/>
              <a:gdLst>
                <a:gd name="T0" fmla="*/ 45 w 45"/>
                <a:gd name="T1" fmla="*/ 14 h 110"/>
                <a:gd name="T2" fmla="*/ 45 w 45"/>
                <a:gd name="T3" fmla="*/ 14 h 110"/>
                <a:gd name="T4" fmla="*/ 44 w 45"/>
                <a:gd name="T5" fmla="*/ 0 h 110"/>
                <a:gd name="T6" fmla="*/ 17 w 45"/>
                <a:gd name="T7" fmla="*/ 33 h 110"/>
                <a:gd name="T8" fmla="*/ 0 w 45"/>
                <a:gd name="T9" fmla="*/ 64 h 110"/>
                <a:gd name="T10" fmla="*/ 26 w 45"/>
                <a:gd name="T11" fmla="*/ 110 h 110"/>
                <a:gd name="T12" fmla="*/ 19 w 45"/>
                <a:gd name="T13" fmla="*/ 72 h 110"/>
                <a:gd name="T14" fmla="*/ 28 w 45"/>
                <a:gd name="T15" fmla="*/ 55 h 110"/>
                <a:gd name="T16" fmla="*/ 29 w 45"/>
                <a:gd name="T17" fmla="*/ 54 h 110"/>
                <a:gd name="T18" fmla="*/ 40 w 45"/>
                <a:gd name="T19" fmla="*/ 41 h 110"/>
                <a:gd name="T20" fmla="*/ 40 w 45"/>
                <a:gd name="T21" fmla="*/ 41 h 110"/>
                <a:gd name="T22" fmla="*/ 44 w 45"/>
                <a:gd name="T23" fmla="*/ 32 h 110"/>
                <a:gd name="T24" fmla="*/ 45 w 45"/>
                <a:gd name="T25" fmla="*/ 28 h 110"/>
                <a:gd name="T26" fmla="*/ 45 w 45"/>
                <a:gd name="T27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110">
                  <a:moveTo>
                    <a:pt x="45" y="14"/>
                  </a:moveTo>
                  <a:cubicBezTo>
                    <a:pt x="45" y="14"/>
                    <a:pt x="45" y="14"/>
                    <a:pt x="45" y="14"/>
                  </a:cubicBezTo>
                  <a:cubicBezTo>
                    <a:pt x="45" y="10"/>
                    <a:pt x="45" y="5"/>
                    <a:pt x="44" y="0"/>
                  </a:cubicBezTo>
                  <a:cubicBezTo>
                    <a:pt x="42" y="4"/>
                    <a:pt x="37" y="14"/>
                    <a:pt x="17" y="33"/>
                  </a:cubicBezTo>
                  <a:cubicBezTo>
                    <a:pt x="6" y="43"/>
                    <a:pt x="0" y="52"/>
                    <a:pt x="0" y="64"/>
                  </a:cubicBezTo>
                  <a:cubicBezTo>
                    <a:pt x="0" y="87"/>
                    <a:pt x="21" y="106"/>
                    <a:pt x="26" y="110"/>
                  </a:cubicBezTo>
                  <a:cubicBezTo>
                    <a:pt x="24" y="106"/>
                    <a:pt x="19" y="90"/>
                    <a:pt x="19" y="72"/>
                  </a:cubicBezTo>
                  <a:cubicBezTo>
                    <a:pt x="19" y="64"/>
                    <a:pt x="24" y="59"/>
                    <a:pt x="28" y="55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2" y="50"/>
                    <a:pt x="37" y="46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3" y="37"/>
                    <a:pt x="44" y="32"/>
                  </a:cubicBezTo>
                  <a:cubicBezTo>
                    <a:pt x="45" y="31"/>
                    <a:pt x="45" y="30"/>
                    <a:pt x="45" y="28"/>
                  </a:cubicBezTo>
                  <a:cubicBezTo>
                    <a:pt x="45" y="26"/>
                    <a:pt x="45" y="19"/>
                    <a:pt x="45" y="1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7" name="Freeform 88">
              <a:extLst>
                <a:ext uri="{FF2B5EF4-FFF2-40B4-BE49-F238E27FC236}">
                  <a16:creationId xmlns:a16="http://schemas.microsoft.com/office/drawing/2014/main" id="{0978DCFE-93FB-42EF-828F-6921539E52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40750" y="12268200"/>
              <a:ext cx="55562" cy="46037"/>
            </a:xfrm>
            <a:custGeom>
              <a:avLst/>
              <a:gdLst>
                <a:gd name="T0" fmla="*/ 70 w 74"/>
                <a:gd name="T1" fmla="*/ 4 h 59"/>
                <a:gd name="T2" fmla="*/ 64 w 74"/>
                <a:gd name="T3" fmla="*/ 10 h 59"/>
                <a:gd name="T4" fmla="*/ 66 w 74"/>
                <a:gd name="T5" fmla="*/ 14 h 59"/>
                <a:gd name="T6" fmla="*/ 64 w 74"/>
                <a:gd name="T7" fmla="*/ 13 h 59"/>
                <a:gd name="T8" fmla="*/ 56 w 74"/>
                <a:gd name="T9" fmla="*/ 21 h 59"/>
                <a:gd name="T10" fmla="*/ 64 w 74"/>
                <a:gd name="T11" fmla="*/ 29 h 59"/>
                <a:gd name="T12" fmla="*/ 66 w 74"/>
                <a:gd name="T13" fmla="*/ 28 h 59"/>
                <a:gd name="T14" fmla="*/ 53 w 74"/>
                <a:gd name="T15" fmla="*/ 38 h 59"/>
                <a:gd name="T16" fmla="*/ 37 w 74"/>
                <a:gd name="T17" fmla="*/ 23 h 59"/>
                <a:gd name="T18" fmla="*/ 44 w 74"/>
                <a:gd name="T19" fmla="*/ 28 h 59"/>
                <a:gd name="T20" fmla="*/ 52 w 74"/>
                <a:gd name="T21" fmla="*/ 21 h 59"/>
                <a:gd name="T22" fmla="*/ 44 w 74"/>
                <a:gd name="T23" fmla="*/ 13 h 59"/>
                <a:gd name="T24" fmla="*/ 42 w 74"/>
                <a:gd name="T25" fmla="*/ 13 h 59"/>
                <a:gd name="T26" fmla="*/ 45 w 74"/>
                <a:gd name="T27" fmla="*/ 8 h 59"/>
                <a:gd name="T28" fmla="*/ 37 w 74"/>
                <a:gd name="T29" fmla="*/ 0 h 59"/>
                <a:gd name="T30" fmla="*/ 29 w 74"/>
                <a:gd name="T31" fmla="*/ 8 h 59"/>
                <a:gd name="T32" fmla="*/ 32 w 74"/>
                <a:gd name="T33" fmla="*/ 14 h 59"/>
                <a:gd name="T34" fmla="*/ 30 w 74"/>
                <a:gd name="T35" fmla="*/ 13 h 59"/>
                <a:gd name="T36" fmla="*/ 22 w 74"/>
                <a:gd name="T37" fmla="*/ 21 h 59"/>
                <a:gd name="T38" fmla="*/ 30 w 74"/>
                <a:gd name="T39" fmla="*/ 28 h 59"/>
                <a:gd name="T40" fmla="*/ 37 w 74"/>
                <a:gd name="T41" fmla="*/ 23 h 59"/>
                <a:gd name="T42" fmla="*/ 21 w 74"/>
                <a:gd name="T43" fmla="*/ 38 h 59"/>
                <a:gd name="T44" fmla="*/ 8 w 74"/>
                <a:gd name="T45" fmla="*/ 28 h 59"/>
                <a:gd name="T46" fmla="*/ 10 w 74"/>
                <a:gd name="T47" fmla="*/ 29 h 59"/>
                <a:gd name="T48" fmla="*/ 18 w 74"/>
                <a:gd name="T49" fmla="*/ 21 h 59"/>
                <a:gd name="T50" fmla="*/ 10 w 74"/>
                <a:gd name="T51" fmla="*/ 13 h 59"/>
                <a:gd name="T52" fmla="*/ 8 w 74"/>
                <a:gd name="T53" fmla="*/ 14 h 59"/>
                <a:gd name="T54" fmla="*/ 9 w 74"/>
                <a:gd name="T55" fmla="*/ 10 h 59"/>
                <a:gd name="T56" fmla="*/ 3 w 74"/>
                <a:gd name="T57" fmla="*/ 4 h 59"/>
                <a:gd name="T58" fmla="*/ 0 w 74"/>
                <a:gd name="T59" fmla="*/ 5 h 59"/>
                <a:gd name="T60" fmla="*/ 3 w 74"/>
                <a:gd name="T61" fmla="*/ 25 h 59"/>
                <a:gd name="T62" fmla="*/ 9 w 74"/>
                <a:gd name="T63" fmla="*/ 59 h 59"/>
                <a:gd name="T64" fmla="*/ 65 w 74"/>
                <a:gd name="T65" fmla="*/ 59 h 59"/>
                <a:gd name="T66" fmla="*/ 65 w 74"/>
                <a:gd name="T67" fmla="*/ 58 h 59"/>
                <a:gd name="T68" fmla="*/ 70 w 74"/>
                <a:gd name="T69" fmla="*/ 25 h 59"/>
                <a:gd name="T70" fmla="*/ 74 w 74"/>
                <a:gd name="T71" fmla="*/ 5 h 59"/>
                <a:gd name="T72" fmla="*/ 70 w 74"/>
                <a:gd name="T73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59">
                  <a:moveTo>
                    <a:pt x="70" y="4"/>
                  </a:moveTo>
                  <a:cubicBezTo>
                    <a:pt x="67" y="4"/>
                    <a:pt x="64" y="7"/>
                    <a:pt x="64" y="10"/>
                  </a:cubicBezTo>
                  <a:cubicBezTo>
                    <a:pt x="64" y="11"/>
                    <a:pt x="65" y="13"/>
                    <a:pt x="66" y="14"/>
                  </a:cubicBezTo>
                  <a:cubicBezTo>
                    <a:pt x="65" y="14"/>
                    <a:pt x="64" y="13"/>
                    <a:pt x="64" y="13"/>
                  </a:cubicBezTo>
                  <a:cubicBezTo>
                    <a:pt x="60" y="13"/>
                    <a:pt x="56" y="17"/>
                    <a:pt x="56" y="21"/>
                  </a:cubicBezTo>
                  <a:cubicBezTo>
                    <a:pt x="56" y="25"/>
                    <a:pt x="60" y="29"/>
                    <a:pt x="64" y="29"/>
                  </a:cubicBezTo>
                  <a:cubicBezTo>
                    <a:pt x="64" y="29"/>
                    <a:pt x="65" y="29"/>
                    <a:pt x="66" y="28"/>
                  </a:cubicBezTo>
                  <a:cubicBezTo>
                    <a:pt x="64" y="34"/>
                    <a:pt x="59" y="38"/>
                    <a:pt x="53" y="38"/>
                  </a:cubicBezTo>
                  <a:cubicBezTo>
                    <a:pt x="42" y="38"/>
                    <a:pt x="37" y="26"/>
                    <a:pt x="37" y="23"/>
                  </a:cubicBezTo>
                  <a:cubicBezTo>
                    <a:pt x="38" y="26"/>
                    <a:pt x="41" y="28"/>
                    <a:pt x="44" y="28"/>
                  </a:cubicBezTo>
                  <a:cubicBezTo>
                    <a:pt x="48" y="28"/>
                    <a:pt x="52" y="25"/>
                    <a:pt x="52" y="21"/>
                  </a:cubicBezTo>
                  <a:cubicBezTo>
                    <a:pt x="52" y="16"/>
                    <a:pt x="48" y="13"/>
                    <a:pt x="44" y="13"/>
                  </a:cubicBezTo>
                  <a:cubicBezTo>
                    <a:pt x="43" y="13"/>
                    <a:pt x="43" y="13"/>
                    <a:pt x="42" y="13"/>
                  </a:cubicBezTo>
                  <a:cubicBezTo>
                    <a:pt x="44" y="12"/>
                    <a:pt x="45" y="10"/>
                    <a:pt x="45" y="8"/>
                  </a:cubicBezTo>
                  <a:cubicBezTo>
                    <a:pt x="45" y="4"/>
                    <a:pt x="41" y="0"/>
                    <a:pt x="37" y="0"/>
                  </a:cubicBezTo>
                  <a:cubicBezTo>
                    <a:pt x="33" y="0"/>
                    <a:pt x="29" y="4"/>
                    <a:pt x="29" y="8"/>
                  </a:cubicBezTo>
                  <a:cubicBezTo>
                    <a:pt x="29" y="10"/>
                    <a:pt x="30" y="12"/>
                    <a:pt x="32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5" y="13"/>
                    <a:pt x="22" y="16"/>
                    <a:pt x="22" y="21"/>
                  </a:cubicBezTo>
                  <a:cubicBezTo>
                    <a:pt x="22" y="25"/>
                    <a:pt x="25" y="28"/>
                    <a:pt x="30" y="28"/>
                  </a:cubicBezTo>
                  <a:cubicBezTo>
                    <a:pt x="33" y="28"/>
                    <a:pt x="36" y="26"/>
                    <a:pt x="37" y="23"/>
                  </a:cubicBezTo>
                  <a:cubicBezTo>
                    <a:pt x="36" y="26"/>
                    <a:pt x="30" y="38"/>
                    <a:pt x="21" y="38"/>
                  </a:cubicBezTo>
                  <a:cubicBezTo>
                    <a:pt x="14" y="38"/>
                    <a:pt x="9" y="34"/>
                    <a:pt x="8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4" y="29"/>
                    <a:pt x="18" y="25"/>
                    <a:pt x="18" y="21"/>
                  </a:cubicBezTo>
                  <a:cubicBezTo>
                    <a:pt x="18" y="17"/>
                    <a:pt x="14" y="13"/>
                    <a:pt x="10" y="13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9" y="13"/>
                    <a:pt x="9" y="11"/>
                    <a:pt x="9" y="10"/>
                  </a:cubicBezTo>
                  <a:cubicBezTo>
                    <a:pt x="9" y="7"/>
                    <a:pt x="7" y="4"/>
                    <a:pt x="3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11"/>
                    <a:pt x="3" y="23"/>
                    <a:pt x="3" y="25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8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2" y="17"/>
                    <a:pt x="73" y="9"/>
                    <a:pt x="74" y="5"/>
                  </a:cubicBezTo>
                  <a:cubicBezTo>
                    <a:pt x="74" y="5"/>
                    <a:pt x="73" y="4"/>
                    <a:pt x="70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8" name="Freeform 89">
              <a:extLst>
                <a:ext uri="{FF2B5EF4-FFF2-40B4-BE49-F238E27FC236}">
                  <a16:creationId xmlns:a16="http://schemas.microsoft.com/office/drawing/2014/main" id="{763EDAE0-890C-4991-BF76-238E7E0CC0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321713" y="12268200"/>
              <a:ext cx="57150" cy="46037"/>
            </a:xfrm>
            <a:custGeom>
              <a:avLst/>
              <a:gdLst>
                <a:gd name="T0" fmla="*/ 70 w 74"/>
                <a:gd name="T1" fmla="*/ 4 h 59"/>
                <a:gd name="T2" fmla="*/ 64 w 74"/>
                <a:gd name="T3" fmla="*/ 10 h 59"/>
                <a:gd name="T4" fmla="*/ 66 w 74"/>
                <a:gd name="T5" fmla="*/ 14 h 59"/>
                <a:gd name="T6" fmla="*/ 64 w 74"/>
                <a:gd name="T7" fmla="*/ 13 h 59"/>
                <a:gd name="T8" fmla="*/ 56 w 74"/>
                <a:gd name="T9" fmla="*/ 21 h 59"/>
                <a:gd name="T10" fmla="*/ 64 w 74"/>
                <a:gd name="T11" fmla="*/ 29 h 59"/>
                <a:gd name="T12" fmla="*/ 66 w 74"/>
                <a:gd name="T13" fmla="*/ 28 h 59"/>
                <a:gd name="T14" fmla="*/ 53 w 74"/>
                <a:gd name="T15" fmla="*/ 38 h 59"/>
                <a:gd name="T16" fmla="*/ 37 w 74"/>
                <a:gd name="T17" fmla="*/ 23 h 59"/>
                <a:gd name="T18" fmla="*/ 44 w 74"/>
                <a:gd name="T19" fmla="*/ 28 h 59"/>
                <a:gd name="T20" fmla="*/ 52 w 74"/>
                <a:gd name="T21" fmla="*/ 21 h 59"/>
                <a:gd name="T22" fmla="*/ 44 w 74"/>
                <a:gd name="T23" fmla="*/ 13 h 59"/>
                <a:gd name="T24" fmla="*/ 42 w 74"/>
                <a:gd name="T25" fmla="*/ 13 h 59"/>
                <a:gd name="T26" fmla="*/ 45 w 74"/>
                <a:gd name="T27" fmla="*/ 8 h 59"/>
                <a:gd name="T28" fmla="*/ 37 w 74"/>
                <a:gd name="T29" fmla="*/ 0 h 59"/>
                <a:gd name="T30" fmla="*/ 29 w 74"/>
                <a:gd name="T31" fmla="*/ 8 h 59"/>
                <a:gd name="T32" fmla="*/ 32 w 74"/>
                <a:gd name="T33" fmla="*/ 14 h 59"/>
                <a:gd name="T34" fmla="*/ 30 w 74"/>
                <a:gd name="T35" fmla="*/ 13 h 59"/>
                <a:gd name="T36" fmla="*/ 22 w 74"/>
                <a:gd name="T37" fmla="*/ 21 h 59"/>
                <a:gd name="T38" fmla="*/ 30 w 74"/>
                <a:gd name="T39" fmla="*/ 28 h 59"/>
                <a:gd name="T40" fmla="*/ 37 w 74"/>
                <a:gd name="T41" fmla="*/ 23 h 59"/>
                <a:gd name="T42" fmla="*/ 21 w 74"/>
                <a:gd name="T43" fmla="*/ 38 h 59"/>
                <a:gd name="T44" fmla="*/ 8 w 74"/>
                <a:gd name="T45" fmla="*/ 28 h 59"/>
                <a:gd name="T46" fmla="*/ 10 w 74"/>
                <a:gd name="T47" fmla="*/ 29 h 59"/>
                <a:gd name="T48" fmla="*/ 17 w 74"/>
                <a:gd name="T49" fmla="*/ 21 h 59"/>
                <a:gd name="T50" fmla="*/ 10 w 74"/>
                <a:gd name="T51" fmla="*/ 13 h 59"/>
                <a:gd name="T52" fmla="*/ 8 w 74"/>
                <a:gd name="T53" fmla="*/ 14 h 59"/>
                <a:gd name="T54" fmla="*/ 10 w 74"/>
                <a:gd name="T55" fmla="*/ 10 h 59"/>
                <a:gd name="T56" fmla="*/ 3 w 74"/>
                <a:gd name="T57" fmla="*/ 4 h 59"/>
                <a:gd name="T58" fmla="*/ 0 w 74"/>
                <a:gd name="T59" fmla="*/ 5 h 59"/>
                <a:gd name="T60" fmla="*/ 3 w 74"/>
                <a:gd name="T61" fmla="*/ 25 h 59"/>
                <a:gd name="T62" fmla="*/ 9 w 74"/>
                <a:gd name="T63" fmla="*/ 59 h 59"/>
                <a:gd name="T64" fmla="*/ 65 w 74"/>
                <a:gd name="T65" fmla="*/ 59 h 59"/>
                <a:gd name="T66" fmla="*/ 65 w 74"/>
                <a:gd name="T67" fmla="*/ 58 h 59"/>
                <a:gd name="T68" fmla="*/ 70 w 74"/>
                <a:gd name="T69" fmla="*/ 25 h 59"/>
                <a:gd name="T70" fmla="*/ 74 w 74"/>
                <a:gd name="T71" fmla="*/ 5 h 59"/>
                <a:gd name="T72" fmla="*/ 70 w 74"/>
                <a:gd name="T73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59">
                  <a:moveTo>
                    <a:pt x="70" y="4"/>
                  </a:moveTo>
                  <a:cubicBezTo>
                    <a:pt x="67" y="4"/>
                    <a:pt x="64" y="7"/>
                    <a:pt x="64" y="10"/>
                  </a:cubicBezTo>
                  <a:cubicBezTo>
                    <a:pt x="64" y="11"/>
                    <a:pt x="65" y="13"/>
                    <a:pt x="66" y="14"/>
                  </a:cubicBezTo>
                  <a:cubicBezTo>
                    <a:pt x="65" y="14"/>
                    <a:pt x="64" y="13"/>
                    <a:pt x="64" y="13"/>
                  </a:cubicBezTo>
                  <a:cubicBezTo>
                    <a:pt x="59" y="13"/>
                    <a:pt x="56" y="17"/>
                    <a:pt x="56" y="21"/>
                  </a:cubicBezTo>
                  <a:cubicBezTo>
                    <a:pt x="56" y="25"/>
                    <a:pt x="59" y="29"/>
                    <a:pt x="64" y="29"/>
                  </a:cubicBezTo>
                  <a:cubicBezTo>
                    <a:pt x="64" y="29"/>
                    <a:pt x="65" y="29"/>
                    <a:pt x="66" y="28"/>
                  </a:cubicBezTo>
                  <a:cubicBezTo>
                    <a:pt x="64" y="34"/>
                    <a:pt x="59" y="38"/>
                    <a:pt x="53" y="38"/>
                  </a:cubicBezTo>
                  <a:cubicBezTo>
                    <a:pt x="42" y="38"/>
                    <a:pt x="37" y="26"/>
                    <a:pt x="37" y="23"/>
                  </a:cubicBezTo>
                  <a:cubicBezTo>
                    <a:pt x="38" y="26"/>
                    <a:pt x="41" y="28"/>
                    <a:pt x="44" y="28"/>
                  </a:cubicBezTo>
                  <a:cubicBezTo>
                    <a:pt x="48" y="28"/>
                    <a:pt x="52" y="25"/>
                    <a:pt x="52" y="21"/>
                  </a:cubicBezTo>
                  <a:cubicBezTo>
                    <a:pt x="52" y="16"/>
                    <a:pt x="48" y="13"/>
                    <a:pt x="44" y="13"/>
                  </a:cubicBezTo>
                  <a:cubicBezTo>
                    <a:pt x="43" y="13"/>
                    <a:pt x="43" y="13"/>
                    <a:pt x="42" y="13"/>
                  </a:cubicBezTo>
                  <a:cubicBezTo>
                    <a:pt x="44" y="12"/>
                    <a:pt x="45" y="10"/>
                    <a:pt x="45" y="8"/>
                  </a:cubicBezTo>
                  <a:cubicBezTo>
                    <a:pt x="45" y="4"/>
                    <a:pt x="41" y="0"/>
                    <a:pt x="37" y="0"/>
                  </a:cubicBezTo>
                  <a:cubicBezTo>
                    <a:pt x="33" y="0"/>
                    <a:pt x="29" y="4"/>
                    <a:pt x="29" y="8"/>
                  </a:cubicBezTo>
                  <a:cubicBezTo>
                    <a:pt x="29" y="10"/>
                    <a:pt x="31" y="12"/>
                    <a:pt x="32" y="14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5" y="13"/>
                    <a:pt x="22" y="16"/>
                    <a:pt x="22" y="21"/>
                  </a:cubicBezTo>
                  <a:cubicBezTo>
                    <a:pt x="22" y="25"/>
                    <a:pt x="25" y="28"/>
                    <a:pt x="30" y="28"/>
                  </a:cubicBezTo>
                  <a:cubicBezTo>
                    <a:pt x="33" y="28"/>
                    <a:pt x="36" y="26"/>
                    <a:pt x="37" y="23"/>
                  </a:cubicBezTo>
                  <a:cubicBezTo>
                    <a:pt x="36" y="26"/>
                    <a:pt x="30" y="38"/>
                    <a:pt x="21" y="38"/>
                  </a:cubicBezTo>
                  <a:cubicBezTo>
                    <a:pt x="14" y="38"/>
                    <a:pt x="9" y="34"/>
                    <a:pt x="8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4" y="29"/>
                    <a:pt x="17" y="25"/>
                    <a:pt x="17" y="21"/>
                  </a:cubicBezTo>
                  <a:cubicBezTo>
                    <a:pt x="17" y="17"/>
                    <a:pt x="14" y="13"/>
                    <a:pt x="10" y="13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9" y="13"/>
                    <a:pt x="10" y="11"/>
                    <a:pt x="10" y="10"/>
                  </a:cubicBezTo>
                  <a:cubicBezTo>
                    <a:pt x="10" y="7"/>
                    <a:pt x="7" y="4"/>
                    <a:pt x="3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11"/>
                    <a:pt x="3" y="23"/>
                    <a:pt x="3" y="25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8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1" y="17"/>
                    <a:pt x="73" y="9"/>
                    <a:pt x="74" y="5"/>
                  </a:cubicBezTo>
                  <a:cubicBezTo>
                    <a:pt x="74" y="5"/>
                    <a:pt x="73" y="4"/>
                    <a:pt x="70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9" name="Freeform 90">
              <a:extLst>
                <a:ext uri="{FF2B5EF4-FFF2-40B4-BE49-F238E27FC236}">
                  <a16:creationId xmlns:a16="http://schemas.microsoft.com/office/drawing/2014/main" id="{D24D5932-6E51-40FA-BD72-42FA660622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78850" y="12320588"/>
              <a:ext cx="61912" cy="49212"/>
            </a:xfrm>
            <a:custGeom>
              <a:avLst/>
              <a:gdLst>
                <a:gd name="T0" fmla="*/ 78 w 82"/>
                <a:gd name="T1" fmla="*/ 4 h 65"/>
                <a:gd name="T2" fmla="*/ 71 w 82"/>
                <a:gd name="T3" fmla="*/ 11 h 65"/>
                <a:gd name="T4" fmla="*/ 73 w 82"/>
                <a:gd name="T5" fmla="*/ 15 h 65"/>
                <a:gd name="T6" fmla="*/ 71 w 82"/>
                <a:gd name="T7" fmla="*/ 15 h 65"/>
                <a:gd name="T8" fmla="*/ 62 w 82"/>
                <a:gd name="T9" fmla="*/ 23 h 65"/>
                <a:gd name="T10" fmla="*/ 71 w 82"/>
                <a:gd name="T11" fmla="*/ 32 h 65"/>
                <a:gd name="T12" fmla="*/ 73 w 82"/>
                <a:gd name="T13" fmla="*/ 31 h 65"/>
                <a:gd name="T14" fmla="*/ 59 w 82"/>
                <a:gd name="T15" fmla="*/ 42 h 65"/>
                <a:gd name="T16" fmla="*/ 41 w 82"/>
                <a:gd name="T17" fmla="*/ 25 h 65"/>
                <a:gd name="T18" fmla="*/ 49 w 82"/>
                <a:gd name="T19" fmla="*/ 31 h 65"/>
                <a:gd name="T20" fmla="*/ 58 w 82"/>
                <a:gd name="T21" fmla="*/ 23 h 65"/>
                <a:gd name="T22" fmla="*/ 49 w 82"/>
                <a:gd name="T23" fmla="*/ 14 h 65"/>
                <a:gd name="T24" fmla="*/ 47 w 82"/>
                <a:gd name="T25" fmla="*/ 15 h 65"/>
                <a:gd name="T26" fmla="*/ 50 w 82"/>
                <a:gd name="T27" fmla="*/ 9 h 65"/>
                <a:gd name="T28" fmla="*/ 41 w 82"/>
                <a:gd name="T29" fmla="*/ 0 h 65"/>
                <a:gd name="T30" fmla="*/ 33 w 82"/>
                <a:gd name="T31" fmla="*/ 9 h 65"/>
                <a:gd name="T32" fmla="*/ 36 w 82"/>
                <a:gd name="T33" fmla="*/ 15 h 65"/>
                <a:gd name="T34" fmla="*/ 33 w 82"/>
                <a:gd name="T35" fmla="*/ 14 h 65"/>
                <a:gd name="T36" fmla="*/ 25 w 82"/>
                <a:gd name="T37" fmla="*/ 23 h 65"/>
                <a:gd name="T38" fmla="*/ 33 w 82"/>
                <a:gd name="T39" fmla="*/ 31 h 65"/>
                <a:gd name="T40" fmla="*/ 41 w 82"/>
                <a:gd name="T41" fmla="*/ 25 h 65"/>
                <a:gd name="T42" fmla="*/ 23 w 82"/>
                <a:gd name="T43" fmla="*/ 42 h 65"/>
                <a:gd name="T44" fmla="*/ 9 w 82"/>
                <a:gd name="T45" fmla="*/ 31 h 65"/>
                <a:gd name="T46" fmla="*/ 11 w 82"/>
                <a:gd name="T47" fmla="*/ 32 h 65"/>
                <a:gd name="T48" fmla="*/ 20 w 82"/>
                <a:gd name="T49" fmla="*/ 23 h 65"/>
                <a:gd name="T50" fmla="*/ 11 w 82"/>
                <a:gd name="T51" fmla="*/ 15 h 65"/>
                <a:gd name="T52" fmla="*/ 9 w 82"/>
                <a:gd name="T53" fmla="*/ 15 h 65"/>
                <a:gd name="T54" fmla="*/ 11 w 82"/>
                <a:gd name="T55" fmla="*/ 11 h 65"/>
                <a:gd name="T56" fmla="*/ 4 w 82"/>
                <a:gd name="T57" fmla="*/ 4 h 65"/>
                <a:gd name="T58" fmla="*/ 0 w 82"/>
                <a:gd name="T59" fmla="*/ 5 h 65"/>
                <a:gd name="T60" fmla="*/ 4 w 82"/>
                <a:gd name="T61" fmla="*/ 28 h 65"/>
                <a:gd name="T62" fmla="*/ 10 w 82"/>
                <a:gd name="T63" fmla="*/ 65 h 65"/>
                <a:gd name="T64" fmla="*/ 72 w 82"/>
                <a:gd name="T65" fmla="*/ 65 h 65"/>
                <a:gd name="T66" fmla="*/ 73 w 82"/>
                <a:gd name="T67" fmla="*/ 64 h 65"/>
                <a:gd name="T68" fmla="*/ 78 w 82"/>
                <a:gd name="T69" fmla="*/ 28 h 65"/>
                <a:gd name="T70" fmla="*/ 82 w 82"/>
                <a:gd name="T71" fmla="*/ 5 h 65"/>
                <a:gd name="T72" fmla="*/ 78 w 82"/>
                <a:gd name="T73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65">
                  <a:moveTo>
                    <a:pt x="78" y="4"/>
                  </a:moveTo>
                  <a:cubicBezTo>
                    <a:pt x="74" y="4"/>
                    <a:pt x="71" y="7"/>
                    <a:pt x="71" y="11"/>
                  </a:cubicBezTo>
                  <a:cubicBezTo>
                    <a:pt x="71" y="13"/>
                    <a:pt x="72" y="14"/>
                    <a:pt x="73" y="15"/>
                  </a:cubicBezTo>
                  <a:cubicBezTo>
                    <a:pt x="72" y="15"/>
                    <a:pt x="72" y="15"/>
                    <a:pt x="71" y="15"/>
                  </a:cubicBezTo>
                  <a:cubicBezTo>
                    <a:pt x="66" y="15"/>
                    <a:pt x="62" y="19"/>
                    <a:pt x="62" y="23"/>
                  </a:cubicBezTo>
                  <a:cubicBezTo>
                    <a:pt x="62" y="28"/>
                    <a:pt x="66" y="32"/>
                    <a:pt x="71" y="32"/>
                  </a:cubicBezTo>
                  <a:cubicBezTo>
                    <a:pt x="72" y="32"/>
                    <a:pt x="72" y="32"/>
                    <a:pt x="73" y="31"/>
                  </a:cubicBezTo>
                  <a:cubicBezTo>
                    <a:pt x="71" y="38"/>
                    <a:pt x="65" y="42"/>
                    <a:pt x="59" y="42"/>
                  </a:cubicBezTo>
                  <a:cubicBezTo>
                    <a:pt x="47" y="42"/>
                    <a:pt x="42" y="28"/>
                    <a:pt x="41" y="25"/>
                  </a:cubicBezTo>
                  <a:cubicBezTo>
                    <a:pt x="42" y="29"/>
                    <a:pt x="45" y="31"/>
                    <a:pt x="49" y="31"/>
                  </a:cubicBezTo>
                  <a:cubicBezTo>
                    <a:pt x="54" y="31"/>
                    <a:pt x="58" y="27"/>
                    <a:pt x="58" y="23"/>
                  </a:cubicBezTo>
                  <a:cubicBezTo>
                    <a:pt x="58" y="18"/>
                    <a:pt x="54" y="14"/>
                    <a:pt x="49" y="14"/>
                  </a:cubicBezTo>
                  <a:cubicBezTo>
                    <a:pt x="48" y="14"/>
                    <a:pt x="48" y="15"/>
                    <a:pt x="47" y="15"/>
                  </a:cubicBezTo>
                  <a:cubicBezTo>
                    <a:pt x="49" y="13"/>
                    <a:pt x="50" y="11"/>
                    <a:pt x="50" y="9"/>
                  </a:cubicBezTo>
                  <a:cubicBezTo>
                    <a:pt x="50" y="4"/>
                    <a:pt x="46" y="0"/>
                    <a:pt x="41" y="0"/>
                  </a:cubicBezTo>
                  <a:cubicBezTo>
                    <a:pt x="37" y="0"/>
                    <a:pt x="33" y="4"/>
                    <a:pt x="33" y="9"/>
                  </a:cubicBezTo>
                  <a:cubicBezTo>
                    <a:pt x="33" y="11"/>
                    <a:pt x="34" y="13"/>
                    <a:pt x="36" y="15"/>
                  </a:cubicBezTo>
                  <a:cubicBezTo>
                    <a:pt x="35" y="15"/>
                    <a:pt x="34" y="14"/>
                    <a:pt x="33" y="14"/>
                  </a:cubicBezTo>
                  <a:cubicBezTo>
                    <a:pt x="29" y="14"/>
                    <a:pt x="25" y="18"/>
                    <a:pt x="25" y="23"/>
                  </a:cubicBezTo>
                  <a:cubicBezTo>
                    <a:pt x="25" y="27"/>
                    <a:pt x="29" y="31"/>
                    <a:pt x="33" y="31"/>
                  </a:cubicBezTo>
                  <a:cubicBezTo>
                    <a:pt x="37" y="31"/>
                    <a:pt x="40" y="29"/>
                    <a:pt x="41" y="25"/>
                  </a:cubicBezTo>
                  <a:cubicBezTo>
                    <a:pt x="41" y="29"/>
                    <a:pt x="34" y="42"/>
                    <a:pt x="23" y="42"/>
                  </a:cubicBezTo>
                  <a:cubicBezTo>
                    <a:pt x="16" y="42"/>
                    <a:pt x="11" y="37"/>
                    <a:pt x="9" y="31"/>
                  </a:cubicBezTo>
                  <a:cubicBezTo>
                    <a:pt x="10" y="32"/>
                    <a:pt x="11" y="32"/>
                    <a:pt x="11" y="32"/>
                  </a:cubicBezTo>
                  <a:cubicBezTo>
                    <a:pt x="16" y="32"/>
                    <a:pt x="20" y="28"/>
                    <a:pt x="20" y="23"/>
                  </a:cubicBezTo>
                  <a:cubicBezTo>
                    <a:pt x="20" y="19"/>
                    <a:pt x="16" y="15"/>
                    <a:pt x="11" y="15"/>
                  </a:cubicBezTo>
                  <a:cubicBezTo>
                    <a:pt x="11" y="15"/>
                    <a:pt x="10" y="15"/>
                    <a:pt x="9" y="15"/>
                  </a:cubicBezTo>
                  <a:cubicBezTo>
                    <a:pt x="10" y="14"/>
                    <a:pt x="11" y="13"/>
                    <a:pt x="11" y="11"/>
                  </a:cubicBezTo>
                  <a:cubicBezTo>
                    <a:pt x="11" y="7"/>
                    <a:pt x="8" y="4"/>
                    <a:pt x="4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2" y="12"/>
                    <a:pt x="4" y="26"/>
                    <a:pt x="4" y="28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2" y="65"/>
                    <a:pt x="72" y="65"/>
                    <a:pt x="73" y="64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9" y="19"/>
                    <a:pt x="81" y="9"/>
                    <a:pt x="82" y="5"/>
                  </a:cubicBezTo>
                  <a:cubicBezTo>
                    <a:pt x="82" y="5"/>
                    <a:pt x="81" y="4"/>
                    <a:pt x="78" y="4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0" name="Line 91">
              <a:extLst>
                <a:ext uri="{FF2B5EF4-FFF2-40B4-BE49-F238E27FC236}">
                  <a16:creationId xmlns:a16="http://schemas.microsoft.com/office/drawing/2014/main" id="{E14E6A0E-D84C-4ED1-A4E7-17A68E3CE576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>
              <a:off x="20978813" y="12082463"/>
              <a:ext cx="0" cy="862012"/>
            </a:xfrm>
            <a:prstGeom prst="line">
              <a:avLst/>
            </a:prstGeom>
            <a:no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1" name="Freeform 92">
              <a:extLst>
                <a:ext uri="{FF2B5EF4-FFF2-40B4-BE49-F238E27FC236}">
                  <a16:creationId xmlns:a16="http://schemas.microsoft.com/office/drawing/2014/main" id="{14C2673C-CEF7-44BB-9D15-C8C063F794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24488" y="12857163"/>
              <a:ext cx="58737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5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5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8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1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2" name="Freeform 93">
              <a:extLst>
                <a:ext uri="{FF2B5EF4-FFF2-40B4-BE49-F238E27FC236}">
                  <a16:creationId xmlns:a16="http://schemas.microsoft.com/office/drawing/2014/main" id="{BA58C61B-8B7B-42E3-B5C6-21DA19E8C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191163" y="12877800"/>
              <a:ext cx="68262" cy="60325"/>
            </a:xfrm>
            <a:custGeom>
              <a:avLst/>
              <a:gdLst>
                <a:gd name="T0" fmla="*/ 0 w 88"/>
                <a:gd name="T1" fmla="*/ 0 h 77"/>
                <a:gd name="T2" fmla="*/ 27 w 88"/>
                <a:gd name="T3" fmla="*/ 0 h 77"/>
                <a:gd name="T4" fmla="*/ 26 w 88"/>
                <a:gd name="T5" fmla="*/ 45 h 77"/>
                <a:gd name="T6" fmla="*/ 41 w 88"/>
                <a:gd name="T7" fmla="*/ 64 h 77"/>
                <a:gd name="T8" fmla="*/ 61 w 88"/>
                <a:gd name="T9" fmla="*/ 41 h 77"/>
                <a:gd name="T10" fmla="*/ 61 w 88"/>
                <a:gd name="T11" fmla="*/ 12 h 77"/>
                <a:gd name="T12" fmla="*/ 51 w 88"/>
                <a:gd name="T13" fmla="*/ 12 h 77"/>
                <a:gd name="T14" fmla="*/ 51 w 88"/>
                <a:gd name="T15" fmla="*/ 0 h 77"/>
                <a:gd name="T16" fmla="*/ 78 w 88"/>
                <a:gd name="T17" fmla="*/ 0 h 77"/>
                <a:gd name="T18" fmla="*/ 77 w 88"/>
                <a:gd name="T19" fmla="*/ 64 h 77"/>
                <a:gd name="T20" fmla="*/ 88 w 88"/>
                <a:gd name="T21" fmla="*/ 64 h 77"/>
                <a:gd name="T22" fmla="*/ 88 w 88"/>
                <a:gd name="T23" fmla="*/ 76 h 77"/>
                <a:gd name="T24" fmla="*/ 61 w 88"/>
                <a:gd name="T25" fmla="*/ 76 h 77"/>
                <a:gd name="T26" fmla="*/ 63 w 88"/>
                <a:gd name="T27" fmla="*/ 59 h 77"/>
                <a:gd name="T28" fmla="*/ 62 w 88"/>
                <a:gd name="T29" fmla="*/ 59 h 77"/>
                <a:gd name="T30" fmla="*/ 36 w 88"/>
                <a:gd name="T31" fmla="*/ 77 h 77"/>
                <a:gd name="T32" fmla="*/ 10 w 88"/>
                <a:gd name="T33" fmla="*/ 48 h 77"/>
                <a:gd name="T34" fmla="*/ 10 w 88"/>
                <a:gd name="T35" fmla="*/ 12 h 77"/>
                <a:gd name="T36" fmla="*/ 0 w 88"/>
                <a:gd name="T37" fmla="*/ 12 h 77"/>
                <a:gd name="T38" fmla="*/ 0 w 88"/>
                <a:gd name="T3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77">
                  <a:moveTo>
                    <a:pt x="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15"/>
                    <a:pt x="26" y="30"/>
                    <a:pt x="26" y="45"/>
                  </a:cubicBezTo>
                  <a:cubicBezTo>
                    <a:pt x="26" y="56"/>
                    <a:pt x="31" y="64"/>
                    <a:pt x="41" y="64"/>
                  </a:cubicBezTo>
                  <a:cubicBezTo>
                    <a:pt x="52" y="64"/>
                    <a:pt x="61" y="55"/>
                    <a:pt x="61" y="41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1"/>
                    <a:pt x="62" y="65"/>
                    <a:pt x="63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59" y="70"/>
                    <a:pt x="48" y="77"/>
                    <a:pt x="36" y="77"/>
                  </a:cubicBezTo>
                  <a:cubicBezTo>
                    <a:pt x="19" y="77"/>
                    <a:pt x="10" y="66"/>
                    <a:pt x="10" y="48"/>
                  </a:cubicBezTo>
                  <a:cubicBezTo>
                    <a:pt x="10" y="36"/>
                    <a:pt x="10" y="24"/>
                    <a:pt x="10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3" name="Freeform 94">
              <a:extLst>
                <a:ext uri="{FF2B5EF4-FFF2-40B4-BE49-F238E27FC236}">
                  <a16:creationId xmlns:a16="http://schemas.microsoft.com/office/drawing/2014/main" id="{E81597F6-6842-49AA-B2E2-3C41CD5422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267363" y="12876213"/>
              <a:ext cx="49212" cy="61912"/>
            </a:xfrm>
            <a:custGeom>
              <a:avLst/>
              <a:gdLst>
                <a:gd name="T0" fmla="*/ 45 w 63"/>
                <a:gd name="T1" fmla="*/ 24 h 79"/>
                <a:gd name="T2" fmla="*/ 45 w 63"/>
                <a:gd name="T3" fmla="*/ 15 h 79"/>
                <a:gd name="T4" fmla="*/ 32 w 63"/>
                <a:gd name="T5" fmla="*/ 12 h 79"/>
                <a:gd name="T6" fmla="*/ 17 w 63"/>
                <a:gd name="T7" fmla="*/ 21 h 79"/>
                <a:gd name="T8" fmla="*/ 26 w 63"/>
                <a:gd name="T9" fmla="*/ 30 h 79"/>
                <a:gd name="T10" fmla="*/ 45 w 63"/>
                <a:gd name="T11" fmla="*/ 33 h 79"/>
                <a:gd name="T12" fmla="*/ 63 w 63"/>
                <a:gd name="T13" fmla="*/ 54 h 79"/>
                <a:gd name="T14" fmla="*/ 29 w 63"/>
                <a:gd name="T15" fmla="*/ 79 h 79"/>
                <a:gd name="T16" fmla="*/ 1 w 63"/>
                <a:gd name="T17" fmla="*/ 75 h 79"/>
                <a:gd name="T18" fmla="*/ 1 w 63"/>
                <a:gd name="T19" fmla="*/ 54 h 79"/>
                <a:gd name="T20" fmla="*/ 16 w 63"/>
                <a:gd name="T21" fmla="*/ 54 h 79"/>
                <a:gd name="T22" fmla="*/ 16 w 63"/>
                <a:gd name="T23" fmla="*/ 64 h 79"/>
                <a:gd name="T24" fmla="*/ 32 w 63"/>
                <a:gd name="T25" fmla="*/ 68 h 79"/>
                <a:gd name="T26" fmla="*/ 48 w 63"/>
                <a:gd name="T27" fmla="*/ 57 h 79"/>
                <a:gd name="T28" fmla="*/ 37 w 63"/>
                <a:gd name="T29" fmla="*/ 47 h 79"/>
                <a:gd name="T30" fmla="*/ 25 w 63"/>
                <a:gd name="T31" fmla="*/ 45 h 79"/>
                <a:gd name="T32" fmla="*/ 0 w 63"/>
                <a:gd name="T33" fmla="*/ 24 h 79"/>
                <a:gd name="T34" fmla="*/ 33 w 63"/>
                <a:gd name="T35" fmla="*/ 0 h 79"/>
                <a:gd name="T36" fmla="*/ 59 w 63"/>
                <a:gd name="T37" fmla="*/ 5 h 79"/>
                <a:gd name="T38" fmla="*/ 59 w 63"/>
                <a:gd name="T39" fmla="*/ 24 h 79"/>
                <a:gd name="T40" fmla="*/ 45 w 63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9">
                  <a:moveTo>
                    <a:pt x="45" y="24"/>
                  </a:moveTo>
                  <a:cubicBezTo>
                    <a:pt x="45" y="15"/>
                    <a:pt x="45" y="15"/>
                    <a:pt x="45" y="15"/>
                  </a:cubicBezTo>
                  <a:cubicBezTo>
                    <a:pt x="42" y="13"/>
                    <a:pt x="39" y="12"/>
                    <a:pt x="32" y="12"/>
                  </a:cubicBezTo>
                  <a:cubicBezTo>
                    <a:pt x="24" y="12"/>
                    <a:pt x="17" y="14"/>
                    <a:pt x="17" y="21"/>
                  </a:cubicBezTo>
                  <a:cubicBezTo>
                    <a:pt x="17" y="27"/>
                    <a:pt x="22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4" y="35"/>
                    <a:pt x="63" y="39"/>
                    <a:pt x="63" y="54"/>
                  </a:cubicBezTo>
                  <a:cubicBezTo>
                    <a:pt x="63" y="74"/>
                    <a:pt x="46" y="79"/>
                    <a:pt x="29" y="79"/>
                  </a:cubicBezTo>
                  <a:cubicBezTo>
                    <a:pt x="16" y="79"/>
                    <a:pt x="6" y="77"/>
                    <a:pt x="1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2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3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59" y="24"/>
                    <a:pt x="59" y="24"/>
                    <a:pt x="59" y="24"/>
                  </a:cubicBezTo>
                  <a:lnTo>
                    <a:pt x="45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4" name="Freeform 95">
              <a:extLst>
                <a:ext uri="{FF2B5EF4-FFF2-40B4-BE49-F238E27FC236}">
                  <a16:creationId xmlns:a16="http://schemas.microsoft.com/office/drawing/2014/main" id="{8C9961FF-DD67-4E00-847F-ECC1043D1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24513" y="12865100"/>
              <a:ext cx="38100" cy="73025"/>
            </a:xfrm>
            <a:custGeom>
              <a:avLst/>
              <a:gdLst>
                <a:gd name="T0" fmla="*/ 0 w 51"/>
                <a:gd name="T1" fmla="*/ 18 h 95"/>
                <a:gd name="T2" fmla="*/ 12 w 51"/>
                <a:gd name="T3" fmla="*/ 18 h 95"/>
                <a:gd name="T4" fmla="*/ 12 w 51"/>
                <a:gd name="T5" fmla="*/ 1 h 95"/>
                <a:gd name="T6" fmla="*/ 29 w 51"/>
                <a:gd name="T7" fmla="*/ 0 h 95"/>
                <a:gd name="T8" fmla="*/ 28 w 51"/>
                <a:gd name="T9" fmla="*/ 18 h 95"/>
                <a:gd name="T10" fmla="*/ 50 w 51"/>
                <a:gd name="T11" fmla="*/ 18 h 95"/>
                <a:gd name="T12" fmla="*/ 50 w 51"/>
                <a:gd name="T13" fmla="*/ 30 h 95"/>
                <a:gd name="T14" fmla="*/ 28 w 51"/>
                <a:gd name="T15" fmla="*/ 30 h 95"/>
                <a:gd name="T16" fmla="*/ 28 w 51"/>
                <a:gd name="T17" fmla="*/ 65 h 95"/>
                <a:gd name="T18" fmla="*/ 38 w 51"/>
                <a:gd name="T19" fmla="*/ 83 h 95"/>
                <a:gd name="T20" fmla="*/ 51 w 51"/>
                <a:gd name="T21" fmla="*/ 80 h 95"/>
                <a:gd name="T22" fmla="*/ 51 w 51"/>
                <a:gd name="T23" fmla="*/ 92 h 95"/>
                <a:gd name="T24" fmla="*/ 34 w 51"/>
                <a:gd name="T25" fmla="*/ 95 h 95"/>
                <a:gd name="T26" fmla="*/ 11 w 51"/>
                <a:gd name="T27" fmla="*/ 72 h 95"/>
                <a:gd name="T28" fmla="*/ 12 w 51"/>
                <a:gd name="T29" fmla="*/ 30 h 95"/>
                <a:gd name="T30" fmla="*/ 0 w 51"/>
                <a:gd name="T31" fmla="*/ 30 h 95"/>
                <a:gd name="T32" fmla="*/ 0 w 51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8" y="83"/>
                  </a:cubicBezTo>
                  <a:cubicBezTo>
                    <a:pt x="43" y="83"/>
                    <a:pt x="47" y="81"/>
                    <a:pt x="51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6" y="94"/>
                    <a:pt x="40" y="95"/>
                    <a:pt x="34" y="95"/>
                  </a:cubicBezTo>
                  <a:cubicBezTo>
                    <a:pt x="18" y="95"/>
                    <a:pt x="11" y="89"/>
                    <a:pt x="11" y="72"/>
                  </a:cubicBezTo>
                  <a:cubicBezTo>
                    <a:pt x="11" y="62"/>
                    <a:pt x="11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5" name="Freeform 96">
              <a:extLst>
                <a:ext uri="{FF2B5EF4-FFF2-40B4-BE49-F238E27FC236}">
                  <a16:creationId xmlns:a16="http://schemas.microsoft.com/office/drawing/2014/main" id="{EADFF63D-DB89-47E1-80F5-BBAE282E640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368963" y="12876213"/>
              <a:ext cx="55562" cy="61912"/>
            </a:xfrm>
            <a:custGeom>
              <a:avLst/>
              <a:gdLst>
                <a:gd name="T0" fmla="*/ 3 w 73"/>
                <a:gd name="T1" fmla="*/ 7 h 79"/>
                <a:gd name="T2" fmla="*/ 34 w 73"/>
                <a:gd name="T3" fmla="*/ 0 h 79"/>
                <a:gd name="T4" fmla="*/ 63 w 73"/>
                <a:gd name="T5" fmla="*/ 29 h 79"/>
                <a:gd name="T6" fmla="*/ 63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9 w 73"/>
                <a:gd name="T13" fmla="*/ 78 h 79"/>
                <a:gd name="T14" fmla="*/ 50 w 73"/>
                <a:gd name="T15" fmla="*/ 62 h 79"/>
                <a:gd name="T16" fmla="*/ 50 w 73"/>
                <a:gd name="T17" fmla="*/ 62 h 79"/>
                <a:gd name="T18" fmla="*/ 25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9 w 73"/>
                <a:gd name="T25" fmla="*/ 34 h 79"/>
                <a:gd name="T26" fmla="*/ 49 w 73"/>
                <a:gd name="T27" fmla="*/ 28 h 79"/>
                <a:gd name="T28" fmla="*/ 32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9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7 w 73"/>
                <a:gd name="T45" fmla="*/ 56 h 79"/>
                <a:gd name="T46" fmla="*/ 29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8" y="5"/>
                    <a:pt x="17" y="0"/>
                    <a:pt x="34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3" y="54"/>
                    <a:pt x="6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3"/>
                    <a:pt x="49" y="67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7" y="71"/>
                    <a:pt x="41" y="79"/>
                    <a:pt x="25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1" y="35"/>
                    <a:pt x="33" y="3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19"/>
                    <a:pt x="45" y="12"/>
                    <a:pt x="32" y="12"/>
                  </a:cubicBezTo>
                  <a:cubicBezTo>
                    <a:pt x="26" y="12"/>
                    <a:pt x="21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9" y="67"/>
                  </a:moveTo>
                  <a:cubicBezTo>
                    <a:pt x="42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7" y="45"/>
                    <a:pt x="17" y="56"/>
                  </a:cubicBezTo>
                  <a:cubicBezTo>
                    <a:pt x="17" y="62"/>
                    <a:pt x="21" y="67"/>
                    <a:pt x="29" y="6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6" name="Freeform 97">
              <a:extLst>
                <a:ext uri="{FF2B5EF4-FFF2-40B4-BE49-F238E27FC236}">
                  <a16:creationId xmlns:a16="http://schemas.microsoft.com/office/drawing/2014/main" id="{01068506-CB2E-49AC-BDFE-7597E883177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432463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8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7" name="Freeform 98">
              <a:extLst>
                <a:ext uri="{FF2B5EF4-FFF2-40B4-BE49-F238E27FC236}">
                  <a16:creationId xmlns:a16="http://schemas.microsoft.com/office/drawing/2014/main" id="{18B10C2C-95F9-4F07-9F30-3F2431F705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468975" y="12876213"/>
              <a:ext cx="66675" cy="60325"/>
            </a:xfrm>
            <a:custGeom>
              <a:avLst/>
              <a:gdLst>
                <a:gd name="T0" fmla="*/ 1 w 89"/>
                <a:gd name="T1" fmla="*/ 66 h 78"/>
                <a:gd name="T2" fmla="*/ 10 w 89"/>
                <a:gd name="T3" fmla="*/ 66 h 78"/>
                <a:gd name="T4" fmla="*/ 10 w 89"/>
                <a:gd name="T5" fmla="*/ 14 h 78"/>
                <a:gd name="T6" fmla="*/ 0 w 89"/>
                <a:gd name="T7" fmla="*/ 14 h 78"/>
                <a:gd name="T8" fmla="*/ 0 w 89"/>
                <a:gd name="T9" fmla="*/ 2 h 78"/>
                <a:gd name="T10" fmla="*/ 27 w 89"/>
                <a:gd name="T11" fmla="*/ 2 h 78"/>
                <a:gd name="T12" fmla="*/ 25 w 89"/>
                <a:gd name="T13" fmla="*/ 19 h 78"/>
                <a:gd name="T14" fmla="*/ 26 w 89"/>
                <a:gd name="T15" fmla="*/ 19 h 78"/>
                <a:gd name="T16" fmla="*/ 53 w 89"/>
                <a:gd name="T17" fmla="*/ 0 h 78"/>
                <a:gd name="T18" fmla="*/ 79 w 89"/>
                <a:gd name="T19" fmla="*/ 29 h 78"/>
                <a:gd name="T20" fmla="*/ 79 w 89"/>
                <a:gd name="T21" fmla="*/ 66 h 78"/>
                <a:gd name="T22" fmla="*/ 89 w 89"/>
                <a:gd name="T23" fmla="*/ 66 h 78"/>
                <a:gd name="T24" fmla="*/ 89 w 89"/>
                <a:gd name="T25" fmla="*/ 78 h 78"/>
                <a:gd name="T26" fmla="*/ 53 w 89"/>
                <a:gd name="T27" fmla="*/ 78 h 78"/>
                <a:gd name="T28" fmla="*/ 53 w 89"/>
                <a:gd name="T29" fmla="*/ 66 h 78"/>
                <a:gd name="T30" fmla="*/ 62 w 89"/>
                <a:gd name="T31" fmla="*/ 66 h 78"/>
                <a:gd name="T32" fmla="*/ 63 w 89"/>
                <a:gd name="T33" fmla="*/ 32 h 78"/>
                <a:gd name="T34" fmla="*/ 47 w 89"/>
                <a:gd name="T35" fmla="*/ 14 h 78"/>
                <a:gd name="T36" fmla="*/ 27 w 89"/>
                <a:gd name="T37" fmla="*/ 37 h 78"/>
                <a:gd name="T38" fmla="*/ 27 w 89"/>
                <a:gd name="T39" fmla="*/ 66 h 78"/>
                <a:gd name="T40" fmla="*/ 37 w 89"/>
                <a:gd name="T41" fmla="*/ 66 h 78"/>
                <a:gd name="T42" fmla="*/ 37 w 89"/>
                <a:gd name="T43" fmla="*/ 78 h 78"/>
                <a:gd name="T44" fmla="*/ 1 w 89"/>
                <a:gd name="T45" fmla="*/ 78 h 78"/>
                <a:gd name="T46" fmla="*/ 1 w 89"/>
                <a:gd name="T47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" h="78">
                  <a:moveTo>
                    <a:pt x="1" y="66"/>
                  </a:moveTo>
                  <a:cubicBezTo>
                    <a:pt x="10" y="66"/>
                    <a:pt x="10" y="66"/>
                    <a:pt x="10" y="66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2"/>
                    <a:pt x="25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9"/>
                    <a:pt x="37" y="0"/>
                    <a:pt x="53" y="0"/>
                  </a:cubicBezTo>
                  <a:cubicBezTo>
                    <a:pt x="71" y="0"/>
                    <a:pt x="79" y="11"/>
                    <a:pt x="79" y="29"/>
                  </a:cubicBezTo>
                  <a:cubicBezTo>
                    <a:pt x="79" y="42"/>
                    <a:pt x="79" y="54"/>
                    <a:pt x="79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55"/>
                    <a:pt x="63" y="43"/>
                    <a:pt x="63" y="32"/>
                  </a:cubicBezTo>
                  <a:cubicBezTo>
                    <a:pt x="63" y="22"/>
                    <a:pt x="58" y="14"/>
                    <a:pt x="47" y="14"/>
                  </a:cubicBezTo>
                  <a:cubicBezTo>
                    <a:pt x="36" y="14"/>
                    <a:pt x="27" y="23"/>
                    <a:pt x="27" y="3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1" y="78"/>
                    <a:pt x="1" y="78"/>
                    <a:pt x="1" y="78"/>
                  </a:cubicBezTo>
                  <a:lnTo>
                    <a:pt x="1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8" name="Freeform 99">
              <a:extLst>
                <a:ext uri="{FF2B5EF4-FFF2-40B4-BE49-F238E27FC236}">
                  <a16:creationId xmlns:a16="http://schemas.microsoft.com/office/drawing/2014/main" id="{6716CBBA-324D-4D81-A0E0-CDE13378156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45175" y="12876213"/>
              <a:ext cx="55562" cy="61912"/>
            </a:xfrm>
            <a:custGeom>
              <a:avLst/>
              <a:gdLst>
                <a:gd name="T0" fmla="*/ 3 w 73"/>
                <a:gd name="T1" fmla="*/ 7 h 79"/>
                <a:gd name="T2" fmla="*/ 33 w 73"/>
                <a:gd name="T3" fmla="*/ 0 h 79"/>
                <a:gd name="T4" fmla="*/ 63 w 73"/>
                <a:gd name="T5" fmla="*/ 29 h 79"/>
                <a:gd name="T6" fmla="*/ 62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8 w 73"/>
                <a:gd name="T13" fmla="*/ 78 h 79"/>
                <a:gd name="T14" fmla="*/ 50 w 73"/>
                <a:gd name="T15" fmla="*/ 62 h 79"/>
                <a:gd name="T16" fmla="*/ 49 w 73"/>
                <a:gd name="T17" fmla="*/ 62 h 79"/>
                <a:gd name="T18" fmla="*/ 24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8 w 73"/>
                <a:gd name="T25" fmla="*/ 34 h 79"/>
                <a:gd name="T26" fmla="*/ 48 w 73"/>
                <a:gd name="T27" fmla="*/ 28 h 79"/>
                <a:gd name="T28" fmla="*/ 31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8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6 w 73"/>
                <a:gd name="T45" fmla="*/ 56 h 79"/>
                <a:gd name="T46" fmla="*/ 28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7" y="5"/>
                    <a:pt x="17" y="0"/>
                    <a:pt x="33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2" y="54"/>
                    <a:pt x="62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3"/>
                    <a:pt x="49" y="67"/>
                    <a:pt x="50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71"/>
                    <a:pt x="40" y="79"/>
                    <a:pt x="24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0" y="35"/>
                    <a:pt x="33" y="35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8" y="19"/>
                    <a:pt x="45" y="12"/>
                    <a:pt x="31" y="12"/>
                  </a:cubicBezTo>
                  <a:cubicBezTo>
                    <a:pt x="26" y="12"/>
                    <a:pt x="20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8" y="67"/>
                  </a:moveTo>
                  <a:cubicBezTo>
                    <a:pt x="41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6" y="45"/>
                    <a:pt x="16" y="56"/>
                  </a:cubicBezTo>
                  <a:cubicBezTo>
                    <a:pt x="16" y="62"/>
                    <a:pt x="20" y="67"/>
                    <a:pt x="28" y="6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9" name="Freeform 100">
              <a:extLst>
                <a:ext uri="{FF2B5EF4-FFF2-40B4-BE49-F238E27FC236}">
                  <a16:creationId xmlns:a16="http://schemas.microsoft.com/office/drawing/2014/main" id="{D86FDDBE-2081-417E-8E15-12141503E4A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603913" y="12850813"/>
              <a:ext cx="63500" cy="87312"/>
            </a:xfrm>
            <a:custGeom>
              <a:avLst/>
              <a:gdLst>
                <a:gd name="T0" fmla="*/ 0 w 84"/>
                <a:gd name="T1" fmla="*/ 0 h 113"/>
                <a:gd name="T2" fmla="*/ 29 w 84"/>
                <a:gd name="T3" fmla="*/ 0 h 113"/>
                <a:gd name="T4" fmla="*/ 28 w 84"/>
                <a:gd name="T5" fmla="*/ 36 h 113"/>
                <a:gd name="T6" fmla="*/ 27 w 84"/>
                <a:gd name="T7" fmla="*/ 52 h 113"/>
                <a:gd name="T8" fmla="*/ 27 w 84"/>
                <a:gd name="T9" fmla="*/ 52 h 113"/>
                <a:gd name="T10" fmla="*/ 53 w 84"/>
                <a:gd name="T11" fmla="*/ 34 h 113"/>
                <a:gd name="T12" fmla="*/ 84 w 84"/>
                <a:gd name="T13" fmla="*/ 69 h 113"/>
                <a:gd name="T14" fmla="*/ 41 w 84"/>
                <a:gd name="T15" fmla="*/ 113 h 113"/>
                <a:gd name="T16" fmla="*/ 12 w 84"/>
                <a:gd name="T17" fmla="*/ 108 h 113"/>
                <a:gd name="T18" fmla="*/ 12 w 84"/>
                <a:gd name="T19" fmla="*/ 12 h 113"/>
                <a:gd name="T20" fmla="*/ 0 w 84"/>
                <a:gd name="T21" fmla="*/ 12 h 113"/>
                <a:gd name="T22" fmla="*/ 0 w 84"/>
                <a:gd name="T23" fmla="*/ 0 h 113"/>
                <a:gd name="T24" fmla="*/ 48 w 84"/>
                <a:gd name="T25" fmla="*/ 48 h 113"/>
                <a:gd name="T26" fmla="*/ 28 w 84"/>
                <a:gd name="T27" fmla="*/ 70 h 113"/>
                <a:gd name="T28" fmla="*/ 28 w 84"/>
                <a:gd name="T29" fmla="*/ 97 h 113"/>
                <a:gd name="T30" fmla="*/ 43 w 84"/>
                <a:gd name="T31" fmla="*/ 100 h 113"/>
                <a:gd name="T32" fmla="*/ 67 w 84"/>
                <a:gd name="T33" fmla="*/ 70 h 113"/>
                <a:gd name="T34" fmla="*/ 48 w 84"/>
                <a:gd name="T35" fmla="*/ 4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" h="113">
                  <a:moveTo>
                    <a:pt x="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0" y="44"/>
                    <a:pt x="38" y="34"/>
                    <a:pt x="53" y="34"/>
                  </a:cubicBezTo>
                  <a:cubicBezTo>
                    <a:pt x="73" y="34"/>
                    <a:pt x="84" y="48"/>
                    <a:pt x="84" y="69"/>
                  </a:cubicBezTo>
                  <a:cubicBezTo>
                    <a:pt x="84" y="91"/>
                    <a:pt x="74" y="113"/>
                    <a:pt x="41" y="113"/>
                  </a:cubicBezTo>
                  <a:cubicBezTo>
                    <a:pt x="28" y="113"/>
                    <a:pt x="19" y="111"/>
                    <a:pt x="12" y="108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  <a:moveTo>
                    <a:pt x="48" y="48"/>
                  </a:moveTo>
                  <a:cubicBezTo>
                    <a:pt x="35" y="48"/>
                    <a:pt x="29" y="57"/>
                    <a:pt x="28" y="70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1" y="98"/>
                    <a:pt x="35" y="100"/>
                    <a:pt x="43" y="100"/>
                  </a:cubicBezTo>
                  <a:cubicBezTo>
                    <a:pt x="60" y="100"/>
                    <a:pt x="67" y="85"/>
                    <a:pt x="67" y="70"/>
                  </a:cubicBezTo>
                  <a:cubicBezTo>
                    <a:pt x="67" y="56"/>
                    <a:pt x="61" y="48"/>
                    <a:pt x="48" y="4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0" name="Freeform 101">
              <a:extLst>
                <a:ext uri="{FF2B5EF4-FFF2-40B4-BE49-F238E27FC236}">
                  <a16:creationId xmlns:a16="http://schemas.microsoft.com/office/drawing/2014/main" id="{781F76C0-5ACF-4EFE-B78F-FC3A856D5AB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675350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1" name="Freeform 102">
              <a:extLst>
                <a:ext uri="{FF2B5EF4-FFF2-40B4-BE49-F238E27FC236}">
                  <a16:creationId xmlns:a16="http://schemas.microsoft.com/office/drawing/2014/main" id="{29D3DAAA-25CB-4EEF-864C-645DB95CA6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710275" y="12850813"/>
              <a:ext cx="28575" cy="85725"/>
            </a:xfrm>
            <a:custGeom>
              <a:avLst/>
              <a:gdLst>
                <a:gd name="T0" fmla="*/ 1 w 18"/>
                <a:gd name="T1" fmla="*/ 48 h 54"/>
                <a:gd name="T2" fmla="*/ 5 w 18"/>
                <a:gd name="T3" fmla="*/ 48 h 54"/>
                <a:gd name="T4" fmla="*/ 6 w 18"/>
                <a:gd name="T5" fmla="*/ 6 h 54"/>
                <a:gd name="T6" fmla="*/ 0 w 18"/>
                <a:gd name="T7" fmla="*/ 6 h 54"/>
                <a:gd name="T8" fmla="*/ 0 w 18"/>
                <a:gd name="T9" fmla="*/ 0 h 54"/>
                <a:gd name="T10" fmla="*/ 13 w 18"/>
                <a:gd name="T11" fmla="*/ 0 h 54"/>
                <a:gd name="T12" fmla="*/ 13 w 18"/>
                <a:gd name="T13" fmla="*/ 48 h 54"/>
                <a:gd name="T14" fmla="*/ 18 w 18"/>
                <a:gd name="T15" fmla="*/ 48 h 54"/>
                <a:gd name="T16" fmla="*/ 18 w 18"/>
                <a:gd name="T17" fmla="*/ 54 h 54"/>
                <a:gd name="T18" fmla="*/ 1 w 18"/>
                <a:gd name="T19" fmla="*/ 54 h 54"/>
                <a:gd name="T20" fmla="*/ 1 w 18"/>
                <a:gd name="T2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4">
                  <a:moveTo>
                    <a:pt x="1" y="48"/>
                  </a:moveTo>
                  <a:lnTo>
                    <a:pt x="5" y="48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3" y="48"/>
                  </a:lnTo>
                  <a:lnTo>
                    <a:pt x="18" y="48"/>
                  </a:lnTo>
                  <a:lnTo>
                    <a:pt x="18" y="54"/>
                  </a:lnTo>
                  <a:lnTo>
                    <a:pt x="1" y="54"/>
                  </a:lnTo>
                  <a:lnTo>
                    <a:pt x="1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2" name="Freeform 103">
              <a:extLst>
                <a:ext uri="{FF2B5EF4-FFF2-40B4-BE49-F238E27FC236}">
                  <a16:creationId xmlns:a16="http://schemas.microsoft.com/office/drawing/2014/main" id="{50217EB8-7B31-4B0E-A9B9-278CDB58EF5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745200" y="12849225"/>
              <a:ext cx="30162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3" name="Freeform 104">
              <a:extLst>
                <a:ext uri="{FF2B5EF4-FFF2-40B4-BE49-F238E27FC236}">
                  <a16:creationId xmlns:a16="http://schemas.microsoft.com/office/drawing/2014/main" id="{E1A42B47-02DD-4548-B2B0-FE8ED55041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780125" y="12865100"/>
              <a:ext cx="39687" cy="73025"/>
            </a:xfrm>
            <a:custGeom>
              <a:avLst/>
              <a:gdLst>
                <a:gd name="T0" fmla="*/ 0 w 51"/>
                <a:gd name="T1" fmla="*/ 18 h 95"/>
                <a:gd name="T2" fmla="*/ 12 w 51"/>
                <a:gd name="T3" fmla="*/ 18 h 95"/>
                <a:gd name="T4" fmla="*/ 12 w 51"/>
                <a:gd name="T5" fmla="*/ 1 h 95"/>
                <a:gd name="T6" fmla="*/ 28 w 51"/>
                <a:gd name="T7" fmla="*/ 0 h 95"/>
                <a:gd name="T8" fmla="*/ 28 w 51"/>
                <a:gd name="T9" fmla="*/ 18 h 95"/>
                <a:gd name="T10" fmla="*/ 50 w 51"/>
                <a:gd name="T11" fmla="*/ 18 h 95"/>
                <a:gd name="T12" fmla="*/ 50 w 51"/>
                <a:gd name="T13" fmla="*/ 30 h 95"/>
                <a:gd name="T14" fmla="*/ 28 w 51"/>
                <a:gd name="T15" fmla="*/ 30 h 95"/>
                <a:gd name="T16" fmla="*/ 28 w 51"/>
                <a:gd name="T17" fmla="*/ 65 h 95"/>
                <a:gd name="T18" fmla="*/ 38 w 51"/>
                <a:gd name="T19" fmla="*/ 83 h 95"/>
                <a:gd name="T20" fmla="*/ 51 w 51"/>
                <a:gd name="T21" fmla="*/ 80 h 95"/>
                <a:gd name="T22" fmla="*/ 51 w 51"/>
                <a:gd name="T23" fmla="*/ 92 h 95"/>
                <a:gd name="T24" fmla="*/ 34 w 51"/>
                <a:gd name="T25" fmla="*/ 95 h 95"/>
                <a:gd name="T26" fmla="*/ 11 w 51"/>
                <a:gd name="T27" fmla="*/ 72 h 95"/>
                <a:gd name="T28" fmla="*/ 12 w 51"/>
                <a:gd name="T29" fmla="*/ 30 h 95"/>
                <a:gd name="T30" fmla="*/ 0 w 51"/>
                <a:gd name="T31" fmla="*/ 30 h 95"/>
                <a:gd name="T32" fmla="*/ 0 w 51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8" y="83"/>
                  </a:cubicBezTo>
                  <a:cubicBezTo>
                    <a:pt x="43" y="83"/>
                    <a:pt x="47" y="81"/>
                    <a:pt x="51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6" y="94"/>
                    <a:pt x="40" y="95"/>
                    <a:pt x="34" y="95"/>
                  </a:cubicBezTo>
                  <a:cubicBezTo>
                    <a:pt x="17" y="95"/>
                    <a:pt x="11" y="89"/>
                    <a:pt x="11" y="72"/>
                  </a:cubicBezTo>
                  <a:cubicBezTo>
                    <a:pt x="11" y="62"/>
                    <a:pt x="11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4" name="Freeform 105">
              <a:extLst>
                <a:ext uri="{FF2B5EF4-FFF2-40B4-BE49-F238E27FC236}">
                  <a16:creationId xmlns:a16="http://schemas.microsoft.com/office/drawing/2014/main" id="{4B12C50A-5B11-4718-9A3D-A582A6137A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818225" y="12877800"/>
              <a:ext cx="65087" cy="87312"/>
            </a:xfrm>
            <a:custGeom>
              <a:avLst/>
              <a:gdLst>
                <a:gd name="T0" fmla="*/ 0 w 84"/>
                <a:gd name="T1" fmla="*/ 0 h 114"/>
                <a:gd name="T2" fmla="*/ 35 w 84"/>
                <a:gd name="T3" fmla="*/ 0 h 114"/>
                <a:gd name="T4" fmla="*/ 35 w 84"/>
                <a:gd name="T5" fmla="*/ 12 h 114"/>
                <a:gd name="T6" fmla="*/ 27 w 84"/>
                <a:gd name="T7" fmla="*/ 12 h 114"/>
                <a:gd name="T8" fmla="*/ 41 w 84"/>
                <a:gd name="T9" fmla="*/ 51 h 114"/>
                <a:gd name="T10" fmla="*/ 45 w 84"/>
                <a:gd name="T11" fmla="*/ 62 h 114"/>
                <a:gd name="T12" fmla="*/ 45 w 84"/>
                <a:gd name="T13" fmla="*/ 62 h 114"/>
                <a:gd name="T14" fmla="*/ 48 w 84"/>
                <a:gd name="T15" fmla="*/ 51 h 114"/>
                <a:gd name="T16" fmla="*/ 62 w 84"/>
                <a:gd name="T17" fmla="*/ 12 h 114"/>
                <a:gd name="T18" fmla="*/ 52 w 84"/>
                <a:gd name="T19" fmla="*/ 12 h 114"/>
                <a:gd name="T20" fmla="*/ 52 w 84"/>
                <a:gd name="T21" fmla="*/ 0 h 114"/>
                <a:gd name="T22" fmla="*/ 84 w 84"/>
                <a:gd name="T23" fmla="*/ 0 h 114"/>
                <a:gd name="T24" fmla="*/ 84 w 84"/>
                <a:gd name="T25" fmla="*/ 12 h 114"/>
                <a:gd name="T26" fmla="*/ 77 w 84"/>
                <a:gd name="T27" fmla="*/ 12 h 114"/>
                <a:gd name="T28" fmla="*/ 53 w 84"/>
                <a:gd name="T29" fmla="*/ 75 h 114"/>
                <a:gd name="T30" fmla="*/ 41 w 84"/>
                <a:gd name="T31" fmla="*/ 102 h 114"/>
                <a:gd name="T32" fmla="*/ 15 w 84"/>
                <a:gd name="T33" fmla="*/ 114 h 114"/>
                <a:gd name="T34" fmla="*/ 5 w 84"/>
                <a:gd name="T35" fmla="*/ 112 h 114"/>
                <a:gd name="T36" fmla="*/ 5 w 84"/>
                <a:gd name="T37" fmla="*/ 100 h 114"/>
                <a:gd name="T38" fmla="*/ 15 w 84"/>
                <a:gd name="T39" fmla="*/ 101 h 114"/>
                <a:gd name="T40" fmla="*/ 36 w 84"/>
                <a:gd name="T41" fmla="*/ 81 h 114"/>
                <a:gd name="T42" fmla="*/ 37 w 84"/>
                <a:gd name="T43" fmla="*/ 80 h 114"/>
                <a:gd name="T44" fmla="*/ 8 w 84"/>
                <a:gd name="T45" fmla="*/ 12 h 114"/>
                <a:gd name="T46" fmla="*/ 0 w 84"/>
                <a:gd name="T47" fmla="*/ 12 h 114"/>
                <a:gd name="T48" fmla="*/ 0 w 84"/>
                <a:gd name="T4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14">
                  <a:moveTo>
                    <a:pt x="0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3" y="55"/>
                    <a:pt x="44" y="59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6" y="59"/>
                    <a:pt x="47" y="55"/>
                    <a:pt x="48" y="5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1" y="82"/>
                    <a:pt x="46" y="96"/>
                    <a:pt x="41" y="102"/>
                  </a:cubicBezTo>
                  <a:cubicBezTo>
                    <a:pt x="34" y="111"/>
                    <a:pt x="25" y="114"/>
                    <a:pt x="15" y="114"/>
                  </a:cubicBezTo>
                  <a:cubicBezTo>
                    <a:pt x="11" y="114"/>
                    <a:pt x="7" y="113"/>
                    <a:pt x="5" y="112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7" y="101"/>
                    <a:pt x="12" y="101"/>
                    <a:pt x="15" y="101"/>
                  </a:cubicBezTo>
                  <a:cubicBezTo>
                    <a:pt x="23" y="101"/>
                    <a:pt x="30" y="98"/>
                    <a:pt x="36" y="81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5" name="Freeform 106">
              <a:extLst>
                <a:ext uri="{FF2B5EF4-FFF2-40B4-BE49-F238E27FC236}">
                  <a16:creationId xmlns:a16="http://schemas.microsoft.com/office/drawing/2014/main" id="{A2ABB34E-7963-4ED9-8D88-8024DD7C22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24588" y="12857163"/>
              <a:ext cx="57150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6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6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8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2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6" name="Freeform 107">
              <a:extLst>
                <a:ext uri="{FF2B5EF4-FFF2-40B4-BE49-F238E27FC236}">
                  <a16:creationId xmlns:a16="http://schemas.microsoft.com/office/drawing/2014/main" id="{0EC48504-99E3-4D53-A155-BF09BA8B0E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991263" y="12876213"/>
              <a:ext cx="47625" cy="61912"/>
            </a:xfrm>
            <a:custGeom>
              <a:avLst/>
              <a:gdLst>
                <a:gd name="T0" fmla="*/ 49 w 63"/>
                <a:gd name="T1" fmla="*/ 14 h 79"/>
                <a:gd name="T2" fmla="*/ 40 w 63"/>
                <a:gd name="T3" fmla="*/ 13 h 79"/>
                <a:gd name="T4" fmla="*/ 17 w 63"/>
                <a:gd name="T5" fmla="*/ 39 h 79"/>
                <a:gd name="T6" fmla="*/ 44 w 63"/>
                <a:gd name="T7" fmla="*/ 66 h 79"/>
                <a:gd name="T8" fmla="*/ 63 w 63"/>
                <a:gd name="T9" fmla="*/ 61 h 79"/>
                <a:gd name="T10" fmla="*/ 62 w 63"/>
                <a:gd name="T11" fmla="*/ 76 h 79"/>
                <a:gd name="T12" fmla="*/ 41 w 63"/>
                <a:gd name="T13" fmla="*/ 79 h 79"/>
                <a:gd name="T14" fmla="*/ 0 w 63"/>
                <a:gd name="T15" fmla="*/ 40 h 79"/>
                <a:gd name="T16" fmla="*/ 41 w 63"/>
                <a:gd name="T17" fmla="*/ 0 h 79"/>
                <a:gd name="T18" fmla="*/ 63 w 63"/>
                <a:gd name="T19" fmla="*/ 4 h 79"/>
                <a:gd name="T20" fmla="*/ 63 w 63"/>
                <a:gd name="T21" fmla="*/ 26 h 79"/>
                <a:gd name="T22" fmla="*/ 49 w 63"/>
                <a:gd name="T23" fmla="*/ 26 h 79"/>
                <a:gd name="T24" fmla="*/ 49 w 63"/>
                <a:gd name="T25" fmla="*/ 1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79">
                  <a:moveTo>
                    <a:pt x="49" y="14"/>
                  </a:moveTo>
                  <a:cubicBezTo>
                    <a:pt x="47" y="14"/>
                    <a:pt x="43" y="13"/>
                    <a:pt x="40" y="13"/>
                  </a:cubicBezTo>
                  <a:cubicBezTo>
                    <a:pt x="25" y="13"/>
                    <a:pt x="17" y="24"/>
                    <a:pt x="17" y="39"/>
                  </a:cubicBezTo>
                  <a:cubicBezTo>
                    <a:pt x="17" y="52"/>
                    <a:pt x="23" y="66"/>
                    <a:pt x="44" y="66"/>
                  </a:cubicBezTo>
                  <a:cubicBezTo>
                    <a:pt x="51" y="66"/>
                    <a:pt x="59" y="64"/>
                    <a:pt x="63" y="61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59" y="77"/>
                    <a:pt x="51" y="79"/>
                    <a:pt x="41" y="79"/>
                  </a:cubicBezTo>
                  <a:cubicBezTo>
                    <a:pt x="11" y="79"/>
                    <a:pt x="0" y="59"/>
                    <a:pt x="0" y="40"/>
                  </a:cubicBezTo>
                  <a:cubicBezTo>
                    <a:pt x="0" y="17"/>
                    <a:pt x="15" y="0"/>
                    <a:pt x="41" y="0"/>
                  </a:cubicBezTo>
                  <a:cubicBezTo>
                    <a:pt x="53" y="0"/>
                    <a:pt x="60" y="3"/>
                    <a:pt x="63" y="4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49" y="26"/>
                    <a:pt x="49" y="26"/>
                    <a:pt x="49" y="26"/>
                  </a:cubicBezTo>
                  <a:lnTo>
                    <a:pt x="49" y="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7" name="Freeform 108">
              <a:extLst>
                <a:ext uri="{FF2B5EF4-FFF2-40B4-BE49-F238E27FC236}">
                  <a16:creationId xmlns:a16="http://schemas.microsoft.com/office/drawing/2014/main" id="{B52AFC1D-C36C-4218-AC80-47DC618F42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46825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7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19 w 38"/>
                <a:gd name="T23" fmla="*/ 0 h 114"/>
                <a:gd name="T24" fmla="*/ 31 w 38"/>
                <a:gd name="T25" fmla="*/ 11 h 114"/>
                <a:gd name="T26" fmla="*/ 19 w 38"/>
                <a:gd name="T27" fmla="*/ 22 h 114"/>
                <a:gd name="T28" fmla="*/ 8 w 38"/>
                <a:gd name="T29" fmla="*/ 11 h 114"/>
                <a:gd name="T30" fmla="*/ 19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19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19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19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8" name="Freeform 109">
              <a:extLst>
                <a:ext uri="{FF2B5EF4-FFF2-40B4-BE49-F238E27FC236}">
                  <a16:creationId xmlns:a16="http://schemas.microsoft.com/office/drawing/2014/main" id="{6AC05757-267F-483E-B844-A4B03F338C8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81750" y="12876213"/>
              <a:ext cx="55562" cy="61912"/>
            </a:xfrm>
            <a:custGeom>
              <a:avLst/>
              <a:gdLst>
                <a:gd name="T0" fmla="*/ 68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8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8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8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9" name="Freeform 110">
              <a:extLst>
                <a:ext uri="{FF2B5EF4-FFF2-40B4-BE49-F238E27FC236}">
                  <a16:creationId xmlns:a16="http://schemas.microsoft.com/office/drawing/2014/main" id="{F7BB7094-82EC-4480-B2BC-3EB733ADCDF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43663" y="12876213"/>
              <a:ext cx="68262" cy="60325"/>
            </a:xfrm>
            <a:custGeom>
              <a:avLst/>
              <a:gdLst>
                <a:gd name="T0" fmla="*/ 2 w 89"/>
                <a:gd name="T1" fmla="*/ 66 h 78"/>
                <a:gd name="T2" fmla="*/ 10 w 89"/>
                <a:gd name="T3" fmla="*/ 66 h 78"/>
                <a:gd name="T4" fmla="*/ 11 w 89"/>
                <a:gd name="T5" fmla="*/ 14 h 78"/>
                <a:gd name="T6" fmla="*/ 0 w 89"/>
                <a:gd name="T7" fmla="*/ 14 h 78"/>
                <a:gd name="T8" fmla="*/ 0 w 89"/>
                <a:gd name="T9" fmla="*/ 2 h 78"/>
                <a:gd name="T10" fmla="*/ 27 w 89"/>
                <a:gd name="T11" fmla="*/ 2 h 78"/>
                <a:gd name="T12" fmla="*/ 26 w 89"/>
                <a:gd name="T13" fmla="*/ 19 h 78"/>
                <a:gd name="T14" fmla="*/ 26 w 89"/>
                <a:gd name="T15" fmla="*/ 19 h 78"/>
                <a:gd name="T16" fmla="*/ 53 w 89"/>
                <a:gd name="T17" fmla="*/ 0 h 78"/>
                <a:gd name="T18" fmla="*/ 79 w 89"/>
                <a:gd name="T19" fmla="*/ 29 h 78"/>
                <a:gd name="T20" fmla="*/ 79 w 89"/>
                <a:gd name="T21" fmla="*/ 66 h 78"/>
                <a:gd name="T22" fmla="*/ 89 w 89"/>
                <a:gd name="T23" fmla="*/ 66 h 78"/>
                <a:gd name="T24" fmla="*/ 89 w 89"/>
                <a:gd name="T25" fmla="*/ 78 h 78"/>
                <a:gd name="T26" fmla="*/ 54 w 89"/>
                <a:gd name="T27" fmla="*/ 78 h 78"/>
                <a:gd name="T28" fmla="*/ 54 w 89"/>
                <a:gd name="T29" fmla="*/ 66 h 78"/>
                <a:gd name="T30" fmla="*/ 62 w 89"/>
                <a:gd name="T31" fmla="*/ 66 h 78"/>
                <a:gd name="T32" fmla="*/ 63 w 89"/>
                <a:gd name="T33" fmla="*/ 32 h 78"/>
                <a:gd name="T34" fmla="*/ 47 w 89"/>
                <a:gd name="T35" fmla="*/ 14 h 78"/>
                <a:gd name="T36" fmla="*/ 27 w 89"/>
                <a:gd name="T37" fmla="*/ 37 h 78"/>
                <a:gd name="T38" fmla="*/ 27 w 89"/>
                <a:gd name="T39" fmla="*/ 66 h 78"/>
                <a:gd name="T40" fmla="*/ 37 w 89"/>
                <a:gd name="T41" fmla="*/ 66 h 78"/>
                <a:gd name="T42" fmla="*/ 37 w 89"/>
                <a:gd name="T43" fmla="*/ 78 h 78"/>
                <a:gd name="T44" fmla="*/ 2 w 89"/>
                <a:gd name="T45" fmla="*/ 78 h 78"/>
                <a:gd name="T46" fmla="*/ 2 w 89"/>
                <a:gd name="T47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" h="78">
                  <a:moveTo>
                    <a:pt x="2" y="66"/>
                  </a:moveTo>
                  <a:cubicBezTo>
                    <a:pt x="10" y="66"/>
                    <a:pt x="10" y="66"/>
                    <a:pt x="10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7" y="12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9"/>
                    <a:pt x="37" y="0"/>
                    <a:pt x="53" y="0"/>
                  </a:cubicBezTo>
                  <a:cubicBezTo>
                    <a:pt x="71" y="0"/>
                    <a:pt x="79" y="11"/>
                    <a:pt x="79" y="29"/>
                  </a:cubicBezTo>
                  <a:cubicBezTo>
                    <a:pt x="79" y="42"/>
                    <a:pt x="79" y="54"/>
                    <a:pt x="79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55"/>
                    <a:pt x="63" y="43"/>
                    <a:pt x="63" y="32"/>
                  </a:cubicBezTo>
                  <a:cubicBezTo>
                    <a:pt x="63" y="22"/>
                    <a:pt x="58" y="14"/>
                    <a:pt x="47" y="14"/>
                  </a:cubicBezTo>
                  <a:cubicBezTo>
                    <a:pt x="36" y="14"/>
                    <a:pt x="28" y="23"/>
                    <a:pt x="27" y="3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0" name="Freeform 111">
              <a:extLst>
                <a:ext uri="{FF2B5EF4-FFF2-40B4-BE49-F238E27FC236}">
                  <a16:creationId xmlns:a16="http://schemas.microsoft.com/office/drawing/2014/main" id="{F4D256D4-8697-48CF-AE91-09D3F8193D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19863" y="12876213"/>
              <a:ext cx="47625" cy="61912"/>
            </a:xfrm>
            <a:custGeom>
              <a:avLst/>
              <a:gdLst>
                <a:gd name="T0" fmla="*/ 49 w 62"/>
                <a:gd name="T1" fmla="*/ 14 h 79"/>
                <a:gd name="T2" fmla="*/ 39 w 62"/>
                <a:gd name="T3" fmla="*/ 13 h 79"/>
                <a:gd name="T4" fmla="*/ 16 w 62"/>
                <a:gd name="T5" fmla="*/ 39 h 79"/>
                <a:gd name="T6" fmla="*/ 43 w 62"/>
                <a:gd name="T7" fmla="*/ 66 h 79"/>
                <a:gd name="T8" fmla="*/ 62 w 62"/>
                <a:gd name="T9" fmla="*/ 61 h 79"/>
                <a:gd name="T10" fmla="*/ 61 w 62"/>
                <a:gd name="T11" fmla="*/ 76 h 79"/>
                <a:gd name="T12" fmla="*/ 40 w 62"/>
                <a:gd name="T13" fmla="*/ 79 h 79"/>
                <a:gd name="T14" fmla="*/ 0 w 62"/>
                <a:gd name="T15" fmla="*/ 40 h 79"/>
                <a:gd name="T16" fmla="*/ 41 w 62"/>
                <a:gd name="T17" fmla="*/ 0 h 79"/>
                <a:gd name="T18" fmla="*/ 62 w 62"/>
                <a:gd name="T19" fmla="*/ 4 h 79"/>
                <a:gd name="T20" fmla="*/ 62 w 62"/>
                <a:gd name="T21" fmla="*/ 26 h 79"/>
                <a:gd name="T22" fmla="*/ 49 w 62"/>
                <a:gd name="T23" fmla="*/ 26 h 79"/>
                <a:gd name="T24" fmla="*/ 49 w 62"/>
                <a:gd name="T25" fmla="*/ 1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79">
                  <a:moveTo>
                    <a:pt x="49" y="14"/>
                  </a:moveTo>
                  <a:cubicBezTo>
                    <a:pt x="46" y="14"/>
                    <a:pt x="43" y="13"/>
                    <a:pt x="39" y="13"/>
                  </a:cubicBezTo>
                  <a:cubicBezTo>
                    <a:pt x="24" y="13"/>
                    <a:pt x="16" y="24"/>
                    <a:pt x="16" y="39"/>
                  </a:cubicBezTo>
                  <a:cubicBezTo>
                    <a:pt x="16" y="52"/>
                    <a:pt x="22" y="66"/>
                    <a:pt x="43" y="66"/>
                  </a:cubicBezTo>
                  <a:cubicBezTo>
                    <a:pt x="50" y="66"/>
                    <a:pt x="58" y="64"/>
                    <a:pt x="62" y="61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58" y="77"/>
                    <a:pt x="50" y="79"/>
                    <a:pt x="40" y="79"/>
                  </a:cubicBezTo>
                  <a:cubicBezTo>
                    <a:pt x="10" y="79"/>
                    <a:pt x="0" y="59"/>
                    <a:pt x="0" y="40"/>
                  </a:cubicBezTo>
                  <a:cubicBezTo>
                    <a:pt x="0" y="17"/>
                    <a:pt x="14" y="0"/>
                    <a:pt x="41" y="0"/>
                  </a:cubicBezTo>
                  <a:cubicBezTo>
                    <a:pt x="52" y="0"/>
                    <a:pt x="59" y="3"/>
                    <a:pt x="62" y="4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49" y="26"/>
                    <a:pt x="49" y="26"/>
                    <a:pt x="49" y="26"/>
                  </a:cubicBezTo>
                  <a:lnTo>
                    <a:pt x="49" y="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1" name="Freeform 112">
              <a:extLst>
                <a:ext uri="{FF2B5EF4-FFF2-40B4-BE49-F238E27FC236}">
                  <a16:creationId xmlns:a16="http://schemas.microsoft.com/office/drawing/2014/main" id="{15A52C8E-E932-4890-8DD0-D6982B6F487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75425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0 w 72"/>
                <a:gd name="T3" fmla="*/ 79 h 79"/>
                <a:gd name="T4" fmla="*/ 0 w 72"/>
                <a:gd name="T5" fmla="*/ 40 h 79"/>
                <a:gd name="T6" fmla="*/ 37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7 w 72"/>
                <a:gd name="T13" fmla="*/ 42 h 79"/>
                <a:gd name="T14" fmla="*/ 43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4 w 72"/>
                <a:gd name="T21" fmla="*/ 31 h 79"/>
                <a:gd name="T22" fmla="*/ 54 w 72"/>
                <a:gd name="T23" fmla="*/ 30 h 79"/>
                <a:gd name="T24" fmla="*/ 36 w 72"/>
                <a:gd name="T25" fmla="*/ 12 h 79"/>
                <a:gd name="T26" fmla="*/ 17 w 72"/>
                <a:gd name="T27" fmla="*/ 31 h 79"/>
                <a:gd name="T28" fmla="*/ 54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1" y="76"/>
                    <a:pt x="51" y="79"/>
                    <a:pt x="40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2" y="0"/>
                    <a:pt x="37" y="0"/>
                  </a:cubicBezTo>
                  <a:cubicBezTo>
                    <a:pt x="60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57"/>
                    <a:pt x="28" y="67"/>
                    <a:pt x="43" y="67"/>
                  </a:cubicBezTo>
                  <a:cubicBezTo>
                    <a:pt x="53" y="67"/>
                    <a:pt x="61" y="64"/>
                    <a:pt x="68" y="61"/>
                  </a:cubicBezTo>
                  <a:lnTo>
                    <a:pt x="67" y="74"/>
                  </a:lnTo>
                  <a:close/>
                  <a:moveTo>
                    <a:pt x="54" y="31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54" y="24"/>
                    <a:pt x="50" y="12"/>
                    <a:pt x="36" y="12"/>
                  </a:cubicBezTo>
                  <a:cubicBezTo>
                    <a:pt x="22" y="12"/>
                    <a:pt x="18" y="22"/>
                    <a:pt x="17" y="31"/>
                  </a:cubicBezTo>
                  <a:lnTo>
                    <a:pt x="54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2" name="Freeform 113">
              <a:extLst>
                <a:ext uri="{FF2B5EF4-FFF2-40B4-BE49-F238E27FC236}">
                  <a16:creationId xmlns:a16="http://schemas.microsoft.com/office/drawing/2014/main" id="{4FAA647A-0F53-4913-837D-BC7E19AD50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69088" y="12849225"/>
              <a:ext cx="46037" cy="87312"/>
            </a:xfrm>
            <a:custGeom>
              <a:avLst/>
              <a:gdLst>
                <a:gd name="T0" fmla="*/ 2 w 59"/>
                <a:gd name="T1" fmla="*/ 102 h 114"/>
                <a:gd name="T2" fmla="*/ 12 w 59"/>
                <a:gd name="T3" fmla="*/ 102 h 114"/>
                <a:gd name="T4" fmla="*/ 12 w 59"/>
                <a:gd name="T5" fmla="*/ 50 h 114"/>
                <a:gd name="T6" fmla="*/ 0 w 59"/>
                <a:gd name="T7" fmla="*/ 50 h 114"/>
                <a:gd name="T8" fmla="*/ 0 w 59"/>
                <a:gd name="T9" fmla="*/ 38 h 114"/>
                <a:gd name="T10" fmla="*/ 12 w 59"/>
                <a:gd name="T11" fmla="*/ 38 h 114"/>
                <a:gd name="T12" fmla="*/ 12 w 59"/>
                <a:gd name="T13" fmla="*/ 28 h 114"/>
                <a:gd name="T14" fmla="*/ 44 w 59"/>
                <a:gd name="T15" fmla="*/ 0 h 114"/>
                <a:gd name="T16" fmla="*/ 59 w 59"/>
                <a:gd name="T17" fmla="*/ 2 h 114"/>
                <a:gd name="T18" fmla="*/ 59 w 59"/>
                <a:gd name="T19" fmla="*/ 14 h 114"/>
                <a:gd name="T20" fmla="*/ 46 w 59"/>
                <a:gd name="T21" fmla="*/ 13 h 114"/>
                <a:gd name="T22" fmla="*/ 29 w 59"/>
                <a:gd name="T23" fmla="*/ 29 h 114"/>
                <a:gd name="T24" fmla="*/ 28 w 59"/>
                <a:gd name="T25" fmla="*/ 38 h 114"/>
                <a:gd name="T26" fmla="*/ 46 w 59"/>
                <a:gd name="T27" fmla="*/ 38 h 114"/>
                <a:gd name="T28" fmla="*/ 46 w 59"/>
                <a:gd name="T29" fmla="*/ 50 h 114"/>
                <a:gd name="T30" fmla="*/ 28 w 59"/>
                <a:gd name="T31" fmla="*/ 50 h 114"/>
                <a:gd name="T32" fmla="*/ 28 w 59"/>
                <a:gd name="T33" fmla="*/ 102 h 114"/>
                <a:gd name="T34" fmla="*/ 40 w 59"/>
                <a:gd name="T35" fmla="*/ 102 h 114"/>
                <a:gd name="T36" fmla="*/ 40 w 59"/>
                <a:gd name="T37" fmla="*/ 114 h 114"/>
                <a:gd name="T38" fmla="*/ 2 w 59"/>
                <a:gd name="T39" fmla="*/ 114 h 114"/>
                <a:gd name="T40" fmla="*/ 2 w 59"/>
                <a:gd name="T41" fmla="*/ 10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14">
                  <a:moveTo>
                    <a:pt x="2" y="102"/>
                  </a:moveTo>
                  <a:cubicBezTo>
                    <a:pt x="12" y="102"/>
                    <a:pt x="12" y="102"/>
                    <a:pt x="12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8"/>
                    <a:pt x="26" y="0"/>
                    <a:pt x="44" y="0"/>
                  </a:cubicBezTo>
                  <a:cubicBezTo>
                    <a:pt x="51" y="0"/>
                    <a:pt x="56" y="1"/>
                    <a:pt x="59" y="2"/>
                  </a:cubicBezTo>
                  <a:cubicBezTo>
                    <a:pt x="59" y="14"/>
                    <a:pt x="59" y="14"/>
                    <a:pt x="59" y="14"/>
                  </a:cubicBezTo>
                  <a:cubicBezTo>
                    <a:pt x="57" y="14"/>
                    <a:pt x="53" y="13"/>
                    <a:pt x="46" y="13"/>
                  </a:cubicBezTo>
                  <a:cubicBezTo>
                    <a:pt x="34" y="13"/>
                    <a:pt x="29" y="20"/>
                    <a:pt x="29" y="29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2" y="114"/>
                    <a:pt x="2" y="114"/>
                    <a:pt x="2" y="114"/>
                  </a:cubicBezTo>
                  <a:lnTo>
                    <a:pt x="2" y="1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3" name="Freeform 114">
              <a:extLst>
                <a:ext uri="{FF2B5EF4-FFF2-40B4-BE49-F238E27FC236}">
                  <a16:creationId xmlns:a16="http://schemas.microsoft.com/office/drawing/2014/main" id="{9EAD5052-AC2D-4A3C-BFEE-F27EB67CEF1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08775" y="12876213"/>
              <a:ext cx="60325" cy="61912"/>
            </a:xfrm>
            <a:custGeom>
              <a:avLst/>
              <a:gdLst>
                <a:gd name="T0" fmla="*/ 40 w 78"/>
                <a:gd name="T1" fmla="*/ 0 h 79"/>
                <a:gd name="T2" fmla="*/ 78 w 78"/>
                <a:gd name="T3" fmla="*/ 40 h 79"/>
                <a:gd name="T4" fmla="*/ 38 w 78"/>
                <a:gd name="T5" fmla="*/ 79 h 79"/>
                <a:gd name="T6" fmla="*/ 0 w 78"/>
                <a:gd name="T7" fmla="*/ 41 h 79"/>
                <a:gd name="T8" fmla="*/ 40 w 78"/>
                <a:gd name="T9" fmla="*/ 0 h 79"/>
                <a:gd name="T10" fmla="*/ 39 w 78"/>
                <a:gd name="T11" fmla="*/ 66 h 79"/>
                <a:gd name="T12" fmla="*/ 60 w 78"/>
                <a:gd name="T13" fmla="*/ 39 h 79"/>
                <a:gd name="T14" fmla="*/ 40 w 78"/>
                <a:gd name="T15" fmla="*/ 14 h 79"/>
                <a:gd name="T16" fmla="*/ 17 w 78"/>
                <a:gd name="T17" fmla="*/ 41 h 79"/>
                <a:gd name="T18" fmla="*/ 39 w 78"/>
                <a:gd name="T1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9">
                  <a:moveTo>
                    <a:pt x="40" y="0"/>
                  </a:moveTo>
                  <a:cubicBezTo>
                    <a:pt x="68" y="0"/>
                    <a:pt x="78" y="22"/>
                    <a:pt x="78" y="40"/>
                  </a:cubicBezTo>
                  <a:cubicBezTo>
                    <a:pt x="78" y="62"/>
                    <a:pt x="64" y="79"/>
                    <a:pt x="38" y="79"/>
                  </a:cubicBezTo>
                  <a:cubicBezTo>
                    <a:pt x="11" y="79"/>
                    <a:pt x="0" y="61"/>
                    <a:pt x="0" y="41"/>
                  </a:cubicBezTo>
                  <a:cubicBezTo>
                    <a:pt x="0" y="17"/>
                    <a:pt x="17" y="0"/>
                    <a:pt x="40" y="0"/>
                  </a:cubicBezTo>
                  <a:moveTo>
                    <a:pt x="39" y="66"/>
                  </a:moveTo>
                  <a:cubicBezTo>
                    <a:pt x="54" y="66"/>
                    <a:pt x="60" y="53"/>
                    <a:pt x="60" y="39"/>
                  </a:cubicBezTo>
                  <a:cubicBezTo>
                    <a:pt x="60" y="21"/>
                    <a:pt x="51" y="14"/>
                    <a:pt x="40" y="14"/>
                  </a:cubicBezTo>
                  <a:cubicBezTo>
                    <a:pt x="24" y="14"/>
                    <a:pt x="17" y="27"/>
                    <a:pt x="17" y="41"/>
                  </a:cubicBezTo>
                  <a:cubicBezTo>
                    <a:pt x="17" y="54"/>
                    <a:pt x="24" y="66"/>
                    <a:pt x="39" y="6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4" name="Freeform 115">
              <a:extLst>
                <a:ext uri="{FF2B5EF4-FFF2-40B4-BE49-F238E27FC236}">
                  <a16:creationId xmlns:a16="http://schemas.microsoft.com/office/drawing/2014/main" id="{68467F57-7B56-49E7-9591-774B6AFB06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75450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1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6 w 58"/>
                <a:gd name="T15" fmla="*/ 23 h 78"/>
                <a:gd name="T16" fmla="*/ 48 w 58"/>
                <a:gd name="T17" fmla="*/ 0 h 78"/>
                <a:gd name="T18" fmla="*/ 58 w 58"/>
                <a:gd name="T19" fmla="*/ 2 h 78"/>
                <a:gd name="T20" fmla="*/ 56 w 58"/>
                <a:gd name="T21" fmla="*/ 16 h 78"/>
                <a:gd name="T22" fmla="*/ 48 w 58"/>
                <a:gd name="T23" fmla="*/ 15 h 78"/>
                <a:gd name="T24" fmla="*/ 28 w 58"/>
                <a:gd name="T25" fmla="*/ 42 h 78"/>
                <a:gd name="T26" fmla="*/ 27 w 58"/>
                <a:gd name="T27" fmla="*/ 66 h 78"/>
                <a:gd name="T28" fmla="*/ 38 w 58"/>
                <a:gd name="T29" fmla="*/ 66 h 78"/>
                <a:gd name="T30" fmla="*/ 38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9" y="9"/>
                    <a:pt x="37" y="0"/>
                    <a:pt x="48" y="0"/>
                  </a:cubicBezTo>
                  <a:cubicBezTo>
                    <a:pt x="52" y="0"/>
                    <a:pt x="56" y="1"/>
                    <a:pt x="58" y="2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4" y="15"/>
                    <a:pt x="52" y="15"/>
                    <a:pt x="48" y="15"/>
                  </a:cubicBezTo>
                  <a:cubicBezTo>
                    <a:pt x="34" y="15"/>
                    <a:pt x="28" y="29"/>
                    <a:pt x="28" y="42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5" name="Freeform 116">
              <a:extLst>
                <a:ext uri="{FF2B5EF4-FFF2-40B4-BE49-F238E27FC236}">
                  <a16:creationId xmlns:a16="http://schemas.microsoft.com/office/drawing/2014/main" id="{D5D3F39E-BC76-4062-AE59-B254BA6C380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556413" y="12858750"/>
              <a:ext cx="61912" cy="77787"/>
            </a:xfrm>
            <a:custGeom>
              <a:avLst/>
              <a:gdLst>
                <a:gd name="T0" fmla="*/ 0 w 80"/>
                <a:gd name="T1" fmla="*/ 90 h 102"/>
                <a:gd name="T2" fmla="*/ 11 w 80"/>
                <a:gd name="T3" fmla="*/ 90 h 102"/>
                <a:gd name="T4" fmla="*/ 11 w 80"/>
                <a:gd name="T5" fmla="*/ 12 h 102"/>
                <a:gd name="T6" fmla="*/ 0 w 80"/>
                <a:gd name="T7" fmla="*/ 12 h 102"/>
                <a:gd name="T8" fmla="*/ 0 w 80"/>
                <a:gd name="T9" fmla="*/ 0 h 102"/>
                <a:gd name="T10" fmla="*/ 41 w 80"/>
                <a:gd name="T11" fmla="*/ 0 h 102"/>
                <a:gd name="T12" fmla="*/ 65 w 80"/>
                <a:gd name="T13" fmla="*/ 5 h 102"/>
                <a:gd name="T14" fmla="*/ 74 w 80"/>
                <a:gd name="T15" fmla="*/ 25 h 102"/>
                <a:gd name="T16" fmla="*/ 54 w 80"/>
                <a:gd name="T17" fmla="*/ 48 h 102"/>
                <a:gd name="T18" fmla="*/ 54 w 80"/>
                <a:gd name="T19" fmla="*/ 48 h 102"/>
                <a:gd name="T20" fmla="*/ 80 w 80"/>
                <a:gd name="T21" fmla="*/ 73 h 102"/>
                <a:gd name="T22" fmla="*/ 43 w 80"/>
                <a:gd name="T23" fmla="*/ 102 h 102"/>
                <a:gd name="T24" fmla="*/ 0 w 80"/>
                <a:gd name="T25" fmla="*/ 102 h 102"/>
                <a:gd name="T26" fmla="*/ 0 w 80"/>
                <a:gd name="T27" fmla="*/ 90 h 102"/>
                <a:gd name="T28" fmla="*/ 41 w 80"/>
                <a:gd name="T29" fmla="*/ 90 h 102"/>
                <a:gd name="T30" fmla="*/ 62 w 80"/>
                <a:gd name="T31" fmla="*/ 73 h 102"/>
                <a:gd name="T32" fmla="*/ 42 w 80"/>
                <a:gd name="T33" fmla="*/ 56 h 102"/>
                <a:gd name="T34" fmla="*/ 27 w 80"/>
                <a:gd name="T35" fmla="*/ 56 h 102"/>
                <a:gd name="T36" fmla="*/ 27 w 80"/>
                <a:gd name="T37" fmla="*/ 90 h 102"/>
                <a:gd name="T38" fmla="*/ 41 w 80"/>
                <a:gd name="T39" fmla="*/ 90 h 102"/>
                <a:gd name="T40" fmla="*/ 39 w 80"/>
                <a:gd name="T41" fmla="*/ 43 h 102"/>
                <a:gd name="T42" fmla="*/ 57 w 80"/>
                <a:gd name="T43" fmla="*/ 27 h 102"/>
                <a:gd name="T44" fmla="*/ 50 w 80"/>
                <a:gd name="T45" fmla="*/ 14 h 102"/>
                <a:gd name="T46" fmla="*/ 38 w 80"/>
                <a:gd name="T47" fmla="*/ 12 h 102"/>
                <a:gd name="T48" fmla="*/ 28 w 80"/>
                <a:gd name="T49" fmla="*/ 12 h 102"/>
                <a:gd name="T50" fmla="*/ 27 w 80"/>
                <a:gd name="T51" fmla="*/ 43 h 102"/>
                <a:gd name="T52" fmla="*/ 39 w 80"/>
                <a:gd name="T53" fmla="*/ 4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0" h="102">
                  <a:moveTo>
                    <a:pt x="0" y="90"/>
                  </a:moveTo>
                  <a:cubicBezTo>
                    <a:pt x="11" y="90"/>
                    <a:pt x="11" y="90"/>
                    <a:pt x="11" y="9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2" y="0"/>
                    <a:pt x="59" y="1"/>
                    <a:pt x="65" y="5"/>
                  </a:cubicBezTo>
                  <a:cubicBezTo>
                    <a:pt x="70" y="9"/>
                    <a:pt x="74" y="16"/>
                    <a:pt x="74" y="25"/>
                  </a:cubicBezTo>
                  <a:cubicBezTo>
                    <a:pt x="74" y="37"/>
                    <a:pt x="67" y="47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68" y="48"/>
                    <a:pt x="80" y="58"/>
                    <a:pt x="80" y="73"/>
                  </a:cubicBezTo>
                  <a:cubicBezTo>
                    <a:pt x="80" y="91"/>
                    <a:pt x="68" y="102"/>
                    <a:pt x="43" y="102"/>
                  </a:cubicBezTo>
                  <a:cubicBezTo>
                    <a:pt x="0" y="102"/>
                    <a:pt x="0" y="102"/>
                    <a:pt x="0" y="102"/>
                  </a:cubicBezTo>
                  <a:lnTo>
                    <a:pt x="0" y="90"/>
                  </a:lnTo>
                  <a:close/>
                  <a:moveTo>
                    <a:pt x="41" y="90"/>
                  </a:moveTo>
                  <a:cubicBezTo>
                    <a:pt x="53" y="90"/>
                    <a:pt x="62" y="85"/>
                    <a:pt x="62" y="73"/>
                  </a:cubicBezTo>
                  <a:cubicBezTo>
                    <a:pt x="62" y="61"/>
                    <a:pt x="52" y="56"/>
                    <a:pt x="42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90"/>
                    <a:pt x="27" y="90"/>
                    <a:pt x="27" y="90"/>
                  </a:cubicBezTo>
                  <a:lnTo>
                    <a:pt x="41" y="90"/>
                  </a:lnTo>
                  <a:close/>
                  <a:moveTo>
                    <a:pt x="39" y="43"/>
                  </a:moveTo>
                  <a:cubicBezTo>
                    <a:pt x="50" y="43"/>
                    <a:pt x="57" y="37"/>
                    <a:pt x="57" y="27"/>
                  </a:cubicBezTo>
                  <a:cubicBezTo>
                    <a:pt x="57" y="20"/>
                    <a:pt x="54" y="16"/>
                    <a:pt x="50" y="14"/>
                  </a:cubicBezTo>
                  <a:cubicBezTo>
                    <a:pt x="47" y="12"/>
                    <a:pt x="44" y="12"/>
                    <a:pt x="3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43"/>
                    <a:pt x="27" y="43"/>
                    <a:pt x="27" y="43"/>
                  </a:cubicBezTo>
                  <a:lnTo>
                    <a:pt x="39" y="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6" name="Freeform 117">
              <a:extLst>
                <a:ext uri="{FF2B5EF4-FFF2-40B4-BE49-F238E27FC236}">
                  <a16:creationId xmlns:a16="http://schemas.microsoft.com/office/drawing/2014/main" id="{D5970187-C7F5-4E43-B4B5-128F5D97555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26263" y="12849225"/>
              <a:ext cx="30162" cy="87312"/>
            </a:xfrm>
            <a:custGeom>
              <a:avLst/>
              <a:gdLst>
                <a:gd name="T0" fmla="*/ 2 w 38"/>
                <a:gd name="T1" fmla="*/ 102 h 114"/>
                <a:gd name="T2" fmla="*/ 11 w 38"/>
                <a:gd name="T3" fmla="*/ 102 h 114"/>
                <a:gd name="T4" fmla="*/ 12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2 w 38"/>
                <a:gd name="T19" fmla="*/ 114 h 114"/>
                <a:gd name="T20" fmla="*/ 2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9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2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lnTo>
                    <a:pt x="2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4" y="22"/>
                    <a:pt x="9" y="17"/>
                    <a:pt x="9" y="11"/>
                  </a:cubicBezTo>
                  <a:cubicBezTo>
                    <a:pt x="9" y="5"/>
                    <a:pt x="14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7" name="Freeform 118">
              <a:extLst>
                <a:ext uri="{FF2B5EF4-FFF2-40B4-BE49-F238E27FC236}">
                  <a16:creationId xmlns:a16="http://schemas.microsoft.com/office/drawing/2014/main" id="{F1DCAB10-F5F5-4E1A-B868-E09B481BEE6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662775" y="12876213"/>
              <a:ext cx="58737" cy="61912"/>
            </a:xfrm>
            <a:custGeom>
              <a:avLst/>
              <a:gdLst>
                <a:gd name="T0" fmla="*/ 40 w 77"/>
                <a:gd name="T1" fmla="*/ 0 h 79"/>
                <a:gd name="T2" fmla="*/ 77 w 77"/>
                <a:gd name="T3" fmla="*/ 40 h 79"/>
                <a:gd name="T4" fmla="*/ 38 w 77"/>
                <a:gd name="T5" fmla="*/ 79 h 79"/>
                <a:gd name="T6" fmla="*/ 0 w 77"/>
                <a:gd name="T7" fmla="*/ 41 h 79"/>
                <a:gd name="T8" fmla="*/ 40 w 77"/>
                <a:gd name="T9" fmla="*/ 0 h 79"/>
                <a:gd name="T10" fmla="*/ 38 w 77"/>
                <a:gd name="T11" fmla="*/ 66 h 79"/>
                <a:gd name="T12" fmla="*/ 60 w 77"/>
                <a:gd name="T13" fmla="*/ 39 h 79"/>
                <a:gd name="T14" fmla="*/ 39 w 77"/>
                <a:gd name="T15" fmla="*/ 14 h 79"/>
                <a:gd name="T16" fmla="*/ 17 w 77"/>
                <a:gd name="T17" fmla="*/ 41 h 79"/>
                <a:gd name="T18" fmla="*/ 38 w 77"/>
                <a:gd name="T1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79">
                  <a:moveTo>
                    <a:pt x="40" y="0"/>
                  </a:moveTo>
                  <a:cubicBezTo>
                    <a:pt x="68" y="0"/>
                    <a:pt x="77" y="22"/>
                    <a:pt x="77" y="40"/>
                  </a:cubicBezTo>
                  <a:cubicBezTo>
                    <a:pt x="77" y="62"/>
                    <a:pt x="64" y="79"/>
                    <a:pt x="38" y="79"/>
                  </a:cubicBezTo>
                  <a:cubicBezTo>
                    <a:pt x="10" y="79"/>
                    <a:pt x="0" y="61"/>
                    <a:pt x="0" y="41"/>
                  </a:cubicBezTo>
                  <a:cubicBezTo>
                    <a:pt x="0" y="17"/>
                    <a:pt x="16" y="0"/>
                    <a:pt x="40" y="0"/>
                  </a:cubicBezTo>
                  <a:moveTo>
                    <a:pt x="38" y="66"/>
                  </a:moveTo>
                  <a:cubicBezTo>
                    <a:pt x="53" y="66"/>
                    <a:pt x="60" y="53"/>
                    <a:pt x="60" y="39"/>
                  </a:cubicBezTo>
                  <a:cubicBezTo>
                    <a:pt x="60" y="21"/>
                    <a:pt x="51" y="14"/>
                    <a:pt x="39" y="14"/>
                  </a:cubicBezTo>
                  <a:cubicBezTo>
                    <a:pt x="23" y="14"/>
                    <a:pt x="17" y="27"/>
                    <a:pt x="17" y="41"/>
                  </a:cubicBezTo>
                  <a:cubicBezTo>
                    <a:pt x="17" y="54"/>
                    <a:pt x="23" y="66"/>
                    <a:pt x="38" y="6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8" name="Freeform 119">
              <a:extLst>
                <a:ext uri="{FF2B5EF4-FFF2-40B4-BE49-F238E27FC236}">
                  <a16:creationId xmlns:a16="http://schemas.microsoft.com/office/drawing/2014/main" id="{969EA113-4D52-42FB-B5E9-E222684AC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731038" y="12876213"/>
              <a:ext cx="47625" cy="61912"/>
            </a:xfrm>
            <a:custGeom>
              <a:avLst/>
              <a:gdLst>
                <a:gd name="T0" fmla="*/ 45 w 63"/>
                <a:gd name="T1" fmla="*/ 24 h 79"/>
                <a:gd name="T2" fmla="*/ 44 w 63"/>
                <a:gd name="T3" fmla="*/ 15 h 79"/>
                <a:gd name="T4" fmla="*/ 32 w 63"/>
                <a:gd name="T5" fmla="*/ 12 h 79"/>
                <a:gd name="T6" fmla="*/ 16 w 63"/>
                <a:gd name="T7" fmla="*/ 21 h 79"/>
                <a:gd name="T8" fmla="*/ 26 w 63"/>
                <a:gd name="T9" fmla="*/ 30 h 79"/>
                <a:gd name="T10" fmla="*/ 45 w 63"/>
                <a:gd name="T11" fmla="*/ 33 h 79"/>
                <a:gd name="T12" fmla="*/ 63 w 63"/>
                <a:gd name="T13" fmla="*/ 54 h 79"/>
                <a:gd name="T14" fmla="*/ 29 w 63"/>
                <a:gd name="T15" fmla="*/ 79 h 79"/>
                <a:gd name="T16" fmla="*/ 1 w 63"/>
                <a:gd name="T17" fmla="*/ 75 h 79"/>
                <a:gd name="T18" fmla="*/ 1 w 63"/>
                <a:gd name="T19" fmla="*/ 54 h 79"/>
                <a:gd name="T20" fmla="*/ 16 w 63"/>
                <a:gd name="T21" fmla="*/ 54 h 79"/>
                <a:gd name="T22" fmla="*/ 16 w 63"/>
                <a:gd name="T23" fmla="*/ 64 h 79"/>
                <a:gd name="T24" fmla="*/ 32 w 63"/>
                <a:gd name="T25" fmla="*/ 68 h 79"/>
                <a:gd name="T26" fmla="*/ 48 w 63"/>
                <a:gd name="T27" fmla="*/ 57 h 79"/>
                <a:gd name="T28" fmla="*/ 37 w 63"/>
                <a:gd name="T29" fmla="*/ 47 h 79"/>
                <a:gd name="T30" fmla="*/ 25 w 63"/>
                <a:gd name="T31" fmla="*/ 45 h 79"/>
                <a:gd name="T32" fmla="*/ 0 w 63"/>
                <a:gd name="T33" fmla="*/ 24 h 79"/>
                <a:gd name="T34" fmla="*/ 32 w 63"/>
                <a:gd name="T35" fmla="*/ 0 h 79"/>
                <a:gd name="T36" fmla="*/ 59 w 63"/>
                <a:gd name="T37" fmla="*/ 5 h 79"/>
                <a:gd name="T38" fmla="*/ 59 w 63"/>
                <a:gd name="T39" fmla="*/ 24 h 79"/>
                <a:gd name="T40" fmla="*/ 45 w 63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9">
                  <a:moveTo>
                    <a:pt x="45" y="24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2" y="13"/>
                    <a:pt x="38" y="12"/>
                    <a:pt x="32" y="12"/>
                  </a:cubicBezTo>
                  <a:cubicBezTo>
                    <a:pt x="24" y="12"/>
                    <a:pt x="16" y="14"/>
                    <a:pt x="16" y="21"/>
                  </a:cubicBezTo>
                  <a:cubicBezTo>
                    <a:pt x="16" y="27"/>
                    <a:pt x="21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3" y="35"/>
                    <a:pt x="63" y="39"/>
                    <a:pt x="63" y="54"/>
                  </a:cubicBezTo>
                  <a:cubicBezTo>
                    <a:pt x="63" y="74"/>
                    <a:pt x="46" y="79"/>
                    <a:pt x="29" y="79"/>
                  </a:cubicBezTo>
                  <a:cubicBezTo>
                    <a:pt x="16" y="79"/>
                    <a:pt x="6" y="77"/>
                    <a:pt x="1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2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2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59" y="24"/>
                    <a:pt x="59" y="24"/>
                    <a:pt x="59" y="24"/>
                  </a:cubicBezTo>
                  <a:lnTo>
                    <a:pt x="45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29" name="Freeform 120">
              <a:extLst>
                <a:ext uri="{FF2B5EF4-FFF2-40B4-BE49-F238E27FC236}">
                  <a16:creationId xmlns:a16="http://schemas.microsoft.com/office/drawing/2014/main" id="{CFA1F052-B421-4AEB-99D5-4B478457C5C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86600" y="12876213"/>
              <a:ext cx="63500" cy="87312"/>
            </a:xfrm>
            <a:custGeom>
              <a:avLst/>
              <a:gdLst>
                <a:gd name="T0" fmla="*/ 0 w 83"/>
                <a:gd name="T1" fmla="*/ 2 h 114"/>
                <a:gd name="T2" fmla="*/ 27 w 83"/>
                <a:gd name="T3" fmla="*/ 2 h 114"/>
                <a:gd name="T4" fmla="*/ 25 w 83"/>
                <a:gd name="T5" fmla="*/ 17 h 114"/>
                <a:gd name="T6" fmla="*/ 25 w 83"/>
                <a:gd name="T7" fmla="*/ 17 h 114"/>
                <a:gd name="T8" fmla="*/ 51 w 83"/>
                <a:gd name="T9" fmla="*/ 0 h 114"/>
                <a:gd name="T10" fmla="*/ 83 w 83"/>
                <a:gd name="T11" fmla="*/ 36 h 114"/>
                <a:gd name="T12" fmla="*/ 42 w 83"/>
                <a:gd name="T13" fmla="*/ 79 h 114"/>
                <a:gd name="T14" fmla="*/ 27 w 83"/>
                <a:gd name="T15" fmla="*/ 77 h 114"/>
                <a:gd name="T16" fmla="*/ 26 w 83"/>
                <a:gd name="T17" fmla="*/ 102 h 114"/>
                <a:gd name="T18" fmla="*/ 38 w 83"/>
                <a:gd name="T19" fmla="*/ 102 h 114"/>
                <a:gd name="T20" fmla="*/ 38 w 83"/>
                <a:gd name="T21" fmla="*/ 114 h 114"/>
                <a:gd name="T22" fmla="*/ 2 w 83"/>
                <a:gd name="T23" fmla="*/ 114 h 114"/>
                <a:gd name="T24" fmla="*/ 2 w 83"/>
                <a:gd name="T25" fmla="*/ 102 h 114"/>
                <a:gd name="T26" fmla="*/ 10 w 83"/>
                <a:gd name="T27" fmla="*/ 102 h 114"/>
                <a:gd name="T28" fmla="*/ 11 w 83"/>
                <a:gd name="T29" fmla="*/ 14 h 114"/>
                <a:gd name="T30" fmla="*/ 0 w 83"/>
                <a:gd name="T31" fmla="*/ 14 h 114"/>
                <a:gd name="T32" fmla="*/ 0 w 83"/>
                <a:gd name="T33" fmla="*/ 2 h 114"/>
                <a:gd name="T34" fmla="*/ 27 w 83"/>
                <a:gd name="T35" fmla="*/ 63 h 114"/>
                <a:gd name="T36" fmla="*/ 42 w 83"/>
                <a:gd name="T37" fmla="*/ 67 h 114"/>
                <a:gd name="T38" fmla="*/ 66 w 83"/>
                <a:gd name="T39" fmla="*/ 39 h 114"/>
                <a:gd name="T40" fmla="*/ 47 w 83"/>
                <a:gd name="T41" fmla="*/ 14 h 114"/>
                <a:gd name="T42" fmla="*/ 27 w 83"/>
                <a:gd name="T43" fmla="*/ 42 h 114"/>
                <a:gd name="T44" fmla="*/ 27 w 83"/>
                <a:gd name="T45" fmla="*/ 6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14">
                  <a:moveTo>
                    <a:pt x="0" y="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3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9" y="7"/>
                    <a:pt x="38" y="0"/>
                    <a:pt x="51" y="0"/>
                  </a:cubicBezTo>
                  <a:cubicBezTo>
                    <a:pt x="69" y="0"/>
                    <a:pt x="83" y="14"/>
                    <a:pt x="83" y="36"/>
                  </a:cubicBezTo>
                  <a:cubicBezTo>
                    <a:pt x="83" y="61"/>
                    <a:pt x="68" y="79"/>
                    <a:pt x="42" y="79"/>
                  </a:cubicBezTo>
                  <a:cubicBezTo>
                    <a:pt x="36" y="79"/>
                    <a:pt x="31" y="79"/>
                    <a:pt x="27" y="7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2"/>
                  </a:lnTo>
                  <a:close/>
                  <a:moveTo>
                    <a:pt x="27" y="63"/>
                  </a:moveTo>
                  <a:cubicBezTo>
                    <a:pt x="31" y="65"/>
                    <a:pt x="36" y="67"/>
                    <a:pt x="42" y="67"/>
                  </a:cubicBezTo>
                  <a:cubicBezTo>
                    <a:pt x="57" y="67"/>
                    <a:pt x="66" y="54"/>
                    <a:pt x="66" y="39"/>
                  </a:cubicBezTo>
                  <a:cubicBezTo>
                    <a:pt x="66" y="25"/>
                    <a:pt x="59" y="14"/>
                    <a:pt x="47" y="14"/>
                  </a:cubicBezTo>
                  <a:cubicBezTo>
                    <a:pt x="34" y="14"/>
                    <a:pt x="27" y="25"/>
                    <a:pt x="27" y="42"/>
                  </a:cubicBezTo>
                  <a:lnTo>
                    <a:pt x="27" y="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0" name="Freeform 121">
              <a:extLst>
                <a:ext uri="{FF2B5EF4-FFF2-40B4-BE49-F238E27FC236}">
                  <a16:creationId xmlns:a16="http://schemas.microsoft.com/office/drawing/2014/main" id="{9085D87B-0F45-4033-BB24-8DC23BF655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58038" y="12850813"/>
              <a:ext cx="68262" cy="85725"/>
            </a:xfrm>
            <a:custGeom>
              <a:avLst/>
              <a:gdLst>
                <a:gd name="T0" fmla="*/ 2 w 89"/>
                <a:gd name="T1" fmla="*/ 100 h 112"/>
                <a:gd name="T2" fmla="*/ 10 w 89"/>
                <a:gd name="T3" fmla="*/ 100 h 112"/>
                <a:gd name="T4" fmla="*/ 11 w 89"/>
                <a:gd name="T5" fmla="*/ 12 h 112"/>
                <a:gd name="T6" fmla="*/ 0 w 89"/>
                <a:gd name="T7" fmla="*/ 12 h 112"/>
                <a:gd name="T8" fmla="*/ 0 w 89"/>
                <a:gd name="T9" fmla="*/ 0 h 112"/>
                <a:gd name="T10" fmla="*/ 28 w 89"/>
                <a:gd name="T11" fmla="*/ 0 h 112"/>
                <a:gd name="T12" fmla="*/ 28 w 89"/>
                <a:gd name="T13" fmla="*/ 36 h 112"/>
                <a:gd name="T14" fmla="*/ 26 w 89"/>
                <a:gd name="T15" fmla="*/ 53 h 112"/>
                <a:gd name="T16" fmla="*/ 26 w 89"/>
                <a:gd name="T17" fmla="*/ 53 h 112"/>
                <a:gd name="T18" fmla="*/ 53 w 89"/>
                <a:gd name="T19" fmla="*/ 34 h 112"/>
                <a:gd name="T20" fmla="*/ 79 w 89"/>
                <a:gd name="T21" fmla="*/ 63 h 112"/>
                <a:gd name="T22" fmla="*/ 79 w 89"/>
                <a:gd name="T23" fmla="*/ 100 h 112"/>
                <a:gd name="T24" fmla="*/ 89 w 89"/>
                <a:gd name="T25" fmla="*/ 100 h 112"/>
                <a:gd name="T26" fmla="*/ 89 w 89"/>
                <a:gd name="T27" fmla="*/ 112 h 112"/>
                <a:gd name="T28" fmla="*/ 54 w 89"/>
                <a:gd name="T29" fmla="*/ 112 h 112"/>
                <a:gd name="T30" fmla="*/ 54 w 89"/>
                <a:gd name="T31" fmla="*/ 100 h 112"/>
                <a:gd name="T32" fmla="*/ 62 w 89"/>
                <a:gd name="T33" fmla="*/ 100 h 112"/>
                <a:gd name="T34" fmla="*/ 63 w 89"/>
                <a:gd name="T35" fmla="*/ 66 h 112"/>
                <a:gd name="T36" fmla="*/ 48 w 89"/>
                <a:gd name="T37" fmla="*/ 48 h 112"/>
                <a:gd name="T38" fmla="*/ 27 w 89"/>
                <a:gd name="T39" fmla="*/ 71 h 112"/>
                <a:gd name="T40" fmla="*/ 27 w 89"/>
                <a:gd name="T41" fmla="*/ 100 h 112"/>
                <a:gd name="T42" fmla="*/ 37 w 89"/>
                <a:gd name="T43" fmla="*/ 100 h 112"/>
                <a:gd name="T44" fmla="*/ 37 w 89"/>
                <a:gd name="T45" fmla="*/ 112 h 112"/>
                <a:gd name="T46" fmla="*/ 2 w 89"/>
                <a:gd name="T47" fmla="*/ 112 h 112"/>
                <a:gd name="T48" fmla="*/ 2 w 89"/>
                <a:gd name="T49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112">
                  <a:moveTo>
                    <a:pt x="2" y="100"/>
                  </a:moveTo>
                  <a:cubicBezTo>
                    <a:pt x="10" y="100"/>
                    <a:pt x="10" y="100"/>
                    <a:pt x="10" y="10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43"/>
                    <a:pt x="38" y="34"/>
                    <a:pt x="53" y="34"/>
                  </a:cubicBezTo>
                  <a:cubicBezTo>
                    <a:pt x="71" y="34"/>
                    <a:pt x="79" y="45"/>
                    <a:pt x="79" y="63"/>
                  </a:cubicBezTo>
                  <a:cubicBezTo>
                    <a:pt x="79" y="76"/>
                    <a:pt x="79" y="88"/>
                    <a:pt x="79" y="100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89"/>
                    <a:pt x="63" y="77"/>
                    <a:pt x="63" y="66"/>
                  </a:cubicBezTo>
                  <a:cubicBezTo>
                    <a:pt x="63" y="56"/>
                    <a:pt x="58" y="48"/>
                    <a:pt x="48" y="48"/>
                  </a:cubicBezTo>
                  <a:cubicBezTo>
                    <a:pt x="36" y="48"/>
                    <a:pt x="28" y="57"/>
                    <a:pt x="27" y="71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2" y="112"/>
                    <a:pt x="2" y="112"/>
                    <a:pt x="2" y="112"/>
                  </a:cubicBezTo>
                  <a:lnTo>
                    <a:pt x="2" y="1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1" name="Freeform 122">
              <a:extLst>
                <a:ext uri="{FF2B5EF4-FFF2-40B4-BE49-F238E27FC236}">
                  <a16:creationId xmlns:a16="http://schemas.microsoft.com/office/drawing/2014/main" id="{9CA2ED98-33A4-4FC2-9C8C-D59B220D0E8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932650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0 w 72"/>
                <a:gd name="T3" fmla="*/ 79 h 79"/>
                <a:gd name="T4" fmla="*/ 0 w 72"/>
                <a:gd name="T5" fmla="*/ 40 h 79"/>
                <a:gd name="T6" fmla="*/ 37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7 w 72"/>
                <a:gd name="T13" fmla="*/ 42 h 79"/>
                <a:gd name="T14" fmla="*/ 43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4 w 72"/>
                <a:gd name="T21" fmla="*/ 31 h 79"/>
                <a:gd name="T22" fmla="*/ 54 w 72"/>
                <a:gd name="T23" fmla="*/ 30 h 79"/>
                <a:gd name="T24" fmla="*/ 36 w 72"/>
                <a:gd name="T25" fmla="*/ 12 h 79"/>
                <a:gd name="T26" fmla="*/ 17 w 72"/>
                <a:gd name="T27" fmla="*/ 31 h 79"/>
                <a:gd name="T28" fmla="*/ 54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1" y="79"/>
                    <a:pt x="40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2" y="0"/>
                    <a:pt x="37" y="0"/>
                  </a:cubicBezTo>
                  <a:cubicBezTo>
                    <a:pt x="60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57"/>
                    <a:pt x="28" y="67"/>
                    <a:pt x="43" y="67"/>
                  </a:cubicBezTo>
                  <a:cubicBezTo>
                    <a:pt x="53" y="67"/>
                    <a:pt x="61" y="64"/>
                    <a:pt x="68" y="61"/>
                  </a:cubicBezTo>
                  <a:lnTo>
                    <a:pt x="67" y="74"/>
                  </a:lnTo>
                  <a:close/>
                  <a:moveTo>
                    <a:pt x="54" y="31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54" y="24"/>
                    <a:pt x="50" y="12"/>
                    <a:pt x="36" y="12"/>
                  </a:cubicBezTo>
                  <a:cubicBezTo>
                    <a:pt x="22" y="12"/>
                    <a:pt x="18" y="22"/>
                    <a:pt x="17" y="31"/>
                  </a:cubicBezTo>
                  <a:lnTo>
                    <a:pt x="54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2" name="Freeform 123">
              <a:extLst>
                <a:ext uri="{FF2B5EF4-FFF2-40B4-BE49-F238E27FC236}">
                  <a16:creationId xmlns:a16="http://schemas.microsoft.com/office/drawing/2014/main" id="{0B04E9DA-EFD5-48FA-8A19-35DDFE007C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94563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2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7 w 58"/>
                <a:gd name="T15" fmla="*/ 23 h 78"/>
                <a:gd name="T16" fmla="*/ 49 w 58"/>
                <a:gd name="T17" fmla="*/ 0 h 78"/>
                <a:gd name="T18" fmla="*/ 58 w 58"/>
                <a:gd name="T19" fmla="*/ 2 h 78"/>
                <a:gd name="T20" fmla="*/ 57 w 58"/>
                <a:gd name="T21" fmla="*/ 16 h 78"/>
                <a:gd name="T22" fmla="*/ 49 w 58"/>
                <a:gd name="T23" fmla="*/ 15 h 78"/>
                <a:gd name="T24" fmla="*/ 28 w 58"/>
                <a:gd name="T25" fmla="*/ 42 h 78"/>
                <a:gd name="T26" fmla="*/ 28 w 58"/>
                <a:gd name="T27" fmla="*/ 66 h 78"/>
                <a:gd name="T28" fmla="*/ 39 w 58"/>
                <a:gd name="T29" fmla="*/ 66 h 78"/>
                <a:gd name="T30" fmla="*/ 39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30" y="9"/>
                    <a:pt x="38" y="0"/>
                    <a:pt x="49" y="0"/>
                  </a:cubicBezTo>
                  <a:cubicBezTo>
                    <a:pt x="53" y="0"/>
                    <a:pt x="57" y="1"/>
                    <a:pt x="58" y="2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4" y="15"/>
                    <a:pt x="52" y="15"/>
                    <a:pt x="49" y="15"/>
                  </a:cubicBezTo>
                  <a:cubicBezTo>
                    <a:pt x="35" y="15"/>
                    <a:pt x="28" y="29"/>
                    <a:pt x="28" y="42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3" name="Freeform 124">
              <a:extLst>
                <a:ext uri="{FF2B5EF4-FFF2-40B4-BE49-F238E27FC236}">
                  <a16:creationId xmlns:a16="http://schemas.microsoft.com/office/drawing/2014/main" id="{34D9B182-430E-48F0-8767-03322131B3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42188" y="12876213"/>
              <a:ext cx="55562" cy="61912"/>
            </a:xfrm>
            <a:custGeom>
              <a:avLst/>
              <a:gdLst>
                <a:gd name="T0" fmla="*/ 67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7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4" name="Freeform 125">
              <a:extLst>
                <a:ext uri="{FF2B5EF4-FFF2-40B4-BE49-F238E27FC236}">
                  <a16:creationId xmlns:a16="http://schemas.microsoft.com/office/drawing/2014/main" id="{85D43CF3-9A8B-4BEB-87DE-8241678BBC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140613" y="12857163"/>
              <a:ext cx="57150" cy="80962"/>
            </a:xfrm>
            <a:custGeom>
              <a:avLst/>
              <a:gdLst>
                <a:gd name="T0" fmla="*/ 17 w 75"/>
                <a:gd name="T1" fmla="*/ 75 h 105"/>
                <a:gd name="T2" fmla="*/ 17 w 75"/>
                <a:gd name="T3" fmla="*/ 89 h 105"/>
                <a:gd name="T4" fmla="*/ 35 w 75"/>
                <a:gd name="T5" fmla="*/ 93 h 105"/>
                <a:gd name="T6" fmla="*/ 57 w 75"/>
                <a:gd name="T7" fmla="*/ 76 h 105"/>
                <a:gd name="T8" fmla="*/ 41 w 75"/>
                <a:gd name="T9" fmla="*/ 61 h 105"/>
                <a:gd name="T10" fmla="*/ 23 w 75"/>
                <a:gd name="T11" fmla="*/ 56 h 105"/>
                <a:gd name="T12" fmla="*/ 1 w 75"/>
                <a:gd name="T13" fmla="*/ 30 h 105"/>
                <a:gd name="T14" fmla="*/ 39 w 75"/>
                <a:gd name="T15" fmla="*/ 0 h 105"/>
                <a:gd name="T16" fmla="*/ 71 w 75"/>
                <a:gd name="T17" fmla="*/ 5 h 105"/>
                <a:gd name="T18" fmla="*/ 71 w 75"/>
                <a:gd name="T19" fmla="*/ 27 h 105"/>
                <a:gd name="T20" fmla="*/ 55 w 75"/>
                <a:gd name="T21" fmla="*/ 27 h 105"/>
                <a:gd name="T22" fmla="*/ 55 w 75"/>
                <a:gd name="T23" fmla="*/ 15 h 105"/>
                <a:gd name="T24" fmla="*/ 40 w 75"/>
                <a:gd name="T25" fmla="*/ 13 h 105"/>
                <a:gd name="T26" fmla="*/ 18 w 75"/>
                <a:gd name="T27" fmla="*/ 27 h 105"/>
                <a:gd name="T28" fmla="*/ 34 w 75"/>
                <a:gd name="T29" fmla="*/ 42 h 105"/>
                <a:gd name="T30" fmla="*/ 50 w 75"/>
                <a:gd name="T31" fmla="*/ 46 h 105"/>
                <a:gd name="T32" fmla="*/ 75 w 75"/>
                <a:gd name="T33" fmla="*/ 73 h 105"/>
                <a:gd name="T34" fmla="*/ 35 w 75"/>
                <a:gd name="T35" fmla="*/ 105 h 105"/>
                <a:gd name="T36" fmla="*/ 0 w 75"/>
                <a:gd name="T37" fmla="*/ 100 h 105"/>
                <a:gd name="T38" fmla="*/ 0 w 75"/>
                <a:gd name="T39" fmla="*/ 75 h 105"/>
                <a:gd name="T40" fmla="*/ 17 w 75"/>
                <a:gd name="T4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05">
                  <a:moveTo>
                    <a:pt x="17" y="75"/>
                  </a:moveTo>
                  <a:cubicBezTo>
                    <a:pt x="17" y="89"/>
                    <a:pt x="17" y="89"/>
                    <a:pt x="17" y="89"/>
                  </a:cubicBezTo>
                  <a:cubicBezTo>
                    <a:pt x="20" y="91"/>
                    <a:pt x="27" y="93"/>
                    <a:pt x="35" y="93"/>
                  </a:cubicBezTo>
                  <a:cubicBezTo>
                    <a:pt x="49" y="93"/>
                    <a:pt x="57" y="87"/>
                    <a:pt x="57" y="76"/>
                  </a:cubicBezTo>
                  <a:cubicBezTo>
                    <a:pt x="57" y="68"/>
                    <a:pt x="52" y="64"/>
                    <a:pt x="41" y="61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11" y="53"/>
                    <a:pt x="1" y="46"/>
                    <a:pt x="1" y="30"/>
                  </a:cubicBezTo>
                  <a:cubicBezTo>
                    <a:pt x="1" y="10"/>
                    <a:pt x="18" y="0"/>
                    <a:pt x="39" y="0"/>
                  </a:cubicBezTo>
                  <a:cubicBezTo>
                    <a:pt x="53" y="0"/>
                    <a:pt x="63" y="3"/>
                    <a:pt x="71" y="5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3" y="14"/>
                    <a:pt x="47" y="13"/>
                    <a:pt x="40" y="13"/>
                  </a:cubicBezTo>
                  <a:cubicBezTo>
                    <a:pt x="24" y="13"/>
                    <a:pt x="18" y="20"/>
                    <a:pt x="18" y="27"/>
                  </a:cubicBezTo>
                  <a:cubicBezTo>
                    <a:pt x="18" y="36"/>
                    <a:pt x="25" y="39"/>
                    <a:pt x="34" y="42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61" y="49"/>
                    <a:pt x="75" y="55"/>
                    <a:pt x="75" y="73"/>
                  </a:cubicBezTo>
                  <a:cubicBezTo>
                    <a:pt x="75" y="94"/>
                    <a:pt x="59" y="105"/>
                    <a:pt x="35" y="105"/>
                  </a:cubicBezTo>
                  <a:cubicBezTo>
                    <a:pt x="28" y="105"/>
                    <a:pt x="9" y="104"/>
                    <a:pt x="0" y="100"/>
                  </a:cubicBezTo>
                  <a:cubicBezTo>
                    <a:pt x="0" y="75"/>
                    <a:pt x="0" y="75"/>
                    <a:pt x="0" y="75"/>
                  </a:cubicBezTo>
                  <a:lnTo>
                    <a:pt x="17" y="7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5" name="Freeform 126">
              <a:extLst>
                <a:ext uri="{FF2B5EF4-FFF2-40B4-BE49-F238E27FC236}">
                  <a16:creationId xmlns:a16="http://schemas.microsoft.com/office/drawing/2014/main" id="{A00B05D5-5060-43A6-8049-045F404D9B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05700" y="12865100"/>
              <a:ext cx="39687" cy="73025"/>
            </a:xfrm>
            <a:custGeom>
              <a:avLst/>
              <a:gdLst>
                <a:gd name="T0" fmla="*/ 0 w 52"/>
                <a:gd name="T1" fmla="*/ 18 h 95"/>
                <a:gd name="T2" fmla="*/ 12 w 52"/>
                <a:gd name="T3" fmla="*/ 18 h 95"/>
                <a:gd name="T4" fmla="*/ 12 w 52"/>
                <a:gd name="T5" fmla="*/ 1 h 95"/>
                <a:gd name="T6" fmla="*/ 29 w 52"/>
                <a:gd name="T7" fmla="*/ 0 h 95"/>
                <a:gd name="T8" fmla="*/ 28 w 52"/>
                <a:gd name="T9" fmla="*/ 18 h 95"/>
                <a:gd name="T10" fmla="*/ 50 w 52"/>
                <a:gd name="T11" fmla="*/ 18 h 95"/>
                <a:gd name="T12" fmla="*/ 50 w 52"/>
                <a:gd name="T13" fmla="*/ 30 h 95"/>
                <a:gd name="T14" fmla="*/ 28 w 52"/>
                <a:gd name="T15" fmla="*/ 30 h 95"/>
                <a:gd name="T16" fmla="*/ 28 w 52"/>
                <a:gd name="T17" fmla="*/ 65 h 95"/>
                <a:gd name="T18" fmla="*/ 39 w 52"/>
                <a:gd name="T19" fmla="*/ 83 h 95"/>
                <a:gd name="T20" fmla="*/ 52 w 52"/>
                <a:gd name="T21" fmla="*/ 80 h 95"/>
                <a:gd name="T22" fmla="*/ 51 w 52"/>
                <a:gd name="T23" fmla="*/ 92 h 95"/>
                <a:gd name="T24" fmla="*/ 34 w 52"/>
                <a:gd name="T25" fmla="*/ 95 h 95"/>
                <a:gd name="T26" fmla="*/ 12 w 52"/>
                <a:gd name="T27" fmla="*/ 72 h 95"/>
                <a:gd name="T28" fmla="*/ 12 w 52"/>
                <a:gd name="T29" fmla="*/ 30 h 95"/>
                <a:gd name="T30" fmla="*/ 0 w 52"/>
                <a:gd name="T31" fmla="*/ 30 h 95"/>
                <a:gd name="T32" fmla="*/ 0 w 52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95">
                  <a:moveTo>
                    <a:pt x="0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42"/>
                    <a:pt x="28" y="54"/>
                    <a:pt x="28" y="65"/>
                  </a:cubicBezTo>
                  <a:cubicBezTo>
                    <a:pt x="28" y="79"/>
                    <a:pt x="31" y="83"/>
                    <a:pt x="39" y="83"/>
                  </a:cubicBezTo>
                  <a:cubicBezTo>
                    <a:pt x="43" y="83"/>
                    <a:pt x="48" y="81"/>
                    <a:pt x="52" y="80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47" y="94"/>
                    <a:pt x="41" y="95"/>
                    <a:pt x="34" y="95"/>
                  </a:cubicBezTo>
                  <a:cubicBezTo>
                    <a:pt x="18" y="95"/>
                    <a:pt x="12" y="89"/>
                    <a:pt x="12" y="72"/>
                  </a:cubicBezTo>
                  <a:cubicBezTo>
                    <a:pt x="12" y="62"/>
                    <a:pt x="12" y="43"/>
                    <a:pt x="12" y="3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6" name="Freeform 127">
              <a:extLst>
                <a:ext uri="{FF2B5EF4-FFF2-40B4-BE49-F238E27FC236}">
                  <a16:creationId xmlns:a16="http://schemas.microsoft.com/office/drawing/2014/main" id="{46F5FBB3-621F-4CE6-BE3B-AF044353D8A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248563" y="12876213"/>
              <a:ext cx="53975" cy="61912"/>
            </a:xfrm>
            <a:custGeom>
              <a:avLst/>
              <a:gdLst>
                <a:gd name="T0" fmla="*/ 67 w 72"/>
                <a:gd name="T1" fmla="*/ 74 h 79"/>
                <a:gd name="T2" fmla="*/ 41 w 72"/>
                <a:gd name="T3" fmla="*/ 79 h 79"/>
                <a:gd name="T4" fmla="*/ 0 w 72"/>
                <a:gd name="T5" fmla="*/ 40 h 79"/>
                <a:gd name="T6" fmla="*/ 38 w 72"/>
                <a:gd name="T7" fmla="*/ 0 h 79"/>
                <a:gd name="T8" fmla="*/ 72 w 72"/>
                <a:gd name="T9" fmla="*/ 40 h 79"/>
                <a:gd name="T10" fmla="*/ 72 w 72"/>
                <a:gd name="T11" fmla="*/ 42 h 79"/>
                <a:gd name="T12" fmla="*/ 18 w 72"/>
                <a:gd name="T13" fmla="*/ 42 h 79"/>
                <a:gd name="T14" fmla="*/ 44 w 72"/>
                <a:gd name="T15" fmla="*/ 67 h 79"/>
                <a:gd name="T16" fmla="*/ 68 w 72"/>
                <a:gd name="T17" fmla="*/ 61 h 79"/>
                <a:gd name="T18" fmla="*/ 67 w 72"/>
                <a:gd name="T19" fmla="*/ 74 h 79"/>
                <a:gd name="T20" fmla="*/ 55 w 72"/>
                <a:gd name="T21" fmla="*/ 31 h 79"/>
                <a:gd name="T22" fmla="*/ 55 w 72"/>
                <a:gd name="T23" fmla="*/ 30 h 79"/>
                <a:gd name="T24" fmla="*/ 37 w 72"/>
                <a:gd name="T25" fmla="*/ 12 h 79"/>
                <a:gd name="T26" fmla="*/ 18 w 72"/>
                <a:gd name="T27" fmla="*/ 31 h 79"/>
                <a:gd name="T28" fmla="*/ 55 w 72"/>
                <a:gd name="T29" fmla="*/ 3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79">
                  <a:moveTo>
                    <a:pt x="67" y="74"/>
                  </a:moveTo>
                  <a:cubicBezTo>
                    <a:pt x="62" y="76"/>
                    <a:pt x="52" y="79"/>
                    <a:pt x="41" y="79"/>
                  </a:cubicBezTo>
                  <a:cubicBezTo>
                    <a:pt x="15" y="79"/>
                    <a:pt x="0" y="64"/>
                    <a:pt x="0" y="40"/>
                  </a:cubicBezTo>
                  <a:cubicBezTo>
                    <a:pt x="0" y="18"/>
                    <a:pt x="13" y="0"/>
                    <a:pt x="38" y="0"/>
                  </a:cubicBezTo>
                  <a:cubicBezTo>
                    <a:pt x="61" y="0"/>
                    <a:pt x="72" y="17"/>
                    <a:pt x="72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57"/>
                    <a:pt x="29" y="67"/>
                    <a:pt x="44" y="67"/>
                  </a:cubicBezTo>
                  <a:cubicBezTo>
                    <a:pt x="53" y="67"/>
                    <a:pt x="62" y="64"/>
                    <a:pt x="68" y="61"/>
                  </a:cubicBezTo>
                  <a:lnTo>
                    <a:pt x="67" y="74"/>
                  </a:lnTo>
                  <a:close/>
                  <a:moveTo>
                    <a:pt x="55" y="31"/>
                  </a:moveTo>
                  <a:cubicBezTo>
                    <a:pt x="55" y="30"/>
                    <a:pt x="55" y="30"/>
                    <a:pt x="55" y="30"/>
                  </a:cubicBezTo>
                  <a:cubicBezTo>
                    <a:pt x="55" y="24"/>
                    <a:pt x="51" y="12"/>
                    <a:pt x="37" y="12"/>
                  </a:cubicBezTo>
                  <a:cubicBezTo>
                    <a:pt x="23" y="12"/>
                    <a:pt x="18" y="22"/>
                    <a:pt x="18" y="31"/>
                  </a:cubicBezTo>
                  <a:lnTo>
                    <a:pt x="55" y="3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7" name="Freeform 128">
              <a:extLst>
                <a:ext uri="{FF2B5EF4-FFF2-40B4-BE49-F238E27FC236}">
                  <a16:creationId xmlns:a16="http://schemas.microsoft.com/office/drawing/2014/main" id="{3FAC9DE1-156D-4FE8-8D31-6295EE5A40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4125" y="12877800"/>
              <a:ext cx="100012" cy="58737"/>
            </a:xfrm>
            <a:custGeom>
              <a:avLst/>
              <a:gdLst>
                <a:gd name="T0" fmla="*/ 67 w 129"/>
                <a:gd name="T1" fmla="*/ 46 h 76"/>
                <a:gd name="T2" fmla="*/ 65 w 129"/>
                <a:gd name="T3" fmla="*/ 38 h 76"/>
                <a:gd name="T4" fmla="*/ 65 w 129"/>
                <a:gd name="T5" fmla="*/ 38 h 76"/>
                <a:gd name="T6" fmla="*/ 62 w 129"/>
                <a:gd name="T7" fmla="*/ 46 h 76"/>
                <a:gd name="T8" fmla="*/ 50 w 129"/>
                <a:gd name="T9" fmla="*/ 76 h 76"/>
                <a:gd name="T10" fmla="*/ 33 w 129"/>
                <a:gd name="T11" fmla="*/ 76 h 76"/>
                <a:gd name="T12" fmla="*/ 8 w 129"/>
                <a:gd name="T13" fmla="*/ 12 h 76"/>
                <a:gd name="T14" fmla="*/ 0 w 129"/>
                <a:gd name="T15" fmla="*/ 12 h 76"/>
                <a:gd name="T16" fmla="*/ 0 w 129"/>
                <a:gd name="T17" fmla="*/ 0 h 76"/>
                <a:gd name="T18" fmla="*/ 34 w 129"/>
                <a:gd name="T19" fmla="*/ 0 h 76"/>
                <a:gd name="T20" fmla="*/ 34 w 129"/>
                <a:gd name="T21" fmla="*/ 12 h 76"/>
                <a:gd name="T22" fmla="*/ 25 w 129"/>
                <a:gd name="T23" fmla="*/ 12 h 76"/>
                <a:gd name="T24" fmla="*/ 39 w 129"/>
                <a:gd name="T25" fmla="*/ 50 h 76"/>
                <a:gd name="T26" fmla="*/ 42 w 129"/>
                <a:gd name="T27" fmla="*/ 61 h 76"/>
                <a:gd name="T28" fmla="*/ 43 w 129"/>
                <a:gd name="T29" fmla="*/ 61 h 76"/>
                <a:gd name="T30" fmla="*/ 46 w 129"/>
                <a:gd name="T31" fmla="*/ 50 h 76"/>
                <a:gd name="T32" fmla="*/ 58 w 129"/>
                <a:gd name="T33" fmla="*/ 22 h 76"/>
                <a:gd name="T34" fmla="*/ 55 w 129"/>
                <a:gd name="T35" fmla="*/ 12 h 76"/>
                <a:gd name="T36" fmla="*/ 46 w 129"/>
                <a:gd name="T37" fmla="*/ 12 h 76"/>
                <a:gd name="T38" fmla="*/ 46 w 129"/>
                <a:gd name="T39" fmla="*/ 0 h 76"/>
                <a:gd name="T40" fmla="*/ 80 w 129"/>
                <a:gd name="T41" fmla="*/ 0 h 76"/>
                <a:gd name="T42" fmla="*/ 80 w 129"/>
                <a:gd name="T43" fmla="*/ 12 h 76"/>
                <a:gd name="T44" fmla="*/ 71 w 129"/>
                <a:gd name="T45" fmla="*/ 12 h 76"/>
                <a:gd name="T46" fmla="*/ 85 w 129"/>
                <a:gd name="T47" fmla="*/ 51 h 76"/>
                <a:gd name="T48" fmla="*/ 88 w 129"/>
                <a:gd name="T49" fmla="*/ 61 h 76"/>
                <a:gd name="T50" fmla="*/ 88 w 129"/>
                <a:gd name="T51" fmla="*/ 61 h 76"/>
                <a:gd name="T52" fmla="*/ 91 w 129"/>
                <a:gd name="T53" fmla="*/ 51 h 76"/>
                <a:gd name="T54" fmla="*/ 105 w 129"/>
                <a:gd name="T55" fmla="*/ 12 h 76"/>
                <a:gd name="T56" fmla="*/ 95 w 129"/>
                <a:gd name="T57" fmla="*/ 12 h 76"/>
                <a:gd name="T58" fmla="*/ 95 w 129"/>
                <a:gd name="T59" fmla="*/ 0 h 76"/>
                <a:gd name="T60" fmla="*/ 129 w 129"/>
                <a:gd name="T61" fmla="*/ 0 h 76"/>
                <a:gd name="T62" fmla="*/ 129 w 129"/>
                <a:gd name="T63" fmla="*/ 12 h 76"/>
                <a:gd name="T64" fmla="*/ 121 w 129"/>
                <a:gd name="T65" fmla="*/ 12 h 76"/>
                <a:gd name="T66" fmla="*/ 95 w 129"/>
                <a:gd name="T67" fmla="*/ 76 h 76"/>
                <a:gd name="T68" fmla="*/ 78 w 129"/>
                <a:gd name="T69" fmla="*/ 76 h 76"/>
                <a:gd name="T70" fmla="*/ 67 w 129"/>
                <a:gd name="T71" fmla="*/ 4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" h="76">
                  <a:moveTo>
                    <a:pt x="67" y="46"/>
                  </a:moveTo>
                  <a:cubicBezTo>
                    <a:pt x="66" y="43"/>
                    <a:pt x="66" y="41"/>
                    <a:pt x="65" y="38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4" y="41"/>
                    <a:pt x="63" y="43"/>
                    <a:pt x="62" y="4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0" y="54"/>
                    <a:pt x="41" y="58"/>
                    <a:pt x="42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4" y="58"/>
                    <a:pt x="45" y="54"/>
                    <a:pt x="46" y="50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6" y="54"/>
                    <a:pt x="87" y="58"/>
                    <a:pt x="88" y="61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58"/>
                    <a:pt x="90" y="54"/>
                    <a:pt x="91" y="51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12"/>
                    <a:pt x="129" y="12"/>
                    <a:pt x="129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78" y="76"/>
                    <a:pt x="78" y="76"/>
                    <a:pt x="78" y="76"/>
                  </a:cubicBezTo>
                  <a:lnTo>
                    <a:pt x="67" y="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8" name="Freeform 129">
              <a:extLst>
                <a:ext uri="{FF2B5EF4-FFF2-40B4-BE49-F238E27FC236}">
                  <a16:creationId xmlns:a16="http://schemas.microsoft.com/office/drawing/2014/main" id="{7623872C-0B5A-40AF-96B3-9B806FA539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407313" y="12876213"/>
              <a:ext cx="57150" cy="61912"/>
            </a:xfrm>
            <a:custGeom>
              <a:avLst/>
              <a:gdLst>
                <a:gd name="T0" fmla="*/ 3 w 73"/>
                <a:gd name="T1" fmla="*/ 7 h 79"/>
                <a:gd name="T2" fmla="*/ 34 w 73"/>
                <a:gd name="T3" fmla="*/ 0 h 79"/>
                <a:gd name="T4" fmla="*/ 63 w 73"/>
                <a:gd name="T5" fmla="*/ 29 h 79"/>
                <a:gd name="T6" fmla="*/ 63 w 73"/>
                <a:gd name="T7" fmla="*/ 66 h 79"/>
                <a:gd name="T8" fmla="*/ 73 w 73"/>
                <a:gd name="T9" fmla="*/ 66 h 79"/>
                <a:gd name="T10" fmla="*/ 73 w 73"/>
                <a:gd name="T11" fmla="*/ 78 h 79"/>
                <a:gd name="T12" fmla="*/ 49 w 73"/>
                <a:gd name="T13" fmla="*/ 78 h 79"/>
                <a:gd name="T14" fmla="*/ 50 w 73"/>
                <a:gd name="T15" fmla="*/ 62 h 79"/>
                <a:gd name="T16" fmla="*/ 50 w 73"/>
                <a:gd name="T17" fmla="*/ 62 h 79"/>
                <a:gd name="T18" fmla="*/ 24 w 73"/>
                <a:gd name="T19" fmla="*/ 79 h 79"/>
                <a:gd name="T20" fmla="*/ 0 w 73"/>
                <a:gd name="T21" fmla="*/ 58 h 79"/>
                <a:gd name="T22" fmla="*/ 33 w 73"/>
                <a:gd name="T23" fmla="*/ 35 h 79"/>
                <a:gd name="T24" fmla="*/ 49 w 73"/>
                <a:gd name="T25" fmla="*/ 34 h 79"/>
                <a:gd name="T26" fmla="*/ 49 w 73"/>
                <a:gd name="T27" fmla="*/ 28 h 79"/>
                <a:gd name="T28" fmla="*/ 32 w 73"/>
                <a:gd name="T29" fmla="*/ 12 h 79"/>
                <a:gd name="T30" fmla="*/ 18 w 73"/>
                <a:gd name="T31" fmla="*/ 15 h 79"/>
                <a:gd name="T32" fmla="*/ 18 w 73"/>
                <a:gd name="T33" fmla="*/ 26 h 79"/>
                <a:gd name="T34" fmla="*/ 3 w 73"/>
                <a:gd name="T35" fmla="*/ 26 h 79"/>
                <a:gd name="T36" fmla="*/ 3 w 73"/>
                <a:gd name="T37" fmla="*/ 7 h 79"/>
                <a:gd name="T38" fmla="*/ 29 w 73"/>
                <a:gd name="T39" fmla="*/ 67 h 79"/>
                <a:gd name="T40" fmla="*/ 48 w 73"/>
                <a:gd name="T41" fmla="*/ 47 h 79"/>
                <a:gd name="T42" fmla="*/ 48 w 73"/>
                <a:gd name="T43" fmla="*/ 44 h 79"/>
                <a:gd name="T44" fmla="*/ 17 w 73"/>
                <a:gd name="T45" fmla="*/ 56 h 79"/>
                <a:gd name="T46" fmla="*/ 29 w 73"/>
                <a:gd name="T47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79">
                  <a:moveTo>
                    <a:pt x="3" y="7"/>
                  </a:moveTo>
                  <a:cubicBezTo>
                    <a:pt x="7" y="5"/>
                    <a:pt x="17" y="0"/>
                    <a:pt x="34" y="0"/>
                  </a:cubicBezTo>
                  <a:cubicBezTo>
                    <a:pt x="56" y="0"/>
                    <a:pt x="63" y="11"/>
                    <a:pt x="63" y="29"/>
                  </a:cubicBezTo>
                  <a:cubicBezTo>
                    <a:pt x="63" y="41"/>
                    <a:pt x="63" y="54"/>
                    <a:pt x="6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3"/>
                    <a:pt x="49" y="67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7" y="71"/>
                    <a:pt x="40" y="79"/>
                    <a:pt x="24" y="79"/>
                  </a:cubicBezTo>
                  <a:cubicBezTo>
                    <a:pt x="6" y="79"/>
                    <a:pt x="0" y="67"/>
                    <a:pt x="0" y="58"/>
                  </a:cubicBezTo>
                  <a:cubicBezTo>
                    <a:pt x="0" y="38"/>
                    <a:pt x="20" y="35"/>
                    <a:pt x="33" y="3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19"/>
                    <a:pt x="45" y="12"/>
                    <a:pt x="32" y="12"/>
                  </a:cubicBezTo>
                  <a:cubicBezTo>
                    <a:pt x="26" y="12"/>
                    <a:pt x="20" y="14"/>
                    <a:pt x="18" y="1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" y="26"/>
                    <a:pt x="3" y="26"/>
                    <a:pt x="3" y="26"/>
                  </a:cubicBezTo>
                  <a:lnTo>
                    <a:pt x="3" y="7"/>
                  </a:lnTo>
                  <a:close/>
                  <a:moveTo>
                    <a:pt x="29" y="67"/>
                  </a:moveTo>
                  <a:cubicBezTo>
                    <a:pt x="41" y="67"/>
                    <a:pt x="48" y="57"/>
                    <a:pt x="48" y="47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31" y="44"/>
                    <a:pt x="17" y="45"/>
                    <a:pt x="17" y="56"/>
                  </a:cubicBezTo>
                  <a:cubicBezTo>
                    <a:pt x="17" y="62"/>
                    <a:pt x="21" y="67"/>
                    <a:pt x="29" y="6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39" name="Freeform 130">
              <a:extLst>
                <a:ext uri="{FF2B5EF4-FFF2-40B4-BE49-F238E27FC236}">
                  <a16:creationId xmlns:a16="http://schemas.microsoft.com/office/drawing/2014/main" id="{CA8779AC-93CB-470C-A535-22CD25E5B7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70813" y="12876213"/>
              <a:ext cx="44450" cy="60325"/>
            </a:xfrm>
            <a:custGeom>
              <a:avLst/>
              <a:gdLst>
                <a:gd name="T0" fmla="*/ 2 w 58"/>
                <a:gd name="T1" fmla="*/ 66 h 78"/>
                <a:gd name="T2" fmla="*/ 11 w 58"/>
                <a:gd name="T3" fmla="*/ 66 h 78"/>
                <a:gd name="T4" fmla="*/ 11 w 58"/>
                <a:gd name="T5" fmla="*/ 14 h 78"/>
                <a:gd name="T6" fmla="*/ 0 w 58"/>
                <a:gd name="T7" fmla="*/ 14 h 78"/>
                <a:gd name="T8" fmla="*/ 0 w 58"/>
                <a:gd name="T9" fmla="*/ 2 h 78"/>
                <a:gd name="T10" fmla="*/ 27 w 58"/>
                <a:gd name="T11" fmla="*/ 2 h 78"/>
                <a:gd name="T12" fmla="*/ 26 w 58"/>
                <a:gd name="T13" fmla="*/ 23 h 78"/>
                <a:gd name="T14" fmla="*/ 26 w 58"/>
                <a:gd name="T15" fmla="*/ 23 h 78"/>
                <a:gd name="T16" fmla="*/ 49 w 58"/>
                <a:gd name="T17" fmla="*/ 0 h 78"/>
                <a:gd name="T18" fmla="*/ 58 w 58"/>
                <a:gd name="T19" fmla="*/ 2 h 78"/>
                <a:gd name="T20" fmla="*/ 56 w 58"/>
                <a:gd name="T21" fmla="*/ 16 h 78"/>
                <a:gd name="T22" fmla="*/ 49 w 58"/>
                <a:gd name="T23" fmla="*/ 15 h 78"/>
                <a:gd name="T24" fmla="*/ 28 w 58"/>
                <a:gd name="T25" fmla="*/ 42 h 78"/>
                <a:gd name="T26" fmla="*/ 28 w 58"/>
                <a:gd name="T27" fmla="*/ 66 h 78"/>
                <a:gd name="T28" fmla="*/ 39 w 58"/>
                <a:gd name="T29" fmla="*/ 66 h 78"/>
                <a:gd name="T30" fmla="*/ 39 w 58"/>
                <a:gd name="T31" fmla="*/ 78 h 78"/>
                <a:gd name="T32" fmla="*/ 2 w 58"/>
                <a:gd name="T33" fmla="*/ 78 h 78"/>
                <a:gd name="T34" fmla="*/ 2 w 58"/>
                <a:gd name="T35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78">
                  <a:moveTo>
                    <a:pt x="2" y="66"/>
                  </a:moveTo>
                  <a:cubicBezTo>
                    <a:pt x="11" y="66"/>
                    <a:pt x="11" y="66"/>
                    <a:pt x="11" y="6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8"/>
                    <a:pt x="27" y="15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9" y="9"/>
                    <a:pt x="38" y="0"/>
                    <a:pt x="49" y="0"/>
                  </a:cubicBezTo>
                  <a:cubicBezTo>
                    <a:pt x="53" y="0"/>
                    <a:pt x="56" y="1"/>
                    <a:pt x="58" y="2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4" y="15"/>
                    <a:pt x="52" y="15"/>
                    <a:pt x="49" y="15"/>
                  </a:cubicBezTo>
                  <a:cubicBezTo>
                    <a:pt x="34" y="15"/>
                    <a:pt x="28" y="29"/>
                    <a:pt x="28" y="42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2" y="78"/>
                    <a:pt x="2" y="78"/>
                    <a:pt x="2" y="78"/>
                  </a:cubicBezTo>
                  <a:lnTo>
                    <a:pt x="2" y="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0" name="Freeform 131">
              <a:extLst>
                <a:ext uri="{FF2B5EF4-FFF2-40B4-BE49-F238E27FC236}">
                  <a16:creationId xmlns:a16="http://schemas.microsoft.com/office/drawing/2014/main" id="{93F205BD-4511-44AF-9B05-26CFF6C3CC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520025" y="12850813"/>
              <a:ext cx="61912" cy="87312"/>
            </a:xfrm>
            <a:custGeom>
              <a:avLst/>
              <a:gdLst>
                <a:gd name="T0" fmla="*/ 82 w 82"/>
                <a:gd name="T1" fmla="*/ 112 h 113"/>
                <a:gd name="T2" fmla="*/ 56 w 82"/>
                <a:gd name="T3" fmla="*/ 112 h 113"/>
                <a:gd name="T4" fmla="*/ 57 w 82"/>
                <a:gd name="T5" fmla="*/ 96 h 113"/>
                <a:gd name="T6" fmla="*/ 57 w 82"/>
                <a:gd name="T7" fmla="*/ 96 h 113"/>
                <a:gd name="T8" fmla="*/ 32 w 82"/>
                <a:gd name="T9" fmla="*/ 113 h 113"/>
                <a:gd name="T10" fmla="*/ 0 w 82"/>
                <a:gd name="T11" fmla="*/ 77 h 113"/>
                <a:gd name="T12" fmla="*/ 41 w 82"/>
                <a:gd name="T13" fmla="*/ 34 h 113"/>
                <a:gd name="T14" fmla="*/ 56 w 82"/>
                <a:gd name="T15" fmla="*/ 36 h 113"/>
                <a:gd name="T16" fmla="*/ 56 w 82"/>
                <a:gd name="T17" fmla="*/ 12 h 113"/>
                <a:gd name="T18" fmla="*/ 42 w 82"/>
                <a:gd name="T19" fmla="*/ 12 h 113"/>
                <a:gd name="T20" fmla="*/ 42 w 82"/>
                <a:gd name="T21" fmla="*/ 0 h 113"/>
                <a:gd name="T22" fmla="*/ 72 w 82"/>
                <a:gd name="T23" fmla="*/ 0 h 113"/>
                <a:gd name="T24" fmla="*/ 72 w 82"/>
                <a:gd name="T25" fmla="*/ 100 h 113"/>
                <a:gd name="T26" fmla="*/ 82 w 82"/>
                <a:gd name="T27" fmla="*/ 100 h 113"/>
                <a:gd name="T28" fmla="*/ 82 w 82"/>
                <a:gd name="T29" fmla="*/ 112 h 113"/>
                <a:gd name="T30" fmla="*/ 55 w 82"/>
                <a:gd name="T31" fmla="*/ 50 h 113"/>
                <a:gd name="T32" fmla="*/ 41 w 82"/>
                <a:gd name="T33" fmla="*/ 47 h 113"/>
                <a:gd name="T34" fmla="*/ 17 w 82"/>
                <a:gd name="T35" fmla="*/ 75 h 113"/>
                <a:gd name="T36" fmla="*/ 36 w 82"/>
                <a:gd name="T37" fmla="*/ 100 h 113"/>
                <a:gd name="T38" fmla="*/ 55 w 82"/>
                <a:gd name="T39" fmla="*/ 71 h 113"/>
                <a:gd name="T40" fmla="*/ 55 w 82"/>
                <a:gd name="T41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113">
                  <a:moveTo>
                    <a:pt x="82" y="112"/>
                  </a:moveTo>
                  <a:cubicBezTo>
                    <a:pt x="56" y="112"/>
                    <a:pt x="56" y="112"/>
                    <a:pt x="56" y="112"/>
                  </a:cubicBezTo>
                  <a:cubicBezTo>
                    <a:pt x="56" y="106"/>
                    <a:pt x="57" y="101"/>
                    <a:pt x="57" y="96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3" y="106"/>
                    <a:pt x="45" y="113"/>
                    <a:pt x="32" y="113"/>
                  </a:cubicBezTo>
                  <a:cubicBezTo>
                    <a:pt x="13" y="113"/>
                    <a:pt x="0" y="100"/>
                    <a:pt x="0" y="77"/>
                  </a:cubicBezTo>
                  <a:cubicBezTo>
                    <a:pt x="0" y="52"/>
                    <a:pt x="15" y="34"/>
                    <a:pt x="41" y="34"/>
                  </a:cubicBezTo>
                  <a:cubicBezTo>
                    <a:pt x="46" y="34"/>
                    <a:pt x="51" y="35"/>
                    <a:pt x="56" y="36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82" y="100"/>
                    <a:pt x="82" y="100"/>
                    <a:pt x="82" y="100"/>
                  </a:cubicBezTo>
                  <a:lnTo>
                    <a:pt x="82" y="112"/>
                  </a:lnTo>
                  <a:close/>
                  <a:moveTo>
                    <a:pt x="55" y="50"/>
                  </a:moveTo>
                  <a:cubicBezTo>
                    <a:pt x="52" y="48"/>
                    <a:pt x="47" y="47"/>
                    <a:pt x="41" y="47"/>
                  </a:cubicBezTo>
                  <a:cubicBezTo>
                    <a:pt x="26" y="47"/>
                    <a:pt x="17" y="60"/>
                    <a:pt x="17" y="75"/>
                  </a:cubicBezTo>
                  <a:cubicBezTo>
                    <a:pt x="17" y="89"/>
                    <a:pt x="23" y="100"/>
                    <a:pt x="36" y="100"/>
                  </a:cubicBezTo>
                  <a:cubicBezTo>
                    <a:pt x="49" y="100"/>
                    <a:pt x="55" y="89"/>
                    <a:pt x="55" y="71"/>
                  </a:cubicBezTo>
                  <a:lnTo>
                    <a:pt x="55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1" name="Freeform 132">
              <a:extLst>
                <a:ext uri="{FF2B5EF4-FFF2-40B4-BE49-F238E27FC236}">
                  <a16:creationId xmlns:a16="http://schemas.microsoft.com/office/drawing/2014/main" id="{AA4878A6-2CA7-472B-ABF2-C85C3A1DDB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91463" y="12876213"/>
              <a:ext cx="49212" cy="61912"/>
            </a:xfrm>
            <a:custGeom>
              <a:avLst/>
              <a:gdLst>
                <a:gd name="T0" fmla="*/ 45 w 64"/>
                <a:gd name="T1" fmla="*/ 24 h 79"/>
                <a:gd name="T2" fmla="*/ 45 w 64"/>
                <a:gd name="T3" fmla="*/ 15 h 79"/>
                <a:gd name="T4" fmla="*/ 32 w 64"/>
                <a:gd name="T5" fmla="*/ 12 h 79"/>
                <a:gd name="T6" fmla="*/ 17 w 64"/>
                <a:gd name="T7" fmla="*/ 21 h 79"/>
                <a:gd name="T8" fmla="*/ 26 w 64"/>
                <a:gd name="T9" fmla="*/ 30 h 79"/>
                <a:gd name="T10" fmla="*/ 45 w 64"/>
                <a:gd name="T11" fmla="*/ 33 h 79"/>
                <a:gd name="T12" fmla="*/ 64 w 64"/>
                <a:gd name="T13" fmla="*/ 54 h 79"/>
                <a:gd name="T14" fmla="*/ 29 w 64"/>
                <a:gd name="T15" fmla="*/ 79 h 79"/>
                <a:gd name="T16" fmla="*/ 2 w 64"/>
                <a:gd name="T17" fmla="*/ 75 h 79"/>
                <a:gd name="T18" fmla="*/ 1 w 64"/>
                <a:gd name="T19" fmla="*/ 54 h 79"/>
                <a:gd name="T20" fmla="*/ 16 w 64"/>
                <a:gd name="T21" fmla="*/ 54 h 79"/>
                <a:gd name="T22" fmla="*/ 16 w 64"/>
                <a:gd name="T23" fmla="*/ 64 h 79"/>
                <a:gd name="T24" fmla="*/ 33 w 64"/>
                <a:gd name="T25" fmla="*/ 68 h 79"/>
                <a:gd name="T26" fmla="*/ 48 w 64"/>
                <a:gd name="T27" fmla="*/ 57 h 79"/>
                <a:gd name="T28" fmla="*/ 37 w 64"/>
                <a:gd name="T29" fmla="*/ 47 h 79"/>
                <a:gd name="T30" fmla="*/ 25 w 64"/>
                <a:gd name="T31" fmla="*/ 45 h 79"/>
                <a:gd name="T32" fmla="*/ 0 w 64"/>
                <a:gd name="T33" fmla="*/ 24 h 79"/>
                <a:gd name="T34" fmla="*/ 33 w 64"/>
                <a:gd name="T35" fmla="*/ 0 h 79"/>
                <a:gd name="T36" fmla="*/ 59 w 64"/>
                <a:gd name="T37" fmla="*/ 5 h 79"/>
                <a:gd name="T38" fmla="*/ 60 w 64"/>
                <a:gd name="T39" fmla="*/ 24 h 79"/>
                <a:gd name="T40" fmla="*/ 45 w 64"/>
                <a:gd name="T4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" h="79">
                  <a:moveTo>
                    <a:pt x="45" y="24"/>
                  </a:moveTo>
                  <a:cubicBezTo>
                    <a:pt x="45" y="15"/>
                    <a:pt x="45" y="15"/>
                    <a:pt x="45" y="15"/>
                  </a:cubicBezTo>
                  <a:cubicBezTo>
                    <a:pt x="42" y="13"/>
                    <a:pt x="39" y="12"/>
                    <a:pt x="32" y="12"/>
                  </a:cubicBezTo>
                  <a:cubicBezTo>
                    <a:pt x="25" y="12"/>
                    <a:pt x="17" y="14"/>
                    <a:pt x="17" y="21"/>
                  </a:cubicBezTo>
                  <a:cubicBezTo>
                    <a:pt x="17" y="27"/>
                    <a:pt x="22" y="29"/>
                    <a:pt x="26" y="30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54" y="35"/>
                    <a:pt x="64" y="39"/>
                    <a:pt x="64" y="54"/>
                  </a:cubicBezTo>
                  <a:cubicBezTo>
                    <a:pt x="64" y="74"/>
                    <a:pt x="46" y="79"/>
                    <a:pt x="29" y="79"/>
                  </a:cubicBezTo>
                  <a:cubicBezTo>
                    <a:pt x="16" y="79"/>
                    <a:pt x="6" y="77"/>
                    <a:pt x="2" y="7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9" y="65"/>
                    <a:pt x="24" y="68"/>
                    <a:pt x="33" y="68"/>
                  </a:cubicBezTo>
                  <a:cubicBezTo>
                    <a:pt x="40" y="68"/>
                    <a:pt x="48" y="65"/>
                    <a:pt x="48" y="57"/>
                  </a:cubicBezTo>
                  <a:cubicBezTo>
                    <a:pt x="48" y="50"/>
                    <a:pt x="43" y="48"/>
                    <a:pt x="37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3" y="43"/>
                    <a:pt x="0" y="38"/>
                    <a:pt x="0" y="24"/>
                  </a:cubicBezTo>
                  <a:cubicBezTo>
                    <a:pt x="0" y="6"/>
                    <a:pt x="16" y="0"/>
                    <a:pt x="33" y="0"/>
                  </a:cubicBezTo>
                  <a:cubicBezTo>
                    <a:pt x="45" y="0"/>
                    <a:pt x="55" y="4"/>
                    <a:pt x="59" y="5"/>
                  </a:cubicBezTo>
                  <a:cubicBezTo>
                    <a:pt x="60" y="24"/>
                    <a:pt x="60" y="24"/>
                    <a:pt x="60" y="24"/>
                  </a:cubicBezTo>
                  <a:lnTo>
                    <a:pt x="45" y="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2" name="Freeform 133">
              <a:extLst>
                <a:ext uri="{FF2B5EF4-FFF2-40B4-BE49-F238E27FC236}">
                  <a16:creationId xmlns:a16="http://schemas.microsoft.com/office/drawing/2014/main" id="{6EAFC1F0-888E-4AFF-94B0-8C6B0D2C85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8613" y="12850813"/>
              <a:ext cx="68262" cy="85725"/>
            </a:xfrm>
            <a:custGeom>
              <a:avLst/>
              <a:gdLst>
                <a:gd name="T0" fmla="*/ 2 w 89"/>
                <a:gd name="T1" fmla="*/ 100 h 112"/>
                <a:gd name="T2" fmla="*/ 10 w 89"/>
                <a:gd name="T3" fmla="*/ 100 h 112"/>
                <a:gd name="T4" fmla="*/ 11 w 89"/>
                <a:gd name="T5" fmla="*/ 12 h 112"/>
                <a:gd name="T6" fmla="*/ 0 w 89"/>
                <a:gd name="T7" fmla="*/ 12 h 112"/>
                <a:gd name="T8" fmla="*/ 0 w 89"/>
                <a:gd name="T9" fmla="*/ 0 h 112"/>
                <a:gd name="T10" fmla="*/ 28 w 89"/>
                <a:gd name="T11" fmla="*/ 0 h 112"/>
                <a:gd name="T12" fmla="*/ 28 w 89"/>
                <a:gd name="T13" fmla="*/ 36 h 112"/>
                <a:gd name="T14" fmla="*/ 26 w 89"/>
                <a:gd name="T15" fmla="*/ 53 h 112"/>
                <a:gd name="T16" fmla="*/ 26 w 89"/>
                <a:gd name="T17" fmla="*/ 53 h 112"/>
                <a:gd name="T18" fmla="*/ 53 w 89"/>
                <a:gd name="T19" fmla="*/ 34 h 112"/>
                <a:gd name="T20" fmla="*/ 80 w 89"/>
                <a:gd name="T21" fmla="*/ 63 h 112"/>
                <a:gd name="T22" fmla="*/ 79 w 89"/>
                <a:gd name="T23" fmla="*/ 100 h 112"/>
                <a:gd name="T24" fmla="*/ 89 w 89"/>
                <a:gd name="T25" fmla="*/ 100 h 112"/>
                <a:gd name="T26" fmla="*/ 89 w 89"/>
                <a:gd name="T27" fmla="*/ 112 h 112"/>
                <a:gd name="T28" fmla="*/ 54 w 89"/>
                <a:gd name="T29" fmla="*/ 112 h 112"/>
                <a:gd name="T30" fmla="*/ 54 w 89"/>
                <a:gd name="T31" fmla="*/ 100 h 112"/>
                <a:gd name="T32" fmla="*/ 62 w 89"/>
                <a:gd name="T33" fmla="*/ 100 h 112"/>
                <a:gd name="T34" fmla="*/ 63 w 89"/>
                <a:gd name="T35" fmla="*/ 66 h 112"/>
                <a:gd name="T36" fmla="*/ 48 w 89"/>
                <a:gd name="T37" fmla="*/ 48 h 112"/>
                <a:gd name="T38" fmla="*/ 28 w 89"/>
                <a:gd name="T39" fmla="*/ 71 h 112"/>
                <a:gd name="T40" fmla="*/ 27 w 89"/>
                <a:gd name="T41" fmla="*/ 100 h 112"/>
                <a:gd name="T42" fmla="*/ 37 w 89"/>
                <a:gd name="T43" fmla="*/ 100 h 112"/>
                <a:gd name="T44" fmla="*/ 37 w 89"/>
                <a:gd name="T45" fmla="*/ 112 h 112"/>
                <a:gd name="T46" fmla="*/ 2 w 89"/>
                <a:gd name="T47" fmla="*/ 112 h 112"/>
                <a:gd name="T48" fmla="*/ 2 w 89"/>
                <a:gd name="T49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112">
                  <a:moveTo>
                    <a:pt x="2" y="100"/>
                  </a:moveTo>
                  <a:cubicBezTo>
                    <a:pt x="10" y="100"/>
                    <a:pt x="10" y="100"/>
                    <a:pt x="10" y="10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41"/>
                    <a:pt x="27" y="46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43"/>
                    <a:pt x="38" y="34"/>
                    <a:pt x="53" y="34"/>
                  </a:cubicBezTo>
                  <a:cubicBezTo>
                    <a:pt x="71" y="34"/>
                    <a:pt x="80" y="45"/>
                    <a:pt x="80" y="63"/>
                  </a:cubicBezTo>
                  <a:cubicBezTo>
                    <a:pt x="80" y="76"/>
                    <a:pt x="79" y="88"/>
                    <a:pt x="79" y="100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89"/>
                    <a:pt x="63" y="77"/>
                    <a:pt x="63" y="66"/>
                  </a:cubicBezTo>
                  <a:cubicBezTo>
                    <a:pt x="63" y="56"/>
                    <a:pt x="58" y="48"/>
                    <a:pt x="48" y="48"/>
                  </a:cubicBezTo>
                  <a:cubicBezTo>
                    <a:pt x="36" y="48"/>
                    <a:pt x="28" y="57"/>
                    <a:pt x="28" y="71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2" y="112"/>
                    <a:pt x="2" y="112"/>
                    <a:pt x="2" y="112"/>
                  </a:cubicBezTo>
                  <a:lnTo>
                    <a:pt x="2" y="1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3" name="Freeform 134">
              <a:extLst>
                <a:ext uri="{FF2B5EF4-FFF2-40B4-BE49-F238E27FC236}">
                  <a16:creationId xmlns:a16="http://schemas.microsoft.com/office/drawing/2014/main" id="{4027699E-5EAD-428C-9EC6-F3942DFC99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3225" y="12849225"/>
              <a:ext cx="28575" cy="87312"/>
            </a:xfrm>
            <a:custGeom>
              <a:avLst/>
              <a:gdLst>
                <a:gd name="T0" fmla="*/ 1 w 38"/>
                <a:gd name="T1" fmla="*/ 102 h 114"/>
                <a:gd name="T2" fmla="*/ 11 w 38"/>
                <a:gd name="T3" fmla="*/ 102 h 114"/>
                <a:gd name="T4" fmla="*/ 11 w 38"/>
                <a:gd name="T5" fmla="*/ 50 h 114"/>
                <a:gd name="T6" fmla="*/ 0 w 38"/>
                <a:gd name="T7" fmla="*/ 50 h 114"/>
                <a:gd name="T8" fmla="*/ 0 w 38"/>
                <a:gd name="T9" fmla="*/ 38 h 114"/>
                <a:gd name="T10" fmla="*/ 28 w 38"/>
                <a:gd name="T11" fmla="*/ 38 h 114"/>
                <a:gd name="T12" fmla="*/ 28 w 38"/>
                <a:gd name="T13" fmla="*/ 102 h 114"/>
                <a:gd name="T14" fmla="*/ 38 w 38"/>
                <a:gd name="T15" fmla="*/ 102 h 114"/>
                <a:gd name="T16" fmla="*/ 38 w 38"/>
                <a:gd name="T17" fmla="*/ 114 h 114"/>
                <a:gd name="T18" fmla="*/ 1 w 38"/>
                <a:gd name="T19" fmla="*/ 114 h 114"/>
                <a:gd name="T20" fmla="*/ 1 w 38"/>
                <a:gd name="T21" fmla="*/ 102 h 114"/>
                <a:gd name="T22" fmla="*/ 20 w 38"/>
                <a:gd name="T23" fmla="*/ 0 h 114"/>
                <a:gd name="T24" fmla="*/ 31 w 38"/>
                <a:gd name="T25" fmla="*/ 11 h 114"/>
                <a:gd name="T26" fmla="*/ 20 w 38"/>
                <a:gd name="T27" fmla="*/ 22 h 114"/>
                <a:gd name="T28" fmla="*/ 8 w 38"/>
                <a:gd name="T29" fmla="*/ 11 h 114"/>
                <a:gd name="T30" fmla="*/ 20 w 38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14">
                  <a:moveTo>
                    <a:pt x="1" y="102"/>
                  </a:moveTo>
                  <a:cubicBezTo>
                    <a:pt x="11" y="102"/>
                    <a:pt x="11" y="102"/>
                    <a:pt x="11" y="10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1" y="114"/>
                    <a:pt x="1" y="114"/>
                    <a:pt x="1" y="114"/>
                  </a:cubicBezTo>
                  <a:lnTo>
                    <a:pt x="1" y="102"/>
                  </a:lnTo>
                  <a:close/>
                  <a:moveTo>
                    <a:pt x="20" y="0"/>
                  </a:moveTo>
                  <a:cubicBezTo>
                    <a:pt x="26" y="0"/>
                    <a:pt x="31" y="5"/>
                    <a:pt x="31" y="11"/>
                  </a:cubicBezTo>
                  <a:cubicBezTo>
                    <a:pt x="31" y="17"/>
                    <a:pt x="26" y="22"/>
                    <a:pt x="20" y="22"/>
                  </a:cubicBezTo>
                  <a:cubicBezTo>
                    <a:pt x="13" y="22"/>
                    <a:pt x="8" y="17"/>
                    <a:pt x="8" y="11"/>
                  </a:cubicBezTo>
                  <a:cubicBezTo>
                    <a:pt x="8" y="5"/>
                    <a:pt x="13" y="0"/>
                    <a:pt x="20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44" name="Freeform 135">
              <a:extLst>
                <a:ext uri="{FF2B5EF4-FFF2-40B4-BE49-F238E27FC236}">
                  <a16:creationId xmlns:a16="http://schemas.microsoft.com/office/drawing/2014/main" id="{04EE029D-F24D-424A-9DBD-2BED0B2DBA6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56563" y="12876213"/>
              <a:ext cx="63500" cy="87312"/>
            </a:xfrm>
            <a:custGeom>
              <a:avLst/>
              <a:gdLst>
                <a:gd name="T0" fmla="*/ 0 w 83"/>
                <a:gd name="T1" fmla="*/ 2 h 114"/>
                <a:gd name="T2" fmla="*/ 27 w 83"/>
                <a:gd name="T3" fmla="*/ 2 h 114"/>
                <a:gd name="T4" fmla="*/ 25 w 83"/>
                <a:gd name="T5" fmla="*/ 17 h 114"/>
                <a:gd name="T6" fmla="*/ 25 w 83"/>
                <a:gd name="T7" fmla="*/ 17 h 114"/>
                <a:gd name="T8" fmla="*/ 51 w 83"/>
                <a:gd name="T9" fmla="*/ 0 h 114"/>
                <a:gd name="T10" fmla="*/ 83 w 83"/>
                <a:gd name="T11" fmla="*/ 36 h 114"/>
                <a:gd name="T12" fmla="*/ 42 w 83"/>
                <a:gd name="T13" fmla="*/ 79 h 114"/>
                <a:gd name="T14" fmla="*/ 27 w 83"/>
                <a:gd name="T15" fmla="*/ 77 h 114"/>
                <a:gd name="T16" fmla="*/ 26 w 83"/>
                <a:gd name="T17" fmla="*/ 102 h 114"/>
                <a:gd name="T18" fmla="*/ 38 w 83"/>
                <a:gd name="T19" fmla="*/ 102 h 114"/>
                <a:gd name="T20" fmla="*/ 38 w 83"/>
                <a:gd name="T21" fmla="*/ 114 h 114"/>
                <a:gd name="T22" fmla="*/ 2 w 83"/>
                <a:gd name="T23" fmla="*/ 114 h 114"/>
                <a:gd name="T24" fmla="*/ 2 w 83"/>
                <a:gd name="T25" fmla="*/ 102 h 114"/>
                <a:gd name="T26" fmla="*/ 10 w 83"/>
                <a:gd name="T27" fmla="*/ 102 h 114"/>
                <a:gd name="T28" fmla="*/ 11 w 83"/>
                <a:gd name="T29" fmla="*/ 14 h 114"/>
                <a:gd name="T30" fmla="*/ 0 w 83"/>
                <a:gd name="T31" fmla="*/ 14 h 114"/>
                <a:gd name="T32" fmla="*/ 0 w 83"/>
                <a:gd name="T33" fmla="*/ 2 h 114"/>
                <a:gd name="T34" fmla="*/ 27 w 83"/>
                <a:gd name="T35" fmla="*/ 63 h 114"/>
                <a:gd name="T36" fmla="*/ 42 w 83"/>
                <a:gd name="T37" fmla="*/ 67 h 114"/>
                <a:gd name="T38" fmla="*/ 65 w 83"/>
                <a:gd name="T39" fmla="*/ 39 h 114"/>
                <a:gd name="T40" fmla="*/ 47 w 83"/>
                <a:gd name="T41" fmla="*/ 14 h 114"/>
                <a:gd name="T42" fmla="*/ 27 w 83"/>
                <a:gd name="T43" fmla="*/ 42 h 114"/>
                <a:gd name="T44" fmla="*/ 27 w 83"/>
                <a:gd name="T45" fmla="*/ 6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14">
                  <a:moveTo>
                    <a:pt x="0" y="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7"/>
                    <a:pt x="26" y="13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9" y="7"/>
                    <a:pt x="38" y="0"/>
                    <a:pt x="51" y="0"/>
                  </a:cubicBezTo>
                  <a:cubicBezTo>
                    <a:pt x="69" y="0"/>
                    <a:pt x="83" y="14"/>
                    <a:pt x="83" y="36"/>
                  </a:cubicBezTo>
                  <a:cubicBezTo>
                    <a:pt x="83" y="61"/>
                    <a:pt x="68" y="79"/>
                    <a:pt x="42" y="79"/>
                  </a:cubicBezTo>
                  <a:cubicBezTo>
                    <a:pt x="36" y="79"/>
                    <a:pt x="31" y="79"/>
                    <a:pt x="27" y="7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2"/>
                  </a:lnTo>
                  <a:close/>
                  <a:moveTo>
                    <a:pt x="27" y="63"/>
                  </a:moveTo>
                  <a:cubicBezTo>
                    <a:pt x="30" y="65"/>
                    <a:pt x="36" y="67"/>
                    <a:pt x="42" y="67"/>
                  </a:cubicBezTo>
                  <a:cubicBezTo>
                    <a:pt x="57" y="67"/>
                    <a:pt x="65" y="54"/>
                    <a:pt x="65" y="39"/>
                  </a:cubicBezTo>
                  <a:cubicBezTo>
                    <a:pt x="65" y="25"/>
                    <a:pt x="59" y="14"/>
                    <a:pt x="47" y="14"/>
                  </a:cubicBezTo>
                  <a:cubicBezTo>
                    <a:pt x="34" y="14"/>
                    <a:pt x="27" y="25"/>
                    <a:pt x="27" y="42"/>
                  </a:cubicBezTo>
                  <a:lnTo>
                    <a:pt x="27" y="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sp>
        <p:nvSpPr>
          <p:cNvPr id="649" name="Rektangel 648">
            <a:extLst>
              <a:ext uri="{FF2B5EF4-FFF2-40B4-BE49-F238E27FC236}">
                <a16:creationId xmlns:a16="http://schemas.microsoft.com/office/drawing/2014/main" id="{3776DD82-773B-4232-9E1A-7A55BB883AF2}"/>
              </a:ext>
            </a:extLst>
          </p:cNvPr>
          <p:cNvSpPr/>
          <p:nvPr userDrawn="1"/>
        </p:nvSpPr>
        <p:spPr>
          <a:xfrm>
            <a:off x="18032121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bg1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12554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cksida, Beijer, GEDB, mö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" name="Bildobjekt 705" descr="En bild som visar elektronik, stereo, dator&#10;&#10;Automatiskt genererad beskrivning">
            <a:extLst>
              <a:ext uri="{FF2B5EF4-FFF2-40B4-BE49-F238E27FC236}">
                <a16:creationId xmlns:a16="http://schemas.microsoft.com/office/drawing/2014/main" id="{5F20E471-6AC6-4121-9182-B7331AB802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9"/>
          <a:stretch/>
        </p:blipFill>
        <p:spPr>
          <a:xfrm>
            <a:off x="0" y="0"/>
            <a:ext cx="24382413" cy="13716000"/>
          </a:xfrm>
          <a:prstGeom prst="rect">
            <a:avLst/>
          </a:prstGeom>
        </p:spPr>
      </p:pic>
      <p:sp>
        <p:nvSpPr>
          <p:cNvPr id="6" name="Platshållare för text 4">
            <a:extLst>
              <a:ext uri="{FF2B5EF4-FFF2-40B4-BE49-F238E27FC236}">
                <a16:creationId xmlns:a16="http://schemas.microsoft.com/office/drawing/2014/main" id="{2CDF3623-1094-4F63-8E03-C9F6F5C10D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87349" y="440803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sz="2700" spc="100" baseline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en-US"/>
              <a:t>Speaker Name</a:t>
            </a:r>
            <a:endParaRPr lang="sv-SE"/>
          </a:p>
        </p:txBody>
      </p:sp>
      <p:sp>
        <p:nvSpPr>
          <p:cNvPr id="667" name="Platshållare för text 4">
            <a:extLst>
              <a:ext uri="{FF2B5EF4-FFF2-40B4-BE49-F238E27FC236}">
                <a16:creationId xmlns:a16="http://schemas.microsoft.com/office/drawing/2014/main" id="{FCF10188-0B8E-47EF-BA53-60DE21E7D4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87349" y="5034779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(Title)</a:t>
            </a:r>
            <a:endParaRPr lang="sv-SE"/>
          </a:p>
        </p:txBody>
      </p:sp>
      <p:sp>
        <p:nvSpPr>
          <p:cNvPr id="668" name="Platshållare för text 4">
            <a:extLst>
              <a:ext uri="{FF2B5EF4-FFF2-40B4-BE49-F238E27FC236}">
                <a16:creationId xmlns:a16="http://schemas.microsoft.com/office/drawing/2014/main" id="{5E19DDAA-A415-4EF7-8334-5C79C70F7C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87349" y="5633864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speaker.name@beijer.kva.se</a:t>
            </a:r>
            <a:endParaRPr lang="sv-SE"/>
          </a:p>
        </p:txBody>
      </p:sp>
      <p:sp>
        <p:nvSpPr>
          <p:cNvPr id="669" name="Platshållare för text 4">
            <a:extLst>
              <a:ext uri="{FF2B5EF4-FFF2-40B4-BE49-F238E27FC236}">
                <a16:creationId xmlns:a16="http://schemas.microsoft.com/office/drawing/2014/main" id="{05EC9D4E-E8AA-430F-9011-4FAFFF603A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187349" y="6245932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@speaker.name</a:t>
            </a:r>
            <a:endParaRPr lang="sv-SE"/>
          </a:p>
        </p:txBody>
      </p:sp>
      <p:sp>
        <p:nvSpPr>
          <p:cNvPr id="670" name="Platshållare för text 4">
            <a:extLst>
              <a:ext uri="{FF2B5EF4-FFF2-40B4-BE49-F238E27FC236}">
                <a16:creationId xmlns:a16="http://schemas.microsoft.com/office/drawing/2014/main" id="{ABB43667-0D94-4FB9-8A61-98A38D23C4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87349" y="6858000"/>
            <a:ext cx="9716179" cy="637495"/>
          </a:xfrm>
        </p:spPr>
        <p:txBody>
          <a:bodyPr/>
          <a:lstStyle>
            <a:lvl1pPr marL="0" indent="0">
              <a:lnSpc>
                <a:spcPts val="4800"/>
              </a:lnSpc>
              <a:buFontTx/>
              <a:buNone/>
              <a:defRPr lang="sv-SE" sz="2700" b="0" i="0" u="none" strike="noStrike" baseline="0" smtClean="0"/>
            </a:lvl1pPr>
            <a:lvl2pPr marL="0" indent="0">
              <a:buFontTx/>
              <a:buNone/>
              <a:defRPr sz="2700"/>
            </a:lvl2pPr>
            <a:lvl3pPr marL="0" indent="0">
              <a:buFontTx/>
              <a:buNone/>
              <a:defRPr sz="2700"/>
            </a:lvl3pPr>
            <a:lvl4pPr marL="0" indent="0">
              <a:buFontTx/>
              <a:buNone/>
              <a:defRPr sz="2700"/>
            </a:lvl4pPr>
            <a:lvl5pPr marL="0" indent="0">
              <a:buFontTx/>
              <a:buNone/>
              <a:defRPr sz="2700"/>
            </a:lvl5pPr>
          </a:lstStyle>
          <a:p>
            <a:pPr lvl="0"/>
            <a:r>
              <a:rPr lang="sv-SE" sz="2700" b="0" i="0" u="none" strike="noStrike" baseline="0">
                <a:latin typeface="ArialMT"/>
              </a:rPr>
              <a:t>Google Scholar ID</a:t>
            </a:r>
            <a:endParaRPr lang="sv-SE"/>
          </a:p>
        </p:txBody>
      </p:sp>
      <p:sp>
        <p:nvSpPr>
          <p:cNvPr id="666" name="Platshållare för bild 2">
            <a:extLst>
              <a:ext uri="{FF2B5EF4-FFF2-40B4-BE49-F238E27FC236}">
                <a16:creationId xmlns:a16="http://schemas.microsoft.com/office/drawing/2014/main" id="{FA3DF9FB-D3F7-4C7D-B536-B3F748D3B96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171700" y="8039100"/>
            <a:ext cx="1905000" cy="1905000"/>
          </a:xfrm>
        </p:spPr>
        <p:txBody>
          <a:bodyPr/>
          <a:lstStyle>
            <a:lvl1pPr marL="0" indent="0" algn="ctr">
              <a:buFontTx/>
              <a:buNone/>
              <a:defRPr sz="2400"/>
            </a:lvl1pPr>
          </a:lstStyle>
          <a:p>
            <a:r>
              <a:rPr lang="sv-SE"/>
              <a:t>QR kod</a:t>
            </a:r>
          </a:p>
        </p:txBody>
      </p:sp>
      <p:sp>
        <p:nvSpPr>
          <p:cNvPr id="13" name="Platshållare för text 2">
            <a:extLst>
              <a:ext uri="{FF2B5EF4-FFF2-40B4-BE49-F238E27FC236}">
                <a16:creationId xmlns:a16="http://schemas.microsoft.com/office/drawing/2014/main" id="{6C1FDDF8-EB9E-4824-BD15-7166448A39C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152650" y="1771650"/>
            <a:ext cx="16954500" cy="1924050"/>
          </a:xfrm>
        </p:spPr>
        <p:txBody>
          <a:bodyPr anchor="b"/>
          <a:lstStyle>
            <a:lvl1pPr marL="0" indent="0">
              <a:buFontTx/>
              <a:buNone/>
              <a:defRPr sz="9800">
                <a:solidFill>
                  <a:schemeClr val="accent5"/>
                </a:solidFill>
                <a:latin typeface="+mj-lt"/>
              </a:defRPr>
            </a:lvl1pPr>
          </a:lstStyle>
          <a:p>
            <a:pPr lvl="0"/>
            <a:r>
              <a:rPr lang="sv-SE"/>
              <a:t>Tack text</a:t>
            </a:r>
          </a:p>
        </p:txBody>
      </p:sp>
      <p:grpSp>
        <p:nvGrpSpPr>
          <p:cNvPr id="14" name="Grupp 13">
            <a:extLst>
              <a:ext uri="{FF2B5EF4-FFF2-40B4-BE49-F238E27FC236}">
                <a16:creationId xmlns:a16="http://schemas.microsoft.com/office/drawing/2014/main" id="{5C886FBF-193D-487E-B684-2172F956FE92}"/>
              </a:ext>
            </a:extLst>
          </p:cNvPr>
          <p:cNvGrpSpPr/>
          <p:nvPr userDrawn="1"/>
        </p:nvGrpSpPr>
        <p:grpSpPr>
          <a:xfrm>
            <a:off x="2216151" y="11869738"/>
            <a:ext cx="4795838" cy="1100138"/>
            <a:chOff x="2216151" y="11869738"/>
            <a:chExt cx="4795838" cy="1100138"/>
          </a:xfrm>
          <a:solidFill>
            <a:srgbClr val="F9F2E8"/>
          </a:solidFill>
        </p:grpSpPr>
        <p:grpSp>
          <p:nvGrpSpPr>
            <p:cNvPr id="15" name="Group 205">
              <a:extLst>
                <a:ext uri="{FF2B5EF4-FFF2-40B4-BE49-F238E27FC236}">
                  <a16:creationId xmlns:a16="http://schemas.microsoft.com/office/drawing/2014/main" id="{5572E23E-75FC-42D1-B5C1-D7891F4223AB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2216151" y="11869738"/>
              <a:ext cx="4795838" cy="1100138"/>
              <a:chOff x="1396" y="7477"/>
              <a:chExt cx="3021" cy="693"/>
            </a:xfrm>
            <a:grpFill/>
          </p:grpSpPr>
          <p:sp>
            <p:nvSpPr>
              <p:cNvPr id="317" name="Rectangle 5">
                <a:extLst>
                  <a:ext uri="{FF2B5EF4-FFF2-40B4-BE49-F238E27FC236}">
                    <a16:creationId xmlns:a16="http://schemas.microsoft.com/office/drawing/2014/main" id="{7E51BF57-42C6-414A-8BB1-963D076F50F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664" y="7477"/>
                <a:ext cx="5" cy="69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8" name="Rectangle 6">
                <a:extLst>
                  <a:ext uri="{FF2B5EF4-FFF2-40B4-BE49-F238E27FC236}">
                    <a16:creationId xmlns:a16="http://schemas.microsoft.com/office/drawing/2014/main" id="{905729D2-8BE7-4CF8-8222-6FF039E07D1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4394" y="7791"/>
                <a:ext cx="23" cy="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9" name="Freeform 7">
                <a:extLst>
                  <a:ext uri="{FF2B5EF4-FFF2-40B4-BE49-F238E27FC236}">
                    <a16:creationId xmlns:a16="http://schemas.microsoft.com/office/drawing/2014/main" id="{7BEFCE03-E685-4FFB-AE82-C9369633E89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91" y="7547"/>
                <a:ext cx="101" cy="117"/>
              </a:xfrm>
              <a:custGeom>
                <a:avLst/>
                <a:gdLst>
                  <a:gd name="T0" fmla="*/ 58 w 136"/>
                  <a:gd name="T1" fmla="*/ 153 h 157"/>
                  <a:gd name="T2" fmla="*/ 39 w 136"/>
                  <a:gd name="T3" fmla="*/ 133 h 157"/>
                  <a:gd name="T4" fmla="*/ 39 w 136"/>
                  <a:gd name="T5" fmla="*/ 78 h 157"/>
                  <a:gd name="T6" fmla="*/ 39 w 136"/>
                  <a:gd name="T7" fmla="*/ 78 h 157"/>
                  <a:gd name="T8" fmla="*/ 81 w 136"/>
                  <a:gd name="T9" fmla="*/ 134 h 157"/>
                  <a:gd name="T10" fmla="*/ 89 w 136"/>
                  <a:gd name="T11" fmla="*/ 147 h 157"/>
                  <a:gd name="T12" fmla="*/ 76 w 136"/>
                  <a:gd name="T13" fmla="*/ 153 h 157"/>
                  <a:gd name="T14" fmla="*/ 76 w 136"/>
                  <a:gd name="T15" fmla="*/ 157 h 157"/>
                  <a:gd name="T16" fmla="*/ 136 w 136"/>
                  <a:gd name="T17" fmla="*/ 157 h 157"/>
                  <a:gd name="T18" fmla="*/ 136 w 136"/>
                  <a:gd name="T19" fmla="*/ 153 h 157"/>
                  <a:gd name="T20" fmla="*/ 100 w 136"/>
                  <a:gd name="T21" fmla="*/ 128 h 157"/>
                  <a:gd name="T22" fmla="*/ 54 w 136"/>
                  <a:gd name="T23" fmla="*/ 69 h 157"/>
                  <a:gd name="T24" fmla="*/ 95 w 136"/>
                  <a:gd name="T25" fmla="*/ 21 h 157"/>
                  <a:gd name="T26" fmla="*/ 127 w 136"/>
                  <a:gd name="T27" fmla="*/ 4 h 157"/>
                  <a:gd name="T28" fmla="*/ 127 w 136"/>
                  <a:gd name="T29" fmla="*/ 0 h 157"/>
                  <a:gd name="T30" fmla="*/ 75 w 136"/>
                  <a:gd name="T31" fmla="*/ 0 h 157"/>
                  <a:gd name="T32" fmla="*/ 75 w 136"/>
                  <a:gd name="T33" fmla="*/ 4 h 157"/>
                  <a:gd name="T34" fmla="*/ 88 w 136"/>
                  <a:gd name="T35" fmla="*/ 10 h 157"/>
                  <a:gd name="T36" fmla="*/ 83 w 136"/>
                  <a:gd name="T37" fmla="*/ 19 h 157"/>
                  <a:gd name="T38" fmla="*/ 39 w 136"/>
                  <a:gd name="T39" fmla="*/ 71 h 157"/>
                  <a:gd name="T40" fmla="*/ 39 w 136"/>
                  <a:gd name="T41" fmla="*/ 24 h 157"/>
                  <a:gd name="T42" fmla="*/ 58 w 136"/>
                  <a:gd name="T43" fmla="*/ 4 h 157"/>
                  <a:gd name="T44" fmla="*/ 58 w 136"/>
                  <a:gd name="T45" fmla="*/ 0 h 157"/>
                  <a:gd name="T46" fmla="*/ 0 w 136"/>
                  <a:gd name="T47" fmla="*/ 0 h 157"/>
                  <a:gd name="T48" fmla="*/ 0 w 136"/>
                  <a:gd name="T49" fmla="*/ 4 h 157"/>
                  <a:gd name="T50" fmla="*/ 19 w 136"/>
                  <a:gd name="T51" fmla="*/ 24 h 157"/>
                  <a:gd name="T52" fmla="*/ 19 w 136"/>
                  <a:gd name="T53" fmla="*/ 133 h 157"/>
                  <a:gd name="T54" fmla="*/ 0 w 136"/>
                  <a:gd name="T55" fmla="*/ 153 h 157"/>
                  <a:gd name="T56" fmla="*/ 0 w 136"/>
                  <a:gd name="T57" fmla="*/ 157 h 157"/>
                  <a:gd name="T58" fmla="*/ 58 w 136"/>
                  <a:gd name="T59" fmla="*/ 157 h 157"/>
                  <a:gd name="T60" fmla="*/ 58 w 136"/>
                  <a:gd name="T61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7">
                    <a:moveTo>
                      <a:pt x="58" y="153"/>
                    </a:moveTo>
                    <a:cubicBezTo>
                      <a:pt x="46" y="153"/>
                      <a:pt x="39" y="151"/>
                      <a:pt x="39" y="13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0"/>
                      <a:pt x="89" y="144"/>
                      <a:pt x="89" y="147"/>
                    </a:cubicBezTo>
                    <a:cubicBezTo>
                      <a:pt x="89" y="151"/>
                      <a:pt x="85" y="153"/>
                      <a:pt x="76" y="153"/>
                    </a:cubicBezTo>
                    <a:cubicBezTo>
                      <a:pt x="76" y="157"/>
                      <a:pt x="76" y="157"/>
                      <a:pt x="76" y="157"/>
                    </a:cubicBezTo>
                    <a:cubicBezTo>
                      <a:pt x="136" y="157"/>
                      <a:pt x="136" y="157"/>
                      <a:pt x="136" y="157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1"/>
                      <a:pt x="100" y="12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7"/>
                      <a:pt x="115" y="4"/>
                      <a:pt x="127" y="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84" y="4"/>
                      <a:pt x="88" y="6"/>
                      <a:pt x="88" y="10"/>
                    </a:cubicBezTo>
                    <a:cubicBezTo>
                      <a:pt x="88" y="12"/>
                      <a:pt x="85" y="16"/>
                      <a:pt x="83" y="19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8" y="157"/>
                      <a:pt x="58" y="157"/>
                      <a:pt x="58" y="157"/>
                    </a:cubicBezTo>
                    <a:lnTo>
                      <a:pt x="58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0" name="Freeform 8">
                <a:extLst>
                  <a:ext uri="{FF2B5EF4-FFF2-40B4-BE49-F238E27FC236}">
                    <a16:creationId xmlns:a16="http://schemas.microsoft.com/office/drawing/2014/main" id="{E55E3824-49B5-4B60-869B-B67B1A12AEA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9" y="7547"/>
                <a:ext cx="105" cy="119"/>
              </a:xfrm>
              <a:custGeom>
                <a:avLst/>
                <a:gdLst>
                  <a:gd name="T0" fmla="*/ 19 w 142"/>
                  <a:gd name="T1" fmla="*/ 24 h 160"/>
                  <a:gd name="T2" fmla="*/ 19 w 142"/>
                  <a:gd name="T3" fmla="*/ 103 h 160"/>
                  <a:gd name="T4" fmla="*/ 72 w 142"/>
                  <a:gd name="T5" fmla="*/ 160 h 160"/>
                  <a:gd name="T6" fmla="*/ 122 w 142"/>
                  <a:gd name="T7" fmla="*/ 103 h 160"/>
                  <a:gd name="T8" fmla="*/ 122 w 142"/>
                  <a:gd name="T9" fmla="*/ 24 h 160"/>
                  <a:gd name="T10" fmla="*/ 142 w 142"/>
                  <a:gd name="T11" fmla="*/ 4 h 160"/>
                  <a:gd name="T12" fmla="*/ 142 w 142"/>
                  <a:gd name="T13" fmla="*/ 0 h 160"/>
                  <a:gd name="T14" fmla="*/ 90 w 142"/>
                  <a:gd name="T15" fmla="*/ 0 h 160"/>
                  <a:gd name="T16" fmla="*/ 90 w 142"/>
                  <a:gd name="T17" fmla="*/ 4 h 160"/>
                  <a:gd name="T18" fmla="*/ 110 w 142"/>
                  <a:gd name="T19" fmla="*/ 24 h 160"/>
                  <a:gd name="T20" fmla="*/ 110 w 142"/>
                  <a:gd name="T21" fmla="*/ 103 h 160"/>
                  <a:gd name="T22" fmla="*/ 73 w 142"/>
                  <a:gd name="T23" fmla="*/ 150 h 160"/>
                  <a:gd name="T24" fmla="*/ 39 w 142"/>
                  <a:gd name="T25" fmla="*/ 103 h 160"/>
                  <a:gd name="T26" fmla="*/ 39 w 142"/>
                  <a:gd name="T27" fmla="*/ 24 h 160"/>
                  <a:gd name="T28" fmla="*/ 58 w 142"/>
                  <a:gd name="T29" fmla="*/ 4 h 160"/>
                  <a:gd name="T30" fmla="*/ 58 w 142"/>
                  <a:gd name="T31" fmla="*/ 0 h 160"/>
                  <a:gd name="T32" fmla="*/ 0 w 142"/>
                  <a:gd name="T33" fmla="*/ 0 h 160"/>
                  <a:gd name="T34" fmla="*/ 0 w 142"/>
                  <a:gd name="T35" fmla="*/ 4 h 160"/>
                  <a:gd name="T36" fmla="*/ 19 w 142"/>
                  <a:gd name="T37" fmla="*/ 2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60">
                    <a:moveTo>
                      <a:pt x="19" y="24"/>
                    </a:moveTo>
                    <a:cubicBezTo>
                      <a:pt x="19" y="103"/>
                      <a:pt x="19" y="103"/>
                      <a:pt x="19" y="103"/>
                    </a:cubicBezTo>
                    <a:cubicBezTo>
                      <a:pt x="19" y="136"/>
                      <a:pt x="26" y="160"/>
                      <a:pt x="72" y="160"/>
                    </a:cubicBezTo>
                    <a:cubicBezTo>
                      <a:pt x="118" y="160"/>
                      <a:pt x="122" y="135"/>
                      <a:pt x="122" y="10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4"/>
                      <a:pt x="142" y="4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10" y="6"/>
                      <a:pt x="110" y="24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0" y="131"/>
                      <a:pt x="105" y="150"/>
                      <a:pt x="73" y="150"/>
                    </a:cubicBezTo>
                    <a:cubicBezTo>
                      <a:pt x="44" y="150"/>
                      <a:pt x="39" y="127"/>
                      <a:pt x="39" y="10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1" name="Freeform 9">
                <a:extLst>
                  <a:ext uri="{FF2B5EF4-FFF2-40B4-BE49-F238E27FC236}">
                    <a16:creationId xmlns:a16="http://schemas.microsoft.com/office/drawing/2014/main" id="{BBD9B95D-2F6E-41D5-A636-09F8F207117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6" y="7547"/>
                <a:ext cx="105" cy="117"/>
              </a:xfrm>
              <a:custGeom>
                <a:avLst/>
                <a:gdLst>
                  <a:gd name="T0" fmla="*/ 51 w 141"/>
                  <a:gd name="T1" fmla="*/ 153 h 157"/>
                  <a:gd name="T2" fmla="*/ 32 w 141"/>
                  <a:gd name="T3" fmla="*/ 133 h 157"/>
                  <a:gd name="T4" fmla="*/ 32 w 141"/>
                  <a:gd name="T5" fmla="*/ 21 h 157"/>
                  <a:gd name="T6" fmla="*/ 32 w 141"/>
                  <a:gd name="T7" fmla="*/ 21 h 157"/>
                  <a:gd name="T8" fmla="*/ 105 w 141"/>
                  <a:gd name="T9" fmla="*/ 157 h 157"/>
                  <a:gd name="T10" fmla="*/ 121 w 141"/>
                  <a:gd name="T11" fmla="*/ 157 h 157"/>
                  <a:gd name="T12" fmla="*/ 121 w 141"/>
                  <a:gd name="T13" fmla="*/ 24 h 157"/>
                  <a:gd name="T14" fmla="*/ 141 w 141"/>
                  <a:gd name="T15" fmla="*/ 4 h 157"/>
                  <a:gd name="T16" fmla="*/ 141 w 141"/>
                  <a:gd name="T17" fmla="*/ 0 h 157"/>
                  <a:gd name="T18" fmla="*/ 90 w 141"/>
                  <a:gd name="T19" fmla="*/ 0 h 157"/>
                  <a:gd name="T20" fmla="*/ 90 w 141"/>
                  <a:gd name="T21" fmla="*/ 4 h 157"/>
                  <a:gd name="T22" fmla="*/ 109 w 141"/>
                  <a:gd name="T23" fmla="*/ 24 h 157"/>
                  <a:gd name="T24" fmla="*/ 109 w 141"/>
                  <a:gd name="T25" fmla="*/ 127 h 157"/>
                  <a:gd name="T26" fmla="*/ 108 w 141"/>
                  <a:gd name="T27" fmla="*/ 127 h 157"/>
                  <a:gd name="T28" fmla="*/ 40 w 141"/>
                  <a:gd name="T29" fmla="*/ 0 h 157"/>
                  <a:gd name="T30" fmla="*/ 0 w 141"/>
                  <a:gd name="T31" fmla="*/ 0 h 157"/>
                  <a:gd name="T32" fmla="*/ 0 w 141"/>
                  <a:gd name="T33" fmla="*/ 4 h 157"/>
                  <a:gd name="T34" fmla="*/ 19 w 141"/>
                  <a:gd name="T35" fmla="*/ 24 h 157"/>
                  <a:gd name="T36" fmla="*/ 19 w 141"/>
                  <a:gd name="T37" fmla="*/ 133 h 157"/>
                  <a:gd name="T38" fmla="*/ 0 w 141"/>
                  <a:gd name="T39" fmla="*/ 153 h 157"/>
                  <a:gd name="T40" fmla="*/ 0 w 141"/>
                  <a:gd name="T41" fmla="*/ 157 h 157"/>
                  <a:gd name="T42" fmla="*/ 51 w 141"/>
                  <a:gd name="T43" fmla="*/ 157 h 157"/>
                  <a:gd name="T44" fmla="*/ 51 w 141"/>
                  <a:gd name="T45" fmla="*/ 15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7">
                    <a:moveTo>
                      <a:pt x="51" y="153"/>
                    </a:moveTo>
                    <a:cubicBezTo>
                      <a:pt x="39" y="153"/>
                      <a:pt x="32" y="151"/>
                      <a:pt x="32" y="133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105" y="157"/>
                      <a:pt x="105" y="157"/>
                      <a:pt x="105" y="157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1" y="6"/>
                      <a:pt x="128" y="4"/>
                      <a:pt x="141" y="4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102" y="4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8" y="127"/>
                      <a:pt x="108" y="127"/>
                      <a:pt x="108" y="1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51" y="157"/>
                      <a:pt x="51" y="157"/>
                      <a:pt x="51" y="157"/>
                    </a:cubicBezTo>
                    <a:lnTo>
                      <a:pt x="51" y="1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2" name="Freeform 10">
                <a:extLst>
                  <a:ext uri="{FF2B5EF4-FFF2-40B4-BE49-F238E27FC236}">
                    <a16:creationId xmlns:a16="http://schemas.microsoft.com/office/drawing/2014/main" id="{1D530718-0982-4F5D-AA69-B0386E5438B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40" y="7544"/>
                <a:ext cx="97" cy="122"/>
              </a:xfrm>
              <a:custGeom>
                <a:avLst/>
                <a:gdLst>
                  <a:gd name="T0" fmla="*/ 69 w 129"/>
                  <a:gd name="T1" fmla="*/ 163 h 163"/>
                  <a:gd name="T2" fmla="*/ 111 w 129"/>
                  <a:gd name="T3" fmla="*/ 156 h 163"/>
                  <a:gd name="T4" fmla="*/ 111 w 129"/>
                  <a:gd name="T5" fmla="*/ 97 h 163"/>
                  <a:gd name="T6" fmla="*/ 129 w 129"/>
                  <a:gd name="T7" fmla="*/ 78 h 163"/>
                  <a:gd name="T8" fmla="*/ 129 w 129"/>
                  <a:gd name="T9" fmla="*/ 73 h 163"/>
                  <a:gd name="T10" fmla="*/ 72 w 129"/>
                  <a:gd name="T11" fmla="*/ 73 h 163"/>
                  <a:gd name="T12" fmla="*/ 72 w 129"/>
                  <a:gd name="T13" fmla="*/ 78 h 163"/>
                  <a:gd name="T14" fmla="*/ 91 w 129"/>
                  <a:gd name="T15" fmla="*/ 97 h 163"/>
                  <a:gd name="T16" fmla="*/ 91 w 129"/>
                  <a:gd name="T17" fmla="*/ 150 h 163"/>
                  <a:gd name="T18" fmla="*/ 73 w 129"/>
                  <a:gd name="T19" fmla="*/ 152 h 163"/>
                  <a:gd name="T20" fmla="*/ 22 w 129"/>
                  <a:gd name="T21" fmla="*/ 74 h 163"/>
                  <a:gd name="T22" fmla="*/ 62 w 129"/>
                  <a:gd name="T23" fmla="*/ 10 h 163"/>
                  <a:gd name="T24" fmla="*/ 104 w 129"/>
                  <a:gd name="T25" fmla="*/ 44 h 163"/>
                  <a:gd name="T26" fmla="*/ 110 w 129"/>
                  <a:gd name="T27" fmla="*/ 44 h 163"/>
                  <a:gd name="T28" fmla="*/ 108 w 129"/>
                  <a:gd name="T29" fmla="*/ 7 h 163"/>
                  <a:gd name="T30" fmla="*/ 65 w 129"/>
                  <a:gd name="T31" fmla="*/ 0 h 163"/>
                  <a:gd name="T32" fmla="*/ 0 w 129"/>
                  <a:gd name="T33" fmla="*/ 77 h 163"/>
                  <a:gd name="T34" fmla="*/ 69 w 129"/>
                  <a:gd name="T3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163">
                    <a:moveTo>
                      <a:pt x="69" y="163"/>
                    </a:moveTo>
                    <a:cubicBezTo>
                      <a:pt x="88" y="163"/>
                      <a:pt x="101" y="159"/>
                      <a:pt x="111" y="156"/>
                    </a:cubicBezTo>
                    <a:cubicBezTo>
                      <a:pt x="111" y="97"/>
                      <a:pt x="111" y="97"/>
                      <a:pt x="111" y="97"/>
                    </a:cubicBezTo>
                    <a:cubicBezTo>
                      <a:pt x="111" y="79"/>
                      <a:pt x="118" y="78"/>
                      <a:pt x="129" y="78"/>
                    </a:cubicBezTo>
                    <a:cubicBezTo>
                      <a:pt x="129" y="73"/>
                      <a:pt x="129" y="73"/>
                      <a:pt x="129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83" y="78"/>
                      <a:pt x="91" y="79"/>
                      <a:pt x="91" y="97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87" y="151"/>
                      <a:pt x="83" y="152"/>
                      <a:pt x="73" y="152"/>
                    </a:cubicBezTo>
                    <a:cubicBezTo>
                      <a:pt x="27" y="152"/>
                      <a:pt x="22" y="104"/>
                      <a:pt x="22" y="74"/>
                    </a:cubicBezTo>
                    <a:cubicBezTo>
                      <a:pt x="22" y="46"/>
                      <a:pt x="24" y="10"/>
                      <a:pt x="62" y="10"/>
                    </a:cubicBezTo>
                    <a:cubicBezTo>
                      <a:pt x="93" y="10"/>
                      <a:pt x="102" y="30"/>
                      <a:pt x="104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97" y="4"/>
                      <a:pt x="83" y="0"/>
                      <a:pt x="65" y="0"/>
                    </a:cubicBezTo>
                    <a:cubicBezTo>
                      <a:pt x="14" y="0"/>
                      <a:pt x="0" y="27"/>
                      <a:pt x="0" y="77"/>
                    </a:cubicBezTo>
                    <a:cubicBezTo>
                      <a:pt x="0" y="132"/>
                      <a:pt x="23" y="163"/>
                      <a:pt x="69" y="1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3" name="Freeform 11">
                <a:extLst>
                  <a:ext uri="{FF2B5EF4-FFF2-40B4-BE49-F238E27FC236}">
                    <a16:creationId xmlns:a16="http://schemas.microsoft.com/office/drawing/2014/main" id="{E77CB243-8C5B-4D0F-9ECF-9D5D3A0B798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2" y="7547"/>
                <a:ext cx="75" cy="117"/>
              </a:xfrm>
              <a:custGeom>
                <a:avLst/>
                <a:gdLst>
                  <a:gd name="T0" fmla="*/ 100 w 100"/>
                  <a:gd name="T1" fmla="*/ 123 h 157"/>
                  <a:gd name="T2" fmla="*/ 95 w 100"/>
                  <a:gd name="T3" fmla="*/ 123 h 157"/>
                  <a:gd name="T4" fmla="*/ 68 w 100"/>
                  <a:gd name="T5" fmla="*/ 148 h 157"/>
                  <a:gd name="T6" fmla="*/ 54 w 100"/>
                  <a:gd name="T7" fmla="*/ 148 h 157"/>
                  <a:gd name="T8" fmla="*/ 39 w 100"/>
                  <a:gd name="T9" fmla="*/ 133 h 157"/>
                  <a:gd name="T10" fmla="*/ 39 w 100"/>
                  <a:gd name="T11" fmla="*/ 24 h 157"/>
                  <a:gd name="T12" fmla="*/ 58 w 100"/>
                  <a:gd name="T13" fmla="*/ 4 h 157"/>
                  <a:gd name="T14" fmla="*/ 58 w 100"/>
                  <a:gd name="T15" fmla="*/ 0 h 157"/>
                  <a:gd name="T16" fmla="*/ 0 w 100"/>
                  <a:gd name="T17" fmla="*/ 0 h 157"/>
                  <a:gd name="T18" fmla="*/ 0 w 100"/>
                  <a:gd name="T19" fmla="*/ 4 h 157"/>
                  <a:gd name="T20" fmla="*/ 19 w 100"/>
                  <a:gd name="T21" fmla="*/ 24 h 157"/>
                  <a:gd name="T22" fmla="*/ 19 w 100"/>
                  <a:gd name="T23" fmla="*/ 133 h 157"/>
                  <a:gd name="T24" fmla="*/ 0 w 100"/>
                  <a:gd name="T25" fmla="*/ 153 h 157"/>
                  <a:gd name="T26" fmla="*/ 0 w 100"/>
                  <a:gd name="T27" fmla="*/ 157 h 157"/>
                  <a:gd name="T28" fmla="*/ 99 w 100"/>
                  <a:gd name="T29" fmla="*/ 157 h 157"/>
                  <a:gd name="T30" fmla="*/ 100 w 100"/>
                  <a:gd name="T31" fmla="*/ 1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157">
                    <a:moveTo>
                      <a:pt x="100" y="123"/>
                    </a:moveTo>
                    <a:cubicBezTo>
                      <a:pt x="95" y="123"/>
                      <a:pt x="95" y="123"/>
                      <a:pt x="95" y="123"/>
                    </a:cubicBezTo>
                    <a:cubicBezTo>
                      <a:pt x="91" y="141"/>
                      <a:pt x="87" y="148"/>
                      <a:pt x="68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40" y="148"/>
                      <a:pt x="39" y="147"/>
                      <a:pt x="39" y="13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6"/>
                      <a:pt x="46" y="4"/>
                      <a:pt x="58" y="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2" y="4"/>
                      <a:pt x="19" y="6"/>
                      <a:pt x="19" y="24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7"/>
                      <a:pt x="0" y="157"/>
                      <a:pt x="0" y="157"/>
                    </a:cubicBezTo>
                    <a:cubicBezTo>
                      <a:pt x="99" y="157"/>
                      <a:pt x="99" y="157"/>
                      <a:pt x="99" y="157"/>
                    </a:cubicBezTo>
                    <a:lnTo>
                      <a:pt x="100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4" name="Oval 12">
                <a:extLst>
                  <a:ext uri="{FF2B5EF4-FFF2-40B4-BE49-F238E27FC236}">
                    <a16:creationId xmlns:a16="http://schemas.microsoft.com/office/drawing/2014/main" id="{3C9EFBD1-EA68-4BBD-B257-EC1F1A391C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3943" y="7647"/>
                <a:ext cx="18" cy="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5" name="Freeform 13">
                <a:extLst>
                  <a:ext uri="{FF2B5EF4-FFF2-40B4-BE49-F238E27FC236}">
                    <a16:creationId xmlns:a16="http://schemas.microsoft.com/office/drawing/2014/main" id="{4CA72BA1-B6BF-4A46-B626-09F9472EFB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86" y="7728"/>
                <a:ext cx="115" cy="119"/>
              </a:xfrm>
              <a:custGeom>
                <a:avLst/>
                <a:gdLst>
                  <a:gd name="T0" fmla="*/ 25 w 154"/>
                  <a:gd name="T1" fmla="*/ 26 h 160"/>
                  <a:gd name="T2" fmla="*/ 71 w 154"/>
                  <a:gd name="T3" fmla="*/ 160 h 160"/>
                  <a:gd name="T4" fmla="*/ 84 w 154"/>
                  <a:gd name="T5" fmla="*/ 160 h 160"/>
                  <a:gd name="T6" fmla="*/ 129 w 154"/>
                  <a:gd name="T7" fmla="*/ 30 h 160"/>
                  <a:gd name="T8" fmla="*/ 154 w 154"/>
                  <a:gd name="T9" fmla="*/ 5 h 160"/>
                  <a:gd name="T10" fmla="*/ 154 w 154"/>
                  <a:gd name="T11" fmla="*/ 0 h 160"/>
                  <a:gd name="T12" fmla="*/ 105 w 154"/>
                  <a:gd name="T13" fmla="*/ 0 h 160"/>
                  <a:gd name="T14" fmla="*/ 105 w 154"/>
                  <a:gd name="T15" fmla="*/ 5 h 160"/>
                  <a:gd name="T16" fmla="*/ 121 w 154"/>
                  <a:gd name="T17" fmla="*/ 13 h 160"/>
                  <a:gd name="T18" fmla="*/ 118 w 154"/>
                  <a:gd name="T19" fmla="*/ 22 h 160"/>
                  <a:gd name="T20" fmla="*/ 81 w 154"/>
                  <a:gd name="T21" fmla="*/ 131 h 160"/>
                  <a:gd name="T22" fmla="*/ 46 w 154"/>
                  <a:gd name="T23" fmla="*/ 27 h 160"/>
                  <a:gd name="T24" fmla="*/ 43 w 154"/>
                  <a:gd name="T25" fmla="*/ 14 h 160"/>
                  <a:gd name="T26" fmla="*/ 58 w 154"/>
                  <a:gd name="T27" fmla="*/ 5 h 160"/>
                  <a:gd name="T28" fmla="*/ 58 w 154"/>
                  <a:gd name="T29" fmla="*/ 0 h 160"/>
                  <a:gd name="T30" fmla="*/ 0 w 154"/>
                  <a:gd name="T31" fmla="*/ 0 h 160"/>
                  <a:gd name="T32" fmla="*/ 0 w 154"/>
                  <a:gd name="T33" fmla="*/ 5 h 160"/>
                  <a:gd name="T34" fmla="*/ 25 w 154"/>
                  <a:gd name="T3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0">
                    <a:moveTo>
                      <a:pt x="25" y="26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84" y="160"/>
                      <a:pt x="84" y="160"/>
                      <a:pt x="84" y="16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4" y="15"/>
                      <a:pt x="140" y="5"/>
                      <a:pt x="154" y="5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14" y="5"/>
                      <a:pt x="121" y="6"/>
                      <a:pt x="121" y="13"/>
                    </a:cubicBezTo>
                    <a:cubicBezTo>
                      <a:pt x="121" y="15"/>
                      <a:pt x="120" y="19"/>
                      <a:pt x="118" y="22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1"/>
                      <a:pt x="43" y="18"/>
                      <a:pt x="43" y="14"/>
                    </a:cubicBezTo>
                    <a:cubicBezTo>
                      <a:pt x="43" y="8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10"/>
                      <a:pt x="25" y="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6" name="Freeform 14">
                <a:extLst>
                  <a:ext uri="{FF2B5EF4-FFF2-40B4-BE49-F238E27FC236}">
                    <a16:creationId xmlns:a16="http://schemas.microsoft.com/office/drawing/2014/main" id="{112C722C-5E6A-41CF-A5C2-28A209BF1AA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08" y="7728"/>
                <a:ext cx="78" cy="118"/>
              </a:xfrm>
              <a:custGeom>
                <a:avLst/>
                <a:gdLst>
                  <a:gd name="T0" fmla="*/ 0 w 105"/>
                  <a:gd name="T1" fmla="*/ 153 h 158"/>
                  <a:gd name="T2" fmla="*/ 0 w 105"/>
                  <a:gd name="T3" fmla="*/ 158 h 158"/>
                  <a:gd name="T4" fmla="*/ 104 w 105"/>
                  <a:gd name="T5" fmla="*/ 158 h 158"/>
                  <a:gd name="T6" fmla="*/ 105 w 105"/>
                  <a:gd name="T7" fmla="*/ 126 h 158"/>
                  <a:gd name="T8" fmla="*/ 100 w 105"/>
                  <a:gd name="T9" fmla="*/ 126 h 158"/>
                  <a:gd name="T10" fmla="*/ 73 w 105"/>
                  <a:gd name="T11" fmla="*/ 148 h 158"/>
                  <a:gd name="T12" fmla="*/ 51 w 105"/>
                  <a:gd name="T13" fmla="*/ 148 h 158"/>
                  <a:gd name="T14" fmla="*/ 39 w 105"/>
                  <a:gd name="T15" fmla="*/ 129 h 158"/>
                  <a:gd name="T16" fmla="*/ 39 w 105"/>
                  <a:gd name="T17" fmla="*/ 80 h 158"/>
                  <a:gd name="T18" fmla="*/ 68 w 105"/>
                  <a:gd name="T19" fmla="*/ 80 h 158"/>
                  <a:gd name="T20" fmla="*/ 88 w 105"/>
                  <a:gd name="T21" fmla="*/ 100 h 158"/>
                  <a:gd name="T22" fmla="*/ 93 w 105"/>
                  <a:gd name="T23" fmla="*/ 100 h 158"/>
                  <a:gd name="T24" fmla="*/ 93 w 105"/>
                  <a:gd name="T25" fmla="*/ 51 h 158"/>
                  <a:gd name="T26" fmla="*/ 88 w 105"/>
                  <a:gd name="T27" fmla="*/ 51 h 158"/>
                  <a:gd name="T28" fmla="*/ 68 w 105"/>
                  <a:gd name="T29" fmla="*/ 71 h 158"/>
                  <a:gd name="T30" fmla="*/ 39 w 105"/>
                  <a:gd name="T31" fmla="*/ 71 h 158"/>
                  <a:gd name="T32" fmla="*/ 39 w 105"/>
                  <a:gd name="T33" fmla="*/ 29 h 158"/>
                  <a:gd name="T34" fmla="*/ 51 w 105"/>
                  <a:gd name="T35" fmla="*/ 9 h 158"/>
                  <a:gd name="T36" fmla="*/ 71 w 105"/>
                  <a:gd name="T37" fmla="*/ 9 h 158"/>
                  <a:gd name="T38" fmla="*/ 97 w 105"/>
                  <a:gd name="T39" fmla="*/ 29 h 158"/>
                  <a:gd name="T40" fmla="*/ 102 w 105"/>
                  <a:gd name="T41" fmla="*/ 29 h 158"/>
                  <a:gd name="T42" fmla="*/ 101 w 105"/>
                  <a:gd name="T43" fmla="*/ 0 h 158"/>
                  <a:gd name="T44" fmla="*/ 0 w 105"/>
                  <a:gd name="T45" fmla="*/ 0 h 158"/>
                  <a:gd name="T46" fmla="*/ 0 w 105"/>
                  <a:gd name="T47" fmla="*/ 5 h 158"/>
                  <a:gd name="T48" fmla="*/ 20 w 105"/>
                  <a:gd name="T49" fmla="*/ 24 h 158"/>
                  <a:gd name="T50" fmla="*/ 20 w 105"/>
                  <a:gd name="T51" fmla="*/ 134 h 158"/>
                  <a:gd name="T52" fmla="*/ 0 w 105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6"/>
                      <a:pt x="105" y="126"/>
                      <a:pt x="105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7" name="Freeform 15">
                <a:extLst>
                  <a:ext uri="{FF2B5EF4-FFF2-40B4-BE49-F238E27FC236}">
                    <a16:creationId xmlns:a16="http://schemas.microsoft.com/office/drawing/2014/main" id="{07FEB3A3-085A-4D97-AC96-624C41D81F6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98" y="7728"/>
                <a:ext cx="84" cy="118"/>
              </a:xfrm>
              <a:custGeom>
                <a:avLst/>
                <a:gdLst>
                  <a:gd name="T0" fmla="*/ 79 w 114"/>
                  <a:gd name="T1" fmla="*/ 9 h 158"/>
                  <a:gd name="T2" fmla="*/ 108 w 114"/>
                  <a:gd name="T3" fmla="*/ 32 h 158"/>
                  <a:gd name="T4" fmla="*/ 114 w 114"/>
                  <a:gd name="T5" fmla="*/ 32 h 158"/>
                  <a:gd name="T6" fmla="*/ 112 w 114"/>
                  <a:gd name="T7" fmla="*/ 0 h 158"/>
                  <a:gd name="T8" fmla="*/ 2 w 114"/>
                  <a:gd name="T9" fmla="*/ 0 h 158"/>
                  <a:gd name="T10" fmla="*/ 0 w 114"/>
                  <a:gd name="T11" fmla="*/ 32 h 158"/>
                  <a:gd name="T12" fmla="*/ 5 w 114"/>
                  <a:gd name="T13" fmla="*/ 32 h 158"/>
                  <a:gd name="T14" fmla="*/ 34 w 114"/>
                  <a:gd name="T15" fmla="*/ 9 h 158"/>
                  <a:gd name="T16" fmla="*/ 47 w 114"/>
                  <a:gd name="T17" fmla="*/ 9 h 158"/>
                  <a:gd name="T18" fmla="*/ 47 w 114"/>
                  <a:gd name="T19" fmla="*/ 134 h 158"/>
                  <a:gd name="T20" fmla="*/ 26 w 114"/>
                  <a:gd name="T21" fmla="*/ 153 h 158"/>
                  <a:gd name="T22" fmla="*/ 26 w 114"/>
                  <a:gd name="T23" fmla="*/ 158 h 158"/>
                  <a:gd name="T24" fmla="*/ 88 w 114"/>
                  <a:gd name="T25" fmla="*/ 158 h 158"/>
                  <a:gd name="T26" fmla="*/ 88 w 114"/>
                  <a:gd name="T27" fmla="*/ 153 h 158"/>
                  <a:gd name="T28" fmla="*/ 67 w 114"/>
                  <a:gd name="T29" fmla="*/ 134 h 158"/>
                  <a:gd name="T30" fmla="*/ 67 w 114"/>
                  <a:gd name="T31" fmla="*/ 9 h 158"/>
                  <a:gd name="T32" fmla="*/ 79 w 114"/>
                  <a:gd name="T33" fmla="*/ 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58">
                    <a:moveTo>
                      <a:pt x="79" y="9"/>
                    </a:moveTo>
                    <a:cubicBezTo>
                      <a:pt x="100" y="9"/>
                      <a:pt x="107" y="17"/>
                      <a:pt x="108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9"/>
                      <a:pt x="11" y="9"/>
                      <a:pt x="34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134"/>
                      <a:pt x="47" y="134"/>
                      <a:pt x="47" y="134"/>
                    </a:cubicBezTo>
                    <a:cubicBezTo>
                      <a:pt x="47" y="151"/>
                      <a:pt x="39" y="153"/>
                      <a:pt x="26" y="153"/>
                    </a:cubicBezTo>
                    <a:cubicBezTo>
                      <a:pt x="26" y="158"/>
                      <a:pt x="26" y="158"/>
                      <a:pt x="26" y="158"/>
                    </a:cubicBezTo>
                    <a:cubicBezTo>
                      <a:pt x="88" y="158"/>
                      <a:pt x="88" y="158"/>
                      <a:pt x="88" y="158"/>
                    </a:cubicBezTo>
                    <a:cubicBezTo>
                      <a:pt x="88" y="153"/>
                      <a:pt x="88" y="153"/>
                      <a:pt x="88" y="153"/>
                    </a:cubicBezTo>
                    <a:cubicBezTo>
                      <a:pt x="75" y="153"/>
                      <a:pt x="67" y="151"/>
                      <a:pt x="67" y="134"/>
                    </a:cubicBezTo>
                    <a:cubicBezTo>
                      <a:pt x="67" y="9"/>
                      <a:pt x="67" y="9"/>
                      <a:pt x="67" y="9"/>
                    </a:cubicBezTo>
                    <a:lnTo>
                      <a:pt x="79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8" name="Freeform 16">
                <a:extLst>
                  <a:ext uri="{FF2B5EF4-FFF2-40B4-BE49-F238E27FC236}">
                    <a16:creationId xmlns:a16="http://schemas.microsoft.com/office/drawing/2014/main" id="{944E2ED3-24CA-456F-A0E3-7C109658678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92" y="7728"/>
                <a:ext cx="79" cy="118"/>
              </a:xfrm>
              <a:custGeom>
                <a:avLst/>
                <a:gdLst>
                  <a:gd name="T0" fmla="*/ 0 w 106"/>
                  <a:gd name="T1" fmla="*/ 153 h 158"/>
                  <a:gd name="T2" fmla="*/ 0 w 106"/>
                  <a:gd name="T3" fmla="*/ 158 h 158"/>
                  <a:gd name="T4" fmla="*/ 104 w 106"/>
                  <a:gd name="T5" fmla="*/ 158 h 158"/>
                  <a:gd name="T6" fmla="*/ 106 w 106"/>
                  <a:gd name="T7" fmla="*/ 126 h 158"/>
                  <a:gd name="T8" fmla="*/ 100 w 106"/>
                  <a:gd name="T9" fmla="*/ 126 h 158"/>
                  <a:gd name="T10" fmla="*/ 73 w 106"/>
                  <a:gd name="T11" fmla="*/ 148 h 158"/>
                  <a:gd name="T12" fmla="*/ 51 w 106"/>
                  <a:gd name="T13" fmla="*/ 148 h 158"/>
                  <a:gd name="T14" fmla="*/ 39 w 106"/>
                  <a:gd name="T15" fmla="*/ 129 h 158"/>
                  <a:gd name="T16" fmla="*/ 39 w 106"/>
                  <a:gd name="T17" fmla="*/ 80 h 158"/>
                  <a:gd name="T18" fmla="*/ 68 w 106"/>
                  <a:gd name="T19" fmla="*/ 80 h 158"/>
                  <a:gd name="T20" fmla="*/ 88 w 106"/>
                  <a:gd name="T21" fmla="*/ 100 h 158"/>
                  <a:gd name="T22" fmla="*/ 93 w 106"/>
                  <a:gd name="T23" fmla="*/ 100 h 158"/>
                  <a:gd name="T24" fmla="*/ 93 w 106"/>
                  <a:gd name="T25" fmla="*/ 51 h 158"/>
                  <a:gd name="T26" fmla="*/ 88 w 106"/>
                  <a:gd name="T27" fmla="*/ 51 h 158"/>
                  <a:gd name="T28" fmla="*/ 68 w 106"/>
                  <a:gd name="T29" fmla="*/ 71 h 158"/>
                  <a:gd name="T30" fmla="*/ 39 w 106"/>
                  <a:gd name="T31" fmla="*/ 71 h 158"/>
                  <a:gd name="T32" fmla="*/ 39 w 106"/>
                  <a:gd name="T33" fmla="*/ 29 h 158"/>
                  <a:gd name="T34" fmla="*/ 51 w 106"/>
                  <a:gd name="T35" fmla="*/ 9 h 158"/>
                  <a:gd name="T36" fmla="*/ 71 w 106"/>
                  <a:gd name="T37" fmla="*/ 9 h 158"/>
                  <a:gd name="T38" fmla="*/ 97 w 106"/>
                  <a:gd name="T39" fmla="*/ 29 h 158"/>
                  <a:gd name="T40" fmla="*/ 102 w 106"/>
                  <a:gd name="T41" fmla="*/ 29 h 158"/>
                  <a:gd name="T42" fmla="*/ 101 w 106"/>
                  <a:gd name="T43" fmla="*/ 0 h 158"/>
                  <a:gd name="T44" fmla="*/ 0 w 106"/>
                  <a:gd name="T45" fmla="*/ 0 h 158"/>
                  <a:gd name="T46" fmla="*/ 0 w 106"/>
                  <a:gd name="T47" fmla="*/ 5 h 158"/>
                  <a:gd name="T48" fmla="*/ 20 w 106"/>
                  <a:gd name="T49" fmla="*/ 24 h 158"/>
                  <a:gd name="T50" fmla="*/ 20 w 106"/>
                  <a:gd name="T51" fmla="*/ 134 h 158"/>
                  <a:gd name="T52" fmla="*/ 0 w 106"/>
                  <a:gd name="T5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6" h="158">
                    <a:moveTo>
                      <a:pt x="0" y="153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0" y="126"/>
                      <a:pt x="100" y="126"/>
                      <a:pt x="100" y="126"/>
                    </a:cubicBezTo>
                    <a:cubicBezTo>
                      <a:pt x="97" y="143"/>
                      <a:pt x="90" y="148"/>
                      <a:pt x="73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40" y="148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6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12"/>
                      <a:pt x="40" y="9"/>
                      <a:pt x="5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87" y="9"/>
                      <a:pt x="94" y="14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29" name="Freeform 17">
                <a:extLst>
                  <a:ext uri="{FF2B5EF4-FFF2-40B4-BE49-F238E27FC236}">
                    <a16:creationId xmlns:a16="http://schemas.microsoft.com/office/drawing/2014/main" id="{8A8CA834-E983-4358-A29E-BA3645D0B25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88" y="7728"/>
                <a:ext cx="105" cy="118"/>
              </a:xfrm>
              <a:custGeom>
                <a:avLst/>
                <a:gdLst>
                  <a:gd name="T0" fmla="*/ 33 w 141"/>
                  <a:gd name="T1" fmla="*/ 22 h 158"/>
                  <a:gd name="T2" fmla="*/ 105 w 141"/>
                  <a:gd name="T3" fmla="*/ 158 h 158"/>
                  <a:gd name="T4" fmla="*/ 122 w 141"/>
                  <a:gd name="T5" fmla="*/ 158 h 158"/>
                  <a:gd name="T6" fmla="*/ 122 w 141"/>
                  <a:gd name="T7" fmla="*/ 24 h 158"/>
                  <a:gd name="T8" fmla="*/ 141 w 141"/>
                  <a:gd name="T9" fmla="*/ 5 h 158"/>
                  <a:gd name="T10" fmla="*/ 141 w 141"/>
                  <a:gd name="T11" fmla="*/ 0 h 158"/>
                  <a:gd name="T12" fmla="*/ 90 w 141"/>
                  <a:gd name="T13" fmla="*/ 0 h 158"/>
                  <a:gd name="T14" fmla="*/ 90 w 141"/>
                  <a:gd name="T15" fmla="*/ 5 h 158"/>
                  <a:gd name="T16" fmla="*/ 109 w 141"/>
                  <a:gd name="T17" fmla="*/ 24 h 158"/>
                  <a:gd name="T18" fmla="*/ 109 w 141"/>
                  <a:gd name="T19" fmla="*/ 127 h 158"/>
                  <a:gd name="T20" fmla="*/ 109 w 141"/>
                  <a:gd name="T21" fmla="*/ 127 h 158"/>
                  <a:gd name="T22" fmla="*/ 41 w 141"/>
                  <a:gd name="T23" fmla="*/ 0 h 158"/>
                  <a:gd name="T24" fmla="*/ 0 w 141"/>
                  <a:gd name="T25" fmla="*/ 0 h 158"/>
                  <a:gd name="T26" fmla="*/ 0 w 141"/>
                  <a:gd name="T27" fmla="*/ 5 h 158"/>
                  <a:gd name="T28" fmla="*/ 20 w 141"/>
                  <a:gd name="T29" fmla="*/ 24 h 158"/>
                  <a:gd name="T30" fmla="*/ 20 w 141"/>
                  <a:gd name="T31" fmla="*/ 134 h 158"/>
                  <a:gd name="T32" fmla="*/ 0 w 141"/>
                  <a:gd name="T33" fmla="*/ 153 h 158"/>
                  <a:gd name="T34" fmla="*/ 0 w 141"/>
                  <a:gd name="T35" fmla="*/ 158 h 158"/>
                  <a:gd name="T36" fmla="*/ 52 w 141"/>
                  <a:gd name="T37" fmla="*/ 158 h 158"/>
                  <a:gd name="T38" fmla="*/ 52 w 141"/>
                  <a:gd name="T39" fmla="*/ 153 h 158"/>
                  <a:gd name="T40" fmla="*/ 32 w 141"/>
                  <a:gd name="T41" fmla="*/ 134 h 158"/>
                  <a:gd name="T42" fmla="*/ 32 w 141"/>
                  <a:gd name="T43" fmla="*/ 22 h 158"/>
                  <a:gd name="T44" fmla="*/ 33 w 141"/>
                  <a:gd name="T45" fmla="*/ 2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33" y="22"/>
                    </a:move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6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102" y="5"/>
                      <a:pt x="109" y="6"/>
                      <a:pt x="109" y="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6"/>
                      <a:pt x="20" y="2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39" y="153"/>
                      <a:pt x="32" y="151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lnTo>
                      <a:pt x="3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0" name="Freeform 18">
                <a:extLst>
                  <a:ext uri="{FF2B5EF4-FFF2-40B4-BE49-F238E27FC236}">
                    <a16:creationId xmlns:a16="http://schemas.microsoft.com/office/drawing/2014/main" id="{4690DD5C-38FB-49CE-8825-04F992ACB3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09" y="7726"/>
                <a:ext cx="70" cy="121"/>
              </a:xfrm>
              <a:custGeom>
                <a:avLst/>
                <a:gdLst>
                  <a:gd name="T0" fmla="*/ 2 w 94"/>
                  <a:gd name="T1" fmla="*/ 40 h 162"/>
                  <a:gd name="T2" fmla="*/ 16 w 94"/>
                  <a:gd name="T3" fmla="*/ 71 h 162"/>
                  <a:gd name="T4" fmla="*/ 73 w 94"/>
                  <a:gd name="T5" fmla="*/ 122 h 162"/>
                  <a:gd name="T6" fmla="*/ 41 w 94"/>
                  <a:gd name="T7" fmla="*/ 151 h 162"/>
                  <a:gd name="T8" fmla="*/ 5 w 94"/>
                  <a:gd name="T9" fmla="*/ 124 h 162"/>
                  <a:gd name="T10" fmla="*/ 0 w 94"/>
                  <a:gd name="T11" fmla="*/ 124 h 162"/>
                  <a:gd name="T12" fmla="*/ 1 w 94"/>
                  <a:gd name="T13" fmla="*/ 158 h 162"/>
                  <a:gd name="T14" fmla="*/ 39 w 94"/>
                  <a:gd name="T15" fmla="*/ 162 h 162"/>
                  <a:gd name="T16" fmla="*/ 94 w 94"/>
                  <a:gd name="T17" fmla="*/ 118 h 162"/>
                  <a:gd name="T18" fmla="*/ 65 w 94"/>
                  <a:gd name="T19" fmla="*/ 75 h 162"/>
                  <a:gd name="T20" fmla="*/ 19 w 94"/>
                  <a:gd name="T21" fmla="*/ 35 h 162"/>
                  <a:gd name="T22" fmla="*/ 47 w 94"/>
                  <a:gd name="T23" fmla="*/ 9 h 162"/>
                  <a:gd name="T24" fmla="*/ 82 w 94"/>
                  <a:gd name="T25" fmla="*/ 36 h 162"/>
                  <a:gd name="T26" fmla="*/ 87 w 94"/>
                  <a:gd name="T27" fmla="*/ 36 h 162"/>
                  <a:gd name="T28" fmla="*/ 86 w 94"/>
                  <a:gd name="T29" fmla="*/ 4 h 162"/>
                  <a:gd name="T30" fmla="*/ 51 w 94"/>
                  <a:gd name="T31" fmla="*/ 0 h 162"/>
                  <a:gd name="T32" fmla="*/ 2 w 94"/>
                  <a:gd name="T33" fmla="*/ 4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2" y="40"/>
                    </a:move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3" y="96"/>
                      <a:pt x="73" y="122"/>
                    </a:cubicBezTo>
                    <a:cubicBezTo>
                      <a:pt x="73" y="138"/>
                      <a:pt x="61" y="151"/>
                      <a:pt x="41" y="151"/>
                    </a:cubicBezTo>
                    <a:cubicBezTo>
                      <a:pt x="18" y="151"/>
                      <a:pt x="7" y="137"/>
                      <a:pt x="5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58"/>
                      <a:pt x="1" y="158"/>
                      <a:pt x="1" y="158"/>
                    </a:cubicBezTo>
                    <a:cubicBezTo>
                      <a:pt x="7" y="159"/>
                      <a:pt x="24" y="162"/>
                      <a:pt x="39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2" y="86"/>
                      <a:pt x="65" y="75"/>
                    </a:cubicBezTo>
                    <a:cubicBezTo>
                      <a:pt x="46" y="63"/>
                      <a:pt x="19" y="56"/>
                      <a:pt x="19" y="35"/>
                    </a:cubicBezTo>
                    <a:cubicBezTo>
                      <a:pt x="19" y="19"/>
                      <a:pt x="32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1" y="0"/>
                    </a:cubicBezTo>
                    <a:cubicBezTo>
                      <a:pt x="24" y="0"/>
                      <a:pt x="2" y="11"/>
                      <a:pt x="2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1" name="Freeform 19">
                <a:extLst>
                  <a:ext uri="{FF2B5EF4-FFF2-40B4-BE49-F238E27FC236}">
                    <a16:creationId xmlns:a16="http://schemas.microsoft.com/office/drawing/2014/main" id="{9607203C-0FD3-4B86-925F-AA1B96E6B4F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97" y="7726"/>
                <a:ext cx="209" cy="120"/>
              </a:xfrm>
              <a:custGeom>
                <a:avLst/>
                <a:gdLst>
                  <a:gd name="T0" fmla="*/ 224 w 282"/>
                  <a:gd name="T1" fmla="*/ 155 h 160"/>
                  <a:gd name="T2" fmla="*/ 224 w 282"/>
                  <a:gd name="T3" fmla="*/ 160 h 160"/>
                  <a:gd name="T4" fmla="*/ 282 w 282"/>
                  <a:gd name="T5" fmla="*/ 160 h 160"/>
                  <a:gd name="T6" fmla="*/ 282 w 282"/>
                  <a:gd name="T7" fmla="*/ 155 h 160"/>
                  <a:gd name="T8" fmla="*/ 256 w 282"/>
                  <a:gd name="T9" fmla="*/ 131 h 160"/>
                  <a:gd name="T10" fmla="*/ 210 w 282"/>
                  <a:gd name="T11" fmla="*/ 0 h 160"/>
                  <a:gd name="T12" fmla="*/ 198 w 282"/>
                  <a:gd name="T13" fmla="*/ 0 h 160"/>
                  <a:gd name="T14" fmla="*/ 152 w 282"/>
                  <a:gd name="T15" fmla="*/ 129 h 160"/>
                  <a:gd name="T16" fmla="*/ 131 w 282"/>
                  <a:gd name="T17" fmla="*/ 155 h 160"/>
                  <a:gd name="T18" fmla="*/ 100 w 282"/>
                  <a:gd name="T19" fmla="*/ 131 h 160"/>
                  <a:gd name="T20" fmla="*/ 54 w 282"/>
                  <a:gd name="T21" fmla="*/ 71 h 160"/>
                  <a:gd name="T22" fmla="*/ 95 w 282"/>
                  <a:gd name="T23" fmla="*/ 23 h 160"/>
                  <a:gd name="T24" fmla="*/ 127 w 282"/>
                  <a:gd name="T25" fmla="*/ 7 h 160"/>
                  <a:gd name="T26" fmla="*/ 127 w 282"/>
                  <a:gd name="T27" fmla="*/ 2 h 160"/>
                  <a:gd name="T28" fmla="*/ 75 w 282"/>
                  <a:gd name="T29" fmla="*/ 2 h 160"/>
                  <a:gd name="T30" fmla="*/ 75 w 282"/>
                  <a:gd name="T31" fmla="*/ 7 h 160"/>
                  <a:gd name="T32" fmla="*/ 88 w 282"/>
                  <a:gd name="T33" fmla="*/ 12 h 160"/>
                  <a:gd name="T34" fmla="*/ 83 w 282"/>
                  <a:gd name="T35" fmla="*/ 21 h 160"/>
                  <a:gd name="T36" fmla="*/ 39 w 282"/>
                  <a:gd name="T37" fmla="*/ 73 h 160"/>
                  <a:gd name="T38" fmla="*/ 39 w 282"/>
                  <a:gd name="T39" fmla="*/ 26 h 160"/>
                  <a:gd name="T40" fmla="*/ 58 w 282"/>
                  <a:gd name="T41" fmla="*/ 7 h 160"/>
                  <a:gd name="T42" fmla="*/ 58 w 282"/>
                  <a:gd name="T43" fmla="*/ 2 h 160"/>
                  <a:gd name="T44" fmla="*/ 0 w 282"/>
                  <a:gd name="T45" fmla="*/ 2 h 160"/>
                  <a:gd name="T46" fmla="*/ 0 w 282"/>
                  <a:gd name="T47" fmla="*/ 7 h 160"/>
                  <a:gd name="T48" fmla="*/ 19 w 282"/>
                  <a:gd name="T49" fmla="*/ 26 h 160"/>
                  <a:gd name="T50" fmla="*/ 19 w 282"/>
                  <a:gd name="T51" fmla="*/ 136 h 160"/>
                  <a:gd name="T52" fmla="*/ 0 w 282"/>
                  <a:gd name="T53" fmla="*/ 155 h 160"/>
                  <a:gd name="T54" fmla="*/ 0 w 282"/>
                  <a:gd name="T55" fmla="*/ 160 h 160"/>
                  <a:gd name="T56" fmla="*/ 58 w 282"/>
                  <a:gd name="T57" fmla="*/ 160 h 160"/>
                  <a:gd name="T58" fmla="*/ 58 w 282"/>
                  <a:gd name="T59" fmla="*/ 155 h 160"/>
                  <a:gd name="T60" fmla="*/ 39 w 282"/>
                  <a:gd name="T61" fmla="*/ 136 h 160"/>
                  <a:gd name="T62" fmla="*/ 39 w 282"/>
                  <a:gd name="T63" fmla="*/ 80 h 160"/>
                  <a:gd name="T64" fmla="*/ 39 w 282"/>
                  <a:gd name="T65" fmla="*/ 80 h 160"/>
                  <a:gd name="T66" fmla="*/ 81 w 282"/>
                  <a:gd name="T67" fmla="*/ 136 h 160"/>
                  <a:gd name="T68" fmla="*/ 89 w 282"/>
                  <a:gd name="T69" fmla="*/ 149 h 160"/>
                  <a:gd name="T70" fmla="*/ 76 w 282"/>
                  <a:gd name="T71" fmla="*/ 155 h 160"/>
                  <a:gd name="T72" fmla="*/ 76 w 282"/>
                  <a:gd name="T73" fmla="*/ 160 h 160"/>
                  <a:gd name="T74" fmla="*/ 125 w 282"/>
                  <a:gd name="T75" fmla="*/ 160 h 160"/>
                  <a:gd name="T76" fmla="*/ 136 w 282"/>
                  <a:gd name="T77" fmla="*/ 160 h 160"/>
                  <a:gd name="T78" fmla="*/ 175 w 282"/>
                  <a:gd name="T79" fmla="*/ 160 h 160"/>
                  <a:gd name="T80" fmla="*/ 175 w 282"/>
                  <a:gd name="T81" fmla="*/ 155 h 160"/>
                  <a:gd name="T82" fmla="*/ 160 w 282"/>
                  <a:gd name="T83" fmla="*/ 147 h 160"/>
                  <a:gd name="T84" fmla="*/ 162 w 282"/>
                  <a:gd name="T85" fmla="*/ 136 h 160"/>
                  <a:gd name="T86" fmla="*/ 172 w 282"/>
                  <a:gd name="T87" fmla="*/ 107 h 160"/>
                  <a:gd name="T88" fmla="*/ 227 w 282"/>
                  <a:gd name="T89" fmla="*/ 107 h 160"/>
                  <a:gd name="T90" fmla="*/ 238 w 282"/>
                  <a:gd name="T91" fmla="*/ 137 h 160"/>
                  <a:gd name="T92" fmla="*/ 240 w 282"/>
                  <a:gd name="T93" fmla="*/ 147 h 160"/>
                  <a:gd name="T94" fmla="*/ 224 w 282"/>
                  <a:gd name="T95" fmla="*/ 155 h 160"/>
                  <a:gd name="T96" fmla="*/ 175 w 282"/>
                  <a:gd name="T97" fmla="*/ 98 h 160"/>
                  <a:gd name="T98" fmla="*/ 200 w 282"/>
                  <a:gd name="T99" fmla="*/ 26 h 160"/>
                  <a:gd name="T100" fmla="*/ 224 w 282"/>
                  <a:gd name="T101" fmla="*/ 98 h 160"/>
                  <a:gd name="T102" fmla="*/ 175 w 282"/>
                  <a:gd name="T103" fmla="*/ 9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160">
                    <a:moveTo>
                      <a:pt x="224" y="155"/>
                    </a:move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82" y="160"/>
                      <a:pt x="282" y="160"/>
                      <a:pt x="282" y="160"/>
                    </a:cubicBezTo>
                    <a:cubicBezTo>
                      <a:pt x="282" y="155"/>
                      <a:pt x="282" y="155"/>
                      <a:pt x="282" y="155"/>
                    </a:cubicBezTo>
                    <a:cubicBezTo>
                      <a:pt x="267" y="155"/>
                      <a:pt x="262" y="145"/>
                      <a:pt x="256" y="13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52" y="129"/>
                      <a:pt x="152" y="129"/>
                      <a:pt x="152" y="129"/>
                    </a:cubicBezTo>
                    <a:cubicBezTo>
                      <a:pt x="146" y="145"/>
                      <a:pt x="144" y="153"/>
                      <a:pt x="131" y="155"/>
                    </a:cubicBezTo>
                    <a:cubicBezTo>
                      <a:pt x="119" y="152"/>
                      <a:pt x="109" y="142"/>
                      <a:pt x="100" y="13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106" y="10"/>
                      <a:pt x="115" y="7"/>
                      <a:pt x="127" y="7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84" y="7"/>
                      <a:pt x="88" y="9"/>
                      <a:pt x="88" y="12"/>
                    </a:cubicBezTo>
                    <a:cubicBezTo>
                      <a:pt x="88" y="14"/>
                      <a:pt x="85" y="18"/>
                      <a:pt x="83" y="21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8"/>
                      <a:pt x="46" y="7"/>
                      <a:pt x="58" y="7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7"/>
                      <a:pt x="19" y="8"/>
                      <a:pt x="19" y="2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53"/>
                      <a:pt x="12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8" y="160"/>
                      <a:pt x="58" y="160"/>
                      <a:pt x="58" y="160"/>
                    </a:cubicBezTo>
                    <a:cubicBezTo>
                      <a:pt x="58" y="155"/>
                      <a:pt x="58" y="155"/>
                      <a:pt x="58" y="155"/>
                    </a:cubicBezTo>
                    <a:cubicBezTo>
                      <a:pt x="46" y="155"/>
                      <a:pt x="39" y="153"/>
                      <a:pt x="39" y="136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81" y="136"/>
                      <a:pt x="81" y="136"/>
                      <a:pt x="81" y="136"/>
                    </a:cubicBezTo>
                    <a:cubicBezTo>
                      <a:pt x="86" y="142"/>
                      <a:pt x="89" y="147"/>
                      <a:pt x="89" y="149"/>
                    </a:cubicBezTo>
                    <a:cubicBezTo>
                      <a:pt x="89" y="153"/>
                      <a:pt x="85" y="155"/>
                      <a:pt x="76" y="155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75" y="160"/>
                      <a:pt x="175" y="160"/>
                      <a:pt x="175" y="160"/>
                    </a:cubicBezTo>
                    <a:cubicBezTo>
                      <a:pt x="175" y="155"/>
                      <a:pt x="175" y="155"/>
                      <a:pt x="175" y="155"/>
                    </a:cubicBezTo>
                    <a:cubicBezTo>
                      <a:pt x="167" y="155"/>
                      <a:pt x="160" y="154"/>
                      <a:pt x="160" y="147"/>
                    </a:cubicBezTo>
                    <a:cubicBezTo>
                      <a:pt x="160" y="144"/>
                      <a:pt x="161" y="140"/>
                      <a:pt x="162" y="136"/>
                    </a:cubicBezTo>
                    <a:cubicBezTo>
                      <a:pt x="172" y="107"/>
                      <a:pt x="172" y="107"/>
                      <a:pt x="172" y="107"/>
                    </a:cubicBezTo>
                    <a:cubicBezTo>
                      <a:pt x="227" y="107"/>
                      <a:pt x="227" y="107"/>
                      <a:pt x="227" y="107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39" y="140"/>
                      <a:pt x="240" y="144"/>
                      <a:pt x="240" y="147"/>
                    </a:cubicBezTo>
                    <a:cubicBezTo>
                      <a:pt x="240" y="153"/>
                      <a:pt x="231" y="155"/>
                      <a:pt x="224" y="155"/>
                    </a:cubicBezTo>
                    <a:moveTo>
                      <a:pt x="175" y="98"/>
                    </a:moveTo>
                    <a:cubicBezTo>
                      <a:pt x="200" y="26"/>
                      <a:pt x="200" y="26"/>
                      <a:pt x="200" y="26"/>
                    </a:cubicBezTo>
                    <a:cubicBezTo>
                      <a:pt x="224" y="98"/>
                      <a:pt x="224" y="98"/>
                      <a:pt x="224" y="98"/>
                    </a:cubicBezTo>
                    <a:lnTo>
                      <a:pt x="175" y="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2" name="Freeform 20">
                <a:extLst>
                  <a:ext uri="{FF2B5EF4-FFF2-40B4-BE49-F238E27FC236}">
                    <a16:creationId xmlns:a16="http://schemas.microsoft.com/office/drawing/2014/main" id="{A203D194-C43E-4767-B533-5437EEB0A64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209" y="7728"/>
                <a:ext cx="82" cy="118"/>
              </a:xfrm>
              <a:custGeom>
                <a:avLst/>
                <a:gdLst>
                  <a:gd name="T0" fmla="*/ 58 w 110"/>
                  <a:gd name="T1" fmla="*/ 153 h 158"/>
                  <a:gd name="T2" fmla="*/ 39 w 110"/>
                  <a:gd name="T3" fmla="*/ 134 h 158"/>
                  <a:gd name="T4" fmla="*/ 39 w 110"/>
                  <a:gd name="T5" fmla="*/ 82 h 158"/>
                  <a:gd name="T6" fmla="*/ 51 w 110"/>
                  <a:gd name="T7" fmla="*/ 82 h 158"/>
                  <a:gd name="T8" fmla="*/ 110 w 110"/>
                  <a:gd name="T9" fmla="*/ 41 h 158"/>
                  <a:gd name="T10" fmla="*/ 58 w 110"/>
                  <a:gd name="T11" fmla="*/ 0 h 158"/>
                  <a:gd name="T12" fmla="*/ 0 w 110"/>
                  <a:gd name="T13" fmla="*/ 0 h 158"/>
                  <a:gd name="T14" fmla="*/ 0 w 110"/>
                  <a:gd name="T15" fmla="*/ 5 h 158"/>
                  <a:gd name="T16" fmla="*/ 19 w 110"/>
                  <a:gd name="T17" fmla="*/ 24 h 158"/>
                  <a:gd name="T18" fmla="*/ 19 w 110"/>
                  <a:gd name="T19" fmla="*/ 134 h 158"/>
                  <a:gd name="T20" fmla="*/ 0 w 110"/>
                  <a:gd name="T21" fmla="*/ 153 h 158"/>
                  <a:gd name="T22" fmla="*/ 0 w 110"/>
                  <a:gd name="T23" fmla="*/ 158 h 158"/>
                  <a:gd name="T24" fmla="*/ 58 w 110"/>
                  <a:gd name="T25" fmla="*/ 158 h 158"/>
                  <a:gd name="T26" fmla="*/ 58 w 110"/>
                  <a:gd name="T27" fmla="*/ 153 h 158"/>
                  <a:gd name="T28" fmla="*/ 39 w 110"/>
                  <a:gd name="T29" fmla="*/ 29 h 158"/>
                  <a:gd name="T30" fmla="*/ 58 w 110"/>
                  <a:gd name="T31" fmla="*/ 9 h 158"/>
                  <a:gd name="T32" fmla="*/ 90 w 110"/>
                  <a:gd name="T33" fmla="*/ 41 h 158"/>
                  <a:gd name="T34" fmla="*/ 51 w 110"/>
                  <a:gd name="T35" fmla="*/ 72 h 158"/>
                  <a:gd name="T36" fmla="*/ 39 w 110"/>
                  <a:gd name="T37" fmla="*/ 72 h 158"/>
                  <a:gd name="T38" fmla="*/ 39 w 110"/>
                  <a:gd name="T39" fmla="*/ 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158">
                    <a:moveTo>
                      <a:pt x="58" y="153"/>
                    </a:moveTo>
                    <a:cubicBezTo>
                      <a:pt x="46" y="153"/>
                      <a:pt x="39" y="151"/>
                      <a:pt x="39" y="134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75" y="82"/>
                      <a:pt x="110" y="82"/>
                      <a:pt x="110" y="41"/>
                    </a:cubicBezTo>
                    <a:cubicBezTo>
                      <a:pt x="110" y="5"/>
                      <a:pt x="87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6"/>
                      <a:pt x="19" y="24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1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lnTo>
                      <a:pt x="58" y="153"/>
                    </a:lnTo>
                    <a:close/>
                    <a:moveTo>
                      <a:pt x="39" y="29"/>
                    </a:moveTo>
                    <a:cubicBezTo>
                      <a:pt x="39" y="10"/>
                      <a:pt x="40" y="9"/>
                      <a:pt x="58" y="9"/>
                    </a:cubicBezTo>
                    <a:cubicBezTo>
                      <a:pt x="78" y="9"/>
                      <a:pt x="90" y="18"/>
                      <a:pt x="90" y="41"/>
                    </a:cubicBezTo>
                    <a:cubicBezTo>
                      <a:pt x="90" y="68"/>
                      <a:pt x="74" y="72"/>
                      <a:pt x="51" y="72"/>
                    </a:cubicBezTo>
                    <a:cubicBezTo>
                      <a:pt x="39" y="72"/>
                      <a:pt x="39" y="72"/>
                      <a:pt x="39" y="72"/>
                    </a:cubicBezTo>
                    <a:lnTo>
                      <a:pt x="39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3" name="Freeform 21">
                <a:extLst>
                  <a:ext uri="{FF2B5EF4-FFF2-40B4-BE49-F238E27FC236}">
                    <a16:creationId xmlns:a16="http://schemas.microsoft.com/office/drawing/2014/main" id="{EA77F47B-7C24-4E5D-80D1-E7BF8BB54C6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0" y="7726"/>
                <a:ext cx="70" cy="121"/>
              </a:xfrm>
              <a:custGeom>
                <a:avLst/>
                <a:gdLst>
                  <a:gd name="T0" fmla="*/ 41 w 94"/>
                  <a:gd name="T1" fmla="*/ 151 h 162"/>
                  <a:gd name="T2" fmla="*/ 6 w 94"/>
                  <a:gd name="T3" fmla="*/ 124 h 162"/>
                  <a:gd name="T4" fmla="*/ 0 w 94"/>
                  <a:gd name="T5" fmla="*/ 124 h 162"/>
                  <a:gd name="T6" fmla="*/ 2 w 94"/>
                  <a:gd name="T7" fmla="*/ 158 h 162"/>
                  <a:gd name="T8" fmla="*/ 40 w 94"/>
                  <a:gd name="T9" fmla="*/ 162 h 162"/>
                  <a:gd name="T10" fmla="*/ 94 w 94"/>
                  <a:gd name="T11" fmla="*/ 118 h 162"/>
                  <a:gd name="T12" fmla="*/ 65 w 94"/>
                  <a:gd name="T13" fmla="*/ 75 h 162"/>
                  <a:gd name="T14" fmla="*/ 20 w 94"/>
                  <a:gd name="T15" fmla="*/ 35 h 162"/>
                  <a:gd name="T16" fmla="*/ 47 w 94"/>
                  <a:gd name="T17" fmla="*/ 9 h 162"/>
                  <a:gd name="T18" fmla="*/ 82 w 94"/>
                  <a:gd name="T19" fmla="*/ 36 h 162"/>
                  <a:gd name="T20" fmla="*/ 87 w 94"/>
                  <a:gd name="T21" fmla="*/ 36 h 162"/>
                  <a:gd name="T22" fmla="*/ 86 w 94"/>
                  <a:gd name="T23" fmla="*/ 4 h 162"/>
                  <a:gd name="T24" fmla="*/ 52 w 94"/>
                  <a:gd name="T25" fmla="*/ 0 h 162"/>
                  <a:gd name="T26" fmla="*/ 2 w 94"/>
                  <a:gd name="T27" fmla="*/ 40 h 162"/>
                  <a:gd name="T28" fmla="*/ 16 w 94"/>
                  <a:gd name="T29" fmla="*/ 71 h 162"/>
                  <a:gd name="T30" fmla="*/ 74 w 94"/>
                  <a:gd name="T31" fmla="*/ 122 h 162"/>
                  <a:gd name="T32" fmla="*/ 41 w 94"/>
                  <a:gd name="T33" fmla="*/ 15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62">
                    <a:moveTo>
                      <a:pt x="41" y="151"/>
                    </a:moveTo>
                    <a:cubicBezTo>
                      <a:pt x="18" y="151"/>
                      <a:pt x="7" y="137"/>
                      <a:pt x="6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7" y="159"/>
                      <a:pt x="25" y="162"/>
                      <a:pt x="40" y="162"/>
                    </a:cubicBezTo>
                    <a:cubicBezTo>
                      <a:pt x="70" y="162"/>
                      <a:pt x="94" y="148"/>
                      <a:pt x="94" y="118"/>
                    </a:cubicBezTo>
                    <a:cubicBezTo>
                      <a:pt x="94" y="95"/>
                      <a:pt x="83" y="86"/>
                      <a:pt x="65" y="75"/>
                    </a:cubicBezTo>
                    <a:cubicBezTo>
                      <a:pt x="46" y="63"/>
                      <a:pt x="20" y="56"/>
                      <a:pt x="20" y="35"/>
                    </a:cubicBezTo>
                    <a:cubicBezTo>
                      <a:pt x="20" y="19"/>
                      <a:pt x="33" y="9"/>
                      <a:pt x="47" y="9"/>
                    </a:cubicBezTo>
                    <a:cubicBezTo>
                      <a:pt x="71" y="9"/>
                      <a:pt x="80" y="24"/>
                      <a:pt x="82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6" y="2"/>
                      <a:pt x="66" y="0"/>
                      <a:pt x="52" y="0"/>
                    </a:cubicBezTo>
                    <a:cubicBezTo>
                      <a:pt x="24" y="0"/>
                      <a:pt x="2" y="11"/>
                      <a:pt x="2" y="40"/>
                    </a:cubicBezTo>
                    <a:cubicBezTo>
                      <a:pt x="2" y="55"/>
                      <a:pt x="6" y="63"/>
                      <a:pt x="16" y="71"/>
                    </a:cubicBezTo>
                    <a:cubicBezTo>
                      <a:pt x="37" y="88"/>
                      <a:pt x="74" y="96"/>
                      <a:pt x="74" y="122"/>
                    </a:cubicBezTo>
                    <a:cubicBezTo>
                      <a:pt x="74" y="138"/>
                      <a:pt x="61" y="151"/>
                      <a:pt x="41" y="1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4" name="Freeform 22">
                <a:extLst>
                  <a:ext uri="{FF2B5EF4-FFF2-40B4-BE49-F238E27FC236}">
                    <a16:creationId xmlns:a16="http://schemas.microsoft.com/office/drawing/2014/main" id="{E60A6D0E-F89F-426B-8120-B00A6BEA94B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87" y="7907"/>
                <a:ext cx="116" cy="119"/>
              </a:xfrm>
              <a:custGeom>
                <a:avLst/>
                <a:gdLst>
                  <a:gd name="T0" fmla="*/ 35 w 156"/>
                  <a:gd name="T1" fmla="*/ 147 h 160"/>
                  <a:gd name="T2" fmla="*/ 37 w 156"/>
                  <a:gd name="T3" fmla="*/ 136 h 160"/>
                  <a:gd name="T4" fmla="*/ 47 w 156"/>
                  <a:gd name="T5" fmla="*/ 108 h 160"/>
                  <a:gd name="T6" fmla="*/ 102 w 156"/>
                  <a:gd name="T7" fmla="*/ 108 h 160"/>
                  <a:gd name="T8" fmla="*/ 113 w 156"/>
                  <a:gd name="T9" fmla="*/ 138 h 160"/>
                  <a:gd name="T10" fmla="*/ 115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3 w 156"/>
                  <a:gd name="T25" fmla="*/ 0 h 160"/>
                  <a:gd name="T26" fmla="*/ 27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5 w 156"/>
                  <a:gd name="T37" fmla="*/ 147 h 160"/>
                  <a:gd name="T38" fmla="*/ 75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5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5" y="147"/>
                    </a:moveTo>
                    <a:cubicBezTo>
                      <a:pt x="35" y="144"/>
                      <a:pt x="36" y="140"/>
                      <a:pt x="37" y="136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3" y="140"/>
                      <a:pt x="115" y="144"/>
                      <a:pt x="115" y="148"/>
                    </a:cubicBezTo>
                    <a:cubicBezTo>
                      <a:pt x="115" y="154"/>
                      <a:pt x="106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2" y="155"/>
                      <a:pt x="35" y="154"/>
                      <a:pt x="35" y="147"/>
                    </a:cubicBezTo>
                    <a:moveTo>
                      <a:pt x="75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5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5" name="Freeform 23">
                <a:extLst>
                  <a:ext uri="{FF2B5EF4-FFF2-40B4-BE49-F238E27FC236}">
                    <a16:creationId xmlns:a16="http://schemas.microsoft.com/office/drawing/2014/main" id="{A9423493-0516-407A-BBAB-19F61C02FF5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512" y="7908"/>
                <a:ext cx="101" cy="118"/>
              </a:xfrm>
              <a:custGeom>
                <a:avLst/>
                <a:gdLst>
                  <a:gd name="T0" fmla="*/ 39 w 136"/>
                  <a:gd name="T1" fmla="*/ 134 h 158"/>
                  <a:gd name="T2" fmla="*/ 39 w 136"/>
                  <a:gd name="T3" fmla="*/ 79 h 158"/>
                  <a:gd name="T4" fmla="*/ 39 w 136"/>
                  <a:gd name="T5" fmla="*/ 79 h 158"/>
                  <a:gd name="T6" fmla="*/ 81 w 136"/>
                  <a:gd name="T7" fmla="*/ 134 h 158"/>
                  <a:gd name="T8" fmla="*/ 89 w 136"/>
                  <a:gd name="T9" fmla="*/ 148 h 158"/>
                  <a:gd name="T10" fmla="*/ 76 w 136"/>
                  <a:gd name="T11" fmla="*/ 153 h 158"/>
                  <a:gd name="T12" fmla="*/ 76 w 136"/>
                  <a:gd name="T13" fmla="*/ 158 h 158"/>
                  <a:gd name="T14" fmla="*/ 136 w 136"/>
                  <a:gd name="T15" fmla="*/ 158 h 158"/>
                  <a:gd name="T16" fmla="*/ 136 w 136"/>
                  <a:gd name="T17" fmla="*/ 153 h 158"/>
                  <a:gd name="T18" fmla="*/ 100 w 136"/>
                  <a:gd name="T19" fmla="*/ 129 h 158"/>
                  <a:gd name="T20" fmla="*/ 54 w 136"/>
                  <a:gd name="T21" fmla="*/ 69 h 158"/>
                  <a:gd name="T22" fmla="*/ 95 w 136"/>
                  <a:gd name="T23" fmla="*/ 21 h 158"/>
                  <a:gd name="T24" fmla="*/ 127 w 136"/>
                  <a:gd name="T25" fmla="*/ 5 h 158"/>
                  <a:gd name="T26" fmla="*/ 127 w 136"/>
                  <a:gd name="T27" fmla="*/ 0 h 158"/>
                  <a:gd name="T28" fmla="*/ 76 w 136"/>
                  <a:gd name="T29" fmla="*/ 0 h 158"/>
                  <a:gd name="T30" fmla="*/ 76 w 136"/>
                  <a:gd name="T31" fmla="*/ 5 h 158"/>
                  <a:gd name="T32" fmla="*/ 88 w 136"/>
                  <a:gd name="T33" fmla="*/ 10 h 158"/>
                  <a:gd name="T34" fmla="*/ 83 w 136"/>
                  <a:gd name="T35" fmla="*/ 19 h 158"/>
                  <a:gd name="T36" fmla="*/ 39 w 136"/>
                  <a:gd name="T37" fmla="*/ 72 h 158"/>
                  <a:gd name="T38" fmla="*/ 39 w 136"/>
                  <a:gd name="T39" fmla="*/ 25 h 158"/>
                  <a:gd name="T40" fmla="*/ 58 w 136"/>
                  <a:gd name="T41" fmla="*/ 5 h 158"/>
                  <a:gd name="T42" fmla="*/ 58 w 136"/>
                  <a:gd name="T43" fmla="*/ 0 h 158"/>
                  <a:gd name="T44" fmla="*/ 0 w 136"/>
                  <a:gd name="T45" fmla="*/ 0 h 158"/>
                  <a:gd name="T46" fmla="*/ 0 w 136"/>
                  <a:gd name="T47" fmla="*/ 5 h 158"/>
                  <a:gd name="T48" fmla="*/ 19 w 136"/>
                  <a:gd name="T49" fmla="*/ 25 h 158"/>
                  <a:gd name="T50" fmla="*/ 19 w 136"/>
                  <a:gd name="T51" fmla="*/ 134 h 158"/>
                  <a:gd name="T52" fmla="*/ 0 w 136"/>
                  <a:gd name="T53" fmla="*/ 153 h 158"/>
                  <a:gd name="T54" fmla="*/ 0 w 136"/>
                  <a:gd name="T55" fmla="*/ 158 h 158"/>
                  <a:gd name="T56" fmla="*/ 58 w 136"/>
                  <a:gd name="T57" fmla="*/ 158 h 158"/>
                  <a:gd name="T58" fmla="*/ 58 w 136"/>
                  <a:gd name="T59" fmla="*/ 153 h 158"/>
                  <a:gd name="T60" fmla="*/ 39 w 136"/>
                  <a:gd name="T61" fmla="*/ 13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158">
                    <a:moveTo>
                      <a:pt x="39" y="134"/>
                    </a:moveTo>
                    <a:cubicBezTo>
                      <a:pt x="39" y="79"/>
                      <a:pt x="39" y="79"/>
                      <a:pt x="39" y="79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6" y="141"/>
                      <a:pt x="89" y="145"/>
                      <a:pt x="89" y="148"/>
                    </a:cubicBezTo>
                    <a:cubicBezTo>
                      <a:pt x="89" y="152"/>
                      <a:pt x="85" y="153"/>
                      <a:pt x="76" y="153"/>
                    </a:cubicBezTo>
                    <a:cubicBezTo>
                      <a:pt x="76" y="158"/>
                      <a:pt x="76" y="158"/>
                      <a:pt x="76" y="158"/>
                    </a:cubicBezTo>
                    <a:cubicBezTo>
                      <a:pt x="136" y="158"/>
                      <a:pt x="136" y="158"/>
                      <a:pt x="136" y="158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1" y="153"/>
                      <a:pt x="110" y="142"/>
                      <a:pt x="100" y="12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7" y="8"/>
                      <a:pt x="115" y="5"/>
                      <a:pt x="127" y="5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84" y="5"/>
                      <a:pt x="88" y="7"/>
                      <a:pt x="88" y="10"/>
                    </a:cubicBezTo>
                    <a:cubicBezTo>
                      <a:pt x="88" y="13"/>
                      <a:pt x="86" y="16"/>
                      <a:pt x="83" y="19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6" name="Freeform 24">
                <a:extLst>
                  <a:ext uri="{FF2B5EF4-FFF2-40B4-BE49-F238E27FC236}">
                    <a16:creationId xmlns:a16="http://schemas.microsoft.com/office/drawing/2014/main" id="{8694A71C-A084-4DEF-B14F-9AE1EDD4E1D4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16" y="7907"/>
                <a:ext cx="116" cy="119"/>
              </a:xfrm>
              <a:custGeom>
                <a:avLst/>
                <a:gdLst>
                  <a:gd name="T0" fmla="*/ 34 w 156"/>
                  <a:gd name="T1" fmla="*/ 147 h 160"/>
                  <a:gd name="T2" fmla="*/ 37 w 156"/>
                  <a:gd name="T3" fmla="*/ 136 h 160"/>
                  <a:gd name="T4" fmla="*/ 46 w 156"/>
                  <a:gd name="T5" fmla="*/ 108 h 160"/>
                  <a:gd name="T6" fmla="*/ 102 w 156"/>
                  <a:gd name="T7" fmla="*/ 108 h 160"/>
                  <a:gd name="T8" fmla="*/ 112 w 156"/>
                  <a:gd name="T9" fmla="*/ 138 h 160"/>
                  <a:gd name="T10" fmla="*/ 114 w 156"/>
                  <a:gd name="T11" fmla="*/ 148 h 160"/>
                  <a:gd name="T12" fmla="*/ 99 w 156"/>
                  <a:gd name="T13" fmla="*/ 155 h 160"/>
                  <a:gd name="T14" fmla="*/ 99 w 156"/>
                  <a:gd name="T15" fmla="*/ 160 h 160"/>
                  <a:gd name="T16" fmla="*/ 156 w 156"/>
                  <a:gd name="T17" fmla="*/ 160 h 160"/>
                  <a:gd name="T18" fmla="*/ 156 w 156"/>
                  <a:gd name="T19" fmla="*/ 155 h 160"/>
                  <a:gd name="T20" fmla="*/ 131 w 156"/>
                  <a:gd name="T21" fmla="*/ 131 h 160"/>
                  <a:gd name="T22" fmla="*/ 85 w 156"/>
                  <a:gd name="T23" fmla="*/ 0 h 160"/>
                  <a:gd name="T24" fmla="*/ 72 w 156"/>
                  <a:gd name="T25" fmla="*/ 0 h 160"/>
                  <a:gd name="T26" fmla="*/ 26 w 156"/>
                  <a:gd name="T27" fmla="*/ 129 h 160"/>
                  <a:gd name="T28" fmla="*/ 0 w 156"/>
                  <a:gd name="T29" fmla="*/ 155 h 160"/>
                  <a:gd name="T30" fmla="*/ 0 w 156"/>
                  <a:gd name="T31" fmla="*/ 160 h 160"/>
                  <a:gd name="T32" fmla="*/ 50 w 156"/>
                  <a:gd name="T33" fmla="*/ 160 h 160"/>
                  <a:gd name="T34" fmla="*/ 50 w 156"/>
                  <a:gd name="T35" fmla="*/ 155 h 160"/>
                  <a:gd name="T36" fmla="*/ 34 w 156"/>
                  <a:gd name="T37" fmla="*/ 147 h 160"/>
                  <a:gd name="T38" fmla="*/ 74 w 156"/>
                  <a:gd name="T39" fmla="*/ 26 h 160"/>
                  <a:gd name="T40" fmla="*/ 99 w 156"/>
                  <a:gd name="T41" fmla="*/ 99 h 160"/>
                  <a:gd name="T42" fmla="*/ 50 w 156"/>
                  <a:gd name="T43" fmla="*/ 99 h 160"/>
                  <a:gd name="T44" fmla="*/ 74 w 156"/>
                  <a:gd name="T45" fmla="*/ 2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6" h="160">
                    <a:moveTo>
                      <a:pt x="34" y="147"/>
                    </a:moveTo>
                    <a:cubicBezTo>
                      <a:pt x="34" y="144"/>
                      <a:pt x="36" y="140"/>
                      <a:pt x="37" y="136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40"/>
                      <a:pt x="114" y="144"/>
                      <a:pt x="114" y="148"/>
                    </a:cubicBezTo>
                    <a:cubicBezTo>
                      <a:pt x="114" y="154"/>
                      <a:pt x="105" y="155"/>
                      <a:pt x="99" y="155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56" y="155"/>
                      <a:pt x="156" y="155"/>
                      <a:pt x="156" y="155"/>
                    </a:cubicBezTo>
                    <a:cubicBezTo>
                      <a:pt x="142" y="155"/>
                      <a:pt x="136" y="146"/>
                      <a:pt x="131" y="13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20" y="147"/>
                      <a:pt x="17" y="155"/>
                      <a:pt x="0" y="15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50" y="160"/>
                      <a:pt x="50" y="160"/>
                      <a:pt x="50" y="160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1" y="155"/>
                      <a:pt x="34" y="154"/>
                      <a:pt x="34" y="147"/>
                    </a:cubicBezTo>
                    <a:moveTo>
                      <a:pt x="74" y="26"/>
                    </a:moveTo>
                    <a:cubicBezTo>
                      <a:pt x="99" y="99"/>
                      <a:pt x="99" y="99"/>
                      <a:pt x="99" y="99"/>
                    </a:cubicBezTo>
                    <a:cubicBezTo>
                      <a:pt x="50" y="99"/>
                      <a:pt x="50" y="99"/>
                      <a:pt x="50" y="99"/>
                    </a:cubicBezTo>
                    <a:lnTo>
                      <a:pt x="74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7" name="Freeform 25">
                <a:extLst>
                  <a:ext uri="{FF2B5EF4-FFF2-40B4-BE49-F238E27FC236}">
                    <a16:creationId xmlns:a16="http://schemas.microsoft.com/office/drawing/2014/main" id="{B75E1B23-A664-4B4D-AF3E-F82E931E1B0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41" y="7908"/>
                <a:ext cx="96" cy="118"/>
              </a:xfrm>
              <a:custGeom>
                <a:avLst/>
                <a:gdLst>
                  <a:gd name="T0" fmla="*/ 128 w 128"/>
                  <a:gd name="T1" fmla="*/ 80 h 158"/>
                  <a:gd name="T2" fmla="*/ 52 w 128"/>
                  <a:gd name="T3" fmla="*/ 0 h 158"/>
                  <a:gd name="T4" fmla="*/ 0 w 128"/>
                  <a:gd name="T5" fmla="*/ 0 h 158"/>
                  <a:gd name="T6" fmla="*/ 0 w 128"/>
                  <a:gd name="T7" fmla="*/ 5 h 158"/>
                  <a:gd name="T8" fmla="*/ 20 w 128"/>
                  <a:gd name="T9" fmla="*/ 25 h 158"/>
                  <a:gd name="T10" fmla="*/ 20 w 128"/>
                  <a:gd name="T11" fmla="*/ 134 h 158"/>
                  <a:gd name="T12" fmla="*/ 0 w 128"/>
                  <a:gd name="T13" fmla="*/ 153 h 158"/>
                  <a:gd name="T14" fmla="*/ 0 w 128"/>
                  <a:gd name="T15" fmla="*/ 158 h 158"/>
                  <a:gd name="T16" fmla="*/ 52 w 128"/>
                  <a:gd name="T17" fmla="*/ 158 h 158"/>
                  <a:gd name="T18" fmla="*/ 128 w 128"/>
                  <a:gd name="T19" fmla="*/ 80 h 158"/>
                  <a:gd name="T20" fmla="*/ 39 w 128"/>
                  <a:gd name="T21" fmla="*/ 129 h 158"/>
                  <a:gd name="T22" fmla="*/ 39 w 128"/>
                  <a:gd name="T23" fmla="*/ 30 h 158"/>
                  <a:gd name="T24" fmla="*/ 52 w 128"/>
                  <a:gd name="T25" fmla="*/ 10 h 158"/>
                  <a:gd name="T26" fmla="*/ 106 w 128"/>
                  <a:gd name="T27" fmla="*/ 80 h 158"/>
                  <a:gd name="T28" fmla="*/ 52 w 128"/>
                  <a:gd name="T29" fmla="*/ 149 h 158"/>
                  <a:gd name="T30" fmla="*/ 39 w 128"/>
                  <a:gd name="T31" fmla="*/ 1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158">
                    <a:moveTo>
                      <a:pt x="128" y="80"/>
                    </a:moveTo>
                    <a:cubicBezTo>
                      <a:pt x="128" y="9"/>
                      <a:pt x="89" y="0"/>
                      <a:pt x="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87" y="158"/>
                      <a:pt x="128" y="150"/>
                      <a:pt x="128" y="80"/>
                    </a:cubicBezTo>
                    <a:moveTo>
                      <a:pt x="39" y="1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1"/>
                      <a:pt x="41" y="10"/>
                      <a:pt x="52" y="10"/>
                    </a:cubicBezTo>
                    <a:cubicBezTo>
                      <a:pt x="94" y="10"/>
                      <a:pt x="106" y="36"/>
                      <a:pt x="106" y="80"/>
                    </a:cubicBezTo>
                    <a:cubicBezTo>
                      <a:pt x="106" y="127"/>
                      <a:pt x="90" y="149"/>
                      <a:pt x="52" y="149"/>
                    </a:cubicBezTo>
                    <a:cubicBezTo>
                      <a:pt x="41" y="149"/>
                      <a:pt x="39" y="146"/>
                      <a:pt x="39" y="1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8" name="Freeform 26">
                <a:extLst>
                  <a:ext uri="{FF2B5EF4-FFF2-40B4-BE49-F238E27FC236}">
                    <a16:creationId xmlns:a16="http://schemas.microsoft.com/office/drawing/2014/main" id="{17930397-855C-4035-9568-D76B1EEE009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57" y="7908"/>
                <a:ext cx="78" cy="118"/>
              </a:xfrm>
              <a:custGeom>
                <a:avLst/>
                <a:gdLst>
                  <a:gd name="T0" fmla="*/ 72 w 105"/>
                  <a:gd name="T1" fmla="*/ 149 h 158"/>
                  <a:gd name="T2" fmla="*/ 51 w 105"/>
                  <a:gd name="T3" fmla="*/ 149 h 158"/>
                  <a:gd name="T4" fmla="*/ 38 w 105"/>
                  <a:gd name="T5" fmla="*/ 129 h 158"/>
                  <a:gd name="T6" fmla="*/ 38 w 105"/>
                  <a:gd name="T7" fmla="*/ 80 h 158"/>
                  <a:gd name="T8" fmla="*/ 67 w 105"/>
                  <a:gd name="T9" fmla="*/ 80 h 158"/>
                  <a:gd name="T10" fmla="*/ 87 w 105"/>
                  <a:gd name="T11" fmla="*/ 100 h 158"/>
                  <a:gd name="T12" fmla="*/ 92 w 105"/>
                  <a:gd name="T13" fmla="*/ 100 h 158"/>
                  <a:gd name="T14" fmla="*/ 92 w 105"/>
                  <a:gd name="T15" fmla="*/ 51 h 158"/>
                  <a:gd name="T16" fmla="*/ 87 w 105"/>
                  <a:gd name="T17" fmla="*/ 51 h 158"/>
                  <a:gd name="T18" fmla="*/ 67 w 105"/>
                  <a:gd name="T19" fmla="*/ 71 h 158"/>
                  <a:gd name="T20" fmla="*/ 38 w 105"/>
                  <a:gd name="T21" fmla="*/ 71 h 158"/>
                  <a:gd name="T22" fmla="*/ 38 w 105"/>
                  <a:gd name="T23" fmla="*/ 30 h 158"/>
                  <a:gd name="T24" fmla="*/ 51 w 105"/>
                  <a:gd name="T25" fmla="*/ 10 h 158"/>
                  <a:gd name="T26" fmla="*/ 70 w 105"/>
                  <a:gd name="T27" fmla="*/ 10 h 158"/>
                  <a:gd name="T28" fmla="*/ 96 w 105"/>
                  <a:gd name="T29" fmla="*/ 29 h 158"/>
                  <a:gd name="T30" fmla="*/ 101 w 105"/>
                  <a:gd name="T31" fmla="*/ 29 h 158"/>
                  <a:gd name="T32" fmla="*/ 100 w 105"/>
                  <a:gd name="T33" fmla="*/ 0 h 158"/>
                  <a:gd name="T34" fmla="*/ 0 w 105"/>
                  <a:gd name="T35" fmla="*/ 0 h 158"/>
                  <a:gd name="T36" fmla="*/ 0 w 105"/>
                  <a:gd name="T37" fmla="*/ 5 h 158"/>
                  <a:gd name="T38" fmla="*/ 19 w 105"/>
                  <a:gd name="T39" fmla="*/ 25 h 158"/>
                  <a:gd name="T40" fmla="*/ 19 w 105"/>
                  <a:gd name="T41" fmla="*/ 134 h 158"/>
                  <a:gd name="T42" fmla="*/ 0 w 105"/>
                  <a:gd name="T43" fmla="*/ 153 h 158"/>
                  <a:gd name="T44" fmla="*/ 0 w 105"/>
                  <a:gd name="T45" fmla="*/ 158 h 158"/>
                  <a:gd name="T46" fmla="*/ 103 w 105"/>
                  <a:gd name="T47" fmla="*/ 158 h 158"/>
                  <a:gd name="T48" fmla="*/ 105 w 105"/>
                  <a:gd name="T49" fmla="*/ 127 h 158"/>
                  <a:gd name="T50" fmla="*/ 99 w 105"/>
                  <a:gd name="T51" fmla="*/ 127 h 158"/>
                  <a:gd name="T52" fmla="*/ 72 w 105"/>
                  <a:gd name="T53" fmla="*/ 14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72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8" y="147"/>
                      <a:pt x="38" y="129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82" y="80"/>
                      <a:pt x="87" y="87"/>
                      <a:pt x="87" y="100"/>
                    </a:cubicBezTo>
                    <a:cubicBezTo>
                      <a:pt x="92" y="100"/>
                      <a:pt x="92" y="100"/>
                      <a:pt x="92" y="100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67"/>
                      <a:pt x="82" y="71"/>
                      <a:pt x="67" y="71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12"/>
                      <a:pt x="39" y="10"/>
                      <a:pt x="5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6" y="10"/>
                      <a:pt x="93" y="15"/>
                      <a:pt x="96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1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3" y="158"/>
                      <a:pt x="103" y="158"/>
                      <a:pt x="103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6" y="143"/>
                      <a:pt x="89" y="149"/>
                      <a:pt x="72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39" name="Freeform 27">
                <a:extLst>
                  <a:ext uri="{FF2B5EF4-FFF2-40B4-BE49-F238E27FC236}">
                    <a16:creationId xmlns:a16="http://schemas.microsoft.com/office/drawing/2014/main" id="{54E86F5A-A1DB-45A9-B650-B5D394CE8A3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60" y="7908"/>
                <a:ext cx="133" cy="118"/>
              </a:xfrm>
              <a:custGeom>
                <a:avLst/>
                <a:gdLst>
                  <a:gd name="T0" fmla="*/ 141 w 178"/>
                  <a:gd name="T1" fmla="*/ 14 h 158"/>
                  <a:gd name="T2" fmla="*/ 141 w 178"/>
                  <a:gd name="T3" fmla="*/ 134 h 158"/>
                  <a:gd name="T4" fmla="*/ 121 w 178"/>
                  <a:gd name="T5" fmla="*/ 153 h 158"/>
                  <a:gd name="T6" fmla="*/ 121 w 178"/>
                  <a:gd name="T7" fmla="*/ 158 h 158"/>
                  <a:gd name="T8" fmla="*/ 178 w 178"/>
                  <a:gd name="T9" fmla="*/ 158 h 158"/>
                  <a:gd name="T10" fmla="*/ 178 w 178"/>
                  <a:gd name="T11" fmla="*/ 153 h 158"/>
                  <a:gd name="T12" fmla="*/ 159 w 178"/>
                  <a:gd name="T13" fmla="*/ 134 h 158"/>
                  <a:gd name="T14" fmla="*/ 159 w 178"/>
                  <a:gd name="T15" fmla="*/ 25 h 158"/>
                  <a:gd name="T16" fmla="*/ 178 w 178"/>
                  <a:gd name="T17" fmla="*/ 5 h 158"/>
                  <a:gd name="T18" fmla="*/ 178 w 178"/>
                  <a:gd name="T19" fmla="*/ 0 h 158"/>
                  <a:gd name="T20" fmla="*/ 133 w 178"/>
                  <a:gd name="T21" fmla="*/ 0 h 158"/>
                  <a:gd name="T22" fmla="*/ 90 w 178"/>
                  <a:gd name="T23" fmla="*/ 135 h 158"/>
                  <a:gd name="T24" fmla="*/ 89 w 178"/>
                  <a:gd name="T25" fmla="*/ 135 h 158"/>
                  <a:gd name="T26" fmla="*/ 46 w 178"/>
                  <a:gd name="T27" fmla="*/ 0 h 158"/>
                  <a:gd name="T28" fmla="*/ 0 w 178"/>
                  <a:gd name="T29" fmla="*/ 0 h 158"/>
                  <a:gd name="T30" fmla="*/ 0 w 178"/>
                  <a:gd name="T31" fmla="*/ 5 h 158"/>
                  <a:gd name="T32" fmla="*/ 19 w 178"/>
                  <a:gd name="T33" fmla="*/ 25 h 158"/>
                  <a:gd name="T34" fmla="*/ 19 w 178"/>
                  <a:gd name="T35" fmla="*/ 134 h 158"/>
                  <a:gd name="T36" fmla="*/ 0 w 178"/>
                  <a:gd name="T37" fmla="*/ 153 h 158"/>
                  <a:gd name="T38" fmla="*/ 0 w 178"/>
                  <a:gd name="T39" fmla="*/ 158 h 158"/>
                  <a:gd name="T40" fmla="*/ 51 w 178"/>
                  <a:gd name="T41" fmla="*/ 158 h 158"/>
                  <a:gd name="T42" fmla="*/ 51 w 178"/>
                  <a:gd name="T43" fmla="*/ 153 h 158"/>
                  <a:gd name="T44" fmla="*/ 32 w 178"/>
                  <a:gd name="T45" fmla="*/ 134 h 158"/>
                  <a:gd name="T46" fmla="*/ 32 w 178"/>
                  <a:gd name="T47" fmla="*/ 14 h 158"/>
                  <a:gd name="T48" fmla="*/ 32 w 178"/>
                  <a:gd name="T49" fmla="*/ 14 h 158"/>
                  <a:gd name="T50" fmla="*/ 78 w 178"/>
                  <a:gd name="T51" fmla="*/ 158 h 158"/>
                  <a:gd name="T52" fmla="*/ 94 w 178"/>
                  <a:gd name="T53" fmla="*/ 158 h 158"/>
                  <a:gd name="T54" fmla="*/ 140 w 178"/>
                  <a:gd name="T55" fmla="*/ 14 h 158"/>
                  <a:gd name="T56" fmla="*/ 141 w 178"/>
                  <a:gd name="T57" fmla="*/ 1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58">
                    <a:moveTo>
                      <a:pt x="141" y="14"/>
                    </a:moveTo>
                    <a:cubicBezTo>
                      <a:pt x="141" y="134"/>
                      <a:pt x="141" y="134"/>
                      <a:pt x="141" y="134"/>
                    </a:cubicBezTo>
                    <a:cubicBezTo>
                      <a:pt x="141" y="152"/>
                      <a:pt x="133" y="153"/>
                      <a:pt x="121" y="153"/>
                    </a:cubicBezTo>
                    <a:cubicBezTo>
                      <a:pt x="121" y="158"/>
                      <a:pt x="121" y="158"/>
                      <a:pt x="121" y="158"/>
                    </a:cubicBezTo>
                    <a:cubicBezTo>
                      <a:pt x="178" y="158"/>
                      <a:pt x="178" y="158"/>
                      <a:pt x="178" y="158"/>
                    </a:cubicBezTo>
                    <a:cubicBezTo>
                      <a:pt x="178" y="153"/>
                      <a:pt x="178" y="153"/>
                      <a:pt x="178" y="153"/>
                    </a:cubicBezTo>
                    <a:cubicBezTo>
                      <a:pt x="166" y="153"/>
                      <a:pt x="159" y="152"/>
                      <a:pt x="159" y="134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7"/>
                      <a:pt x="166" y="5"/>
                      <a:pt x="178" y="5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94" y="158"/>
                      <a:pt x="94" y="158"/>
                      <a:pt x="94" y="158"/>
                    </a:cubicBezTo>
                    <a:cubicBezTo>
                      <a:pt x="140" y="14"/>
                      <a:pt x="140" y="14"/>
                      <a:pt x="140" y="14"/>
                    </a:cubicBezTo>
                    <a:lnTo>
                      <a:pt x="14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0" name="Freeform 28">
                <a:extLst>
                  <a:ext uri="{FF2B5EF4-FFF2-40B4-BE49-F238E27FC236}">
                    <a16:creationId xmlns:a16="http://schemas.microsoft.com/office/drawing/2014/main" id="{895A129A-F1D1-4637-96BD-F108AC70830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16" y="7908"/>
                <a:ext cx="44" cy="118"/>
              </a:xfrm>
              <a:custGeom>
                <a:avLst/>
                <a:gdLst>
                  <a:gd name="T0" fmla="*/ 0 w 58"/>
                  <a:gd name="T1" fmla="*/ 5 h 158"/>
                  <a:gd name="T2" fmla="*/ 19 w 58"/>
                  <a:gd name="T3" fmla="*/ 25 h 158"/>
                  <a:gd name="T4" fmla="*/ 19 w 58"/>
                  <a:gd name="T5" fmla="*/ 134 h 158"/>
                  <a:gd name="T6" fmla="*/ 0 w 58"/>
                  <a:gd name="T7" fmla="*/ 153 h 158"/>
                  <a:gd name="T8" fmla="*/ 0 w 58"/>
                  <a:gd name="T9" fmla="*/ 158 h 158"/>
                  <a:gd name="T10" fmla="*/ 58 w 58"/>
                  <a:gd name="T11" fmla="*/ 158 h 158"/>
                  <a:gd name="T12" fmla="*/ 58 w 58"/>
                  <a:gd name="T13" fmla="*/ 153 h 158"/>
                  <a:gd name="T14" fmla="*/ 39 w 58"/>
                  <a:gd name="T15" fmla="*/ 134 h 158"/>
                  <a:gd name="T16" fmla="*/ 39 w 58"/>
                  <a:gd name="T17" fmla="*/ 25 h 158"/>
                  <a:gd name="T18" fmla="*/ 58 w 58"/>
                  <a:gd name="T19" fmla="*/ 5 h 158"/>
                  <a:gd name="T20" fmla="*/ 58 w 58"/>
                  <a:gd name="T21" fmla="*/ 0 h 158"/>
                  <a:gd name="T22" fmla="*/ 0 w 58"/>
                  <a:gd name="T23" fmla="*/ 0 h 158"/>
                  <a:gd name="T24" fmla="*/ 0 w 58"/>
                  <a:gd name="T2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58">
                    <a:moveTo>
                      <a:pt x="0" y="5"/>
                    </a:move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46" y="153"/>
                      <a:pt x="39" y="152"/>
                      <a:pt x="39" y="134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7"/>
                      <a:pt x="46" y="5"/>
                      <a:pt x="58" y="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1" name="Freeform 29">
                <a:extLst>
                  <a:ext uri="{FF2B5EF4-FFF2-40B4-BE49-F238E27FC236}">
                    <a16:creationId xmlns:a16="http://schemas.microsoft.com/office/drawing/2014/main" id="{FC481448-F092-4911-ACE9-2CAC4874E4B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83" y="7908"/>
                <a:ext cx="78" cy="118"/>
              </a:xfrm>
              <a:custGeom>
                <a:avLst/>
                <a:gdLst>
                  <a:gd name="T0" fmla="*/ 100 w 105"/>
                  <a:gd name="T1" fmla="*/ 127 h 158"/>
                  <a:gd name="T2" fmla="*/ 73 w 105"/>
                  <a:gd name="T3" fmla="*/ 149 h 158"/>
                  <a:gd name="T4" fmla="*/ 51 w 105"/>
                  <a:gd name="T5" fmla="*/ 149 h 158"/>
                  <a:gd name="T6" fmla="*/ 39 w 105"/>
                  <a:gd name="T7" fmla="*/ 129 h 158"/>
                  <a:gd name="T8" fmla="*/ 39 w 105"/>
                  <a:gd name="T9" fmla="*/ 80 h 158"/>
                  <a:gd name="T10" fmla="*/ 68 w 105"/>
                  <a:gd name="T11" fmla="*/ 80 h 158"/>
                  <a:gd name="T12" fmla="*/ 88 w 105"/>
                  <a:gd name="T13" fmla="*/ 100 h 158"/>
                  <a:gd name="T14" fmla="*/ 93 w 105"/>
                  <a:gd name="T15" fmla="*/ 100 h 158"/>
                  <a:gd name="T16" fmla="*/ 93 w 105"/>
                  <a:gd name="T17" fmla="*/ 51 h 158"/>
                  <a:gd name="T18" fmla="*/ 88 w 105"/>
                  <a:gd name="T19" fmla="*/ 51 h 158"/>
                  <a:gd name="T20" fmla="*/ 68 w 105"/>
                  <a:gd name="T21" fmla="*/ 71 h 158"/>
                  <a:gd name="T22" fmla="*/ 39 w 105"/>
                  <a:gd name="T23" fmla="*/ 71 h 158"/>
                  <a:gd name="T24" fmla="*/ 39 w 105"/>
                  <a:gd name="T25" fmla="*/ 30 h 158"/>
                  <a:gd name="T26" fmla="*/ 51 w 105"/>
                  <a:gd name="T27" fmla="*/ 10 h 158"/>
                  <a:gd name="T28" fmla="*/ 71 w 105"/>
                  <a:gd name="T29" fmla="*/ 10 h 158"/>
                  <a:gd name="T30" fmla="*/ 97 w 105"/>
                  <a:gd name="T31" fmla="*/ 29 h 158"/>
                  <a:gd name="T32" fmla="*/ 102 w 105"/>
                  <a:gd name="T33" fmla="*/ 29 h 158"/>
                  <a:gd name="T34" fmla="*/ 101 w 105"/>
                  <a:gd name="T35" fmla="*/ 0 h 158"/>
                  <a:gd name="T36" fmla="*/ 0 w 105"/>
                  <a:gd name="T37" fmla="*/ 0 h 158"/>
                  <a:gd name="T38" fmla="*/ 0 w 105"/>
                  <a:gd name="T39" fmla="*/ 5 h 158"/>
                  <a:gd name="T40" fmla="*/ 20 w 105"/>
                  <a:gd name="T41" fmla="*/ 25 h 158"/>
                  <a:gd name="T42" fmla="*/ 20 w 105"/>
                  <a:gd name="T43" fmla="*/ 134 h 158"/>
                  <a:gd name="T44" fmla="*/ 0 w 105"/>
                  <a:gd name="T45" fmla="*/ 153 h 158"/>
                  <a:gd name="T46" fmla="*/ 0 w 105"/>
                  <a:gd name="T47" fmla="*/ 158 h 158"/>
                  <a:gd name="T48" fmla="*/ 104 w 105"/>
                  <a:gd name="T49" fmla="*/ 158 h 158"/>
                  <a:gd name="T50" fmla="*/ 105 w 105"/>
                  <a:gd name="T51" fmla="*/ 127 h 158"/>
                  <a:gd name="T52" fmla="*/ 100 w 105"/>
                  <a:gd name="T53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5" h="158">
                    <a:moveTo>
                      <a:pt x="100" y="127"/>
                    </a:moveTo>
                    <a:cubicBezTo>
                      <a:pt x="97" y="143"/>
                      <a:pt x="90" y="149"/>
                      <a:pt x="73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40" y="149"/>
                      <a:pt x="39" y="147"/>
                      <a:pt x="39" y="12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83" y="80"/>
                      <a:pt x="88" y="87"/>
                      <a:pt x="88" y="100"/>
                    </a:cubicBezTo>
                    <a:cubicBezTo>
                      <a:pt x="93" y="100"/>
                      <a:pt x="93" y="100"/>
                      <a:pt x="93" y="100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67"/>
                      <a:pt x="83" y="71"/>
                      <a:pt x="68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12"/>
                      <a:pt x="40" y="10"/>
                      <a:pt x="5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87" y="10"/>
                      <a:pt x="94" y="15"/>
                      <a:pt x="97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20" y="7"/>
                      <a:pt x="20" y="2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04" y="158"/>
                      <a:pt x="104" y="158"/>
                      <a:pt x="104" y="158"/>
                    </a:cubicBezTo>
                    <a:cubicBezTo>
                      <a:pt x="105" y="127"/>
                      <a:pt x="105" y="127"/>
                      <a:pt x="105" y="127"/>
                    </a:cubicBezTo>
                    <a:lnTo>
                      <a:pt x="100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2" name="Freeform 30">
                <a:extLst>
                  <a:ext uri="{FF2B5EF4-FFF2-40B4-BE49-F238E27FC236}">
                    <a16:creationId xmlns:a16="http://schemas.microsoft.com/office/drawing/2014/main" id="{B6130C2E-8A73-4830-8938-1085AF4CE97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85" y="7908"/>
                <a:ext cx="105" cy="118"/>
              </a:xfrm>
              <a:custGeom>
                <a:avLst/>
                <a:gdLst>
                  <a:gd name="T0" fmla="*/ 90 w 141"/>
                  <a:gd name="T1" fmla="*/ 5 h 158"/>
                  <a:gd name="T2" fmla="*/ 109 w 141"/>
                  <a:gd name="T3" fmla="*/ 25 h 158"/>
                  <a:gd name="T4" fmla="*/ 109 w 141"/>
                  <a:gd name="T5" fmla="*/ 128 h 158"/>
                  <a:gd name="T6" fmla="*/ 109 w 141"/>
                  <a:gd name="T7" fmla="*/ 128 h 158"/>
                  <a:gd name="T8" fmla="*/ 40 w 141"/>
                  <a:gd name="T9" fmla="*/ 0 h 158"/>
                  <a:gd name="T10" fmla="*/ 0 w 141"/>
                  <a:gd name="T11" fmla="*/ 0 h 158"/>
                  <a:gd name="T12" fmla="*/ 0 w 141"/>
                  <a:gd name="T13" fmla="*/ 5 h 158"/>
                  <a:gd name="T14" fmla="*/ 19 w 141"/>
                  <a:gd name="T15" fmla="*/ 25 h 158"/>
                  <a:gd name="T16" fmla="*/ 19 w 141"/>
                  <a:gd name="T17" fmla="*/ 134 h 158"/>
                  <a:gd name="T18" fmla="*/ 0 w 141"/>
                  <a:gd name="T19" fmla="*/ 153 h 158"/>
                  <a:gd name="T20" fmla="*/ 0 w 141"/>
                  <a:gd name="T21" fmla="*/ 158 h 158"/>
                  <a:gd name="T22" fmla="*/ 51 w 141"/>
                  <a:gd name="T23" fmla="*/ 158 h 158"/>
                  <a:gd name="T24" fmla="*/ 51 w 141"/>
                  <a:gd name="T25" fmla="*/ 153 h 158"/>
                  <a:gd name="T26" fmla="*/ 32 w 141"/>
                  <a:gd name="T27" fmla="*/ 134 h 158"/>
                  <a:gd name="T28" fmla="*/ 32 w 141"/>
                  <a:gd name="T29" fmla="*/ 22 h 158"/>
                  <a:gd name="T30" fmla="*/ 33 w 141"/>
                  <a:gd name="T31" fmla="*/ 22 h 158"/>
                  <a:gd name="T32" fmla="*/ 105 w 141"/>
                  <a:gd name="T33" fmla="*/ 158 h 158"/>
                  <a:gd name="T34" fmla="*/ 122 w 141"/>
                  <a:gd name="T35" fmla="*/ 158 h 158"/>
                  <a:gd name="T36" fmla="*/ 122 w 141"/>
                  <a:gd name="T37" fmla="*/ 25 h 158"/>
                  <a:gd name="T38" fmla="*/ 141 w 141"/>
                  <a:gd name="T39" fmla="*/ 5 h 158"/>
                  <a:gd name="T40" fmla="*/ 141 w 141"/>
                  <a:gd name="T41" fmla="*/ 0 h 158"/>
                  <a:gd name="T42" fmla="*/ 90 w 141"/>
                  <a:gd name="T43" fmla="*/ 0 h 158"/>
                  <a:gd name="T44" fmla="*/ 90 w 141"/>
                  <a:gd name="T45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1" h="158">
                    <a:moveTo>
                      <a:pt x="90" y="5"/>
                    </a:moveTo>
                    <a:cubicBezTo>
                      <a:pt x="102" y="5"/>
                      <a:pt x="109" y="7"/>
                      <a:pt x="109" y="25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9" y="7"/>
                      <a:pt x="19" y="25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52"/>
                      <a:pt x="12" y="153"/>
                      <a:pt x="0" y="15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39" y="153"/>
                      <a:pt x="32" y="152"/>
                      <a:pt x="32" y="134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22" y="158"/>
                      <a:pt x="122" y="158"/>
                      <a:pt x="122" y="158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2" y="7"/>
                      <a:pt x="129" y="5"/>
                      <a:pt x="141" y="5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9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3" name="Freeform 31">
                <a:extLst>
                  <a:ext uri="{FF2B5EF4-FFF2-40B4-BE49-F238E27FC236}">
                    <a16:creationId xmlns:a16="http://schemas.microsoft.com/office/drawing/2014/main" id="{98B40E32-3FB6-4831-83DC-4560D550917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859" y="7508"/>
                <a:ext cx="457" cy="550"/>
              </a:xfrm>
              <a:custGeom>
                <a:avLst/>
                <a:gdLst>
                  <a:gd name="T0" fmla="*/ 597 w 614"/>
                  <a:gd name="T1" fmla="*/ 482 h 737"/>
                  <a:gd name="T2" fmla="*/ 611 w 614"/>
                  <a:gd name="T3" fmla="*/ 353 h 737"/>
                  <a:gd name="T4" fmla="*/ 588 w 614"/>
                  <a:gd name="T5" fmla="*/ 227 h 737"/>
                  <a:gd name="T6" fmla="*/ 510 w 614"/>
                  <a:gd name="T7" fmla="*/ 95 h 737"/>
                  <a:gd name="T8" fmla="*/ 379 w 614"/>
                  <a:gd name="T9" fmla="*/ 12 h 737"/>
                  <a:gd name="T10" fmla="*/ 248 w 614"/>
                  <a:gd name="T11" fmla="*/ 8 h 737"/>
                  <a:gd name="T12" fmla="*/ 131 w 614"/>
                  <a:gd name="T13" fmla="*/ 69 h 737"/>
                  <a:gd name="T14" fmla="*/ 39 w 614"/>
                  <a:gd name="T15" fmla="*/ 192 h 737"/>
                  <a:gd name="T16" fmla="*/ 2 w 614"/>
                  <a:gd name="T17" fmla="*/ 329 h 737"/>
                  <a:gd name="T18" fmla="*/ 9 w 614"/>
                  <a:gd name="T19" fmla="*/ 447 h 737"/>
                  <a:gd name="T20" fmla="*/ 52 w 614"/>
                  <a:gd name="T21" fmla="*/ 570 h 737"/>
                  <a:gd name="T22" fmla="*/ 155 w 614"/>
                  <a:gd name="T23" fmla="*/ 686 h 737"/>
                  <a:gd name="T24" fmla="*/ 300 w 614"/>
                  <a:gd name="T25" fmla="*/ 735 h 737"/>
                  <a:gd name="T26" fmla="*/ 428 w 614"/>
                  <a:gd name="T27" fmla="*/ 705 h 737"/>
                  <a:gd name="T28" fmla="*/ 549 w 614"/>
                  <a:gd name="T29" fmla="*/ 585 h 737"/>
                  <a:gd name="T30" fmla="*/ 568 w 614"/>
                  <a:gd name="T31" fmla="*/ 533 h 737"/>
                  <a:gd name="T32" fmla="*/ 596 w 614"/>
                  <a:gd name="T33" fmla="*/ 465 h 737"/>
                  <a:gd name="T34" fmla="*/ 605 w 614"/>
                  <a:gd name="T35" fmla="*/ 415 h 737"/>
                  <a:gd name="T36" fmla="*/ 607 w 614"/>
                  <a:gd name="T37" fmla="*/ 336 h 737"/>
                  <a:gd name="T38" fmla="*/ 584 w 614"/>
                  <a:gd name="T39" fmla="*/ 248 h 737"/>
                  <a:gd name="T40" fmla="*/ 565 w 614"/>
                  <a:gd name="T41" fmla="*/ 201 h 737"/>
                  <a:gd name="T42" fmla="*/ 531 w 614"/>
                  <a:gd name="T43" fmla="*/ 135 h 737"/>
                  <a:gd name="T44" fmla="*/ 500 w 614"/>
                  <a:gd name="T45" fmla="*/ 95 h 737"/>
                  <a:gd name="T46" fmla="*/ 471 w 614"/>
                  <a:gd name="T47" fmla="*/ 63 h 737"/>
                  <a:gd name="T48" fmla="*/ 433 w 614"/>
                  <a:gd name="T49" fmla="*/ 38 h 737"/>
                  <a:gd name="T50" fmla="*/ 348 w 614"/>
                  <a:gd name="T51" fmla="*/ 11 h 737"/>
                  <a:gd name="T52" fmla="*/ 281 w 614"/>
                  <a:gd name="T53" fmla="*/ 6 h 737"/>
                  <a:gd name="T54" fmla="*/ 219 w 614"/>
                  <a:gd name="T55" fmla="*/ 30 h 737"/>
                  <a:gd name="T56" fmla="*/ 175 w 614"/>
                  <a:gd name="T57" fmla="*/ 52 h 737"/>
                  <a:gd name="T58" fmla="*/ 135 w 614"/>
                  <a:gd name="T59" fmla="*/ 81 h 737"/>
                  <a:gd name="T60" fmla="*/ 98 w 614"/>
                  <a:gd name="T61" fmla="*/ 117 h 737"/>
                  <a:gd name="T62" fmla="*/ 55 w 614"/>
                  <a:gd name="T63" fmla="*/ 167 h 737"/>
                  <a:gd name="T64" fmla="*/ 41 w 614"/>
                  <a:gd name="T65" fmla="*/ 215 h 737"/>
                  <a:gd name="T66" fmla="*/ 21 w 614"/>
                  <a:gd name="T67" fmla="*/ 295 h 737"/>
                  <a:gd name="T68" fmla="*/ 15 w 614"/>
                  <a:gd name="T69" fmla="*/ 373 h 737"/>
                  <a:gd name="T70" fmla="*/ 13 w 614"/>
                  <a:gd name="T71" fmla="*/ 437 h 737"/>
                  <a:gd name="T72" fmla="*/ 33 w 614"/>
                  <a:gd name="T73" fmla="*/ 500 h 737"/>
                  <a:gd name="T74" fmla="*/ 52 w 614"/>
                  <a:gd name="T75" fmla="*/ 548 h 737"/>
                  <a:gd name="T76" fmla="*/ 76 w 614"/>
                  <a:gd name="T77" fmla="*/ 592 h 737"/>
                  <a:gd name="T78" fmla="*/ 127 w 614"/>
                  <a:gd name="T79" fmla="*/ 648 h 737"/>
                  <a:gd name="T80" fmla="*/ 152 w 614"/>
                  <a:gd name="T81" fmla="*/ 680 h 737"/>
                  <a:gd name="T82" fmla="*/ 202 w 614"/>
                  <a:gd name="T83" fmla="*/ 708 h 737"/>
                  <a:gd name="T84" fmla="*/ 254 w 614"/>
                  <a:gd name="T85" fmla="*/ 723 h 737"/>
                  <a:gd name="T86" fmla="*/ 331 w 614"/>
                  <a:gd name="T87" fmla="*/ 721 h 737"/>
                  <a:gd name="T88" fmla="*/ 394 w 614"/>
                  <a:gd name="T89" fmla="*/ 716 h 737"/>
                  <a:gd name="T90" fmla="*/ 445 w 614"/>
                  <a:gd name="T91" fmla="*/ 691 h 737"/>
                  <a:gd name="T92" fmla="*/ 487 w 614"/>
                  <a:gd name="T93" fmla="*/ 659 h 737"/>
                  <a:gd name="T94" fmla="*/ 519 w 614"/>
                  <a:gd name="T95" fmla="*/ 626 h 737"/>
                  <a:gd name="T96" fmla="*/ 535 w 614"/>
                  <a:gd name="T97" fmla="*/ 581 h 737"/>
                  <a:gd name="T98" fmla="*/ 429 w 614"/>
                  <a:gd name="T99" fmla="*/ 685 h 737"/>
                  <a:gd name="T100" fmla="*/ 300 w 614"/>
                  <a:gd name="T101" fmla="*/ 720 h 737"/>
                  <a:gd name="T102" fmla="*/ 182 w 614"/>
                  <a:gd name="T103" fmla="*/ 686 h 737"/>
                  <a:gd name="T104" fmla="*/ 76 w 614"/>
                  <a:gd name="T105" fmla="*/ 580 h 737"/>
                  <a:gd name="T106" fmla="*/ 29 w 614"/>
                  <a:gd name="T107" fmla="*/ 461 h 737"/>
                  <a:gd name="T108" fmla="*/ 19 w 614"/>
                  <a:gd name="T109" fmla="*/ 341 h 737"/>
                  <a:gd name="T110" fmla="*/ 55 w 614"/>
                  <a:gd name="T111" fmla="*/ 198 h 737"/>
                  <a:gd name="T112" fmla="*/ 144 w 614"/>
                  <a:gd name="T113" fmla="*/ 79 h 737"/>
                  <a:gd name="T114" fmla="*/ 255 w 614"/>
                  <a:gd name="T115" fmla="*/ 23 h 737"/>
                  <a:gd name="T116" fmla="*/ 375 w 614"/>
                  <a:gd name="T117" fmla="*/ 27 h 737"/>
                  <a:gd name="T118" fmla="*/ 499 w 614"/>
                  <a:gd name="T119" fmla="*/ 106 h 737"/>
                  <a:gd name="T120" fmla="*/ 574 w 614"/>
                  <a:gd name="T121" fmla="*/ 235 h 737"/>
                  <a:gd name="T122" fmla="*/ 595 w 614"/>
                  <a:gd name="T123" fmla="*/ 359 h 737"/>
                  <a:gd name="T124" fmla="*/ 580 w 614"/>
                  <a:gd name="T125" fmla="*/ 482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4" h="737">
                    <a:moveTo>
                      <a:pt x="542" y="602"/>
                    </a:move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3" y="600"/>
                      <a:pt x="543" y="600"/>
                      <a:pt x="543" y="600"/>
                    </a:cubicBezTo>
                    <a:cubicBezTo>
                      <a:pt x="546" y="598"/>
                      <a:pt x="549" y="595"/>
                      <a:pt x="551" y="591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2" y="590"/>
                      <a:pt x="552" y="590"/>
                      <a:pt x="552" y="590"/>
                    </a:cubicBezTo>
                    <a:cubicBezTo>
                      <a:pt x="554" y="587"/>
                      <a:pt x="555" y="583"/>
                      <a:pt x="556" y="579"/>
                    </a:cubicBezTo>
                    <a:cubicBezTo>
                      <a:pt x="556" y="579"/>
                      <a:pt x="556" y="579"/>
                      <a:pt x="556" y="579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57" y="577"/>
                      <a:pt x="557" y="577"/>
                      <a:pt x="557" y="577"/>
                    </a:cubicBezTo>
                    <a:cubicBezTo>
                      <a:pt x="562" y="573"/>
                      <a:pt x="566" y="567"/>
                      <a:pt x="568" y="556"/>
                    </a:cubicBezTo>
                    <a:cubicBezTo>
                      <a:pt x="568" y="556"/>
                      <a:pt x="568" y="556"/>
                      <a:pt x="568" y="556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69" y="555"/>
                      <a:pt x="569" y="555"/>
                      <a:pt x="569" y="555"/>
                    </a:cubicBezTo>
                    <a:cubicBezTo>
                      <a:pt x="574" y="550"/>
                      <a:pt x="578" y="544"/>
                      <a:pt x="579" y="533"/>
                    </a:cubicBezTo>
                    <a:cubicBezTo>
                      <a:pt x="579" y="533"/>
                      <a:pt x="579" y="533"/>
                      <a:pt x="579" y="533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0" y="531"/>
                      <a:pt x="580" y="531"/>
                      <a:pt x="580" y="531"/>
                    </a:cubicBezTo>
                    <a:cubicBezTo>
                      <a:pt x="582" y="529"/>
                      <a:pt x="584" y="526"/>
                      <a:pt x="586" y="521"/>
                    </a:cubicBezTo>
                    <a:cubicBezTo>
                      <a:pt x="586" y="521"/>
                      <a:pt x="586" y="521"/>
                      <a:pt x="586" y="521"/>
                    </a:cubicBezTo>
                    <a:cubicBezTo>
                      <a:pt x="587" y="518"/>
                      <a:pt x="588" y="513"/>
                      <a:pt x="589" y="508"/>
                    </a:cubicBezTo>
                    <a:cubicBezTo>
                      <a:pt x="589" y="508"/>
                      <a:pt x="589" y="508"/>
                      <a:pt x="589" y="508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89" y="506"/>
                      <a:pt x="589" y="506"/>
                      <a:pt x="589" y="506"/>
                    </a:cubicBezTo>
                    <a:cubicBezTo>
                      <a:pt x="593" y="502"/>
                      <a:pt x="596" y="495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6" y="484"/>
                      <a:pt x="596" y="484"/>
                      <a:pt x="596" y="484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597" y="482"/>
                      <a:pt x="597" y="482"/>
                      <a:pt x="597" y="482"/>
                    </a:cubicBezTo>
                    <a:cubicBezTo>
                      <a:pt x="600" y="477"/>
                      <a:pt x="602" y="471"/>
                      <a:pt x="602" y="462"/>
                    </a:cubicBezTo>
                    <a:cubicBezTo>
                      <a:pt x="602" y="461"/>
                      <a:pt x="602" y="460"/>
                      <a:pt x="602" y="459"/>
                    </a:cubicBezTo>
                    <a:cubicBezTo>
                      <a:pt x="602" y="459"/>
                      <a:pt x="602" y="459"/>
                      <a:pt x="602" y="459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05" y="454"/>
                      <a:pt x="606" y="450"/>
                      <a:pt x="607" y="446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5"/>
                      <a:pt x="607" y="445"/>
                      <a:pt x="607" y="445"/>
                    </a:cubicBezTo>
                    <a:cubicBezTo>
                      <a:pt x="607" y="443"/>
                      <a:pt x="607" y="441"/>
                      <a:pt x="607" y="440"/>
                    </a:cubicBezTo>
                    <a:cubicBezTo>
                      <a:pt x="607" y="437"/>
                      <a:pt x="607" y="435"/>
                      <a:pt x="607" y="433"/>
                    </a:cubicBezTo>
                    <a:cubicBezTo>
                      <a:pt x="607" y="432"/>
                      <a:pt x="607" y="432"/>
                      <a:pt x="607" y="432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7" y="431"/>
                      <a:pt x="607" y="431"/>
                      <a:pt x="607" y="431"/>
                    </a:cubicBezTo>
                    <a:cubicBezTo>
                      <a:pt x="609" y="427"/>
                      <a:pt x="611" y="422"/>
                      <a:pt x="611" y="416"/>
                    </a:cubicBezTo>
                    <a:cubicBezTo>
                      <a:pt x="611" y="414"/>
                      <a:pt x="610" y="411"/>
                      <a:pt x="610" y="407"/>
                    </a:cubicBezTo>
                    <a:cubicBezTo>
                      <a:pt x="610" y="407"/>
                      <a:pt x="610" y="407"/>
                      <a:pt x="610" y="407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12" y="402"/>
                      <a:pt x="613" y="398"/>
                      <a:pt x="613" y="393"/>
                    </a:cubicBezTo>
                    <a:cubicBezTo>
                      <a:pt x="613" y="389"/>
                      <a:pt x="612" y="386"/>
                      <a:pt x="611" y="382"/>
                    </a:cubicBezTo>
                    <a:cubicBezTo>
                      <a:pt x="611" y="382"/>
                      <a:pt x="611" y="382"/>
                      <a:pt x="611" y="382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1" y="380"/>
                      <a:pt x="611" y="380"/>
                      <a:pt x="611" y="380"/>
                    </a:cubicBezTo>
                    <a:cubicBezTo>
                      <a:pt x="613" y="377"/>
                      <a:pt x="614" y="373"/>
                      <a:pt x="614" y="368"/>
                    </a:cubicBezTo>
                    <a:cubicBezTo>
                      <a:pt x="614" y="368"/>
                      <a:pt x="614" y="368"/>
                      <a:pt x="614" y="368"/>
                    </a:cubicBezTo>
                    <a:cubicBezTo>
                      <a:pt x="614" y="367"/>
                      <a:pt x="614" y="367"/>
                      <a:pt x="614" y="367"/>
                    </a:cubicBezTo>
                    <a:cubicBezTo>
                      <a:pt x="613" y="364"/>
                      <a:pt x="613" y="360"/>
                      <a:pt x="611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1" y="353"/>
                      <a:pt x="611" y="353"/>
                      <a:pt x="611" y="353"/>
                    </a:cubicBezTo>
                    <a:cubicBezTo>
                      <a:pt x="612" y="350"/>
                      <a:pt x="613" y="348"/>
                      <a:pt x="613" y="344"/>
                    </a:cubicBezTo>
                    <a:cubicBezTo>
                      <a:pt x="613" y="340"/>
                      <a:pt x="612" y="335"/>
                      <a:pt x="610" y="330"/>
                    </a:cubicBezTo>
                    <a:cubicBezTo>
                      <a:pt x="610" y="329"/>
                      <a:pt x="610" y="329"/>
                      <a:pt x="610" y="329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8"/>
                      <a:pt x="610" y="328"/>
                      <a:pt x="610" y="328"/>
                    </a:cubicBezTo>
                    <a:cubicBezTo>
                      <a:pt x="610" y="325"/>
                      <a:pt x="611" y="323"/>
                      <a:pt x="611" y="320"/>
                    </a:cubicBezTo>
                    <a:cubicBezTo>
                      <a:pt x="611" y="316"/>
                      <a:pt x="610" y="310"/>
                      <a:pt x="607" y="304"/>
                    </a:cubicBezTo>
                    <a:cubicBezTo>
                      <a:pt x="607" y="304"/>
                      <a:pt x="607" y="304"/>
                      <a:pt x="607" y="304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2"/>
                      <a:pt x="607" y="302"/>
                      <a:pt x="607" y="302"/>
                    </a:cubicBezTo>
                    <a:cubicBezTo>
                      <a:pt x="607" y="300"/>
                      <a:pt x="607" y="298"/>
                      <a:pt x="607" y="296"/>
                    </a:cubicBezTo>
                    <a:cubicBezTo>
                      <a:pt x="607" y="294"/>
                      <a:pt x="607" y="293"/>
                      <a:pt x="607" y="291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9"/>
                      <a:pt x="606" y="289"/>
                      <a:pt x="606" y="289"/>
                    </a:cubicBezTo>
                    <a:cubicBezTo>
                      <a:pt x="606" y="286"/>
                      <a:pt x="604" y="282"/>
                      <a:pt x="602" y="278"/>
                    </a:cubicBezTo>
                    <a:cubicBezTo>
                      <a:pt x="602" y="278"/>
                      <a:pt x="602" y="278"/>
                      <a:pt x="602" y="278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602" y="275"/>
                      <a:pt x="602" y="273"/>
                      <a:pt x="602" y="272"/>
                    </a:cubicBezTo>
                    <a:cubicBezTo>
                      <a:pt x="602" y="267"/>
                      <a:pt x="601" y="260"/>
                      <a:pt x="596" y="253"/>
                    </a:cubicBezTo>
                    <a:cubicBezTo>
                      <a:pt x="596" y="253"/>
                      <a:pt x="596" y="253"/>
                      <a:pt x="596" y="253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6" y="250"/>
                      <a:pt x="596" y="249"/>
                      <a:pt x="596" y="248"/>
                    </a:cubicBezTo>
                    <a:cubicBezTo>
                      <a:pt x="596" y="243"/>
                      <a:pt x="594" y="236"/>
                      <a:pt x="589" y="229"/>
                    </a:cubicBezTo>
                    <a:cubicBezTo>
                      <a:pt x="589" y="229"/>
                      <a:pt x="589" y="229"/>
                      <a:pt x="589" y="229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7"/>
                      <a:pt x="588" y="227"/>
                      <a:pt x="588" y="227"/>
                    </a:cubicBezTo>
                    <a:cubicBezTo>
                      <a:pt x="588" y="226"/>
                      <a:pt x="588" y="226"/>
                      <a:pt x="588" y="226"/>
                    </a:cubicBezTo>
                    <a:cubicBezTo>
                      <a:pt x="588" y="223"/>
                      <a:pt x="587" y="219"/>
                      <a:pt x="586" y="215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5" y="214"/>
                      <a:pt x="585" y="214"/>
                      <a:pt x="585" y="214"/>
                    </a:cubicBezTo>
                    <a:cubicBezTo>
                      <a:pt x="584" y="211"/>
                      <a:pt x="582" y="207"/>
                      <a:pt x="579" y="204"/>
                    </a:cubicBezTo>
                    <a:cubicBezTo>
                      <a:pt x="579" y="204"/>
                      <a:pt x="579" y="204"/>
                      <a:pt x="579" y="204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9" y="202"/>
                      <a:pt x="579" y="202"/>
                      <a:pt x="579" y="202"/>
                    </a:cubicBezTo>
                    <a:cubicBezTo>
                      <a:pt x="578" y="196"/>
                      <a:pt x="576" y="189"/>
                      <a:pt x="569" y="180"/>
                    </a:cubicBezTo>
                    <a:cubicBezTo>
                      <a:pt x="569" y="180"/>
                      <a:pt x="569" y="180"/>
                      <a:pt x="569" y="180"/>
                    </a:cubicBezTo>
                    <a:cubicBezTo>
                      <a:pt x="568" y="179"/>
                      <a:pt x="568" y="179"/>
                      <a:pt x="568" y="179"/>
                    </a:cubicBezTo>
                    <a:cubicBezTo>
                      <a:pt x="568" y="178"/>
                      <a:pt x="568" y="178"/>
                      <a:pt x="568" y="178"/>
                    </a:cubicBezTo>
                    <a:cubicBezTo>
                      <a:pt x="567" y="172"/>
                      <a:pt x="564" y="165"/>
                      <a:pt x="557" y="158"/>
                    </a:cubicBezTo>
                    <a:cubicBezTo>
                      <a:pt x="556" y="158"/>
                      <a:pt x="556" y="158"/>
                      <a:pt x="556" y="158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5" y="156"/>
                      <a:pt x="555" y="156"/>
                      <a:pt x="555" y="156"/>
                    </a:cubicBezTo>
                    <a:cubicBezTo>
                      <a:pt x="555" y="153"/>
                      <a:pt x="554" y="149"/>
                      <a:pt x="551" y="145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50" y="144"/>
                      <a:pt x="550" y="144"/>
                      <a:pt x="550" y="144"/>
                    </a:cubicBezTo>
                    <a:cubicBezTo>
                      <a:pt x="548" y="141"/>
                      <a:pt x="546" y="138"/>
                      <a:pt x="542" y="135"/>
                    </a:cubicBezTo>
                    <a:cubicBezTo>
                      <a:pt x="542" y="135"/>
                      <a:pt x="542" y="135"/>
                      <a:pt x="542" y="135"/>
                    </a:cubicBezTo>
                    <a:cubicBezTo>
                      <a:pt x="541" y="134"/>
                      <a:pt x="541" y="134"/>
                      <a:pt x="541" y="134"/>
                    </a:cubicBezTo>
                    <a:cubicBezTo>
                      <a:pt x="541" y="133"/>
                      <a:pt x="541" y="133"/>
                      <a:pt x="541" y="133"/>
                    </a:cubicBezTo>
                    <a:cubicBezTo>
                      <a:pt x="540" y="127"/>
                      <a:pt x="536" y="121"/>
                      <a:pt x="527" y="115"/>
                    </a:cubicBezTo>
                    <a:cubicBezTo>
                      <a:pt x="527" y="114"/>
                      <a:pt x="527" y="114"/>
                      <a:pt x="527" y="114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6" y="113"/>
                      <a:pt x="526" y="113"/>
                      <a:pt x="526" y="113"/>
                    </a:cubicBezTo>
                    <a:cubicBezTo>
                      <a:pt x="524" y="107"/>
                      <a:pt x="519" y="101"/>
                      <a:pt x="510" y="95"/>
                    </a:cubicBezTo>
                    <a:cubicBezTo>
                      <a:pt x="510" y="95"/>
                      <a:pt x="510" y="95"/>
                      <a:pt x="510" y="95"/>
                    </a:cubicBezTo>
                    <a:cubicBezTo>
                      <a:pt x="509" y="94"/>
                      <a:pt x="509" y="94"/>
                      <a:pt x="509" y="94"/>
                    </a:cubicBezTo>
                    <a:cubicBezTo>
                      <a:pt x="509" y="93"/>
                      <a:pt x="509" y="93"/>
                      <a:pt x="509" y="93"/>
                    </a:cubicBezTo>
                    <a:cubicBezTo>
                      <a:pt x="507" y="90"/>
                      <a:pt x="505" y="87"/>
                      <a:pt x="502" y="84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501" y="83"/>
                      <a:pt x="501" y="83"/>
                      <a:pt x="501" y="83"/>
                    </a:cubicBezTo>
                    <a:cubicBezTo>
                      <a:pt x="499" y="81"/>
                      <a:pt x="495" y="78"/>
                      <a:pt x="491" y="76"/>
                    </a:cubicBezTo>
                    <a:cubicBezTo>
                      <a:pt x="491" y="76"/>
                      <a:pt x="491" y="76"/>
                      <a:pt x="491" y="76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90" y="75"/>
                      <a:pt x="490" y="75"/>
                      <a:pt x="490" y="75"/>
                    </a:cubicBezTo>
                    <a:cubicBezTo>
                      <a:pt x="487" y="69"/>
                      <a:pt x="482" y="63"/>
                      <a:pt x="471" y="59"/>
                    </a:cubicBezTo>
                    <a:cubicBezTo>
                      <a:pt x="471" y="59"/>
                      <a:pt x="471" y="59"/>
                      <a:pt x="471" y="59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70" y="58"/>
                      <a:pt x="470" y="58"/>
                      <a:pt x="470" y="58"/>
                    </a:cubicBezTo>
                    <a:cubicBezTo>
                      <a:pt x="467" y="53"/>
                      <a:pt x="461" y="48"/>
                      <a:pt x="450" y="45"/>
                    </a:cubicBezTo>
                    <a:cubicBezTo>
                      <a:pt x="450" y="44"/>
                      <a:pt x="450" y="44"/>
                      <a:pt x="450" y="44"/>
                    </a:cubicBezTo>
                    <a:cubicBezTo>
                      <a:pt x="449" y="44"/>
                      <a:pt x="449" y="44"/>
                      <a:pt x="449" y="44"/>
                    </a:cubicBezTo>
                    <a:cubicBezTo>
                      <a:pt x="449" y="43"/>
                      <a:pt x="449" y="43"/>
                      <a:pt x="449" y="43"/>
                    </a:cubicBezTo>
                    <a:cubicBezTo>
                      <a:pt x="446" y="41"/>
                      <a:pt x="444" y="38"/>
                      <a:pt x="440" y="36"/>
                    </a:cubicBezTo>
                    <a:cubicBezTo>
                      <a:pt x="440" y="36"/>
                      <a:pt x="440" y="36"/>
                      <a:pt x="440" y="36"/>
                    </a:cubicBezTo>
                    <a:cubicBezTo>
                      <a:pt x="436" y="34"/>
                      <a:pt x="432" y="32"/>
                      <a:pt x="427" y="31"/>
                    </a:cubicBezTo>
                    <a:cubicBezTo>
                      <a:pt x="427" y="31"/>
                      <a:pt x="427" y="31"/>
                      <a:pt x="427" y="31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5" y="30"/>
                      <a:pt x="425" y="30"/>
                      <a:pt x="425" y="30"/>
                    </a:cubicBezTo>
                    <a:cubicBezTo>
                      <a:pt x="421" y="26"/>
                      <a:pt x="414" y="21"/>
                      <a:pt x="403" y="20"/>
                    </a:cubicBezTo>
                    <a:cubicBezTo>
                      <a:pt x="403" y="20"/>
                      <a:pt x="403" y="20"/>
                      <a:pt x="403" y="20"/>
                    </a:cubicBezTo>
                    <a:cubicBezTo>
                      <a:pt x="402" y="20"/>
                      <a:pt x="402" y="20"/>
                      <a:pt x="402" y="20"/>
                    </a:cubicBezTo>
                    <a:cubicBezTo>
                      <a:pt x="401" y="19"/>
                      <a:pt x="401" y="19"/>
                      <a:pt x="401" y="19"/>
                    </a:cubicBezTo>
                    <a:cubicBezTo>
                      <a:pt x="397" y="15"/>
                      <a:pt x="390" y="12"/>
                      <a:pt x="379" y="12"/>
                    </a:cubicBezTo>
                    <a:cubicBezTo>
                      <a:pt x="379" y="12"/>
                      <a:pt x="379" y="12"/>
                      <a:pt x="379" y="12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7" y="11"/>
                      <a:pt x="377" y="11"/>
                      <a:pt x="377" y="11"/>
                    </a:cubicBezTo>
                    <a:cubicBezTo>
                      <a:pt x="374" y="9"/>
                      <a:pt x="371" y="7"/>
                      <a:pt x="366" y="6"/>
                    </a:cubicBezTo>
                    <a:cubicBezTo>
                      <a:pt x="366" y="6"/>
                      <a:pt x="366" y="6"/>
                      <a:pt x="366" y="6"/>
                    </a:cubicBezTo>
                    <a:cubicBezTo>
                      <a:pt x="363" y="6"/>
                      <a:pt x="360" y="5"/>
                      <a:pt x="357" y="5"/>
                    </a:cubicBezTo>
                    <a:cubicBezTo>
                      <a:pt x="355" y="5"/>
                      <a:pt x="354" y="5"/>
                      <a:pt x="352" y="5"/>
                    </a:cubicBezTo>
                    <a:cubicBezTo>
                      <a:pt x="352" y="5"/>
                      <a:pt x="352" y="5"/>
                      <a:pt x="352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0" y="5"/>
                      <a:pt x="350" y="5"/>
                      <a:pt x="350" y="5"/>
                    </a:cubicBezTo>
                    <a:cubicBezTo>
                      <a:pt x="347" y="3"/>
                      <a:pt x="342" y="1"/>
                      <a:pt x="335" y="1"/>
                    </a:cubicBezTo>
                    <a:cubicBezTo>
                      <a:pt x="333" y="1"/>
                      <a:pt x="330" y="2"/>
                      <a:pt x="327" y="2"/>
                    </a:cubicBezTo>
                    <a:cubicBezTo>
                      <a:pt x="327" y="2"/>
                      <a:pt x="327" y="2"/>
                      <a:pt x="327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5" y="2"/>
                      <a:pt x="325" y="2"/>
                      <a:pt x="325" y="2"/>
                    </a:cubicBezTo>
                    <a:cubicBezTo>
                      <a:pt x="321" y="1"/>
                      <a:pt x="318" y="0"/>
                      <a:pt x="313" y="0"/>
                    </a:cubicBezTo>
                    <a:cubicBezTo>
                      <a:pt x="309" y="0"/>
                      <a:pt x="305" y="0"/>
                      <a:pt x="301" y="2"/>
                    </a:cubicBezTo>
                    <a:cubicBezTo>
                      <a:pt x="301" y="2"/>
                      <a:pt x="301" y="2"/>
                      <a:pt x="301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6" y="1"/>
                      <a:pt x="293" y="0"/>
                      <a:pt x="290" y="0"/>
                    </a:cubicBezTo>
                    <a:cubicBezTo>
                      <a:pt x="289" y="0"/>
                      <a:pt x="288" y="0"/>
                      <a:pt x="287" y="0"/>
                    </a:cubicBezTo>
                    <a:cubicBezTo>
                      <a:pt x="287" y="0"/>
                      <a:pt x="287" y="0"/>
                      <a:pt x="287" y="0"/>
                    </a:cubicBezTo>
                    <a:cubicBezTo>
                      <a:pt x="283" y="1"/>
                      <a:pt x="279" y="1"/>
                      <a:pt x="274" y="4"/>
                    </a:cubicBezTo>
                    <a:cubicBezTo>
                      <a:pt x="274" y="4"/>
                      <a:pt x="274" y="4"/>
                      <a:pt x="274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2" y="4"/>
                      <a:pt x="272" y="4"/>
                      <a:pt x="272" y="4"/>
                    </a:cubicBezTo>
                    <a:cubicBezTo>
                      <a:pt x="270" y="3"/>
                      <a:pt x="268" y="3"/>
                      <a:pt x="266" y="3"/>
                    </a:cubicBezTo>
                    <a:cubicBezTo>
                      <a:pt x="261" y="3"/>
                      <a:pt x="255" y="4"/>
                      <a:pt x="248" y="8"/>
                    </a:cubicBezTo>
                    <a:cubicBezTo>
                      <a:pt x="248" y="8"/>
                      <a:pt x="248" y="8"/>
                      <a:pt x="248" y="8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6" y="9"/>
                      <a:pt x="246" y="9"/>
                      <a:pt x="246" y="9"/>
                    </a:cubicBezTo>
                    <a:cubicBezTo>
                      <a:pt x="245" y="8"/>
                      <a:pt x="244" y="8"/>
                      <a:pt x="243" y="8"/>
                    </a:cubicBezTo>
                    <a:cubicBezTo>
                      <a:pt x="238" y="8"/>
                      <a:pt x="231" y="10"/>
                      <a:pt x="223" y="15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2" y="16"/>
                      <a:pt x="222" y="16"/>
                      <a:pt x="222" y="16"/>
                    </a:cubicBezTo>
                    <a:cubicBezTo>
                      <a:pt x="221" y="16"/>
                      <a:pt x="221" y="16"/>
                      <a:pt x="221" y="16"/>
                    </a:cubicBezTo>
                    <a:cubicBezTo>
                      <a:pt x="221" y="16"/>
                      <a:pt x="221" y="16"/>
                      <a:pt x="220" y="16"/>
                    </a:cubicBezTo>
                    <a:cubicBezTo>
                      <a:pt x="217" y="16"/>
                      <a:pt x="213" y="17"/>
                      <a:pt x="210" y="18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5" y="20"/>
                      <a:pt x="202" y="22"/>
                      <a:pt x="198" y="25"/>
                    </a:cubicBezTo>
                    <a:cubicBezTo>
                      <a:pt x="198" y="25"/>
                      <a:pt x="198" y="25"/>
                      <a:pt x="198" y="25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0" y="27"/>
                      <a:pt x="183" y="29"/>
                      <a:pt x="175" y="37"/>
                    </a:cubicBezTo>
                    <a:cubicBezTo>
                      <a:pt x="175" y="37"/>
                      <a:pt x="175" y="37"/>
                      <a:pt x="175" y="37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67" y="39"/>
                      <a:pt x="160" y="43"/>
                      <a:pt x="153" y="51"/>
                    </a:cubicBezTo>
                    <a:cubicBezTo>
                      <a:pt x="153" y="51"/>
                      <a:pt x="153" y="51"/>
                      <a:pt x="153" y="51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48" y="53"/>
                      <a:pt x="145" y="55"/>
                      <a:pt x="141" y="58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40" y="59"/>
                      <a:pt x="140" y="59"/>
                      <a:pt x="140" y="59"/>
                    </a:cubicBezTo>
                    <a:cubicBezTo>
                      <a:pt x="137" y="61"/>
                      <a:pt x="135" y="64"/>
                      <a:pt x="132" y="68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1" y="69"/>
                      <a:pt x="131" y="69"/>
                      <a:pt x="131" y="69"/>
                    </a:cubicBezTo>
                    <a:cubicBezTo>
                      <a:pt x="130" y="69"/>
                      <a:pt x="130" y="69"/>
                      <a:pt x="130" y="69"/>
                    </a:cubicBezTo>
                    <a:cubicBezTo>
                      <a:pt x="125" y="71"/>
                      <a:pt x="119" y="75"/>
                      <a:pt x="113" y="85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06" y="89"/>
                      <a:pt x="100" y="94"/>
                      <a:pt x="96" y="104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1" y="107"/>
                      <a:pt x="88" y="109"/>
                      <a:pt x="85" y="113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2" y="117"/>
                      <a:pt x="80" y="120"/>
                      <a:pt x="79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8" y="126"/>
                      <a:pt x="78" y="126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2" y="130"/>
                      <a:pt x="67" y="135"/>
                      <a:pt x="64" y="146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58" y="151"/>
                      <a:pt x="54" y="157"/>
                      <a:pt x="51" y="168"/>
                    </a:cubicBezTo>
                    <a:cubicBezTo>
                      <a:pt x="51" y="168"/>
                      <a:pt x="51" y="168"/>
                      <a:pt x="51" y="168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48" y="172"/>
                      <a:pt x="45" y="175"/>
                      <a:pt x="43" y="179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1" y="184"/>
                      <a:pt x="40" y="187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4" y="198"/>
                      <a:pt x="30" y="205"/>
                      <a:pt x="29" y="216"/>
                    </a:cubicBezTo>
                    <a:cubicBezTo>
                      <a:pt x="29" y="216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29" y="218"/>
                      <a:pt x="29" y="218"/>
                      <a:pt x="29" y="218"/>
                    </a:cubicBezTo>
                    <a:cubicBezTo>
                      <a:pt x="24" y="222"/>
                      <a:pt x="21" y="229"/>
                      <a:pt x="21" y="240"/>
                    </a:cubicBezTo>
                    <a:cubicBezTo>
                      <a:pt x="21" y="240"/>
                      <a:pt x="21" y="240"/>
                      <a:pt x="21" y="240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0" y="242"/>
                      <a:pt x="20" y="242"/>
                      <a:pt x="20" y="242"/>
                    </a:cubicBezTo>
                    <a:cubicBezTo>
                      <a:pt x="18" y="244"/>
                      <a:pt x="17" y="248"/>
                      <a:pt x="15" y="252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5" y="254"/>
                      <a:pt x="15" y="254"/>
                      <a:pt x="15" y="254"/>
                    </a:cubicBezTo>
                    <a:cubicBezTo>
                      <a:pt x="14" y="256"/>
                      <a:pt x="14" y="259"/>
                      <a:pt x="14" y="263"/>
                    </a:cubicBezTo>
                    <a:cubicBezTo>
                      <a:pt x="14" y="264"/>
                      <a:pt x="14" y="265"/>
                      <a:pt x="14" y="265"/>
                    </a:cubicBezTo>
                    <a:cubicBezTo>
                      <a:pt x="14" y="266"/>
                      <a:pt x="14" y="266"/>
                      <a:pt x="14" y="266"/>
                    </a:cubicBezTo>
                    <a:cubicBezTo>
                      <a:pt x="14" y="267"/>
                      <a:pt x="14" y="267"/>
                      <a:pt x="14" y="267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1" y="272"/>
                      <a:pt x="8" y="277"/>
                      <a:pt x="8" y="285"/>
                    </a:cubicBezTo>
                    <a:cubicBezTo>
                      <a:pt x="8" y="287"/>
                      <a:pt x="9" y="289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6" y="296"/>
                      <a:pt x="4" y="301"/>
                      <a:pt x="4" y="308"/>
                    </a:cubicBezTo>
                    <a:cubicBezTo>
                      <a:pt x="4" y="310"/>
                      <a:pt x="5" y="313"/>
                      <a:pt x="5" y="316"/>
                    </a:cubicBezTo>
                    <a:cubicBezTo>
                      <a:pt x="5" y="316"/>
                      <a:pt x="5" y="316"/>
                      <a:pt x="5" y="316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5" y="318"/>
                      <a:pt x="5" y="318"/>
                      <a:pt x="5" y="318"/>
                    </a:cubicBezTo>
                    <a:cubicBezTo>
                      <a:pt x="3" y="321"/>
                      <a:pt x="2" y="325"/>
                      <a:pt x="2" y="329"/>
                    </a:cubicBezTo>
                    <a:cubicBezTo>
                      <a:pt x="2" y="329"/>
                      <a:pt x="2" y="329"/>
                      <a:pt x="2" y="329"/>
                    </a:cubicBezTo>
                    <a:cubicBezTo>
                      <a:pt x="1" y="330"/>
                      <a:pt x="1" y="331"/>
                      <a:pt x="1" y="332"/>
                    </a:cubicBezTo>
                    <a:cubicBezTo>
                      <a:pt x="1" y="335"/>
                      <a:pt x="2" y="339"/>
                      <a:pt x="3" y="342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3" y="344"/>
                      <a:pt x="3" y="344"/>
                      <a:pt x="3" y="344"/>
                    </a:cubicBezTo>
                    <a:cubicBezTo>
                      <a:pt x="2" y="344"/>
                      <a:pt x="2" y="344"/>
                      <a:pt x="2" y="344"/>
                    </a:cubicBezTo>
                    <a:cubicBezTo>
                      <a:pt x="1" y="348"/>
                      <a:pt x="0" y="351"/>
                      <a:pt x="0" y="356"/>
                    </a:cubicBezTo>
                    <a:cubicBezTo>
                      <a:pt x="0" y="359"/>
                      <a:pt x="1" y="363"/>
                      <a:pt x="2" y="368"/>
                    </a:cubicBezTo>
                    <a:cubicBezTo>
                      <a:pt x="2" y="368"/>
                      <a:pt x="2" y="368"/>
                      <a:pt x="2" y="368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2" y="370"/>
                      <a:pt x="2" y="370"/>
                      <a:pt x="2" y="370"/>
                    </a:cubicBezTo>
                    <a:cubicBezTo>
                      <a:pt x="1" y="373"/>
                      <a:pt x="0" y="376"/>
                      <a:pt x="0" y="380"/>
                    </a:cubicBezTo>
                    <a:cubicBezTo>
                      <a:pt x="0" y="384"/>
                      <a:pt x="1" y="388"/>
                      <a:pt x="3" y="393"/>
                    </a:cubicBezTo>
                    <a:cubicBezTo>
                      <a:pt x="3" y="394"/>
                      <a:pt x="3" y="394"/>
                      <a:pt x="3" y="394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3" y="395"/>
                      <a:pt x="3" y="395"/>
                      <a:pt x="3" y="395"/>
                    </a:cubicBezTo>
                    <a:cubicBezTo>
                      <a:pt x="2" y="398"/>
                      <a:pt x="1" y="401"/>
                      <a:pt x="1" y="404"/>
                    </a:cubicBezTo>
                    <a:cubicBezTo>
                      <a:pt x="1" y="405"/>
                      <a:pt x="1" y="406"/>
                      <a:pt x="2" y="407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08"/>
                      <a:pt x="2" y="408"/>
                      <a:pt x="2" y="408"/>
                    </a:cubicBezTo>
                    <a:cubicBezTo>
                      <a:pt x="2" y="412"/>
                      <a:pt x="3" y="416"/>
                      <a:pt x="5" y="420"/>
                    </a:cubicBezTo>
                    <a:cubicBezTo>
                      <a:pt x="5" y="420"/>
                      <a:pt x="5" y="420"/>
                      <a:pt x="5" y="420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2"/>
                      <a:pt x="5" y="422"/>
                      <a:pt x="5" y="422"/>
                    </a:cubicBezTo>
                    <a:cubicBezTo>
                      <a:pt x="5" y="424"/>
                      <a:pt x="4" y="426"/>
                      <a:pt x="4" y="428"/>
                    </a:cubicBezTo>
                    <a:cubicBezTo>
                      <a:pt x="4" y="433"/>
                      <a:pt x="5" y="439"/>
                      <a:pt x="9" y="445"/>
                    </a:cubicBezTo>
                    <a:cubicBezTo>
                      <a:pt x="9" y="445"/>
                      <a:pt x="9" y="445"/>
                      <a:pt x="9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9" y="449"/>
                      <a:pt x="8" y="450"/>
                      <a:pt x="8" y="452"/>
                    </a:cubicBezTo>
                    <a:cubicBezTo>
                      <a:pt x="8" y="457"/>
                      <a:pt x="10" y="463"/>
                      <a:pt x="14" y="470"/>
                    </a:cubicBezTo>
                    <a:cubicBezTo>
                      <a:pt x="14" y="470"/>
                      <a:pt x="14" y="470"/>
                      <a:pt x="14" y="470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2"/>
                      <a:pt x="14" y="472"/>
                      <a:pt x="14" y="472"/>
                    </a:cubicBezTo>
                    <a:cubicBezTo>
                      <a:pt x="14" y="473"/>
                      <a:pt x="14" y="475"/>
                      <a:pt x="14" y="476"/>
                    </a:cubicBezTo>
                    <a:cubicBezTo>
                      <a:pt x="14" y="478"/>
                      <a:pt x="14" y="481"/>
                      <a:pt x="15" y="484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6" y="485"/>
                      <a:pt x="16" y="485"/>
                      <a:pt x="16" y="485"/>
                    </a:cubicBezTo>
                    <a:cubicBezTo>
                      <a:pt x="17" y="489"/>
                      <a:pt x="18" y="492"/>
                      <a:pt x="21" y="496"/>
                    </a:cubicBezTo>
                    <a:cubicBezTo>
                      <a:pt x="21" y="496"/>
                      <a:pt x="21" y="496"/>
                      <a:pt x="21" y="496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2" y="498"/>
                      <a:pt x="22" y="498"/>
                      <a:pt x="22" y="498"/>
                    </a:cubicBezTo>
                    <a:cubicBezTo>
                      <a:pt x="21" y="499"/>
                      <a:pt x="21" y="499"/>
                      <a:pt x="21" y="500"/>
                    </a:cubicBezTo>
                    <a:cubicBezTo>
                      <a:pt x="21" y="505"/>
                      <a:pt x="23" y="512"/>
                      <a:pt x="29" y="520"/>
                    </a:cubicBezTo>
                    <a:cubicBezTo>
                      <a:pt x="29" y="520"/>
                      <a:pt x="29" y="520"/>
                      <a:pt x="29" y="520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0" y="522"/>
                      <a:pt x="30" y="523"/>
                      <a:pt x="30" y="523"/>
                    </a:cubicBezTo>
                    <a:cubicBezTo>
                      <a:pt x="30" y="529"/>
                      <a:pt x="32" y="536"/>
                      <a:pt x="39" y="544"/>
                    </a:cubicBezTo>
                    <a:cubicBezTo>
                      <a:pt x="39" y="544"/>
                      <a:pt x="39" y="544"/>
                      <a:pt x="39" y="544"/>
                    </a:cubicBezTo>
                    <a:cubicBezTo>
                      <a:pt x="40" y="545"/>
                      <a:pt x="40" y="545"/>
                      <a:pt x="40" y="545"/>
                    </a:cubicBezTo>
                    <a:cubicBezTo>
                      <a:pt x="40" y="546"/>
                      <a:pt x="40" y="546"/>
                      <a:pt x="40" y="546"/>
                    </a:cubicBezTo>
                    <a:cubicBezTo>
                      <a:pt x="40" y="549"/>
                      <a:pt x="41" y="553"/>
                      <a:pt x="43" y="557"/>
                    </a:cubicBezTo>
                    <a:cubicBezTo>
                      <a:pt x="43" y="557"/>
                      <a:pt x="43" y="557"/>
                      <a:pt x="43" y="557"/>
                    </a:cubicBezTo>
                    <a:cubicBezTo>
                      <a:pt x="45" y="560"/>
                      <a:pt x="47" y="564"/>
                      <a:pt x="51" y="568"/>
                    </a:cubicBezTo>
                    <a:cubicBezTo>
                      <a:pt x="51" y="568"/>
                      <a:pt x="51" y="568"/>
                      <a:pt x="51" y="568"/>
                    </a:cubicBezTo>
                    <a:cubicBezTo>
                      <a:pt x="52" y="569"/>
                      <a:pt x="52" y="569"/>
                      <a:pt x="52" y="569"/>
                    </a:cubicBezTo>
                    <a:cubicBezTo>
                      <a:pt x="52" y="570"/>
                      <a:pt x="52" y="570"/>
                      <a:pt x="52" y="570"/>
                    </a:cubicBezTo>
                    <a:cubicBezTo>
                      <a:pt x="53" y="576"/>
                      <a:pt x="56" y="583"/>
                      <a:pt x="64" y="590"/>
                    </a:cubicBezTo>
                    <a:cubicBezTo>
                      <a:pt x="64" y="590"/>
                      <a:pt x="64" y="590"/>
                      <a:pt x="64" y="590"/>
                    </a:cubicBezTo>
                    <a:cubicBezTo>
                      <a:pt x="65" y="591"/>
                      <a:pt x="65" y="591"/>
                      <a:pt x="65" y="591"/>
                    </a:cubicBezTo>
                    <a:cubicBezTo>
                      <a:pt x="65" y="592"/>
                      <a:pt x="65" y="592"/>
                      <a:pt x="65" y="592"/>
                    </a:cubicBezTo>
                    <a:cubicBezTo>
                      <a:pt x="66" y="598"/>
                      <a:pt x="70" y="604"/>
                      <a:pt x="78" y="611"/>
                    </a:cubicBezTo>
                    <a:cubicBezTo>
                      <a:pt x="78" y="611"/>
                      <a:pt x="78" y="611"/>
                      <a:pt x="78" y="611"/>
                    </a:cubicBezTo>
                    <a:cubicBezTo>
                      <a:pt x="79" y="613"/>
                      <a:pt x="79" y="613"/>
                      <a:pt x="79" y="613"/>
                    </a:cubicBezTo>
                    <a:cubicBezTo>
                      <a:pt x="80" y="613"/>
                      <a:pt x="80" y="613"/>
                      <a:pt x="80" y="613"/>
                    </a:cubicBezTo>
                    <a:cubicBezTo>
                      <a:pt x="80" y="616"/>
                      <a:pt x="82" y="620"/>
                      <a:pt x="85" y="623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6" y="624"/>
                      <a:pt x="86" y="624"/>
                      <a:pt x="86" y="624"/>
                    </a:cubicBezTo>
                    <a:cubicBezTo>
                      <a:pt x="88" y="627"/>
                      <a:pt x="91" y="630"/>
                      <a:pt x="95" y="632"/>
                    </a:cubicBezTo>
                    <a:cubicBezTo>
                      <a:pt x="95" y="632"/>
                      <a:pt x="95" y="632"/>
                      <a:pt x="95" y="632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6" y="634"/>
                      <a:pt x="96" y="634"/>
                      <a:pt x="96" y="634"/>
                    </a:cubicBezTo>
                    <a:cubicBezTo>
                      <a:pt x="98" y="640"/>
                      <a:pt x="103" y="646"/>
                      <a:pt x="113" y="651"/>
                    </a:cubicBezTo>
                    <a:cubicBezTo>
                      <a:pt x="113" y="651"/>
                      <a:pt x="113" y="651"/>
                      <a:pt x="113" y="651"/>
                    </a:cubicBezTo>
                    <a:cubicBezTo>
                      <a:pt x="114" y="652"/>
                      <a:pt x="114" y="652"/>
                      <a:pt x="114" y="652"/>
                    </a:cubicBezTo>
                    <a:cubicBezTo>
                      <a:pt x="114" y="653"/>
                      <a:pt x="114" y="653"/>
                      <a:pt x="114" y="653"/>
                    </a:cubicBezTo>
                    <a:cubicBezTo>
                      <a:pt x="117" y="658"/>
                      <a:pt x="122" y="664"/>
                      <a:pt x="132" y="668"/>
                    </a:cubicBezTo>
                    <a:cubicBezTo>
                      <a:pt x="132" y="668"/>
                      <a:pt x="132" y="668"/>
                      <a:pt x="132" y="668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3" y="670"/>
                      <a:pt x="133" y="670"/>
                      <a:pt x="133" y="670"/>
                    </a:cubicBezTo>
                    <a:cubicBezTo>
                      <a:pt x="135" y="673"/>
                      <a:pt x="137" y="676"/>
                      <a:pt x="141" y="679"/>
                    </a:cubicBezTo>
                    <a:cubicBezTo>
                      <a:pt x="141" y="679"/>
                      <a:pt x="141" y="679"/>
                      <a:pt x="141" y="679"/>
                    </a:cubicBezTo>
                    <a:cubicBezTo>
                      <a:pt x="144" y="681"/>
                      <a:pt x="148" y="683"/>
                      <a:pt x="153" y="685"/>
                    </a:cubicBezTo>
                    <a:cubicBezTo>
                      <a:pt x="153" y="685"/>
                      <a:pt x="153" y="685"/>
                      <a:pt x="153" y="685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5" y="686"/>
                      <a:pt x="155" y="686"/>
                      <a:pt x="155" y="686"/>
                    </a:cubicBezTo>
                    <a:cubicBezTo>
                      <a:pt x="158" y="691"/>
                      <a:pt x="164" y="696"/>
                      <a:pt x="175" y="699"/>
                    </a:cubicBezTo>
                    <a:cubicBezTo>
                      <a:pt x="175" y="699"/>
                      <a:pt x="175" y="699"/>
                      <a:pt x="175" y="699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76" y="700"/>
                      <a:pt x="176" y="700"/>
                      <a:pt x="176" y="700"/>
                    </a:cubicBezTo>
                    <a:cubicBezTo>
                      <a:pt x="180" y="705"/>
                      <a:pt x="187" y="709"/>
                      <a:pt x="198" y="711"/>
                    </a:cubicBezTo>
                    <a:cubicBezTo>
                      <a:pt x="198" y="711"/>
                      <a:pt x="198" y="711"/>
                      <a:pt x="198" y="711"/>
                    </a:cubicBezTo>
                    <a:cubicBezTo>
                      <a:pt x="199" y="711"/>
                      <a:pt x="199" y="711"/>
                      <a:pt x="199" y="711"/>
                    </a:cubicBezTo>
                    <a:cubicBezTo>
                      <a:pt x="200" y="712"/>
                      <a:pt x="200" y="712"/>
                      <a:pt x="200" y="712"/>
                    </a:cubicBezTo>
                    <a:cubicBezTo>
                      <a:pt x="202" y="714"/>
                      <a:pt x="205" y="716"/>
                      <a:pt x="210" y="718"/>
                    </a:cubicBezTo>
                    <a:cubicBezTo>
                      <a:pt x="210" y="718"/>
                      <a:pt x="210" y="718"/>
                      <a:pt x="210" y="718"/>
                    </a:cubicBezTo>
                    <a:cubicBezTo>
                      <a:pt x="213" y="720"/>
                      <a:pt x="217" y="720"/>
                      <a:pt x="223" y="721"/>
                    </a:cubicBezTo>
                    <a:cubicBezTo>
                      <a:pt x="223" y="721"/>
                      <a:pt x="223" y="721"/>
                      <a:pt x="223" y="721"/>
                    </a:cubicBezTo>
                    <a:cubicBezTo>
                      <a:pt x="225" y="721"/>
                      <a:pt x="225" y="721"/>
                      <a:pt x="225" y="721"/>
                    </a:cubicBezTo>
                    <a:cubicBezTo>
                      <a:pt x="225" y="722"/>
                      <a:pt x="225" y="722"/>
                      <a:pt x="225" y="722"/>
                    </a:cubicBezTo>
                    <a:cubicBezTo>
                      <a:pt x="229" y="725"/>
                      <a:pt x="236" y="728"/>
                      <a:pt x="246" y="728"/>
                    </a:cubicBezTo>
                    <a:cubicBezTo>
                      <a:pt x="247" y="728"/>
                      <a:pt x="247" y="728"/>
                      <a:pt x="248" y="728"/>
                    </a:cubicBezTo>
                    <a:cubicBezTo>
                      <a:pt x="248" y="728"/>
                      <a:pt x="248" y="728"/>
                      <a:pt x="248" y="728"/>
                    </a:cubicBezTo>
                    <a:cubicBezTo>
                      <a:pt x="250" y="728"/>
                      <a:pt x="250" y="728"/>
                      <a:pt x="250" y="728"/>
                    </a:cubicBezTo>
                    <a:cubicBezTo>
                      <a:pt x="250" y="729"/>
                      <a:pt x="250" y="729"/>
                      <a:pt x="250" y="729"/>
                    </a:cubicBezTo>
                    <a:cubicBezTo>
                      <a:pt x="254" y="731"/>
                      <a:pt x="259" y="733"/>
                      <a:pt x="267" y="733"/>
                    </a:cubicBezTo>
                    <a:cubicBezTo>
                      <a:pt x="269" y="733"/>
                      <a:pt x="271" y="733"/>
                      <a:pt x="273" y="733"/>
                    </a:cubicBezTo>
                    <a:cubicBezTo>
                      <a:pt x="273" y="733"/>
                      <a:pt x="273" y="733"/>
                      <a:pt x="273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5" y="733"/>
                      <a:pt x="275" y="733"/>
                      <a:pt x="275" y="733"/>
                    </a:cubicBezTo>
                    <a:cubicBezTo>
                      <a:pt x="278" y="735"/>
                      <a:pt x="282" y="736"/>
                      <a:pt x="287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8" y="736"/>
                      <a:pt x="288" y="736"/>
                      <a:pt x="288" y="736"/>
                    </a:cubicBezTo>
                    <a:cubicBezTo>
                      <a:pt x="289" y="736"/>
                      <a:pt x="289" y="736"/>
                      <a:pt x="290" y="736"/>
                    </a:cubicBezTo>
                    <a:cubicBezTo>
                      <a:pt x="293" y="736"/>
                      <a:pt x="296" y="736"/>
                      <a:pt x="300" y="735"/>
                    </a:cubicBezTo>
                    <a:cubicBezTo>
                      <a:pt x="300" y="735"/>
                      <a:pt x="300" y="735"/>
                      <a:pt x="300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2" y="735"/>
                      <a:pt x="302" y="735"/>
                      <a:pt x="302" y="735"/>
                    </a:cubicBezTo>
                    <a:cubicBezTo>
                      <a:pt x="305" y="736"/>
                      <a:pt x="308" y="737"/>
                      <a:pt x="312" y="737"/>
                    </a:cubicBezTo>
                    <a:cubicBezTo>
                      <a:pt x="316" y="737"/>
                      <a:pt x="321" y="736"/>
                      <a:pt x="326" y="734"/>
                    </a:cubicBezTo>
                    <a:cubicBezTo>
                      <a:pt x="326" y="734"/>
                      <a:pt x="326" y="734"/>
                      <a:pt x="326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28" y="734"/>
                      <a:pt x="328" y="734"/>
                      <a:pt x="328" y="734"/>
                    </a:cubicBezTo>
                    <a:cubicBezTo>
                      <a:pt x="330" y="735"/>
                      <a:pt x="333" y="735"/>
                      <a:pt x="336" y="735"/>
                    </a:cubicBezTo>
                    <a:cubicBezTo>
                      <a:pt x="340" y="735"/>
                      <a:pt x="346" y="734"/>
                      <a:pt x="352" y="731"/>
                    </a:cubicBezTo>
                    <a:cubicBezTo>
                      <a:pt x="352" y="731"/>
                      <a:pt x="352" y="731"/>
                      <a:pt x="352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4" y="731"/>
                      <a:pt x="354" y="731"/>
                      <a:pt x="354" y="731"/>
                    </a:cubicBezTo>
                    <a:cubicBezTo>
                      <a:pt x="355" y="731"/>
                      <a:pt x="357" y="731"/>
                      <a:pt x="358" y="731"/>
                    </a:cubicBezTo>
                    <a:cubicBezTo>
                      <a:pt x="361" y="731"/>
                      <a:pt x="363" y="731"/>
                      <a:pt x="366" y="730"/>
                    </a:cubicBezTo>
                    <a:cubicBezTo>
                      <a:pt x="366" y="730"/>
                      <a:pt x="366" y="730"/>
                      <a:pt x="366" y="730"/>
                    </a:cubicBezTo>
                    <a:cubicBezTo>
                      <a:pt x="370" y="729"/>
                      <a:pt x="374" y="727"/>
                      <a:pt x="378" y="725"/>
                    </a:cubicBezTo>
                    <a:cubicBezTo>
                      <a:pt x="379" y="725"/>
                      <a:pt x="379" y="725"/>
                      <a:pt x="379" y="725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0" y="724"/>
                      <a:pt x="380" y="724"/>
                      <a:pt x="380" y="724"/>
                    </a:cubicBezTo>
                    <a:cubicBezTo>
                      <a:pt x="381" y="724"/>
                      <a:pt x="382" y="724"/>
                      <a:pt x="382" y="724"/>
                    </a:cubicBezTo>
                    <a:cubicBezTo>
                      <a:pt x="388" y="724"/>
                      <a:pt x="395" y="722"/>
                      <a:pt x="403" y="716"/>
                    </a:cubicBezTo>
                    <a:cubicBezTo>
                      <a:pt x="403" y="716"/>
                      <a:pt x="403" y="716"/>
                      <a:pt x="403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05" y="716"/>
                      <a:pt x="405" y="716"/>
                      <a:pt x="405" y="716"/>
                    </a:cubicBezTo>
                    <a:cubicBezTo>
                      <a:pt x="411" y="716"/>
                      <a:pt x="418" y="713"/>
                      <a:pt x="426" y="706"/>
                    </a:cubicBezTo>
                    <a:cubicBezTo>
                      <a:pt x="427" y="705"/>
                      <a:pt x="427" y="705"/>
                      <a:pt x="427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28" y="705"/>
                      <a:pt x="428" y="705"/>
                      <a:pt x="428" y="705"/>
                    </a:cubicBezTo>
                    <a:cubicBezTo>
                      <a:pt x="432" y="704"/>
                      <a:pt x="435" y="703"/>
                      <a:pt x="440" y="701"/>
                    </a:cubicBezTo>
                    <a:cubicBezTo>
                      <a:pt x="440" y="701"/>
                      <a:pt x="440" y="701"/>
                      <a:pt x="440" y="701"/>
                    </a:cubicBezTo>
                    <a:cubicBezTo>
                      <a:pt x="443" y="699"/>
                      <a:pt x="446" y="696"/>
                      <a:pt x="450" y="692"/>
                    </a:cubicBezTo>
                    <a:cubicBezTo>
                      <a:pt x="450" y="692"/>
                      <a:pt x="450" y="692"/>
                      <a:pt x="450" y="692"/>
                    </a:cubicBezTo>
                    <a:cubicBezTo>
                      <a:pt x="451" y="691"/>
                      <a:pt x="451" y="691"/>
                      <a:pt x="451" y="691"/>
                    </a:cubicBezTo>
                    <a:cubicBezTo>
                      <a:pt x="452" y="691"/>
                      <a:pt x="452" y="691"/>
                      <a:pt x="452" y="691"/>
                    </a:cubicBezTo>
                    <a:cubicBezTo>
                      <a:pt x="458" y="690"/>
                      <a:pt x="464" y="686"/>
                      <a:pt x="471" y="677"/>
                    </a:cubicBezTo>
                    <a:cubicBezTo>
                      <a:pt x="471" y="677"/>
                      <a:pt x="471" y="677"/>
                      <a:pt x="471" y="677"/>
                    </a:cubicBezTo>
                    <a:cubicBezTo>
                      <a:pt x="472" y="676"/>
                      <a:pt x="472" y="676"/>
                      <a:pt x="472" y="676"/>
                    </a:cubicBezTo>
                    <a:cubicBezTo>
                      <a:pt x="473" y="676"/>
                      <a:pt x="473" y="676"/>
                      <a:pt x="473" y="676"/>
                    </a:cubicBezTo>
                    <a:cubicBezTo>
                      <a:pt x="479" y="674"/>
                      <a:pt x="485" y="670"/>
                      <a:pt x="491" y="661"/>
                    </a:cubicBezTo>
                    <a:cubicBezTo>
                      <a:pt x="491" y="661"/>
                      <a:pt x="491" y="661"/>
                      <a:pt x="491" y="661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2" y="659"/>
                      <a:pt x="492" y="659"/>
                      <a:pt x="492" y="659"/>
                    </a:cubicBezTo>
                    <a:cubicBezTo>
                      <a:pt x="496" y="658"/>
                      <a:pt x="499" y="656"/>
                      <a:pt x="502" y="653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3" y="651"/>
                      <a:pt x="503" y="651"/>
                      <a:pt x="503" y="651"/>
                    </a:cubicBezTo>
                    <a:cubicBezTo>
                      <a:pt x="505" y="649"/>
                      <a:pt x="508" y="646"/>
                      <a:pt x="510" y="642"/>
                    </a:cubicBezTo>
                    <a:cubicBezTo>
                      <a:pt x="510" y="642"/>
                      <a:pt x="510" y="642"/>
                      <a:pt x="510" y="642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1" y="640"/>
                      <a:pt x="511" y="640"/>
                      <a:pt x="511" y="640"/>
                    </a:cubicBezTo>
                    <a:cubicBezTo>
                      <a:pt x="517" y="637"/>
                      <a:pt x="522" y="632"/>
                      <a:pt x="527" y="622"/>
                    </a:cubicBezTo>
                    <a:cubicBezTo>
                      <a:pt x="527" y="622"/>
                      <a:pt x="527" y="622"/>
                      <a:pt x="527" y="622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28" y="621"/>
                      <a:pt x="528" y="621"/>
                      <a:pt x="528" y="621"/>
                    </a:cubicBezTo>
                    <a:cubicBezTo>
                      <a:pt x="533" y="618"/>
                      <a:pt x="538" y="612"/>
                      <a:pt x="542" y="602"/>
                    </a:cubicBezTo>
                    <a:close/>
                    <a:moveTo>
                      <a:pt x="551" y="581"/>
                    </a:moveTo>
                    <a:cubicBezTo>
                      <a:pt x="550" y="583"/>
                      <a:pt x="549" y="584"/>
                      <a:pt x="549" y="585"/>
                    </a:cubicBezTo>
                    <a:cubicBezTo>
                      <a:pt x="548" y="585"/>
                      <a:pt x="548" y="585"/>
                      <a:pt x="548" y="585"/>
                    </a:cubicBezTo>
                    <a:cubicBezTo>
                      <a:pt x="548" y="585"/>
                      <a:pt x="547" y="584"/>
                      <a:pt x="546" y="583"/>
                    </a:cubicBezTo>
                    <a:cubicBezTo>
                      <a:pt x="545" y="582"/>
                      <a:pt x="545" y="581"/>
                      <a:pt x="545" y="578"/>
                    </a:cubicBezTo>
                    <a:cubicBezTo>
                      <a:pt x="545" y="578"/>
                      <a:pt x="545" y="578"/>
                      <a:pt x="545" y="577"/>
                    </a:cubicBezTo>
                    <a:cubicBezTo>
                      <a:pt x="545" y="575"/>
                      <a:pt x="545" y="572"/>
                      <a:pt x="546" y="571"/>
                    </a:cubicBezTo>
                    <a:cubicBezTo>
                      <a:pt x="547" y="569"/>
                      <a:pt x="548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49" y="567"/>
                      <a:pt x="549" y="567"/>
                    </a:cubicBezTo>
                    <a:cubicBezTo>
                      <a:pt x="549" y="567"/>
                      <a:pt x="550" y="567"/>
                      <a:pt x="551" y="568"/>
                    </a:cubicBezTo>
                    <a:cubicBezTo>
                      <a:pt x="552" y="569"/>
                      <a:pt x="552" y="571"/>
                      <a:pt x="553" y="573"/>
                    </a:cubicBezTo>
                    <a:cubicBezTo>
                      <a:pt x="553" y="573"/>
                      <a:pt x="553" y="574"/>
                      <a:pt x="553" y="574"/>
                    </a:cubicBezTo>
                    <a:cubicBezTo>
                      <a:pt x="553" y="576"/>
                      <a:pt x="552" y="579"/>
                      <a:pt x="551" y="581"/>
                    </a:cubicBezTo>
                    <a:moveTo>
                      <a:pt x="564" y="558"/>
                    </a:moveTo>
                    <a:cubicBezTo>
                      <a:pt x="563" y="560"/>
                      <a:pt x="562" y="561"/>
                      <a:pt x="562" y="562"/>
                    </a:cubicBezTo>
                    <a:cubicBezTo>
                      <a:pt x="562" y="562"/>
                      <a:pt x="562" y="562"/>
                      <a:pt x="562" y="562"/>
                    </a:cubicBezTo>
                    <a:cubicBezTo>
                      <a:pt x="561" y="562"/>
                      <a:pt x="561" y="562"/>
                      <a:pt x="561" y="562"/>
                    </a:cubicBezTo>
                    <a:cubicBezTo>
                      <a:pt x="561" y="562"/>
                      <a:pt x="560" y="561"/>
                      <a:pt x="559" y="560"/>
                    </a:cubicBezTo>
                    <a:cubicBezTo>
                      <a:pt x="558" y="559"/>
                      <a:pt x="557" y="558"/>
                      <a:pt x="557" y="556"/>
                    </a:cubicBezTo>
                    <a:cubicBezTo>
                      <a:pt x="557" y="555"/>
                      <a:pt x="557" y="555"/>
                      <a:pt x="557" y="554"/>
                    </a:cubicBezTo>
                    <a:cubicBezTo>
                      <a:pt x="557" y="552"/>
                      <a:pt x="558" y="549"/>
                      <a:pt x="558" y="548"/>
                    </a:cubicBezTo>
                    <a:cubicBezTo>
                      <a:pt x="559" y="546"/>
                      <a:pt x="560" y="544"/>
                      <a:pt x="560" y="544"/>
                    </a:cubicBezTo>
                    <a:cubicBezTo>
                      <a:pt x="560" y="544"/>
                      <a:pt x="561" y="544"/>
                      <a:pt x="561" y="544"/>
                    </a:cubicBezTo>
                    <a:cubicBezTo>
                      <a:pt x="562" y="544"/>
                      <a:pt x="564" y="546"/>
                      <a:pt x="565" y="550"/>
                    </a:cubicBezTo>
                    <a:cubicBezTo>
                      <a:pt x="565" y="551"/>
                      <a:pt x="565" y="551"/>
                      <a:pt x="565" y="552"/>
                    </a:cubicBezTo>
                    <a:cubicBezTo>
                      <a:pt x="565" y="554"/>
                      <a:pt x="564" y="557"/>
                      <a:pt x="564" y="558"/>
                    </a:cubicBezTo>
                    <a:moveTo>
                      <a:pt x="575" y="535"/>
                    </a:moveTo>
                    <a:cubicBezTo>
                      <a:pt x="574" y="537"/>
                      <a:pt x="573" y="538"/>
                      <a:pt x="573" y="538"/>
                    </a:cubicBezTo>
                    <a:cubicBezTo>
                      <a:pt x="573" y="538"/>
                      <a:pt x="573" y="538"/>
                      <a:pt x="572" y="538"/>
                    </a:cubicBezTo>
                    <a:cubicBezTo>
                      <a:pt x="572" y="538"/>
                      <a:pt x="569" y="536"/>
                      <a:pt x="568" y="533"/>
                    </a:cubicBezTo>
                    <a:cubicBezTo>
                      <a:pt x="568" y="531"/>
                      <a:pt x="568" y="530"/>
                      <a:pt x="568" y="529"/>
                    </a:cubicBezTo>
                    <a:cubicBezTo>
                      <a:pt x="568" y="527"/>
                      <a:pt x="568" y="525"/>
                      <a:pt x="569" y="524"/>
                    </a:cubicBezTo>
                    <a:cubicBezTo>
                      <a:pt x="569" y="522"/>
                      <a:pt x="570" y="521"/>
                      <a:pt x="571" y="520"/>
                    </a:cubicBezTo>
                    <a:cubicBezTo>
                      <a:pt x="571" y="520"/>
                      <a:pt x="571" y="520"/>
                      <a:pt x="571" y="520"/>
                    </a:cubicBezTo>
                    <a:cubicBezTo>
                      <a:pt x="572" y="520"/>
                      <a:pt x="575" y="522"/>
                      <a:pt x="575" y="526"/>
                    </a:cubicBezTo>
                    <a:cubicBezTo>
                      <a:pt x="576" y="527"/>
                      <a:pt x="576" y="528"/>
                      <a:pt x="576" y="529"/>
                    </a:cubicBezTo>
                    <a:cubicBezTo>
                      <a:pt x="576" y="531"/>
                      <a:pt x="575" y="533"/>
                      <a:pt x="575" y="535"/>
                    </a:cubicBezTo>
                    <a:moveTo>
                      <a:pt x="582" y="515"/>
                    </a:move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2" y="515"/>
                      <a:pt x="582" y="515"/>
                      <a:pt x="582" y="515"/>
                    </a:cubicBezTo>
                    <a:cubicBezTo>
                      <a:pt x="581" y="515"/>
                      <a:pt x="578" y="514"/>
                      <a:pt x="577" y="510"/>
                    </a:cubicBezTo>
                    <a:cubicBezTo>
                      <a:pt x="577" y="509"/>
                      <a:pt x="577" y="507"/>
                      <a:pt x="577" y="505"/>
                    </a:cubicBezTo>
                    <a:cubicBezTo>
                      <a:pt x="577" y="502"/>
                      <a:pt x="578" y="498"/>
                      <a:pt x="579" y="498"/>
                    </a:cubicBezTo>
                    <a:cubicBezTo>
                      <a:pt x="579" y="498"/>
                      <a:pt x="579" y="497"/>
                      <a:pt x="579" y="497"/>
                    </a:cubicBezTo>
                    <a:cubicBezTo>
                      <a:pt x="580" y="497"/>
                      <a:pt x="583" y="499"/>
                      <a:pt x="584" y="503"/>
                    </a:cubicBezTo>
                    <a:cubicBezTo>
                      <a:pt x="584" y="504"/>
                      <a:pt x="584" y="506"/>
                      <a:pt x="584" y="507"/>
                    </a:cubicBezTo>
                    <a:cubicBezTo>
                      <a:pt x="584" y="511"/>
                      <a:pt x="583" y="515"/>
                      <a:pt x="582" y="515"/>
                    </a:cubicBezTo>
                    <a:moveTo>
                      <a:pt x="590" y="490"/>
                    </a:moveTo>
                    <a:cubicBezTo>
                      <a:pt x="590" y="490"/>
                      <a:pt x="590" y="490"/>
                      <a:pt x="590" y="490"/>
                    </a:cubicBezTo>
                    <a:cubicBezTo>
                      <a:pt x="589" y="490"/>
                      <a:pt x="586" y="489"/>
                      <a:pt x="585" y="485"/>
                    </a:cubicBezTo>
                    <a:cubicBezTo>
                      <a:pt x="584" y="484"/>
                      <a:pt x="584" y="482"/>
                      <a:pt x="584" y="480"/>
                    </a:cubicBezTo>
                    <a:cubicBezTo>
                      <a:pt x="584" y="477"/>
                      <a:pt x="585" y="474"/>
                      <a:pt x="586" y="473"/>
                    </a:cubicBezTo>
                    <a:cubicBezTo>
                      <a:pt x="586" y="473"/>
                      <a:pt x="586" y="473"/>
                      <a:pt x="587" y="473"/>
                    </a:cubicBezTo>
                    <a:cubicBezTo>
                      <a:pt x="587" y="473"/>
                      <a:pt x="587" y="473"/>
                      <a:pt x="587" y="473"/>
                    </a:cubicBezTo>
                    <a:cubicBezTo>
                      <a:pt x="588" y="473"/>
                      <a:pt x="590" y="474"/>
                      <a:pt x="591" y="478"/>
                    </a:cubicBezTo>
                    <a:cubicBezTo>
                      <a:pt x="592" y="480"/>
                      <a:pt x="592" y="482"/>
                      <a:pt x="592" y="483"/>
                    </a:cubicBezTo>
                    <a:cubicBezTo>
                      <a:pt x="592" y="487"/>
                      <a:pt x="591" y="490"/>
                      <a:pt x="590" y="490"/>
                    </a:cubicBezTo>
                    <a:moveTo>
                      <a:pt x="597" y="465"/>
                    </a:moveTo>
                    <a:cubicBezTo>
                      <a:pt x="597" y="465"/>
                      <a:pt x="597" y="465"/>
                      <a:pt x="596" y="465"/>
                    </a:cubicBezTo>
                    <a:cubicBezTo>
                      <a:pt x="595" y="465"/>
                      <a:pt x="593" y="464"/>
                      <a:pt x="591" y="460"/>
                    </a:cubicBezTo>
                    <a:cubicBezTo>
                      <a:pt x="591" y="458"/>
                      <a:pt x="590" y="456"/>
                      <a:pt x="590" y="453"/>
                    </a:cubicBezTo>
                    <a:cubicBezTo>
                      <a:pt x="590" y="451"/>
                      <a:pt x="591" y="448"/>
                      <a:pt x="591" y="448"/>
                    </a:cubicBezTo>
                    <a:cubicBezTo>
                      <a:pt x="592" y="448"/>
                      <a:pt x="592" y="448"/>
                      <a:pt x="592" y="448"/>
                    </a:cubicBezTo>
                    <a:cubicBezTo>
                      <a:pt x="593" y="448"/>
                      <a:pt x="596" y="449"/>
                      <a:pt x="597" y="452"/>
                    </a:cubicBezTo>
                    <a:cubicBezTo>
                      <a:pt x="598" y="454"/>
                      <a:pt x="598" y="457"/>
                      <a:pt x="598" y="459"/>
                    </a:cubicBezTo>
                    <a:cubicBezTo>
                      <a:pt x="598" y="462"/>
                      <a:pt x="598" y="464"/>
                      <a:pt x="597" y="465"/>
                    </a:cubicBezTo>
                    <a:moveTo>
                      <a:pt x="602" y="441"/>
                    </a:moveTo>
                    <a:cubicBezTo>
                      <a:pt x="602" y="441"/>
                      <a:pt x="602" y="441"/>
                      <a:pt x="601" y="441"/>
                    </a:cubicBezTo>
                    <a:cubicBezTo>
                      <a:pt x="600" y="441"/>
                      <a:pt x="597" y="439"/>
                      <a:pt x="596" y="436"/>
                    </a:cubicBezTo>
                    <a:cubicBezTo>
                      <a:pt x="595" y="434"/>
                      <a:pt x="594" y="431"/>
                      <a:pt x="594" y="429"/>
                    </a:cubicBezTo>
                    <a:cubicBezTo>
                      <a:pt x="594" y="426"/>
                      <a:pt x="595" y="425"/>
                      <a:pt x="595" y="424"/>
                    </a:cubicBezTo>
                    <a:cubicBezTo>
                      <a:pt x="595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6" y="424"/>
                      <a:pt x="596" y="424"/>
                      <a:pt x="596" y="424"/>
                    </a:cubicBezTo>
                    <a:cubicBezTo>
                      <a:pt x="597" y="424"/>
                      <a:pt x="600" y="425"/>
                      <a:pt x="601" y="428"/>
                    </a:cubicBezTo>
                    <a:cubicBezTo>
                      <a:pt x="602" y="430"/>
                      <a:pt x="603" y="434"/>
                      <a:pt x="603" y="436"/>
                    </a:cubicBezTo>
                    <a:cubicBezTo>
                      <a:pt x="603" y="438"/>
                      <a:pt x="602" y="440"/>
                      <a:pt x="602" y="441"/>
                    </a:cubicBezTo>
                    <a:moveTo>
                      <a:pt x="605" y="415"/>
                    </a:moveTo>
                    <a:cubicBezTo>
                      <a:pt x="605" y="415"/>
                      <a:pt x="605" y="415"/>
                      <a:pt x="604" y="415"/>
                    </a:cubicBezTo>
                    <a:cubicBezTo>
                      <a:pt x="603" y="415"/>
                      <a:pt x="601" y="414"/>
                      <a:pt x="599" y="411"/>
                    </a:cubicBezTo>
                    <a:cubicBezTo>
                      <a:pt x="598" y="408"/>
                      <a:pt x="597" y="405"/>
                      <a:pt x="597" y="402"/>
                    </a:cubicBezTo>
                    <a:cubicBezTo>
                      <a:pt x="597" y="400"/>
                      <a:pt x="598" y="399"/>
                      <a:pt x="598" y="398"/>
                    </a:cubicBezTo>
                    <a:cubicBezTo>
                      <a:pt x="598" y="398"/>
                      <a:pt x="598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599" y="398"/>
                      <a:pt x="599" y="398"/>
                      <a:pt x="599" y="398"/>
                    </a:cubicBezTo>
                    <a:cubicBezTo>
                      <a:pt x="600" y="398"/>
                      <a:pt x="602" y="399"/>
                      <a:pt x="604" y="402"/>
                    </a:cubicBezTo>
                    <a:cubicBezTo>
                      <a:pt x="606" y="405"/>
                      <a:pt x="606" y="408"/>
                      <a:pt x="606" y="411"/>
                    </a:cubicBezTo>
                    <a:cubicBezTo>
                      <a:pt x="606" y="412"/>
                      <a:pt x="606" y="414"/>
                      <a:pt x="605" y="415"/>
                    </a:cubicBezTo>
                    <a:moveTo>
                      <a:pt x="607" y="388"/>
                    </a:moveTo>
                    <a:cubicBezTo>
                      <a:pt x="607" y="389"/>
                      <a:pt x="607" y="389"/>
                      <a:pt x="606" y="389"/>
                    </a:cubicBezTo>
                    <a:cubicBezTo>
                      <a:pt x="605" y="389"/>
                      <a:pt x="603" y="388"/>
                      <a:pt x="601" y="385"/>
                    </a:cubicBezTo>
                    <a:cubicBezTo>
                      <a:pt x="599" y="382"/>
                      <a:pt x="598" y="378"/>
                      <a:pt x="598" y="376"/>
                    </a:cubicBezTo>
                    <a:cubicBezTo>
                      <a:pt x="598" y="374"/>
                      <a:pt x="599" y="373"/>
                      <a:pt x="599" y="373"/>
                    </a:cubicBezTo>
                    <a:cubicBezTo>
                      <a:pt x="599" y="373"/>
                      <a:pt x="599" y="372"/>
                      <a:pt x="600" y="372"/>
                    </a:cubicBezTo>
                    <a:cubicBezTo>
                      <a:pt x="600" y="372"/>
                      <a:pt x="600" y="372"/>
                      <a:pt x="600" y="372"/>
                    </a:cubicBezTo>
                    <a:cubicBezTo>
                      <a:pt x="601" y="372"/>
                      <a:pt x="603" y="373"/>
                      <a:pt x="605" y="376"/>
                    </a:cubicBezTo>
                    <a:cubicBezTo>
                      <a:pt x="607" y="379"/>
                      <a:pt x="608" y="383"/>
                      <a:pt x="608" y="386"/>
                    </a:cubicBezTo>
                    <a:cubicBezTo>
                      <a:pt x="608" y="387"/>
                      <a:pt x="608" y="388"/>
                      <a:pt x="607" y="388"/>
                    </a:cubicBezTo>
                    <a:moveTo>
                      <a:pt x="608" y="364"/>
                    </a:moveTo>
                    <a:cubicBezTo>
                      <a:pt x="608" y="364"/>
                      <a:pt x="607" y="364"/>
                      <a:pt x="607" y="364"/>
                    </a:cubicBezTo>
                    <a:cubicBezTo>
                      <a:pt x="605" y="364"/>
                      <a:pt x="603" y="363"/>
                      <a:pt x="601" y="361"/>
                    </a:cubicBezTo>
                    <a:cubicBezTo>
                      <a:pt x="599" y="358"/>
                      <a:pt x="598" y="354"/>
                      <a:pt x="598" y="351"/>
                    </a:cubicBezTo>
                    <a:cubicBezTo>
                      <a:pt x="598" y="350"/>
                      <a:pt x="598" y="349"/>
                      <a:pt x="599" y="348"/>
                    </a:cubicBezTo>
                    <a:cubicBezTo>
                      <a:pt x="599" y="348"/>
                      <a:pt x="599" y="348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1" y="348"/>
                      <a:pt x="603" y="349"/>
                      <a:pt x="605" y="352"/>
                    </a:cubicBezTo>
                    <a:cubicBezTo>
                      <a:pt x="607" y="354"/>
                      <a:pt x="608" y="359"/>
                      <a:pt x="608" y="362"/>
                    </a:cubicBezTo>
                    <a:cubicBezTo>
                      <a:pt x="608" y="363"/>
                      <a:pt x="608" y="363"/>
                      <a:pt x="608" y="364"/>
                    </a:cubicBezTo>
                    <a:moveTo>
                      <a:pt x="607" y="336"/>
                    </a:moveTo>
                    <a:cubicBezTo>
                      <a:pt x="607" y="337"/>
                      <a:pt x="607" y="337"/>
                      <a:pt x="607" y="337"/>
                    </a:cubicBezTo>
                    <a:cubicBezTo>
                      <a:pt x="607" y="338"/>
                      <a:pt x="606" y="338"/>
                      <a:pt x="605" y="338"/>
                    </a:cubicBezTo>
                    <a:cubicBezTo>
                      <a:pt x="604" y="338"/>
                      <a:pt x="602" y="337"/>
                      <a:pt x="600" y="335"/>
                    </a:cubicBezTo>
                    <a:cubicBezTo>
                      <a:pt x="598" y="332"/>
                      <a:pt x="596" y="327"/>
                      <a:pt x="596" y="324"/>
                    </a:cubicBezTo>
                    <a:cubicBezTo>
                      <a:pt x="596" y="324"/>
                      <a:pt x="596" y="323"/>
                      <a:pt x="596" y="323"/>
                    </a:cubicBezTo>
                    <a:cubicBezTo>
                      <a:pt x="597" y="323"/>
                      <a:pt x="597" y="322"/>
                      <a:pt x="598" y="322"/>
                    </a:cubicBezTo>
                    <a:cubicBezTo>
                      <a:pt x="599" y="322"/>
                      <a:pt x="601" y="323"/>
                      <a:pt x="603" y="325"/>
                    </a:cubicBezTo>
                    <a:cubicBezTo>
                      <a:pt x="606" y="328"/>
                      <a:pt x="607" y="333"/>
                      <a:pt x="607" y="336"/>
                    </a:cubicBezTo>
                    <a:moveTo>
                      <a:pt x="604" y="310"/>
                    </a:moveTo>
                    <a:cubicBezTo>
                      <a:pt x="604" y="311"/>
                      <a:pt x="604" y="311"/>
                      <a:pt x="604" y="311"/>
                    </a:cubicBezTo>
                    <a:cubicBezTo>
                      <a:pt x="604" y="312"/>
                      <a:pt x="604" y="312"/>
                      <a:pt x="603" y="312"/>
                    </a:cubicBezTo>
                    <a:cubicBezTo>
                      <a:pt x="601" y="312"/>
                      <a:pt x="599" y="311"/>
                      <a:pt x="597" y="309"/>
                    </a:cubicBezTo>
                    <a:cubicBezTo>
                      <a:pt x="594" y="306"/>
                      <a:pt x="593" y="301"/>
                      <a:pt x="593" y="299"/>
                    </a:cubicBezTo>
                    <a:cubicBezTo>
                      <a:pt x="593" y="298"/>
                      <a:pt x="593" y="298"/>
                      <a:pt x="593" y="297"/>
                    </a:cubicBezTo>
                    <a:cubicBezTo>
                      <a:pt x="593" y="297"/>
                      <a:pt x="593" y="297"/>
                      <a:pt x="595" y="297"/>
                    </a:cubicBezTo>
                    <a:cubicBezTo>
                      <a:pt x="595" y="297"/>
                      <a:pt x="595" y="297"/>
                      <a:pt x="595" y="297"/>
                    </a:cubicBezTo>
                    <a:cubicBezTo>
                      <a:pt x="596" y="297"/>
                      <a:pt x="598" y="298"/>
                      <a:pt x="600" y="300"/>
                    </a:cubicBezTo>
                    <a:cubicBezTo>
                      <a:pt x="603" y="303"/>
                      <a:pt x="604" y="308"/>
                      <a:pt x="604" y="310"/>
                    </a:cubicBezTo>
                    <a:moveTo>
                      <a:pt x="600" y="286"/>
                    </a:moveTo>
                    <a:cubicBezTo>
                      <a:pt x="600" y="286"/>
                      <a:pt x="600" y="287"/>
                      <a:pt x="600" y="287"/>
                    </a:cubicBezTo>
                    <a:cubicBezTo>
                      <a:pt x="600" y="287"/>
                      <a:pt x="600" y="288"/>
                      <a:pt x="599" y="288"/>
                    </a:cubicBezTo>
                    <a:cubicBezTo>
                      <a:pt x="597" y="288"/>
                      <a:pt x="595" y="287"/>
                      <a:pt x="593" y="285"/>
                    </a:cubicBezTo>
                    <a:cubicBezTo>
                      <a:pt x="590" y="282"/>
                      <a:pt x="588" y="277"/>
                      <a:pt x="588" y="274"/>
                    </a:cubicBezTo>
                    <a:cubicBezTo>
                      <a:pt x="588" y="274"/>
                      <a:pt x="588" y="274"/>
                      <a:pt x="588" y="274"/>
                    </a:cubicBezTo>
                    <a:cubicBezTo>
                      <a:pt x="588" y="273"/>
                      <a:pt x="589" y="273"/>
                      <a:pt x="590" y="273"/>
                    </a:cubicBezTo>
                    <a:cubicBezTo>
                      <a:pt x="590" y="273"/>
                      <a:pt x="590" y="273"/>
                      <a:pt x="590" y="273"/>
                    </a:cubicBezTo>
                    <a:cubicBezTo>
                      <a:pt x="591" y="273"/>
                      <a:pt x="593" y="274"/>
                      <a:pt x="595" y="275"/>
                    </a:cubicBezTo>
                    <a:cubicBezTo>
                      <a:pt x="599" y="278"/>
                      <a:pt x="600" y="284"/>
                      <a:pt x="600" y="286"/>
                    </a:cubicBezTo>
                    <a:moveTo>
                      <a:pt x="589" y="250"/>
                    </a:moveTo>
                    <a:cubicBezTo>
                      <a:pt x="592" y="253"/>
                      <a:pt x="595" y="259"/>
                      <a:pt x="595" y="261"/>
                    </a:cubicBezTo>
                    <a:cubicBezTo>
                      <a:pt x="595" y="261"/>
                      <a:pt x="595" y="261"/>
                      <a:pt x="595" y="261"/>
                    </a:cubicBezTo>
                    <a:cubicBezTo>
                      <a:pt x="595" y="262"/>
                      <a:pt x="594" y="262"/>
                      <a:pt x="593" y="262"/>
                    </a:cubicBezTo>
                    <a:cubicBezTo>
                      <a:pt x="591" y="262"/>
                      <a:pt x="589" y="261"/>
                      <a:pt x="587" y="260"/>
                    </a:cubicBezTo>
                    <a:cubicBezTo>
                      <a:pt x="584" y="257"/>
                      <a:pt x="582" y="251"/>
                      <a:pt x="582" y="249"/>
                    </a:cubicBezTo>
                    <a:cubicBezTo>
                      <a:pt x="582" y="249"/>
                      <a:pt x="582" y="249"/>
                      <a:pt x="582" y="249"/>
                    </a:cubicBezTo>
                    <a:cubicBezTo>
                      <a:pt x="582" y="249"/>
                      <a:pt x="582" y="248"/>
                      <a:pt x="582" y="248"/>
                    </a:cubicBezTo>
                    <a:cubicBezTo>
                      <a:pt x="583" y="248"/>
                      <a:pt x="583" y="248"/>
                      <a:pt x="584" y="248"/>
                    </a:cubicBezTo>
                    <a:cubicBezTo>
                      <a:pt x="585" y="248"/>
                      <a:pt x="587" y="249"/>
                      <a:pt x="589" y="250"/>
                    </a:cubicBezTo>
                    <a:moveTo>
                      <a:pt x="580" y="225"/>
                    </a:moveTo>
                    <a:cubicBezTo>
                      <a:pt x="580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3" y="227"/>
                      <a:pt x="585" y="229"/>
                      <a:pt x="586" y="231"/>
                    </a:cubicBezTo>
                    <a:cubicBezTo>
                      <a:pt x="587" y="233"/>
                      <a:pt x="587" y="235"/>
                      <a:pt x="587" y="236"/>
                    </a:cubicBezTo>
                    <a:cubicBezTo>
                      <a:pt x="587" y="236"/>
                      <a:pt x="587" y="236"/>
                      <a:pt x="587" y="236"/>
                    </a:cubicBezTo>
                    <a:cubicBezTo>
                      <a:pt x="587" y="236"/>
                      <a:pt x="587" y="236"/>
                      <a:pt x="587" y="237"/>
                    </a:cubicBezTo>
                    <a:cubicBezTo>
                      <a:pt x="586" y="237"/>
                      <a:pt x="586" y="237"/>
                      <a:pt x="585" y="237"/>
                    </a:cubicBezTo>
                    <a:cubicBezTo>
                      <a:pt x="584" y="237"/>
                      <a:pt x="582" y="236"/>
                      <a:pt x="580" y="235"/>
                    </a:cubicBezTo>
                    <a:cubicBezTo>
                      <a:pt x="578" y="234"/>
                      <a:pt x="577" y="231"/>
                      <a:pt x="575" y="229"/>
                    </a:cubicBezTo>
                    <a:cubicBezTo>
                      <a:pt x="574" y="227"/>
                      <a:pt x="574" y="225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4" y="224"/>
                      <a:pt x="574" y="224"/>
                      <a:pt x="574" y="224"/>
                    </a:cubicBezTo>
                    <a:cubicBezTo>
                      <a:pt x="575" y="224"/>
                      <a:pt x="575" y="223"/>
                      <a:pt x="576" y="223"/>
                    </a:cubicBezTo>
                    <a:cubicBezTo>
                      <a:pt x="576" y="223"/>
                      <a:pt x="576" y="223"/>
                      <a:pt x="576" y="223"/>
                    </a:cubicBezTo>
                    <a:cubicBezTo>
                      <a:pt x="577" y="223"/>
                      <a:pt x="579" y="224"/>
                      <a:pt x="580" y="225"/>
                    </a:cubicBezTo>
                    <a:moveTo>
                      <a:pt x="572" y="202"/>
                    </a:moveTo>
                    <a:cubicBezTo>
                      <a:pt x="574" y="204"/>
                      <a:pt x="576" y="206"/>
                      <a:pt x="577" y="208"/>
                    </a:cubicBezTo>
                    <a:cubicBezTo>
                      <a:pt x="578" y="210"/>
                      <a:pt x="579" y="212"/>
                      <a:pt x="579" y="213"/>
                    </a:cubicBezTo>
                    <a:cubicBezTo>
                      <a:pt x="579" y="213"/>
                      <a:pt x="579" y="213"/>
                      <a:pt x="579" y="213"/>
                    </a:cubicBezTo>
                    <a:cubicBezTo>
                      <a:pt x="579" y="213"/>
                      <a:pt x="579" y="213"/>
                      <a:pt x="578" y="213"/>
                    </a:cubicBezTo>
                    <a:cubicBezTo>
                      <a:pt x="578" y="214"/>
                      <a:pt x="577" y="214"/>
                      <a:pt x="577" y="214"/>
                    </a:cubicBezTo>
                    <a:cubicBezTo>
                      <a:pt x="575" y="214"/>
                      <a:pt x="573" y="213"/>
                      <a:pt x="572" y="212"/>
                    </a:cubicBezTo>
                    <a:cubicBezTo>
                      <a:pt x="570" y="211"/>
                      <a:pt x="568" y="209"/>
                      <a:pt x="567" y="207"/>
                    </a:cubicBezTo>
                    <a:cubicBezTo>
                      <a:pt x="565" y="205"/>
                      <a:pt x="565" y="203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5" y="202"/>
                      <a:pt x="565" y="202"/>
                      <a:pt x="565" y="201"/>
                    </a:cubicBezTo>
                    <a:cubicBezTo>
                      <a:pt x="566" y="201"/>
                      <a:pt x="566" y="201"/>
                      <a:pt x="567" y="201"/>
                    </a:cubicBezTo>
                    <a:cubicBezTo>
                      <a:pt x="569" y="201"/>
                      <a:pt x="570" y="201"/>
                      <a:pt x="572" y="202"/>
                    </a:cubicBezTo>
                    <a:moveTo>
                      <a:pt x="567" y="184"/>
                    </a:moveTo>
                    <a:cubicBezTo>
                      <a:pt x="568" y="186"/>
                      <a:pt x="569" y="188"/>
                      <a:pt x="569" y="189"/>
                    </a:cubicBezTo>
                    <a:cubicBezTo>
                      <a:pt x="569" y="189"/>
                      <a:pt x="568" y="189"/>
                      <a:pt x="568" y="189"/>
                    </a:cubicBezTo>
                    <a:cubicBezTo>
                      <a:pt x="568" y="190"/>
                      <a:pt x="567" y="190"/>
                      <a:pt x="566" y="190"/>
                    </a:cubicBezTo>
                    <a:cubicBezTo>
                      <a:pt x="564" y="190"/>
                      <a:pt x="563" y="189"/>
                      <a:pt x="561" y="189"/>
                    </a:cubicBezTo>
                    <a:cubicBezTo>
                      <a:pt x="559" y="187"/>
                      <a:pt x="557" y="185"/>
                      <a:pt x="556" y="183"/>
                    </a:cubicBezTo>
                    <a:cubicBezTo>
                      <a:pt x="554" y="181"/>
                      <a:pt x="554" y="179"/>
                      <a:pt x="554" y="179"/>
                    </a:cubicBezTo>
                    <a:cubicBezTo>
                      <a:pt x="554" y="179"/>
                      <a:pt x="554" y="178"/>
                      <a:pt x="554" y="178"/>
                    </a:cubicBezTo>
                    <a:cubicBezTo>
                      <a:pt x="555" y="178"/>
                      <a:pt x="555" y="178"/>
                      <a:pt x="557" y="178"/>
                    </a:cubicBezTo>
                    <a:cubicBezTo>
                      <a:pt x="558" y="178"/>
                      <a:pt x="559" y="178"/>
                      <a:pt x="561" y="179"/>
                    </a:cubicBezTo>
                    <a:cubicBezTo>
                      <a:pt x="561" y="179"/>
                      <a:pt x="561" y="179"/>
                      <a:pt x="561" y="179"/>
                    </a:cubicBezTo>
                    <a:cubicBezTo>
                      <a:pt x="563" y="180"/>
                      <a:pt x="565" y="182"/>
                      <a:pt x="567" y="184"/>
                    </a:cubicBezTo>
                    <a:moveTo>
                      <a:pt x="548" y="156"/>
                    </a:moveTo>
                    <a:cubicBezTo>
                      <a:pt x="550" y="157"/>
                      <a:pt x="553" y="159"/>
                      <a:pt x="554" y="161"/>
                    </a:cubicBezTo>
                    <a:cubicBezTo>
                      <a:pt x="556" y="163"/>
                      <a:pt x="556" y="164"/>
                      <a:pt x="557" y="165"/>
                    </a:cubicBezTo>
                    <a:cubicBezTo>
                      <a:pt x="557" y="165"/>
                      <a:pt x="557" y="165"/>
                      <a:pt x="557" y="165"/>
                    </a:cubicBezTo>
                    <a:cubicBezTo>
                      <a:pt x="557" y="165"/>
                      <a:pt x="556" y="166"/>
                      <a:pt x="556" y="166"/>
                    </a:cubicBezTo>
                    <a:cubicBezTo>
                      <a:pt x="555" y="166"/>
                      <a:pt x="554" y="167"/>
                      <a:pt x="553" y="167"/>
                    </a:cubicBezTo>
                    <a:cubicBezTo>
                      <a:pt x="552" y="167"/>
                      <a:pt x="551" y="166"/>
                      <a:pt x="549" y="166"/>
                    </a:cubicBezTo>
                    <a:cubicBezTo>
                      <a:pt x="547" y="165"/>
                      <a:pt x="545" y="163"/>
                      <a:pt x="543" y="161"/>
                    </a:cubicBezTo>
                    <a:cubicBezTo>
                      <a:pt x="542" y="159"/>
                      <a:pt x="541" y="157"/>
                      <a:pt x="541" y="156"/>
                    </a:cubicBezTo>
                    <a:cubicBezTo>
                      <a:pt x="541" y="156"/>
                      <a:pt x="541" y="156"/>
                      <a:pt x="541" y="156"/>
                    </a:cubicBezTo>
                    <a:cubicBezTo>
                      <a:pt x="541" y="156"/>
                      <a:pt x="541" y="156"/>
                      <a:pt x="542" y="156"/>
                    </a:cubicBezTo>
                    <a:cubicBezTo>
                      <a:pt x="542" y="155"/>
                      <a:pt x="543" y="155"/>
                      <a:pt x="544" y="155"/>
                    </a:cubicBezTo>
                    <a:cubicBezTo>
                      <a:pt x="545" y="155"/>
                      <a:pt x="547" y="155"/>
                      <a:pt x="548" y="156"/>
                    </a:cubicBezTo>
                    <a:moveTo>
                      <a:pt x="531" y="135"/>
                    </a:moveTo>
                    <a:cubicBezTo>
                      <a:pt x="531" y="135"/>
                      <a:pt x="531" y="135"/>
                      <a:pt x="531" y="135"/>
                    </a:cubicBezTo>
                    <a:cubicBezTo>
                      <a:pt x="532" y="135"/>
                      <a:pt x="534" y="135"/>
                      <a:pt x="535" y="135"/>
                    </a:cubicBezTo>
                    <a:cubicBezTo>
                      <a:pt x="535" y="135"/>
                      <a:pt x="535" y="135"/>
                      <a:pt x="535" y="135"/>
                    </a:cubicBezTo>
                    <a:cubicBezTo>
                      <a:pt x="537" y="136"/>
                      <a:pt x="539" y="138"/>
                      <a:pt x="541" y="140"/>
                    </a:cubicBezTo>
                    <a:cubicBezTo>
                      <a:pt x="543" y="141"/>
                      <a:pt x="544" y="143"/>
                      <a:pt x="544" y="144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4" y="144"/>
                      <a:pt x="544" y="145"/>
                      <a:pt x="543" y="145"/>
                    </a:cubicBezTo>
                    <a:cubicBezTo>
                      <a:pt x="542" y="145"/>
                      <a:pt x="541" y="146"/>
                      <a:pt x="540" y="146"/>
                    </a:cubicBezTo>
                    <a:cubicBezTo>
                      <a:pt x="539" y="146"/>
                      <a:pt x="538" y="145"/>
                      <a:pt x="536" y="145"/>
                    </a:cubicBezTo>
                    <a:cubicBezTo>
                      <a:pt x="534" y="144"/>
                      <a:pt x="532" y="142"/>
                      <a:pt x="530" y="141"/>
                    </a:cubicBezTo>
                    <a:cubicBezTo>
                      <a:pt x="529" y="139"/>
                      <a:pt x="528" y="137"/>
                      <a:pt x="528" y="136"/>
                    </a:cubicBezTo>
                    <a:cubicBezTo>
                      <a:pt x="528" y="136"/>
                      <a:pt x="528" y="136"/>
                      <a:pt x="528" y="136"/>
                    </a:cubicBezTo>
                    <a:cubicBezTo>
                      <a:pt x="528" y="136"/>
                      <a:pt x="528" y="136"/>
                      <a:pt x="528" y="135"/>
                    </a:cubicBezTo>
                    <a:cubicBezTo>
                      <a:pt x="529" y="135"/>
                      <a:pt x="530" y="135"/>
                      <a:pt x="531" y="135"/>
                    </a:cubicBezTo>
                    <a:close/>
                    <a:moveTo>
                      <a:pt x="513" y="115"/>
                    </a:moveTo>
                    <a:cubicBezTo>
                      <a:pt x="514" y="114"/>
                      <a:pt x="515" y="114"/>
                      <a:pt x="516" y="114"/>
                    </a:cubicBezTo>
                    <a:cubicBezTo>
                      <a:pt x="517" y="114"/>
                      <a:pt x="518" y="114"/>
                      <a:pt x="519" y="115"/>
                    </a:cubicBezTo>
                    <a:cubicBezTo>
                      <a:pt x="521" y="115"/>
                      <a:pt x="524" y="117"/>
                      <a:pt x="526" y="118"/>
                    </a:cubicBezTo>
                    <a:cubicBezTo>
                      <a:pt x="527" y="120"/>
                      <a:pt x="529" y="122"/>
                      <a:pt x="529" y="123"/>
                    </a:cubicBezTo>
                    <a:cubicBezTo>
                      <a:pt x="529" y="123"/>
                      <a:pt x="529" y="123"/>
                      <a:pt x="529" y="123"/>
                    </a:cubicBezTo>
                    <a:cubicBezTo>
                      <a:pt x="529" y="123"/>
                      <a:pt x="528" y="123"/>
                      <a:pt x="528" y="124"/>
                    </a:cubicBezTo>
                    <a:cubicBezTo>
                      <a:pt x="527" y="124"/>
                      <a:pt x="526" y="124"/>
                      <a:pt x="524" y="124"/>
                    </a:cubicBezTo>
                    <a:cubicBezTo>
                      <a:pt x="523" y="124"/>
                      <a:pt x="522" y="124"/>
                      <a:pt x="521" y="124"/>
                    </a:cubicBezTo>
                    <a:cubicBezTo>
                      <a:pt x="519" y="123"/>
                      <a:pt x="517" y="122"/>
                      <a:pt x="515" y="120"/>
                    </a:cubicBezTo>
                    <a:cubicBezTo>
                      <a:pt x="513" y="119"/>
                      <a:pt x="512" y="117"/>
                      <a:pt x="512" y="116"/>
                    </a:cubicBezTo>
                    <a:cubicBezTo>
                      <a:pt x="512" y="116"/>
                      <a:pt x="512" y="116"/>
                      <a:pt x="512" y="116"/>
                    </a:cubicBezTo>
                    <a:cubicBezTo>
                      <a:pt x="512" y="116"/>
                      <a:pt x="512" y="115"/>
                      <a:pt x="513" y="115"/>
                    </a:cubicBezTo>
                    <a:moveTo>
                      <a:pt x="496" y="96"/>
                    </a:moveTo>
                    <a:cubicBezTo>
                      <a:pt x="497" y="95"/>
                      <a:pt x="498" y="95"/>
                      <a:pt x="500" y="95"/>
                    </a:cubicBezTo>
                    <a:cubicBezTo>
                      <a:pt x="500" y="95"/>
                      <a:pt x="500" y="95"/>
                      <a:pt x="500" y="95"/>
                    </a:cubicBezTo>
                    <a:cubicBezTo>
                      <a:pt x="500" y="95"/>
                      <a:pt x="501" y="95"/>
                      <a:pt x="502" y="95"/>
                    </a:cubicBezTo>
                    <a:cubicBezTo>
                      <a:pt x="504" y="95"/>
                      <a:pt x="507" y="97"/>
                      <a:pt x="509" y="98"/>
                    </a:cubicBezTo>
                    <a:cubicBezTo>
                      <a:pt x="511" y="100"/>
                      <a:pt x="512" y="102"/>
                      <a:pt x="512" y="102"/>
                    </a:cubicBezTo>
                    <a:cubicBezTo>
                      <a:pt x="512" y="102"/>
                      <a:pt x="512" y="102"/>
                      <a:pt x="512" y="102"/>
                    </a:cubicBezTo>
                    <a:cubicBezTo>
                      <a:pt x="512" y="103"/>
                      <a:pt x="512" y="103"/>
                      <a:pt x="511" y="104"/>
                    </a:cubicBezTo>
                    <a:cubicBezTo>
                      <a:pt x="510" y="104"/>
                      <a:pt x="509" y="105"/>
                      <a:pt x="507" y="104"/>
                    </a:cubicBezTo>
                    <a:cubicBezTo>
                      <a:pt x="506" y="104"/>
                      <a:pt x="506" y="104"/>
                      <a:pt x="505" y="104"/>
                    </a:cubicBezTo>
                    <a:cubicBezTo>
                      <a:pt x="502" y="104"/>
                      <a:pt x="500" y="102"/>
                      <a:pt x="498" y="101"/>
                    </a:cubicBezTo>
                    <a:cubicBezTo>
                      <a:pt x="496" y="99"/>
                      <a:pt x="495" y="98"/>
                      <a:pt x="495" y="97"/>
                    </a:cubicBezTo>
                    <a:cubicBezTo>
                      <a:pt x="495" y="97"/>
                      <a:pt x="495" y="97"/>
                      <a:pt x="495" y="97"/>
                    </a:cubicBezTo>
                    <a:cubicBezTo>
                      <a:pt x="495" y="97"/>
                      <a:pt x="495" y="96"/>
                      <a:pt x="496" y="96"/>
                    </a:cubicBezTo>
                    <a:moveTo>
                      <a:pt x="477" y="80"/>
                    </a:moveTo>
                    <a:cubicBezTo>
                      <a:pt x="477" y="80"/>
                      <a:pt x="478" y="79"/>
                      <a:pt x="478" y="79"/>
                    </a:cubicBezTo>
                    <a:cubicBezTo>
                      <a:pt x="479" y="78"/>
                      <a:pt x="481" y="78"/>
                      <a:pt x="483" y="78"/>
                    </a:cubicBezTo>
                    <a:cubicBezTo>
                      <a:pt x="483" y="78"/>
                      <a:pt x="483" y="78"/>
                      <a:pt x="483" y="78"/>
                    </a:cubicBezTo>
                    <a:cubicBezTo>
                      <a:pt x="483" y="78"/>
                      <a:pt x="484" y="78"/>
                      <a:pt x="484" y="78"/>
                    </a:cubicBezTo>
                    <a:cubicBezTo>
                      <a:pt x="484" y="78"/>
                      <a:pt x="484" y="78"/>
                      <a:pt x="484" y="78"/>
                    </a:cubicBezTo>
                    <a:cubicBezTo>
                      <a:pt x="487" y="78"/>
                      <a:pt x="489" y="79"/>
                      <a:pt x="491" y="81"/>
                    </a:cubicBezTo>
                    <a:cubicBezTo>
                      <a:pt x="493" y="82"/>
                      <a:pt x="494" y="84"/>
                      <a:pt x="495" y="84"/>
                    </a:cubicBezTo>
                    <a:cubicBezTo>
                      <a:pt x="495" y="84"/>
                      <a:pt x="495" y="84"/>
                      <a:pt x="495" y="85"/>
                    </a:cubicBezTo>
                    <a:cubicBezTo>
                      <a:pt x="495" y="85"/>
                      <a:pt x="494" y="85"/>
                      <a:pt x="493" y="86"/>
                    </a:cubicBezTo>
                    <a:cubicBezTo>
                      <a:pt x="493" y="87"/>
                      <a:pt x="491" y="87"/>
                      <a:pt x="489" y="87"/>
                    </a:cubicBezTo>
                    <a:cubicBezTo>
                      <a:pt x="489" y="87"/>
                      <a:pt x="488" y="87"/>
                      <a:pt x="488" y="87"/>
                    </a:cubicBezTo>
                    <a:cubicBezTo>
                      <a:pt x="485" y="86"/>
                      <a:pt x="483" y="85"/>
                      <a:pt x="481" y="84"/>
                    </a:cubicBezTo>
                    <a:cubicBezTo>
                      <a:pt x="479" y="83"/>
                      <a:pt x="478" y="81"/>
                      <a:pt x="477" y="80"/>
                    </a:cubicBezTo>
                    <a:close/>
                    <a:moveTo>
                      <a:pt x="459" y="62"/>
                    </a:moveTo>
                    <a:cubicBezTo>
                      <a:pt x="460" y="62"/>
                      <a:pt x="461" y="61"/>
                      <a:pt x="463" y="61"/>
                    </a:cubicBezTo>
                    <a:cubicBezTo>
                      <a:pt x="463" y="61"/>
                      <a:pt x="464" y="61"/>
                      <a:pt x="464" y="61"/>
                    </a:cubicBezTo>
                    <a:cubicBezTo>
                      <a:pt x="466" y="61"/>
                      <a:pt x="469" y="62"/>
                      <a:pt x="471" y="63"/>
                    </a:cubicBezTo>
                    <a:cubicBezTo>
                      <a:pt x="473" y="65"/>
                      <a:pt x="475" y="66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8"/>
                      <a:pt x="474" y="69"/>
                    </a:cubicBezTo>
                    <a:cubicBezTo>
                      <a:pt x="473" y="69"/>
                      <a:pt x="471" y="70"/>
                      <a:pt x="469" y="70"/>
                    </a:cubicBezTo>
                    <a:cubicBezTo>
                      <a:pt x="469" y="70"/>
                      <a:pt x="468" y="70"/>
                      <a:pt x="468" y="70"/>
                    </a:cubicBezTo>
                    <a:cubicBezTo>
                      <a:pt x="466" y="70"/>
                      <a:pt x="463" y="69"/>
                      <a:pt x="461" y="68"/>
                    </a:cubicBezTo>
                    <a:cubicBezTo>
                      <a:pt x="459" y="67"/>
                      <a:pt x="458" y="65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4"/>
                      <a:pt x="458" y="63"/>
                      <a:pt x="459" y="62"/>
                    </a:cubicBezTo>
                    <a:moveTo>
                      <a:pt x="437" y="48"/>
                    </a:moveTo>
                    <a:cubicBezTo>
                      <a:pt x="438" y="47"/>
                      <a:pt x="440" y="47"/>
                      <a:pt x="442" y="47"/>
                    </a:cubicBezTo>
                    <a:cubicBezTo>
                      <a:pt x="443" y="47"/>
                      <a:pt x="443" y="47"/>
                      <a:pt x="443" y="47"/>
                    </a:cubicBezTo>
                    <a:cubicBezTo>
                      <a:pt x="445" y="47"/>
                      <a:pt x="448" y="47"/>
                      <a:pt x="450" y="48"/>
                    </a:cubicBezTo>
                    <a:cubicBezTo>
                      <a:pt x="452" y="49"/>
                      <a:pt x="454" y="50"/>
                      <a:pt x="454" y="51"/>
                    </a:cubicBezTo>
                    <a:cubicBezTo>
                      <a:pt x="454" y="51"/>
                      <a:pt x="454" y="51"/>
                      <a:pt x="454" y="51"/>
                    </a:cubicBezTo>
                    <a:cubicBezTo>
                      <a:pt x="454" y="52"/>
                      <a:pt x="454" y="53"/>
                      <a:pt x="452" y="53"/>
                    </a:cubicBezTo>
                    <a:cubicBezTo>
                      <a:pt x="451" y="54"/>
                      <a:pt x="450" y="55"/>
                      <a:pt x="448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44" y="55"/>
                      <a:pt x="442" y="54"/>
                      <a:pt x="440" y="53"/>
                    </a:cubicBezTo>
                    <a:cubicBezTo>
                      <a:pt x="438" y="52"/>
                      <a:pt x="436" y="51"/>
                      <a:pt x="436" y="50"/>
                    </a:cubicBezTo>
                    <a:cubicBezTo>
                      <a:pt x="436" y="50"/>
                      <a:pt x="436" y="50"/>
                      <a:pt x="436" y="50"/>
                    </a:cubicBezTo>
                    <a:cubicBezTo>
                      <a:pt x="436" y="50"/>
                      <a:pt x="436" y="49"/>
                      <a:pt x="437" y="48"/>
                    </a:cubicBezTo>
                    <a:moveTo>
                      <a:pt x="421" y="35"/>
                    </a:moveTo>
                    <a:cubicBezTo>
                      <a:pt x="421" y="35"/>
                      <a:pt x="421" y="35"/>
                      <a:pt x="421" y="35"/>
                    </a:cubicBezTo>
                    <a:cubicBezTo>
                      <a:pt x="421" y="34"/>
                      <a:pt x="422" y="34"/>
                      <a:pt x="423" y="34"/>
                    </a:cubicBezTo>
                    <a:cubicBezTo>
                      <a:pt x="425" y="34"/>
                      <a:pt x="427" y="35"/>
                      <a:pt x="429" y="36"/>
                    </a:cubicBezTo>
                    <a:cubicBezTo>
                      <a:pt x="431" y="37"/>
                      <a:pt x="432" y="38"/>
                      <a:pt x="433" y="38"/>
                    </a:cubicBezTo>
                    <a:cubicBezTo>
                      <a:pt x="433" y="38"/>
                      <a:pt x="433" y="38"/>
                      <a:pt x="433" y="38"/>
                    </a:cubicBezTo>
                    <a:cubicBezTo>
                      <a:pt x="433" y="39"/>
                      <a:pt x="432" y="40"/>
                      <a:pt x="431" y="41"/>
                    </a:cubicBezTo>
                    <a:cubicBezTo>
                      <a:pt x="430" y="41"/>
                      <a:pt x="429" y="42"/>
                      <a:pt x="427" y="42"/>
                    </a:cubicBezTo>
                    <a:cubicBezTo>
                      <a:pt x="426" y="42"/>
                      <a:pt x="426" y="42"/>
                      <a:pt x="425" y="42"/>
                    </a:cubicBezTo>
                    <a:cubicBezTo>
                      <a:pt x="423" y="42"/>
                      <a:pt x="420" y="42"/>
                      <a:pt x="419" y="41"/>
                    </a:cubicBezTo>
                    <a:cubicBezTo>
                      <a:pt x="417" y="40"/>
                      <a:pt x="415" y="39"/>
                      <a:pt x="415" y="39"/>
                    </a:cubicBezTo>
                    <a:cubicBezTo>
                      <a:pt x="415" y="39"/>
                      <a:pt x="415" y="39"/>
                      <a:pt x="415" y="39"/>
                    </a:cubicBezTo>
                    <a:cubicBezTo>
                      <a:pt x="415" y="38"/>
                      <a:pt x="416" y="35"/>
                      <a:pt x="421" y="35"/>
                    </a:cubicBezTo>
                    <a:moveTo>
                      <a:pt x="397" y="24"/>
                    </a:moveTo>
                    <a:cubicBezTo>
                      <a:pt x="398" y="24"/>
                      <a:pt x="399" y="24"/>
                      <a:pt x="400" y="24"/>
                    </a:cubicBezTo>
                    <a:cubicBezTo>
                      <a:pt x="402" y="24"/>
                      <a:pt x="404" y="24"/>
                      <a:pt x="406" y="25"/>
                    </a:cubicBezTo>
                    <a:cubicBezTo>
                      <a:pt x="407" y="25"/>
                      <a:pt x="409" y="26"/>
                      <a:pt x="409" y="26"/>
                    </a:cubicBezTo>
                    <a:cubicBezTo>
                      <a:pt x="409" y="26"/>
                      <a:pt x="409" y="27"/>
                      <a:pt x="409" y="27"/>
                    </a:cubicBezTo>
                    <a:cubicBezTo>
                      <a:pt x="409" y="28"/>
                      <a:pt x="407" y="30"/>
                      <a:pt x="403" y="31"/>
                    </a:cubicBezTo>
                    <a:cubicBezTo>
                      <a:pt x="402" y="31"/>
                      <a:pt x="401" y="32"/>
                      <a:pt x="400" y="31"/>
                    </a:cubicBezTo>
                    <a:cubicBezTo>
                      <a:pt x="396" y="31"/>
                      <a:pt x="392" y="30"/>
                      <a:pt x="391" y="29"/>
                    </a:cubicBezTo>
                    <a:cubicBezTo>
                      <a:pt x="391" y="29"/>
                      <a:pt x="391" y="29"/>
                      <a:pt x="391" y="28"/>
                    </a:cubicBezTo>
                    <a:cubicBezTo>
                      <a:pt x="391" y="27"/>
                      <a:pt x="393" y="25"/>
                      <a:pt x="397" y="24"/>
                    </a:cubicBezTo>
                    <a:moveTo>
                      <a:pt x="372" y="16"/>
                    </a:moveTo>
                    <a:cubicBezTo>
                      <a:pt x="373" y="15"/>
                      <a:pt x="376" y="15"/>
                      <a:pt x="377" y="15"/>
                    </a:cubicBezTo>
                    <a:cubicBezTo>
                      <a:pt x="381" y="15"/>
                      <a:pt x="384" y="16"/>
                      <a:pt x="384" y="17"/>
                    </a:cubicBezTo>
                    <a:cubicBezTo>
                      <a:pt x="384" y="17"/>
                      <a:pt x="384" y="17"/>
                      <a:pt x="384" y="18"/>
                    </a:cubicBezTo>
                    <a:cubicBezTo>
                      <a:pt x="384" y="19"/>
                      <a:pt x="383" y="21"/>
                      <a:pt x="379" y="22"/>
                    </a:cubicBezTo>
                    <a:cubicBezTo>
                      <a:pt x="377" y="23"/>
                      <a:pt x="376" y="23"/>
                      <a:pt x="374" y="23"/>
                    </a:cubicBezTo>
                    <a:cubicBezTo>
                      <a:pt x="371" y="23"/>
                      <a:pt x="368" y="22"/>
                      <a:pt x="367" y="21"/>
                    </a:cubicBezTo>
                    <a:cubicBezTo>
                      <a:pt x="367" y="21"/>
                      <a:pt x="367" y="21"/>
                      <a:pt x="367" y="21"/>
                    </a:cubicBezTo>
                    <a:cubicBezTo>
                      <a:pt x="367" y="20"/>
                      <a:pt x="368" y="17"/>
                      <a:pt x="372" y="16"/>
                    </a:cubicBezTo>
                    <a:moveTo>
                      <a:pt x="348" y="11"/>
                    </a:moveTo>
                    <a:cubicBezTo>
                      <a:pt x="348" y="11"/>
                      <a:pt x="348" y="11"/>
                      <a:pt x="348" y="11"/>
                    </a:cubicBezTo>
                    <a:cubicBezTo>
                      <a:pt x="350" y="10"/>
                      <a:pt x="352" y="9"/>
                      <a:pt x="355" y="9"/>
                    </a:cubicBezTo>
                    <a:cubicBezTo>
                      <a:pt x="357" y="9"/>
                      <a:pt x="360" y="10"/>
                      <a:pt x="360" y="11"/>
                    </a:cubicBezTo>
                    <a:cubicBezTo>
                      <a:pt x="360" y="11"/>
                      <a:pt x="360" y="11"/>
                      <a:pt x="360" y="11"/>
                    </a:cubicBezTo>
                    <a:cubicBezTo>
                      <a:pt x="360" y="12"/>
                      <a:pt x="359" y="15"/>
                      <a:pt x="356" y="16"/>
                    </a:cubicBezTo>
                    <a:cubicBezTo>
                      <a:pt x="353" y="17"/>
                      <a:pt x="351" y="18"/>
                      <a:pt x="348" y="18"/>
                    </a:cubicBezTo>
                    <a:cubicBezTo>
                      <a:pt x="346" y="18"/>
                      <a:pt x="344" y="17"/>
                      <a:pt x="343" y="17"/>
                    </a:cubicBezTo>
                    <a:cubicBezTo>
                      <a:pt x="343" y="17"/>
                      <a:pt x="343" y="16"/>
                      <a:pt x="343" y="16"/>
                    </a:cubicBezTo>
                    <a:cubicBezTo>
                      <a:pt x="343" y="15"/>
                      <a:pt x="344" y="12"/>
                      <a:pt x="348" y="11"/>
                    </a:cubicBezTo>
                    <a:moveTo>
                      <a:pt x="322" y="8"/>
                    </a:moveTo>
                    <a:cubicBezTo>
                      <a:pt x="324" y="6"/>
                      <a:pt x="328" y="6"/>
                      <a:pt x="330" y="6"/>
                    </a:cubicBezTo>
                    <a:cubicBezTo>
                      <a:pt x="332" y="6"/>
                      <a:pt x="334" y="6"/>
                      <a:pt x="334" y="6"/>
                    </a:cubicBezTo>
                    <a:cubicBezTo>
                      <a:pt x="334" y="7"/>
                      <a:pt x="334" y="7"/>
                      <a:pt x="334" y="7"/>
                    </a:cubicBezTo>
                    <a:cubicBezTo>
                      <a:pt x="334" y="8"/>
                      <a:pt x="333" y="11"/>
                      <a:pt x="330" y="13"/>
                    </a:cubicBezTo>
                    <a:cubicBezTo>
                      <a:pt x="328" y="14"/>
                      <a:pt x="324" y="15"/>
                      <a:pt x="322" y="15"/>
                    </a:cubicBezTo>
                    <a:cubicBezTo>
                      <a:pt x="320" y="15"/>
                      <a:pt x="319" y="14"/>
                      <a:pt x="318" y="14"/>
                    </a:cubicBezTo>
                    <a:cubicBezTo>
                      <a:pt x="318" y="14"/>
                      <a:pt x="318" y="14"/>
                      <a:pt x="318" y="13"/>
                    </a:cubicBezTo>
                    <a:cubicBezTo>
                      <a:pt x="318" y="12"/>
                      <a:pt x="319" y="10"/>
                      <a:pt x="322" y="8"/>
                    </a:cubicBezTo>
                    <a:moveTo>
                      <a:pt x="295" y="8"/>
                    </a:moveTo>
                    <a:cubicBezTo>
                      <a:pt x="298" y="5"/>
                      <a:pt x="303" y="4"/>
                      <a:pt x="306" y="4"/>
                    </a:cubicBezTo>
                    <a:cubicBezTo>
                      <a:pt x="307" y="4"/>
                      <a:pt x="307" y="5"/>
                      <a:pt x="308" y="5"/>
                    </a:cubicBezTo>
                    <a:cubicBezTo>
                      <a:pt x="308" y="5"/>
                      <a:pt x="308" y="5"/>
                      <a:pt x="308" y="6"/>
                    </a:cubicBezTo>
                    <a:cubicBezTo>
                      <a:pt x="308" y="7"/>
                      <a:pt x="307" y="10"/>
                      <a:pt x="304" y="11"/>
                    </a:cubicBezTo>
                    <a:cubicBezTo>
                      <a:pt x="302" y="14"/>
                      <a:pt x="297" y="15"/>
                      <a:pt x="295" y="15"/>
                    </a:cubicBezTo>
                    <a:cubicBezTo>
                      <a:pt x="294" y="15"/>
                      <a:pt x="293" y="14"/>
                      <a:pt x="292" y="14"/>
                    </a:cubicBezTo>
                    <a:cubicBezTo>
                      <a:pt x="292" y="14"/>
                      <a:pt x="292" y="14"/>
                      <a:pt x="292" y="13"/>
                    </a:cubicBezTo>
                    <a:cubicBezTo>
                      <a:pt x="292" y="12"/>
                      <a:pt x="293" y="10"/>
                      <a:pt x="295" y="8"/>
                    </a:cubicBezTo>
                    <a:close/>
                    <a:moveTo>
                      <a:pt x="271" y="10"/>
                    </a:moveTo>
                    <a:cubicBezTo>
                      <a:pt x="271" y="10"/>
                      <a:pt x="271" y="10"/>
                      <a:pt x="271" y="10"/>
                    </a:cubicBezTo>
                    <a:cubicBezTo>
                      <a:pt x="274" y="7"/>
                      <a:pt x="279" y="6"/>
                      <a:pt x="281" y="6"/>
                    </a:cubicBezTo>
                    <a:cubicBezTo>
                      <a:pt x="282" y="6"/>
                      <a:pt x="283" y="6"/>
                      <a:pt x="283" y="6"/>
                    </a:cubicBezTo>
                    <a:cubicBezTo>
                      <a:pt x="283" y="6"/>
                      <a:pt x="283" y="6"/>
                      <a:pt x="283" y="7"/>
                    </a:cubicBezTo>
                    <a:cubicBezTo>
                      <a:pt x="283" y="9"/>
                      <a:pt x="282" y="11"/>
                      <a:pt x="280" y="13"/>
                    </a:cubicBezTo>
                    <a:cubicBezTo>
                      <a:pt x="277" y="16"/>
                      <a:pt x="272" y="17"/>
                      <a:pt x="270" y="17"/>
                    </a:cubicBezTo>
                    <a:cubicBezTo>
                      <a:pt x="269" y="17"/>
                      <a:pt x="269" y="17"/>
                      <a:pt x="269" y="17"/>
                    </a:cubicBezTo>
                    <a:cubicBezTo>
                      <a:pt x="268" y="17"/>
                      <a:pt x="268" y="16"/>
                      <a:pt x="268" y="15"/>
                    </a:cubicBezTo>
                    <a:cubicBezTo>
                      <a:pt x="268" y="14"/>
                      <a:pt x="269" y="12"/>
                      <a:pt x="271" y="10"/>
                    </a:cubicBezTo>
                    <a:moveTo>
                      <a:pt x="245" y="15"/>
                    </a:moveTo>
                    <a:cubicBezTo>
                      <a:pt x="248" y="12"/>
                      <a:pt x="254" y="10"/>
                      <a:pt x="256" y="10"/>
                    </a:cubicBezTo>
                    <a:cubicBezTo>
                      <a:pt x="256" y="10"/>
                      <a:pt x="257" y="10"/>
                      <a:pt x="257" y="10"/>
                    </a:cubicBezTo>
                    <a:cubicBezTo>
                      <a:pt x="257" y="10"/>
                      <a:pt x="257" y="10"/>
                      <a:pt x="257" y="10"/>
                    </a:cubicBezTo>
                    <a:cubicBezTo>
                      <a:pt x="257" y="11"/>
                      <a:pt x="257" y="11"/>
                      <a:pt x="257" y="12"/>
                    </a:cubicBezTo>
                    <a:cubicBezTo>
                      <a:pt x="257" y="13"/>
                      <a:pt x="257" y="15"/>
                      <a:pt x="255" y="17"/>
                    </a:cubicBezTo>
                    <a:cubicBezTo>
                      <a:pt x="252" y="20"/>
                      <a:pt x="246" y="22"/>
                      <a:pt x="244" y="22"/>
                    </a:cubicBezTo>
                    <a:cubicBezTo>
                      <a:pt x="244" y="22"/>
                      <a:pt x="244" y="22"/>
                      <a:pt x="244" y="22"/>
                    </a:cubicBezTo>
                    <a:cubicBezTo>
                      <a:pt x="243" y="22"/>
                      <a:pt x="243" y="22"/>
                      <a:pt x="243" y="22"/>
                    </a:cubicBezTo>
                    <a:cubicBezTo>
                      <a:pt x="243" y="21"/>
                      <a:pt x="243" y="21"/>
                      <a:pt x="243" y="20"/>
                    </a:cubicBezTo>
                    <a:cubicBezTo>
                      <a:pt x="243" y="19"/>
                      <a:pt x="244" y="17"/>
                      <a:pt x="245" y="15"/>
                    </a:cubicBezTo>
                    <a:moveTo>
                      <a:pt x="220" y="23"/>
                    </a:moveTo>
                    <a:cubicBezTo>
                      <a:pt x="222" y="21"/>
                      <a:pt x="224" y="19"/>
                      <a:pt x="226" y="18"/>
                    </a:cubicBezTo>
                    <a:cubicBezTo>
                      <a:pt x="228" y="17"/>
                      <a:pt x="230" y="16"/>
                      <a:pt x="231" y="16"/>
                    </a:cubicBezTo>
                    <a:cubicBezTo>
                      <a:pt x="231" y="16"/>
                      <a:pt x="231" y="16"/>
                      <a:pt x="231" y="16"/>
                    </a:cubicBezTo>
                    <a:cubicBezTo>
                      <a:pt x="231" y="16"/>
                      <a:pt x="231" y="17"/>
                      <a:pt x="232" y="17"/>
                    </a:cubicBezTo>
                    <a:cubicBezTo>
                      <a:pt x="232" y="17"/>
                      <a:pt x="232" y="18"/>
                      <a:pt x="232" y="19"/>
                    </a:cubicBezTo>
                    <a:cubicBezTo>
                      <a:pt x="232" y="20"/>
                      <a:pt x="231" y="22"/>
                      <a:pt x="230" y="24"/>
                    </a:cubicBezTo>
                    <a:cubicBezTo>
                      <a:pt x="229" y="26"/>
                      <a:pt x="226" y="27"/>
                      <a:pt x="224" y="28"/>
                    </a:cubicBezTo>
                    <a:cubicBezTo>
                      <a:pt x="222" y="29"/>
                      <a:pt x="220" y="30"/>
                      <a:pt x="220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29"/>
                    </a:cubicBezTo>
                    <a:cubicBezTo>
                      <a:pt x="219" y="29"/>
                      <a:pt x="218" y="28"/>
                      <a:pt x="218" y="28"/>
                    </a:cubicBezTo>
                    <a:cubicBezTo>
                      <a:pt x="218" y="26"/>
                      <a:pt x="219" y="25"/>
                      <a:pt x="220" y="23"/>
                    </a:cubicBezTo>
                    <a:moveTo>
                      <a:pt x="197" y="32"/>
                    </a:moveTo>
                    <a:cubicBezTo>
                      <a:pt x="199" y="30"/>
                      <a:pt x="201" y="28"/>
                      <a:pt x="203" y="27"/>
                    </a:cubicBezTo>
                    <a:cubicBezTo>
                      <a:pt x="205" y="26"/>
                      <a:pt x="207" y="25"/>
                      <a:pt x="207" y="25"/>
                    </a:cubicBezTo>
                    <a:cubicBezTo>
                      <a:pt x="207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8" y="25"/>
                      <a:pt x="208" y="25"/>
                      <a:pt x="208" y="26"/>
                    </a:cubicBezTo>
                    <a:cubicBezTo>
                      <a:pt x="209" y="26"/>
                      <a:pt x="209" y="27"/>
                      <a:pt x="209" y="28"/>
                    </a:cubicBezTo>
                    <a:cubicBezTo>
                      <a:pt x="209" y="29"/>
                      <a:pt x="208" y="31"/>
                      <a:pt x="207" y="32"/>
                    </a:cubicBezTo>
                    <a:cubicBezTo>
                      <a:pt x="206" y="34"/>
                      <a:pt x="204" y="36"/>
                      <a:pt x="202" y="38"/>
                    </a:cubicBezTo>
                    <a:cubicBezTo>
                      <a:pt x="200" y="39"/>
                      <a:pt x="198" y="40"/>
                      <a:pt x="197" y="40"/>
                    </a:cubicBezTo>
                    <a:cubicBezTo>
                      <a:pt x="197" y="40"/>
                      <a:pt x="197" y="40"/>
                      <a:pt x="197" y="40"/>
                    </a:cubicBezTo>
                    <a:cubicBezTo>
                      <a:pt x="197" y="40"/>
                      <a:pt x="197" y="39"/>
                      <a:pt x="197" y="39"/>
                    </a:cubicBezTo>
                    <a:cubicBezTo>
                      <a:pt x="196" y="39"/>
                      <a:pt x="196" y="38"/>
                      <a:pt x="196" y="37"/>
                    </a:cubicBezTo>
                    <a:cubicBezTo>
                      <a:pt x="196" y="36"/>
                      <a:pt x="197" y="34"/>
                      <a:pt x="197" y="32"/>
                    </a:cubicBezTo>
                    <a:moveTo>
                      <a:pt x="174" y="45"/>
                    </a:moveTo>
                    <a:cubicBezTo>
                      <a:pt x="174" y="45"/>
                      <a:pt x="174" y="45"/>
                      <a:pt x="174" y="45"/>
                    </a:cubicBezTo>
                    <a:cubicBezTo>
                      <a:pt x="175" y="42"/>
                      <a:pt x="177" y="40"/>
                      <a:pt x="179" y="39"/>
                    </a:cubicBezTo>
                    <a:cubicBezTo>
                      <a:pt x="181" y="37"/>
                      <a:pt x="183" y="36"/>
                      <a:pt x="184" y="36"/>
                    </a:cubicBezTo>
                    <a:cubicBezTo>
                      <a:pt x="184" y="36"/>
                      <a:pt x="184" y="37"/>
                      <a:pt x="185" y="37"/>
                    </a:cubicBezTo>
                    <a:cubicBezTo>
                      <a:pt x="185" y="38"/>
                      <a:pt x="185" y="39"/>
                      <a:pt x="185" y="40"/>
                    </a:cubicBezTo>
                    <a:cubicBezTo>
                      <a:pt x="185" y="41"/>
                      <a:pt x="185" y="42"/>
                      <a:pt x="184" y="44"/>
                    </a:cubicBezTo>
                    <a:cubicBezTo>
                      <a:pt x="183" y="46"/>
                      <a:pt x="181" y="48"/>
                      <a:pt x="179" y="50"/>
                    </a:cubicBezTo>
                    <a:cubicBezTo>
                      <a:pt x="178" y="51"/>
                      <a:pt x="176" y="52"/>
                      <a:pt x="175" y="52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5" y="52"/>
                      <a:pt x="174" y="52"/>
                      <a:pt x="174" y="51"/>
                    </a:cubicBezTo>
                    <a:cubicBezTo>
                      <a:pt x="174" y="51"/>
                      <a:pt x="173" y="50"/>
                      <a:pt x="173" y="49"/>
                    </a:cubicBezTo>
                    <a:cubicBezTo>
                      <a:pt x="173" y="48"/>
                      <a:pt x="174" y="46"/>
                      <a:pt x="174" y="45"/>
                    </a:cubicBezTo>
                    <a:moveTo>
                      <a:pt x="153" y="59"/>
                    </a:moveTo>
                    <a:cubicBezTo>
                      <a:pt x="153" y="57"/>
                      <a:pt x="155" y="55"/>
                      <a:pt x="157" y="53"/>
                    </a:cubicBezTo>
                    <a:cubicBezTo>
                      <a:pt x="159" y="51"/>
                      <a:pt x="161" y="50"/>
                      <a:pt x="161" y="50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1" y="50"/>
                      <a:pt x="162" y="50"/>
                      <a:pt x="162" y="51"/>
                    </a:cubicBezTo>
                    <a:cubicBezTo>
                      <a:pt x="163" y="51"/>
                      <a:pt x="163" y="53"/>
                      <a:pt x="163" y="54"/>
                    </a:cubicBezTo>
                    <a:cubicBezTo>
                      <a:pt x="163" y="55"/>
                      <a:pt x="163" y="56"/>
                      <a:pt x="162" y="57"/>
                    </a:cubicBezTo>
                    <a:cubicBezTo>
                      <a:pt x="161" y="60"/>
                      <a:pt x="160" y="62"/>
                      <a:pt x="158" y="63"/>
                    </a:cubicBezTo>
                    <a:cubicBezTo>
                      <a:pt x="156" y="65"/>
                      <a:pt x="154" y="66"/>
                      <a:pt x="154" y="66"/>
                    </a:cubicBezTo>
                    <a:cubicBezTo>
                      <a:pt x="154" y="66"/>
                      <a:pt x="154" y="66"/>
                      <a:pt x="154" y="66"/>
                    </a:cubicBezTo>
                    <a:cubicBezTo>
                      <a:pt x="153" y="66"/>
                      <a:pt x="153" y="66"/>
                      <a:pt x="153" y="65"/>
                    </a:cubicBezTo>
                    <a:cubicBezTo>
                      <a:pt x="152" y="65"/>
                      <a:pt x="152" y="64"/>
                      <a:pt x="152" y="62"/>
                    </a:cubicBezTo>
                    <a:cubicBezTo>
                      <a:pt x="152" y="61"/>
                      <a:pt x="152" y="60"/>
                      <a:pt x="153" y="59"/>
                    </a:cubicBezTo>
                    <a:moveTo>
                      <a:pt x="133" y="75"/>
                    </a:move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2"/>
                      <a:pt x="135" y="70"/>
                      <a:pt x="137" y="68"/>
                    </a:cubicBezTo>
                    <a:cubicBezTo>
                      <a:pt x="139" y="66"/>
                      <a:pt x="140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2" y="65"/>
                      <a:pt x="142" y="66"/>
                    </a:cubicBezTo>
                    <a:cubicBezTo>
                      <a:pt x="143" y="66"/>
                      <a:pt x="143" y="68"/>
                      <a:pt x="143" y="69"/>
                    </a:cubicBezTo>
                    <a:cubicBezTo>
                      <a:pt x="143" y="70"/>
                      <a:pt x="143" y="71"/>
                      <a:pt x="143" y="72"/>
                    </a:cubicBezTo>
                    <a:cubicBezTo>
                      <a:pt x="142" y="74"/>
                      <a:pt x="141" y="77"/>
                      <a:pt x="139" y="78"/>
                    </a:cubicBezTo>
                    <a:cubicBezTo>
                      <a:pt x="138" y="80"/>
                      <a:pt x="136" y="81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1"/>
                      <a:pt x="134" y="81"/>
                      <a:pt x="134" y="81"/>
                    </a:cubicBezTo>
                    <a:cubicBezTo>
                      <a:pt x="133" y="80"/>
                      <a:pt x="133" y="79"/>
                      <a:pt x="133" y="77"/>
                    </a:cubicBezTo>
                    <a:cubicBezTo>
                      <a:pt x="133" y="76"/>
                      <a:pt x="133" y="75"/>
                      <a:pt x="133" y="75"/>
                    </a:cubicBezTo>
                    <a:moveTo>
                      <a:pt x="114" y="92"/>
                    </a:moveTo>
                    <a:cubicBezTo>
                      <a:pt x="114" y="92"/>
                      <a:pt x="114" y="92"/>
                      <a:pt x="114" y="92"/>
                    </a:cubicBezTo>
                    <a:cubicBezTo>
                      <a:pt x="115" y="90"/>
                      <a:pt x="116" y="87"/>
                      <a:pt x="117" y="85"/>
                    </a:cubicBezTo>
                    <a:cubicBezTo>
                      <a:pt x="119" y="84"/>
                      <a:pt x="121" y="82"/>
                      <a:pt x="121" y="82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2" y="82"/>
                      <a:pt x="122" y="82"/>
                      <a:pt x="123" y="83"/>
                    </a:cubicBezTo>
                    <a:cubicBezTo>
                      <a:pt x="123" y="84"/>
                      <a:pt x="124" y="85"/>
                      <a:pt x="124" y="87"/>
                    </a:cubicBezTo>
                    <a:cubicBezTo>
                      <a:pt x="124" y="88"/>
                      <a:pt x="124" y="88"/>
                      <a:pt x="123" y="89"/>
                    </a:cubicBezTo>
                    <a:cubicBezTo>
                      <a:pt x="123" y="91"/>
                      <a:pt x="122" y="94"/>
                      <a:pt x="120" y="96"/>
                    </a:cubicBezTo>
                    <a:cubicBezTo>
                      <a:pt x="119" y="98"/>
                      <a:pt x="117" y="99"/>
                      <a:pt x="117" y="99"/>
                    </a:cubicBezTo>
                    <a:cubicBezTo>
                      <a:pt x="117" y="99"/>
                      <a:pt x="116" y="99"/>
                      <a:pt x="116" y="99"/>
                    </a:cubicBezTo>
                    <a:cubicBezTo>
                      <a:pt x="116" y="99"/>
                      <a:pt x="116" y="99"/>
                      <a:pt x="115" y="98"/>
                    </a:cubicBezTo>
                    <a:cubicBezTo>
                      <a:pt x="114" y="97"/>
                      <a:pt x="114" y="96"/>
                      <a:pt x="114" y="94"/>
                    </a:cubicBezTo>
                    <a:cubicBezTo>
                      <a:pt x="114" y="94"/>
                      <a:pt x="114" y="93"/>
                      <a:pt x="114" y="92"/>
                    </a:cubicBezTo>
                    <a:moveTo>
                      <a:pt x="97" y="112"/>
                    </a:moveTo>
                    <a:cubicBezTo>
                      <a:pt x="97" y="112"/>
                      <a:pt x="97" y="112"/>
                      <a:pt x="97" y="112"/>
                    </a:cubicBezTo>
                    <a:cubicBezTo>
                      <a:pt x="97" y="109"/>
                      <a:pt x="98" y="107"/>
                      <a:pt x="99" y="105"/>
                    </a:cubicBezTo>
                    <a:cubicBezTo>
                      <a:pt x="101" y="103"/>
                      <a:pt x="102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4" y="101"/>
                      <a:pt x="105" y="102"/>
                    </a:cubicBezTo>
                    <a:cubicBezTo>
                      <a:pt x="105" y="103"/>
                      <a:pt x="106" y="105"/>
                      <a:pt x="106" y="107"/>
                    </a:cubicBezTo>
                    <a:cubicBezTo>
                      <a:pt x="106" y="107"/>
                      <a:pt x="106" y="107"/>
                      <a:pt x="106" y="108"/>
                    </a:cubicBezTo>
                    <a:cubicBezTo>
                      <a:pt x="105" y="110"/>
                      <a:pt x="104" y="113"/>
                      <a:pt x="103" y="115"/>
                    </a:cubicBezTo>
                    <a:cubicBezTo>
                      <a:pt x="102" y="117"/>
                      <a:pt x="100" y="118"/>
                      <a:pt x="100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9" y="118"/>
                      <a:pt x="98" y="118"/>
                      <a:pt x="98" y="117"/>
                    </a:cubicBezTo>
                    <a:cubicBezTo>
                      <a:pt x="97" y="116"/>
                      <a:pt x="97" y="115"/>
                      <a:pt x="97" y="113"/>
                    </a:cubicBezTo>
                    <a:cubicBezTo>
                      <a:pt x="97" y="112"/>
                      <a:pt x="97" y="112"/>
                      <a:pt x="97" y="112"/>
                    </a:cubicBezTo>
                    <a:moveTo>
                      <a:pt x="82" y="131"/>
                    </a:moveTo>
                    <a:cubicBezTo>
                      <a:pt x="82" y="129"/>
                      <a:pt x="83" y="126"/>
                      <a:pt x="84" y="124"/>
                    </a:cubicBezTo>
                    <a:cubicBezTo>
                      <a:pt x="85" y="122"/>
                      <a:pt x="86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7" y="120"/>
                      <a:pt x="88" y="120"/>
                      <a:pt x="89" y="121"/>
                    </a:cubicBezTo>
                    <a:cubicBezTo>
                      <a:pt x="90" y="122"/>
                      <a:pt x="90" y="124"/>
                      <a:pt x="90" y="126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90" y="129"/>
                      <a:pt x="89" y="132"/>
                      <a:pt x="88" y="134"/>
                    </a:cubicBezTo>
                    <a:cubicBezTo>
                      <a:pt x="87" y="136"/>
                      <a:pt x="86" y="137"/>
                      <a:pt x="85" y="138"/>
                    </a:cubicBezTo>
                    <a:cubicBezTo>
                      <a:pt x="85" y="138"/>
                      <a:pt x="85" y="138"/>
                      <a:pt x="85" y="138"/>
                    </a:cubicBezTo>
                    <a:cubicBezTo>
                      <a:pt x="84" y="138"/>
                      <a:pt x="84" y="137"/>
                      <a:pt x="83" y="136"/>
                    </a:cubicBezTo>
                    <a:cubicBezTo>
                      <a:pt x="82" y="135"/>
                      <a:pt x="82" y="133"/>
                      <a:pt x="82" y="131"/>
                    </a:cubicBezTo>
                    <a:close/>
                    <a:moveTo>
                      <a:pt x="69" y="145"/>
                    </a:moveTo>
                    <a:cubicBezTo>
                      <a:pt x="70" y="143"/>
                      <a:pt x="71" y="142"/>
                      <a:pt x="72" y="141"/>
                    </a:cubicBezTo>
                    <a:cubicBezTo>
                      <a:pt x="72" y="141"/>
                      <a:pt x="72" y="141"/>
                      <a:pt x="72" y="141"/>
                    </a:cubicBezTo>
                    <a:cubicBezTo>
                      <a:pt x="72" y="141"/>
                      <a:pt x="73" y="142"/>
                      <a:pt x="74" y="143"/>
                    </a:cubicBezTo>
                    <a:cubicBezTo>
                      <a:pt x="75" y="144"/>
                      <a:pt x="75" y="145"/>
                      <a:pt x="75" y="148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75" y="151"/>
                      <a:pt x="75" y="153"/>
                      <a:pt x="74" y="155"/>
                    </a:cubicBezTo>
                    <a:cubicBezTo>
                      <a:pt x="73" y="157"/>
                      <a:pt x="71" y="159"/>
                      <a:pt x="71" y="159"/>
                    </a:cubicBezTo>
                    <a:cubicBezTo>
                      <a:pt x="71" y="159"/>
                      <a:pt x="71" y="159"/>
                      <a:pt x="71" y="159"/>
                    </a:cubicBezTo>
                    <a:cubicBezTo>
                      <a:pt x="70" y="159"/>
                      <a:pt x="69" y="159"/>
                      <a:pt x="69" y="158"/>
                    </a:cubicBezTo>
                    <a:cubicBezTo>
                      <a:pt x="68" y="157"/>
                      <a:pt x="67" y="155"/>
                      <a:pt x="67" y="153"/>
                    </a:cubicBezTo>
                    <a:cubicBezTo>
                      <a:pt x="67" y="153"/>
                      <a:pt x="67" y="152"/>
                      <a:pt x="67" y="152"/>
                    </a:cubicBezTo>
                    <a:cubicBezTo>
                      <a:pt x="67" y="150"/>
                      <a:pt x="68" y="147"/>
                      <a:pt x="69" y="145"/>
                    </a:cubicBezTo>
                    <a:moveTo>
                      <a:pt x="55" y="167"/>
                    </a:moveTo>
                    <a:cubicBezTo>
                      <a:pt x="56" y="165"/>
                      <a:pt x="57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8" y="164"/>
                      <a:pt x="58" y="164"/>
                      <a:pt x="58" y="164"/>
                    </a:cubicBezTo>
                    <a:cubicBezTo>
                      <a:pt x="59" y="164"/>
                      <a:pt x="59" y="164"/>
                      <a:pt x="60" y="165"/>
                    </a:cubicBezTo>
                    <a:cubicBezTo>
                      <a:pt x="61" y="166"/>
                      <a:pt x="62" y="168"/>
                      <a:pt x="62" y="170"/>
                    </a:cubicBezTo>
                    <a:cubicBezTo>
                      <a:pt x="62" y="170"/>
                      <a:pt x="62" y="171"/>
                      <a:pt x="62" y="172"/>
                    </a:cubicBezTo>
                    <a:cubicBezTo>
                      <a:pt x="62" y="174"/>
                      <a:pt x="61" y="176"/>
                      <a:pt x="61" y="178"/>
                    </a:cubicBezTo>
                    <a:cubicBezTo>
                      <a:pt x="60" y="180"/>
                      <a:pt x="59" y="181"/>
                      <a:pt x="58" y="181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8" y="182"/>
                      <a:pt x="57" y="181"/>
                      <a:pt x="56" y="180"/>
                    </a:cubicBezTo>
                    <a:cubicBezTo>
                      <a:pt x="55" y="179"/>
                      <a:pt x="55" y="178"/>
                      <a:pt x="54" y="176"/>
                    </a:cubicBezTo>
                    <a:cubicBezTo>
                      <a:pt x="54" y="175"/>
                      <a:pt x="54" y="174"/>
                      <a:pt x="54" y="174"/>
                    </a:cubicBezTo>
                    <a:cubicBezTo>
                      <a:pt x="54" y="171"/>
                      <a:pt x="55" y="169"/>
                      <a:pt x="55" y="167"/>
                    </a:cubicBezTo>
                    <a:moveTo>
                      <a:pt x="44" y="189"/>
                    </a:moveTo>
                    <a:cubicBezTo>
                      <a:pt x="45" y="187"/>
                      <a:pt x="46" y="186"/>
                      <a:pt x="46" y="186"/>
                    </a:cubicBezTo>
                    <a:cubicBezTo>
                      <a:pt x="47" y="186"/>
                      <a:pt x="47" y="185"/>
                      <a:pt x="47" y="185"/>
                    </a:cubicBezTo>
                    <a:cubicBezTo>
                      <a:pt x="47" y="185"/>
                      <a:pt x="48" y="186"/>
                      <a:pt x="49" y="187"/>
                    </a:cubicBezTo>
                    <a:cubicBezTo>
                      <a:pt x="50" y="188"/>
                      <a:pt x="51" y="189"/>
                      <a:pt x="51" y="191"/>
                    </a:cubicBezTo>
                    <a:cubicBezTo>
                      <a:pt x="51" y="192"/>
                      <a:pt x="51" y="193"/>
                      <a:pt x="51" y="194"/>
                    </a:cubicBezTo>
                    <a:cubicBezTo>
                      <a:pt x="51" y="196"/>
                      <a:pt x="51" y="198"/>
                      <a:pt x="50" y="200"/>
                    </a:cubicBezTo>
                    <a:cubicBezTo>
                      <a:pt x="49" y="202"/>
                      <a:pt x="48" y="203"/>
                      <a:pt x="48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47" y="204"/>
                      <a:pt x="44" y="202"/>
                      <a:pt x="44" y="198"/>
                    </a:cubicBezTo>
                    <a:cubicBezTo>
                      <a:pt x="43" y="197"/>
                      <a:pt x="43" y="196"/>
                      <a:pt x="43" y="195"/>
                    </a:cubicBezTo>
                    <a:cubicBezTo>
                      <a:pt x="43" y="193"/>
                      <a:pt x="44" y="191"/>
                      <a:pt x="44" y="189"/>
                    </a:cubicBezTo>
                    <a:moveTo>
                      <a:pt x="34" y="213"/>
                    </a:moveTo>
                    <a:cubicBezTo>
                      <a:pt x="35" y="211"/>
                      <a:pt x="35" y="210"/>
                      <a:pt x="36" y="210"/>
                    </a:cubicBezTo>
                    <a:cubicBezTo>
                      <a:pt x="36" y="209"/>
                      <a:pt x="36" y="209"/>
                      <a:pt x="36" y="209"/>
                    </a:cubicBezTo>
                    <a:cubicBezTo>
                      <a:pt x="37" y="209"/>
                      <a:pt x="40" y="211"/>
                      <a:pt x="41" y="215"/>
                    </a:cubicBezTo>
                    <a:cubicBezTo>
                      <a:pt x="41" y="216"/>
                      <a:pt x="41" y="218"/>
                      <a:pt x="41" y="219"/>
                    </a:cubicBezTo>
                    <a:cubicBezTo>
                      <a:pt x="41" y="223"/>
                      <a:pt x="40" y="227"/>
                      <a:pt x="39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7" y="227"/>
                      <a:pt x="35" y="226"/>
                      <a:pt x="34" y="222"/>
                    </a:cubicBezTo>
                    <a:cubicBezTo>
                      <a:pt x="33" y="221"/>
                      <a:pt x="33" y="219"/>
                      <a:pt x="33" y="218"/>
                    </a:cubicBezTo>
                    <a:cubicBezTo>
                      <a:pt x="33" y="216"/>
                      <a:pt x="34" y="214"/>
                      <a:pt x="34" y="213"/>
                    </a:cubicBezTo>
                    <a:moveTo>
                      <a:pt x="27" y="234"/>
                    </a:moveTo>
                    <a:cubicBezTo>
                      <a:pt x="27" y="234"/>
                      <a:pt x="27" y="234"/>
                      <a:pt x="27" y="234"/>
                    </a:cubicBezTo>
                    <a:cubicBezTo>
                      <a:pt x="28" y="234"/>
                      <a:pt x="31" y="236"/>
                      <a:pt x="32" y="239"/>
                    </a:cubicBezTo>
                    <a:cubicBezTo>
                      <a:pt x="32" y="241"/>
                      <a:pt x="33" y="243"/>
                      <a:pt x="33" y="244"/>
                    </a:cubicBezTo>
                    <a:cubicBezTo>
                      <a:pt x="33" y="248"/>
                      <a:pt x="31" y="251"/>
                      <a:pt x="31" y="252"/>
                    </a:cubicBezTo>
                    <a:cubicBezTo>
                      <a:pt x="31" y="252"/>
                      <a:pt x="31" y="252"/>
                      <a:pt x="30" y="252"/>
                    </a:cubicBezTo>
                    <a:cubicBezTo>
                      <a:pt x="29" y="252"/>
                      <a:pt x="27" y="250"/>
                      <a:pt x="26" y="247"/>
                    </a:cubicBezTo>
                    <a:cubicBezTo>
                      <a:pt x="25" y="245"/>
                      <a:pt x="25" y="243"/>
                      <a:pt x="25" y="242"/>
                    </a:cubicBezTo>
                    <a:cubicBezTo>
                      <a:pt x="25" y="238"/>
                      <a:pt x="26" y="235"/>
                      <a:pt x="27" y="234"/>
                    </a:cubicBezTo>
                    <a:moveTo>
                      <a:pt x="20" y="258"/>
                    </a:moveTo>
                    <a:cubicBezTo>
                      <a:pt x="20" y="258"/>
                      <a:pt x="20" y="258"/>
                      <a:pt x="20" y="258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1" y="258"/>
                      <a:pt x="24" y="259"/>
                      <a:pt x="25" y="263"/>
                    </a:cubicBezTo>
                    <a:cubicBezTo>
                      <a:pt x="26" y="265"/>
                      <a:pt x="26" y="267"/>
                      <a:pt x="26" y="269"/>
                    </a:cubicBezTo>
                    <a:cubicBezTo>
                      <a:pt x="26" y="272"/>
                      <a:pt x="25" y="275"/>
                      <a:pt x="25" y="275"/>
                    </a:cubicBezTo>
                    <a:cubicBezTo>
                      <a:pt x="25" y="275"/>
                      <a:pt x="25" y="275"/>
                      <a:pt x="24" y="275"/>
                    </a:cubicBezTo>
                    <a:cubicBezTo>
                      <a:pt x="23" y="275"/>
                      <a:pt x="21" y="274"/>
                      <a:pt x="19" y="270"/>
                    </a:cubicBezTo>
                    <a:cubicBezTo>
                      <a:pt x="19" y="268"/>
                      <a:pt x="18" y="266"/>
                      <a:pt x="18" y="264"/>
                    </a:cubicBezTo>
                    <a:cubicBezTo>
                      <a:pt x="18" y="261"/>
                      <a:pt x="19" y="259"/>
                      <a:pt x="20" y="258"/>
                    </a:cubicBezTo>
                    <a:moveTo>
                      <a:pt x="14" y="284"/>
                    </a:moveTo>
                    <a:cubicBezTo>
                      <a:pt x="14" y="283"/>
                      <a:pt x="14" y="283"/>
                      <a:pt x="15" y="283"/>
                    </a:cubicBezTo>
                    <a:cubicBezTo>
                      <a:pt x="16" y="283"/>
                      <a:pt x="18" y="285"/>
                      <a:pt x="20" y="288"/>
                    </a:cubicBezTo>
                    <a:cubicBezTo>
                      <a:pt x="21" y="290"/>
                      <a:pt x="21" y="293"/>
                      <a:pt x="21" y="295"/>
                    </a:cubicBezTo>
                    <a:cubicBezTo>
                      <a:pt x="21" y="297"/>
                      <a:pt x="20" y="300"/>
                      <a:pt x="20" y="300"/>
                    </a:cubicBezTo>
                    <a:cubicBezTo>
                      <a:pt x="20" y="301"/>
                      <a:pt x="20" y="301"/>
                      <a:pt x="19" y="301"/>
                    </a:cubicBezTo>
                    <a:cubicBezTo>
                      <a:pt x="18" y="301"/>
                      <a:pt x="16" y="299"/>
                      <a:pt x="14" y="296"/>
                    </a:cubicBezTo>
                    <a:cubicBezTo>
                      <a:pt x="13" y="294"/>
                      <a:pt x="13" y="291"/>
                      <a:pt x="13" y="289"/>
                    </a:cubicBezTo>
                    <a:cubicBezTo>
                      <a:pt x="13" y="286"/>
                      <a:pt x="13" y="284"/>
                      <a:pt x="14" y="284"/>
                    </a:cubicBezTo>
                    <a:moveTo>
                      <a:pt x="10" y="310"/>
                    </a:moveTo>
                    <a:cubicBezTo>
                      <a:pt x="10" y="310"/>
                      <a:pt x="10" y="310"/>
                      <a:pt x="10" y="310"/>
                    </a:cubicBezTo>
                    <a:cubicBezTo>
                      <a:pt x="10" y="309"/>
                      <a:pt x="10" y="309"/>
                      <a:pt x="10" y="309"/>
                    </a:cubicBezTo>
                    <a:cubicBezTo>
                      <a:pt x="12" y="309"/>
                      <a:pt x="14" y="310"/>
                      <a:pt x="16" y="314"/>
                    </a:cubicBezTo>
                    <a:cubicBezTo>
                      <a:pt x="17" y="316"/>
                      <a:pt x="18" y="319"/>
                      <a:pt x="17" y="322"/>
                    </a:cubicBezTo>
                    <a:cubicBezTo>
                      <a:pt x="17" y="324"/>
                      <a:pt x="17" y="325"/>
                      <a:pt x="17" y="326"/>
                    </a:cubicBezTo>
                    <a:cubicBezTo>
                      <a:pt x="17" y="326"/>
                      <a:pt x="16" y="326"/>
                      <a:pt x="16" y="326"/>
                    </a:cubicBezTo>
                    <a:cubicBezTo>
                      <a:pt x="15" y="326"/>
                      <a:pt x="12" y="325"/>
                      <a:pt x="11" y="322"/>
                    </a:cubicBezTo>
                    <a:cubicBezTo>
                      <a:pt x="9" y="319"/>
                      <a:pt x="9" y="316"/>
                      <a:pt x="9" y="313"/>
                    </a:cubicBezTo>
                    <a:cubicBezTo>
                      <a:pt x="9" y="312"/>
                      <a:pt x="9" y="310"/>
                      <a:pt x="10" y="310"/>
                    </a:cubicBezTo>
                    <a:moveTo>
                      <a:pt x="7" y="334"/>
                    </a:moveTo>
                    <a:cubicBezTo>
                      <a:pt x="7" y="334"/>
                      <a:pt x="7" y="334"/>
                      <a:pt x="7" y="334"/>
                    </a:cubicBezTo>
                    <a:cubicBezTo>
                      <a:pt x="7" y="334"/>
                      <a:pt x="7" y="334"/>
                      <a:pt x="8" y="334"/>
                    </a:cubicBezTo>
                    <a:cubicBezTo>
                      <a:pt x="9" y="334"/>
                      <a:pt x="12" y="335"/>
                      <a:pt x="13" y="338"/>
                    </a:cubicBezTo>
                    <a:cubicBezTo>
                      <a:pt x="15" y="340"/>
                      <a:pt x="16" y="344"/>
                      <a:pt x="16" y="347"/>
                    </a:cubicBezTo>
                    <a:cubicBezTo>
                      <a:pt x="16" y="348"/>
                      <a:pt x="15" y="350"/>
                      <a:pt x="15" y="350"/>
                    </a:cubicBezTo>
                    <a:cubicBezTo>
                      <a:pt x="15" y="350"/>
                      <a:pt x="15" y="350"/>
                      <a:pt x="14" y="350"/>
                    </a:cubicBezTo>
                    <a:cubicBezTo>
                      <a:pt x="13" y="350"/>
                      <a:pt x="10" y="349"/>
                      <a:pt x="9" y="346"/>
                    </a:cubicBezTo>
                    <a:cubicBezTo>
                      <a:pt x="7" y="344"/>
                      <a:pt x="6" y="340"/>
                      <a:pt x="6" y="337"/>
                    </a:cubicBezTo>
                    <a:cubicBezTo>
                      <a:pt x="6" y="336"/>
                      <a:pt x="7" y="334"/>
                      <a:pt x="7" y="334"/>
                    </a:cubicBezTo>
                    <a:moveTo>
                      <a:pt x="6" y="360"/>
                    </a:moveTo>
                    <a:cubicBezTo>
                      <a:pt x="6" y="360"/>
                      <a:pt x="6" y="360"/>
                      <a:pt x="7" y="360"/>
                    </a:cubicBezTo>
                    <a:cubicBezTo>
                      <a:pt x="8" y="360"/>
                      <a:pt x="11" y="361"/>
                      <a:pt x="12" y="364"/>
                    </a:cubicBezTo>
                    <a:cubicBezTo>
                      <a:pt x="14" y="367"/>
                      <a:pt x="15" y="371"/>
                      <a:pt x="15" y="373"/>
                    </a:cubicBezTo>
                    <a:cubicBezTo>
                      <a:pt x="15" y="375"/>
                      <a:pt x="15" y="375"/>
                      <a:pt x="15" y="376"/>
                    </a:cubicBezTo>
                    <a:cubicBezTo>
                      <a:pt x="15" y="376"/>
                      <a:pt x="14" y="376"/>
                      <a:pt x="14" y="376"/>
                    </a:cubicBezTo>
                    <a:cubicBezTo>
                      <a:pt x="12" y="376"/>
                      <a:pt x="10" y="375"/>
                      <a:pt x="8" y="373"/>
                    </a:cubicBezTo>
                    <a:cubicBezTo>
                      <a:pt x="6" y="370"/>
                      <a:pt x="5" y="366"/>
                      <a:pt x="5" y="363"/>
                    </a:cubicBezTo>
                    <a:cubicBezTo>
                      <a:pt x="5" y="362"/>
                      <a:pt x="6" y="361"/>
                      <a:pt x="6" y="360"/>
                    </a:cubicBezTo>
                    <a:moveTo>
                      <a:pt x="6" y="387"/>
                    </a:moveTo>
                    <a:cubicBezTo>
                      <a:pt x="6" y="386"/>
                      <a:pt x="6" y="386"/>
                      <a:pt x="7" y="386"/>
                    </a:cubicBezTo>
                    <a:cubicBezTo>
                      <a:pt x="9" y="386"/>
                      <a:pt x="11" y="387"/>
                      <a:pt x="13" y="389"/>
                    </a:cubicBezTo>
                    <a:cubicBezTo>
                      <a:pt x="15" y="392"/>
                      <a:pt x="16" y="397"/>
                      <a:pt x="16" y="400"/>
                    </a:cubicBezTo>
                    <a:cubicBezTo>
                      <a:pt x="16" y="400"/>
                      <a:pt x="16" y="401"/>
                      <a:pt x="16" y="401"/>
                    </a:cubicBezTo>
                    <a:cubicBezTo>
                      <a:pt x="16" y="402"/>
                      <a:pt x="15" y="402"/>
                      <a:pt x="15" y="402"/>
                    </a:cubicBezTo>
                    <a:cubicBezTo>
                      <a:pt x="13" y="402"/>
                      <a:pt x="11" y="401"/>
                      <a:pt x="9" y="399"/>
                    </a:cubicBezTo>
                    <a:cubicBezTo>
                      <a:pt x="7" y="396"/>
                      <a:pt x="6" y="391"/>
                      <a:pt x="6" y="388"/>
                    </a:cubicBezTo>
                    <a:cubicBezTo>
                      <a:pt x="6" y="387"/>
                      <a:pt x="6" y="387"/>
                      <a:pt x="6" y="387"/>
                    </a:cubicBezTo>
                    <a:moveTo>
                      <a:pt x="8" y="412"/>
                    </a:moveTo>
                    <a:cubicBezTo>
                      <a:pt x="8" y="412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8" y="411"/>
                    </a:cubicBezTo>
                    <a:cubicBezTo>
                      <a:pt x="8" y="411"/>
                      <a:pt x="8" y="411"/>
                      <a:pt x="9" y="411"/>
                    </a:cubicBezTo>
                    <a:cubicBezTo>
                      <a:pt x="11" y="411"/>
                      <a:pt x="13" y="412"/>
                      <a:pt x="15" y="414"/>
                    </a:cubicBezTo>
                    <a:cubicBezTo>
                      <a:pt x="17" y="417"/>
                      <a:pt x="19" y="422"/>
                      <a:pt x="19" y="424"/>
                    </a:cubicBezTo>
                    <a:cubicBezTo>
                      <a:pt x="19" y="425"/>
                      <a:pt x="18" y="425"/>
                      <a:pt x="18" y="426"/>
                    </a:cubicBezTo>
                    <a:cubicBezTo>
                      <a:pt x="18" y="426"/>
                      <a:pt x="18" y="426"/>
                      <a:pt x="17" y="426"/>
                    </a:cubicBezTo>
                    <a:cubicBezTo>
                      <a:pt x="16" y="426"/>
                      <a:pt x="14" y="425"/>
                      <a:pt x="12" y="423"/>
                    </a:cubicBezTo>
                    <a:cubicBezTo>
                      <a:pt x="9" y="420"/>
                      <a:pt x="8" y="415"/>
                      <a:pt x="8" y="412"/>
                    </a:cubicBezTo>
                    <a:moveTo>
                      <a:pt x="16" y="449"/>
                    </a:moveTo>
                    <a:cubicBezTo>
                      <a:pt x="13" y="446"/>
                      <a:pt x="11" y="441"/>
                      <a:pt x="11" y="438"/>
                    </a:cubicBezTo>
                    <a:cubicBezTo>
                      <a:pt x="11" y="438"/>
                      <a:pt x="11" y="437"/>
                      <a:pt x="11" y="437"/>
                    </a:cubicBezTo>
                    <a:cubicBezTo>
                      <a:pt x="11" y="437"/>
                      <a:pt x="11" y="437"/>
                      <a:pt x="11" y="437"/>
                    </a:cubicBezTo>
                    <a:cubicBezTo>
                      <a:pt x="11" y="437"/>
                      <a:pt x="12" y="437"/>
                      <a:pt x="13" y="437"/>
                    </a:cubicBezTo>
                    <a:cubicBezTo>
                      <a:pt x="14" y="437"/>
                      <a:pt x="16" y="437"/>
                      <a:pt x="18" y="439"/>
                    </a:cubicBezTo>
                    <a:cubicBezTo>
                      <a:pt x="21" y="442"/>
                      <a:pt x="23" y="448"/>
                      <a:pt x="23" y="450"/>
                    </a:cubicBezTo>
                    <a:cubicBezTo>
                      <a:pt x="23" y="450"/>
                      <a:pt x="23" y="451"/>
                      <a:pt x="23" y="451"/>
                    </a:cubicBezTo>
                    <a:cubicBezTo>
                      <a:pt x="23" y="451"/>
                      <a:pt x="22" y="451"/>
                      <a:pt x="21" y="451"/>
                    </a:cubicBezTo>
                    <a:cubicBezTo>
                      <a:pt x="20" y="451"/>
                      <a:pt x="18" y="451"/>
                      <a:pt x="16" y="449"/>
                    </a:cubicBezTo>
                    <a:moveTo>
                      <a:pt x="21" y="474"/>
                    </a:moveTo>
                    <a:cubicBezTo>
                      <a:pt x="18" y="471"/>
                      <a:pt x="16" y="466"/>
                      <a:pt x="16" y="464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7" y="462"/>
                      <a:pt x="17" y="462"/>
                      <a:pt x="18" y="462"/>
                    </a:cubicBezTo>
                    <a:cubicBezTo>
                      <a:pt x="19" y="462"/>
                      <a:pt x="21" y="463"/>
                      <a:pt x="23" y="465"/>
                    </a:cubicBezTo>
                    <a:cubicBezTo>
                      <a:pt x="27" y="468"/>
                      <a:pt x="28" y="473"/>
                      <a:pt x="28" y="475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6"/>
                      <a:pt x="28" y="476"/>
                      <a:pt x="28" y="476"/>
                    </a:cubicBezTo>
                    <a:cubicBezTo>
                      <a:pt x="28" y="477"/>
                      <a:pt x="27" y="477"/>
                      <a:pt x="27" y="477"/>
                    </a:cubicBezTo>
                    <a:cubicBezTo>
                      <a:pt x="25" y="477"/>
                      <a:pt x="23" y="476"/>
                      <a:pt x="21" y="474"/>
                    </a:cubicBezTo>
                    <a:moveTo>
                      <a:pt x="28" y="498"/>
                    </a:moveTo>
                    <a:cubicBezTo>
                      <a:pt x="24" y="495"/>
                      <a:pt x="22" y="490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2" y="487"/>
                    </a:cubicBezTo>
                    <a:cubicBezTo>
                      <a:pt x="22" y="487"/>
                      <a:pt x="22" y="487"/>
                      <a:pt x="23" y="486"/>
                    </a:cubicBezTo>
                    <a:cubicBezTo>
                      <a:pt x="23" y="486"/>
                      <a:pt x="23" y="486"/>
                      <a:pt x="24" y="486"/>
                    </a:cubicBezTo>
                    <a:cubicBezTo>
                      <a:pt x="26" y="486"/>
                      <a:pt x="27" y="487"/>
                      <a:pt x="29" y="488"/>
                    </a:cubicBezTo>
                    <a:cubicBezTo>
                      <a:pt x="31" y="490"/>
                      <a:pt x="33" y="492"/>
                      <a:pt x="34" y="494"/>
                    </a:cubicBezTo>
                    <a:cubicBezTo>
                      <a:pt x="35" y="496"/>
                      <a:pt x="35" y="498"/>
                      <a:pt x="35" y="499"/>
                    </a:cubicBezTo>
                    <a:cubicBezTo>
                      <a:pt x="35" y="499"/>
                      <a:pt x="35" y="499"/>
                      <a:pt x="35" y="499"/>
                    </a:cubicBezTo>
                    <a:cubicBezTo>
                      <a:pt x="35" y="499"/>
                      <a:pt x="35" y="499"/>
                      <a:pt x="35" y="500"/>
                    </a:cubicBezTo>
                    <a:cubicBezTo>
                      <a:pt x="34" y="500"/>
                      <a:pt x="34" y="500"/>
                      <a:pt x="33" y="500"/>
                    </a:cubicBezTo>
                    <a:cubicBezTo>
                      <a:pt x="32" y="500"/>
                      <a:pt x="30" y="499"/>
                      <a:pt x="28" y="498"/>
                    </a:cubicBezTo>
                    <a:moveTo>
                      <a:pt x="37" y="523"/>
                    </a:moveTo>
                    <a:cubicBezTo>
                      <a:pt x="35" y="521"/>
                      <a:pt x="33" y="519"/>
                      <a:pt x="32" y="517"/>
                    </a:cubicBezTo>
                    <a:cubicBezTo>
                      <a:pt x="31" y="515"/>
                      <a:pt x="30" y="513"/>
                      <a:pt x="30" y="512"/>
                    </a:cubicBezTo>
                    <a:cubicBezTo>
                      <a:pt x="30" y="512"/>
                      <a:pt x="30" y="512"/>
                      <a:pt x="30" y="512"/>
                    </a:cubicBezTo>
                    <a:cubicBezTo>
                      <a:pt x="30" y="512"/>
                      <a:pt x="30" y="512"/>
                      <a:pt x="31" y="511"/>
                    </a:cubicBezTo>
                    <a:cubicBezTo>
                      <a:pt x="31" y="511"/>
                      <a:pt x="32" y="511"/>
                      <a:pt x="33" y="511"/>
                    </a:cubicBezTo>
                    <a:cubicBezTo>
                      <a:pt x="34" y="511"/>
                      <a:pt x="36" y="512"/>
                      <a:pt x="37" y="513"/>
                    </a:cubicBezTo>
                    <a:cubicBezTo>
                      <a:pt x="39" y="514"/>
                      <a:pt x="41" y="516"/>
                      <a:pt x="42" y="518"/>
                    </a:cubicBezTo>
                    <a:cubicBezTo>
                      <a:pt x="43" y="520"/>
                      <a:pt x="44" y="522"/>
                      <a:pt x="44" y="523"/>
                    </a:cubicBezTo>
                    <a:cubicBezTo>
                      <a:pt x="44" y="523"/>
                      <a:pt x="44" y="523"/>
                      <a:pt x="44" y="523"/>
                    </a:cubicBezTo>
                    <a:cubicBezTo>
                      <a:pt x="44" y="523"/>
                      <a:pt x="44" y="524"/>
                      <a:pt x="44" y="524"/>
                    </a:cubicBezTo>
                    <a:cubicBezTo>
                      <a:pt x="43" y="524"/>
                      <a:pt x="42" y="524"/>
                      <a:pt x="42" y="524"/>
                    </a:cubicBezTo>
                    <a:cubicBezTo>
                      <a:pt x="40" y="524"/>
                      <a:pt x="39" y="524"/>
                      <a:pt x="37" y="523"/>
                    </a:cubicBezTo>
                    <a:moveTo>
                      <a:pt x="47" y="546"/>
                    </a:moveTo>
                    <a:cubicBezTo>
                      <a:pt x="45" y="545"/>
                      <a:pt x="43" y="543"/>
                      <a:pt x="42" y="541"/>
                    </a:cubicBezTo>
                    <a:cubicBezTo>
                      <a:pt x="40" y="539"/>
                      <a:pt x="40" y="537"/>
                      <a:pt x="40" y="537"/>
                    </a:cubicBezTo>
                    <a:cubicBezTo>
                      <a:pt x="40" y="537"/>
                      <a:pt x="40" y="537"/>
                      <a:pt x="40" y="537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0" y="536"/>
                      <a:pt x="40" y="536"/>
                      <a:pt x="40" y="536"/>
                    </a:cubicBezTo>
                    <a:cubicBezTo>
                      <a:pt x="41" y="535"/>
                      <a:pt x="42" y="535"/>
                      <a:pt x="42" y="535"/>
                    </a:cubicBezTo>
                    <a:cubicBezTo>
                      <a:pt x="42" y="535"/>
                      <a:pt x="42" y="535"/>
                      <a:pt x="42" y="535"/>
                    </a:cubicBezTo>
                    <a:cubicBezTo>
                      <a:pt x="44" y="535"/>
                      <a:pt x="45" y="536"/>
                      <a:pt x="47" y="537"/>
                    </a:cubicBezTo>
                    <a:cubicBezTo>
                      <a:pt x="49" y="538"/>
                      <a:pt x="51" y="540"/>
                      <a:pt x="52" y="542"/>
                    </a:cubicBezTo>
                    <a:cubicBezTo>
                      <a:pt x="54" y="544"/>
                      <a:pt x="54" y="546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3" y="548"/>
                      <a:pt x="53" y="548"/>
                      <a:pt x="52" y="548"/>
                    </a:cubicBezTo>
                    <a:cubicBezTo>
                      <a:pt x="50" y="548"/>
                      <a:pt x="49" y="547"/>
                      <a:pt x="47" y="546"/>
                    </a:cubicBezTo>
                    <a:close/>
                    <a:moveTo>
                      <a:pt x="58" y="568"/>
                    </a:moveTo>
                    <a:cubicBezTo>
                      <a:pt x="56" y="567"/>
                      <a:pt x="54" y="565"/>
                      <a:pt x="53" y="563"/>
                    </a:cubicBezTo>
                    <a:cubicBezTo>
                      <a:pt x="51" y="561"/>
                      <a:pt x="50" y="559"/>
                      <a:pt x="50" y="559"/>
                    </a:cubicBezTo>
                    <a:cubicBezTo>
                      <a:pt x="50" y="559"/>
                      <a:pt x="50" y="559"/>
                      <a:pt x="50" y="559"/>
                    </a:cubicBezTo>
                    <a:cubicBezTo>
                      <a:pt x="50" y="559"/>
                      <a:pt x="50" y="558"/>
                      <a:pt x="51" y="558"/>
                    </a:cubicBezTo>
                    <a:cubicBezTo>
                      <a:pt x="51" y="558"/>
                      <a:pt x="52" y="557"/>
                      <a:pt x="53" y="557"/>
                    </a:cubicBezTo>
                    <a:cubicBezTo>
                      <a:pt x="55" y="557"/>
                      <a:pt x="56" y="558"/>
                      <a:pt x="58" y="559"/>
                    </a:cubicBezTo>
                    <a:cubicBezTo>
                      <a:pt x="60" y="560"/>
                      <a:pt x="62" y="562"/>
                      <a:pt x="63" y="564"/>
                    </a:cubicBezTo>
                    <a:cubicBezTo>
                      <a:pt x="65" y="565"/>
                      <a:pt x="65" y="567"/>
                      <a:pt x="66" y="568"/>
                    </a:cubicBezTo>
                    <a:cubicBezTo>
                      <a:pt x="66" y="568"/>
                      <a:pt x="66" y="568"/>
                      <a:pt x="66" y="568"/>
                    </a:cubicBezTo>
                    <a:cubicBezTo>
                      <a:pt x="66" y="568"/>
                      <a:pt x="65" y="569"/>
                      <a:pt x="65" y="569"/>
                    </a:cubicBezTo>
                    <a:cubicBezTo>
                      <a:pt x="64" y="569"/>
                      <a:pt x="64" y="570"/>
                      <a:pt x="62" y="570"/>
                    </a:cubicBezTo>
                    <a:cubicBezTo>
                      <a:pt x="61" y="569"/>
                      <a:pt x="60" y="569"/>
                      <a:pt x="58" y="568"/>
                    </a:cubicBezTo>
                    <a:moveTo>
                      <a:pt x="72" y="591"/>
                    </a:moveTo>
                    <a:cubicBezTo>
                      <a:pt x="72" y="591"/>
                      <a:pt x="72" y="591"/>
                      <a:pt x="72" y="591"/>
                    </a:cubicBezTo>
                    <a:cubicBezTo>
                      <a:pt x="70" y="590"/>
                      <a:pt x="67" y="588"/>
                      <a:pt x="66" y="586"/>
                    </a:cubicBezTo>
                    <a:cubicBezTo>
                      <a:pt x="64" y="584"/>
                      <a:pt x="63" y="583"/>
                      <a:pt x="63" y="582"/>
                    </a:cubicBezTo>
                    <a:cubicBezTo>
                      <a:pt x="63" y="582"/>
                      <a:pt x="63" y="582"/>
                      <a:pt x="63" y="582"/>
                    </a:cubicBezTo>
                    <a:cubicBezTo>
                      <a:pt x="63" y="582"/>
                      <a:pt x="63" y="581"/>
                      <a:pt x="64" y="581"/>
                    </a:cubicBezTo>
                    <a:cubicBezTo>
                      <a:pt x="64" y="580"/>
                      <a:pt x="65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7" y="580"/>
                      <a:pt x="67" y="580"/>
                      <a:pt x="67" y="580"/>
                    </a:cubicBezTo>
                    <a:cubicBezTo>
                      <a:pt x="68" y="580"/>
                      <a:pt x="69" y="580"/>
                      <a:pt x="70" y="581"/>
                    </a:cubicBezTo>
                    <a:cubicBezTo>
                      <a:pt x="73" y="582"/>
                      <a:pt x="75" y="584"/>
                      <a:pt x="76" y="586"/>
                    </a:cubicBezTo>
                    <a:cubicBezTo>
                      <a:pt x="78" y="587"/>
                      <a:pt x="79" y="589"/>
                      <a:pt x="79" y="590"/>
                    </a:cubicBezTo>
                    <a:cubicBezTo>
                      <a:pt x="79" y="590"/>
                      <a:pt x="79" y="590"/>
                      <a:pt x="79" y="590"/>
                    </a:cubicBezTo>
                    <a:cubicBezTo>
                      <a:pt x="79" y="590"/>
                      <a:pt x="79" y="591"/>
                      <a:pt x="78" y="591"/>
                    </a:cubicBezTo>
                    <a:cubicBezTo>
                      <a:pt x="78" y="591"/>
                      <a:pt x="77" y="592"/>
                      <a:pt x="76" y="592"/>
                    </a:cubicBezTo>
                    <a:cubicBezTo>
                      <a:pt x="74" y="592"/>
                      <a:pt x="73" y="591"/>
                      <a:pt x="72" y="591"/>
                    </a:cubicBezTo>
                    <a:moveTo>
                      <a:pt x="90" y="613"/>
                    </a:moveTo>
                    <a:cubicBezTo>
                      <a:pt x="89" y="613"/>
                      <a:pt x="88" y="613"/>
                      <a:pt x="87" y="612"/>
                    </a:cubicBezTo>
                    <a:cubicBezTo>
                      <a:pt x="84" y="611"/>
                      <a:pt x="82" y="610"/>
                      <a:pt x="80" y="608"/>
                    </a:cubicBezTo>
                    <a:cubicBezTo>
                      <a:pt x="79" y="606"/>
                      <a:pt x="78" y="604"/>
                      <a:pt x="78" y="604"/>
                    </a:cubicBezTo>
                    <a:cubicBezTo>
                      <a:pt x="78" y="604"/>
                      <a:pt x="78" y="604"/>
                      <a:pt x="78" y="604"/>
                    </a:cubicBezTo>
                    <a:cubicBezTo>
                      <a:pt x="78" y="603"/>
                      <a:pt x="78" y="603"/>
                      <a:pt x="78" y="603"/>
                    </a:cubicBezTo>
                    <a:cubicBezTo>
                      <a:pt x="79" y="602"/>
                      <a:pt x="80" y="602"/>
                      <a:pt x="82" y="602"/>
                    </a:cubicBezTo>
                    <a:cubicBezTo>
                      <a:pt x="82" y="602"/>
                      <a:pt x="82" y="602"/>
                      <a:pt x="82" y="602"/>
                    </a:cubicBezTo>
                    <a:cubicBezTo>
                      <a:pt x="83" y="602"/>
                      <a:pt x="84" y="602"/>
                      <a:pt x="85" y="603"/>
                    </a:cubicBezTo>
                    <a:cubicBezTo>
                      <a:pt x="87" y="603"/>
                      <a:pt x="89" y="605"/>
                      <a:pt x="91" y="607"/>
                    </a:cubicBezTo>
                    <a:cubicBezTo>
                      <a:pt x="93" y="608"/>
                      <a:pt x="94" y="610"/>
                      <a:pt x="94" y="611"/>
                    </a:cubicBezTo>
                    <a:cubicBezTo>
                      <a:pt x="94" y="611"/>
                      <a:pt x="94" y="611"/>
                      <a:pt x="94" y="611"/>
                    </a:cubicBezTo>
                    <a:cubicBezTo>
                      <a:pt x="94" y="611"/>
                      <a:pt x="94" y="612"/>
                      <a:pt x="93" y="612"/>
                    </a:cubicBezTo>
                    <a:cubicBezTo>
                      <a:pt x="92" y="612"/>
                      <a:pt x="91" y="613"/>
                      <a:pt x="90" y="613"/>
                    </a:cubicBezTo>
                    <a:moveTo>
                      <a:pt x="108" y="631"/>
                    </a:moveTo>
                    <a:cubicBezTo>
                      <a:pt x="108" y="631"/>
                      <a:pt x="106" y="632"/>
                      <a:pt x="105" y="632"/>
                    </a:cubicBezTo>
                    <a:cubicBezTo>
                      <a:pt x="104" y="632"/>
                      <a:pt x="103" y="631"/>
                      <a:pt x="102" y="631"/>
                    </a:cubicBezTo>
                    <a:cubicBezTo>
                      <a:pt x="100" y="631"/>
                      <a:pt x="98" y="629"/>
                      <a:pt x="96" y="628"/>
                    </a:cubicBezTo>
                    <a:cubicBezTo>
                      <a:pt x="94" y="626"/>
                      <a:pt x="93" y="624"/>
                      <a:pt x="93" y="624"/>
                    </a:cubicBezTo>
                    <a:cubicBezTo>
                      <a:pt x="93" y="624"/>
                      <a:pt x="93" y="623"/>
                      <a:pt x="93" y="623"/>
                    </a:cubicBezTo>
                    <a:cubicBezTo>
                      <a:pt x="93" y="623"/>
                      <a:pt x="93" y="623"/>
                      <a:pt x="93" y="622"/>
                    </a:cubicBezTo>
                    <a:cubicBezTo>
                      <a:pt x="94" y="622"/>
                      <a:pt x="95" y="621"/>
                      <a:pt x="97" y="621"/>
                    </a:cubicBezTo>
                    <a:cubicBezTo>
                      <a:pt x="98" y="621"/>
                      <a:pt x="99" y="622"/>
                      <a:pt x="100" y="622"/>
                    </a:cubicBezTo>
                    <a:cubicBezTo>
                      <a:pt x="102" y="622"/>
                      <a:pt x="104" y="624"/>
                      <a:pt x="106" y="625"/>
                    </a:cubicBezTo>
                    <a:cubicBezTo>
                      <a:pt x="108" y="627"/>
                      <a:pt x="109" y="629"/>
                      <a:pt x="109" y="629"/>
                    </a:cubicBezTo>
                    <a:cubicBezTo>
                      <a:pt x="109" y="629"/>
                      <a:pt x="109" y="629"/>
                      <a:pt x="109" y="630"/>
                    </a:cubicBezTo>
                    <a:cubicBezTo>
                      <a:pt x="109" y="630"/>
                      <a:pt x="109" y="630"/>
                      <a:pt x="108" y="631"/>
                    </a:cubicBezTo>
                    <a:moveTo>
                      <a:pt x="127" y="648"/>
                    </a:moveTo>
                    <a:cubicBezTo>
                      <a:pt x="127" y="648"/>
                      <a:pt x="127" y="649"/>
                      <a:pt x="126" y="649"/>
                    </a:cubicBezTo>
                    <a:cubicBezTo>
                      <a:pt x="125" y="650"/>
                      <a:pt x="124" y="650"/>
                      <a:pt x="122" y="650"/>
                    </a:cubicBezTo>
                    <a:cubicBezTo>
                      <a:pt x="122" y="650"/>
                      <a:pt x="121" y="650"/>
                      <a:pt x="121" y="650"/>
                    </a:cubicBezTo>
                    <a:cubicBezTo>
                      <a:pt x="120" y="650"/>
                      <a:pt x="120" y="650"/>
                      <a:pt x="120" y="650"/>
                    </a:cubicBezTo>
                    <a:cubicBezTo>
                      <a:pt x="118" y="650"/>
                      <a:pt x="115" y="648"/>
                      <a:pt x="113" y="647"/>
                    </a:cubicBezTo>
                    <a:cubicBezTo>
                      <a:pt x="112" y="646"/>
                      <a:pt x="110" y="644"/>
                      <a:pt x="110" y="643"/>
                    </a:cubicBezTo>
                    <a:cubicBezTo>
                      <a:pt x="110" y="643"/>
                      <a:pt x="110" y="643"/>
                      <a:pt x="110" y="643"/>
                    </a:cubicBezTo>
                    <a:cubicBezTo>
                      <a:pt x="110" y="643"/>
                      <a:pt x="110" y="642"/>
                      <a:pt x="111" y="642"/>
                    </a:cubicBezTo>
                    <a:cubicBezTo>
                      <a:pt x="112" y="641"/>
                      <a:pt x="113" y="641"/>
                      <a:pt x="115" y="641"/>
                    </a:cubicBezTo>
                    <a:cubicBezTo>
                      <a:pt x="116" y="641"/>
                      <a:pt x="116" y="641"/>
                      <a:pt x="117" y="641"/>
                    </a:cubicBezTo>
                    <a:cubicBezTo>
                      <a:pt x="119" y="641"/>
                      <a:pt x="122" y="643"/>
                      <a:pt x="124" y="644"/>
                    </a:cubicBezTo>
                    <a:cubicBezTo>
                      <a:pt x="126" y="645"/>
                      <a:pt x="127" y="647"/>
                      <a:pt x="127" y="648"/>
                    </a:cubicBezTo>
                    <a:close/>
                    <a:moveTo>
                      <a:pt x="145" y="666"/>
                    </a:moveTo>
                    <a:cubicBezTo>
                      <a:pt x="144" y="667"/>
                      <a:pt x="143" y="668"/>
                      <a:pt x="141" y="667"/>
                    </a:cubicBezTo>
                    <a:cubicBezTo>
                      <a:pt x="140" y="667"/>
                      <a:pt x="140" y="667"/>
                      <a:pt x="140" y="667"/>
                    </a:cubicBezTo>
                    <a:cubicBezTo>
                      <a:pt x="137" y="667"/>
                      <a:pt x="135" y="666"/>
                      <a:pt x="133" y="665"/>
                    </a:cubicBezTo>
                    <a:cubicBezTo>
                      <a:pt x="131" y="664"/>
                      <a:pt x="129" y="662"/>
                      <a:pt x="129" y="661"/>
                    </a:cubicBezTo>
                    <a:cubicBezTo>
                      <a:pt x="129" y="661"/>
                      <a:pt x="129" y="661"/>
                      <a:pt x="129" y="661"/>
                    </a:cubicBezTo>
                    <a:cubicBezTo>
                      <a:pt x="129" y="661"/>
                      <a:pt x="129" y="660"/>
                      <a:pt x="130" y="660"/>
                    </a:cubicBezTo>
                    <a:cubicBezTo>
                      <a:pt x="131" y="659"/>
                      <a:pt x="133" y="658"/>
                      <a:pt x="135" y="659"/>
                    </a:cubicBezTo>
                    <a:cubicBezTo>
                      <a:pt x="135" y="659"/>
                      <a:pt x="135" y="659"/>
                      <a:pt x="136" y="659"/>
                    </a:cubicBezTo>
                    <a:cubicBezTo>
                      <a:pt x="138" y="659"/>
                      <a:pt x="141" y="660"/>
                      <a:pt x="143" y="661"/>
                    </a:cubicBezTo>
                    <a:cubicBezTo>
                      <a:pt x="145" y="662"/>
                      <a:pt x="146" y="664"/>
                      <a:pt x="147" y="665"/>
                    </a:cubicBezTo>
                    <a:cubicBezTo>
                      <a:pt x="147" y="665"/>
                      <a:pt x="147" y="665"/>
                      <a:pt x="147" y="665"/>
                    </a:cubicBezTo>
                    <a:cubicBezTo>
                      <a:pt x="147" y="665"/>
                      <a:pt x="146" y="666"/>
                      <a:pt x="145" y="666"/>
                    </a:cubicBezTo>
                    <a:moveTo>
                      <a:pt x="165" y="681"/>
                    </a:moveTo>
                    <a:cubicBezTo>
                      <a:pt x="164" y="682"/>
                      <a:pt x="162" y="682"/>
                      <a:pt x="160" y="682"/>
                    </a:cubicBezTo>
                    <a:cubicBezTo>
                      <a:pt x="160" y="682"/>
                      <a:pt x="160" y="682"/>
                      <a:pt x="160" y="682"/>
                    </a:cubicBezTo>
                    <a:cubicBezTo>
                      <a:pt x="157" y="682"/>
                      <a:pt x="154" y="681"/>
                      <a:pt x="152" y="680"/>
                    </a:cubicBezTo>
                    <a:cubicBezTo>
                      <a:pt x="150" y="679"/>
                      <a:pt x="149" y="678"/>
                      <a:pt x="148" y="677"/>
                    </a:cubicBezTo>
                    <a:cubicBezTo>
                      <a:pt x="148" y="677"/>
                      <a:pt x="148" y="677"/>
                      <a:pt x="148" y="677"/>
                    </a:cubicBezTo>
                    <a:cubicBezTo>
                      <a:pt x="148" y="676"/>
                      <a:pt x="149" y="676"/>
                      <a:pt x="150" y="675"/>
                    </a:cubicBezTo>
                    <a:cubicBezTo>
                      <a:pt x="151" y="674"/>
                      <a:pt x="153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5" y="674"/>
                      <a:pt x="155" y="674"/>
                      <a:pt x="155" y="674"/>
                    </a:cubicBezTo>
                    <a:cubicBezTo>
                      <a:pt x="157" y="674"/>
                      <a:pt x="160" y="675"/>
                      <a:pt x="162" y="676"/>
                    </a:cubicBezTo>
                    <a:cubicBezTo>
                      <a:pt x="164" y="677"/>
                      <a:pt x="166" y="678"/>
                      <a:pt x="166" y="679"/>
                    </a:cubicBezTo>
                    <a:cubicBezTo>
                      <a:pt x="166" y="679"/>
                      <a:pt x="166" y="679"/>
                      <a:pt x="166" y="679"/>
                    </a:cubicBezTo>
                    <a:cubicBezTo>
                      <a:pt x="166" y="679"/>
                      <a:pt x="166" y="680"/>
                      <a:pt x="165" y="681"/>
                    </a:cubicBezTo>
                    <a:moveTo>
                      <a:pt x="187" y="694"/>
                    </a:moveTo>
                    <a:cubicBezTo>
                      <a:pt x="186" y="695"/>
                      <a:pt x="184" y="696"/>
                      <a:pt x="182" y="696"/>
                    </a:cubicBezTo>
                    <a:cubicBezTo>
                      <a:pt x="182" y="696"/>
                      <a:pt x="182" y="696"/>
                      <a:pt x="182" y="696"/>
                    </a:cubicBezTo>
                    <a:cubicBezTo>
                      <a:pt x="181" y="696"/>
                      <a:pt x="181" y="696"/>
                      <a:pt x="180" y="696"/>
                    </a:cubicBezTo>
                    <a:cubicBezTo>
                      <a:pt x="178" y="696"/>
                      <a:pt x="176" y="695"/>
                      <a:pt x="174" y="694"/>
                    </a:cubicBezTo>
                    <a:cubicBezTo>
                      <a:pt x="172" y="694"/>
                      <a:pt x="170" y="692"/>
                      <a:pt x="170" y="692"/>
                    </a:cubicBezTo>
                    <a:cubicBezTo>
                      <a:pt x="170" y="692"/>
                      <a:pt x="170" y="692"/>
                      <a:pt x="170" y="692"/>
                    </a:cubicBezTo>
                    <a:cubicBezTo>
                      <a:pt x="170" y="691"/>
                      <a:pt x="170" y="690"/>
                      <a:pt x="171" y="690"/>
                    </a:cubicBezTo>
                    <a:cubicBezTo>
                      <a:pt x="173" y="689"/>
                      <a:pt x="174" y="688"/>
                      <a:pt x="176" y="688"/>
                    </a:cubicBezTo>
                    <a:cubicBezTo>
                      <a:pt x="177" y="688"/>
                      <a:pt x="177" y="688"/>
                      <a:pt x="177" y="688"/>
                    </a:cubicBezTo>
                    <a:cubicBezTo>
                      <a:pt x="179" y="688"/>
                      <a:pt x="182" y="689"/>
                      <a:pt x="184" y="689"/>
                    </a:cubicBezTo>
                    <a:cubicBezTo>
                      <a:pt x="186" y="690"/>
                      <a:pt x="188" y="691"/>
                      <a:pt x="188" y="692"/>
                    </a:cubicBezTo>
                    <a:cubicBezTo>
                      <a:pt x="188" y="692"/>
                      <a:pt x="188" y="692"/>
                      <a:pt x="188" y="692"/>
                    </a:cubicBezTo>
                    <a:cubicBezTo>
                      <a:pt x="188" y="693"/>
                      <a:pt x="188" y="694"/>
                      <a:pt x="187" y="694"/>
                    </a:cubicBezTo>
                    <a:moveTo>
                      <a:pt x="205" y="708"/>
                    </a:moveTo>
                    <a:cubicBezTo>
                      <a:pt x="204" y="708"/>
                      <a:pt x="203" y="708"/>
                      <a:pt x="202" y="708"/>
                    </a:cubicBezTo>
                    <a:cubicBezTo>
                      <a:pt x="200" y="708"/>
                      <a:pt x="198" y="707"/>
                      <a:pt x="197" y="707"/>
                    </a:cubicBezTo>
                    <a:cubicBezTo>
                      <a:pt x="195" y="706"/>
                      <a:pt x="194" y="705"/>
                      <a:pt x="193" y="705"/>
                    </a:cubicBezTo>
                    <a:cubicBezTo>
                      <a:pt x="193" y="705"/>
                      <a:pt x="193" y="704"/>
                      <a:pt x="193" y="704"/>
                    </a:cubicBezTo>
                    <a:cubicBezTo>
                      <a:pt x="193" y="704"/>
                      <a:pt x="193" y="703"/>
                      <a:pt x="194" y="702"/>
                    </a:cubicBezTo>
                    <a:cubicBezTo>
                      <a:pt x="195" y="701"/>
                      <a:pt x="197" y="701"/>
                      <a:pt x="199" y="700"/>
                    </a:cubicBezTo>
                    <a:cubicBezTo>
                      <a:pt x="200" y="700"/>
                      <a:pt x="201" y="700"/>
                      <a:pt x="202" y="700"/>
                    </a:cubicBezTo>
                    <a:cubicBezTo>
                      <a:pt x="204" y="700"/>
                      <a:pt x="206" y="701"/>
                      <a:pt x="208" y="701"/>
                    </a:cubicBezTo>
                    <a:cubicBezTo>
                      <a:pt x="209" y="702"/>
                      <a:pt x="211" y="703"/>
                      <a:pt x="211" y="703"/>
                    </a:cubicBezTo>
                    <a:cubicBezTo>
                      <a:pt x="211" y="703"/>
                      <a:pt x="211" y="703"/>
                      <a:pt x="211" y="703"/>
                    </a:cubicBezTo>
                    <a:cubicBezTo>
                      <a:pt x="211" y="704"/>
                      <a:pt x="209" y="707"/>
                      <a:pt x="205" y="708"/>
                    </a:cubicBezTo>
                    <a:moveTo>
                      <a:pt x="228" y="716"/>
                    </a:moveTo>
                    <a:cubicBezTo>
                      <a:pt x="227" y="717"/>
                      <a:pt x="225" y="717"/>
                      <a:pt x="224" y="717"/>
                    </a:cubicBezTo>
                    <a:cubicBezTo>
                      <a:pt x="222" y="717"/>
                      <a:pt x="220" y="717"/>
                      <a:pt x="219" y="716"/>
                    </a:cubicBezTo>
                    <a:cubicBezTo>
                      <a:pt x="217" y="716"/>
                      <a:pt x="216" y="715"/>
                      <a:pt x="216" y="715"/>
                    </a:cubicBezTo>
                    <a:cubicBezTo>
                      <a:pt x="216" y="715"/>
                      <a:pt x="216" y="714"/>
                      <a:pt x="216" y="714"/>
                    </a:cubicBezTo>
                    <a:cubicBezTo>
                      <a:pt x="216" y="713"/>
                      <a:pt x="218" y="711"/>
                      <a:pt x="221" y="710"/>
                    </a:cubicBezTo>
                    <a:cubicBezTo>
                      <a:pt x="223" y="709"/>
                      <a:pt x="224" y="709"/>
                      <a:pt x="226" y="709"/>
                    </a:cubicBezTo>
                    <a:cubicBezTo>
                      <a:pt x="229" y="709"/>
                      <a:pt x="233" y="710"/>
                      <a:pt x="234" y="711"/>
                    </a:cubicBezTo>
                    <a:cubicBezTo>
                      <a:pt x="234" y="711"/>
                      <a:pt x="234" y="712"/>
                      <a:pt x="234" y="712"/>
                    </a:cubicBezTo>
                    <a:cubicBezTo>
                      <a:pt x="234" y="713"/>
                      <a:pt x="232" y="715"/>
                      <a:pt x="228" y="716"/>
                    </a:cubicBezTo>
                    <a:moveTo>
                      <a:pt x="254" y="723"/>
                    </a:moveTo>
                    <a:cubicBezTo>
                      <a:pt x="252" y="724"/>
                      <a:pt x="249" y="724"/>
                      <a:pt x="247" y="724"/>
                    </a:cubicBezTo>
                    <a:cubicBezTo>
                      <a:pt x="244" y="724"/>
                      <a:pt x="242" y="723"/>
                      <a:pt x="241" y="723"/>
                    </a:cubicBezTo>
                    <a:cubicBezTo>
                      <a:pt x="241" y="723"/>
                      <a:pt x="241" y="723"/>
                      <a:pt x="241" y="722"/>
                    </a:cubicBezTo>
                    <a:cubicBezTo>
                      <a:pt x="241" y="721"/>
                      <a:pt x="243" y="718"/>
                      <a:pt x="246" y="717"/>
                    </a:cubicBezTo>
                    <a:cubicBezTo>
                      <a:pt x="248" y="717"/>
                      <a:pt x="250" y="716"/>
                      <a:pt x="252" y="716"/>
                    </a:cubicBezTo>
                    <a:cubicBezTo>
                      <a:pt x="255" y="716"/>
                      <a:pt x="258" y="717"/>
                      <a:pt x="258" y="718"/>
                    </a:cubicBezTo>
                    <a:cubicBezTo>
                      <a:pt x="258" y="718"/>
                      <a:pt x="258" y="718"/>
                      <a:pt x="258" y="718"/>
                    </a:cubicBezTo>
                    <a:cubicBezTo>
                      <a:pt x="259" y="719"/>
                      <a:pt x="257" y="722"/>
                      <a:pt x="254" y="723"/>
                    </a:cubicBezTo>
                    <a:moveTo>
                      <a:pt x="280" y="727"/>
                    </a:moveTo>
                    <a:cubicBezTo>
                      <a:pt x="280" y="727"/>
                      <a:pt x="280" y="727"/>
                      <a:pt x="280" y="727"/>
                    </a:cubicBezTo>
                    <a:cubicBezTo>
                      <a:pt x="277" y="729"/>
                      <a:pt x="274" y="729"/>
                      <a:pt x="272" y="729"/>
                    </a:cubicBezTo>
                    <a:cubicBezTo>
                      <a:pt x="270" y="729"/>
                      <a:pt x="268" y="729"/>
                      <a:pt x="267" y="728"/>
                    </a:cubicBezTo>
                    <a:cubicBezTo>
                      <a:pt x="267" y="728"/>
                      <a:pt x="267" y="728"/>
                      <a:pt x="267" y="727"/>
                    </a:cubicBezTo>
                    <a:cubicBezTo>
                      <a:pt x="267" y="726"/>
                      <a:pt x="268" y="724"/>
                      <a:pt x="271" y="722"/>
                    </a:cubicBezTo>
                    <a:cubicBezTo>
                      <a:pt x="274" y="721"/>
                      <a:pt x="277" y="721"/>
                      <a:pt x="279" y="721"/>
                    </a:cubicBezTo>
                    <a:cubicBezTo>
                      <a:pt x="279" y="721"/>
                      <a:pt x="279" y="721"/>
                      <a:pt x="279" y="721"/>
                    </a:cubicBezTo>
                    <a:cubicBezTo>
                      <a:pt x="281" y="721"/>
                      <a:pt x="283" y="721"/>
                      <a:pt x="284" y="721"/>
                    </a:cubicBezTo>
                    <a:cubicBezTo>
                      <a:pt x="284" y="721"/>
                      <a:pt x="284" y="722"/>
                      <a:pt x="284" y="722"/>
                    </a:cubicBezTo>
                    <a:cubicBezTo>
                      <a:pt x="284" y="723"/>
                      <a:pt x="283" y="726"/>
                      <a:pt x="280" y="727"/>
                    </a:cubicBezTo>
                    <a:moveTo>
                      <a:pt x="304" y="729"/>
                    </a:moveTo>
                    <a:cubicBezTo>
                      <a:pt x="301" y="731"/>
                      <a:pt x="297" y="732"/>
                      <a:pt x="295" y="731"/>
                    </a:cubicBezTo>
                    <a:cubicBezTo>
                      <a:pt x="293" y="731"/>
                      <a:pt x="292" y="731"/>
                      <a:pt x="292" y="731"/>
                    </a:cubicBezTo>
                    <a:cubicBezTo>
                      <a:pt x="292" y="731"/>
                      <a:pt x="291" y="731"/>
                      <a:pt x="291" y="730"/>
                    </a:cubicBezTo>
                    <a:cubicBezTo>
                      <a:pt x="291" y="729"/>
                      <a:pt x="293" y="726"/>
                      <a:pt x="295" y="725"/>
                    </a:cubicBezTo>
                    <a:cubicBezTo>
                      <a:pt x="298" y="723"/>
                      <a:pt x="302" y="722"/>
                      <a:pt x="305" y="722"/>
                    </a:cubicBezTo>
                    <a:cubicBezTo>
                      <a:pt x="305" y="722"/>
                      <a:pt x="305" y="722"/>
                      <a:pt x="305" y="722"/>
                    </a:cubicBezTo>
                    <a:cubicBezTo>
                      <a:pt x="306" y="722"/>
                      <a:pt x="307" y="722"/>
                      <a:pt x="307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3"/>
                    </a:cubicBezTo>
                    <a:cubicBezTo>
                      <a:pt x="308" y="723"/>
                      <a:pt x="308" y="723"/>
                      <a:pt x="308" y="724"/>
                    </a:cubicBezTo>
                    <a:cubicBezTo>
                      <a:pt x="308" y="725"/>
                      <a:pt x="307" y="727"/>
                      <a:pt x="304" y="729"/>
                    </a:cubicBezTo>
                    <a:moveTo>
                      <a:pt x="330" y="728"/>
                    </a:moveTo>
                    <a:cubicBezTo>
                      <a:pt x="327" y="730"/>
                      <a:pt x="323" y="732"/>
                      <a:pt x="320" y="731"/>
                    </a:cubicBezTo>
                    <a:cubicBezTo>
                      <a:pt x="319" y="731"/>
                      <a:pt x="319" y="731"/>
                      <a:pt x="318" y="731"/>
                    </a:cubicBezTo>
                    <a:cubicBezTo>
                      <a:pt x="318" y="731"/>
                      <a:pt x="318" y="731"/>
                      <a:pt x="318" y="730"/>
                    </a:cubicBezTo>
                    <a:cubicBezTo>
                      <a:pt x="318" y="729"/>
                      <a:pt x="319" y="726"/>
                      <a:pt x="321" y="724"/>
                    </a:cubicBezTo>
                    <a:cubicBezTo>
                      <a:pt x="324" y="722"/>
                      <a:pt x="329" y="721"/>
                      <a:pt x="331" y="721"/>
                    </a:cubicBezTo>
                    <a:cubicBezTo>
                      <a:pt x="332" y="721"/>
                      <a:pt x="333" y="721"/>
                      <a:pt x="333" y="721"/>
                    </a:cubicBezTo>
                    <a:cubicBezTo>
                      <a:pt x="333" y="721"/>
                      <a:pt x="333" y="721"/>
                      <a:pt x="334" y="722"/>
                    </a:cubicBezTo>
                    <a:cubicBezTo>
                      <a:pt x="334" y="724"/>
                      <a:pt x="333" y="726"/>
                      <a:pt x="330" y="728"/>
                    </a:cubicBezTo>
                    <a:moveTo>
                      <a:pt x="356" y="724"/>
                    </a:moveTo>
                    <a:cubicBezTo>
                      <a:pt x="356" y="724"/>
                      <a:pt x="356" y="724"/>
                      <a:pt x="356" y="724"/>
                    </a:cubicBezTo>
                    <a:cubicBezTo>
                      <a:pt x="353" y="727"/>
                      <a:pt x="348" y="729"/>
                      <a:pt x="346" y="729"/>
                    </a:cubicBezTo>
                    <a:cubicBezTo>
                      <a:pt x="345" y="729"/>
                      <a:pt x="345" y="729"/>
                      <a:pt x="345" y="729"/>
                    </a:cubicBezTo>
                    <a:cubicBezTo>
                      <a:pt x="344" y="728"/>
                      <a:pt x="344" y="728"/>
                      <a:pt x="344" y="727"/>
                    </a:cubicBezTo>
                    <a:cubicBezTo>
                      <a:pt x="344" y="726"/>
                      <a:pt x="345" y="723"/>
                      <a:pt x="347" y="722"/>
                    </a:cubicBezTo>
                    <a:cubicBezTo>
                      <a:pt x="350" y="719"/>
                      <a:pt x="355" y="717"/>
                      <a:pt x="357" y="717"/>
                    </a:cubicBezTo>
                    <a:cubicBezTo>
                      <a:pt x="358" y="717"/>
                      <a:pt x="358" y="717"/>
                      <a:pt x="358" y="717"/>
                    </a:cubicBezTo>
                    <a:cubicBezTo>
                      <a:pt x="358" y="717"/>
                      <a:pt x="359" y="717"/>
                      <a:pt x="359" y="719"/>
                    </a:cubicBezTo>
                    <a:cubicBezTo>
                      <a:pt x="359" y="720"/>
                      <a:pt x="358" y="722"/>
                      <a:pt x="356" y="724"/>
                    </a:cubicBezTo>
                    <a:moveTo>
                      <a:pt x="380" y="718"/>
                    </a:moveTo>
                    <a:cubicBezTo>
                      <a:pt x="377" y="721"/>
                      <a:pt x="372" y="724"/>
                      <a:pt x="369" y="724"/>
                    </a:cubicBezTo>
                    <a:cubicBezTo>
                      <a:pt x="369" y="724"/>
                      <a:pt x="369" y="724"/>
                      <a:pt x="369" y="724"/>
                    </a:cubicBezTo>
                    <a:cubicBezTo>
                      <a:pt x="369" y="724"/>
                      <a:pt x="369" y="724"/>
                      <a:pt x="369" y="723"/>
                    </a:cubicBezTo>
                    <a:cubicBezTo>
                      <a:pt x="368" y="723"/>
                      <a:pt x="368" y="722"/>
                      <a:pt x="368" y="722"/>
                    </a:cubicBezTo>
                    <a:cubicBezTo>
                      <a:pt x="368" y="720"/>
                      <a:pt x="369" y="718"/>
                      <a:pt x="370" y="716"/>
                    </a:cubicBezTo>
                    <a:cubicBezTo>
                      <a:pt x="373" y="713"/>
                      <a:pt x="379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1" y="711"/>
                      <a:pt x="381" y="711"/>
                      <a:pt x="381" y="711"/>
                    </a:cubicBezTo>
                    <a:cubicBezTo>
                      <a:pt x="382" y="711"/>
                      <a:pt x="382" y="711"/>
                      <a:pt x="382" y="711"/>
                    </a:cubicBezTo>
                    <a:cubicBezTo>
                      <a:pt x="382" y="712"/>
                      <a:pt x="382" y="712"/>
                      <a:pt x="382" y="713"/>
                    </a:cubicBezTo>
                    <a:cubicBezTo>
                      <a:pt x="382" y="714"/>
                      <a:pt x="382" y="716"/>
                      <a:pt x="380" y="718"/>
                    </a:cubicBezTo>
                    <a:moveTo>
                      <a:pt x="405" y="709"/>
                    </a:moveTo>
                    <a:cubicBezTo>
                      <a:pt x="403" y="711"/>
                      <a:pt x="401" y="713"/>
                      <a:pt x="399" y="714"/>
                    </a:cubicBezTo>
                    <a:cubicBezTo>
                      <a:pt x="397" y="715"/>
                      <a:pt x="395" y="716"/>
                      <a:pt x="395" y="716"/>
                    </a:cubicBezTo>
                    <a:cubicBezTo>
                      <a:pt x="394" y="716"/>
                      <a:pt x="394" y="716"/>
                      <a:pt x="394" y="716"/>
                    </a:cubicBezTo>
                    <a:cubicBezTo>
                      <a:pt x="394" y="716"/>
                      <a:pt x="394" y="716"/>
                      <a:pt x="394" y="715"/>
                    </a:cubicBezTo>
                    <a:cubicBezTo>
                      <a:pt x="393" y="715"/>
                      <a:pt x="393" y="714"/>
                      <a:pt x="393" y="713"/>
                    </a:cubicBezTo>
                    <a:cubicBezTo>
                      <a:pt x="393" y="712"/>
                      <a:pt x="394" y="710"/>
                      <a:pt x="395" y="709"/>
                    </a:cubicBezTo>
                    <a:cubicBezTo>
                      <a:pt x="396" y="707"/>
                      <a:pt x="398" y="705"/>
                      <a:pt x="400" y="704"/>
                    </a:cubicBezTo>
                    <a:cubicBezTo>
                      <a:pt x="402" y="702"/>
                      <a:pt x="404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5" y="702"/>
                      <a:pt x="405" y="702"/>
                    </a:cubicBezTo>
                    <a:cubicBezTo>
                      <a:pt x="405" y="702"/>
                      <a:pt x="406" y="702"/>
                      <a:pt x="406" y="702"/>
                    </a:cubicBezTo>
                    <a:cubicBezTo>
                      <a:pt x="406" y="703"/>
                      <a:pt x="406" y="703"/>
                      <a:pt x="406" y="704"/>
                    </a:cubicBezTo>
                    <a:cubicBezTo>
                      <a:pt x="406" y="706"/>
                      <a:pt x="406" y="707"/>
                      <a:pt x="405" y="709"/>
                    </a:cubicBezTo>
                    <a:moveTo>
                      <a:pt x="428" y="698"/>
                    </a:moveTo>
                    <a:cubicBezTo>
                      <a:pt x="428" y="698"/>
                      <a:pt x="428" y="698"/>
                      <a:pt x="428" y="698"/>
                    </a:cubicBezTo>
                    <a:cubicBezTo>
                      <a:pt x="427" y="700"/>
                      <a:pt x="425" y="702"/>
                      <a:pt x="423" y="703"/>
                    </a:cubicBezTo>
                    <a:cubicBezTo>
                      <a:pt x="421" y="705"/>
                      <a:pt x="419" y="706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9" y="705"/>
                      <a:pt x="419" y="705"/>
                      <a:pt x="419" y="705"/>
                    </a:cubicBezTo>
                    <a:cubicBezTo>
                      <a:pt x="418" y="705"/>
                      <a:pt x="418" y="705"/>
                      <a:pt x="418" y="705"/>
                    </a:cubicBezTo>
                    <a:cubicBezTo>
                      <a:pt x="418" y="704"/>
                      <a:pt x="417" y="704"/>
                      <a:pt x="417" y="703"/>
                    </a:cubicBezTo>
                    <a:cubicBezTo>
                      <a:pt x="417" y="701"/>
                      <a:pt x="418" y="700"/>
                      <a:pt x="419" y="698"/>
                    </a:cubicBezTo>
                    <a:cubicBezTo>
                      <a:pt x="420" y="696"/>
                      <a:pt x="422" y="694"/>
                      <a:pt x="424" y="693"/>
                    </a:cubicBezTo>
                    <a:cubicBezTo>
                      <a:pt x="426" y="691"/>
                      <a:pt x="427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8" y="690"/>
                      <a:pt x="428" y="690"/>
                    </a:cubicBezTo>
                    <a:cubicBezTo>
                      <a:pt x="428" y="690"/>
                      <a:pt x="429" y="691"/>
                      <a:pt x="429" y="691"/>
                    </a:cubicBezTo>
                    <a:cubicBezTo>
                      <a:pt x="429" y="692"/>
                      <a:pt x="429" y="692"/>
                      <a:pt x="429" y="693"/>
                    </a:cubicBezTo>
                    <a:cubicBezTo>
                      <a:pt x="429" y="695"/>
                      <a:pt x="429" y="696"/>
                      <a:pt x="428" y="698"/>
                    </a:cubicBezTo>
                    <a:moveTo>
                      <a:pt x="450" y="685"/>
                    </a:moveTo>
                    <a:cubicBezTo>
                      <a:pt x="449" y="687"/>
                      <a:pt x="447" y="690"/>
                      <a:pt x="445" y="691"/>
                    </a:cubicBezTo>
                    <a:cubicBezTo>
                      <a:pt x="445" y="691"/>
                      <a:pt x="445" y="692"/>
                      <a:pt x="444" y="692"/>
                    </a:cubicBezTo>
                    <a:cubicBezTo>
                      <a:pt x="443" y="693"/>
                      <a:pt x="441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4"/>
                    </a:cubicBezTo>
                    <a:cubicBezTo>
                      <a:pt x="440" y="694"/>
                      <a:pt x="440" y="694"/>
                      <a:pt x="440" y="693"/>
                    </a:cubicBezTo>
                    <a:cubicBezTo>
                      <a:pt x="439" y="692"/>
                      <a:pt x="439" y="691"/>
                      <a:pt x="439" y="690"/>
                    </a:cubicBezTo>
                    <a:cubicBezTo>
                      <a:pt x="439" y="689"/>
                      <a:pt x="439" y="688"/>
                      <a:pt x="440" y="686"/>
                    </a:cubicBezTo>
                    <a:cubicBezTo>
                      <a:pt x="441" y="684"/>
                      <a:pt x="443" y="682"/>
                      <a:pt x="444" y="680"/>
                    </a:cubicBezTo>
                    <a:cubicBezTo>
                      <a:pt x="446" y="679"/>
                      <a:pt x="448" y="678"/>
                      <a:pt x="449" y="678"/>
                    </a:cubicBezTo>
                    <a:cubicBezTo>
                      <a:pt x="449" y="678"/>
                      <a:pt x="449" y="678"/>
                      <a:pt x="449" y="678"/>
                    </a:cubicBezTo>
                    <a:cubicBezTo>
                      <a:pt x="449" y="678"/>
                      <a:pt x="449" y="678"/>
                      <a:pt x="450" y="679"/>
                    </a:cubicBezTo>
                    <a:cubicBezTo>
                      <a:pt x="450" y="679"/>
                      <a:pt x="450" y="680"/>
                      <a:pt x="450" y="681"/>
                    </a:cubicBezTo>
                    <a:cubicBezTo>
                      <a:pt x="450" y="683"/>
                      <a:pt x="450" y="684"/>
                      <a:pt x="450" y="685"/>
                    </a:cubicBezTo>
                    <a:moveTo>
                      <a:pt x="471" y="670"/>
                    </a:moveTo>
                    <a:cubicBezTo>
                      <a:pt x="470" y="672"/>
                      <a:pt x="468" y="674"/>
                      <a:pt x="467" y="676"/>
                    </a:cubicBezTo>
                    <a:cubicBezTo>
                      <a:pt x="465" y="678"/>
                      <a:pt x="463" y="679"/>
                      <a:pt x="463" y="679"/>
                    </a:cubicBezTo>
                    <a:cubicBezTo>
                      <a:pt x="462" y="679"/>
                      <a:pt x="462" y="679"/>
                      <a:pt x="462" y="679"/>
                    </a:cubicBezTo>
                    <a:cubicBezTo>
                      <a:pt x="462" y="679"/>
                      <a:pt x="462" y="679"/>
                      <a:pt x="461" y="678"/>
                    </a:cubicBezTo>
                    <a:cubicBezTo>
                      <a:pt x="461" y="678"/>
                      <a:pt x="461" y="676"/>
                      <a:pt x="461" y="675"/>
                    </a:cubicBezTo>
                    <a:cubicBezTo>
                      <a:pt x="461" y="674"/>
                      <a:pt x="461" y="673"/>
                      <a:pt x="461" y="672"/>
                    </a:cubicBezTo>
                    <a:cubicBezTo>
                      <a:pt x="462" y="670"/>
                      <a:pt x="463" y="667"/>
                      <a:pt x="465" y="666"/>
                    </a:cubicBezTo>
                    <a:cubicBezTo>
                      <a:pt x="467" y="664"/>
                      <a:pt x="469" y="663"/>
                      <a:pt x="469" y="663"/>
                    </a:cubicBezTo>
                    <a:cubicBezTo>
                      <a:pt x="469" y="663"/>
                      <a:pt x="469" y="663"/>
                      <a:pt x="469" y="663"/>
                    </a:cubicBezTo>
                    <a:cubicBezTo>
                      <a:pt x="470" y="663"/>
                      <a:pt x="470" y="663"/>
                      <a:pt x="470" y="663"/>
                    </a:cubicBezTo>
                    <a:cubicBezTo>
                      <a:pt x="471" y="664"/>
                      <a:pt x="471" y="665"/>
                      <a:pt x="471" y="667"/>
                    </a:cubicBezTo>
                    <a:cubicBezTo>
                      <a:pt x="471" y="668"/>
                      <a:pt x="471" y="669"/>
                      <a:pt x="471" y="670"/>
                    </a:cubicBezTo>
                    <a:moveTo>
                      <a:pt x="490" y="653"/>
                    </a:moveTo>
                    <a:cubicBezTo>
                      <a:pt x="490" y="653"/>
                      <a:pt x="490" y="653"/>
                      <a:pt x="490" y="653"/>
                    </a:cubicBezTo>
                    <a:cubicBezTo>
                      <a:pt x="490" y="655"/>
                      <a:pt x="489" y="658"/>
                      <a:pt x="487" y="659"/>
                    </a:cubicBezTo>
                    <a:cubicBezTo>
                      <a:pt x="486" y="661"/>
                      <a:pt x="484" y="663"/>
                      <a:pt x="483" y="663"/>
                    </a:cubicBezTo>
                    <a:cubicBezTo>
                      <a:pt x="483" y="663"/>
                      <a:pt x="483" y="663"/>
                      <a:pt x="483" y="663"/>
                    </a:cubicBezTo>
                    <a:cubicBezTo>
                      <a:pt x="483" y="663"/>
                      <a:pt x="482" y="662"/>
                      <a:pt x="482" y="662"/>
                    </a:cubicBezTo>
                    <a:cubicBezTo>
                      <a:pt x="481" y="661"/>
                      <a:pt x="481" y="660"/>
                      <a:pt x="481" y="658"/>
                    </a:cubicBezTo>
                    <a:cubicBezTo>
                      <a:pt x="481" y="657"/>
                      <a:pt x="481" y="656"/>
                      <a:pt x="481" y="656"/>
                    </a:cubicBezTo>
                    <a:cubicBezTo>
                      <a:pt x="482" y="653"/>
                      <a:pt x="483" y="651"/>
                      <a:pt x="485" y="649"/>
                    </a:cubicBezTo>
                    <a:cubicBezTo>
                      <a:pt x="486" y="647"/>
                      <a:pt x="488" y="646"/>
                      <a:pt x="488" y="646"/>
                    </a:cubicBezTo>
                    <a:cubicBezTo>
                      <a:pt x="488" y="646"/>
                      <a:pt x="488" y="646"/>
                      <a:pt x="489" y="646"/>
                    </a:cubicBezTo>
                    <a:cubicBezTo>
                      <a:pt x="489" y="646"/>
                      <a:pt x="489" y="646"/>
                      <a:pt x="489" y="646"/>
                    </a:cubicBezTo>
                    <a:cubicBezTo>
                      <a:pt x="489" y="646"/>
                      <a:pt x="489" y="646"/>
                      <a:pt x="490" y="647"/>
                    </a:cubicBezTo>
                    <a:cubicBezTo>
                      <a:pt x="490" y="647"/>
                      <a:pt x="491" y="649"/>
                      <a:pt x="491" y="650"/>
                    </a:cubicBezTo>
                    <a:cubicBezTo>
                      <a:pt x="491" y="651"/>
                      <a:pt x="491" y="652"/>
                      <a:pt x="490" y="653"/>
                    </a:cubicBezTo>
                    <a:moveTo>
                      <a:pt x="508" y="635"/>
                    </a:moveTo>
                    <a:cubicBezTo>
                      <a:pt x="507" y="638"/>
                      <a:pt x="506" y="640"/>
                      <a:pt x="505" y="642"/>
                    </a:cubicBezTo>
                    <a:cubicBezTo>
                      <a:pt x="503" y="644"/>
                      <a:pt x="502" y="645"/>
                      <a:pt x="501" y="646"/>
                    </a:cubicBezTo>
                    <a:cubicBezTo>
                      <a:pt x="501" y="646"/>
                      <a:pt x="501" y="646"/>
                      <a:pt x="501" y="646"/>
                    </a:cubicBezTo>
                    <a:cubicBezTo>
                      <a:pt x="501" y="646"/>
                      <a:pt x="500" y="645"/>
                      <a:pt x="499" y="644"/>
                    </a:cubicBezTo>
                    <a:cubicBezTo>
                      <a:pt x="499" y="643"/>
                      <a:pt x="498" y="642"/>
                      <a:pt x="498" y="640"/>
                    </a:cubicBezTo>
                    <a:cubicBezTo>
                      <a:pt x="498" y="640"/>
                      <a:pt x="499" y="639"/>
                      <a:pt x="499" y="639"/>
                    </a:cubicBezTo>
                    <a:cubicBezTo>
                      <a:pt x="499" y="636"/>
                      <a:pt x="500" y="634"/>
                      <a:pt x="502" y="632"/>
                    </a:cubicBezTo>
                    <a:cubicBezTo>
                      <a:pt x="503" y="630"/>
                      <a:pt x="504" y="629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5" y="628"/>
                      <a:pt x="505" y="628"/>
                      <a:pt x="505" y="628"/>
                    </a:cubicBezTo>
                    <a:cubicBezTo>
                      <a:pt x="506" y="628"/>
                      <a:pt x="506" y="629"/>
                      <a:pt x="507" y="629"/>
                    </a:cubicBezTo>
                    <a:cubicBezTo>
                      <a:pt x="507" y="630"/>
                      <a:pt x="508" y="632"/>
                      <a:pt x="508" y="634"/>
                    </a:cubicBezTo>
                    <a:cubicBezTo>
                      <a:pt x="508" y="634"/>
                      <a:pt x="508" y="635"/>
                      <a:pt x="508" y="635"/>
                    </a:cubicBezTo>
                    <a:moveTo>
                      <a:pt x="524" y="615"/>
                    </a:moveTo>
                    <a:cubicBezTo>
                      <a:pt x="524" y="617"/>
                      <a:pt x="523" y="620"/>
                      <a:pt x="522" y="622"/>
                    </a:cubicBezTo>
                    <a:cubicBezTo>
                      <a:pt x="521" y="624"/>
                      <a:pt x="519" y="626"/>
                      <a:pt x="519" y="626"/>
                    </a:cubicBezTo>
                    <a:cubicBezTo>
                      <a:pt x="519" y="626"/>
                      <a:pt x="519" y="626"/>
                      <a:pt x="519" y="626"/>
                    </a:cubicBezTo>
                    <a:cubicBezTo>
                      <a:pt x="518" y="626"/>
                      <a:pt x="517" y="626"/>
                      <a:pt x="517" y="625"/>
                    </a:cubicBezTo>
                    <a:cubicBezTo>
                      <a:pt x="516" y="624"/>
                      <a:pt x="516" y="622"/>
                      <a:pt x="516" y="620"/>
                    </a:cubicBezTo>
                    <a:cubicBezTo>
                      <a:pt x="516" y="620"/>
                      <a:pt x="516" y="620"/>
                      <a:pt x="516" y="620"/>
                    </a:cubicBezTo>
                    <a:cubicBezTo>
                      <a:pt x="516" y="617"/>
                      <a:pt x="517" y="614"/>
                      <a:pt x="518" y="612"/>
                    </a:cubicBezTo>
                    <a:cubicBezTo>
                      <a:pt x="519" y="610"/>
                      <a:pt x="521" y="609"/>
                      <a:pt x="521" y="608"/>
                    </a:cubicBezTo>
                    <a:cubicBezTo>
                      <a:pt x="521" y="608"/>
                      <a:pt x="522" y="608"/>
                      <a:pt x="522" y="608"/>
                    </a:cubicBezTo>
                    <a:cubicBezTo>
                      <a:pt x="522" y="608"/>
                      <a:pt x="522" y="608"/>
                      <a:pt x="522" y="608"/>
                    </a:cubicBezTo>
                    <a:cubicBezTo>
                      <a:pt x="522" y="608"/>
                      <a:pt x="523" y="609"/>
                      <a:pt x="523" y="610"/>
                    </a:cubicBezTo>
                    <a:cubicBezTo>
                      <a:pt x="524" y="611"/>
                      <a:pt x="524" y="612"/>
                      <a:pt x="524" y="614"/>
                    </a:cubicBezTo>
                    <a:cubicBezTo>
                      <a:pt x="524" y="615"/>
                      <a:pt x="524" y="615"/>
                      <a:pt x="524" y="615"/>
                    </a:cubicBezTo>
                    <a:moveTo>
                      <a:pt x="540" y="595"/>
                    </a:moveTo>
                    <a:cubicBezTo>
                      <a:pt x="540" y="597"/>
                      <a:pt x="539" y="599"/>
                      <a:pt x="538" y="601"/>
                    </a:cubicBezTo>
                    <a:cubicBezTo>
                      <a:pt x="537" y="603"/>
                      <a:pt x="535" y="605"/>
                      <a:pt x="535" y="605"/>
                    </a:cubicBezTo>
                    <a:cubicBezTo>
                      <a:pt x="535" y="605"/>
                      <a:pt x="535" y="605"/>
                      <a:pt x="535" y="605"/>
                    </a:cubicBezTo>
                    <a:cubicBezTo>
                      <a:pt x="534" y="605"/>
                      <a:pt x="533" y="605"/>
                      <a:pt x="533" y="604"/>
                    </a:cubicBezTo>
                    <a:cubicBezTo>
                      <a:pt x="532" y="603"/>
                      <a:pt x="531" y="601"/>
                      <a:pt x="531" y="599"/>
                    </a:cubicBezTo>
                    <a:cubicBezTo>
                      <a:pt x="531" y="596"/>
                      <a:pt x="532" y="594"/>
                      <a:pt x="533" y="592"/>
                    </a:cubicBezTo>
                    <a:cubicBezTo>
                      <a:pt x="534" y="589"/>
                      <a:pt x="536" y="588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6" y="587"/>
                      <a:pt x="536" y="587"/>
                      <a:pt x="536" y="587"/>
                    </a:cubicBezTo>
                    <a:cubicBezTo>
                      <a:pt x="537" y="587"/>
                      <a:pt x="538" y="588"/>
                      <a:pt x="538" y="589"/>
                    </a:cubicBezTo>
                    <a:cubicBezTo>
                      <a:pt x="539" y="590"/>
                      <a:pt x="540" y="592"/>
                      <a:pt x="540" y="594"/>
                    </a:cubicBezTo>
                    <a:lnTo>
                      <a:pt x="540" y="595"/>
                    </a:lnTo>
                    <a:close/>
                    <a:moveTo>
                      <a:pt x="541" y="573"/>
                    </a:move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41" y="574"/>
                      <a:pt x="541" y="574"/>
                      <a:pt x="541" y="574"/>
                    </a:cubicBezTo>
                    <a:cubicBezTo>
                      <a:pt x="539" y="576"/>
                      <a:pt x="537" y="578"/>
                      <a:pt x="535" y="581"/>
                    </a:cubicBezTo>
                    <a:cubicBezTo>
                      <a:pt x="535" y="581"/>
                      <a:pt x="535" y="581"/>
                      <a:pt x="535" y="581"/>
                    </a:cubicBezTo>
                    <a:cubicBezTo>
                      <a:pt x="534" y="582"/>
                      <a:pt x="534" y="582"/>
                      <a:pt x="534" y="582"/>
                    </a:cubicBezTo>
                    <a:cubicBezTo>
                      <a:pt x="532" y="585"/>
                      <a:pt x="530" y="589"/>
                      <a:pt x="528" y="595"/>
                    </a:cubicBezTo>
                    <a:cubicBezTo>
                      <a:pt x="528" y="595"/>
                      <a:pt x="528" y="595"/>
                      <a:pt x="528" y="595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7" y="596"/>
                      <a:pt x="527" y="596"/>
                      <a:pt x="527" y="596"/>
                    </a:cubicBezTo>
                    <a:cubicBezTo>
                      <a:pt x="522" y="599"/>
                      <a:pt x="518" y="605"/>
                      <a:pt x="513" y="614"/>
                    </a:cubicBezTo>
                    <a:cubicBezTo>
                      <a:pt x="513" y="614"/>
                      <a:pt x="513" y="614"/>
                      <a:pt x="513" y="614"/>
                    </a:cubicBezTo>
                    <a:cubicBezTo>
                      <a:pt x="512" y="615"/>
                      <a:pt x="512" y="615"/>
                      <a:pt x="512" y="615"/>
                    </a:cubicBezTo>
                    <a:cubicBezTo>
                      <a:pt x="512" y="616"/>
                      <a:pt x="512" y="616"/>
                      <a:pt x="512" y="616"/>
                    </a:cubicBezTo>
                    <a:cubicBezTo>
                      <a:pt x="507" y="619"/>
                      <a:pt x="502" y="624"/>
                      <a:pt x="497" y="633"/>
                    </a:cubicBezTo>
                    <a:cubicBezTo>
                      <a:pt x="497" y="633"/>
                      <a:pt x="497" y="633"/>
                      <a:pt x="497" y="633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6" y="634"/>
                      <a:pt x="496" y="634"/>
                      <a:pt x="496" y="634"/>
                    </a:cubicBezTo>
                    <a:cubicBezTo>
                      <a:pt x="493" y="635"/>
                      <a:pt x="491" y="637"/>
                      <a:pt x="489" y="639"/>
                    </a:cubicBezTo>
                    <a:cubicBezTo>
                      <a:pt x="489" y="639"/>
                      <a:pt x="489" y="639"/>
                      <a:pt x="489" y="639"/>
                    </a:cubicBezTo>
                    <a:cubicBezTo>
                      <a:pt x="488" y="640"/>
                      <a:pt x="488" y="640"/>
                      <a:pt x="488" y="640"/>
                    </a:cubicBezTo>
                    <a:cubicBezTo>
                      <a:pt x="485" y="642"/>
                      <a:pt x="482" y="646"/>
                      <a:pt x="479" y="651"/>
                    </a:cubicBez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78" y="652"/>
                      <a:pt x="478" y="652"/>
                      <a:pt x="478" y="652"/>
                    </a:cubicBezTo>
                    <a:cubicBezTo>
                      <a:pt x="477" y="652"/>
                      <a:pt x="477" y="652"/>
                      <a:pt x="477" y="652"/>
                    </a:cubicBezTo>
                    <a:cubicBezTo>
                      <a:pt x="472" y="654"/>
                      <a:pt x="467" y="658"/>
                      <a:pt x="460" y="666"/>
                    </a:cubicBezTo>
                    <a:cubicBezTo>
                      <a:pt x="460" y="666"/>
                      <a:pt x="460" y="666"/>
                      <a:pt x="460" y="666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9" y="667"/>
                      <a:pt x="459" y="667"/>
                      <a:pt x="459" y="667"/>
                    </a:cubicBezTo>
                    <a:cubicBezTo>
                      <a:pt x="453" y="669"/>
                      <a:pt x="447" y="673"/>
                      <a:pt x="440" y="680"/>
                    </a:cubicBezTo>
                    <a:cubicBezTo>
                      <a:pt x="440" y="680"/>
                      <a:pt x="440" y="680"/>
                      <a:pt x="440" y="680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9" y="681"/>
                      <a:pt x="439" y="681"/>
                      <a:pt x="439" y="681"/>
                    </a:cubicBezTo>
                    <a:cubicBezTo>
                      <a:pt x="436" y="682"/>
                      <a:pt x="433" y="683"/>
                      <a:pt x="429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26" y="687"/>
                      <a:pt x="422" y="689"/>
                      <a:pt x="418" y="693"/>
                    </a:cubicBezTo>
                    <a:cubicBezTo>
                      <a:pt x="418" y="693"/>
                      <a:pt x="418" y="693"/>
                      <a:pt x="418" y="693"/>
                    </a:cubicBezTo>
                    <a:cubicBezTo>
                      <a:pt x="417" y="694"/>
                      <a:pt x="417" y="694"/>
                      <a:pt x="417" y="694"/>
                    </a:cubicBezTo>
                    <a:cubicBezTo>
                      <a:pt x="416" y="694"/>
                      <a:pt x="416" y="694"/>
                      <a:pt x="416" y="694"/>
                    </a:cubicBezTo>
                    <a:cubicBezTo>
                      <a:pt x="411" y="694"/>
                      <a:pt x="404" y="697"/>
                      <a:pt x="396" y="703"/>
                    </a:cubicBezTo>
                    <a:cubicBezTo>
                      <a:pt x="396" y="703"/>
                      <a:pt x="396" y="703"/>
                      <a:pt x="396" y="703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94" y="704"/>
                      <a:pt x="394" y="704"/>
                      <a:pt x="394" y="704"/>
                    </a:cubicBezTo>
                    <a:cubicBezTo>
                      <a:pt x="388" y="704"/>
                      <a:pt x="382" y="706"/>
                      <a:pt x="373" y="711"/>
                    </a:cubicBezTo>
                    <a:cubicBezTo>
                      <a:pt x="373" y="711"/>
                      <a:pt x="373" y="711"/>
                      <a:pt x="373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1" y="711"/>
                      <a:pt x="371" y="711"/>
                      <a:pt x="371" y="711"/>
                    </a:cubicBezTo>
                    <a:cubicBezTo>
                      <a:pt x="370" y="711"/>
                      <a:pt x="370" y="711"/>
                      <a:pt x="369" y="711"/>
                    </a:cubicBezTo>
                    <a:cubicBezTo>
                      <a:pt x="367" y="711"/>
                      <a:pt x="365" y="711"/>
                      <a:pt x="363" y="712"/>
                    </a:cubicBezTo>
                    <a:cubicBezTo>
                      <a:pt x="363" y="712"/>
                      <a:pt x="363" y="712"/>
                      <a:pt x="363" y="712"/>
                    </a:cubicBezTo>
                    <a:cubicBezTo>
                      <a:pt x="361" y="712"/>
                      <a:pt x="361" y="712"/>
                      <a:pt x="361" y="712"/>
                    </a:cubicBezTo>
                    <a:cubicBezTo>
                      <a:pt x="357" y="713"/>
                      <a:pt x="353" y="714"/>
                      <a:pt x="348" y="716"/>
                    </a:cubicBezTo>
                    <a:cubicBezTo>
                      <a:pt x="348" y="716"/>
                      <a:pt x="348" y="716"/>
                      <a:pt x="348" y="716"/>
                    </a:cubicBezTo>
                    <a:cubicBezTo>
                      <a:pt x="347" y="717"/>
                      <a:pt x="347" y="717"/>
                      <a:pt x="347" y="717"/>
                    </a:cubicBezTo>
                    <a:cubicBezTo>
                      <a:pt x="346" y="717"/>
                      <a:pt x="346" y="717"/>
                      <a:pt x="346" y="717"/>
                    </a:cubicBezTo>
                    <a:cubicBezTo>
                      <a:pt x="345" y="716"/>
                      <a:pt x="343" y="716"/>
                      <a:pt x="341" y="716"/>
                    </a:cubicBezTo>
                    <a:cubicBezTo>
                      <a:pt x="336" y="716"/>
                      <a:pt x="331" y="717"/>
                      <a:pt x="324" y="719"/>
                    </a:cubicBezTo>
                    <a:cubicBezTo>
                      <a:pt x="324" y="719"/>
                      <a:pt x="324" y="719"/>
                      <a:pt x="324" y="719"/>
                    </a:cubicBezTo>
                    <a:cubicBezTo>
                      <a:pt x="322" y="720"/>
                      <a:pt x="322" y="720"/>
                      <a:pt x="322" y="720"/>
                    </a:cubicBezTo>
                    <a:cubicBezTo>
                      <a:pt x="322" y="719"/>
                      <a:pt x="322" y="719"/>
                      <a:pt x="322" y="719"/>
                    </a:cubicBezTo>
                    <a:cubicBezTo>
                      <a:pt x="320" y="719"/>
                      <a:pt x="317" y="718"/>
                      <a:pt x="314" y="718"/>
                    </a:cubicBezTo>
                    <a:cubicBezTo>
                      <a:pt x="310" y="718"/>
                      <a:pt x="305" y="719"/>
                      <a:pt x="300" y="720"/>
                    </a:cubicBezTo>
                    <a:cubicBezTo>
                      <a:pt x="300" y="720"/>
                      <a:pt x="300" y="720"/>
                      <a:pt x="300" y="720"/>
                    </a:cubicBezTo>
                    <a:cubicBezTo>
                      <a:pt x="299" y="720"/>
                      <a:pt x="299" y="720"/>
                      <a:pt x="299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8" y="720"/>
                      <a:pt x="298" y="720"/>
                      <a:pt x="298" y="720"/>
                    </a:cubicBezTo>
                    <a:cubicBezTo>
                      <a:pt x="296" y="719"/>
                      <a:pt x="293" y="718"/>
                      <a:pt x="290" y="718"/>
                    </a:cubicBezTo>
                    <a:cubicBezTo>
                      <a:pt x="290" y="718"/>
                      <a:pt x="290" y="718"/>
                      <a:pt x="290" y="718"/>
                    </a:cubicBezTo>
                    <a:cubicBezTo>
                      <a:pt x="288" y="718"/>
                      <a:pt x="288" y="718"/>
                      <a:pt x="288" y="718"/>
                    </a:cubicBezTo>
                    <a:cubicBezTo>
                      <a:pt x="287" y="717"/>
                      <a:pt x="285" y="717"/>
                      <a:pt x="284" y="717"/>
                    </a:cubicBezTo>
                    <a:cubicBezTo>
                      <a:pt x="281" y="717"/>
                      <a:pt x="278" y="717"/>
                      <a:pt x="274" y="718"/>
                    </a:cubicBezTo>
                    <a:cubicBezTo>
                      <a:pt x="274" y="718"/>
                      <a:pt x="274" y="718"/>
                      <a:pt x="274" y="718"/>
                    </a:cubicBezTo>
                    <a:cubicBezTo>
                      <a:pt x="273" y="718"/>
                      <a:pt x="273" y="718"/>
                      <a:pt x="273" y="718"/>
                    </a:cubicBezTo>
                    <a:cubicBezTo>
                      <a:pt x="273" y="717"/>
                      <a:pt x="273" y="717"/>
                      <a:pt x="273" y="717"/>
                    </a:cubicBezTo>
                    <a:cubicBezTo>
                      <a:pt x="268" y="715"/>
                      <a:pt x="262" y="713"/>
                      <a:pt x="252" y="713"/>
                    </a:cubicBezTo>
                    <a:cubicBezTo>
                      <a:pt x="251" y="713"/>
                      <a:pt x="251" y="713"/>
                      <a:pt x="251" y="713"/>
                    </a:cubicBezTo>
                    <a:cubicBezTo>
                      <a:pt x="250" y="713"/>
                      <a:pt x="250" y="713"/>
                      <a:pt x="250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9" y="713"/>
                      <a:pt x="249" y="713"/>
                      <a:pt x="249" y="713"/>
                    </a:cubicBezTo>
                    <a:cubicBezTo>
                      <a:pt x="244" y="709"/>
                      <a:pt x="238" y="708"/>
                      <a:pt x="227" y="706"/>
                    </a:cubicBezTo>
                    <a:cubicBezTo>
                      <a:pt x="227" y="706"/>
                      <a:pt x="227" y="706"/>
                      <a:pt x="227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6" y="706"/>
                      <a:pt x="226" y="706"/>
                      <a:pt x="226" y="706"/>
                    </a:cubicBezTo>
                    <a:cubicBezTo>
                      <a:pt x="224" y="704"/>
                      <a:pt x="221" y="703"/>
                      <a:pt x="219" y="701"/>
                    </a:cubicBezTo>
                    <a:cubicBezTo>
                      <a:pt x="219" y="701"/>
                      <a:pt x="219" y="701"/>
                      <a:pt x="219" y="701"/>
                    </a:cubicBezTo>
                    <a:cubicBezTo>
                      <a:pt x="217" y="701"/>
                      <a:pt x="217" y="701"/>
                      <a:pt x="217" y="701"/>
                    </a:cubicBezTo>
                    <a:cubicBezTo>
                      <a:pt x="214" y="699"/>
                      <a:pt x="209" y="698"/>
                      <a:pt x="204" y="697"/>
                    </a:cubicBezTo>
                    <a:cubicBezTo>
                      <a:pt x="204" y="697"/>
                      <a:pt x="204" y="697"/>
                      <a:pt x="204" y="697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202" y="696"/>
                      <a:pt x="202" y="696"/>
                      <a:pt x="202" y="696"/>
                    </a:cubicBezTo>
                    <a:cubicBezTo>
                      <a:pt x="198" y="692"/>
                      <a:pt x="192" y="688"/>
                      <a:pt x="182" y="686"/>
                    </a:cubicBezTo>
                    <a:cubicBezTo>
                      <a:pt x="182" y="686"/>
                      <a:pt x="182" y="686"/>
                      <a:pt x="182" y="686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81" y="685"/>
                      <a:pt x="181" y="685"/>
                      <a:pt x="181" y="685"/>
                    </a:cubicBezTo>
                    <a:cubicBezTo>
                      <a:pt x="177" y="680"/>
                      <a:pt x="172" y="676"/>
                      <a:pt x="162" y="672"/>
                    </a:cubicBezTo>
                    <a:cubicBezTo>
                      <a:pt x="162" y="672"/>
                      <a:pt x="162" y="672"/>
                      <a:pt x="162" y="672"/>
                    </a:cubicBezTo>
                    <a:cubicBezTo>
                      <a:pt x="161" y="672"/>
                      <a:pt x="161" y="672"/>
                      <a:pt x="161" y="672"/>
                    </a:cubicBezTo>
                    <a:cubicBezTo>
                      <a:pt x="160" y="671"/>
                      <a:pt x="160" y="671"/>
                      <a:pt x="160" y="671"/>
                    </a:cubicBezTo>
                    <a:cubicBezTo>
                      <a:pt x="159" y="669"/>
                      <a:pt x="157" y="667"/>
                      <a:pt x="154" y="664"/>
                    </a:cubicBezTo>
                    <a:cubicBezTo>
                      <a:pt x="154" y="664"/>
                      <a:pt x="154" y="664"/>
                      <a:pt x="154" y="664"/>
                    </a:cubicBezTo>
                    <a:cubicBezTo>
                      <a:pt x="151" y="662"/>
                      <a:pt x="147" y="659"/>
                      <a:pt x="142" y="657"/>
                    </a:cubicBezTo>
                    <a:cubicBezTo>
                      <a:pt x="141" y="657"/>
                      <a:pt x="141" y="657"/>
                      <a:pt x="141" y="657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40" y="656"/>
                      <a:pt x="140" y="656"/>
                      <a:pt x="140" y="656"/>
                    </a:cubicBezTo>
                    <a:cubicBezTo>
                      <a:pt x="137" y="651"/>
                      <a:pt x="133" y="645"/>
                      <a:pt x="124" y="640"/>
                    </a:cubicBezTo>
                    <a:cubicBezTo>
                      <a:pt x="123" y="640"/>
                      <a:pt x="123" y="640"/>
                      <a:pt x="123" y="640"/>
                    </a:cubicBezTo>
                    <a:cubicBezTo>
                      <a:pt x="123" y="639"/>
                      <a:pt x="123" y="639"/>
                      <a:pt x="123" y="639"/>
                    </a:cubicBezTo>
                    <a:cubicBezTo>
                      <a:pt x="122" y="639"/>
                      <a:pt x="122" y="639"/>
                      <a:pt x="122" y="639"/>
                    </a:cubicBezTo>
                    <a:cubicBezTo>
                      <a:pt x="120" y="634"/>
                      <a:pt x="116" y="628"/>
                      <a:pt x="107" y="622"/>
                    </a:cubicBezTo>
                    <a:cubicBezTo>
                      <a:pt x="107" y="622"/>
                      <a:pt x="107" y="622"/>
                      <a:pt x="107" y="622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6" y="621"/>
                      <a:pt x="106" y="621"/>
                      <a:pt x="106" y="621"/>
                    </a:cubicBezTo>
                    <a:cubicBezTo>
                      <a:pt x="105" y="618"/>
                      <a:pt x="104" y="616"/>
                      <a:pt x="101" y="613"/>
                    </a:cubicBezTo>
                    <a:cubicBezTo>
                      <a:pt x="100" y="611"/>
                      <a:pt x="100" y="611"/>
                      <a:pt x="100" y="611"/>
                    </a:cubicBezTo>
                    <a:cubicBezTo>
                      <a:pt x="98" y="608"/>
                      <a:pt x="95" y="605"/>
                      <a:pt x="91" y="602"/>
                    </a:cubicBezTo>
                    <a:cubicBezTo>
                      <a:pt x="91" y="602"/>
                      <a:pt x="91" y="602"/>
                      <a:pt x="91" y="602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90" y="601"/>
                      <a:pt x="90" y="601"/>
                      <a:pt x="90" y="601"/>
                    </a:cubicBezTo>
                    <a:cubicBezTo>
                      <a:pt x="89" y="595"/>
                      <a:pt x="85" y="589"/>
                      <a:pt x="77" y="582"/>
                    </a:cubicBezTo>
                    <a:cubicBezTo>
                      <a:pt x="77" y="582"/>
                      <a:pt x="77" y="582"/>
                      <a:pt x="77" y="582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6" y="580"/>
                      <a:pt x="76" y="580"/>
                      <a:pt x="76" y="580"/>
                    </a:cubicBezTo>
                    <a:cubicBezTo>
                      <a:pt x="75" y="574"/>
                      <a:pt x="72" y="568"/>
                      <a:pt x="65" y="560"/>
                    </a:cubicBezTo>
                    <a:cubicBezTo>
                      <a:pt x="65" y="560"/>
                      <a:pt x="65" y="560"/>
                      <a:pt x="65" y="560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9"/>
                      <a:pt x="64" y="559"/>
                      <a:pt x="64" y="559"/>
                    </a:cubicBezTo>
                    <a:cubicBezTo>
                      <a:pt x="64" y="556"/>
                      <a:pt x="63" y="554"/>
                      <a:pt x="62" y="551"/>
                    </a:cubicBezTo>
                    <a:cubicBezTo>
                      <a:pt x="62" y="551"/>
                      <a:pt x="62" y="551"/>
                      <a:pt x="62" y="551"/>
                    </a:cubicBezTo>
                    <a:cubicBezTo>
                      <a:pt x="61" y="549"/>
                      <a:pt x="61" y="549"/>
                      <a:pt x="61" y="549"/>
                    </a:cubicBezTo>
                    <a:cubicBezTo>
                      <a:pt x="60" y="546"/>
                      <a:pt x="57" y="542"/>
                      <a:pt x="54" y="537"/>
                    </a:cubicBezTo>
                    <a:cubicBezTo>
                      <a:pt x="53" y="537"/>
                      <a:pt x="53" y="537"/>
                      <a:pt x="53" y="537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6"/>
                      <a:pt x="53" y="536"/>
                      <a:pt x="53" y="536"/>
                    </a:cubicBezTo>
                    <a:cubicBezTo>
                      <a:pt x="53" y="530"/>
                      <a:pt x="50" y="523"/>
                      <a:pt x="44" y="515"/>
                    </a:cubicBezTo>
                    <a:cubicBezTo>
                      <a:pt x="44" y="514"/>
                      <a:pt x="44" y="514"/>
                      <a:pt x="44" y="514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4" y="507"/>
                      <a:pt x="42" y="500"/>
                      <a:pt x="36" y="491"/>
                    </a:cubicBezTo>
                    <a:cubicBezTo>
                      <a:pt x="36" y="491"/>
                      <a:pt x="36" y="491"/>
                      <a:pt x="36" y="491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90"/>
                      <a:pt x="36" y="490"/>
                      <a:pt x="36" y="490"/>
                    </a:cubicBezTo>
                    <a:cubicBezTo>
                      <a:pt x="36" y="489"/>
                      <a:pt x="36" y="488"/>
                      <a:pt x="36" y="487"/>
                    </a:cubicBezTo>
                    <a:cubicBezTo>
                      <a:pt x="36" y="486"/>
                      <a:pt x="36" y="483"/>
                      <a:pt x="35" y="481"/>
                    </a:cubicBezTo>
                    <a:cubicBezTo>
                      <a:pt x="35" y="481"/>
                      <a:pt x="35" y="481"/>
                      <a:pt x="35" y="481"/>
                    </a:cubicBezTo>
                    <a:cubicBezTo>
                      <a:pt x="35" y="480"/>
                      <a:pt x="35" y="480"/>
                      <a:pt x="35" y="480"/>
                    </a:cubicBezTo>
                    <a:cubicBezTo>
                      <a:pt x="34" y="476"/>
                      <a:pt x="32" y="471"/>
                      <a:pt x="30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9" y="464"/>
                      <a:pt x="29" y="462"/>
                      <a:pt x="29" y="461"/>
                    </a:cubicBezTo>
                    <a:cubicBezTo>
                      <a:pt x="29" y="456"/>
                      <a:pt x="28" y="450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4" y="440"/>
                      <a:pt x="24" y="440"/>
                      <a:pt x="24" y="440"/>
                    </a:cubicBezTo>
                    <a:cubicBezTo>
                      <a:pt x="25" y="439"/>
                      <a:pt x="25" y="437"/>
                      <a:pt x="25" y="435"/>
                    </a:cubicBezTo>
                    <a:cubicBezTo>
                      <a:pt x="25" y="430"/>
                      <a:pt x="24" y="425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6"/>
                      <a:pt x="21" y="416"/>
                      <a:pt x="21" y="416"/>
                    </a:cubicBezTo>
                    <a:cubicBezTo>
                      <a:pt x="21" y="414"/>
                      <a:pt x="22" y="412"/>
                      <a:pt x="22" y="409"/>
                    </a:cubicBezTo>
                    <a:cubicBezTo>
                      <a:pt x="22" y="409"/>
                      <a:pt x="22" y="408"/>
                      <a:pt x="22" y="407"/>
                    </a:cubicBezTo>
                    <a:cubicBezTo>
                      <a:pt x="22" y="407"/>
                      <a:pt x="22" y="407"/>
                      <a:pt x="22" y="407"/>
                    </a:cubicBezTo>
                    <a:cubicBezTo>
                      <a:pt x="21" y="406"/>
                      <a:pt x="21" y="406"/>
                      <a:pt x="21" y="406"/>
                    </a:cubicBezTo>
                    <a:cubicBezTo>
                      <a:pt x="21" y="402"/>
                      <a:pt x="21" y="397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19" y="391"/>
                      <a:pt x="19" y="391"/>
                      <a:pt x="19" y="391"/>
                    </a:cubicBezTo>
                    <a:cubicBezTo>
                      <a:pt x="19" y="390"/>
                      <a:pt x="19" y="390"/>
                      <a:pt x="19" y="390"/>
                    </a:cubicBezTo>
                    <a:cubicBezTo>
                      <a:pt x="20" y="388"/>
                      <a:pt x="20" y="384"/>
                      <a:pt x="20" y="381"/>
                    </a:cubicBezTo>
                    <a:cubicBezTo>
                      <a:pt x="20" y="377"/>
                      <a:pt x="20" y="373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7"/>
                      <a:pt x="18" y="367"/>
                      <a:pt x="18" y="367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8" y="366"/>
                      <a:pt x="18" y="366"/>
                      <a:pt x="18" y="366"/>
                    </a:cubicBezTo>
                    <a:cubicBezTo>
                      <a:pt x="19" y="362"/>
                      <a:pt x="20" y="359"/>
                      <a:pt x="20" y="354"/>
                    </a:cubicBezTo>
                    <a:cubicBezTo>
                      <a:pt x="20" y="351"/>
                      <a:pt x="20" y="347"/>
                      <a:pt x="19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19" y="341"/>
                      <a:pt x="19" y="341"/>
                      <a:pt x="19" y="341"/>
                    </a:cubicBezTo>
                    <a:cubicBezTo>
                      <a:pt x="20" y="338"/>
                      <a:pt x="21" y="335"/>
                      <a:pt x="21" y="331"/>
                    </a:cubicBezTo>
                    <a:cubicBezTo>
                      <a:pt x="21" y="331"/>
                      <a:pt x="21" y="331"/>
                      <a:pt x="21" y="331"/>
                    </a:cubicBezTo>
                    <a:cubicBezTo>
                      <a:pt x="22" y="329"/>
                      <a:pt x="22" y="327"/>
                      <a:pt x="22" y="325"/>
                    </a:cubicBezTo>
                    <a:cubicBezTo>
                      <a:pt x="22" y="323"/>
                      <a:pt x="22" y="320"/>
                      <a:pt x="21" y="317"/>
                    </a:cubicBezTo>
                    <a:cubicBezTo>
                      <a:pt x="21" y="317"/>
                      <a:pt x="21" y="317"/>
                      <a:pt x="21" y="317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2" y="315"/>
                      <a:pt x="22" y="315"/>
                      <a:pt x="22" y="315"/>
                    </a:cubicBezTo>
                    <a:cubicBezTo>
                      <a:pt x="24" y="311"/>
                      <a:pt x="25" y="305"/>
                      <a:pt x="25" y="297"/>
                    </a:cubicBezTo>
                    <a:cubicBezTo>
                      <a:pt x="25" y="296"/>
                      <a:pt x="25" y="294"/>
                      <a:pt x="25" y="292"/>
                    </a:cubicBezTo>
                    <a:cubicBezTo>
                      <a:pt x="25" y="292"/>
                      <a:pt x="25" y="292"/>
                      <a:pt x="25" y="292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5" y="291"/>
                      <a:pt x="25" y="291"/>
                      <a:pt x="25" y="291"/>
                    </a:cubicBezTo>
                    <a:cubicBezTo>
                      <a:pt x="28" y="286"/>
                      <a:pt x="30" y="279"/>
                      <a:pt x="30" y="269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8"/>
                      <a:pt x="30" y="268"/>
                      <a:pt x="30" y="268"/>
                    </a:cubicBezTo>
                    <a:cubicBezTo>
                      <a:pt x="30" y="267"/>
                      <a:pt x="30" y="267"/>
                      <a:pt x="30" y="267"/>
                    </a:cubicBezTo>
                    <a:cubicBezTo>
                      <a:pt x="31" y="267"/>
                      <a:pt x="31" y="267"/>
                      <a:pt x="31" y="267"/>
                    </a:cubicBezTo>
                    <a:cubicBezTo>
                      <a:pt x="32" y="265"/>
                      <a:pt x="33" y="262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4"/>
                      <a:pt x="37" y="249"/>
                      <a:pt x="37" y="243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7" y="242"/>
                      <a:pt x="37" y="242"/>
                      <a:pt x="37" y="242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41" y="237"/>
                      <a:pt x="44" y="231"/>
                      <a:pt x="45" y="220"/>
                    </a:cubicBezTo>
                    <a:cubicBezTo>
                      <a:pt x="45" y="220"/>
                      <a:pt x="45" y="220"/>
                      <a:pt x="45" y="220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46" y="219"/>
                      <a:pt x="46" y="219"/>
                      <a:pt x="46" y="219"/>
                    </a:cubicBezTo>
                    <a:cubicBezTo>
                      <a:pt x="50" y="214"/>
                      <a:pt x="53" y="208"/>
                      <a:pt x="55" y="198"/>
                    </a:cubicBezTo>
                    <a:cubicBezTo>
                      <a:pt x="55" y="197"/>
                      <a:pt x="55" y="197"/>
                      <a:pt x="55" y="197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7" y="194"/>
                      <a:pt x="59" y="192"/>
                      <a:pt x="61" y="189"/>
                    </a:cubicBezTo>
                    <a:cubicBezTo>
                      <a:pt x="61" y="189"/>
                      <a:pt x="61" y="189"/>
                      <a:pt x="61" y="189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4"/>
                      <a:pt x="65" y="180"/>
                      <a:pt x="66" y="175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72" y="169"/>
                      <a:pt x="75" y="163"/>
                      <a:pt x="79" y="153"/>
                    </a:cubicBezTo>
                    <a:cubicBezTo>
                      <a:pt x="79" y="153"/>
                      <a:pt x="79" y="153"/>
                      <a:pt x="79" y="153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0" y="152"/>
                      <a:pt x="80" y="152"/>
                      <a:pt x="80" y="152"/>
                    </a:cubicBezTo>
                    <a:cubicBezTo>
                      <a:pt x="84" y="148"/>
                      <a:pt x="89" y="143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2"/>
                      <a:pt x="93" y="132"/>
                      <a:pt x="93" y="132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6" y="130"/>
                      <a:pt x="98" y="129"/>
                      <a:pt x="100" y="126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4" y="122"/>
                      <a:pt x="106" y="118"/>
                      <a:pt x="109" y="113"/>
                    </a:cubicBez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15" y="109"/>
                      <a:pt x="120" y="104"/>
                      <a:pt x="125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32" y="92"/>
                      <a:pt x="137" y="87"/>
                      <a:pt x="144" y="79"/>
                    </a:cubicBezTo>
                    <a:cubicBezTo>
                      <a:pt x="144" y="79"/>
                      <a:pt x="144" y="79"/>
                      <a:pt x="144" y="79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7"/>
                      <a:pt x="150" y="76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7" y="71"/>
                      <a:pt x="160" y="68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71" y="61"/>
                      <a:pt x="177" y="58"/>
                      <a:pt x="184" y="50"/>
                    </a:cubicBezTo>
                    <a:cubicBezTo>
                      <a:pt x="185" y="50"/>
                      <a:pt x="185" y="50"/>
                      <a:pt x="185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86" y="50"/>
                      <a:pt x="186" y="50"/>
                      <a:pt x="186" y="50"/>
                    </a:cubicBezTo>
                    <a:cubicBezTo>
                      <a:pt x="192" y="49"/>
                      <a:pt x="198" y="46"/>
                      <a:pt x="206" y="39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39"/>
                      <a:pt x="207" y="39"/>
                      <a:pt x="207" y="39"/>
                    </a:cubicBezTo>
                    <a:cubicBezTo>
                      <a:pt x="208" y="39"/>
                      <a:pt x="208" y="39"/>
                      <a:pt x="208" y="39"/>
                    </a:cubicBezTo>
                    <a:cubicBezTo>
                      <a:pt x="210" y="38"/>
                      <a:pt x="213" y="38"/>
                      <a:pt x="216" y="37"/>
                    </a:cubicBezTo>
                    <a:cubicBezTo>
                      <a:pt x="216" y="37"/>
                      <a:pt x="216" y="37"/>
                      <a:pt x="216" y="37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21" y="35"/>
                      <a:pt x="225" y="33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1" y="29"/>
                      <a:pt x="231" y="29"/>
                      <a:pt x="231" y="29"/>
                    </a:cubicBezTo>
                    <a:cubicBezTo>
                      <a:pt x="232" y="29"/>
                      <a:pt x="232" y="29"/>
                      <a:pt x="232" y="29"/>
                    </a:cubicBezTo>
                    <a:cubicBezTo>
                      <a:pt x="238" y="29"/>
                      <a:pt x="244" y="28"/>
                      <a:pt x="253" y="23"/>
                    </a:cubicBezTo>
                    <a:cubicBezTo>
                      <a:pt x="253" y="23"/>
                      <a:pt x="253" y="23"/>
                      <a:pt x="253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5" y="23"/>
                      <a:pt x="255" y="23"/>
                      <a:pt x="255" y="23"/>
                    </a:cubicBezTo>
                    <a:cubicBezTo>
                      <a:pt x="256" y="23"/>
                      <a:pt x="257" y="23"/>
                      <a:pt x="259" y="23"/>
                    </a:cubicBezTo>
                    <a:cubicBezTo>
                      <a:pt x="264" y="23"/>
                      <a:pt x="269" y="22"/>
                      <a:pt x="277" y="19"/>
                    </a:cubicBezTo>
                    <a:cubicBezTo>
                      <a:pt x="277" y="19"/>
                      <a:pt x="277" y="19"/>
                      <a:pt x="277" y="19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81" y="19"/>
                      <a:pt x="283" y="20"/>
                      <a:pt x="286" y="20"/>
                    </a:cubicBezTo>
                    <a:cubicBezTo>
                      <a:pt x="286" y="20"/>
                      <a:pt x="287" y="20"/>
                      <a:pt x="287" y="20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92" y="19"/>
                      <a:pt x="297" y="19"/>
                      <a:pt x="302" y="17"/>
                    </a:cubicBezTo>
                    <a:cubicBezTo>
                      <a:pt x="302" y="17"/>
                      <a:pt x="302" y="17"/>
                      <a:pt x="302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7" y="18"/>
                      <a:pt x="311" y="19"/>
                      <a:pt x="315" y="19"/>
                    </a:cubicBezTo>
                    <a:cubicBezTo>
                      <a:pt x="319" y="19"/>
                      <a:pt x="322" y="19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28" y="18"/>
                      <a:pt x="328" y="18"/>
                      <a:pt x="328" y="18"/>
                    </a:cubicBezTo>
                    <a:cubicBezTo>
                      <a:pt x="332" y="20"/>
                      <a:pt x="337" y="21"/>
                      <a:pt x="345" y="21"/>
                    </a:cubicBezTo>
                    <a:cubicBezTo>
                      <a:pt x="346" y="21"/>
                      <a:pt x="348" y="21"/>
                      <a:pt x="351" y="21"/>
                    </a:cubicBezTo>
                    <a:cubicBezTo>
                      <a:pt x="351" y="21"/>
                      <a:pt x="351" y="21"/>
                      <a:pt x="351" y="21"/>
                    </a:cubicBezTo>
                    <a:cubicBezTo>
                      <a:pt x="352" y="21"/>
                      <a:pt x="352" y="21"/>
                      <a:pt x="352" y="21"/>
                    </a:cubicBezTo>
                    <a:cubicBezTo>
                      <a:pt x="352" y="22"/>
                      <a:pt x="352" y="22"/>
                      <a:pt x="352" y="22"/>
                    </a:cubicBezTo>
                    <a:cubicBezTo>
                      <a:pt x="354" y="23"/>
                      <a:pt x="357" y="24"/>
                      <a:pt x="360" y="25"/>
                    </a:cubicBezTo>
                    <a:cubicBezTo>
                      <a:pt x="360" y="25"/>
                      <a:pt x="360" y="25"/>
                      <a:pt x="360" y="25"/>
                    </a:cubicBezTo>
                    <a:cubicBezTo>
                      <a:pt x="361" y="25"/>
                      <a:pt x="361" y="25"/>
                      <a:pt x="361" y="25"/>
                    </a:cubicBezTo>
                    <a:cubicBezTo>
                      <a:pt x="365" y="26"/>
                      <a:pt x="370" y="27"/>
                      <a:pt x="375" y="27"/>
                    </a:cubicBezTo>
                    <a:cubicBezTo>
                      <a:pt x="375" y="27"/>
                      <a:pt x="375" y="27"/>
                      <a:pt x="375" y="27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77" y="28"/>
                      <a:pt x="377" y="28"/>
                      <a:pt x="377" y="28"/>
                    </a:cubicBezTo>
                    <a:cubicBezTo>
                      <a:pt x="381" y="31"/>
                      <a:pt x="388" y="34"/>
                      <a:pt x="398" y="35"/>
                    </a:cubicBezTo>
                    <a:cubicBezTo>
                      <a:pt x="398" y="35"/>
                      <a:pt x="398" y="35"/>
                      <a:pt x="398" y="35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0" y="36"/>
                      <a:pt x="400" y="36"/>
                      <a:pt x="400" y="36"/>
                    </a:cubicBezTo>
                    <a:cubicBezTo>
                      <a:pt x="404" y="40"/>
                      <a:pt x="410" y="43"/>
                      <a:pt x="420" y="45"/>
                    </a:cubicBezTo>
                    <a:cubicBezTo>
                      <a:pt x="420" y="45"/>
                      <a:pt x="420" y="45"/>
                      <a:pt x="420" y="45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2" y="46"/>
                      <a:pt x="422" y="46"/>
                      <a:pt x="422" y="46"/>
                    </a:cubicBezTo>
                    <a:cubicBezTo>
                      <a:pt x="423" y="48"/>
                      <a:pt x="425" y="50"/>
                      <a:pt x="428" y="52"/>
                    </a:cubicBezTo>
                    <a:cubicBezTo>
                      <a:pt x="428" y="52"/>
                      <a:pt x="428" y="52"/>
                      <a:pt x="428" y="52"/>
                    </a:cubicBezTo>
                    <a:cubicBezTo>
                      <a:pt x="429" y="52"/>
                      <a:pt x="429" y="52"/>
                      <a:pt x="429" y="52"/>
                    </a:cubicBezTo>
                    <a:cubicBezTo>
                      <a:pt x="433" y="55"/>
                      <a:pt x="437" y="57"/>
                      <a:pt x="442" y="58"/>
                    </a:cubicBezTo>
                    <a:cubicBezTo>
                      <a:pt x="442" y="58"/>
                      <a:pt x="442" y="58"/>
                      <a:pt x="442" y="58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9"/>
                    </a:cubicBezTo>
                    <a:cubicBezTo>
                      <a:pt x="447" y="64"/>
                      <a:pt x="452" y="68"/>
                      <a:pt x="462" y="72"/>
                    </a:cubicBezTo>
                    <a:cubicBezTo>
                      <a:pt x="462" y="73"/>
                      <a:pt x="462" y="73"/>
                      <a:pt x="462" y="73"/>
                    </a:cubicBezTo>
                    <a:cubicBezTo>
                      <a:pt x="463" y="73"/>
                      <a:pt x="463" y="73"/>
                      <a:pt x="463" y="73"/>
                    </a:cubicBezTo>
                    <a:cubicBezTo>
                      <a:pt x="463" y="74"/>
                      <a:pt x="463" y="74"/>
                      <a:pt x="463" y="74"/>
                    </a:cubicBezTo>
                    <a:cubicBezTo>
                      <a:pt x="466" y="78"/>
                      <a:pt x="471" y="83"/>
                      <a:pt x="481" y="88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2" y="89"/>
                      <a:pt x="482" y="89"/>
                      <a:pt x="482" y="89"/>
                    </a:cubicBezTo>
                    <a:cubicBezTo>
                      <a:pt x="483" y="92"/>
                      <a:pt x="485" y="94"/>
                      <a:pt x="487" y="96"/>
                    </a:cubicBezTo>
                    <a:cubicBezTo>
                      <a:pt x="488" y="98"/>
                      <a:pt x="488" y="98"/>
                      <a:pt x="488" y="98"/>
                    </a:cubicBezTo>
                    <a:cubicBezTo>
                      <a:pt x="491" y="101"/>
                      <a:pt x="494" y="103"/>
                      <a:pt x="499" y="106"/>
                    </a:cubicBezTo>
                    <a:cubicBezTo>
                      <a:pt x="499" y="106"/>
                      <a:pt x="499" y="106"/>
                      <a:pt x="499" y="106"/>
                    </a:cubicBezTo>
                    <a:cubicBezTo>
                      <a:pt x="500" y="107"/>
                      <a:pt x="500" y="107"/>
                      <a:pt x="500" y="107"/>
                    </a:cubicBezTo>
                    <a:cubicBezTo>
                      <a:pt x="500" y="108"/>
                      <a:pt x="500" y="108"/>
                      <a:pt x="500" y="108"/>
                    </a:cubicBezTo>
                    <a:cubicBezTo>
                      <a:pt x="502" y="113"/>
                      <a:pt x="506" y="118"/>
                      <a:pt x="515" y="125"/>
                    </a:cubicBezTo>
                    <a:cubicBezTo>
                      <a:pt x="515" y="125"/>
                      <a:pt x="515" y="125"/>
                      <a:pt x="515" y="125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6" y="126"/>
                      <a:pt x="516" y="126"/>
                      <a:pt x="516" y="126"/>
                    </a:cubicBezTo>
                    <a:cubicBezTo>
                      <a:pt x="518" y="132"/>
                      <a:pt x="521" y="138"/>
                      <a:pt x="529" y="145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0" y="146"/>
                      <a:pt x="530" y="146"/>
                      <a:pt x="530" y="146"/>
                    </a:cubicBezTo>
                    <a:cubicBezTo>
                      <a:pt x="531" y="149"/>
                      <a:pt x="532" y="152"/>
                      <a:pt x="534" y="155"/>
                    </a:cubicBezTo>
                    <a:cubicBezTo>
                      <a:pt x="534" y="155"/>
                      <a:pt x="534" y="155"/>
                      <a:pt x="534" y="155"/>
                    </a:cubicBezTo>
                    <a:cubicBezTo>
                      <a:pt x="536" y="159"/>
                      <a:pt x="539" y="163"/>
                      <a:pt x="543" y="167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4" y="168"/>
                      <a:pt x="544" y="168"/>
                      <a:pt x="544" y="168"/>
                    </a:cubicBezTo>
                    <a:cubicBezTo>
                      <a:pt x="545" y="174"/>
                      <a:pt x="548" y="180"/>
                      <a:pt x="555" y="188"/>
                    </a:cubicBezTo>
                    <a:cubicBezTo>
                      <a:pt x="555" y="188"/>
                      <a:pt x="555" y="188"/>
                      <a:pt x="555" y="188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5" y="190"/>
                      <a:pt x="555" y="190"/>
                      <a:pt x="555" y="190"/>
                    </a:cubicBezTo>
                    <a:cubicBezTo>
                      <a:pt x="556" y="196"/>
                      <a:pt x="558" y="202"/>
                      <a:pt x="565" y="211"/>
                    </a:cubicBezTo>
                    <a:cubicBezTo>
                      <a:pt x="565" y="211"/>
                      <a:pt x="565" y="211"/>
                      <a:pt x="565" y="211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2"/>
                      <a:pt x="565" y="212"/>
                      <a:pt x="565" y="212"/>
                    </a:cubicBezTo>
                    <a:cubicBezTo>
                      <a:pt x="565" y="215"/>
                      <a:pt x="566" y="218"/>
                      <a:pt x="567" y="222"/>
                    </a:cubicBezTo>
                    <a:cubicBezTo>
                      <a:pt x="567" y="222"/>
                      <a:pt x="567" y="222"/>
                      <a:pt x="567" y="222"/>
                    </a:cubicBezTo>
                    <a:cubicBezTo>
                      <a:pt x="568" y="226"/>
                      <a:pt x="571" y="230"/>
                      <a:pt x="574" y="235"/>
                    </a:cubicBezTo>
                    <a:cubicBezTo>
                      <a:pt x="574" y="235"/>
                      <a:pt x="574" y="235"/>
                      <a:pt x="574" y="235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6"/>
                      <a:pt x="574" y="236"/>
                      <a:pt x="574" y="236"/>
                    </a:cubicBezTo>
                    <a:cubicBezTo>
                      <a:pt x="574" y="237"/>
                      <a:pt x="574" y="237"/>
                      <a:pt x="574" y="237"/>
                    </a:cubicBezTo>
                    <a:cubicBezTo>
                      <a:pt x="574" y="243"/>
                      <a:pt x="576" y="250"/>
                      <a:pt x="581" y="258"/>
                    </a:cubicBezTo>
                    <a:cubicBezTo>
                      <a:pt x="581" y="259"/>
                      <a:pt x="581" y="259"/>
                      <a:pt x="581" y="259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0"/>
                      <a:pt x="581" y="260"/>
                      <a:pt x="581" y="260"/>
                    </a:cubicBezTo>
                    <a:cubicBezTo>
                      <a:pt x="581" y="261"/>
                      <a:pt x="581" y="262"/>
                      <a:pt x="581" y="262"/>
                    </a:cubicBezTo>
                    <a:cubicBezTo>
                      <a:pt x="581" y="268"/>
                      <a:pt x="583" y="274"/>
                      <a:pt x="587" y="282"/>
                    </a:cubicBezTo>
                    <a:cubicBezTo>
                      <a:pt x="587" y="283"/>
                      <a:pt x="587" y="283"/>
                      <a:pt x="587" y="283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4"/>
                      <a:pt x="587" y="284"/>
                      <a:pt x="587" y="284"/>
                    </a:cubicBezTo>
                    <a:cubicBezTo>
                      <a:pt x="587" y="285"/>
                      <a:pt x="587" y="287"/>
                      <a:pt x="587" y="288"/>
                    </a:cubicBezTo>
                    <a:cubicBezTo>
                      <a:pt x="587" y="290"/>
                      <a:pt x="587" y="292"/>
                      <a:pt x="587" y="294"/>
                    </a:cubicBezTo>
                    <a:cubicBezTo>
                      <a:pt x="588" y="298"/>
                      <a:pt x="589" y="303"/>
                      <a:pt x="591" y="308"/>
                    </a:cubicBezTo>
                    <a:cubicBezTo>
                      <a:pt x="591" y="308"/>
                      <a:pt x="591" y="308"/>
                      <a:pt x="591" y="308"/>
                    </a:cubicBezTo>
                    <a:cubicBezTo>
                      <a:pt x="591" y="309"/>
                      <a:pt x="591" y="309"/>
                      <a:pt x="591" y="309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1" y="311"/>
                      <a:pt x="591" y="314"/>
                      <a:pt x="591" y="316"/>
                    </a:cubicBezTo>
                    <a:cubicBezTo>
                      <a:pt x="591" y="320"/>
                      <a:pt x="592" y="326"/>
                      <a:pt x="594" y="332"/>
                    </a:cubicBezTo>
                    <a:cubicBezTo>
                      <a:pt x="594" y="332"/>
                      <a:pt x="594" y="332"/>
                      <a:pt x="594" y="332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4" y="334"/>
                      <a:pt x="594" y="334"/>
                      <a:pt x="594" y="334"/>
                    </a:cubicBezTo>
                    <a:cubicBezTo>
                      <a:pt x="593" y="336"/>
                      <a:pt x="593" y="339"/>
                      <a:pt x="593" y="342"/>
                    </a:cubicBezTo>
                    <a:cubicBezTo>
                      <a:pt x="593" y="346"/>
                      <a:pt x="594" y="351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7"/>
                      <a:pt x="595" y="357"/>
                      <a:pt x="595" y="357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5" y="359"/>
                      <a:pt x="595" y="359"/>
                      <a:pt x="595" y="359"/>
                    </a:cubicBezTo>
                    <a:cubicBezTo>
                      <a:pt x="594" y="361"/>
                      <a:pt x="594" y="364"/>
                      <a:pt x="594" y="367"/>
                    </a:cubicBezTo>
                    <a:cubicBezTo>
                      <a:pt x="594" y="367"/>
                      <a:pt x="594" y="367"/>
                      <a:pt x="594" y="367"/>
                    </a:cubicBezTo>
                    <a:cubicBezTo>
                      <a:pt x="594" y="369"/>
                      <a:pt x="594" y="369"/>
                      <a:pt x="594" y="369"/>
                    </a:cubicBezTo>
                    <a:cubicBezTo>
                      <a:pt x="594" y="369"/>
                      <a:pt x="594" y="370"/>
                      <a:pt x="594" y="371"/>
                    </a:cubicBezTo>
                    <a:cubicBezTo>
                      <a:pt x="594" y="374"/>
                      <a:pt x="594" y="378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3"/>
                      <a:pt x="595" y="383"/>
                      <a:pt x="595" y="383"/>
                    </a:cubicBezTo>
                    <a:cubicBezTo>
                      <a:pt x="595" y="384"/>
                      <a:pt x="595" y="384"/>
                      <a:pt x="595" y="384"/>
                    </a:cubicBezTo>
                    <a:cubicBezTo>
                      <a:pt x="595" y="385"/>
                      <a:pt x="595" y="385"/>
                      <a:pt x="595" y="385"/>
                    </a:cubicBezTo>
                    <a:cubicBezTo>
                      <a:pt x="594" y="388"/>
                      <a:pt x="593" y="392"/>
                      <a:pt x="593" y="398"/>
                    </a:cubicBezTo>
                    <a:cubicBezTo>
                      <a:pt x="593" y="400"/>
                      <a:pt x="593" y="404"/>
                      <a:pt x="594" y="407"/>
                    </a:cubicBezTo>
                    <a:cubicBezTo>
                      <a:pt x="594" y="408"/>
                      <a:pt x="594" y="408"/>
                      <a:pt x="594" y="408"/>
                    </a:cubicBezTo>
                    <a:cubicBezTo>
                      <a:pt x="594" y="409"/>
                      <a:pt x="594" y="409"/>
                      <a:pt x="594" y="409"/>
                    </a:cubicBezTo>
                    <a:cubicBezTo>
                      <a:pt x="593" y="409"/>
                      <a:pt x="593" y="409"/>
                      <a:pt x="593" y="409"/>
                    </a:cubicBezTo>
                    <a:cubicBezTo>
                      <a:pt x="591" y="413"/>
                      <a:pt x="590" y="418"/>
                      <a:pt x="590" y="425"/>
                    </a:cubicBezTo>
                    <a:cubicBezTo>
                      <a:pt x="590" y="427"/>
                      <a:pt x="590" y="430"/>
                      <a:pt x="591" y="432"/>
                    </a:cubicBezTo>
                    <a:cubicBezTo>
                      <a:pt x="591" y="432"/>
                      <a:pt x="591" y="432"/>
                      <a:pt x="591" y="432"/>
                    </a:cubicBezTo>
                    <a:cubicBezTo>
                      <a:pt x="591" y="433"/>
                      <a:pt x="591" y="433"/>
                      <a:pt x="591" y="433"/>
                    </a:cubicBezTo>
                    <a:cubicBezTo>
                      <a:pt x="590" y="434"/>
                      <a:pt x="590" y="434"/>
                      <a:pt x="590" y="434"/>
                    </a:cubicBezTo>
                    <a:cubicBezTo>
                      <a:pt x="589" y="436"/>
                      <a:pt x="588" y="439"/>
                      <a:pt x="587" y="442"/>
                    </a:cubicBezTo>
                    <a:cubicBezTo>
                      <a:pt x="587" y="442"/>
                      <a:pt x="587" y="442"/>
                      <a:pt x="587" y="442"/>
                    </a:cubicBezTo>
                    <a:cubicBezTo>
                      <a:pt x="587" y="443"/>
                      <a:pt x="587" y="443"/>
                      <a:pt x="587" y="443"/>
                    </a:cubicBezTo>
                    <a:cubicBezTo>
                      <a:pt x="586" y="446"/>
                      <a:pt x="586" y="450"/>
                      <a:pt x="586" y="454"/>
                    </a:cubicBezTo>
                    <a:cubicBezTo>
                      <a:pt x="586" y="455"/>
                      <a:pt x="586" y="456"/>
                      <a:pt x="586" y="457"/>
                    </a:cubicBezTo>
                    <a:cubicBezTo>
                      <a:pt x="586" y="458"/>
                      <a:pt x="586" y="458"/>
                      <a:pt x="586" y="458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6" y="459"/>
                      <a:pt x="586" y="459"/>
                      <a:pt x="586" y="459"/>
                    </a:cubicBezTo>
                    <a:cubicBezTo>
                      <a:pt x="582" y="464"/>
                      <a:pt x="581" y="471"/>
                      <a:pt x="580" y="481"/>
                    </a:cubicBezTo>
                    <a:cubicBezTo>
                      <a:pt x="580" y="482"/>
                      <a:pt x="580" y="482"/>
                      <a:pt x="580" y="482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80" y="483"/>
                      <a:pt x="580" y="483"/>
                      <a:pt x="580" y="483"/>
                    </a:cubicBezTo>
                    <a:cubicBezTo>
                      <a:pt x="576" y="488"/>
                      <a:pt x="574" y="494"/>
                      <a:pt x="573" y="505"/>
                    </a:cubicBezTo>
                    <a:cubicBezTo>
                      <a:pt x="573" y="505"/>
                      <a:pt x="573" y="505"/>
                      <a:pt x="573" y="505"/>
                    </a:cubicBezTo>
                    <a:cubicBezTo>
                      <a:pt x="573" y="506"/>
                      <a:pt x="573" y="506"/>
                      <a:pt x="573" y="506"/>
                    </a:cubicBezTo>
                    <a:cubicBezTo>
                      <a:pt x="572" y="507"/>
                      <a:pt x="572" y="507"/>
                      <a:pt x="572" y="507"/>
                    </a:cubicBezTo>
                    <a:cubicBezTo>
                      <a:pt x="571" y="509"/>
                      <a:pt x="569" y="511"/>
                      <a:pt x="568" y="514"/>
                    </a:cubicBezTo>
                    <a:cubicBezTo>
                      <a:pt x="567" y="515"/>
                      <a:pt x="567" y="515"/>
                      <a:pt x="567" y="515"/>
                    </a:cubicBezTo>
                    <a:cubicBezTo>
                      <a:pt x="566" y="519"/>
                      <a:pt x="565" y="523"/>
                      <a:pt x="564" y="529"/>
                    </a:cubicBezTo>
                    <a:cubicBezTo>
                      <a:pt x="564" y="529"/>
                      <a:pt x="564" y="529"/>
                      <a:pt x="564" y="529"/>
                    </a:cubicBezTo>
                    <a:cubicBezTo>
                      <a:pt x="563" y="530"/>
                      <a:pt x="563" y="530"/>
                      <a:pt x="563" y="530"/>
                    </a:cubicBezTo>
                    <a:cubicBezTo>
                      <a:pt x="563" y="531"/>
                      <a:pt x="563" y="531"/>
                      <a:pt x="563" y="531"/>
                    </a:cubicBezTo>
                    <a:cubicBezTo>
                      <a:pt x="559" y="535"/>
                      <a:pt x="556" y="541"/>
                      <a:pt x="553" y="551"/>
                    </a:cubicBezTo>
                    <a:cubicBezTo>
                      <a:pt x="553" y="552"/>
                      <a:pt x="553" y="552"/>
                      <a:pt x="553" y="552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53" y="553"/>
                      <a:pt x="553" y="553"/>
                      <a:pt x="553" y="553"/>
                    </a:cubicBezTo>
                    <a:cubicBezTo>
                      <a:pt x="548" y="557"/>
                      <a:pt x="545" y="563"/>
                      <a:pt x="542" y="573"/>
                    </a:cubicBezTo>
                    <a:lnTo>
                      <a:pt x="541" y="5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4" name="Freeform 32">
                <a:extLst>
                  <a:ext uri="{FF2B5EF4-FFF2-40B4-BE49-F238E27FC236}">
                    <a16:creationId xmlns:a16="http://schemas.microsoft.com/office/drawing/2014/main" id="{07ACE14A-0055-4764-A615-F9A9CF09AF6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56" y="7911"/>
                <a:ext cx="62" cy="36"/>
              </a:xfrm>
              <a:custGeom>
                <a:avLst/>
                <a:gdLst>
                  <a:gd name="T0" fmla="*/ 83 w 83"/>
                  <a:gd name="T1" fmla="*/ 10 h 48"/>
                  <a:gd name="T2" fmla="*/ 67 w 83"/>
                  <a:gd name="T3" fmla="*/ 11 h 48"/>
                  <a:gd name="T4" fmla="*/ 61 w 83"/>
                  <a:gd name="T5" fmla="*/ 19 h 48"/>
                  <a:gd name="T6" fmla="*/ 54 w 83"/>
                  <a:gd name="T7" fmla="*/ 21 h 48"/>
                  <a:gd name="T8" fmla="*/ 48 w 83"/>
                  <a:gd name="T9" fmla="*/ 7 h 48"/>
                  <a:gd name="T10" fmla="*/ 42 w 83"/>
                  <a:gd name="T11" fmla="*/ 0 h 48"/>
                  <a:gd name="T12" fmla="*/ 41 w 83"/>
                  <a:gd name="T13" fmla="*/ 0 h 48"/>
                  <a:gd name="T14" fmla="*/ 36 w 83"/>
                  <a:gd name="T15" fmla="*/ 7 h 48"/>
                  <a:gd name="T16" fmla="*/ 34 w 83"/>
                  <a:gd name="T17" fmla="*/ 19 h 48"/>
                  <a:gd name="T18" fmla="*/ 23 w 83"/>
                  <a:gd name="T19" fmla="*/ 20 h 48"/>
                  <a:gd name="T20" fmla="*/ 25 w 83"/>
                  <a:gd name="T21" fmla="*/ 13 h 48"/>
                  <a:gd name="T22" fmla="*/ 7 w 83"/>
                  <a:gd name="T23" fmla="*/ 6 h 48"/>
                  <a:gd name="T24" fmla="*/ 10 w 83"/>
                  <a:gd name="T25" fmla="*/ 19 h 48"/>
                  <a:gd name="T26" fmla="*/ 38 w 83"/>
                  <a:gd name="T27" fmla="*/ 48 h 48"/>
                  <a:gd name="T28" fmla="*/ 41 w 83"/>
                  <a:gd name="T29" fmla="*/ 48 h 48"/>
                  <a:gd name="T30" fmla="*/ 64 w 83"/>
                  <a:gd name="T31" fmla="*/ 42 h 48"/>
                  <a:gd name="T32" fmla="*/ 46 w 83"/>
                  <a:gd name="T33" fmla="*/ 10 h 48"/>
                  <a:gd name="T34" fmla="*/ 47 w 83"/>
                  <a:gd name="T35" fmla="*/ 17 h 48"/>
                  <a:gd name="T36" fmla="*/ 46 w 83"/>
                  <a:gd name="T37" fmla="*/ 10 h 48"/>
                  <a:gd name="T38" fmla="*/ 37 w 83"/>
                  <a:gd name="T39" fmla="*/ 9 h 48"/>
                  <a:gd name="T40" fmla="*/ 35 w 83"/>
                  <a:gd name="T41" fmla="*/ 17 h 48"/>
                  <a:gd name="T42" fmla="*/ 14 w 83"/>
                  <a:gd name="T43" fmla="*/ 16 h 48"/>
                  <a:gd name="T44" fmla="*/ 10 w 83"/>
                  <a:gd name="T45" fmla="*/ 10 h 48"/>
                  <a:gd name="T46" fmla="*/ 21 w 83"/>
                  <a:gd name="T47" fmla="*/ 14 h 48"/>
                  <a:gd name="T48" fmla="*/ 19 w 83"/>
                  <a:gd name="T49" fmla="*/ 19 h 48"/>
                  <a:gd name="T50" fmla="*/ 20 w 83"/>
                  <a:gd name="T51" fmla="*/ 33 h 48"/>
                  <a:gd name="T52" fmla="*/ 26 w 83"/>
                  <a:gd name="T53" fmla="*/ 30 h 48"/>
                  <a:gd name="T54" fmla="*/ 17 w 83"/>
                  <a:gd name="T55" fmla="*/ 27 h 48"/>
                  <a:gd name="T56" fmla="*/ 34 w 83"/>
                  <a:gd name="T57" fmla="*/ 27 h 48"/>
                  <a:gd name="T58" fmla="*/ 39 w 83"/>
                  <a:gd name="T59" fmla="*/ 31 h 48"/>
                  <a:gd name="T60" fmla="*/ 19 w 83"/>
                  <a:gd name="T61" fmla="*/ 34 h 48"/>
                  <a:gd name="T62" fmla="*/ 23 w 83"/>
                  <a:gd name="T63" fmla="*/ 43 h 48"/>
                  <a:gd name="T64" fmla="*/ 25 w 83"/>
                  <a:gd name="T65" fmla="*/ 39 h 48"/>
                  <a:gd name="T66" fmla="*/ 26 w 83"/>
                  <a:gd name="T67" fmla="*/ 42 h 48"/>
                  <a:gd name="T68" fmla="*/ 28 w 83"/>
                  <a:gd name="T69" fmla="*/ 38 h 48"/>
                  <a:gd name="T70" fmla="*/ 35 w 83"/>
                  <a:gd name="T71" fmla="*/ 45 h 48"/>
                  <a:gd name="T72" fmla="*/ 35 w 83"/>
                  <a:gd name="T73" fmla="*/ 38 h 48"/>
                  <a:gd name="T74" fmla="*/ 37 w 83"/>
                  <a:gd name="T75" fmla="*/ 45 h 48"/>
                  <a:gd name="T76" fmla="*/ 39 w 83"/>
                  <a:gd name="T77" fmla="*/ 45 h 48"/>
                  <a:gd name="T78" fmla="*/ 38 w 83"/>
                  <a:gd name="T79" fmla="*/ 6 h 48"/>
                  <a:gd name="T80" fmla="*/ 44 w 83"/>
                  <a:gd name="T81" fmla="*/ 8 h 48"/>
                  <a:gd name="T82" fmla="*/ 41 w 83"/>
                  <a:gd name="T83" fmla="*/ 9 h 48"/>
                  <a:gd name="T84" fmla="*/ 42 w 83"/>
                  <a:gd name="T85" fmla="*/ 38 h 48"/>
                  <a:gd name="T86" fmla="*/ 49 w 83"/>
                  <a:gd name="T87" fmla="*/ 45 h 48"/>
                  <a:gd name="T88" fmla="*/ 49 w 83"/>
                  <a:gd name="T89" fmla="*/ 38 h 48"/>
                  <a:gd name="T90" fmla="*/ 52 w 83"/>
                  <a:gd name="T91" fmla="*/ 45 h 48"/>
                  <a:gd name="T92" fmla="*/ 54 w 83"/>
                  <a:gd name="T93" fmla="*/ 44 h 48"/>
                  <a:gd name="T94" fmla="*/ 57 w 83"/>
                  <a:gd name="T95" fmla="*/ 43 h 48"/>
                  <a:gd name="T96" fmla="*/ 57 w 83"/>
                  <a:gd name="T97" fmla="*/ 40 h 48"/>
                  <a:gd name="T98" fmla="*/ 59 w 83"/>
                  <a:gd name="T99" fmla="*/ 43 h 48"/>
                  <a:gd name="T100" fmla="*/ 56 w 83"/>
                  <a:gd name="T101" fmla="*/ 30 h 48"/>
                  <a:gd name="T102" fmla="*/ 62 w 83"/>
                  <a:gd name="T103" fmla="*/ 34 h 48"/>
                  <a:gd name="T104" fmla="*/ 44 w 83"/>
                  <a:gd name="T105" fmla="*/ 35 h 48"/>
                  <a:gd name="T106" fmla="*/ 50 w 83"/>
                  <a:gd name="T107" fmla="*/ 29 h 48"/>
                  <a:gd name="T108" fmla="*/ 44 w 83"/>
                  <a:gd name="T109" fmla="*/ 24 h 48"/>
                  <a:gd name="T110" fmla="*/ 64 w 83"/>
                  <a:gd name="T111" fmla="*/ 19 h 48"/>
                  <a:gd name="T112" fmla="*/ 62 w 83"/>
                  <a:gd name="T113" fmla="*/ 14 h 48"/>
                  <a:gd name="T114" fmla="*/ 73 w 83"/>
                  <a:gd name="T115" fmla="*/ 11 h 48"/>
                  <a:gd name="T116" fmla="*/ 69 w 83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8">
                    <a:moveTo>
                      <a:pt x="73" y="20"/>
                    </a:moveTo>
                    <a:cubicBezTo>
                      <a:pt x="77" y="16"/>
                      <a:pt x="81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3" y="8"/>
                      <a:pt x="78" y="7"/>
                      <a:pt x="76" y="7"/>
                    </a:cubicBezTo>
                    <a:cubicBezTo>
                      <a:pt x="74" y="7"/>
                      <a:pt x="72" y="7"/>
                      <a:pt x="71" y="8"/>
                    </a:cubicBezTo>
                    <a:cubicBezTo>
                      <a:pt x="70" y="9"/>
                      <a:pt x="67" y="11"/>
                      <a:pt x="67" y="11"/>
                    </a:cubicBezTo>
                    <a:cubicBezTo>
                      <a:pt x="64" y="11"/>
                      <a:pt x="59" y="9"/>
                      <a:pt x="58" y="14"/>
                    </a:cubicBezTo>
                    <a:cubicBezTo>
                      <a:pt x="58" y="15"/>
                      <a:pt x="59" y="17"/>
                      <a:pt x="60" y="18"/>
                    </a:cubicBezTo>
                    <a:cubicBezTo>
                      <a:pt x="60" y="18"/>
                      <a:pt x="61" y="19"/>
                      <a:pt x="61" y="19"/>
                    </a:cubicBezTo>
                    <a:cubicBezTo>
                      <a:pt x="61" y="19"/>
                      <a:pt x="61" y="20"/>
                      <a:pt x="60" y="20"/>
                    </a:cubicBezTo>
                    <a:cubicBezTo>
                      <a:pt x="58" y="22"/>
                      <a:pt x="56" y="22"/>
                      <a:pt x="56" y="22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0" y="21"/>
                      <a:pt x="51" y="22"/>
                      <a:pt x="49" y="19"/>
                    </a:cubicBezTo>
                    <a:cubicBezTo>
                      <a:pt x="52" y="19"/>
                      <a:pt x="54" y="16"/>
                      <a:pt x="54" y="13"/>
                    </a:cubicBezTo>
                    <a:cubicBezTo>
                      <a:pt x="54" y="10"/>
                      <a:pt x="51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6"/>
                      <a:pt x="48" y="6"/>
                    </a:cubicBezTo>
                    <a:cubicBezTo>
                      <a:pt x="48" y="3"/>
                      <a:pt x="45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6" y="2"/>
                      <a:pt x="36" y="6"/>
                    </a:cubicBezTo>
                    <a:cubicBezTo>
                      <a:pt x="36" y="6"/>
                      <a:pt x="36" y="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2" y="6"/>
                      <a:pt x="29" y="9"/>
                      <a:pt x="29" y="13"/>
                    </a:cubicBezTo>
                    <a:cubicBezTo>
                      <a:pt x="29" y="16"/>
                      <a:pt x="31" y="18"/>
                      <a:pt x="34" y="19"/>
                    </a:cubicBezTo>
                    <a:cubicBezTo>
                      <a:pt x="32" y="21"/>
                      <a:pt x="32" y="20"/>
                      <a:pt x="28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5" y="21"/>
                      <a:pt x="23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2" y="17"/>
                      <a:pt x="23" y="17"/>
                    </a:cubicBezTo>
                    <a:cubicBezTo>
                      <a:pt x="24" y="16"/>
                      <a:pt x="25" y="14"/>
                      <a:pt x="25" y="13"/>
                    </a:cubicBezTo>
                    <a:cubicBezTo>
                      <a:pt x="25" y="9"/>
                      <a:pt x="19" y="10"/>
                      <a:pt x="17" y="10"/>
                    </a:cubicBezTo>
                    <a:cubicBezTo>
                      <a:pt x="17" y="10"/>
                      <a:pt x="13" y="7"/>
                      <a:pt x="12" y="7"/>
                    </a:cubicBezTo>
                    <a:cubicBezTo>
                      <a:pt x="11" y="6"/>
                      <a:pt x="9" y="6"/>
                      <a:pt x="7" y="6"/>
                    </a:cubicBezTo>
                    <a:cubicBezTo>
                      <a:pt x="5" y="5"/>
                      <a:pt x="1" y="6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1"/>
                      <a:pt x="6" y="15"/>
                      <a:pt x="10" y="19"/>
                    </a:cubicBezTo>
                    <a:cubicBezTo>
                      <a:pt x="12" y="22"/>
                      <a:pt x="15" y="29"/>
                      <a:pt x="16" y="32"/>
                    </a:cubicBezTo>
                    <a:cubicBezTo>
                      <a:pt x="16" y="32"/>
                      <a:pt x="18" y="41"/>
                      <a:pt x="18" y="41"/>
                    </a:cubicBezTo>
                    <a:cubicBezTo>
                      <a:pt x="19" y="46"/>
                      <a:pt x="30" y="47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51" y="48"/>
                      <a:pt x="63" y="47"/>
                      <a:pt x="64" y="42"/>
                    </a:cubicBezTo>
                    <a:cubicBezTo>
                      <a:pt x="64" y="42"/>
                      <a:pt x="66" y="33"/>
                      <a:pt x="66" y="33"/>
                    </a:cubicBezTo>
                    <a:cubicBezTo>
                      <a:pt x="67" y="30"/>
                      <a:pt x="70" y="24"/>
                      <a:pt x="73" y="20"/>
                    </a:cubicBezTo>
                    <a:moveTo>
                      <a:pt x="46" y="10"/>
                    </a:moveTo>
                    <a:cubicBezTo>
                      <a:pt x="47" y="9"/>
                      <a:pt x="47" y="9"/>
                      <a:pt x="48" y="9"/>
                    </a:cubicBezTo>
                    <a:cubicBezTo>
                      <a:pt x="50" y="9"/>
                      <a:pt x="51" y="11"/>
                      <a:pt x="51" y="13"/>
                    </a:cubicBezTo>
                    <a:cubicBezTo>
                      <a:pt x="51" y="15"/>
                      <a:pt x="50" y="17"/>
                      <a:pt x="47" y="17"/>
                    </a:cubicBezTo>
                    <a:cubicBezTo>
                      <a:pt x="45" y="17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cubicBezTo>
                      <a:pt x="45" y="11"/>
                      <a:pt x="46" y="10"/>
                      <a:pt x="46" y="10"/>
                    </a:cubicBezTo>
                    <a:moveTo>
                      <a:pt x="32" y="13"/>
                    </a:moveTo>
                    <a:cubicBezTo>
                      <a:pt x="32" y="11"/>
                      <a:pt x="33" y="9"/>
                      <a:pt x="35" y="9"/>
                    </a:cubicBezTo>
                    <a:cubicBezTo>
                      <a:pt x="36" y="9"/>
                      <a:pt x="36" y="9"/>
                      <a:pt x="37" y="9"/>
                    </a:cubicBezTo>
                    <a:cubicBezTo>
                      <a:pt x="37" y="10"/>
                      <a:pt x="38" y="11"/>
                      <a:pt x="39" y="11"/>
                    </a:cubicBezTo>
                    <a:cubicBezTo>
                      <a:pt x="39" y="12"/>
                      <a:pt x="39" y="12"/>
                      <a:pt x="39" y="13"/>
                    </a:cubicBezTo>
                    <a:cubicBezTo>
                      <a:pt x="39" y="15"/>
                      <a:pt x="37" y="17"/>
                      <a:pt x="35" y="17"/>
                    </a:cubicBezTo>
                    <a:cubicBezTo>
                      <a:pt x="33" y="17"/>
                      <a:pt x="32" y="15"/>
                      <a:pt x="32" y="13"/>
                    </a:cubicBezTo>
                    <a:moveTo>
                      <a:pt x="16" y="21"/>
                    </a:moveTo>
                    <a:cubicBezTo>
                      <a:pt x="15" y="20"/>
                      <a:pt x="16" y="16"/>
                      <a:pt x="14" y="16"/>
                    </a:cubicBezTo>
                    <a:cubicBezTo>
                      <a:pt x="11" y="17"/>
                      <a:pt x="7" y="11"/>
                      <a:pt x="4" y="9"/>
                    </a:cubicBezTo>
                    <a:cubicBezTo>
                      <a:pt x="5" y="9"/>
                      <a:pt x="6" y="8"/>
                      <a:pt x="7" y="8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1" y="11"/>
                      <a:pt x="12" y="12"/>
                      <a:pt x="14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3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9" y="19"/>
                    </a:cubicBezTo>
                    <a:cubicBezTo>
                      <a:pt x="20" y="23"/>
                      <a:pt x="17" y="23"/>
                      <a:pt x="16" y="21"/>
                    </a:cubicBezTo>
                    <a:moveTo>
                      <a:pt x="19" y="34"/>
                    </a:moveTo>
                    <a:cubicBezTo>
                      <a:pt x="19" y="34"/>
                      <a:pt x="20" y="34"/>
                      <a:pt x="20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2" y="33"/>
                      <a:pt x="25" y="32"/>
                    </a:cubicBezTo>
                    <a:cubicBezTo>
                      <a:pt x="26" y="32"/>
                      <a:pt x="26" y="31"/>
                      <a:pt x="26" y="30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20" y="29"/>
                      <a:pt x="18" y="30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21" y="25"/>
                      <a:pt x="30" y="24"/>
                      <a:pt x="39" y="24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7"/>
                      <a:pt x="32" y="28"/>
                      <a:pt x="32" y="29"/>
                    </a:cubicBezTo>
                    <a:cubicBezTo>
                      <a:pt x="32" y="30"/>
                      <a:pt x="33" y="31"/>
                      <a:pt x="34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4" y="36"/>
                      <a:pt x="20" y="38"/>
                    </a:cubicBezTo>
                    <a:cubicBezTo>
                      <a:pt x="20" y="37"/>
                      <a:pt x="20" y="35"/>
                      <a:pt x="19" y="34"/>
                    </a:cubicBezTo>
                    <a:moveTo>
                      <a:pt x="26" y="42"/>
                    </a:moveTo>
                    <a:cubicBezTo>
                      <a:pt x="26" y="42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3" y="43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2" y="41"/>
                      <a:pt x="22" y="40"/>
                      <a:pt x="23" y="40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5" y="39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2"/>
                      <a:pt x="26" y="42"/>
                    </a:cubicBezTo>
                    <a:moveTo>
                      <a:pt x="30" y="44"/>
                    </a:moveTo>
                    <a:cubicBezTo>
                      <a:pt x="29" y="44"/>
                      <a:pt x="28" y="44"/>
                      <a:pt x="27" y="44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9" y="38"/>
                      <a:pt x="30" y="38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3" y="45"/>
                      <a:pt x="33" y="45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4" y="38"/>
                      <a:pt x="35" y="38"/>
                    </a:cubicBezTo>
                    <a:lnTo>
                      <a:pt x="35" y="45"/>
                    </a:lnTo>
                    <a:close/>
                    <a:moveTo>
                      <a:pt x="39" y="45"/>
                    </a:moveTo>
                    <a:cubicBezTo>
                      <a:pt x="39" y="45"/>
                      <a:pt x="37" y="45"/>
                      <a:pt x="37" y="45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8"/>
                      <a:pt x="39" y="38"/>
                    </a:cubicBezTo>
                    <a:lnTo>
                      <a:pt x="39" y="45"/>
                    </a:lnTo>
                    <a:close/>
                    <a:moveTo>
                      <a:pt x="41" y="9"/>
                    </a:moveTo>
                    <a:cubicBezTo>
                      <a:pt x="40" y="9"/>
                      <a:pt x="39" y="8"/>
                      <a:pt x="39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4"/>
                      <a:pt x="40" y="2"/>
                      <a:pt x="42" y="2"/>
                    </a:cubicBezTo>
                    <a:cubicBezTo>
                      <a:pt x="44" y="2"/>
                      <a:pt x="45" y="4"/>
                      <a:pt x="45" y="6"/>
                    </a:cubicBezTo>
                    <a:cubicBezTo>
                      <a:pt x="45" y="7"/>
                      <a:pt x="45" y="7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5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38"/>
                      <a:pt x="42" y="38"/>
                    </a:cubicBezTo>
                    <a:cubicBezTo>
                      <a:pt x="43" y="38"/>
                      <a:pt x="45" y="38"/>
                      <a:pt x="45" y="38"/>
                    </a:cubicBezTo>
                    <a:lnTo>
                      <a:pt x="45" y="45"/>
                    </a:lnTo>
                    <a:close/>
                    <a:moveTo>
                      <a:pt x="49" y="45"/>
                    </a:moveTo>
                    <a:cubicBezTo>
                      <a:pt x="48" y="45"/>
                      <a:pt x="48" y="45"/>
                      <a:pt x="47" y="45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49" y="38"/>
                    </a:cubicBezTo>
                    <a:lnTo>
                      <a:pt x="49" y="45"/>
                    </a:lnTo>
                    <a:close/>
                    <a:moveTo>
                      <a:pt x="54" y="44"/>
                    </a:moveTo>
                    <a:cubicBezTo>
                      <a:pt x="54" y="44"/>
                      <a:pt x="53" y="45"/>
                      <a:pt x="52" y="45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3" y="39"/>
                      <a:pt x="54" y="39"/>
                      <a:pt x="54" y="39"/>
                    </a:cubicBezTo>
                    <a:lnTo>
                      <a:pt x="54" y="44"/>
                    </a:lnTo>
                    <a:close/>
                    <a:moveTo>
                      <a:pt x="59" y="43"/>
                    </a:moveTo>
                    <a:cubicBezTo>
                      <a:pt x="59" y="44"/>
                      <a:pt x="58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7" y="42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8" y="40"/>
                      <a:pt x="59" y="40"/>
                      <a:pt x="59" y="40"/>
                    </a:cubicBezTo>
                    <a:cubicBezTo>
                      <a:pt x="60" y="41"/>
                      <a:pt x="60" y="41"/>
                      <a:pt x="61" y="42"/>
                    </a:cubicBezTo>
                    <a:cubicBezTo>
                      <a:pt x="60" y="42"/>
                      <a:pt x="60" y="43"/>
                      <a:pt x="59" y="43"/>
                    </a:cubicBezTo>
                    <a:moveTo>
                      <a:pt x="64" y="31"/>
                    </a:moveTo>
                    <a:cubicBezTo>
                      <a:pt x="63" y="30"/>
                      <a:pt x="60" y="29"/>
                      <a:pt x="59" y="29"/>
                    </a:cubicBezTo>
                    <a:cubicBezTo>
                      <a:pt x="58" y="28"/>
                      <a:pt x="56" y="29"/>
                      <a:pt x="56" y="30"/>
                    </a:cubicBezTo>
                    <a:cubicBezTo>
                      <a:pt x="56" y="31"/>
                      <a:pt x="57" y="32"/>
                      <a:pt x="58" y="33"/>
                    </a:cubicBezTo>
                    <a:cubicBezTo>
                      <a:pt x="61" y="33"/>
                      <a:pt x="62" y="34"/>
                      <a:pt x="63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3" y="34"/>
                      <a:pt x="63" y="35"/>
                      <a:pt x="63" y="35"/>
                    </a:cubicBezTo>
                    <a:cubicBezTo>
                      <a:pt x="63" y="36"/>
                      <a:pt x="62" y="38"/>
                      <a:pt x="62" y="39"/>
                    </a:cubicBezTo>
                    <a:cubicBezTo>
                      <a:pt x="58" y="36"/>
                      <a:pt x="50" y="35"/>
                      <a:pt x="44" y="35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50" y="31"/>
                      <a:pt x="50" y="29"/>
                    </a:cubicBezTo>
                    <a:cubicBezTo>
                      <a:pt x="50" y="28"/>
                      <a:pt x="49" y="27"/>
                      <a:pt x="48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53" y="24"/>
                      <a:pt x="62" y="26"/>
                      <a:pt x="65" y="28"/>
                    </a:cubicBezTo>
                    <a:cubicBezTo>
                      <a:pt x="65" y="29"/>
                      <a:pt x="65" y="30"/>
                      <a:pt x="64" y="31"/>
                    </a:cubicBezTo>
                    <a:moveTo>
                      <a:pt x="64" y="19"/>
                    </a:moveTo>
                    <a:cubicBezTo>
                      <a:pt x="64" y="18"/>
                      <a:pt x="63" y="16"/>
                      <a:pt x="62" y="16"/>
                    </a:cubicBezTo>
                    <a:cubicBezTo>
                      <a:pt x="62" y="16"/>
                      <a:pt x="61" y="16"/>
                      <a:pt x="62" y="15"/>
                    </a:cubicBezTo>
                    <a:cubicBezTo>
                      <a:pt x="62" y="15"/>
                      <a:pt x="62" y="15"/>
                      <a:pt x="62" y="14"/>
                    </a:cubicBezTo>
                    <a:cubicBezTo>
                      <a:pt x="63" y="14"/>
                      <a:pt x="65" y="14"/>
                      <a:pt x="67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3"/>
                      <a:pt x="72" y="12"/>
                      <a:pt x="73" y="11"/>
                    </a:cubicBezTo>
                    <a:cubicBezTo>
                      <a:pt x="74" y="10"/>
                      <a:pt x="75" y="10"/>
                      <a:pt x="76" y="10"/>
                    </a:cubicBezTo>
                    <a:cubicBezTo>
                      <a:pt x="77" y="10"/>
                      <a:pt x="79" y="10"/>
                      <a:pt x="80" y="10"/>
                    </a:cubicBezTo>
                    <a:cubicBezTo>
                      <a:pt x="76" y="12"/>
                      <a:pt x="72" y="18"/>
                      <a:pt x="69" y="17"/>
                    </a:cubicBezTo>
                    <a:cubicBezTo>
                      <a:pt x="67" y="17"/>
                      <a:pt x="68" y="21"/>
                      <a:pt x="67" y="22"/>
                    </a:cubicBezTo>
                    <a:cubicBezTo>
                      <a:pt x="66" y="24"/>
                      <a:pt x="62" y="23"/>
                      <a:pt x="64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5" name="Freeform 33">
                <a:extLst>
                  <a:ext uri="{FF2B5EF4-FFF2-40B4-BE49-F238E27FC236}">
                    <a16:creationId xmlns:a16="http://schemas.microsoft.com/office/drawing/2014/main" id="{2E5EA266-06AE-448E-B8F3-444820111B9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5" y="7852"/>
                <a:ext cx="62" cy="36"/>
              </a:xfrm>
              <a:custGeom>
                <a:avLst/>
                <a:gdLst>
                  <a:gd name="T0" fmla="*/ 74 w 83"/>
                  <a:gd name="T1" fmla="*/ 15 h 49"/>
                  <a:gd name="T2" fmla="*/ 75 w 83"/>
                  <a:gd name="T3" fmla="*/ 2 h 49"/>
                  <a:gd name="T4" fmla="*/ 58 w 83"/>
                  <a:gd name="T5" fmla="*/ 11 h 49"/>
                  <a:gd name="T6" fmla="*/ 61 w 83"/>
                  <a:gd name="T7" fmla="*/ 17 h 49"/>
                  <a:gd name="T8" fmla="*/ 50 w 83"/>
                  <a:gd name="T9" fmla="*/ 18 h 49"/>
                  <a:gd name="T10" fmla="*/ 47 w 83"/>
                  <a:gd name="T11" fmla="*/ 6 h 49"/>
                  <a:gd name="T12" fmla="*/ 40 w 83"/>
                  <a:gd name="T13" fmla="*/ 0 h 49"/>
                  <a:gd name="T14" fmla="*/ 39 w 83"/>
                  <a:gd name="T15" fmla="*/ 0 h 49"/>
                  <a:gd name="T16" fmla="*/ 35 w 83"/>
                  <a:gd name="T17" fmla="*/ 8 h 49"/>
                  <a:gd name="T18" fmla="*/ 30 w 83"/>
                  <a:gd name="T19" fmla="*/ 23 h 49"/>
                  <a:gd name="T20" fmla="*/ 23 w 83"/>
                  <a:gd name="T21" fmla="*/ 22 h 49"/>
                  <a:gd name="T22" fmla="*/ 17 w 83"/>
                  <a:gd name="T23" fmla="*/ 14 h 49"/>
                  <a:gd name="T24" fmla="*/ 0 w 83"/>
                  <a:gd name="T25" fmla="*/ 15 h 49"/>
                  <a:gd name="T26" fmla="*/ 19 w 83"/>
                  <a:gd name="T27" fmla="*/ 36 h 49"/>
                  <a:gd name="T28" fmla="*/ 44 w 83"/>
                  <a:gd name="T29" fmla="*/ 48 h 49"/>
                  <a:gd name="T30" fmla="*/ 49 w 83"/>
                  <a:gd name="T31" fmla="*/ 48 h 49"/>
                  <a:gd name="T32" fmla="*/ 52 w 83"/>
                  <a:gd name="T33" fmla="*/ 44 h 49"/>
                  <a:gd name="T34" fmla="*/ 54 w 83"/>
                  <a:gd name="T35" fmla="*/ 44 h 49"/>
                  <a:gd name="T36" fmla="*/ 56 w 83"/>
                  <a:gd name="T37" fmla="*/ 37 h 49"/>
                  <a:gd name="T38" fmla="*/ 57 w 83"/>
                  <a:gd name="T39" fmla="*/ 43 h 49"/>
                  <a:gd name="T40" fmla="*/ 62 w 83"/>
                  <a:gd name="T41" fmla="*/ 40 h 49"/>
                  <a:gd name="T42" fmla="*/ 62 w 83"/>
                  <a:gd name="T43" fmla="*/ 37 h 49"/>
                  <a:gd name="T44" fmla="*/ 64 w 83"/>
                  <a:gd name="T45" fmla="*/ 40 h 49"/>
                  <a:gd name="T46" fmla="*/ 67 w 83"/>
                  <a:gd name="T47" fmla="*/ 10 h 49"/>
                  <a:gd name="T48" fmla="*/ 75 w 83"/>
                  <a:gd name="T49" fmla="*/ 4 h 49"/>
                  <a:gd name="T50" fmla="*/ 68 w 83"/>
                  <a:gd name="T51" fmla="*/ 18 h 49"/>
                  <a:gd name="T52" fmla="*/ 62 w 83"/>
                  <a:gd name="T53" fmla="*/ 12 h 49"/>
                  <a:gd name="T54" fmla="*/ 47 w 83"/>
                  <a:gd name="T55" fmla="*/ 9 h 49"/>
                  <a:gd name="T56" fmla="*/ 44 w 83"/>
                  <a:gd name="T57" fmla="*/ 13 h 49"/>
                  <a:gd name="T58" fmla="*/ 44 w 83"/>
                  <a:gd name="T59" fmla="*/ 6 h 49"/>
                  <a:gd name="T60" fmla="*/ 41 w 83"/>
                  <a:gd name="T61" fmla="*/ 10 h 49"/>
                  <a:gd name="T62" fmla="*/ 37 w 83"/>
                  <a:gd name="T63" fmla="*/ 7 h 49"/>
                  <a:gd name="T64" fmla="*/ 35 w 83"/>
                  <a:gd name="T65" fmla="*/ 11 h 49"/>
                  <a:gd name="T66" fmla="*/ 39 w 83"/>
                  <a:gd name="T67" fmla="*/ 14 h 49"/>
                  <a:gd name="T68" fmla="*/ 17 w 83"/>
                  <a:gd name="T69" fmla="*/ 25 h 49"/>
                  <a:gd name="T70" fmla="*/ 7 w 83"/>
                  <a:gd name="T71" fmla="*/ 14 h 49"/>
                  <a:gd name="T72" fmla="*/ 17 w 83"/>
                  <a:gd name="T73" fmla="*/ 17 h 49"/>
                  <a:gd name="T74" fmla="*/ 22 w 83"/>
                  <a:gd name="T75" fmla="*/ 18 h 49"/>
                  <a:gd name="T76" fmla="*/ 23 w 83"/>
                  <a:gd name="T77" fmla="*/ 38 h 49"/>
                  <a:gd name="T78" fmla="*/ 28 w 83"/>
                  <a:gd name="T79" fmla="*/ 35 h 49"/>
                  <a:gd name="T80" fmla="*/ 21 w 83"/>
                  <a:gd name="T81" fmla="*/ 34 h 49"/>
                  <a:gd name="T82" fmla="*/ 41 w 83"/>
                  <a:gd name="T83" fmla="*/ 28 h 49"/>
                  <a:gd name="T84" fmla="*/ 37 w 83"/>
                  <a:gd name="T85" fmla="*/ 32 h 49"/>
                  <a:gd name="T86" fmla="*/ 25 w 83"/>
                  <a:gd name="T87" fmla="*/ 41 h 49"/>
                  <a:gd name="T88" fmla="*/ 27 w 83"/>
                  <a:gd name="T89" fmla="*/ 45 h 49"/>
                  <a:gd name="T90" fmla="*/ 29 w 83"/>
                  <a:gd name="T91" fmla="*/ 42 h 49"/>
                  <a:gd name="T92" fmla="*/ 30 w 83"/>
                  <a:gd name="T93" fmla="*/ 44 h 49"/>
                  <a:gd name="T94" fmla="*/ 32 w 83"/>
                  <a:gd name="T95" fmla="*/ 41 h 49"/>
                  <a:gd name="T96" fmla="*/ 33 w 83"/>
                  <a:gd name="T97" fmla="*/ 46 h 49"/>
                  <a:gd name="T98" fmla="*/ 39 w 83"/>
                  <a:gd name="T99" fmla="*/ 39 h 49"/>
                  <a:gd name="T100" fmla="*/ 42 w 83"/>
                  <a:gd name="T101" fmla="*/ 46 h 49"/>
                  <a:gd name="T102" fmla="*/ 45 w 83"/>
                  <a:gd name="T103" fmla="*/ 45 h 49"/>
                  <a:gd name="T104" fmla="*/ 45 w 83"/>
                  <a:gd name="T105" fmla="*/ 24 h 49"/>
                  <a:gd name="T106" fmla="*/ 61 w 83"/>
                  <a:gd name="T107" fmla="*/ 26 h 49"/>
                  <a:gd name="T108" fmla="*/ 66 w 83"/>
                  <a:gd name="T109" fmla="*/ 31 h 49"/>
                  <a:gd name="T110" fmla="*/ 66 w 83"/>
                  <a:gd name="T111" fmla="*/ 36 h 49"/>
                  <a:gd name="T112" fmla="*/ 51 w 83"/>
                  <a:gd name="T113" fmla="*/ 31 h 49"/>
                  <a:gd name="T114" fmla="*/ 46 w 83"/>
                  <a:gd name="T115" fmla="*/ 27 h 49"/>
                  <a:gd name="T116" fmla="*/ 50 w 83"/>
                  <a:gd name="T1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49">
                    <a:moveTo>
                      <a:pt x="68" y="38"/>
                    </a:moveTo>
                    <a:cubicBezTo>
                      <a:pt x="68" y="38"/>
                      <a:pt x="69" y="29"/>
                      <a:pt x="69" y="29"/>
                    </a:cubicBezTo>
                    <a:cubicBezTo>
                      <a:pt x="70" y="26"/>
                      <a:pt x="72" y="19"/>
                      <a:pt x="74" y="15"/>
                    </a:cubicBezTo>
                    <a:cubicBezTo>
                      <a:pt x="77" y="11"/>
                      <a:pt x="80" y="6"/>
                      <a:pt x="82" y="6"/>
                    </a:cubicBezTo>
                    <a:cubicBezTo>
                      <a:pt x="82" y="5"/>
                      <a:pt x="83" y="4"/>
                      <a:pt x="82" y="4"/>
                    </a:cubicBezTo>
                    <a:cubicBezTo>
                      <a:pt x="82" y="2"/>
                      <a:pt x="77" y="1"/>
                      <a:pt x="75" y="2"/>
                    </a:cubicBezTo>
                    <a:cubicBezTo>
                      <a:pt x="73" y="2"/>
                      <a:pt x="71" y="2"/>
                      <a:pt x="70" y="3"/>
                    </a:cubicBezTo>
                    <a:cubicBezTo>
                      <a:pt x="69" y="4"/>
                      <a:pt x="66" y="7"/>
                      <a:pt x="66" y="7"/>
                    </a:cubicBezTo>
                    <a:cubicBezTo>
                      <a:pt x="64" y="8"/>
                      <a:pt x="58" y="7"/>
                      <a:pt x="58" y="11"/>
                    </a:cubicBezTo>
                    <a:cubicBezTo>
                      <a:pt x="58" y="12"/>
                      <a:pt x="60" y="15"/>
                      <a:pt x="61" y="15"/>
                    </a:cubicBezTo>
                    <a:cubicBezTo>
                      <a:pt x="61" y="15"/>
                      <a:pt x="62" y="16"/>
                      <a:pt x="62" y="16"/>
                    </a:cubicBezTo>
                    <a:cubicBezTo>
                      <a:pt x="62" y="17"/>
                      <a:pt x="62" y="17"/>
                      <a:pt x="61" y="17"/>
                    </a:cubicBezTo>
                    <a:cubicBezTo>
                      <a:pt x="59" y="19"/>
                      <a:pt x="57" y="20"/>
                      <a:pt x="57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2" y="19"/>
                      <a:pt x="52" y="20"/>
                      <a:pt x="50" y="18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3" y="8"/>
                      <a:pt x="50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6" y="2"/>
                      <a:pt x="43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1"/>
                      <a:pt x="34" y="4"/>
                      <a:pt x="35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8"/>
                      <a:pt x="29" y="12"/>
                      <a:pt x="29" y="15"/>
                    </a:cubicBezTo>
                    <a:cubicBezTo>
                      <a:pt x="30" y="18"/>
                      <a:pt x="32" y="20"/>
                      <a:pt x="35" y="20"/>
                    </a:cubicBezTo>
                    <a:cubicBezTo>
                      <a:pt x="33" y="23"/>
                      <a:pt x="34" y="22"/>
                      <a:pt x="30" y="23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6" y="24"/>
                      <a:pt x="24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1"/>
                      <a:pt x="23" y="21"/>
                      <a:pt x="24" y="20"/>
                    </a:cubicBezTo>
                    <a:cubicBezTo>
                      <a:pt x="25" y="20"/>
                      <a:pt x="26" y="17"/>
                      <a:pt x="25" y="16"/>
                    </a:cubicBezTo>
                    <a:cubicBezTo>
                      <a:pt x="24" y="12"/>
                      <a:pt x="19" y="14"/>
                      <a:pt x="17" y="14"/>
                    </a:cubicBezTo>
                    <a:cubicBezTo>
                      <a:pt x="17" y="14"/>
                      <a:pt x="13" y="12"/>
                      <a:pt x="12" y="12"/>
                    </a:cubicBezTo>
                    <a:cubicBezTo>
                      <a:pt x="10" y="11"/>
                      <a:pt x="9" y="11"/>
                      <a:pt x="7" y="12"/>
                    </a:cubicBezTo>
                    <a:cubicBezTo>
                      <a:pt x="5" y="12"/>
                      <a:pt x="0" y="13"/>
                      <a:pt x="0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3" y="18"/>
                      <a:pt x="7" y="21"/>
                      <a:pt x="11" y="24"/>
                    </a:cubicBezTo>
                    <a:cubicBezTo>
                      <a:pt x="14" y="27"/>
                      <a:pt x="18" y="33"/>
                      <a:pt x="19" y="36"/>
                    </a:cubicBezTo>
                    <a:cubicBezTo>
                      <a:pt x="19" y="36"/>
                      <a:pt x="23" y="44"/>
                      <a:pt x="23" y="45"/>
                    </a:cubicBezTo>
                    <a:cubicBezTo>
                      <a:pt x="24" y="49"/>
                      <a:pt x="36" y="49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7" y="46"/>
                      <a:pt x="68" y="43"/>
                      <a:pt x="68" y="38"/>
                    </a:cubicBezTo>
                    <a:moveTo>
                      <a:pt x="52" y="44"/>
                    </a:move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7"/>
                      <a:pt x="53" y="37"/>
                      <a:pt x="53" y="37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2" y="44"/>
                    </a:cubicBezTo>
                    <a:moveTo>
                      <a:pt x="57" y="43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7"/>
                      <a:pt x="58" y="37"/>
                      <a:pt x="59" y="37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9" y="42"/>
                      <a:pt x="58" y="43"/>
                      <a:pt x="57" y="43"/>
                    </a:cubicBezTo>
                    <a:moveTo>
                      <a:pt x="64" y="40"/>
                    </a:moveTo>
                    <a:cubicBezTo>
                      <a:pt x="64" y="41"/>
                      <a:pt x="63" y="41"/>
                      <a:pt x="62" y="41"/>
                    </a:cubicBezTo>
                    <a:cubicBezTo>
                      <a:pt x="62" y="41"/>
                      <a:pt x="62" y="40"/>
                      <a:pt x="62" y="40"/>
                    </a:cubicBezTo>
                    <a:cubicBezTo>
                      <a:pt x="61" y="40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1" y="37"/>
                      <a:pt x="62" y="37"/>
                    </a:cubicBezTo>
                    <a:cubicBezTo>
                      <a:pt x="62" y="37"/>
                      <a:pt x="63" y="37"/>
                      <a:pt x="64" y="37"/>
                    </a:cubicBezTo>
                    <a:cubicBezTo>
                      <a:pt x="64" y="38"/>
                      <a:pt x="65" y="38"/>
                      <a:pt x="65" y="39"/>
                    </a:cubicBezTo>
                    <a:cubicBezTo>
                      <a:pt x="65" y="39"/>
                      <a:pt x="65" y="40"/>
                      <a:pt x="64" y="40"/>
                    </a:cubicBezTo>
                    <a:moveTo>
                      <a:pt x="62" y="12"/>
                    </a:moveTo>
                    <a:cubicBezTo>
                      <a:pt x="62" y="12"/>
                      <a:pt x="62" y="12"/>
                      <a:pt x="62" y="11"/>
                    </a:cubicBezTo>
                    <a:cubicBezTo>
                      <a:pt x="63" y="11"/>
                      <a:pt x="65" y="10"/>
                      <a:pt x="67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9"/>
                      <a:pt x="71" y="8"/>
                      <a:pt x="72" y="7"/>
                    </a:cubicBezTo>
                    <a:cubicBezTo>
                      <a:pt x="73" y="6"/>
                      <a:pt x="74" y="5"/>
                      <a:pt x="75" y="4"/>
                    </a:cubicBezTo>
                    <a:cubicBezTo>
                      <a:pt x="76" y="4"/>
                      <a:pt x="78" y="4"/>
                      <a:pt x="79" y="5"/>
                    </a:cubicBezTo>
                    <a:cubicBezTo>
                      <a:pt x="75" y="7"/>
                      <a:pt x="73" y="14"/>
                      <a:pt x="70" y="13"/>
                    </a:cubicBezTo>
                    <a:cubicBezTo>
                      <a:pt x="67" y="13"/>
                      <a:pt x="69" y="17"/>
                      <a:pt x="68" y="18"/>
                    </a:cubicBezTo>
                    <a:cubicBezTo>
                      <a:pt x="67" y="20"/>
                      <a:pt x="64" y="20"/>
                      <a:pt x="64" y="16"/>
                    </a:cubicBezTo>
                    <a:cubicBezTo>
                      <a:pt x="65" y="14"/>
                      <a:pt x="63" y="13"/>
                      <a:pt x="62" y="13"/>
                    </a:cubicBezTo>
                    <a:cubicBezTo>
                      <a:pt x="62" y="13"/>
                      <a:pt x="62" y="13"/>
                      <a:pt x="62" y="12"/>
                    </a:cubicBezTo>
                    <a:moveTo>
                      <a:pt x="44" y="11"/>
                    </a:moveTo>
                    <a:cubicBezTo>
                      <a:pt x="45" y="11"/>
                      <a:pt x="45" y="10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9" y="9"/>
                      <a:pt x="51" y="10"/>
                      <a:pt x="51" y="12"/>
                    </a:cubicBezTo>
                    <a:cubicBezTo>
                      <a:pt x="52" y="14"/>
                      <a:pt x="50" y="16"/>
                      <a:pt x="48" y="16"/>
                    </a:cubicBezTo>
                    <a:cubicBezTo>
                      <a:pt x="46" y="16"/>
                      <a:pt x="44" y="15"/>
                      <a:pt x="44" y="13"/>
                    </a:cubicBezTo>
                    <a:cubicBezTo>
                      <a:pt x="44" y="12"/>
                      <a:pt x="44" y="12"/>
                      <a:pt x="44" y="11"/>
                    </a:cubicBezTo>
                    <a:moveTo>
                      <a:pt x="40" y="3"/>
                    </a:moveTo>
                    <a:cubicBezTo>
                      <a:pt x="42" y="3"/>
                      <a:pt x="44" y="4"/>
                      <a:pt x="44" y="6"/>
                    </a:cubicBezTo>
                    <a:cubicBezTo>
                      <a:pt x="44" y="6"/>
                      <a:pt x="44" y="7"/>
                      <a:pt x="44" y="7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10"/>
                      <a:pt x="40" y="10"/>
                      <a:pt x="40" y="10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8" y="8"/>
                      <a:pt x="37" y="7"/>
                      <a:pt x="37" y="7"/>
                    </a:cubicBezTo>
                    <a:cubicBezTo>
                      <a:pt x="37" y="5"/>
                      <a:pt x="38" y="3"/>
                      <a:pt x="40" y="3"/>
                    </a:cubicBezTo>
                    <a:moveTo>
                      <a:pt x="32" y="15"/>
                    </a:moveTo>
                    <a:cubicBezTo>
                      <a:pt x="32" y="13"/>
                      <a:pt x="33" y="11"/>
                      <a:pt x="35" y="11"/>
                    </a:cubicBezTo>
                    <a:cubicBezTo>
                      <a:pt x="36" y="10"/>
                      <a:pt x="36" y="10"/>
                      <a:pt x="36" y="11"/>
                    </a:cubicBezTo>
                    <a:cubicBezTo>
                      <a:pt x="37" y="11"/>
                      <a:pt x="38" y="12"/>
                      <a:pt x="39" y="12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40" y="16"/>
                      <a:pt x="38" y="17"/>
                      <a:pt x="36" y="18"/>
                    </a:cubicBezTo>
                    <a:cubicBezTo>
                      <a:pt x="34" y="18"/>
                      <a:pt x="32" y="17"/>
                      <a:pt x="32" y="15"/>
                    </a:cubicBezTo>
                    <a:moveTo>
                      <a:pt x="17" y="25"/>
                    </a:moveTo>
                    <a:cubicBezTo>
                      <a:pt x="17" y="24"/>
                      <a:pt x="17" y="20"/>
                      <a:pt x="15" y="21"/>
                    </a:cubicBezTo>
                    <a:cubicBezTo>
                      <a:pt x="12" y="22"/>
                      <a:pt x="8" y="17"/>
                      <a:pt x="3" y="15"/>
                    </a:cubicBezTo>
                    <a:cubicBezTo>
                      <a:pt x="4" y="15"/>
                      <a:pt x="6" y="14"/>
                      <a:pt x="7" y="14"/>
                    </a:cubicBezTo>
                    <a:cubicBezTo>
                      <a:pt x="8" y="14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21" y="17"/>
                      <a:pt x="21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9"/>
                      <a:pt x="20" y="21"/>
                      <a:pt x="21" y="22"/>
                    </a:cubicBezTo>
                    <a:cubicBezTo>
                      <a:pt x="22" y="26"/>
                      <a:pt x="19" y="27"/>
                      <a:pt x="17" y="25"/>
                    </a:cubicBezTo>
                    <a:moveTo>
                      <a:pt x="23" y="38"/>
                    </a:move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5" y="36"/>
                      <a:pt x="28" y="35"/>
                    </a:cubicBezTo>
                    <a:cubicBezTo>
                      <a:pt x="29" y="34"/>
                      <a:pt x="30" y="33"/>
                      <a:pt x="29" y="32"/>
                    </a:cubicBezTo>
                    <a:cubicBezTo>
                      <a:pt x="29" y="31"/>
                      <a:pt x="28" y="30"/>
                      <a:pt x="26" y="31"/>
                    </a:cubicBezTo>
                    <a:cubicBezTo>
                      <a:pt x="25" y="31"/>
                      <a:pt x="23" y="32"/>
                      <a:pt x="21" y="34"/>
                    </a:cubicBezTo>
                    <a:cubicBezTo>
                      <a:pt x="21" y="33"/>
                      <a:pt x="20" y="32"/>
                      <a:pt x="20" y="31"/>
                    </a:cubicBezTo>
                    <a:cubicBezTo>
                      <a:pt x="23" y="28"/>
                      <a:pt x="32" y="26"/>
                      <a:pt x="41" y="24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28"/>
                      <a:pt x="35" y="30"/>
                      <a:pt x="35" y="31"/>
                    </a:cubicBezTo>
                    <a:cubicBezTo>
                      <a:pt x="35" y="32"/>
                      <a:pt x="36" y="33"/>
                      <a:pt x="37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36" y="36"/>
                      <a:pt x="28" y="38"/>
                      <a:pt x="25" y="41"/>
                    </a:cubicBezTo>
                    <a:cubicBezTo>
                      <a:pt x="24" y="40"/>
                      <a:pt x="24" y="39"/>
                      <a:pt x="23" y="38"/>
                    </a:cubicBezTo>
                    <a:moveTo>
                      <a:pt x="30" y="46"/>
                    </a:moveTo>
                    <a:cubicBezTo>
                      <a:pt x="29" y="46"/>
                      <a:pt x="28" y="46"/>
                      <a:pt x="27" y="45"/>
                    </a:cubicBezTo>
                    <a:cubicBezTo>
                      <a:pt x="27" y="45"/>
                      <a:pt x="26" y="45"/>
                      <a:pt x="26" y="44"/>
                    </a:cubicBezTo>
                    <a:cubicBezTo>
                      <a:pt x="26" y="44"/>
                      <a:pt x="26" y="43"/>
                      <a:pt x="27" y="43"/>
                    </a:cubicBezTo>
                    <a:cubicBezTo>
                      <a:pt x="27" y="42"/>
                      <a:pt x="28" y="42"/>
                      <a:pt x="29" y="42"/>
                    </a:cubicBezTo>
                    <a:cubicBezTo>
                      <a:pt x="29" y="42"/>
                      <a:pt x="30" y="42"/>
                      <a:pt x="30" y="43"/>
                    </a:cubicBezTo>
                    <a:cubicBezTo>
                      <a:pt x="30" y="43"/>
                      <a:pt x="30" y="43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5"/>
                      <a:pt x="30" y="46"/>
                    </a:cubicBezTo>
                    <a:moveTo>
                      <a:pt x="33" y="46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0"/>
                      <a:pt x="33" y="40"/>
                      <a:pt x="34" y="40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4" y="46"/>
                      <a:pt x="33" y="46"/>
                      <a:pt x="33" y="46"/>
                    </a:cubicBezTo>
                    <a:moveTo>
                      <a:pt x="38" y="46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38" y="39"/>
                      <a:pt x="38" y="39"/>
                      <a:pt x="39" y="39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6"/>
                      <a:pt x="39" y="46"/>
                      <a:pt x="38" y="46"/>
                    </a:cubicBezTo>
                    <a:moveTo>
                      <a:pt x="42" y="46"/>
                    </a:move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38"/>
                      <a:pt x="43" y="38"/>
                      <a:pt x="43" y="38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2" y="46"/>
                      <a:pt x="42" y="46"/>
                    </a:cubicBezTo>
                    <a:moveTo>
                      <a:pt x="46" y="27"/>
                    </a:moveTo>
                    <a:cubicBezTo>
                      <a:pt x="45" y="24"/>
                      <a:pt x="45" y="24"/>
                      <a:pt x="45" y="24"/>
                    </a:cubicBezTo>
                    <a:cubicBezTo>
                      <a:pt x="55" y="22"/>
                      <a:pt x="63" y="23"/>
                      <a:pt x="68" y="24"/>
                    </a:cubicBezTo>
                    <a:cubicBezTo>
                      <a:pt x="67" y="25"/>
                      <a:pt x="67" y="26"/>
                      <a:pt x="67" y="27"/>
                    </a:cubicBezTo>
                    <a:cubicBezTo>
                      <a:pt x="65" y="26"/>
                      <a:pt x="62" y="26"/>
                      <a:pt x="61" y="26"/>
                    </a:cubicBezTo>
                    <a:cubicBezTo>
                      <a:pt x="60" y="26"/>
                      <a:pt x="59" y="27"/>
                      <a:pt x="59" y="28"/>
                    </a:cubicBezTo>
                    <a:cubicBezTo>
                      <a:pt x="59" y="29"/>
                      <a:pt x="60" y="30"/>
                      <a:pt x="61" y="30"/>
                    </a:cubicBezTo>
                    <a:cubicBezTo>
                      <a:pt x="64" y="30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3"/>
                      <a:pt x="66" y="34"/>
                      <a:pt x="66" y="36"/>
                    </a:cubicBezTo>
                    <a:cubicBezTo>
                      <a:pt x="62" y="34"/>
                      <a:pt x="53" y="34"/>
                      <a:pt x="47" y="35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0"/>
                      <a:pt x="53" y="29"/>
                      <a:pt x="53" y="28"/>
                    </a:cubicBezTo>
                    <a:cubicBezTo>
                      <a:pt x="53" y="27"/>
                      <a:pt x="52" y="26"/>
                      <a:pt x="51" y="26"/>
                    </a:cubicBezTo>
                    <a:lnTo>
                      <a:pt x="46" y="27"/>
                    </a:lnTo>
                    <a:close/>
                    <a:moveTo>
                      <a:pt x="46" y="37"/>
                    </a:moveTo>
                    <a:cubicBezTo>
                      <a:pt x="47" y="37"/>
                      <a:pt x="49" y="37"/>
                      <a:pt x="49" y="37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48" y="45"/>
                      <a:pt x="47" y="45"/>
                    </a:cubicBezTo>
                    <a:cubicBezTo>
                      <a:pt x="47" y="43"/>
                      <a:pt x="46" y="38"/>
                      <a:pt x="46" y="3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6" name="Freeform 34">
                <a:extLst>
                  <a:ext uri="{FF2B5EF4-FFF2-40B4-BE49-F238E27FC236}">
                    <a16:creationId xmlns:a16="http://schemas.microsoft.com/office/drawing/2014/main" id="{1B75CC0C-2766-46A9-8FC1-5CC089F9FA1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97" y="7852"/>
                <a:ext cx="61" cy="36"/>
              </a:xfrm>
              <a:custGeom>
                <a:avLst/>
                <a:gdLst>
                  <a:gd name="T0" fmla="*/ 14 w 82"/>
                  <a:gd name="T1" fmla="*/ 38 h 49"/>
                  <a:gd name="T2" fmla="*/ 35 w 82"/>
                  <a:gd name="T3" fmla="*/ 48 h 49"/>
                  <a:gd name="T4" fmla="*/ 38 w 82"/>
                  <a:gd name="T5" fmla="*/ 48 h 49"/>
                  <a:gd name="T6" fmla="*/ 71 w 82"/>
                  <a:gd name="T7" fmla="*/ 24 h 49"/>
                  <a:gd name="T8" fmla="*/ 75 w 82"/>
                  <a:gd name="T9" fmla="*/ 11 h 49"/>
                  <a:gd name="T10" fmla="*/ 57 w 82"/>
                  <a:gd name="T11" fmla="*/ 15 h 49"/>
                  <a:gd name="T12" fmla="*/ 58 w 82"/>
                  <a:gd name="T13" fmla="*/ 22 h 49"/>
                  <a:gd name="T14" fmla="*/ 47 w 82"/>
                  <a:gd name="T15" fmla="*/ 20 h 49"/>
                  <a:gd name="T16" fmla="*/ 47 w 82"/>
                  <a:gd name="T17" fmla="*/ 8 h 49"/>
                  <a:gd name="T18" fmla="*/ 43 w 82"/>
                  <a:gd name="T19" fmla="*/ 0 h 49"/>
                  <a:gd name="T20" fmla="*/ 42 w 82"/>
                  <a:gd name="T21" fmla="*/ 0 h 49"/>
                  <a:gd name="T22" fmla="*/ 35 w 82"/>
                  <a:gd name="T23" fmla="*/ 6 h 49"/>
                  <a:gd name="T24" fmla="*/ 27 w 82"/>
                  <a:gd name="T25" fmla="*/ 19 h 49"/>
                  <a:gd name="T26" fmla="*/ 20 w 82"/>
                  <a:gd name="T27" fmla="*/ 16 h 49"/>
                  <a:gd name="T28" fmla="*/ 16 w 82"/>
                  <a:gd name="T29" fmla="*/ 7 h 49"/>
                  <a:gd name="T30" fmla="*/ 0 w 82"/>
                  <a:gd name="T31" fmla="*/ 3 h 49"/>
                  <a:gd name="T32" fmla="*/ 21 w 82"/>
                  <a:gd name="T33" fmla="*/ 39 h 49"/>
                  <a:gd name="T34" fmla="*/ 18 w 82"/>
                  <a:gd name="T35" fmla="*/ 40 h 49"/>
                  <a:gd name="T36" fmla="*/ 20 w 82"/>
                  <a:gd name="T37" fmla="*/ 37 h 49"/>
                  <a:gd name="T38" fmla="*/ 25 w 82"/>
                  <a:gd name="T39" fmla="*/ 43 h 49"/>
                  <a:gd name="T40" fmla="*/ 26 w 82"/>
                  <a:gd name="T41" fmla="*/ 36 h 49"/>
                  <a:gd name="T42" fmla="*/ 28 w 82"/>
                  <a:gd name="T43" fmla="*/ 43 h 49"/>
                  <a:gd name="T44" fmla="*/ 30 w 82"/>
                  <a:gd name="T45" fmla="*/ 44 h 49"/>
                  <a:gd name="T46" fmla="*/ 33 w 82"/>
                  <a:gd name="T47" fmla="*/ 37 h 49"/>
                  <a:gd name="T48" fmla="*/ 40 w 82"/>
                  <a:gd name="T49" fmla="*/ 45 h 49"/>
                  <a:gd name="T50" fmla="*/ 41 w 82"/>
                  <a:gd name="T51" fmla="*/ 38 h 49"/>
                  <a:gd name="T52" fmla="*/ 42 w 82"/>
                  <a:gd name="T53" fmla="*/ 46 h 49"/>
                  <a:gd name="T54" fmla="*/ 44 w 82"/>
                  <a:gd name="T55" fmla="*/ 46 h 49"/>
                  <a:gd name="T56" fmla="*/ 48 w 82"/>
                  <a:gd name="T57" fmla="*/ 40 h 49"/>
                  <a:gd name="T58" fmla="*/ 55 w 82"/>
                  <a:gd name="T59" fmla="*/ 45 h 49"/>
                  <a:gd name="T60" fmla="*/ 52 w 82"/>
                  <a:gd name="T61" fmla="*/ 43 h 49"/>
                  <a:gd name="T62" fmla="*/ 55 w 82"/>
                  <a:gd name="T63" fmla="*/ 42 h 49"/>
                  <a:gd name="T64" fmla="*/ 61 w 82"/>
                  <a:gd name="T65" fmla="*/ 17 h 49"/>
                  <a:gd name="T66" fmla="*/ 72 w 82"/>
                  <a:gd name="T67" fmla="*/ 15 h 49"/>
                  <a:gd name="T68" fmla="*/ 67 w 82"/>
                  <a:gd name="T69" fmla="*/ 21 h 49"/>
                  <a:gd name="T70" fmla="*/ 60 w 82"/>
                  <a:gd name="T71" fmla="*/ 18 h 49"/>
                  <a:gd name="T72" fmla="*/ 62 w 82"/>
                  <a:gd name="T73" fmla="*/ 31 h 49"/>
                  <a:gd name="T74" fmla="*/ 53 w 82"/>
                  <a:gd name="T75" fmla="*/ 32 h 49"/>
                  <a:gd name="T76" fmla="*/ 59 w 82"/>
                  <a:gd name="T77" fmla="*/ 36 h 49"/>
                  <a:gd name="T78" fmla="*/ 40 w 82"/>
                  <a:gd name="T79" fmla="*/ 35 h 49"/>
                  <a:gd name="T80" fmla="*/ 47 w 82"/>
                  <a:gd name="T81" fmla="*/ 30 h 49"/>
                  <a:gd name="T82" fmla="*/ 41 w 82"/>
                  <a:gd name="T83" fmla="*/ 24 h 49"/>
                  <a:gd name="T84" fmla="*/ 47 w 82"/>
                  <a:gd name="T85" fmla="*/ 10 h 49"/>
                  <a:gd name="T86" fmla="*/ 43 w 82"/>
                  <a:gd name="T87" fmla="*/ 13 h 49"/>
                  <a:gd name="T88" fmla="*/ 42 w 82"/>
                  <a:gd name="T89" fmla="*/ 2 h 49"/>
                  <a:gd name="T90" fmla="*/ 42 w 82"/>
                  <a:gd name="T91" fmla="*/ 9 h 49"/>
                  <a:gd name="T92" fmla="*/ 38 w 82"/>
                  <a:gd name="T93" fmla="*/ 7 h 49"/>
                  <a:gd name="T94" fmla="*/ 31 w 82"/>
                  <a:gd name="T95" fmla="*/ 12 h 49"/>
                  <a:gd name="T96" fmla="*/ 38 w 82"/>
                  <a:gd name="T97" fmla="*/ 11 h 49"/>
                  <a:gd name="T98" fmla="*/ 31 w 82"/>
                  <a:gd name="T99" fmla="*/ 12 h 49"/>
                  <a:gd name="T100" fmla="*/ 31 w 82"/>
                  <a:gd name="T101" fmla="*/ 26 h 49"/>
                  <a:gd name="T102" fmla="*/ 35 w 82"/>
                  <a:gd name="T103" fmla="*/ 31 h 49"/>
                  <a:gd name="T104" fmla="*/ 16 w 82"/>
                  <a:gd name="T105" fmla="*/ 31 h 49"/>
                  <a:gd name="T106" fmla="*/ 21 w 82"/>
                  <a:gd name="T107" fmla="*/ 30 h 49"/>
                  <a:gd name="T108" fmla="*/ 15 w 82"/>
                  <a:gd name="T109" fmla="*/ 27 h 49"/>
                  <a:gd name="T110" fmla="*/ 7 w 82"/>
                  <a:gd name="T111" fmla="*/ 4 h 49"/>
                  <a:gd name="T112" fmla="*/ 15 w 82"/>
                  <a:gd name="T113" fmla="*/ 10 h 49"/>
                  <a:gd name="T114" fmla="*/ 20 w 82"/>
                  <a:gd name="T115" fmla="*/ 12 h 49"/>
                  <a:gd name="T116" fmla="*/ 12 w 82"/>
                  <a:gd name="T117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49">
                    <a:moveTo>
                      <a:pt x="8" y="15"/>
                    </a:moveTo>
                    <a:cubicBezTo>
                      <a:pt x="10" y="19"/>
                      <a:pt x="12" y="26"/>
                      <a:pt x="13" y="28"/>
                    </a:cubicBezTo>
                    <a:cubicBezTo>
                      <a:pt x="13" y="29"/>
                      <a:pt x="14" y="38"/>
                      <a:pt x="14" y="38"/>
                    </a:cubicBezTo>
                    <a:cubicBezTo>
                      <a:pt x="14" y="43"/>
                      <a:pt x="25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6" y="49"/>
                      <a:pt x="58" y="49"/>
                      <a:pt x="59" y="45"/>
                    </a:cubicBezTo>
                    <a:cubicBezTo>
                      <a:pt x="59" y="44"/>
                      <a:pt x="63" y="36"/>
                      <a:pt x="63" y="36"/>
                    </a:cubicBezTo>
                    <a:cubicBezTo>
                      <a:pt x="64" y="33"/>
                      <a:pt x="68" y="27"/>
                      <a:pt x="71" y="24"/>
                    </a:cubicBezTo>
                    <a:cubicBezTo>
                      <a:pt x="75" y="20"/>
                      <a:pt x="80" y="17"/>
                      <a:pt x="81" y="17"/>
                    </a:cubicBezTo>
                    <a:cubicBezTo>
                      <a:pt x="82" y="17"/>
                      <a:pt x="82" y="16"/>
                      <a:pt x="82" y="15"/>
                    </a:cubicBezTo>
                    <a:cubicBezTo>
                      <a:pt x="82" y="13"/>
                      <a:pt x="77" y="11"/>
                      <a:pt x="75" y="11"/>
                    </a:cubicBezTo>
                    <a:cubicBezTo>
                      <a:pt x="74" y="11"/>
                      <a:pt x="72" y="11"/>
                      <a:pt x="70" y="12"/>
                    </a:cubicBezTo>
                    <a:cubicBezTo>
                      <a:pt x="69" y="12"/>
                      <a:pt x="66" y="14"/>
                      <a:pt x="66" y="14"/>
                    </a:cubicBezTo>
                    <a:cubicBezTo>
                      <a:pt x="63" y="14"/>
                      <a:pt x="58" y="12"/>
                      <a:pt x="57" y="15"/>
                    </a:cubicBezTo>
                    <a:cubicBezTo>
                      <a:pt x="56" y="17"/>
                      <a:pt x="57" y="19"/>
                      <a:pt x="58" y="20"/>
                    </a:cubicBezTo>
                    <a:cubicBezTo>
                      <a:pt x="59" y="20"/>
                      <a:pt x="59" y="21"/>
                      <a:pt x="59" y="22"/>
                    </a:cubicBezTo>
                    <a:cubicBezTo>
                      <a:pt x="59" y="22"/>
                      <a:pt x="59" y="22"/>
                      <a:pt x="58" y="22"/>
                    </a:cubicBezTo>
                    <a:cubicBezTo>
                      <a:pt x="56" y="23"/>
                      <a:pt x="53" y="24"/>
                      <a:pt x="53" y="24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8" y="22"/>
                      <a:pt x="49" y="23"/>
                      <a:pt x="47" y="20"/>
                    </a:cubicBezTo>
                    <a:cubicBezTo>
                      <a:pt x="50" y="20"/>
                      <a:pt x="52" y="18"/>
                      <a:pt x="53" y="15"/>
                    </a:cubicBezTo>
                    <a:cubicBezTo>
                      <a:pt x="53" y="11"/>
                      <a:pt x="51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4"/>
                      <a:pt x="46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6" y="2"/>
                      <a:pt x="36" y="5"/>
                    </a:cubicBezTo>
                    <a:cubicBezTo>
                      <a:pt x="35" y="5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2" y="5"/>
                      <a:pt x="29" y="8"/>
                      <a:pt x="28" y="11"/>
                    </a:cubicBezTo>
                    <a:cubicBezTo>
                      <a:pt x="28" y="14"/>
                      <a:pt x="29" y="17"/>
                      <a:pt x="32" y="18"/>
                    </a:cubicBezTo>
                    <a:cubicBezTo>
                      <a:pt x="30" y="20"/>
                      <a:pt x="30" y="19"/>
                      <a:pt x="27" y="19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3" y="19"/>
                      <a:pt x="21" y="17"/>
                    </a:cubicBezTo>
                    <a:cubicBezTo>
                      <a:pt x="20" y="17"/>
                      <a:pt x="20" y="16"/>
                      <a:pt x="20" y="16"/>
                    </a:cubicBezTo>
                    <a:cubicBezTo>
                      <a:pt x="20" y="16"/>
                      <a:pt x="21" y="15"/>
                      <a:pt x="21" y="15"/>
                    </a:cubicBezTo>
                    <a:cubicBezTo>
                      <a:pt x="22" y="14"/>
                      <a:pt x="24" y="12"/>
                      <a:pt x="24" y="11"/>
                    </a:cubicBezTo>
                    <a:cubicBezTo>
                      <a:pt x="24" y="7"/>
                      <a:pt x="18" y="8"/>
                      <a:pt x="16" y="7"/>
                    </a:cubicBezTo>
                    <a:cubicBezTo>
                      <a:pt x="16" y="7"/>
                      <a:pt x="13" y="4"/>
                      <a:pt x="12" y="3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6" y="1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5" y="11"/>
                      <a:pt x="8" y="15"/>
                    </a:cubicBezTo>
                    <a:moveTo>
                      <a:pt x="21" y="39"/>
                    </a:moveTo>
                    <a:cubicBezTo>
                      <a:pt x="21" y="39"/>
                      <a:pt x="21" y="39"/>
                      <a:pt x="21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19" y="41"/>
                      <a:pt x="18" y="40"/>
                      <a:pt x="18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21" y="37"/>
                      <a:pt x="21" y="38"/>
                      <a:pt x="21" y="38"/>
                    </a:cubicBezTo>
                    <a:cubicBezTo>
                      <a:pt x="21" y="38"/>
                      <a:pt x="21" y="39"/>
                      <a:pt x="21" y="39"/>
                    </a:cubicBezTo>
                    <a:moveTo>
                      <a:pt x="25" y="43"/>
                    </a:moveTo>
                    <a:cubicBezTo>
                      <a:pt x="24" y="42"/>
                      <a:pt x="23" y="42"/>
                      <a:pt x="23" y="4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6"/>
                      <a:pt x="26" y="36"/>
                    </a:cubicBezTo>
                    <a:lnTo>
                      <a:pt x="25" y="43"/>
                    </a:lnTo>
                    <a:close/>
                    <a:moveTo>
                      <a:pt x="30" y="44"/>
                    </a:moveTo>
                    <a:cubicBezTo>
                      <a:pt x="29" y="44"/>
                      <a:pt x="28" y="44"/>
                      <a:pt x="28" y="43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1" y="37"/>
                    </a:cubicBezTo>
                    <a:lnTo>
                      <a:pt x="30" y="44"/>
                    </a:lnTo>
                    <a:close/>
                    <a:moveTo>
                      <a:pt x="35" y="45"/>
                    </a:moveTo>
                    <a:cubicBezTo>
                      <a:pt x="34" y="45"/>
                      <a:pt x="32" y="44"/>
                      <a:pt x="32" y="44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4" y="37"/>
                      <a:pt x="35" y="37"/>
                      <a:pt x="36" y="37"/>
                    </a:cubicBezTo>
                    <a:cubicBezTo>
                      <a:pt x="36" y="37"/>
                      <a:pt x="35" y="43"/>
                      <a:pt x="35" y="45"/>
                    </a:cubicBezTo>
                    <a:moveTo>
                      <a:pt x="40" y="45"/>
                    </a:moveTo>
                    <a:cubicBezTo>
                      <a:pt x="40" y="45"/>
                      <a:pt x="37" y="45"/>
                      <a:pt x="38" y="45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41" y="38"/>
                      <a:pt x="41" y="38"/>
                    </a:cubicBezTo>
                    <a:lnTo>
                      <a:pt x="40" y="45"/>
                    </a:lnTo>
                    <a:close/>
                    <a:moveTo>
                      <a:pt x="44" y="46"/>
                    </a:moveTo>
                    <a:cubicBezTo>
                      <a:pt x="43" y="46"/>
                      <a:pt x="43" y="46"/>
                      <a:pt x="42" y="46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9"/>
                      <a:pt x="44" y="39"/>
                      <a:pt x="45" y="39"/>
                    </a:cubicBezTo>
                    <a:lnTo>
                      <a:pt x="44" y="46"/>
                    </a:lnTo>
                    <a:close/>
                    <a:moveTo>
                      <a:pt x="49" y="46"/>
                    </a:moveTo>
                    <a:cubicBezTo>
                      <a:pt x="49" y="46"/>
                      <a:pt x="48" y="46"/>
                      <a:pt x="47" y="46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lnTo>
                      <a:pt x="49" y="46"/>
                    </a:lnTo>
                    <a:close/>
                    <a:moveTo>
                      <a:pt x="55" y="45"/>
                    </a:moveTo>
                    <a:cubicBezTo>
                      <a:pt x="54" y="46"/>
                      <a:pt x="53" y="46"/>
                      <a:pt x="53" y="46"/>
                    </a:cubicBezTo>
                    <a:cubicBezTo>
                      <a:pt x="52" y="45"/>
                      <a:pt x="52" y="45"/>
                      <a:pt x="52" y="44"/>
                    </a:cubicBezTo>
                    <a:cubicBezTo>
                      <a:pt x="52" y="44"/>
                      <a:pt x="52" y="44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1"/>
                    </a:cubicBezTo>
                    <a:cubicBezTo>
                      <a:pt x="54" y="41"/>
                      <a:pt x="55" y="42"/>
                      <a:pt x="55" y="42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5" y="45"/>
                      <a:pt x="55" y="45"/>
                    </a:cubicBezTo>
                    <a:moveTo>
                      <a:pt x="61" y="17"/>
                    </a:moveTo>
                    <a:cubicBezTo>
                      <a:pt x="62" y="17"/>
                      <a:pt x="64" y="17"/>
                      <a:pt x="65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9" y="17"/>
                      <a:pt x="71" y="16"/>
                      <a:pt x="72" y="15"/>
                    </a:cubicBezTo>
                    <a:cubicBezTo>
                      <a:pt x="73" y="15"/>
                      <a:pt x="74" y="14"/>
                      <a:pt x="75" y="14"/>
                    </a:cubicBezTo>
                    <a:cubicBezTo>
                      <a:pt x="76" y="14"/>
                      <a:pt x="78" y="15"/>
                      <a:pt x="79" y="15"/>
                    </a:cubicBezTo>
                    <a:cubicBezTo>
                      <a:pt x="74" y="16"/>
                      <a:pt x="70" y="22"/>
                      <a:pt x="67" y="21"/>
                    </a:cubicBezTo>
                    <a:cubicBezTo>
                      <a:pt x="65" y="20"/>
                      <a:pt x="66" y="24"/>
                      <a:pt x="65" y="25"/>
                    </a:cubicBezTo>
                    <a:cubicBezTo>
                      <a:pt x="63" y="27"/>
                      <a:pt x="60" y="26"/>
                      <a:pt x="62" y="22"/>
                    </a:cubicBezTo>
                    <a:cubicBezTo>
                      <a:pt x="62" y="21"/>
                      <a:pt x="61" y="19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1" y="17"/>
                    </a:cubicBezTo>
                    <a:moveTo>
                      <a:pt x="62" y="31"/>
                    </a:moveTo>
                    <a:cubicBezTo>
                      <a:pt x="62" y="32"/>
                      <a:pt x="61" y="33"/>
                      <a:pt x="61" y="33"/>
                    </a:cubicBezTo>
                    <a:cubicBezTo>
                      <a:pt x="59" y="32"/>
                      <a:pt x="57" y="31"/>
                      <a:pt x="56" y="31"/>
                    </a:cubicBezTo>
                    <a:cubicBezTo>
                      <a:pt x="54" y="30"/>
                      <a:pt x="53" y="31"/>
                      <a:pt x="53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7" y="36"/>
                      <a:pt x="59" y="37"/>
                      <a:pt x="59" y="37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9"/>
                      <a:pt x="58" y="40"/>
                      <a:pt x="57" y="41"/>
                    </a:cubicBezTo>
                    <a:cubicBezTo>
                      <a:pt x="54" y="38"/>
                      <a:pt x="46" y="36"/>
                      <a:pt x="40" y="35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2"/>
                      <a:pt x="47" y="32"/>
                      <a:pt x="47" y="30"/>
                    </a:cubicBezTo>
                    <a:cubicBezTo>
                      <a:pt x="47" y="29"/>
                      <a:pt x="47" y="28"/>
                      <a:pt x="45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50" y="25"/>
                      <a:pt x="59" y="28"/>
                      <a:pt x="62" y="31"/>
                    </a:cubicBezTo>
                    <a:moveTo>
                      <a:pt x="46" y="10"/>
                    </a:moveTo>
                    <a:cubicBezTo>
                      <a:pt x="46" y="10"/>
                      <a:pt x="47" y="10"/>
                      <a:pt x="47" y="10"/>
                    </a:cubicBezTo>
                    <a:cubicBezTo>
                      <a:pt x="49" y="11"/>
                      <a:pt x="50" y="12"/>
                      <a:pt x="50" y="14"/>
                    </a:cubicBezTo>
                    <a:cubicBezTo>
                      <a:pt x="50" y="16"/>
                      <a:pt x="48" y="18"/>
                      <a:pt x="46" y="17"/>
                    </a:cubicBezTo>
                    <a:cubicBezTo>
                      <a:pt x="44" y="17"/>
                      <a:pt x="43" y="15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1"/>
                      <a:pt x="45" y="11"/>
                      <a:pt x="46" y="10"/>
                    </a:cubicBezTo>
                    <a:moveTo>
                      <a:pt x="42" y="2"/>
                    </a:moveTo>
                    <a:cubicBezTo>
                      <a:pt x="44" y="3"/>
                      <a:pt x="45" y="5"/>
                      <a:pt x="45" y="6"/>
                    </a:cubicBezTo>
                    <a:cubicBezTo>
                      <a:pt x="45" y="7"/>
                      <a:pt x="44" y="8"/>
                      <a:pt x="44" y="8"/>
                    </a:cubicBezTo>
                    <a:cubicBezTo>
                      <a:pt x="43" y="9"/>
                      <a:pt x="43" y="9"/>
                      <a:pt x="42" y="9"/>
                    </a:cubicBezTo>
                    <a:cubicBezTo>
                      <a:pt x="42" y="10"/>
                      <a:pt x="41" y="10"/>
                      <a:pt x="41" y="10"/>
                    </a:cubicBezTo>
                    <a:cubicBezTo>
                      <a:pt x="41" y="9"/>
                      <a:pt x="40" y="9"/>
                      <a:pt x="40" y="9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4"/>
                      <a:pt x="40" y="2"/>
                      <a:pt x="42" y="2"/>
                    </a:cubicBezTo>
                    <a:moveTo>
                      <a:pt x="31" y="12"/>
                    </a:moveTo>
                    <a:cubicBezTo>
                      <a:pt x="31" y="10"/>
                      <a:pt x="33" y="8"/>
                      <a:pt x="35" y="9"/>
                    </a:cubicBezTo>
                    <a:cubicBezTo>
                      <a:pt x="35" y="9"/>
                      <a:pt x="36" y="9"/>
                      <a:pt x="36" y="9"/>
                    </a:cubicBezTo>
                    <a:cubicBezTo>
                      <a:pt x="37" y="10"/>
                      <a:pt x="37" y="10"/>
                      <a:pt x="38" y="11"/>
                    </a:cubicBezTo>
                    <a:cubicBezTo>
                      <a:pt x="38" y="11"/>
                      <a:pt x="38" y="12"/>
                      <a:pt x="38" y="13"/>
                    </a:cubicBezTo>
                    <a:cubicBezTo>
                      <a:pt x="38" y="15"/>
                      <a:pt x="36" y="16"/>
                      <a:pt x="34" y="16"/>
                    </a:cubicBezTo>
                    <a:cubicBezTo>
                      <a:pt x="32" y="15"/>
                      <a:pt x="31" y="14"/>
                      <a:pt x="31" y="12"/>
                    </a:cubicBezTo>
                    <a:moveTo>
                      <a:pt x="37" y="23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29" y="27"/>
                      <a:pt x="29" y="28"/>
                    </a:cubicBezTo>
                    <a:cubicBezTo>
                      <a:pt x="29" y="29"/>
                      <a:pt x="30" y="30"/>
                      <a:pt x="31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4"/>
                      <a:pt x="20" y="33"/>
                      <a:pt x="16" y="35"/>
                    </a:cubicBezTo>
                    <a:cubicBezTo>
                      <a:pt x="16" y="34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8" y="30"/>
                      <a:pt x="21" y="30"/>
                    </a:cubicBezTo>
                    <a:cubicBezTo>
                      <a:pt x="22" y="30"/>
                      <a:pt x="23" y="29"/>
                      <a:pt x="23" y="28"/>
                    </a:cubicBezTo>
                    <a:cubicBezTo>
                      <a:pt x="23" y="26"/>
                      <a:pt x="22" y="26"/>
                      <a:pt x="21" y="26"/>
                    </a:cubicBezTo>
                    <a:cubicBezTo>
                      <a:pt x="20" y="26"/>
                      <a:pt x="17" y="26"/>
                      <a:pt x="15" y="27"/>
                    </a:cubicBezTo>
                    <a:cubicBezTo>
                      <a:pt x="15" y="26"/>
                      <a:pt x="15" y="25"/>
                      <a:pt x="14" y="24"/>
                    </a:cubicBezTo>
                    <a:cubicBezTo>
                      <a:pt x="19" y="22"/>
                      <a:pt x="27" y="22"/>
                      <a:pt x="37" y="23"/>
                    </a:cubicBezTo>
                    <a:moveTo>
                      <a:pt x="7" y="4"/>
                    </a:moveTo>
                    <a:cubicBezTo>
                      <a:pt x="8" y="4"/>
                      <a:pt x="9" y="5"/>
                      <a:pt x="10" y="6"/>
                    </a:cubicBezTo>
                    <a:cubicBezTo>
                      <a:pt x="11" y="7"/>
                      <a:pt x="12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0"/>
                      <a:pt x="19" y="11"/>
                      <a:pt x="20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17" y="14"/>
                      <a:pt x="18" y="16"/>
                    </a:cubicBezTo>
                    <a:cubicBezTo>
                      <a:pt x="18" y="20"/>
                      <a:pt x="15" y="20"/>
                      <a:pt x="14" y="18"/>
                    </a:cubicBezTo>
                    <a:cubicBezTo>
                      <a:pt x="13" y="17"/>
                      <a:pt x="15" y="12"/>
                      <a:pt x="12" y="13"/>
                    </a:cubicBezTo>
                    <a:cubicBezTo>
                      <a:pt x="9" y="13"/>
                      <a:pt x="7" y="7"/>
                      <a:pt x="3" y="4"/>
                    </a:cubicBezTo>
                    <a:cubicBezTo>
                      <a:pt x="4" y="4"/>
                      <a:pt x="6" y="4"/>
                      <a:pt x="7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7" name="Freeform 35">
                <a:extLst>
                  <a:ext uri="{FF2B5EF4-FFF2-40B4-BE49-F238E27FC236}">
                    <a16:creationId xmlns:a16="http://schemas.microsoft.com/office/drawing/2014/main" id="{7D79E0F0-3AD9-410C-A3A1-0C7EC894B38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0" y="7683"/>
                <a:ext cx="66" cy="52"/>
              </a:xfrm>
              <a:custGeom>
                <a:avLst/>
                <a:gdLst>
                  <a:gd name="T0" fmla="*/ 19 w 89"/>
                  <a:gd name="T1" fmla="*/ 62 h 69"/>
                  <a:gd name="T2" fmla="*/ 88 w 89"/>
                  <a:gd name="T3" fmla="*/ 3 h 69"/>
                  <a:gd name="T4" fmla="*/ 87 w 89"/>
                  <a:gd name="T5" fmla="*/ 1 h 69"/>
                  <a:gd name="T6" fmla="*/ 17 w 89"/>
                  <a:gd name="T7" fmla="*/ 57 h 69"/>
                  <a:gd name="T8" fmla="*/ 14 w 89"/>
                  <a:gd name="T9" fmla="*/ 52 h 69"/>
                  <a:gd name="T10" fmla="*/ 78 w 89"/>
                  <a:gd name="T11" fmla="*/ 6 h 69"/>
                  <a:gd name="T12" fmla="*/ 78 w 89"/>
                  <a:gd name="T13" fmla="*/ 5 h 69"/>
                  <a:gd name="T14" fmla="*/ 12 w 89"/>
                  <a:gd name="T15" fmla="*/ 49 h 69"/>
                  <a:gd name="T16" fmla="*/ 19 w 89"/>
                  <a:gd name="T17" fmla="*/ 6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19" y="62"/>
                    </a:moveTo>
                    <a:cubicBezTo>
                      <a:pt x="24" y="57"/>
                      <a:pt x="85" y="5"/>
                      <a:pt x="88" y="3"/>
                    </a:cubicBezTo>
                    <a:cubicBezTo>
                      <a:pt x="89" y="1"/>
                      <a:pt x="88" y="0"/>
                      <a:pt x="87" y="1"/>
                    </a:cubicBezTo>
                    <a:cubicBezTo>
                      <a:pt x="84" y="3"/>
                      <a:pt x="19" y="56"/>
                      <a:pt x="17" y="57"/>
                    </a:cubicBezTo>
                    <a:cubicBezTo>
                      <a:pt x="14" y="60"/>
                      <a:pt x="10" y="56"/>
                      <a:pt x="14" y="52"/>
                    </a:cubicBezTo>
                    <a:cubicBezTo>
                      <a:pt x="20" y="48"/>
                      <a:pt x="78" y="5"/>
                      <a:pt x="78" y="6"/>
                    </a:cubicBezTo>
                    <a:cubicBezTo>
                      <a:pt x="77" y="7"/>
                      <a:pt x="78" y="5"/>
                      <a:pt x="78" y="5"/>
                    </a:cubicBezTo>
                    <a:cubicBezTo>
                      <a:pt x="77" y="6"/>
                      <a:pt x="24" y="41"/>
                      <a:pt x="12" y="49"/>
                    </a:cubicBezTo>
                    <a:cubicBezTo>
                      <a:pt x="0" y="58"/>
                      <a:pt x="10" y="69"/>
                      <a:pt x="19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8" name="Freeform 36">
                <a:extLst>
                  <a:ext uri="{FF2B5EF4-FFF2-40B4-BE49-F238E27FC236}">
                    <a16:creationId xmlns:a16="http://schemas.microsoft.com/office/drawing/2014/main" id="{ECAD2B1C-F3E2-4822-A35D-AA4263F06B4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67" y="7662"/>
                <a:ext cx="62" cy="38"/>
              </a:xfrm>
              <a:custGeom>
                <a:avLst/>
                <a:gdLst>
                  <a:gd name="T0" fmla="*/ 72 w 83"/>
                  <a:gd name="T1" fmla="*/ 4 h 50"/>
                  <a:gd name="T2" fmla="*/ 12 w 83"/>
                  <a:gd name="T3" fmla="*/ 33 h 50"/>
                  <a:gd name="T4" fmla="*/ 16 w 83"/>
                  <a:gd name="T5" fmla="*/ 45 h 50"/>
                  <a:gd name="T6" fmla="*/ 81 w 83"/>
                  <a:gd name="T7" fmla="*/ 2 h 50"/>
                  <a:gd name="T8" fmla="*/ 81 w 83"/>
                  <a:gd name="T9" fmla="*/ 1 h 50"/>
                  <a:gd name="T10" fmla="*/ 15 w 83"/>
                  <a:gd name="T11" fmla="*/ 41 h 50"/>
                  <a:gd name="T12" fmla="*/ 13 w 83"/>
                  <a:gd name="T13" fmla="*/ 36 h 50"/>
                  <a:gd name="T14" fmla="*/ 72 w 83"/>
                  <a:gd name="T15" fmla="*/ 4 h 50"/>
                  <a:gd name="T16" fmla="*/ 72 w 83"/>
                  <a:gd name="T1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50">
                    <a:moveTo>
                      <a:pt x="72" y="4"/>
                    </a:moveTo>
                    <a:cubicBezTo>
                      <a:pt x="72" y="4"/>
                      <a:pt x="22" y="28"/>
                      <a:pt x="12" y="33"/>
                    </a:cubicBezTo>
                    <a:cubicBezTo>
                      <a:pt x="0" y="39"/>
                      <a:pt x="7" y="50"/>
                      <a:pt x="16" y="45"/>
                    </a:cubicBezTo>
                    <a:cubicBezTo>
                      <a:pt x="20" y="42"/>
                      <a:pt x="79" y="4"/>
                      <a:pt x="81" y="2"/>
                    </a:cubicBezTo>
                    <a:cubicBezTo>
                      <a:pt x="83" y="2"/>
                      <a:pt x="82" y="0"/>
                      <a:pt x="81" y="1"/>
                    </a:cubicBezTo>
                    <a:cubicBezTo>
                      <a:pt x="78" y="2"/>
                      <a:pt x="17" y="40"/>
                      <a:pt x="15" y="41"/>
                    </a:cubicBezTo>
                    <a:cubicBezTo>
                      <a:pt x="11" y="43"/>
                      <a:pt x="9" y="39"/>
                      <a:pt x="13" y="36"/>
                    </a:cubicBezTo>
                    <a:cubicBezTo>
                      <a:pt x="18" y="34"/>
                      <a:pt x="73" y="4"/>
                      <a:pt x="72" y="4"/>
                    </a:cubicBezTo>
                    <a:cubicBezTo>
                      <a:pt x="72" y="5"/>
                      <a:pt x="73" y="3"/>
                      <a:pt x="7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49" name="Freeform 37">
                <a:extLst>
                  <a:ext uri="{FF2B5EF4-FFF2-40B4-BE49-F238E27FC236}">
                    <a16:creationId xmlns:a16="http://schemas.microsoft.com/office/drawing/2014/main" id="{5A5D208C-6416-4372-8BB7-665B3F5C3F1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78" y="7643"/>
                <a:ext cx="50" cy="19"/>
              </a:xfrm>
              <a:custGeom>
                <a:avLst/>
                <a:gdLst>
                  <a:gd name="T0" fmla="*/ 14 w 68"/>
                  <a:gd name="T1" fmla="*/ 22 h 26"/>
                  <a:gd name="T2" fmla="*/ 67 w 68"/>
                  <a:gd name="T3" fmla="*/ 2 h 26"/>
                  <a:gd name="T4" fmla="*/ 66 w 68"/>
                  <a:gd name="T5" fmla="*/ 1 h 26"/>
                  <a:gd name="T6" fmla="*/ 14 w 68"/>
                  <a:gd name="T7" fmla="*/ 18 h 26"/>
                  <a:gd name="T8" fmla="*/ 14 w 68"/>
                  <a:gd name="T9" fmla="*/ 13 h 26"/>
                  <a:gd name="T10" fmla="*/ 57 w 68"/>
                  <a:gd name="T11" fmla="*/ 2 h 26"/>
                  <a:gd name="T12" fmla="*/ 58 w 68"/>
                  <a:gd name="T13" fmla="*/ 1 h 26"/>
                  <a:gd name="T14" fmla="*/ 13 w 68"/>
                  <a:gd name="T15" fmla="*/ 10 h 26"/>
                  <a:gd name="T16" fmla="*/ 14 w 68"/>
                  <a:gd name="T17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6">
                    <a:moveTo>
                      <a:pt x="14" y="22"/>
                    </a:moveTo>
                    <a:cubicBezTo>
                      <a:pt x="20" y="20"/>
                      <a:pt x="64" y="3"/>
                      <a:pt x="67" y="2"/>
                    </a:cubicBezTo>
                    <a:cubicBezTo>
                      <a:pt x="68" y="2"/>
                      <a:pt x="68" y="0"/>
                      <a:pt x="66" y="1"/>
                    </a:cubicBezTo>
                    <a:cubicBezTo>
                      <a:pt x="64" y="2"/>
                      <a:pt x="17" y="18"/>
                      <a:pt x="14" y="18"/>
                    </a:cubicBezTo>
                    <a:cubicBezTo>
                      <a:pt x="11" y="19"/>
                      <a:pt x="9" y="15"/>
                      <a:pt x="14" y="13"/>
                    </a:cubicBezTo>
                    <a:cubicBezTo>
                      <a:pt x="19" y="12"/>
                      <a:pt x="55" y="3"/>
                      <a:pt x="57" y="2"/>
                    </a:cubicBezTo>
                    <a:cubicBezTo>
                      <a:pt x="57" y="2"/>
                      <a:pt x="58" y="1"/>
                      <a:pt x="58" y="1"/>
                    </a:cubicBezTo>
                    <a:cubicBezTo>
                      <a:pt x="57" y="1"/>
                      <a:pt x="24" y="7"/>
                      <a:pt x="13" y="10"/>
                    </a:cubicBezTo>
                    <a:cubicBezTo>
                      <a:pt x="0" y="13"/>
                      <a:pt x="5" y="26"/>
                      <a:pt x="14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0" name="Freeform 38">
                <a:extLst>
                  <a:ext uri="{FF2B5EF4-FFF2-40B4-BE49-F238E27FC236}">
                    <a16:creationId xmlns:a16="http://schemas.microsoft.com/office/drawing/2014/main" id="{453D829F-0A36-4334-A2CD-9D3AEF3CB5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56" y="7687"/>
                <a:ext cx="19" cy="38"/>
              </a:xfrm>
              <a:custGeom>
                <a:avLst/>
                <a:gdLst>
                  <a:gd name="T0" fmla="*/ 10 w 26"/>
                  <a:gd name="T1" fmla="*/ 45 h 51"/>
                  <a:gd name="T2" fmla="*/ 26 w 26"/>
                  <a:gd name="T3" fmla="*/ 1 h 51"/>
                  <a:gd name="T4" fmla="*/ 25 w 26"/>
                  <a:gd name="T5" fmla="*/ 1 h 51"/>
                  <a:gd name="T6" fmla="*/ 8 w 26"/>
                  <a:gd name="T7" fmla="*/ 43 h 51"/>
                  <a:gd name="T8" fmla="*/ 6 w 26"/>
                  <a:gd name="T9" fmla="*/ 42 h 51"/>
                  <a:gd name="T10" fmla="*/ 22 w 26"/>
                  <a:gd name="T11" fmla="*/ 6 h 51"/>
                  <a:gd name="T12" fmla="*/ 22 w 26"/>
                  <a:gd name="T13" fmla="*/ 6 h 51"/>
                  <a:gd name="T14" fmla="*/ 4 w 26"/>
                  <a:gd name="T15" fmla="*/ 41 h 51"/>
                  <a:gd name="T16" fmla="*/ 10 w 26"/>
                  <a:gd name="T17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10" y="45"/>
                    </a:moveTo>
                    <a:cubicBezTo>
                      <a:pt x="11" y="41"/>
                      <a:pt x="25" y="3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4" y="3"/>
                      <a:pt x="9" y="42"/>
                      <a:pt x="8" y="43"/>
                    </a:cubicBezTo>
                    <a:cubicBezTo>
                      <a:pt x="8" y="46"/>
                      <a:pt x="4" y="45"/>
                      <a:pt x="6" y="42"/>
                    </a:cubicBezTo>
                    <a:cubicBezTo>
                      <a:pt x="7" y="38"/>
                      <a:pt x="21" y="8"/>
                      <a:pt x="22" y="6"/>
                    </a:cubicBezTo>
                    <a:cubicBezTo>
                      <a:pt x="22" y="6"/>
                      <a:pt x="22" y="5"/>
                      <a:pt x="22" y="6"/>
                    </a:cubicBezTo>
                    <a:cubicBezTo>
                      <a:pt x="22" y="6"/>
                      <a:pt x="7" y="34"/>
                      <a:pt x="4" y="41"/>
                    </a:cubicBezTo>
                    <a:cubicBezTo>
                      <a:pt x="0" y="49"/>
                      <a:pt x="8" y="51"/>
                      <a:pt x="10" y="4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1" name="Freeform 39">
                <a:extLst>
                  <a:ext uri="{FF2B5EF4-FFF2-40B4-BE49-F238E27FC236}">
                    <a16:creationId xmlns:a16="http://schemas.microsoft.com/office/drawing/2014/main" id="{8663FA17-3421-4D86-B820-FB97D6638AB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2" y="7692"/>
                <a:ext cx="21" cy="37"/>
              </a:xfrm>
              <a:custGeom>
                <a:avLst/>
                <a:gdLst>
                  <a:gd name="T0" fmla="*/ 10 w 28"/>
                  <a:gd name="T1" fmla="*/ 44 h 50"/>
                  <a:gd name="T2" fmla="*/ 28 w 28"/>
                  <a:gd name="T3" fmla="*/ 2 h 50"/>
                  <a:gd name="T4" fmla="*/ 27 w 28"/>
                  <a:gd name="T5" fmla="*/ 1 h 50"/>
                  <a:gd name="T6" fmla="*/ 8 w 28"/>
                  <a:gd name="T7" fmla="*/ 42 h 50"/>
                  <a:gd name="T8" fmla="*/ 5 w 28"/>
                  <a:gd name="T9" fmla="*/ 41 h 50"/>
                  <a:gd name="T10" fmla="*/ 24 w 28"/>
                  <a:gd name="T11" fmla="*/ 6 h 50"/>
                  <a:gd name="T12" fmla="*/ 24 w 28"/>
                  <a:gd name="T13" fmla="*/ 6 h 50"/>
                  <a:gd name="T14" fmla="*/ 3 w 28"/>
                  <a:gd name="T15" fmla="*/ 40 h 50"/>
                  <a:gd name="T16" fmla="*/ 10 w 28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10" y="44"/>
                    </a:moveTo>
                    <a:cubicBezTo>
                      <a:pt x="11" y="41"/>
                      <a:pt x="27" y="3"/>
                      <a:pt x="28" y="2"/>
                    </a:cubicBezTo>
                    <a:cubicBezTo>
                      <a:pt x="28" y="1"/>
                      <a:pt x="27" y="0"/>
                      <a:pt x="27" y="1"/>
                    </a:cubicBezTo>
                    <a:cubicBezTo>
                      <a:pt x="26" y="3"/>
                      <a:pt x="9" y="41"/>
                      <a:pt x="8" y="42"/>
                    </a:cubicBezTo>
                    <a:cubicBezTo>
                      <a:pt x="7" y="45"/>
                      <a:pt x="4" y="44"/>
                      <a:pt x="5" y="41"/>
                    </a:cubicBezTo>
                    <a:cubicBezTo>
                      <a:pt x="7" y="37"/>
                      <a:pt x="23" y="7"/>
                      <a:pt x="24" y="6"/>
                    </a:cubicBezTo>
                    <a:cubicBezTo>
                      <a:pt x="24" y="6"/>
                      <a:pt x="24" y="5"/>
                      <a:pt x="24" y="6"/>
                    </a:cubicBezTo>
                    <a:cubicBezTo>
                      <a:pt x="23" y="6"/>
                      <a:pt x="7" y="33"/>
                      <a:pt x="3" y="40"/>
                    </a:cubicBezTo>
                    <a:cubicBezTo>
                      <a:pt x="0" y="47"/>
                      <a:pt x="8" y="50"/>
                      <a:pt x="10" y="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2" name="Freeform 40">
                <a:extLst>
                  <a:ext uri="{FF2B5EF4-FFF2-40B4-BE49-F238E27FC236}">
                    <a16:creationId xmlns:a16="http://schemas.microsoft.com/office/drawing/2014/main" id="{206E3176-C856-459A-A5DD-C2B523B32A0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1" y="7693"/>
                <a:ext cx="21" cy="38"/>
              </a:xfrm>
              <a:custGeom>
                <a:avLst/>
                <a:gdLst>
                  <a:gd name="T0" fmla="*/ 24 w 28"/>
                  <a:gd name="T1" fmla="*/ 40 h 51"/>
                  <a:gd name="T2" fmla="*/ 4 w 28"/>
                  <a:gd name="T3" fmla="*/ 6 h 51"/>
                  <a:gd name="T4" fmla="*/ 4 w 28"/>
                  <a:gd name="T5" fmla="*/ 6 h 51"/>
                  <a:gd name="T6" fmla="*/ 22 w 28"/>
                  <a:gd name="T7" fmla="*/ 41 h 51"/>
                  <a:gd name="T8" fmla="*/ 20 w 28"/>
                  <a:gd name="T9" fmla="*/ 43 h 51"/>
                  <a:gd name="T10" fmla="*/ 1 w 28"/>
                  <a:gd name="T11" fmla="*/ 1 h 51"/>
                  <a:gd name="T12" fmla="*/ 0 w 28"/>
                  <a:gd name="T13" fmla="*/ 2 h 51"/>
                  <a:gd name="T14" fmla="*/ 18 w 28"/>
                  <a:gd name="T15" fmla="*/ 44 h 51"/>
                  <a:gd name="T16" fmla="*/ 24 w 28"/>
                  <a:gd name="T17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24" y="40"/>
                    </a:moveTo>
                    <a:cubicBezTo>
                      <a:pt x="21" y="33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8"/>
                      <a:pt x="21" y="38"/>
                      <a:pt x="22" y="41"/>
                    </a:cubicBezTo>
                    <a:cubicBezTo>
                      <a:pt x="24" y="44"/>
                      <a:pt x="21" y="45"/>
                      <a:pt x="20" y="43"/>
                    </a:cubicBezTo>
                    <a:cubicBezTo>
                      <a:pt x="19" y="41"/>
                      <a:pt x="2" y="3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4"/>
                      <a:pt x="17" y="41"/>
                      <a:pt x="18" y="44"/>
                    </a:cubicBezTo>
                    <a:cubicBezTo>
                      <a:pt x="20" y="51"/>
                      <a:pt x="28" y="48"/>
                      <a:pt x="24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3" name="Freeform 41">
                <a:extLst>
                  <a:ext uri="{FF2B5EF4-FFF2-40B4-BE49-F238E27FC236}">
                    <a16:creationId xmlns:a16="http://schemas.microsoft.com/office/drawing/2014/main" id="{A22F08E2-F759-4F02-9700-CB0824AA954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4" y="7688"/>
                <a:ext cx="17" cy="25"/>
              </a:xfrm>
              <a:custGeom>
                <a:avLst/>
                <a:gdLst>
                  <a:gd name="T0" fmla="*/ 19 w 23"/>
                  <a:gd name="T1" fmla="*/ 4 h 33"/>
                  <a:gd name="T2" fmla="*/ 19 w 23"/>
                  <a:gd name="T3" fmla="*/ 4 h 33"/>
                  <a:gd name="T4" fmla="*/ 3 w 23"/>
                  <a:gd name="T5" fmla="*/ 26 h 33"/>
                  <a:gd name="T6" fmla="*/ 8 w 23"/>
                  <a:gd name="T7" fmla="*/ 29 h 33"/>
                  <a:gd name="T8" fmla="*/ 22 w 23"/>
                  <a:gd name="T9" fmla="*/ 1 h 33"/>
                  <a:gd name="T10" fmla="*/ 22 w 23"/>
                  <a:gd name="T11" fmla="*/ 1 h 33"/>
                  <a:gd name="T12" fmla="*/ 7 w 23"/>
                  <a:gd name="T13" fmla="*/ 28 h 33"/>
                  <a:gd name="T14" fmla="*/ 5 w 23"/>
                  <a:gd name="T15" fmla="*/ 27 h 33"/>
                  <a:gd name="T16" fmla="*/ 19 w 23"/>
                  <a:gd name="T1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3">
                    <a:moveTo>
                      <a:pt x="19" y="4"/>
                    </a:move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6" y="22"/>
                      <a:pt x="3" y="26"/>
                    </a:cubicBezTo>
                    <a:cubicBezTo>
                      <a:pt x="0" y="31"/>
                      <a:pt x="7" y="33"/>
                      <a:pt x="8" y="29"/>
                    </a:cubicBezTo>
                    <a:cubicBezTo>
                      <a:pt x="9" y="27"/>
                      <a:pt x="22" y="2"/>
                      <a:pt x="22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1" y="2"/>
                      <a:pt x="7" y="27"/>
                      <a:pt x="7" y="28"/>
                    </a:cubicBezTo>
                    <a:cubicBezTo>
                      <a:pt x="6" y="29"/>
                      <a:pt x="4" y="29"/>
                      <a:pt x="5" y="27"/>
                    </a:cubicBezTo>
                    <a:cubicBezTo>
                      <a:pt x="6" y="25"/>
                      <a:pt x="19" y="4"/>
                      <a:pt x="19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4" name="Freeform 42">
                <a:extLst>
                  <a:ext uri="{FF2B5EF4-FFF2-40B4-BE49-F238E27FC236}">
                    <a16:creationId xmlns:a16="http://schemas.microsoft.com/office/drawing/2014/main" id="{4152EF43-C9B0-4706-AAE3-0192F8B8E8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0" y="7690"/>
                <a:ext cx="18" cy="17"/>
              </a:xfrm>
              <a:custGeom>
                <a:avLst/>
                <a:gdLst>
                  <a:gd name="T0" fmla="*/ 22 w 23"/>
                  <a:gd name="T1" fmla="*/ 1 h 23"/>
                  <a:gd name="T2" fmla="*/ 22 w 23"/>
                  <a:gd name="T3" fmla="*/ 1 h 23"/>
                  <a:gd name="T4" fmla="*/ 9 w 23"/>
                  <a:gd name="T5" fmla="*/ 16 h 23"/>
                  <a:gd name="T6" fmla="*/ 7 w 23"/>
                  <a:gd name="T7" fmla="*/ 13 h 23"/>
                  <a:gd name="T8" fmla="*/ 17 w 23"/>
                  <a:gd name="T9" fmla="*/ 4 h 23"/>
                  <a:gd name="T10" fmla="*/ 17 w 23"/>
                  <a:gd name="T11" fmla="*/ 4 h 23"/>
                  <a:gd name="T12" fmla="*/ 6 w 23"/>
                  <a:gd name="T13" fmla="*/ 12 h 23"/>
                  <a:gd name="T14" fmla="*/ 10 w 23"/>
                  <a:gd name="T15" fmla="*/ 18 h 23"/>
                  <a:gd name="T16" fmla="*/ 22 w 23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22" y="1"/>
                    </a:moveTo>
                    <a:cubicBezTo>
                      <a:pt x="23" y="1"/>
                      <a:pt x="22" y="0"/>
                      <a:pt x="22" y="1"/>
                    </a:cubicBezTo>
                    <a:cubicBezTo>
                      <a:pt x="21" y="2"/>
                      <a:pt x="10" y="15"/>
                      <a:pt x="9" y="16"/>
                    </a:cubicBezTo>
                    <a:cubicBezTo>
                      <a:pt x="7" y="18"/>
                      <a:pt x="5" y="16"/>
                      <a:pt x="7" y="13"/>
                    </a:cubicBezTo>
                    <a:cubicBezTo>
                      <a:pt x="9" y="11"/>
                      <a:pt x="17" y="5"/>
                      <a:pt x="17" y="4"/>
                    </a:cubicBezTo>
                    <a:cubicBezTo>
                      <a:pt x="17" y="4"/>
                      <a:pt x="18" y="4"/>
                      <a:pt x="17" y="4"/>
                    </a:cubicBezTo>
                    <a:cubicBezTo>
                      <a:pt x="17" y="4"/>
                      <a:pt x="11" y="6"/>
                      <a:pt x="6" y="12"/>
                    </a:cubicBezTo>
                    <a:cubicBezTo>
                      <a:pt x="0" y="18"/>
                      <a:pt x="6" y="23"/>
                      <a:pt x="10" y="18"/>
                    </a:cubicBezTo>
                    <a:cubicBezTo>
                      <a:pt x="13" y="15"/>
                      <a:pt x="21" y="3"/>
                      <a:pt x="2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5" name="Freeform 43">
                <a:extLst>
                  <a:ext uri="{FF2B5EF4-FFF2-40B4-BE49-F238E27FC236}">
                    <a16:creationId xmlns:a16="http://schemas.microsoft.com/office/drawing/2014/main" id="{95D25C98-2A8E-4CC5-905E-95DB37299CB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26"/>
                <a:ext cx="27" cy="8"/>
              </a:xfrm>
              <a:custGeom>
                <a:avLst/>
                <a:gdLst>
                  <a:gd name="T0" fmla="*/ 29 w 37"/>
                  <a:gd name="T1" fmla="*/ 5 h 11"/>
                  <a:gd name="T2" fmla="*/ 11 w 37"/>
                  <a:gd name="T3" fmla="*/ 1 h 11"/>
                  <a:gd name="T4" fmla="*/ 9 w 37"/>
                  <a:gd name="T5" fmla="*/ 11 h 11"/>
                  <a:gd name="T6" fmla="*/ 36 w 37"/>
                  <a:gd name="T7" fmla="*/ 8 h 11"/>
                  <a:gd name="T8" fmla="*/ 36 w 37"/>
                  <a:gd name="T9" fmla="*/ 7 h 11"/>
                  <a:gd name="T10" fmla="*/ 10 w 37"/>
                  <a:gd name="T11" fmla="*/ 8 h 11"/>
                  <a:gd name="T12" fmla="*/ 11 w 37"/>
                  <a:gd name="T13" fmla="*/ 3 h 11"/>
                  <a:gd name="T14" fmla="*/ 28 w 37"/>
                  <a:gd name="T15" fmla="*/ 6 h 11"/>
                  <a:gd name="T16" fmla="*/ 29 w 37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9" y="5"/>
                    </a:moveTo>
                    <a:cubicBezTo>
                      <a:pt x="28" y="5"/>
                      <a:pt x="21" y="1"/>
                      <a:pt x="11" y="1"/>
                    </a:cubicBezTo>
                    <a:cubicBezTo>
                      <a:pt x="0" y="0"/>
                      <a:pt x="1" y="11"/>
                      <a:pt x="9" y="11"/>
                    </a:cubicBezTo>
                    <a:cubicBezTo>
                      <a:pt x="14" y="10"/>
                      <a:pt x="34" y="9"/>
                      <a:pt x="36" y="8"/>
                    </a:cubicBezTo>
                    <a:cubicBezTo>
                      <a:pt x="37" y="8"/>
                      <a:pt x="37" y="7"/>
                      <a:pt x="36" y="7"/>
                    </a:cubicBezTo>
                    <a:cubicBezTo>
                      <a:pt x="34" y="7"/>
                      <a:pt x="12" y="8"/>
                      <a:pt x="10" y="8"/>
                    </a:cubicBezTo>
                    <a:cubicBezTo>
                      <a:pt x="7" y="7"/>
                      <a:pt x="7" y="3"/>
                      <a:pt x="11" y="3"/>
                    </a:cubicBezTo>
                    <a:cubicBezTo>
                      <a:pt x="16" y="4"/>
                      <a:pt x="28" y="6"/>
                      <a:pt x="28" y="6"/>
                    </a:cubicBezTo>
                    <a:cubicBezTo>
                      <a:pt x="29" y="6"/>
                      <a:pt x="29" y="5"/>
                      <a:pt x="29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6" name="Freeform 44">
                <a:extLst>
                  <a:ext uri="{FF2B5EF4-FFF2-40B4-BE49-F238E27FC236}">
                    <a16:creationId xmlns:a16="http://schemas.microsoft.com/office/drawing/2014/main" id="{FC0E8929-F2BE-4079-9FAE-7BA21726817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10" y="7612"/>
                <a:ext cx="27" cy="10"/>
              </a:xfrm>
              <a:custGeom>
                <a:avLst/>
                <a:gdLst>
                  <a:gd name="T0" fmla="*/ 9 w 37"/>
                  <a:gd name="T1" fmla="*/ 11 h 13"/>
                  <a:gd name="T2" fmla="*/ 36 w 37"/>
                  <a:gd name="T3" fmla="*/ 13 h 13"/>
                  <a:gd name="T4" fmla="*/ 36 w 37"/>
                  <a:gd name="T5" fmla="*/ 11 h 13"/>
                  <a:gd name="T6" fmla="*/ 11 w 37"/>
                  <a:gd name="T7" fmla="*/ 8 h 13"/>
                  <a:gd name="T8" fmla="*/ 12 w 37"/>
                  <a:gd name="T9" fmla="*/ 4 h 13"/>
                  <a:gd name="T10" fmla="*/ 29 w 37"/>
                  <a:gd name="T11" fmla="*/ 9 h 13"/>
                  <a:gd name="T12" fmla="*/ 29 w 37"/>
                  <a:gd name="T13" fmla="*/ 9 h 13"/>
                  <a:gd name="T14" fmla="*/ 12 w 37"/>
                  <a:gd name="T15" fmla="*/ 2 h 13"/>
                  <a:gd name="T16" fmla="*/ 9 w 37"/>
                  <a:gd name="T1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9" y="11"/>
                    </a:moveTo>
                    <a:cubicBezTo>
                      <a:pt x="14" y="12"/>
                      <a:pt x="33" y="12"/>
                      <a:pt x="36" y="13"/>
                    </a:cubicBezTo>
                    <a:cubicBezTo>
                      <a:pt x="37" y="13"/>
                      <a:pt x="37" y="11"/>
                      <a:pt x="36" y="11"/>
                    </a:cubicBezTo>
                    <a:cubicBezTo>
                      <a:pt x="34" y="11"/>
                      <a:pt x="12" y="9"/>
                      <a:pt x="11" y="8"/>
                    </a:cubicBezTo>
                    <a:cubicBezTo>
                      <a:pt x="7" y="8"/>
                      <a:pt x="8" y="4"/>
                      <a:pt x="12" y="4"/>
                    </a:cubicBezTo>
                    <a:cubicBezTo>
                      <a:pt x="16" y="5"/>
                      <a:pt x="28" y="9"/>
                      <a:pt x="29" y="9"/>
                    </a:cubicBezTo>
                    <a:cubicBezTo>
                      <a:pt x="29" y="9"/>
                      <a:pt x="30" y="9"/>
                      <a:pt x="29" y="9"/>
                    </a:cubicBezTo>
                    <a:cubicBezTo>
                      <a:pt x="28" y="8"/>
                      <a:pt x="22" y="4"/>
                      <a:pt x="12" y="2"/>
                    </a:cubicBezTo>
                    <a:cubicBezTo>
                      <a:pt x="1" y="0"/>
                      <a:pt x="0" y="11"/>
                      <a:pt x="9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7" name="Freeform 45">
                <a:extLst>
                  <a:ext uri="{FF2B5EF4-FFF2-40B4-BE49-F238E27FC236}">
                    <a16:creationId xmlns:a16="http://schemas.microsoft.com/office/drawing/2014/main" id="{F83F7E4C-E33E-4068-9696-24876B64044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33" y="7599"/>
                <a:ext cx="21" cy="13"/>
              </a:xfrm>
              <a:custGeom>
                <a:avLst/>
                <a:gdLst>
                  <a:gd name="T0" fmla="*/ 14 w 27"/>
                  <a:gd name="T1" fmla="*/ 5 h 18"/>
                  <a:gd name="T2" fmla="*/ 7 w 27"/>
                  <a:gd name="T3" fmla="*/ 11 h 18"/>
                  <a:gd name="T4" fmla="*/ 25 w 27"/>
                  <a:gd name="T5" fmla="*/ 18 h 18"/>
                  <a:gd name="T6" fmla="*/ 26 w 27"/>
                  <a:gd name="T7" fmla="*/ 17 h 18"/>
                  <a:gd name="T8" fmla="*/ 10 w 27"/>
                  <a:gd name="T9" fmla="*/ 10 h 18"/>
                  <a:gd name="T10" fmla="*/ 12 w 27"/>
                  <a:gd name="T11" fmla="*/ 7 h 18"/>
                  <a:gd name="T12" fmla="*/ 20 w 27"/>
                  <a:gd name="T13" fmla="*/ 13 h 18"/>
                  <a:gd name="T14" fmla="*/ 21 w 27"/>
                  <a:gd name="T15" fmla="*/ 13 h 18"/>
                  <a:gd name="T16" fmla="*/ 14 w 27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14" y="5"/>
                    </a:moveTo>
                    <a:cubicBezTo>
                      <a:pt x="5" y="0"/>
                      <a:pt x="0" y="8"/>
                      <a:pt x="7" y="11"/>
                    </a:cubicBezTo>
                    <a:cubicBezTo>
                      <a:pt x="11" y="13"/>
                      <a:pt x="23" y="17"/>
                      <a:pt x="25" y="18"/>
                    </a:cubicBezTo>
                    <a:cubicBezTo>
                      <a:pt x="26" y="18"/>
                      <a:pt x="27" y="17"/>
                      <a:pt x="26" y="17"/>
                    </a:cubicBezTo>
                    <a:cubicBezTo>
                      <a:pt x="24" y="16"/>
                      <a:pt x="11" y="10"/>
                      <a:pt x="10" y="10"/>
                    </a:cubicBezTo>
                    <a:cubicBezTo>
                      <a:pt x="7" y="8"/>
                      <a:pt x="9" y="5"/>
                      <a:pt x="12" y="7"/>
                    </a:cubicBezTo>
                    <a:cubicBezTo>
                      <a:pt x="16" y="9"/>
                      <a:pt x="21" y="13"/>
                      <a:pt x="20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2" y="10"/>
                      <a:pt x="14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8" name="Freeform 46">
                <a:extLst>
                  <a:ext uri="{FF2B5EF4-FFF2-40B4-BE49-F238E27FC236}">
                    <a16:creationId xmlns:a16="http://schemas.microsoft.com/office/drawing/2014/main" id="{D3B4742F-D0D7-435C-B4AB-07341FC3264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46" y="7586"/>
                <a:ext cx="24" cy="20"/>
              </a:xfrm>
              <a:custGeom>
                <a:avLst/>
                <a:gdLst>
                  <a:gd name="T0" fmla="*/ 26 w 32"/>
                  <a:gd name="T1" fmla="*/ 19 h 26"/>
                  <a:gd name="T2" fmla="*/ 13 w 32"/>
                  <a:gd name="T3" fmla="*/ 7 h 26"/>
                  <a:gd name="T4" fmla="*/ 7 w 32"/>
                  <a:gd name="T5" fmla="*/ 14 h 26"/>
                  <a:gd name="T6" fmla="*/ 30 w 32"/>
                  <a:gd name="T7" fmla="*/ 26 h 26"/>
                  <a:gd name="T8" fmla="*/ 31 w 32"/>
                  <a:gd name="T9" fmla="*/ 25 h 26"/>
                  <a:gd name="T10" fmla="*/ 9 w 32"/>
                  <a:gd name="T11" fmla="*/ 12 h 26"/>
                  <a:gd name="T12" fmla="*/ 11 w 32"/>
                  <a:gd name="T13" fmla="*/ 9 h 26"/>
                  <a:gd name="T14" fmla="*/ 26 w 32"/>
                  <a:gd name="T15" fmla="*/ 19 h 26"/>
                  <a:gd name="T16" fmla="*/ 26 w 32"/>
                  <a:gd name="T17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6">
                    <a:moveTo>
                      <a:pt x="26" y="19"/>
                    </a:moveTo>
                    <a:cubicBezTo>
                      <a:pt x="26" y="19"/>
                      <a:pt x="20" y="13"/>
                      <a:pt x="13" y="7"/>
                    </a:cubicBezTo>
                    <a:cubicBezTo>
                      <a:pt x="5" y="0"/>
                      <a:pt x="0" y="10"/>
                      <a:pt x="7" y="14"/>
                    </a:cubicBezTo>
                    <a:cubicBezTo>
                      <a:pt x="10" y="17"/>
                      <a:pt x="28" y="25"/>
                      <a:pt x="30" y="26"/>
                    </a:cubicBezTo>
                    <a:cubicBezTo>
                      <a:pt x="31" y="26"/>
                      <a:pt x="32" y="25"/>
                      <a:pt x="31" y="25"/>
                    </a:cubicBezTo>
                    <a:cubicBezTo>
                      <a:pt x="29" y="23"/>
                      <a:pt x="10" y="13"/>
                      <a:pt x="9" y="12"/>
                    </a:cubicBezTo>
                    <a:cubicBezTo>
                      <a:pt x="7" y="10"/>
                      <a:pt x="8" y="7"/>
                      <a:pt x="11" y="9"/>
                    </a:cubicBezTo>
                    <a:cubicBezTo>
                      <a:pt x="15" y="12"/>
                      <a:pt x="26" y="20"/>
                      <a:pt x="26" y="19"/>
                    </a:cubicBezTo>
                    <a:cubicBezTo>
                      <a:pt x="25" y="19"/>
                      <a:pt x="27" y="20"/>
                      <a:pt x="26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59" name="Freeform 47">
                <a:extLst>
                  <a:ext uri="{FF2B5EF4-FFF2-40B4-BE49-F238E27FC236}">
                    <a16:creationId xmlns:a16="http://schemas.microsoft.com/office/drawing/2014/main" id="{725892BA-883E-4952-973A-AE60C0C432E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2" y="7582"/>
                <a:ext cx="13" cy="15"/>
              </a:xfrm>
              <a:custGeom>
                <a:avLst/>
                <a:gdLst>
                  <a:gd name="T0" fmla="*/ 17 w 18"/>
                  <a:gd name="T1" fmla="*/ 20 h 20"/>
                  <a:gd name="T2" fmla="*/ 17 w 18"/>
                  <a:gd name="T3" fmla="*/ 19 h 20"/>
                  <a:gd name="T4" fmla="*/ 5 w 18"/>
                  <a:gd name="T5" fmla="*/ 8 h 20"/>
                  <a:gd name="T6" fmla="*/ 7 w 18"/>
                  <a:gd name="T7" fmla="*/ 6 h 20"/>
                  <a:gd name="T8" fmla="*/ 15 w 18"/>
                  <a:gd name="T9" fmla="*/ 15 h 20"/>
                  <a:gd name="T10" fmla="*/ 15 w 18"/>
                  <a:gd name="T11" fmla="*/ 15 h 20"/>
                  <a:gd name="T12" fmla="*/ 8 w 18"/>
                  <a:gd name="T13" fmla="*/ 5 h 20"/>
                  <a:gd name="T14" fmla="*/ 3 w 18"/>
                  <a:gd name="T15" fmla="*/ 9 h 20"/>
                  <a:gd name="T16" fmla="*/ 17 w 18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7" y="20"/>
                    </a:moveTo>
                    <a:cubicBezTo>
                      <a:pt x="17" y="20"/>
                      <a:pt x="18" y="20"/>
                      <a:pt x="17" y="19"/>
                    </a:cubicBezTo>
                    <a:cubicBezTo>
                      <a:pt x="17" y="18"/>
                      <a:pt x="6" y="9"/>
                      <a:pt x="5" y="8"/>
                    </a:cubicBezTo>
                    <a:cubicBezTo>
                      <a:pt x="4" y="7"/>
                      <a:pt x="5" y="4"/>
                      <a:pt x="7" y="6"/>
                    </a:cubicBezTo>
                    <a:cubicBezTo>
                      <a:pt x="9" y="9"/>
                      <a:pt x="15" y="15"/>
                      <a:pt x="15" y="15"/>
                    </a:cubicBezTo>
                    <a:cubicBezTo>
                      <a:pt x="15" y="15"/>
                      <a:pt x="16" y="15"/>
                      <a:pt x="15" y="15"/>
                    </a:cubicBezTo>
                    <a:cubicBezTo>
                      <a:pt x="15" y="14"/>
                      <a:pt x="12" y="10"/>
                      <a:pt x="8" y="5"/>
                    </a:cubicBezTo>
                    <a:cubicBezTo>
                      <a:pt x="4" y="0"/>
                      <a:pt x="0" y="6"/>
                      <a:pt x="3" y="9"/>
                    </a:cubicBezTo>
                    <a:cubicBezTo>
                      <a:pt x="5" y="11"/>
                      <a:pt x="16" y="19"/>
                      <a:pt x="17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0" name="Freeform 48">
                <a:extLst>
                  <a:ext uri="{FF2B5EF4-FFF2-40B4-BE49-F238E27FC236}">
                    <a16:creationId xmlns:a16="http://schemas.microsoft.com/office/drawing/2014/main" id="{72EE3438-4A67-4F1E-B207-C8A0ACA1C8F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83" y="7580"/>
                <a:ext cx="6" cy="14"/>
              </a:xfrm>
              <a:custGeom>
                <a:avLst/>
                <a:gdLst>
                  <a:gd name="T0" fmla="*/ 5 w 8"/>
                  <a:gd name="T1" fmla="*/ 14 h 19"/>
                  <a:gd name="T2" fmla="*/ 7 w 8"/>
                  <a:gd name="T3" fmla="*/ 6 h 19"/>
                  <a:gd name="T4" fmla="*/ 0 w 8"/>
                  <a:gd name="T5" fmla="*/ 6 h 19"/>
                  <a:gd name="T6" fmla="*/ 3 w 8"/>
                  <a:gd name="T7" fmla="*/ 18 h 19"/>
                  <a:gd name="T8" fmla="*/ 3 w 8"/>
                  <a:gd name="T9" fmla="*/ 18 h 19"/>
                  <a:gd name="T10" fmla="*/ 2 w 8"/>
                  <a:gd name="T11" fmla="*/ 6 h 19"/>
                  <a:gd name="T12" fmla="*/ 5 w 8"/>
                  <a:gd name="T13" fmla="*/ 6 h 19"/>
                  <a:gd name="T14" fmla="*/ 5 w 8"/>
                  <a:gd name="T15" fmla="*/ 13 h 19"/>
                  <a:gd name="T16" fmla="*/ 5 w 8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5" y="14"/>
                    </a:moveTo>
                    <a:cubicBezTo>
                      <a:pt x="5" y="13"/>
                      <a:pt x="6" y="12"/>
                      <a:pt x="7" y="6"/>
                    </a:cubicBezTo>
                    <a:cubicBezTo>
                      <a:pt x="8" y="0"/>
                      <a:pt x="1" y="1"/>
                      <a:pt x="0" y="6"/>
                    </a:cubicBezTo>
                    <a:cubicBezTo>
                      <a:pt x="0" y="9"/>
                      <a:pt x="3" y="17"/>
                      <a:pt x="3" y="18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4" y="17"/>
                      <a:pt x="2" y="7"/>
                      <a:pt x="2" y="6"/>
                    </a:cubicBezTo>
                    <a:cubicBezTo>
                      <a:pt x="3" y="4"/>
                      <a:pt x="5" y="4"/>
                      <a:pt x="5" y="6"/>
                    </a:cubicBezTo>
                    <a:cubicBezTo>
                      <a:pt x="5" y="9"/>
                      <a:pt x="5" y="14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1" name="Freeform 49">
                <a:extLst>
                  <a:ext uri="{FF2B5EF4-FFF2-40B4-BE49-F238E27FC236}">
                    <a16:creationId xmlns:a16="http://schemas.microsoft.com/office/drawing/2014/main" id="{DE35901B-E3EC-4DA2-BF7F-B6FB09AA2A1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0" y="7666"/>
                <a:ext cx="19" cy="15"/>
              </a:xfrm>
              <a:custGeom>
                <a:avLst/>
                <a:gdLst>
                  <a:gd name="T0" fmla="*/ 11 w 26"/>
                  <a:gd name="T1" fmla="*/ 16 h 20"/>
                  <a:gd name="T2" fmla="*/ 26 w 26"/>
                  <a:gd name="T3" fmla="*/ 2 h 20"/>
                  <a:gd name="T4" fmla="*/ 25 w 26"/>
                  <a:gd name="T5" fmla="*/ 1 h 20"/>
                  <a:gd name="T6" fmla="*/ 10 w 26"/>
                  <a:gd name="T7" fmla="*/ 14 h 20"/>
                  <a:gd name="T8" fmla="*/ 8 w 26"/>
                  <a:gd name="T9" fmla="*/ 11 h 20"/>
                  <a:gd name="T10" fmla="*/ 20 w 26"/>
                  <a:gd name="T11" fmla="*/ 4 h 20"/>
                  <a:gd name="T12" fmla="*/ 20 w 26"/>
                  <a:gd name="T13" fmla="*/ 3 h 20"/>
                  <a:gd name="T14" fmla="*/ 7 w 26"/>
                  <a:gd name="T15" fmla="*/ 9 h 20"/>
                  <a:gd name="T16" fmla="*/ 11 w 26"/>
                  <a:gd name="T1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1" y="16"/>
                    </a:moveTo>
                    <a:cubicBezTo>
                      <a:pt x="14" y="13"/>
                      <a:pt x="24" y="3"/>
                      <a:pt x="26" y="2"/>
                    </a:cubicBezTo>
                    <a:cubicBezTo>
                      <a:pt x="26" y="1"/>
                      <a:pt x="26" y="0"/>
                      <a:pt x="25" y="1"/>
                    </a:cubicBezTo>
                    <a:cubicBezTo>
                      <a:pt x="24" y="2"/>
                      <a:pt x="11" y="13"/>
                      <a:pt x="10" y="14"/>
                    </a:cubicBezTo>
                    <a:cubicBezTo>
                      <a:pt x="8" y="15"/>
                      <a:pt x="6" y="13"/>
                      <a:pt x="8" y="11"/>
                    </a:cubicBezTo>
                    <a:cubicBezTo>
                      <a:pt x="11" y="9"/>
                      <a:pt x="21" y="3"/>
                      <a:pt x="20" y="4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3"/>
                      <a:pt x="13" y="4"/>
                      <a:pt x="7" y="9"/>
                    </a:cubicBezTo>
                    <a:cubicBezTo>
                      <a:pt x="0" y="14"/>
                      <a:pt x="6" y="20"/>
                      <a:pt x="11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2" name="Freeform 50">
                <a:extLst>
                  <a:ext uri="{FF2B5EF4-FFF2-40B4-BE49-F238E27FC236}">
                    <a16:creationId xmlns:a16="http://schemas.microsoft.com/office/drawing/2014/main" id="{327CECE3-E00D-47FC-AD4E-FEFEA84A334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25" y="7723"/>
                <a:ext cx="12" cy="18"/>
              </a:xfrm>
              <a:custGeom>
                <a:avLst/>
                <a:gdLst>
                  <a:gd name="T0" fmla="*/ 4 w 16"/>
                  <a:gd name="T1" fmla="*/ 13 h 25"/>
                  <a:gd name="T2" fmla="*/ 8 w 16"/>
                  <a:gd name="T3" fmla="*/ 19 h 25"/>
                  <a:gd name="T4" fmla="*/ 16 w 16"/>
                  <a:gd name="T5" fmla="*/ 1 h 25"/>
                  <a:gd name="T6" fmla="*/ 15 w 16"/>
                  <a:gd name="T7" fmla="*/ 0 h 25"/>
                  <a:gd name="T8" fmla="*/ 7 w 16"/>
                  <a:gd name="T9" fmla="*/ 17 h 25"/>
                  <a:gd name="T10" fmla="*/ 6 w 16"/>
                  <a:gd name="T11" fmla="*/ 15 h 25"/>
                  <a:gd name="T12" fmla="*/ 12 w 16"/>
                  <a:gd name="T13" fmla="*/ 5 h 25"/>
                  <a:gd name="T14" fmla="*/ 12 w 16"/>
                  <a:gd name="T15" fmla="*/ 4 h 25"/>
                  <a:gd name="T16" fmla="*/ 4 w 16"/>
                  <a:gd name="T17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4" y="13"/>
                    </a:moveTo>
                    <a:cubicBezTo>
                      <a:pt x="0" y="20"/>
                      <a:pt x="6" y="25"/>
                      <a:pt x="8" y="19"/>
                    </a:cubicBezTo>
                    <a:cubicBezTo>
                      <a:pt x="10" y="16"/>
                      <a:pt x="15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2"/>
                      <a:pt x="8" y="16"/>
                      <a:pt x="7" y="17"/>
                    </a:cubicBezTo>
                    <a:cubicBezTo>
                      <a:pt x="6" y="19"/>
                      <a:pt x="4" y="17"/>
                      <a:pt x="6" y="15"/>
                    </a:cubicBezTo>
                    <a:cubicBezTo>
                      <a:pt x="7" y="12"/>
                      <a:pt x="12" y="5"/>
                      <a:pt x="12" y="5"/>
                    </a:cubicBezTo>
                    <a:cubicBezTo>
                      <a:pt x="12" y="5"/>
                      <a:pt x="13" y="4"/>
                      <a:pt x="12" y="4"/>
                    </a:cubicBezTo>
                    <a:cubicBezTo>
                      <a:pt x="12" y="5"/>
                      <a:pt x="8" y="7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3" name="Freeform 51">
                <a:extLst>
                  <a:ext uri="{FF2B5EF4-FFF2-40B4-BE49-F238E27FC236}">
                    <a16:creationId xmlns:a16="http://schemas.microsoft.com/office/drawing/2014/main" id="{2612C10F-212F-4680-95C8-1705B1887BA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45" y="7647"/>
                <a:ext cx="100" cy="51"/>
              </a:xfrm>
              <a:custGeom>
                <a:avLst/>
                <a:gdLst>
                  <a:gd name="T0" fmla="*/ 18 w 135"/>
                  <a:gd name="T1" fmla="*/ 64 h 69"/>
                  <a:gd name="T2" fmla="*/ 134 w 135"/>
                  <a:gd name="T3" fmla="*/ 3 h 69"/>
                  <a:gd name="T4" fmla="*/ 133 w 135"/>
                  <a:gd name="T5" fmla="*/ 1 h 69"/>
                  <a:gd name="T6" fmla="*/ 18 w 135"/>
                  <a:gd name="T7" fmla="*/ 59 h 69"/>
                  <a:gd name="T8" fmla="*/ 16 w 135"/>
                  <a:gd name="T9" fmla="*/ 54 h 69"/>
                  <a:gd name="T10" fmla="*/ 123 w 135"/>
                  <a:gd name="T11" fmla="*/ 4 h 69"/>
                  <a:gd name="T12" fmla="*/ 123 w 135"/>
                  <a:gd name="T13" fmla="*/ 4 h 69"/>
                  <a:gd name="T14" fmla="*/ 14 w 135"/>
                  <a:gd name="T15" fmla="*/ 50 h 69"/>
                  <a:gd name="T16" fmla="*/ 18 w 135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8" y="64"/>
                    </a:moveTo>
                    <a:cubicBezTo>
                      <a:pt x="24" y="60"/>
                      <a:pt x="131" y="5"/>
                      <a:pt x="134" y="3"/>
                    </a:cubicBezTo>
                    <a:cubicBezTo>
                      <a:pt x="135" y="2"/>
                      <a:pt x="135" y="0"/>
                      <a:pt x="133" y="1"/>
                    </a:cubicBezTo>
                    <a:cubicBezTo>
                      <a:pt x="130" y="3"/>
                      <a:pt x="20" y="58"/>
                      <a:pt x="18" y="59"/>
                    </a:cubicBezTo>
                    <a:cubicBezTo>
                      <a:pt x="13" y="61"/>
                      <a:pt x="11" y="56"/>
                      <a:pt x="16" y="54"/>
                    </a:cubicBezTo>
                    <a:cubicBezTo>
                      <a:pt x="22" y="51"/>
                      <a:pt x="124" y="4"/>
                      <a:pt x="123" y="4"/>
                    </a:cubicBezTo>
                    <a:cubicBezTo>
                      <a:pt x="122" y="5"/>
                      <a:pt x="124" y="3"/>
                      <a:pt x="123" y="4"/>
                    </a:cubicBezTo>
                    <a:cubicBezTo>
                      <a:pt x="122" y="4"/>
                      <a:pt x="27" y="45"/>
                      <a:pt x="14" y="50"/>
                    </a:cubicBezTo>
                    <a:cubicBezTo>
                      <a:pt x="0" y="56"/>
                      <a:pt x="7" y="69"/>
                      <a:pt x="18" y="6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4" name="Freeform 52">
                <a:extLst>
                  <a:ext uri="{FF2B5EF4-FFF2-40B4-BE49-F238E27FC236}">
                    <a16:creationId xmlns:a16="http://schemas.microsoft.com/office/drawing/2014/main" id="{5C896B80-58E9-46D8-82D5-BB11F96D321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8" y="7679"/>
                <a:ext cx="101" cy="112"/>
              </a:xfrm>
              <a:custGeom>
                <a:avLst/>
                <a:gdLst>
                  <a:gd name="T0" fmla="*/ 19 w 135"/>
                  <a:gd name="T1" fmla="*/ 141 h 150"/>
                  <a:gd name="T2" fmla="*/ 51 w 135"/>
                  <a:gd name="T3" fmla="*/ 103 h 150"/>
                  <a:gd name="T4" fmla="*/ 64 w 135"/>
                  <a:gd name="T5" fmla="*/ 104 h 150"/>
                  <a:gd name="T6" fmla="*/ 132 w 135"/>
                  <a:gd name="T7" fmla="*/ 10 h 150"/>
                  <a:gd name="T8" fmla="*/ 131 w 135"/>
                  <a:gd name="T9" fmla="*/ 9 h 150"/>
                  <a:gd name="T10" fmla="*/ 61 w 135"/>
                  <a:gd name="T11" fmla="*/ 100 h 150"/>
                  <a:gd name="T12" fmla="*/ 57 w 135"/>
                  <a:gd name="T13" fmla="*/ 96 h 150"/>
                  <a:gd name="T14" fmla="*/ 115 w 135"/>
                  <a:gd name="T15" fmla="*/ 27 h 150"/>
                  <a:gd name="T16" fmla="*/ 134 w 135"/>
                  <a:gd name="T17" fmla="*/ 3 h 150"/>
                  <a:gd name="T18" fmla="*/ 133 w 135"/>
                  <a:gd name="T19" fmla="*/ 2 h 150"/>
                  <a:gd name="T20" fmla="*/ 17 w 135"/>
                  <a:gd name="T21" fmla="*/ 137 h 150"/>
                  <a:gd name="T22" fmla="*/ 13 w 135"/>
                  <a:gd name="T23" fmla="*/ 132 h 150"/>
                  <a:gd name="T24" fmla="*/ 125 w 135"/>
                  <a:gd name="T25" fmla="*/ 8 h 150"/>
                  <a:gd name="T26" fmla="*/ 125 w 135"/>
                  <a:gd name="T27" fmla="*/ 8 h 150"/>
                  <a:gd name="T28" fmla="*/ 10 w 135"/>
                  <a:gd name="T29" fmla="*/ 129 h 150"/>
                  <a:gd name="T30" fmla="*/ 19 w 135"/>
                  <a:gd name="T31" fmla="*/ 14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9" y="141"/>
                    </a:moveTo>
                    <a:cubicBezTo>
                      <a:pt x="21" y="139"/>
                      <a:pt x="34" y="123"/>
                      <a:pt x="51" y="103"/>
                    </a:cubicBezTo>
                    <a:cubicBezTo>
                      <a:pt x="51" y="109"/>
                      <a:pt x="59" y="111"/>
                      <a:pt x="64" y="104"/>
                    </a:cubicBezTo>
                    <a:cubicBezTo>
                      <a:pt x="67" y="99"/>
                      <a:pt x="130" y="13"/>
                      <a:pt x="132" y="10"/>
                    </a:cubicBezTo>
                    <a:cubicBezTo>
                      <a:pt x="133" y="9"/>
                      <a:pt x="132" y="7"/>
                      <a:pt x="131" y="9"/>
                    </a:cubicBezTo>
                    <a:cubicBezTo>
                      <a:pt x="129" y="11"/>
                      <a:pt x="63" y="98"/>
                      <a:pt x="61" y="100"/>
                    </a:cubicBezTo>
                    <a:cubicBezTo>
                      <a:pt x="58" y="104"/>
                      <a:pt x="54" y="101"/>
                      <a:pt x="57" y="96"/>
                    </a:cubicBezTo>
                    <a:cubicBezTo>
                      <a:pt x="60" y="92"/>
                      <a:pt x="97" y="47"/>
                      <a:pt x="115" y="27"/>
                    </a:cubicBezTo>
                    <a:cubicBezTo>
                      <a:pt x="126" y="13"/>
                      <a:pt x="134" y="4"/>
                      <a:pt x="134" y="3"/>
                    </a:cubicBezTo>
                    <a:cubicBezTo>
                      <a:pt x="135" y="2"/>
                      <a:pt x="134" y="0"/>
                      <a:pt x="133" y="2"/>
                    </a:cubicBezTo>
                    <a:cubicBezTo>
                      <a:pt x="131" y="4"/>
                      <a:pt x="19" y="135"/>
                      <a:pt x="17" y="137"/>
                    </a:cubicBezTo>
                    <a:cubicBezTo>
                      <a:pt x="14" y="140"/>
                      <a:pt x="9" y="137"/>
                      <a:pt x="13" y="132"/>
                    </a:cubicBezTo>
                    <a:cubicBezTo>
                      <a:pt x="17" y="127"/>
                      <a:pt x="126" y="8"/>
                      <a:pt x="125" y="8"/>
                    </a:cubicBezTo>
                    <a:cubicBezTo>
                      <a:pt x="125" y="9"/>
                      <a:pt x="126" y="7"/>
                      <a:pt x="125" y="8"/>
                    </a:cubicBezTo>
                    <a:cubicBezTo>
                      <a:pt x="124" y="8"/>
                      <a:pt x="20" y="119"/>
                      <a:pt x="10" y="129"/>
                    </a:cubicBezTo>
                    <a:cubicBezTo>
                      <a:pt x="0" y="141"/>
                      <a:pt x="12" y="150"/>
                      <a:pt x="19" y="1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5" name="Freeform 53">
                <a:extLst>
                  <a:ext uri="{FF2B5EF4-FFF2-40B4-BE49-F238E27FC236}">
                    <a16:creationId xmlns:a16="http://schemas.microsoft.com/office/drawing/2014/main" id="{E39060EB-E9B9-42B1-813D-AB97AF1CCC6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1" y="7682"/>
                <a:ext cx="66" cy="51"/>
              </a:xfrm>
              <a:custGeom>
                <a:avLst/>
                <a:gdLst>
                  <a:gd name="T0" fmla="*/ 70 w 89"/>
                  <a:gd name="T1" fmla="*/ 61 h 69"/>
                  <a:gd name="T2" fmla="*/ 77 w 89"/>
                  <a:gd name="T3" fmla="*/ 49 h 69"/>
                  <a:gd name="T4" fmla="*/ 12 w 89"/>
                  <a:gd name="T5" fmla="*/ 5 h 69"/>
                  <a:gd name="T6" fmla="*/ 12 w 89"/>
                  <a:gd name="T7" fmla="*/ 6 h 69"/>
                  <a:gd name="T8" fmla="*/ 75 w 89"/>
                  <a:gd name="T9" fmla="*/ 52 h 69"/>
                  <a:gd name="T10" fmla="*/ 72 w 89"/>
                  <a:gd name="T11" fmla="*/ 57 h 69"/>
                  <a:gd name="T12" fmla="*/ 3 w 89"/>
                  <a:gd name="T13" fmla="*/ 1 h 69"/>
                  <a:gd name="T14" fmla="*/ 1 w 89"/>
                  <a:gd name="T15" fmla="*/ 2 h 69"/>
                  <a:gd name="T16" fmla="*/ 70 w 89"/>
                  <a:gd name="T17" fmla="*/ 6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69">
                    <a:moveTo>
                      <a:pt x="70" y="61"/>
                    </a:moveTo>
                    <a:cubicBezTo>
                      <a:pt x="80" y="69"/>
                      <a:pt x="89" y="57"/>
                      <a:pt x="77" y="49"/>
                    </a:cubicBezTo>
                    <a:cubicBezTo>
                      <a:pt x="66" y="41"/>
                      <a:pt x="13" y="5"/>
                      <a:pt x="12" y="5"/>
                    </a:cubicBezTo>
                    <a:cubicBezTo>
                      <a:pt x="11" y="5"/>
                      <a:pt x="12" y="7"/>
                      <a:pt x="12" y="6"/>
                    </a:cubicBezTo>
                    <a:cubicBezTo>
                      <a:pt x="11" y="5"/>
                      <a:pt x="69" y="48"/>
                      <a:pt x="75" y="52"/>
                    </a:cubicBezTo>
                    <a:cubicBezTo>
                      <a:pt x="79" y="55"/>
                      <a:pt x="76" y="60"/>
                      <a:pt x="72" y="57"/>
                    </a:cubicBezTo>
                    <a:cubicBezTo>
                      <a:pt x="70" y="56"/>
                      <a:pt x="5" y="3"/>
                      <a:pt x="3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4"/>
                      <a:pt x="65" y="57"/>
                      <a:pt x="70" y="6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6" name="Freeform 54">
                <a:extLst>
                  <a:ext uri="{FF2B5EF4-FFF2-40B4-BE49-F238E27FC236}">
                    <a16:creationId xmlns:a16="http://schemas.microsoft.com/office/drawing/2014/main" id="{4771822C-4245-4DE1-927C-83AB0B35A20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2" y="7661"/>
                <a:ext cx="61" cy="37"/>
              </a:xfrm>
              <a:custGeom>
                <a:avLst/>
                <a:gdLst>
                  <a:gd name="T0" fmla="*/ 67 w 82"/>
                  <a:gd name="T1" fmla="*/ 41 h 50"/>
                  <a:gd name="T2" fmla="*/ 2 w 82"/>
                  <a:gd name="T3" fmla="*/ 1 h 50"/>
                  <a:gd name="T4" fmla="*/ 1 w 82"/>
                  <a:gd name="T5" fmla="*/ 2 h 50"/>
                  <a:gd name="T6" fmla="*/ 67 w 82"/>
                  <a:gd name="T7" fmla="*/ 44 h 50"/>
                  <a:gd name="T8" fmla="*/ 71 w 82"/>
                  <a:gd name="T9" fmla="*/ 33 h 50"/>
                  <a:gd name="T10" fmla="*/ 10 w 82"/>
                  <a:gd name="T11" fmla="*/ 3 h 50"/>
                  <a:gd name="T12" fmla="*/ 10 w 82"/>
                  <a:gd name="T13" fmla="*/ 4 h 50"/>
                  <a:gd name="T14" fmla="*/ 69 w 82"/>
                  <a:gd name="T15" fmla="*/ 36 h 50"/>
                  <a:gd name="T16" fmla="*/ 67 w 82"/>
                  <a:gd name="T17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50">
                    <a:moveTo>
                      <a:pt x="67" y="41"/>
                    </a:moveTo>
                    <a:cubicBezTo>
                      <a:pt x="65" y="40"/>
                      <a:pt x="4" y="2"/>
                      <a:pt x="2" y="1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3" y="4"/>
                      <a:pt x="62" y="41"/>
                      <a:pt x="67" y="44"/>
                    </a:cubicBezTo>
                    <a:cubicBezTo>
                      <a:pt x="75" y="50"/>
                      <a:pt x="82" y="39"/>
                      <a:pt x="71" y="33"/>
                    </a:cubicBezTo>
                    <a:cubicBezTo>
                      <a:pt x="60" y="28"/>
                      <a:pt x="11" y="3"/>
                      <a:pt x="10" y="3"/>
                    </a:cubicBezTo>
                    <a:cubicBezTo>
                      <a:pt x="9" y="3"/>
                      <a:pt x="11" y="5"/>
                      <a:pt x="10" y="4"/>
                    </a:cubicBezTo>
                    <a:cubicBezTo>
                      <a:pt x="9" y="3"/>
                      <a:pt x="64" y="33"/>
                      <a:pt x="69" y="36"/>
                    </a:cubicBezTo>
                    <a:cubicBezTo>
                      <a:pt x="73" y="38"/>
                      <a:pt x="71" y="43"/>
                      <a:pt x="67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7" name="Freeform 55">
                <a:extLst>
                  <a:ext uri="{FF2B5EF4-FFF2-40B4-BE49-F238E27FC236}">
                    <a16:creationId xmlns:a16="http://schemas.microsoft.com/office/drawing/2014/main" id="{5BFF0785-4DFF-446C-AFF1-2F6BAE02CD6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40" y="7644"/>
                <a:ext cx="50" cy="18"/>
              </a:xfrm>
              <a:custGeom>
                <a:avLst/>
                <a:gdLst>
                  <a:gd name="T0" fmla="*/ 55 w 68"/>
                  <a:gd name="T1" fmla="*/ 9 h 25"/>
                  <a:gd name="T2" fmla="*/ 11 w 68"/>
                  <a:gd name="T3" fmla="*/ 1 h 25"/>
                  <a:gd name="T4" fmla="*/ 11 w 68"/>
                  <a:gd name="T5" fmla="*/ 2 h 25"/>
                  <a:gd name="T6" fmla="*/ 54 w 68"/>
                  <a:gd name="T7" fmla="*/ 13 h 25"/>
                  <a:gd name="T8" fmla="*/ 54 w 68"/>
                  <a:gd name="T9" fmla="*/ 18 h 25"/>
                  <a:gd name="T10" fmla="*/ 2 w 68"/>
                  <a:gd name="T11" fmla="*/ 0 h 25"/>
                  <a:gd name="T12" fmla="*/ 2 w 68"/>
                  <a:gd name="T13" fmla="*/ 2 h 25"/>
                  <a:gd name="T14" fmla="*/ 54 w 68"/>
                  <a:gd name="T15" fmla="*/ 21 h 25"/>
                  <a:gd name="T16" fmla="*/ 55 w 68"/>
                  <a:gd name="T17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25">
                    <a:moveTo>
                      <a:pt x="55" y="9"/>
                    </a:moveTo>
                    <a:cubicBezTo>
                      <a:pt x="44" y="6"/>
                      <a:pt x="11" y="1"/>
                      <a:pt x="11" y="1"/>
                    </a:cubicBezTo>
                    <a:cubicBezTo>
                      <a:pt x="10" y="1"/>
                      <a:pt x="12" y="2"/>
                      <a:pt x="11" y="2"/>
                    </a:cubicBezTo>
                    <a:cubicBezTo>
                      <a:pt x="10" y="1"/>
                      <a:pt x="49" y="11"/>
                      <a:pt x="54" y="13"/>
                    </a:cubicBezTo>
                    <a:cubicBezTo>
                      <a:pt x="59" y="14"/>
                      <a:pt x="57" y="19"/>
                      <a:pt x="54" y="18"/>
                    </a:cubicBezTo>
                    <a:cubicBezTo>
                      <a:pt x="52" y="17"/>
                      <a:pt x="5" y="1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  <a:cubicBezTo>
                      <a:pt x="4" y="3"/>
                      <a:pt x="49" y="20"/>
                      <a:pt x="54" y="21"/>
                    </a:cubicBezTo>
                    <a:cubicBezTo>
                      <a:pt x="64" y="25"/>
                      <a:pt x="68" y="13"/>
                      <a:pt x="55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8" name="Freeform 56">
                <a:extLst>
                  <a:ext uri="{FF2B5EF4-FFF2-40B4-BE49-F238E27FC236}">
                    <a16:creationId xmlns:a16="http://schemas.microsoft.com/office/drawing/2014/main" id="{BC053C96-573B-4DBB-B613-F8ED84CFD9D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8" y="7688"/>
                <a:ext cx="20" cy="38"/>
              </a:xfrm>
              <a:custGeom>
                <a:avLst/>
                <a:gdLst>
                  <a:gd name="T0" fmla="*/ 22 w 26"/>
                  <a:gd name="T1" fmla="*/ 41 h 51"/>
                  <a:gd name="T2" fmla="*/ 4 w 26"/>
                  <a:gd name="T3" fmla="*/ 5 h 51"/>
                  <a:gd name="T4" fmla="*/ 4 w 26"/>
                  <a:gd name="T5" fmla="*/ 6 h 51"/>
                  <a:gd name="T6" fmla="*/ 20 w 26"/>
                  <a:gd name="T7" fmla="*/ 42 h 51"/>
                  <a:gd name="T8" fmla="*/ 18 w 26"/>
                  <a:gd name="T9" fmla="*/ 43 h 51"/>
                  <a:gd name="T10" fmla="*/ 1 w 26"/>
                  <a:gd name="T11" fmla="*/ 1 h 51"/>
                  <a:gd name="T12" fmla="*/ 0 w 26"/>
                  <a:gd name="T13" fmla="*/ 1 h 51"/>
                  <a:gd name="T14" fmla="*/ 16 w 26"/>
                  <a:gd name="T15" fmla="*/ 45 h 51"/>
                  <a:gd name="T16" fmla="*/ 22 w 26"/>
                  <a:gd name="T17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22" y="41"/>
                    </a:moveTo>
                    <a:cubicBezTo>
                      <a:pt x="20" y="33"/>
                      <a:pt x="5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5" y="7"/>
                      <a:pt x="19" y="38"/>
                      <a:pt x="20" y="42"/>
                    </a:cubicBezTo>
                    <a:cubicBezTo>
                      <a:pt x="22" y="44"/>
                      <a:pt x="19" y="45"/>
                      <a:pt x="18" y="43"/>
                    </a:cubicBezTo>
                    <a:cubicBezTo>
                      <a:pt x="17" y="42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5" y="41"/>
                      <a:pt x="16" y="45"/>
                    </a:cubicBezTo>
                    <a:cubicBezTo>
                      <a:pt x="18" y="51"/>
                      <a:pt x="26" y="48"/>
                      <a:pt x="22" y="4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69" name="Freeform 57">
                <a:extLst>
                  <a:ext uri="{FF2B5EF4-FFF2-40B4-BE49-F238E27FC236}">
                    <a16:creationId xmlns:a16="http://schemas.microsoft.com/office/drawing/2014/main" id="{FD3D120E-AE7F-4B29-A8E8-807CECE9228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5" y="7691"/>
                <a:ext cx="16" cy="25"/>
              </a:xfrm>
              <a:custGeom>
                <a:avLst/>
                <a:gdLst>
                  <a:gd name="T0" fmla="*/ 16 w 22"/>
                  <a:gd name="T1" fmla="*/ 28 h 33"/>
                  <a:gd name="T2" fmla="*/ 1 w 22"/>
                  <a:gd name="T3" fmla="*/ 1 h 33"/>
                  <a:gd name="T4" fmla="*/ 0 w 22"/>
                  <a:gd name="T5" fmla="*/ 1 h 33"/>
                  <a:gd name="T6" fmla="*/ 14 w 22"/>
                  <a:gd name="T7" fmla="*/ 29 h 33"/>
                  <a:gd name="T8" fmla="*/ 19 w 22"/>
                  <a:gd name="T9" fmla="*/ 26 h 33"/>
                  <a:gd name="T10" fmla="*/ 4 w 22"/>
                  <a:gd name="T11" fmla="*/ 4 h 33"/>
                  <a:gd name="T12" fmla="*/ 3 w 22"/>
                  <a:gd name="T13" fmla="*/ 4 h 33"/>
                  <a:gd name="T14" fmla="*/ 18 w 22"/>
                  <a:gd name="T15" fmla="*/ 27 h 33"/>
                  <a:gd name="T16" fmla="*/ 16 w 22"/>
                  <a:gd name="T17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6" y="28"/>
                    </a:moveTo>
                    <a:cubicBezTo>
                      <a:pt x="15" y="27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3" y="26"/>
                      <a:pt x="14" y="29"/>
                    </a:cubicBezTo>
                    <a:cubicBezTo>
                      <a:pt x="16" y="33"/>
                      <a:pt x="22" y="31"/>
                      <a:pt x="19" y="26"/>
                    </a:cubicBezTo>
                    <a:cubicBezTo>
                      <a:pt x="17" y="21"/>
                      <a:pt x="4" y="4"/>
                      <a:pt x="4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17" y="24"/>
                      <a:pt x="18" y="27"/>
                    </a:cubicBezTo>
                    <a:cubicBezTo>
                      <a:pt x="19" y="28"/>
                      <a:pt x="17" y="29"/>
                      <a:pt x="16" y="2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0" name="Freeform 58">
                <a:extLst>
                  <a:ext uri="{FF2B5EF4-FFF2-40B4-BE49-F238E27FC236}">
                    <a16:creationId xmlns:a16="http://schemas.microsoft.com/office/drawing/2014/main" id="{213030B7-B86D-4731-96D0-422A570461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3" y="7689"/>
                <a:ext cx="17" cy="17"/>
              </a:xfrm>
              <a:custGeom>
                <a:avLst/>
                <a:gdLst>
                  <a:gd name="T0" fmla="*/ 6 w 23"/>
                  <a:gd name="T1" fmla="*/ 4 h 23"/>
                  <a:gd name="T2" fmla="*/ 6 w 23"/>
                  <a:gd name="T3" fmla="*/ 5 h 23"/>
                  <a:gd name="T4" fmla="*/ 16 w 23"/>
                  <a:gd name="T5" fmla="*/ 14 h 23"/>
                  <a:gd name="T6" fmla="*/ 14 w 23"/>
                  <a:gd name="T7" fmla="*/ 16 h 23"/>
                  <a:gd name="T8" fmla="*/ 1 w 23"/>
                  <a:gd name="T9" fmla="*/ 1 h 23"/>
                  <a:gd name="T10" fmla="*/ 1 w 23"/>
                  <a:gd name="T11" fmla="*/ 1 h 23"/>
                  <a:gd name="T12" fmla="*/ 13 w 23"/>
                  <a:gd name="T13" fmla="*/ 18 h 23"/>
                  <a:gd name="T14" fmla="*/ 18 w 23"/>
                  <a:gd name="T15" fmla="*/ 12 h 23"/>
                  <a:gd name="T16" fmla="*/ 6 w 23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14" y="11"/>
                      <a:pt x="16" y="14"/>
                    </a:cubicBezTo>
                    <a:cubicBezTo>
                      <a:pt x="18" y="16"/>
                      <a:pt x="16" y="18"/>
                      <a:pt x="14" y="16"/>
                    </a:cubicBezTo>
                    <a:cubicBezTo>
                      <a:pt x="13" y="15"/>
                      <a:pt x="3" y="2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3"/>
                      <a:pt x="11" y="15"/>
                      <a:pt x="13" y="18"/>
                    </a:cubicBezTo>
                    <a:cubicBezTo>
                      <a:pt x="17" y="23"/>
                      <a:pt x="23" y="18"/>
                      <a:pt x="18" y="12"/>
                    </a:cubicBezTo>
                    <a:cubicBezTo>
                      <a:pt x="12" y="6"/>
                      <a:pt x="6" y="4"/>
                      <a:pt x="6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1" name="Freeform 59">
                <a:extLst>
                  <a:ext uri="{FF2B5EF4-FFF2-40B4-BE49-F238E27FC236}">
                    <a16:creationId xmlns:a16="http://schemas.microsoft.com/office/drawing/2014/main" id="{616C3EC9-DAF5-4328-8659-3B3158CCCFE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3" y="7626"/>
                <a:ext cx="28" cy="8"/>
              </a:xfrm>
              <a:custGeom>
                <a:avLst/>
                <a:gdLst>
                  <a:gd name="T0" fmla="*/ 27 w 37"/>
                  <a:gd name="T1" fmla="*/ 8 h 11"/>
                  <a:gd name="T2" fmla="*/ 2 w 37"/>
                  <a:gd name="T3" fmla="*/ 7 h 11"/>
                  <a:gd name="T4" fmla="*/ 2 w 37"/>
                  <a:gd name="T5" fmla="*/ 9 h 11"/>
                  <a:gd name="T6" fmla="*/ 28 w 37"/>
                  <a:gd name="T7" fmla="*/ 11 h 11"/>
                  <a:gd name="T8" fmla="*/ 26 w 37"/>
                  <a:gd name="T9" fmla="*/ 1 h 11"/>
                  <a:gd name="T10" fmla="*/ 9 w 37"/>
                  <a:gd name="T11" fmla="*/ 6 h 11"/>
                  <a:gd name="T12" fmla="*/ 9 w 37"/>
                  <a:gd name="T13" fmla="*/ 6 h 11"/>
                  <a:gd name="T14" fmla="*/ 27 w 37"/>
                  <a:gd name="T15" fmla="*/ 4 h 11"/>
                  <a:gd name="T16" fmla="*/ 27 w 37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7" y="8"/>
                    </a:moveTo>
                    <a:cubicBezTo>
                      <a:pt x="26" y="8"/>
                      <a:pt x="4" y="7"/>
                      <a:pt x="2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4" y="9"/>
                      <a:pt x="24" y="11"/>
                      <a:pt x="28" y="11"/>
                    </a:cubicBezTo>
                    <a:cubicBezTo>
                      <a:pt x="37" y="11"/>
                      <a:pt x="37" y="0"/>
                      <a:pt x="26" y="1"/>
                    </a:cubicBezTo>
                    <a:cubicBezTo>
                      <a:pt x="17" y="1"/>
                      <a:pt x="9" y="5"/>
                      <a:pt x="9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22" y="4"/>
                      <a:pt x="27" y="4"/>
                    </a:cubicBezTo>
                    <a:cubicBezTo>
                      <a:pt x="31" y="3"/>
                      <a:pt x="31" y="8"/>
                      <a:pt x="27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2" name="Freeform 60">
                <a:extLst>
                  <a:ext uri="{FF2B5EF4-FFF2-40B4-BE49-F238E27FC236}">
                    <a16:creationId xmlns:a16="http://schemas.microsoft.com/office/drawing/2014/main" id="{4E09CF04-39F0-4A90-BB02-13C63CBAE38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612"/>
                <a:ext cx="27" cy="10"/>
              </a:xfrm>
              <a:custGeom>
                <a:avLst/>
                <a:gdLst>
                  <a:gd name="T0" fmla="*/ 27 w 37"/>
                  <a:gd name="T1" fmla="*/ 9 h 13"/>
                  <a:gd name="T2" fmla="*/ 1 w 37"/>
                  <a:gd name="T3" fmla="*/ 11 h 13"/>
                  <a:gd name="T4" fmla="*/ 2 w 37"/>
                  <a:gd name="T5" fmla="*/ 13 h 13"/>
                  <a:gd name="T6" fmla="*/ 28 w 37"/>
                  <a:gd name="T7" fmla="*/ 12 h 13"/>
                  <a:gd name="T8" fmla="*/ 25 w 37"/>
                  <a:gd name="T9" fmla="*/ 2 h 13"/>
                  <a:gd name="T10" fmla="*/ 8 w 37"/>
                  <a:gd name="T11" fmla="*/ 9 h 13"/>
                  <a:gd name="T12" fmla="*/ 8 w 37"/>
                  <a:gd name="T13" fmla="*/ 9 h 13"/>
                  <a:gd name="T14" fmla="*/ 26 w 37"/>
                  <a:gd name="T15" fmla="*/ 5 h 13"/>
                  <a:gd name="T16" fmla="*/ 27 w 37"/>
                  <a:gd name="T1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27" y="9"/>
                    </a:moveTo>
                    <a:cubicBezTo>
                      <a:pt x="25" y="9"/>
                      <a:pt x="3" y="11"/>
                      <a:pt x="1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4" y="13"/>
                      <a:pt x="23" y="12"/>
                      <a:pt x="28" y="12"/>
                    </a:cubicBezTo>
                    <a:cubicBezTo>
                      <a:pt x="37" y="11"/>
                      <a:pt x="36" y="0"/>
                      <a:pt x="25" y="2"/>
                    </a:cubicBezTo>
                    <a:cubicBezTo>
                      <a:pt x="15" y="4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21" y="5"/>
                      <a:pt x="26" y="5"/>
                    </a:cubicBezTo>
                    <a:cubicBezTo>
                      <a:pt x="29" y="4"/>
                      <a:pt x="30" y="8"/>
                      <a:pt x="27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3" name="Freeform 61">
                <a:extLst>
                  <a:ext uri="{FF2B5EF4-FFF2-40B4-BE49-F238E27FC236}">
                    <a16:creationId xmlns:a16="http://schemas.microsoft.com/office/drawing/2014/main" id="{6EFE7AF8-A449-405C-852E-B3B3220B302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18" y="7599"/>
                <a:ext cx="21" cy="13"/>
              </a:xfrm>
              <a:custGeom>
                <a:avLst/>
                <a:gdLst>
                  <a:gd name="T0" fmla="*/ 13 w 28"/>
                  <a:gd name="T1" fmla="*/ 5 h 18"/>
                  <a:gd name="T2" fmla="*/ 6 w 28"/>
                  <a:gd name="T3" fmla="*/ 13 h 18"/>
                  <a:gd name="T4" fmla="*/ 7 w 28"/>
                  <a:gd name="T5" fmla="*/ 13 h 18"/>
                  <a:gd name="T6" fmla="*/ 15 w 28"/>
                  <a:gd name="T7" fmla="*/ 7 h 18"/>
                  <a:gd name="T8" fmla="*/ 18 w 28"/>
                  <a:gd name="T9" fmla="*/ 10 h 18"/>
                  <a:gd name="T10" fmla="*/ 1 w 28"/>
                  <a:gd name="T11" fmla="*/ 17 h 18"/>
                  <a:gd name="T12" fmla="*/ 2 w 28"/>
                  <a:gd name="T13" fmla="*/ 18 h 18"/>
                  <a:gd name="T14" fmla="*/ 20 w 28"/>
                  <a:gd name="T15" fmla="*/ 11 h 18"/>
                  <a:gd name="T16" fmla="*/ 13 w 28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8">
                    <a:moveTo>
                      <a:pt x="13" y="5"/>
                    </a:moveTo>
                    <a:cubicBezTo>
                      <a:pt x="5" y="10"/>
                      <a:pt x="7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11" y="9"/>
                      <a:pt x="15" y="7"/>
                    </a:cubicBezTo>
                    <a:cubicBezTo>
                      <a:pt x="18" y="5"/>
                      <a:pt x="21" y="8"/>
                      <a:pt x="18" y="10"/>
                    </a:cubicBezTo>
                    <a:cubicBezTo>
                      <a:pt x="16" y="10"/>
                      <a:pt x="3" y="16"/>
                      <a:pt x="1" y="17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4" y="17"/>
                      <a:pt x="16" y="13"/>
                      <a:pt x="20" y="11"/>
                    </a:cubicBezTo>
                    <a:cubicBezTo>
                      <a:pt x="28" y="8"/>
                      <a:pt x="22" y="0"/>
                      <a:pt x="1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4" name="Freeform 62">
                <a:extLst>
                  <a:ext uri="{FF2B5EF4-FFF2-40B4-BE49-F238E27FC236}">
                    <a16:creationId xmlns:a16="http://schemas.microsoft.com/office/drawing/2014/main" id="{9B9DA6A1-9E64-4B32-A56B-9E34EB3CE2B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03" y="7586"/>
                <a:ext cx="23" cy="20"/>
              </a:xfrm>
              <a:custGeom>
                <a:avLst/>
                <a:gdLst>
                  <a:gd name="T0" fmla="*/ 19 w 31"/>
                  <a:gd name="T1" fmla="*/ 7 h 26"/>
                  <a:gd name="T2" fmla="*/ 5 w 31"/>
                  <a:gd name="T3" fmla="*/ 19 h 26"/>
                  <a:gd name="T4" fmla="*/ 6 w 31"/>
                  <a:gd name="T5" fmla="*/ 19 h 26"/>
                  <a:gd name="T6" fmla="*/ 20 w 31"/>
                  <a:gd name="T7" fmla="*/ 9 h 26"/>
                  <a:gd name="T8" fmla="*/ 23 w 31"/>
                  <a:gd name="T9" fmla="*/ 12 h 26"/>
                  <a:gd name="T10" fmla="*/ 1 w 31"/>
                  <a:gd name="T11" fmla="*/ 25 h 26"/>
                  <a:gd name="T12" fmla="*/ 2 w 31"/>
                  <a:gd name="T13" fmla="*/ 26 h 26"/>
                  <a:gd name="T14" fmla="*/ 25 w 31"/>
                  <a:gd name="T15" fmla="*/ 14 h 26"/>
                  <a:gd name="T16" fmla="*/ 19 w 31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6">
                    <a:moveTo>
                      <a:pt x="19" y="7"/>
                    </a:moveTo>
                    <a:cubicBezTo>
                      <a:pt x="12" y="13"/>
                      <a:pt x="6" y="19"/>
                      <a:pt x="5" y="19"/>
                    </a:cubicBezTo>
                    <a:cubicBezTo>
                      <a:pt x="5" y="20"/>
                      <a:pt x="7" y="19"/>
                      <a:pt x="6" y="19"/>
                    </a:cubicBezTo>
                    <a:cubicBezTo>
                      <a:pt x="5" y="20"/>
                      <a:pt x="17" y="12"/>
                      <a:pt x="20" y="9"/>
                    </a:cubicBezTo>
                    <a:cubicBezTo>
                      <a:pt x="23" y="7"/>
                      <a:pt x="25" y="10"/>
                      <a:pt x="23" y="12"/>
                    </a:cubicBezTo>
                    <a:cubicBezTo>
                      <a:pt x="21" y="13"/>
                      <a:pt x="3" y="23"/>
                      <a:pt x="1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4" y="25"/>
                      <a:pt x="21" y="17"/>
                      <a:pt x="25" y="14"/>
                    </a:cubicBezTo>
                    <a:cubicBezTo>
                      <a:pt x="31" y="10"/>
                      <a:pt x="27" y="0"/>
                      <a:pt x="19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5" name="Freeform 63">
                <a:extLst>
                  <a:ext uri="{FF2B5EF4-FFF2-40B4-BE49-F238E27FC236}">
                    <a16:creationId xmlns:a16="http://schemas.microsoft.com/office/drawing/2014/main" id="{F092AC01-98F9-4852-8AC8-797575A5CDB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96" y="7580"/>
                <a:ext cx="13" cy="15"/>
              </a:xfrm>
              <a:custGeom>
                <a:avLst/>
                <a:gdLst>
                  <a:gd name="T0" fmla="*/ 0 w 18"/>
                  <a:gd name="T1" fmla="*/ 19 h 20"/>
                  <a:gd name="T2" fmla="*/ 1 w 18"/>
                  <a:gd name="T3" fmla="*/ 19 h 20"/>
                  <a:gd name="T4" fmla="*/ 14 w 18"/>
                  <a:gd name="T5" fmla="*/ 9 h 20"/>
                  <a:gd name="T6" fmla="*/ 9 w 18"/>
                  <a:gd name="T7" fmla="*/ 5 h 20"/>
                  <a:gd name="T8" fmla="*/ 2 w 18"/>
                  <a:gd name="T9" fmla="*/ 15 h 20"/>
                  <a:gd name="T10" fmla="*/ 3 w 18"/>
                  <a:gd name="T11" fmla="*/ 15 h 20"/>
                  <a:gd name="T12" fmla="*/ 11 w 18"/>
                  <a:gd name="T13" fmla="*/ 6 h 20"/>
                  <a:gd name="T14" fmla="*/ 12 w 18"/>
                  <a:gd name="T15" fmla="*/ 8 h 20"/>
                  <a:gd name="T16" fmla="*/ 0 w 18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0" y="19"/>
                    </a:moveTo>
                    <a:cubicBezTo>
                      <a:pt x="0" y="19"/>
                      <a:pt x="0" y="20"/>
                      <a:pt x="1" y="19"/>
                    </a:cubicBezTo>
                    <a:cubicBezTo>
                      <a:pt x="2" y="18"/>
                      <a:pt x="12" y="11"/>
                      <a:pt x="14" y="9"/>
                    </a:cubicBezTo>
                    <a:cubicBezTo>
                      <a:pt x="18" y="5"/>
                      <a:pt x="13" y="0"/>
                      <a:pt x="9" y="5"/>
                    </a:cubicBezTo>
                    <a:cubicBezTo>
                      <a:pt x="5" y="10"/>
                      <a:pt x="2" y="14"/>
                      <a:pt x="2" y="15"/>
                    </a:cubicBezTo>
                    <a:cubicBezTo>
                      <a:pt x="2" y="15"/>
                      <a:pt x="3" y="14"/>
                      <a:pt x="3" y="15"/>
                    </a:cubicBezTo>
                    <a:cubicBezTo>
                      <a:pt x="2" y="15"/>
                      <a:pt x="9" y="8"/>
                      <a:pt x="11" y="6"/>
                    </a:cubicBezTo>
                    <a:cubicBezTo>
                      <a:pt x="12" y="4"/>
                      <a:pt x="14" y="6"/>
                      <a:pt x="12" y="8"/>
                    </a:cubicBezTo>
                    <a:cubicBezTo>
                      <a:pt x="12" y="9"/>
                      <a:pt x="1" y="18"/>
                      <a:pt x="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6" name="Freeform 64">
                <a:extLst>
                  <a:ext uri="{FF2B5EF4-FFF2-40B4-BE49-F238E27FC236}">
                    <a16:creationId xmlns:a16="http://schemas.microsoft.com/office/drawing/2014/main" id="{9AEED2DB-6721-4F5A-9389-F87D0FE45A7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65"/>
                <a:ext cx="19" cy="15"/>
              </a:xfrm>
              <a:custGeom>
                <a:avLst/>
                <a:gdLst>
                  <a:gd name="T0" fmla="*/ 17 w 26"/>
                  <a:gd name="T1" fmla="*/ 13 h 20"/>
                  <a:gd name="T2" fmla="*/ 2 w 26"/>
                  <a:gd name="T3" fmla="*/ 0 h 20"/>
                  <a:gd name="T4" fmla="*/ 1 w 26"/>
                  <a:gd name="T5" fmla="*/ 1 h 20"/>
                  <a:gd name="T6" fmla="*/ 16 w 26"/>
                  <a:gd name="T7" fmla="*/ 15 h 20"/>
                  <a:gd name="T8" fmla="*/ 19 w 26"/>
                  <a:gd name="T9" fmla="*/ 9 h 20"/>
                  <a:gd name="T10" fmla="*/ 7 w 26"/>
                  <a:gd name="T11" fmla="*/ 3 h 20"/>
                  <a:gd name="T12" fmla="*/ 7 w 26"/>
                  <a:gd name="T13" fmla="*/ 3 h 20"/>
                  <a:gd name="T14" fmla="*/ 18 w 26"/>
                  <a:gd name="T15" fmla="*/ 10 h 20"/>
                  <a:gd name="T16" fmla="*/ 17 w 26"/>
                  <a:gd name="T1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0">
                    <a:moveTo>
                      <a:pt x="17" y="13"/>
                    </a:moveTo>
                    <a:cubicBezTo>
                      <a:pt x="15" y="12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13" y="13"/>
                      <a:pt x="16" y="15"/>
                    </a:cubicBezTo>
                    <a:cubicBezTo>
                      <a:pt x="21" y="20"/>
                      <a:pt x="26" y="14"/>
                      <a:pt x="19" y="9"/>
                    </a:cubicBezTo>
                    <a:cubicBezTo>
                      <a:pt x="13" y="4"/>
                      <a:pt x="7" y="3"/>
                      <a:pt x="7" y="3"/>
                    </a:cubicBezTo>
                    <a:cubicBezTo>
                      <a:pt x="6" y="2"/>
                      <a:pt x="7" y="4"/>
                      <a:pt x="7" y="3"/>
                    </a:cubicBezTo>
                    <a:cubicBezTo>
                      <a:pt x="6" y="3"/>
                      <a:pt x="15" y="8"/>
                      <a:pt x="18" y="10"/>
                    </a:cubicBezTo>
                    <a:cubicBezTo>
                      <a:pt x="21" y="12"/>
                      <a:pt x="19" y="15"/>
                      <a:pt x="17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7" name="Freeform 65">
                <a:extLst>
                  <a:ext uri="{FF2B5EF4-FFF2-40B4-BE49-F238E27FC236}">
                    <a16:creationId xmlns:a16="http://schemas.microsoft.com/office/drawing/2014/main" id="{A1FB0CE8-FA17-40B8-A788-44D9E1A4D94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5" y="7722"/>
                <a:ext cx="12" cy="19"/>
              </a:xfrm>
              <a:custGeom>
                <a:avLst/>
                <a:gdLst>
                  <a:gd name="T0" fmla="*/ 9 w 16"/>
                  <a:gd name="T1" fmla="*/ 18 h 25"/>
                  <a:gd name="T2" fmla="*/ 1 w 16"/>
                  <a:gd name="T3" fmla="*/ 1 h 25"/>
                  <a:gd name="T4" fmla="*/ 1 w 16"/>
                  <a:gd name="T5" fmla="*/ 2 h 25"/>
                  <a:gd name="T6" fmla="*/ 8 w 16"/>
                  <a:gd name="T7" fmla="*/ 20 h 25"/>
                  <a:gd name="T8" fmla="*/ 12 w 16"/>
                  <a:gd name="T9" fmla="*/ 14 h 25"/>
                  <a:gd name="T10" fmla="*/ 4 w 16"/>
                  <a:gd name="T11" fmla="*/ 5 h 25"/>
                  <a:gd name="T12" fmla="*/ 4 w 16"/>
                  <a:gd name="T13" fmla="*/ 5 h 25"/>
                  <a:gd name="T14" fmla="*/ 11 w 16"/>
                  <a:gd name="T15" fmla="*/ 15 h 25"/>
                  <a:gd name="T16" fmla="*/ 9 w 16"/>
                  <a:gd name="T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5">
                    <a:moveTo>
                      <a:pt x="9" y="18"/>
                    </a:moveTo>
                    <a:cubicBezTo>
                      <a:pt x="9" y="16"/>
                      <a:pt x="2" y="2"/>
                      <a:pt x="1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7" y="16"/>
                      <a:pt x="8" y="20"/>
                    </a:cubicBezTo>
                    <a:cubicBezTo>
                      <a:pt x="11" y="25"/>
                      <a:pt x="16" y="21"/>
                      <a:pt x="12" y="14"/>
                    </a:cubicBezTo>
                    <a:cubicBezTo>
                      <a:pt x="9" y="8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0" y="13"/>
                      <a:pt x="11" y="15"/>
                    </a:cubicBezTo>
                    <a:cubicBezTo>
                      <a:pt x="12" y="18"/>
                      <a:pt x="10" y="20"/>
                      <a:pt x="9" y="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8" name="Freeform 66">
                <a:extLst>
                  <a:ext uri="{FF2B5EF4-FFF2-40B4-BE49-F238E27FC236}">
                    <a16:creationId xmlns:a16="http://schemas.microsoft.com/office/drawing/2014/main" id="{2D05A2A3-70E0-4335-AAA6-7D408B864A2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27" y="7647"/>
                <a:ext cx="101" cy="51"/>
              </a:xfrm>
              <a:custGeom>
                <a:avLst/>
                <a:gdLst>
                  <a:gd name="T0" fmla="*/ 121 w 135"/>
                  <a:gd name="T1" fmla="*/ 49 h 69"/>
                  <a:gd name="T2" fmla="*/ 12 w 135"/>
                  <a:gd name="T3" fmla="*/ 3 h 69"/>
                  <a:gd name="T4" fmla="*/ 12 w 135"/>
                  <a:gd name="T5" fmla="*/ 4 h 69"/>
                  <a:gd name="T6" fmla="*/ 120 w 135"/>
                  <a:gd name="T7" fmla="*/ 53 h 69"/>
                  <a:gd name="T8" fmla="*/ 118 w 135"/>
                  <a:gd name="T9" fmla="*/ 58 h 69"/>
                  <a:gd name="T10" fmla="*/ 2 w 135"/>
                  <a:gd name="T11" fmla="*/ 0 h 69"/>
                  <a:gd name="T12" fmla="*/ 2 w 135"/>
                  <a:gd name="T13" fmla="*/ 2 h 69"/>
                  <a:gd name="T14" fmla="*/ 117 w 135"/>
                  <a:gd name="T15" fmla="*/ 63 h 69"/>
                  <a:gd name="T16" fmla="*/ 121 w 135"/>
                  <a:gd name="T17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69">
                    <a:moveTo>
                      <a:pt x="121" y="49"/>
                    </a:moveTo>
                    <a:cubicBezTo>
                      <a:pt x="108" y="44"/>
                      <a:pt x="13" y="3"/>
                      <a:pt x="12" y="3"/>
                    </a:cubicBezTo>
                    <a:cubicBezTo>
                      <a:pt x="11" y="3"/>
                      <a:pt x="13" y="4"/>
                      <a:pt x="12" y="4"/>
                    </a:cubicBezTo>
                    <a:cubicBezTo>
                      <a:pt x="11" y="3"/>
                      <a:pt x="114" y="50"/>
                      <a:pt x="120" y="53"/>
                    </a:cubicBezTo>
                    <a:cubicBezTo>
                      <a:pt x="125" y="55"/>
                      <a:pt x="122" y="60"/>
                      <a:pt x="118" y="58"/>
                    </a:cubicBezTo>
                    <a:cubicBezTo>
                      <a:pt x="115" y="57"/>
                      <a:pt x="5" y="2"/>
                      <a:pt x="2" y="0"/>
                    </a:cubicBezTo>
                    <a:cubicBezTo>
                      <a:pt x="1" y="0"/>
                      <a:pt x="0" y="1"/>
                      <a:pt x="2" y="2"/>
                    </a:cubicBezTo>
                    <a:cubicBezTo>
                      <a:pt x="5" y="4"/>
                      <a:pt x="111" y="59"/>
                      <a:pt x="117" y="63"/>
                    </a:cubicBezTo>
                    <a:cubicBezTo>
                      <a:pt x="128" y="69"/>
                      <a:pt x="135" y="55"/>
                      <a:pt x="121" y="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79" name="Freeform 67">
                <a:extLst>
                  <a:ext uri="{FF2B5EF4-FFF2-40B4-BE49-F238E27FC236}">
                    <a16:creationId xmlns:a16="http://schemas.microsoft.com/office/drawing/2014/main" id="{915D3B61-30C8-46C3-BB49-BEC436046B0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31" y="7682"/>
                <a:ext cx="100" cy="112"/>
              </a:xfrm>
              <a:custGeom>
                <a:avLst/>
                <a:gdLst>
                  <a:gd name="T0" fmla="*/ 10 w 135"/>
                  <a:gd name="T1" fmla="*/ 7 h 150"/>
                  <a:gd name="T2" fmla="*/ 10 w 135"/>
                  <a:gd name="T3" fmla="*/ 8 h 150"/>
                  <a:gd name="T4" fmla="*/ 122 w 135"/>
                  <a:gd name="T5" fmla="*/ 132 h 150"/>
                  <a:gd name="T6" fmla="*/ 118 w 135"/>
                  <a:gd name="T7" fmla="*/ 136 h 150"/>
                  <a:gd name="T8" fmla="*/ 2 w 135"/>
                  <a:gd name="T9" fmla="*/ 1 h 150"/>
                  <a:gd name="T10" fmla="*/ 1 w 135"/>
                  <a:gd name="T11" fmla="*/ 3 h 150"/>
                  <a:gd name="T12" fmla="*/ 19 w 135"/>
                  <a:gd name="T13" fmla="*/ 25 h 150"/>
                  <a:gd name="T14" fmla="*/ 78 w 135"/>
                  <a:gd name="T15" fmla="*/ 96 h 150"/>
                  <a:gd name="T16" fmla="*/ 74 w 135"/>
                  <a:gd name="T17" fmla="*/ 100 h 150"/>
                  <a:gd name="T18" fmla="*/ 4 w 135"/>
                  <a:gd name="T19" fmla="*/ 9 h 150"/>
                  <a:gd name="T20" fmla="*/ 3 w 135"/>
                  <a:gd name="T21" fmla="*/ 10 h 150"/>
                  <a:gd name="T22" fmla="*/ 72 w 135"/>
                  <a:gd name="T23" fmla="*/ 104 h 150"/>
                  <a:gd name="T24" fmla="*/ 85 w 135"/>
                  <a:gd name="T25" fmla="*/ 102 h 150"/>
                  <a:gd name="T26" fmla="*/ 116 w 135"/>
                  <a:gd name="T27" fmla="*/ 140 h 150"/>
                  <a:gd name="T28" fmla="*/ 125 w 135"/>
                  <a:gd name="T29" fmla="*/ 129 h 150"/>
                  <a:gd name="T30" fmla="*/ 10 w 135"/>
                  <a:gd name="T31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50">
                    <a:moveTo>
                      <a:pt x="10" y="7"/>
                    </a:moveTo>
                    <a:cubicBezTo>
                      <a:pt x="10" y="7"/>
                      <a:pt x="11" y="9"/>
                      <a:pt x="10" y="8"/>
                    </a:cubicBezTo>
                    <a:cubicBezTo>
                      <a:pt x="9" y="7"/>
                      <a:pt x="118" y="127"/>
                      <a:pt x="122" y="132"/>
                    </a:cubicBezTo>
                    <a:cubicBezTo>
                      <a:pt x="126" y="136"/>
                      <a:pt x="121" y="140"/>
                      <a:pt x="118" y="136"/>
                    </a:cubicBezTo>
                    <a:cubicBezTo>
                      <a:pt x="117" y="135"/>
                      <a:pt x="4" y="4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1" y="3"/>
                      <a:pt x="9" y="12"/>
                      <a:pt x="19" y="25"/>
                    </a:cubicBezTo>
                    <a:cubicBezTo>
                      <a:pt x="36" y="45"/>
                      <a:pt x="75" y="92"/>
                      <a:pt x="78" y="96"/>
                    </a:cubicBezTo>
                    <a:cubicBezTo>
                      <a:pt x="82" y="100"/>
                      <a:pt x="77" y="104"/>
                      <a:pt x="74" y="100"/>
                    </a:cubicBezTo>
                    <a:cubicBezTo>
                      <a:pt x="73" y="98"/>
                      <a:pt x="6" y="11"/>
                      <a:pt x="4" y="9"/>
                    </a:cubicBezTo>
                    <a:cubicBezTo>
                      <a:pt x="3" y="7"/>
                      <a:pt x="2" y="9"/>
                      <a:pt x="3" y="10"/>
                    </a:cubicBezTo>
                    <a:cubicBezTo>
                      <a:pt x="5" y="13"/>
                      <a:pt x="68" y="98"/>
                      <a:pt x="72" y="104"/>
                    </a:cubicBezTo>
                    <a:cubicBezTo>
                      <a:pt x="77" y="111"/>
                      <a:pt x="84" y="108"/>
                      <a:pt x="85" y="102"/>
                    </a:cubicBezTo>
                    <a:cubicBezTo>
                      <a:pt x="102" y="123"/>
                      <a:pt x="115" y="138"/>
                      <a:pt x="116" y="140"/>
                    </a:cubicBezTo>
                    <a:cubicBezTo>
                      <a:pt x="123" y="150"/>
                      <a:pt x="135" y="140"/>
                      <a:pt x="125" y="129"/>
                    </a:cubicBezTo>
                    <a:cubicBezTo>
                      <a:pt x="116" y="119"/>
                      <a:pt x="11" y="8"/>
                      <a:pt x="1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0" name="Freeform 68">
                <a:extLst>
                  <a:ext uri="{FF2B5EF4-FFF2-40B4-BE49-F238E27FC236}">
                    <a16:creationId xmlns:a16="http://schemas.microsoft.com/office/drawing/2014/main" id="{FBCEEC19-7ED3-4F35-8ABE-CF491039492F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47" y="7723"/>
                <a:ext cx="278" cy="298"/>
              </a:xfrm>
              <a:custGeom>
                <a:avLst/>
                <a:gdLst>
                  <a:gd name="T0" fmla="*/ 341 w 374"/>
                  <a:gd name="T1" fmla="*/ 190 h 399"/>
                  <a:gd name="T2" fmla="*/ 241 w 374"/>
                  <a:gd name="T3" fmla="*/ 112 h 399"/>
                  <a:gd name="T4" fmla="*/ 243 w 374"/>
                  <a:gd name="T5" fmla="*/ 84 h 399"/>
                  <a:gd name="T6" fmla="*/ 237 w 374"/>
                  <a:gd name="T7" fmla="*/ 34 h 399"/>
                  <a:gd name="T8" fmla="*/ 199 w 374"/>
                  <a:gd name="T9" fmla="*/ 31 h 399"/>
                  <a:gd name="T10" fmla="*/ 189 w 374"/>
                  <a:gd name="T11" fmla="*/ 0 h 399"/>
                  <a:gd name="T12" fmla="*/ 174 w 374"/>
                  <a:gd name="T13" fmla="*/ 31 h 399"/>
                  <a:gd name="T14" fmla="*/ 135 w 374"/>
                  <a:gd name="T15" fmla="*/ 40 h 399"/>
                  <a:gd name="T16" fmla="*/ 133 w 374"/>
                  <a:gd name="T17" fmla="*/ 87 h 399"/>
                  <a:gd name="T18" fmla="*/ 68 w 374"/>
                  <a:gd name="T19" fmla="*/ 181 h 399"/>
                  <a:gd name="T20" fmla="*/ 21 w 374"/>
                  <a:gd name="T21" fmla="*/ 193 h 399"/>
                  <a:gd name="T22" fmla="*/ 26 w 374"/>
                  <a:gd name="T23" fmla="*/ 280 h 399"/>
                  <a:gd name="T24" fmla="*/ 80 w 374"/>
                  <a:gd name="T25" fmla="*/ 360 h 399"/>
                  <a:gd name="T26" fmla="*/ 203 w 374"/>
                  <a:gd name="T27" fmla="*/ 356 h 399"/>
                  <a:gd name="T28" fmla="*/ 299 w 374"/>
                  <a:gd name="T29" fmla="*/ 337 h 399"/>
                  <a:gd name="T30" fmla="*/ 232 w 374"/>
                  <a:gd name="T31" fmla="*/ 97 h 399"/>
                  <a:gd name="T32" fmla="*/ 151 w 374"/>
                  <a:gd name="T33" fmla="*/ 91 h 399"/>
                  <a:gd name="T34" fmla="*/ 211 w 374"/>
                  <a:gd name="T35" fmla="*/ 83 h 399"/>
                  <a:gd name="T36" fmla="*/ 194 w 374"/>
                  <a:gd name="T37" fmla="*/ 84 h 399"/>
                  <a:gd name="T38" fmla="*/ 164 w 374"/>
                  <a:gd name="T39" fmla="*/ 83 h 399"/>
                  <a:gd name="T40" fmla="*/ 256 w 374"/>
                  <a:gd name="T41" fmla="*/ 65 h 399"/>
                  <a:gd name="T42" fmla="*/ 245 w 374"/>
                  <a:gd name="T43" fmla="*/ 41 h 399"/>
                  <a:gd name="T44" fmla="*/ 230 w 374"/>
                  <a:gd name="T45" fmla="*/ 60 h 399"/>
                  <a:gd name="T46" fmla="*/ 232 w 374"/>
                  <a:gd name="T47" fmla="*/ 39 h 399"/>
                  <a:gd name="T48" fmla="*/ 218 w 374"/>
                  <a:gd name="T49" fmla="*/ 33 h 399"/>
                  <a:gd name="T50" fmla="*/ 200 w 374"/>
                  <a:gd name="T51" fmla="*/ 70 h 399"/>
                  <a:gd name="T52" fmla="*/ 200 w 374"/>
                  <a:gd name="T53" fmla="*/ 50 h 399"/>
                  <a:gd name="T54" fmla="*/ 194 w 374"/>
                  <a:gd name="T55" fmla="*/ 10 h 399"/>
                  <a:gd name="T56" fmla="*/ 188 w 374"/>
                  <a:gd name="T57" fmla="*/ 51 h 399"/>
                  <a:gd name="T58" fmla="*/ 183 w 374"/>
                  <a:gd name="T59" fmla="*/ 57 h 399"/>
                  <a:gd name="T60" fmla="*/ 176 w 374"/>
                  <a:gd name="T61" fmla="*/ 50 h 399"/>
                  <a:gd name="T62" fmla="*/ 172 w 374"/>
                  <a:gd name="T63" fmla="*/ 36 h 399"/>
                  <a:gd name="T64" fmla="*/ 155 w 374"/>
                  <a:gd name="T65" fmla="*/ 41 h 399"/>
                  <a:gd name="T66" fmla="*/ 147 w 374"/>
                  <a:gd name="T67" fmla="*/ 70 h 399"/>
                  <a:gd name="T68" fmla="*/ 141 w 374"/>
                  <a:gd name="T69" fmla="*/ 46 h 399"/>
                  <a:gd name="T70" fmla="*/ 116 w 374"/>
                  <a:gd name="T71" fmla="*/ 62 h 399"/>
                  <a:gd name="T72" fmla="*/ 130 w 374"/>
                  <a:gd name="T73" fmla="*/ 52 h 399"/>
                  <a:gd name="T74" fmla="*/ 186 w 374"/>
                  <a:gd name="T75" fmla="*/ 74 h 399"/>
                  <a:gd name="T76" fmla="*/ 142 w 374"/>
                  <a:gd name="T77" fmla="*/ 90 h 399"/>
                  <a:gd name="T78" fmla="*/ 25 w 374"/>
                  <a:gd name="T79" fmla="*/ 270 h 399"/>
                  <a:gd name="T80" fmla="*/ 56 w 374"/>
                  <a:gd name="T81" fmla="*/ 291 h 399"/>
                  <a:gd name="T82" fmla="*/ 68 w 374"/>
                  <a:gd name="T83" fmla="*/ 301 h 399"/>
                  <a:gd name="T84" fmla="*/ 75 w 374"/>
                  <a:gd name="T85" fmla="*/ 345 h 399"/>
                  <a:gd name="T86" fmla="*/ 167 w 374"/>
                  <a:gd name="T87" fmla="*/ 372 h 399"/>
                  <a:gd name="T88" fmla="*/ 114 w 374"/>
                  <a:gd name="T89" fmla="*/ 360 h 399"/>
                  <a:gd name="T90" fmla="*/ 92 w 374"/>
                  <a:gd name="T91" fmla="*/ 311 h 399"/>
                  <a:gd name="T92" fmla="*/ 52 w 374"/>
                  <a:gd name="T93" fmla="*/ 228 h 399"/>
                  <a:gd name="T94" fmla="*/ 20 w 374"/>
                  <a:gd name="T95" fmla="*/ 124 h 399"/>
                  <a:gd name="T96" fmla="*/ 96 w 374"/>
                  <a:gd name="T97" fmla="*/ 300 h 399"/>
                  <a:gd name="T98" fmla="*/ 91 w 374"/>
                  <a:gd name="T99" fmla="*/ 228 h 399"/>
                  <a:gd name="T100" fmla="*/ 246 w 374"/>
                  <a:gd name="T101" fmla="*/ 333 h 399"/>
                  <a:gd name="T102" fmla="*/ 346 w 374"/>
                  <a:gd name="T103" fmla="*/ 107 h 399"/>
                  <a:gd name="T104" fmla="*/ 343 w 374"/>
                  <a:gd name="T105" fmla="*/ 168 h 399"/>
                  <a:gd name="T106" fmla="*/ 335 w 374"/>
                  <a:gd name="T107" fmla="*/ 231 h 399"/>
                  <a:gd name="T108" fmla="*/ 249 w 374"/>
                  <a:gd name="T109" fmla="*/ 345 h 399"/>
                  <a:gd name="T110" fmla="*/ 314 w 374"/>
                  <a:gd name="T111" fmla="*/ 287 h 399"/>
                  <a:gd name="T112" fmla="*/ 267 w 374"/>
                  <a:gd name="T113" fmla="*/ 365 h 399"/>
                  <a:gd name="T114" fmla="*/ 302 w 374"/>
                  <a:gd name="T115" fmla="*/ 360 h 399"/>
                  <a:gd name="T116" fmla="*/ 282 w 374"/>
                  <a:gd name="T117" fmla="*/ 337 h 399"/>
                  <a:gd name="T118" fmla="*/ 305 w 374"/>
                  <a:gd name="T119" fmla="*/ 306 h 399"/>
                  <a:gd name="T120" fmla="*/ 338 w 374"/>
                  <a:gd name="T121" fmla="*/ 268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4" h="399">
                    <a:moveTo>
                      <a:pt x="366" y="267"/>
                    </a:moveTo>
                    <a:cubicBezTo>
                      <a:pt x="360" y="264"/>
                      <a:pt x="355" y="265"/>
                      <a:pt x="353" y="265"/>
                    </a:cubicBezTo>
                    <a:cubicBezTo>
                      <a:pt x="352" y="265"/>
                      <a:pt x="350" y="265"/>
                      <a:pt x="352" y="264"/>
                    </a:cubicBezTo>
                    <a:cubicBezTo>
                      <a:pt x="353" y="263"/>
                      <a:pt x="355" y="263"/>
                      <a:pt x="358" y="262"/>
                    </a:cubicBezTo>
                    <a:cubicBezTo>
                      <a:pt x="361" y="261"/>
                      <a:pt x="360" y="260"/>
                      <a:pt x="356" y="258"/>
                    </a:cubicBezTo>
                    <a:cubicBezTo>
                      <a:pt x="352" y="256"/>
                      <a:pt x="343" y="256"/>
                      <a:pt x="339" y="256"/>
                    </a:cubicBezTo>
                    <a:cubicBezTo>
                      <a:pt x="336" y="256"/>
                      <a:pt x="327" y="260"/>
                      <a:pt x="324" y="262"/>
                    </a:cubicBezTo>
                    <a:cubicBezTo>
                      <a:pt x="321" y="265"/>
                      <a:pt x="320" y="264"/>
                      <a:pt x="322" y="260"/>
                    </a:cubicBezTo>
                    <a:cubicBezTo>
                      <a:pt x="324" y="256"/>
                      <a:pt x="326" y="250"/>
                      <a:pt x="334" y="239"/>
                    </a:cubicBezTo>
                    <a:cubicBezTo>
                      <a:pt x="341" y="230"/>
                      <a:pt x="349" y="223"/>
                      <a:pt x="351" y="221"/>
                    </a:cubicBezTo>
                    <a:cubicBezTo>
                      <a:pt x="353" y="219"/>
                      <a:pt x="352" y="217"/>
                      <a:pt x="350" y="216"/>
                    </a:cubicBezTo>
                    <a:cubicBezTo>
                      <a:pt x="348" y="215"/>
                      <a:pt x="343" y="215"/>
                      <a:pt x="341" y="215"/>
                    </a:cubicBezTo>
                    <a:cubicBezTo>
                      <a:pt x="340" y="216"/>
                      <a:pt x="341" y="214"/>
                      <a:pt x="343" y="212"/>
                    </a:cubicBezTo>
                    <a:cubicBezTo>
                      <a:pt x="345" y="210"/>
                      <a:pt x="362" y="199"/>
                      <a:pt x="362" y="199"/>
                    </a:cubicBezTo>
                    <a:cubicBezTo>
                      <a:pt x="364" y="198"/>
                      <a:pt x="365" y="196"/>
                      <a:pt x="364" y="194"/>
                    </a:cubicBezTo>
                    <a:cubicBezTo>
                      <a:pt x="361" y="192"/>
                      <a:pt x="359" y="192"/>
                      <a:pt x="353" y="193"/>
                    </a:cubicBezTo>
                    <a:cubicBezTo>
                      <a:pt x="346" y="194"/>
                      <a:pt x="341" y="197"/>
                      <a:pt x="340" y="197"/>
                    </a:cubicBezTo>
                    <a:cubicBezTo>
                      <a:pt x="338" y="198"/>
                      <a:pt x="335" y="200"/>
                      <a:pt x="341" y="190"/>
                    </a:cubicBezTo>
                    <a:cubicBezTo>
                      <a:pt x="347" y="180"/>
                      <a:pt x="363" y="166"/>
                      <a:pt x="367" y="164"/>
                    </a:cubicBezTo>
                    <a:cubicBezTo>
                      <a:pt x="370" y="161"/>
                      <a:pt x="370" y="160"/>
                      <a:pt x="368" y="159"/>
                    </a:cubicBezTo>
                    <a:cubicBezTo>
                      <a:pt x="367" y="157"/>
                      <a:pt x="366" y="157"/>
                      <a:pt x="361" y="157"/>
                    </a:cubicBezTo>
                    <a:cubicBezTo>
                      <a:pt x="356" y="157"/>
                      <a:pt x="349" y="159"/>
                      <a:pt x="349" y="159"/>
                    </a:cubicBezTo>
                    <a:cubicBezTo>
                      <a:pt x="346" y="161"/>
                      <a:pt x="346" y="161"/>
                      <a:pt x="346" y="161"/>
                    </a:cubicBezTo>
                    <a:cubicBezTo>
                      <a:pt x="346" y="161"/>
                      <a:pt x="346" y="160"/>
                      <a:pt x="347" y="159"/>
                    </a:cubicBezTo>
                    <a:cubicBezTo>
                      <a:pt x="347" y="158"/>
                      <a:pt x="352" y="151"/>
                      <a:pt x="356" y="137"/>
                    </a:cubicBezTo>
                    <a:cubicBezTo>
                      <a:pt x="361" y="124"/>
                      <a:pt x="357" y="112"/>
                      <a:pt x="357" y="112"/>
                    </a:cubicBezTo>
                    <a:cubicBezTo>
                      <a:pt x="355" y="109"/>
                      <a:pt x="353" y="109"/>
                      <a:pt x="353" y="109"/>
                    </a:cubicBezTo>
                    <a:cubicBezTo>
                      <a:pt x="353" y="109"/>
                      <a:pt x="352" y="107"/>
                      <a:pt x="352" y="106"/>
                    </a:cubicBezTo>
                    <a:cubicBezTo>
                      <a:pt x="351" y="105"/>
                      <a:pt x="350" y="101"/>
                      <a:pt x="349" y="100"/>
                    </a:cubicBezTo>
                    <a:cubicBezTo>
                      <a:pt x="349" y="99"/>
                      <a:pt x="344" y="93"/>
                      <a:pt x="343" y="101"/>
                    </a:cubicBezTo>
                    <a:cubicBezTo>
                      <a:pt x="343" y="109"/>
                      <a:pt x="341" y="118"/>
                      <a:pt x="336" y="132"/>
                    </a:cubicBezTo>
                    <a:cubicBezTo>
                      <a:pt x="331" y="147"/>
                      <a:pt x="321" y="161"/>
                      <a:pt x="321" y="161"/>
                    </a:cubicBezTo>
                    <a:cubicBezTo>
                      <a:pt x="314" y="168"/>
                      <a:pt x="312" y="172"/>
                      <a:pt x="310" y="174"/>
                    </a:cubicBezTo>
                    <a:cubicBezTo>
                      <a:pt x="308" y="176"/>
                      <a:pt x="307" y="178"/>
                      <a:pt x="306" y="180"/>
                    </a:cubicBezTo>
                    <a:cubicBezTo>
                      <a:pt x="302" y="171"/>
                      <a:pt x="295" y="156"/>
                      <a:pt x="281" y="141"/>
                    </a:cubicBezTo>
                    <a:cubicBezTo>
                      <a:pt x="265" y="124"/>
                      <a:pt x="241" y="112"/>
                      <a:pt x="241" y="112"/>
                    </a:cubicBezTo>
                    <a:cubicBezTo>
                      <a:pt x="239" y="111"/>
                      <a:pt x="235" y="109"/>
                      <a:pt x="231" y="107"/>
                    </a:cubicBezTo>
                    <a:cubicBezTo>
                      <a:pt x="231" y="107"/>
                      <a:pt x="231" y="107"/>
                      <a:pt x="231" y="107"/>
                    </a:cubicBezTo>
                    <a:cubicBezTo>
                      <a:pt x="232" y="107"/>
                      <a:pt x="234" y="106"/>
                      <a:pt x="234" y="105"/>
                    </a:cubicBezTo>
                    <a:cubicBezTo>
                      <a:pt x="235" y="103"/>
                      <a:pt x="234" y="100"/>
                      <a:pt x="234" y="100"/>
                    </a:cubicBezTo>
                    <a:cubicBezTo>
                      <a:pt x="234" y="100"/>
                      <a:pt x="234" y="99"/>
                      <a:pt x="235" y="98"/>
                    </a:cubicBezTo>
                    <a:cubicBezTo>
                      <a:pt x="236" y="98"/>
                      <a:pt x="236" y="98"/>
                      <a:pt x="236" y="98"/>
                    </a:cubicBezTo>
                    <a:cubicBezTo>
                      <a:pt x="236" y="97"/>
                      <a:pt x="237" y="97"/>
                      <a:pt x="237" y="97"/>
                    </a:cubicBezTo>
                    <a:cubicBezTo>
                      <a:pt x="237" y="96"/>
                      <a:pt x="237" y="96"/>
                      <a:pt x="237" y="95"/>
                    </a:cubicBezTo>
                    <a:cubicBezTo>
                      <a:pt x="237" y="95"/>
                      <a:pt x="237" y="94"/>
                      <a:pt x="237" y="93"/>
                    </a:cubicBezTo>
                    <a:cubicBezTo>
                      <a:pt x="237" y="93"/>
                      <a:pt x="238" y="93"/>
                      <a:pt x="238" y="93"/>
                    </a:cubicBezTo>
                    <a:cubicBezTo>
                      <a:pt x="238" y="92"/>
                      <a:pt x="238" y="92"/>
                      <a:pt x="238" y="92"/>
                    </a:cubicBezTo>
                    <a:cubicBezTo>
                      <a:pt x="238" y="92"/>
                      <a:pt x="238" y="91"/>
                      <a:pt x="239" y="90"/>
                    </a:cubicBezTo>
                    <a:cubicBezTo>
                      <a:pt x="239" y="91"/>
                      <a:pt x="239" y="91"/>
                      <a:pt x="239" y="91"/>
                    </a:cubicBezTo>
                    <a:cubicBezTo>
                      <a:pt x="240" y="90"/>
                      <a:pt x="241" y="90"/>
                      <a:pt x="242" y="89"/>
                    </a:cubicBezTo>
                    <a:cubicBezTo>
                      <a:pt x="242" y="88"/>
                      <a:pt x="242" y="88"/>
                      <a:pt x="242" y="87"/>
                    </a:cubicBezTo>
                    <a:cubicBezTo>
                      <a:pt x="242" y="87"/>
                      <a:pt x="242" y="86"/>
                      <a:pt x="242" y="86"/>
                    </a:cubicBezTo>
                    <a:cubicBezTo>
                      <a:pt x="243" y="85"/>
                      <a:pt x="243" y="85"/>
                      <a:pt x="243" y="84"/>
                    </a:cubicBezTo>
                    <a:cubicBezTo>
                      <a:pt x="243" y="84"/>
                      <a:pt x="243" y="84"/>
                      <a:pt x="243" y="84"/>
                    </a:cubicBezTo>
                    <a:cubicBezTo>
                      <a:pt x="247" y="84"/>
                      <a:pt x="249" y="81"/>
                      <a:pt x="250" y="77"/>
                    </a:cubicBezTo>
                    <a:cubicBezTo>
                      <a:pt x="253" y="77"/>
                      <a:pt x="256" y="74"/>
                      <a:pt x="256" y="70"/>
                    </a:cubicBezTo>
                    <a:cubicBezTo>
                      <a:pt x="256" y="70"/>
                      <a:pt x="256" y="69"/>
                      <a:pt x="256" y="69"/>
                    </a:cubicBezTo>
                    <a:cubicBezTo>
                      <a:pt x="259" y="69"/>
                      <a:pt x="262" y="66"/>
                      <a:pt x="262" y="62"/>
                    </a:cubicBezTo>
                    <a:cubicBezTo>
                      <a:pt x="262" y="59"/>
                      <a:pt x="261" y="57"/>
                      <a:pt x="259" y="56"/>
                    </a:cubicBezTo>
                    <a:cubicBezTo>
                      <a:pt x="259" y="55"/>
                      <a:pt x="260" y="54"/>
                      <a:pt x="260" y="53"/>
                    </a:cubicBezTo>
                    <a:cubicBezTo>
                      <a:pt x="260" y="49"/>
                      <a:pt x="257" y="46"/>
                      <a:pt x="253" y="46"/>
                    </a:cubicBezTo>
                    <a:cubicBezTo>
                      <a:pt x="252" y="46"/>
                      <a:pt x="251" y="46"/>
                      <a:pt x="251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250" y="46"/>
                      <a:pt x="251" y="46"/>
                    </a:cubicBezTo>
                    <a:cubicBezTo>
                      <a:pt x="251" y="45"/>
                      <a:pt x="251" y="44"/>
                      <a:pt x="251" y="44"/>
                    </a:cubicBezTo>
                    <a:cubicBezTo>
                      <a:pt x="251" y="41"/>
                      <a:pt x="248" y="38"/>
                      <a:pt x="245" y="38"/>
                    </a:cubicBezTo>
                    <a:cubicBezTo>
                      <a:pt x="243" y="38"/>
                      <a:pt x="242" y="39"/>
                      <a:pt x="241" y="40"/>
                    </a:cubicBezTo>
                    <a:cubicBezTo>
                      <a:pt x="241" y="40"/>
                      <a:pt x="241" y="40"/>
                      <a:pt x="241" y="40"/>
                    </a:cubicBezTo>
                    <a:cubicBezTo>
                      <a:pt x="240" y="40"/>
                      <a:pt x="240" y="40"/>
                      <a:pt x="240" y="39"/>
                    </a:cubicBezTo>
                    <a:cubicBezTo>
                      <a:pt x="240" y="38"/>
                      <a:pt x="240" y="35"/>
                      <a:pt x="237" y="34"/>
                    </a:cubicBezTo>
                    <a:cubicBezTo>
                      <a:pt x="236" y="34"/>
                      <a:pt x="235" y="34"/>
                      <a:pt x="235" y="34"/>
                    </a:cubicBezTo>
                    <a:cubicBezTo>
                      <a:pt x="233" y="34"/>
                      <a:pt x="231" y="35"/>
                      <a:pt x="231" y="36"/>
                    </a:cubicBezTo>
                    <a:cubicBezTo>
                      <a:pt x="230" y="36"/>
                      <a:pt x="228" y="36"/>
                      <a:pt x="227" y="35"/>
                    </a:cubicBezTo>
                    <a:cubicBezTo>
                      <a:pt x="227" y="33"/>
                      <a:pt x="227" y="32"/>
                      <a:pt x="224" y="31"/>
                    </a:cubicBezTo>
                    <a:cubicBezTo>
                      <a:pt x="224" y="31"/>
                      <a:pt x="223" y="31"/>
                      <a:pt x="223" y="31"/>
                    </a:cubicBezTo>
                    <a:cubicBezTo>
                      <a:pt x="222" y="31"/>
                      <a:pt x="221" y="31"/>
                      <a:pt x="221" y="31"/>
                    </a:cubicBezTo>
                    <a:cubicBezTo>
                      <a:pt x="220" y="31"/>
                      <a:pt x="220" y="30"/>
                      <a:pt x="218" y="29"/>
                    </a:cubicBezTo>
                    <a:cubicBezTo>
                      <a:pt x="218" y="29"/>
                      <a:pt x="217" y="29"/>
                      <a:pt x="217" y="29"/>
                    </a:cubicBezTo>
                    <a:cubicBezTo>
                      <a:pt x="216" y="29"/>
                      <a:pt x="215" y="30"/>
                      <a:pt x="215" y="30"/>
                    </a:cubicBezTo>
                    <a:cubicBezTo>
                      <a:pt x="214" y="29"/>
                      <a:pt x="213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9"/>
                      <a:pt x="209" y="29"/>
                      <a:pt x="209" y="30"/>
                    </a:cubicBezTo>
                    <a:cubicBezTo>
                      <a:pt x="208" y="29"/>
                      <a:pt x="207" y="29"/>
                      <a:pt x="206" y="29"/>
                    </a:cubicBezTo>
                    <a:cubicBezTo>
                      <a:pt x="206" y="29"/>
                      <a:pt x="206" y="29"/>
                      <a:pt x="206" y="29"/>
                    </a:cubicBezTo>
                    <a:cubicBezTo>
                      <a:pt x="204" y="29"/>
                      <a:pt x="203" y="30"/>
                      <a:pt x="203" y="30"/>
                    </a:cubicBezTo>
                    <a:cubicBezTo>
                      <a:pt x="203" y="31"/>
                      <a:pt x="202" y="31"/>
                      <a:pt x="202" y="31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1"/>
                      <a:pt x="200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7" y="31"/>
                      <a:pt x="195" y="31"/>
                      <a:pt x="194" y="31"/>
                    </a:cubicBezTo>
                    <a:cubicBezTo>
                      <a:pt x="193" y="31"/>
                      <a:pt x="193" y="31"/>
                      <a:pt x="193" y="30"/>
                    </a:cubicBezTo>
                    <a:cubicBezTo>
                      <a:pt x="193" y="30"/>
                      <a:pt x="193" y="30"/>
                      <a:pt x="193" y="29"/>
                    </a:cubicBezTo>
                    <a:cubicBezTo>
                      <a:pt x="195" y="28"/>
                      <a:pt x="197" y="25"/>
                      <a:pt x="197" y="22"/>
                    </a:cubicBezTo>
                    <a:cubicBezTo>
                      <a:pt x="197" y="19"/>
                      <a:pt x="195" y="16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5" y="13"/>
                      <a:pt x="195" y="13"/>
                      <a:pt x="195" y="13"/>
                    </a:cubicBezTo>
                    <a:cubicBezTo>
                      <a:pt x="196" y="13"/>
                      <a:pt x="197" y="12"/>
                      <a:pt x="197" y="11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6"/>
                      <a:pt x="196" y="5"/>
                      <a:pt x="195" y="5"/>
                    </a:cubicBezTo>
                    <a:cubicBezTo>
                      <a:pt x="194" y="5"/>
                      <a:pt x="194" y="5"/>
                      <a:pt x="194" y="5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92" y="2"/>
                      <a:pt x="192" y="2"/>
                      <a:pt x="192" y="2"/>
                    </a:cubicBezTo>
                    <a:cubicBezTo>
                      <a:pt x="192" y="1"/>
                      <a:pt x="191" y="0"/>
                      <a:pt x="190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4" y="0"/>
                      <a:pt x="183" y="1"/>
                      <a:pt x="183" y="2"/>
                    </a:cubicBezTo>
                    <a:cubicBezTo>
                      <a:pt x="183" y="5"/>
                      <a:pt x="183" y="5"/>
                      <a:pt x="183" y="5"/>
                    </a:cubicBezTo>
                    <a:cubicBezTo>
                      <a:pt x="181" y="5"/>
                      <a:pt x="181" y="5"/>
                      <a:pt x="181" y="5"/>
                    </a:cubicBezTo>
                    <a:cubicBezTo>
                      <a:pt x="180" y="5"/>
                      <a:pt x="180" y="5"/>
                      <a:pt x="180" y="5"/>
                    </a:cubicBezTo>
                    <a:cubicBezTo>
                      <a:pt x="179" y="5"/>
                      <a:pt x="178" y="6"/>
                      <a:pt x="178" y="7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2"/>
                      <a:pt x="179" y="13"/>
                      <a:pt x="180" y="13"/>
                    </a:cubicBezTo>
                    <a:cubicBezTo>
                      <a:pt x="181" y="13"/>
                      <a:pt x="181" y="13"/>
                      <a:pt x="181" y="13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83" y="15"/>
                      <a:pt x="183" y="15"/>
                      <a:pt x="183" y="15"/>
                    </a:cubicBezTo>
                    <a:cubicBezTo>
                      <a:pt x="180" y="16"/>
                      <a:pt x="178" y="19"/>
                      <a:pt x="178" y="22"/>
                    </a:cubicBezTo>
                    <a:cubicBezTo>
                      <a:pt x="178" y="25"/>
                      <a:pt x="180" y="28"/>
                      <a:pt x="182" y="29"/>
                    </a:cubicBezTo>
                    <a:cubicBezTo>
                      <a:pt x="182" y="29"/>
                      <a:pt x="182" y="30"/>
                      <a:pt x="182" y="30"/>
                    </a:cubicBezTo>
                    <a:cubicBezTo>
                      <a:pt x="182" y="30"/>
                      <a:pt x="182" y="30"/>
                      <a:pt x="181" y="31"/>
                    </a:cubicBezTo>
                    <a:cubicBezTo>
                      <a:pt x="180" y="31"/>
                      <a:pt x="178" y="31"/>
                      <a:pt x="177" y="31"/>
                    </a:cubicBezTo>
                    <a:cubicBezTo>
                      <a:pt x="176" y="31"/>
                      <a:pt x="175" y="31"/>
                      <a:pt x="174" y="31"/>
                    </a:cubicBezTo>
                    <a:cubicBezTo>
                      <a:pt x="173" y="30"/>
                      <a:pt x="171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29"/>
                      <a:pt x="168" y="29"/>
                      <a:pt x="168" y="30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66" y="29"/>
                      <a:pt x="165" y="29"/>
                      <a:pt x="164" y="29"/>
                    </a:cubicBezTo>
                    <a:cubicBezTo>
                      <a:pt x="163" y="29"/>
                      <a:pt x="162" y="29"/>
                      <a:pt x="161" y="30"/>
                    </a:cubicBezTo>
                    <a:cubicBezTo>
                      <a:pt x="161" y="30"/>
                      <a:pt x="160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6" y="30"/>
                      <a:pt x="155" y="30"/>
                      <a:pt x="155" y="31"/>
                    </a:cubicBezTo>
                    <a:cubicBezTo>
                      <a:pt x="154" y="31"/>
                      <a:pt x="154" y="31"/>
                      <a:pt x="153" y="31"/>
                    </a:cubicBezTo>
                    <a:cubicBezTo>
                      <a:pt x="153" y="31"/>
                      <a:pt x="152" y="31"/>
                      <a:pt x="152" y="31"/>
                    </a:cubicBezTo>
                    <a:cubicBezTo>
                      <a:pt x="150" y="32"/>
                      <a:pt x="149" y="33"/>
                      <a:pt x="149" y="35"/>
                    </a:cubicBezTo>
                    <a:cubicBezTo>
                      <a:pt x="148" y="36"/>
                      <a:pt x="145" y="36"/>
                      <a:pt x="144" y="37"/>
                    </a:cubicBezTo>
                    <a:cubicBezTo>
                      <a:pt x="143" y="35"/>
                      <a:pt x="142" y="34"/>
                      <a:pt x="140" y="34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7" y="35"/>
                      <a:pt x="135" y="36"/>
                      <a:pt x="135" y="39"/>
                    </a:cubicBezTo>
                    <a:cubicBezTo>
                      <a:pt x="135" y="39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4" y="39"/>
                      <a:pt x="133" y="38"/>
                      <a:pt x="131" y="38"/>
                    </a:cubicBezTo>
                    <a:cubicBezTo>
                      <a:pt x="128" y="38"/>
                      <a:pt x="125" y="40"/>
                      <a:pt x="125" y="43"/>
                    </a:cubicBezTo>
                    <a:cubicBezTo>
                      <a:pt x="125" y="44"/>
                      <a:pt x="125" y="45"/>
                      <a:pt x="125" y="45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5" y="46"/>
                      <a:pt x="124" y="46"/>
                      <a:pt x="123" y="46"/>
                    </a:cubicBezTo>
                    <a:cubicBezTo>
                      <a:pt x="120" y="46"/>
                      <a:pt x="116" y="48"/>
                      <a:pt x="116" y="52"/>
                    </a:cubicBezTo>
                    <a:cubicBezTo>
                      <a:pt x="116" y="53"/>
                      <a:pt x="116" y="54"/>
                      <a:pt x="116" y="55"/>
                    </a:cubicBezTo>
                    <a:cubicBezTo>
                      <a:pt x="115" y="57"/>
                      <a:pt x="114" y="59"/>
                      <a:pt x="114" y="62"/>
                    </a:cubicBezTo>
                    <a:cubicBezTo>
                      <a:pt x="114" y="65"/>
                      <a:pt x="116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70"/>
                      <a:pt x="120" y="71"/>
                      <a:pt x="120" y="72"/>
                    </a:cubicBezTo>
                    <a:cubicBezTo>
                      <a:pt x="120" y="75"/>
                      <a:pt x="123" y="77"/>
                      <a:pt x="126" y="78"/>
                    </a:cubicBezTo>
                    <a:cubicBezTo>
                      <a:pt x="126" y="81"/>
                      <a:pt x="129" y="84"/>
                      <a:pt x="133" y="84"/>
                    </a:cubicBezTo>
                    <a:cubicBezTo>
                      <a:pt x="133" y="84"/>
                      <a:pt x="133" y="84"/>
                      <a:pt x="133" y="84"/>
                    </a:cubicBezTo>
                    <a:cubicBezTo>
                      <a:pt x="133" y="85"/>
                      <a:pt x="133" y="85"/>
                      <a:pt x="134" y="86"/>
                    </a:cubicBezTo>
                    <a:cubicBezTo>
                      <a:pt x="134" y="86"/>
                      <a:pt x="133" y="86"/>
                      <a:pt x="133" y="87"/>
                    </a:cubicBezTo>
                    <a:cubicBezTo>
                      <a:pt x="133" y="88"/>
                      <a:pt x="134" y="88"/>
                      <a:pt x="134" y="89"/>
                    </a:cubicBezTo>
                    <a:cubicBezTo>
                      <a:pt x="135" y="90"/>
                      <a:pt x="136" y="90"/>
                      <a:pt x="137" y="91"/>
                    </a:cubicBezTo>
                    <a:cubicBezTo>
                      <a:pt x="137" y="91"/>
                      <a:pt x="137" y="90"/>
                      <a:pt x="137" y="90"/>
                    </a:cubicBezTo>
                    <a:cubicBezTo>
                      <a:pt x="137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2"/>
                      <a:pt x="138" y="92"/>
                    </a:cubicBezTo>
                    <a:cubicBezTo>
                      <a:pt x="139" y="94"/>
                      <a:pt x="139" y="95"/>
                      <a:pt x="139" y="95"/>
                    </a:cubicBezTo>
                    <a:cubicBezTo>
                      <a:pt x="139" y="96"/>
                      <a:pt x="139" y="97"/>
                      <a:pt x="139" y="97"/>
                    </a:cubicBezTo>
                    <a:cubicBezTo>
                      <a:pt x="139" y="97"/>
                      <a:pt x="140" y="98"/>
                      <a:pt x="140" y="98"/>
                    </a:cubicBezTo>
                    <a:cubicBezTo>
                      <a:pt x="140" y="98"/>
                      <a:pt x="141" y="98"/>
                      <a:pt x="141" y="99"/>
                    </a:cubicBezTo>
                    <a:cubicBezTo>
                      <a:pt x="142" y="99"/>
                      <a:pt x="142" y="100"/>
                      <a:pt x="142" y="100"/>
                    </a:cubicBezTo>
                    <a:cubicBezTo>
                      <a:pt x="142" y="100"/>
                      <a:pt x="141" y="103"/>
                      <a:pt x="142" y="105"/>
                    </a:cubicBezTo>
                    <a:cubicBezTo>
                      <a:pt x="142" y="106"/>
                      <a:pt x="145" y="107"/>
                      <a:pt x="145" y="107"/>
                    </a:cubicBezTo>
                    <a:cubicBezTo>
                      <a:pt x="144" y="107"/>
                      <a:pt x="145" y="107"/>
                      <a:pt x="145" y="107"/>
                    </a:cubicBezTo>
                    <a:cubicBezTo>
                      <a:pt x="139" y="109"/>
                      <a:pt x="135" y="111"/>
                      <a:pt x="134" y="112"/>
                    </a:cubicBezTo>
                    <a:cubicBezTo>
                      <a:pt x="134" y="112"/>
                      <a:pt x="110" y="124"/>
                      <a:pt x="94" y="141"/>
                    </a:cubicBezTo>
                    <a:cubicBezTo>
                      <a:pt x="79" y="157"/>
                      <a:pt x="72" y="171"/>
                      <a:pt x="68" y="181"/>
                    </a:cubicBezTo>
                    <a:cubicBezTo>
                      <a:pt x="67" y="180"/>
                      <a:pt x="67" y="178"/>
                      <a:pt x="66" y="177"/>
                    </a:cubicBezTo>
                    <a:cubicBezTo>
                      <a:pt x="61" y="170"/>
                      <a:pt x="57" y="165"/>
                      <a:pt x="53" y="161"/>
                    </a:cubicBezTo>
                    <a:cubicBezTo>
                      <a:pt x="53" y="161"/>
                      <a:pt x="43" y="145"/>
                      <a:pt x="38" y="131"/>
                    </a:cubicBezTo>
                    <a:cubicBezTo>
                      <a:pt x="33" y="117"/>
                      <a:pt x="31" y="109"/>
                      <a:pt x="30" y="101"/>
                    </a:cubicBezTo>
                    <a:cubicBezTo>
                      <a:pt x="30" y="93"/>
                      <a:pt x="25" y="100"/>
                      <a:pt x="25" y="101"/>
                    </a:cubicBezTo>
                    <a:cubicBezTo>
                      <a:pt x="24" y="102"/>
                      <a:pt x="22" y="106"/>
                      <a:pt x="22" y="107"/>
                    </a:cubicBezTo>
                    <a:cubicBezTo>
                      <a:pt x="21" y="108"/>
                      <a:pt x="21" y="109"/>
                      <a:pt x="21" y="109"/>
                    </a:cubicBezTo>
                    <a:cubicBezTo>
                      <a:pt x="21" y="109"/>
                      <a:pt x="19" y="109"/>
                      <a:pt x="17" y="112"/>
                    </a:cubicBezTo>
                    <a:cubicBezTo>
                      <a:pt x="17" y="112"/>
                      <a:pt x="13" y="123"/>
                      <a:pt x="18" y="137"/>
                    </a:cubicBezTo>
                    <a:cubicBezTo>
                      <a:pt x="22" y="151"/>
                      <a:pt x="26" y="158"/>
                      <a:pt x="27" y="159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5" y="159"/>
                      <a:pt x="17" y="157"/>
                      <a:pt x="13" y="157"/>
                    </a:cubicBezTo>
                    <a:cubicBezTo>
                      <a:pt x="8" y="157"/>
                      <a:pt x="7" y="157"/>
                      <a:pt x="6" y="159"/>
                    </a:cubicBezTo>
                    <a:cubicBezTo>
                      <a:pt x="4" y="160"/>
                      <a:pt x="4" y="161"/>
                      <a:pt x="7" y="164"/>
                    </a:cubicBezTo>
                    <a:cubicBezTo>
                      <a:pt x="11" y="166"/>
                      <a:pt x="27" y="180"/>
                      <a:pt x="33" y="190"/>
                    </a:cubicBezTo>
                    <a:cubicBezTo>
                      <a:pt x="39" y="200"/>
                      <a:pt x="36" y="198"/>
                      <a:pt x="34" y="197"/>
                    </a:cubicBezTo>
                    <a:cubicBezTo>
                      <a:pt x="33" y="197"/>
                      <a:pt x="28" y="194"/>
                      <a:pt x="21" y="193"/>
                    </a:cubicBezTo>
                    <a:cubicBezTo>
                      <a:pt x="15" y="192"/>
                      <a:pt x="13" y="192"/>
                      <a:pt x="10" y="195"/>
                    </a:cubicBezTo>
                    <a:cubicBezTo>
                      <a:pt x="9" y="196"/>
                      <a:pt x="10" y="198"/>
                      <a:pt x="11" y="199"/>
                    </a:cubicBezTo>
                    <a:cubicBezTo>
                      <a:pt x="11" y="199"/>
                      <a:pt x="29" y="211"/>
                      <a:pt x="31" y="212"/>
                    </a:cubicBezTo>
                    <a:cubicBezTo>
                      <a:pt x="33" y="214"/>
                      <a:pt x="34" y="216"/>
                      <a:pt x="33" y="215"/>
                    </a:cubicBezTo>
                    <a:cubicBezTo>
                      <a:pt x="31" y="215"/>
                      <a:pt x="26" y="215"/>
                      <a:pt x="24" y="216"/>
                    </a:cubicBezTo>
                    <a:cubicBezTo>
                      <a:pt x="22" y="217"/>
                      <a:pt x="21" y="219"/>
                      <a:pt x="23" y="221"/>
                    </a:cubicBezTo>
                    <a:cubicBezTo>
                      <a:pt x="24" y="223"/>
                      <a:pt x="33" y="230"/>
                      <a:pt x="40" y="239"/>
                    </a:cubicBezTo>
                    <a:cubicBezTo>
                      <a:pt x="48" y="251"/>
                      <a:pt x="50" y="257"/>
                      <a:pt x="52" y="260"/>
                    </a:cubicBezTo>
                    <a:cubicBezTo>
                      <a:pt x="54" y="264"/>
                      <a:pt x="53" y="265"/>
                      <a:pt x="50" y="263"/>
                    </a:cubicBezTo>
                    <a:cubicBezTo>
                      <a:pt x="47" y="260"/>
                      <a:pt x="38" y="256"/>
                      <a:pt x="35" y="256"/>
                    </a:cubicBezTo>
                    <a:cubicBezTo>
                      <a:pt x="31" y="256"/>
                      <a:pt x="22" y="257"/>
                      <a:pt x="18" y="258"/>
                    </a:cubicBezTo>
                    <a:cubicBezTo>
                      <a:pt x="13" y="260"/>
                      <a:pt x="13" y="261"/>
                      <a:pt x="16" y="262"/>
                    </a:cubicBezTo>
                    <a:cubicBezTo>
                      <a:pt x="19" y="263"/>
                      <a:pt x="21" y="263"/>
                      <a:pt x="22" y="264"/>
                    </a:cubicBezTo>
                    <a:cubicBezTo>
                      <a:pt x="24" y="265"/>
                      <a:pt x="22" y="265"/>
                      <a:pt x="21" y="265"/>
                    </a:cubicBezTo>
                    <a:cubicBezTo>
                      <a:pt x="19" y="265"/>
                      <a:pt x="14" y="264"/>
                      <a:pt x="8" y="267"/>
                    </a:cubicBezTo>
                    <a:cubicBezTo>
                      <a:pt x="2" y="270"/>
                      <a:pt x="2" y="273"/>
                      <a:pt x="0" y="276"/>
                    </a:cubicBezTo>
                    <a:cubicBezTo>
                      <a:pt x="0" y="278"/>
                      <a:pt x="1" y="279"/>
                      <a:pt x="4" y="279"/>
                    </a:cubicBezTo>
                    <a:cubicBezTo>
                      <a:pt x="7" y="278"/>
                      <a:pt x="21" y="278"/>
                      <a:pt x="26" y="280"/>
                    </a:cubicBezTo>
                    <a:cubicBezTo>
                      <a:pt x="30" y="281"/>
                      <a:pt x="31" y="282"/>
                      <a:pt x="29" y="283"/>
                    </a:cubicBezTo>
                    <a:cubicBezTo>
                      <a:pt x="27" y="283"/>
                      <a:pt x="23" y="286"/>
                      <a:pt x="20" y="288"/>
                    </a:cubicBezTo>
                    <a:cubicBezTo>
                      <a:pt x="18" y="291"/>
                      <a:pt x="16" y="293"/>
                      <a:pt x="18" y="292"/>
                    </a:cubicBezTo>
                    <a:cubicBezTo>
                      <a:pt x="21" y="292"/>
                      <a:pt x="27" y="292"/>
                      <a:pt x="39" y="297"/>
                    </a:cubicBezTo>
                    <a:cubicBezTo>
                      <a:pt x="52" y="303"/>
                      <a:pt x="64" y="311"/>
                      <a:pt x="68" y="315"/>
                    </a:cubicBezTo>
                    <a:cubicBezTo>
                      <a:pt x="72" y="319"/>
                      <a:pt x="71" y="319"/>
                      <a:pt x="69" y="319"/>
                    </a:cubicBezTo>
                    <a:cubicBezTo>
                      <a:pt x="66" y="318"/>
                      <a:pt x="60" y="315"/>
                      <a:pt x="54" y="316"/>
                    </a:cubicBezTo>
                    <a:cubicBezTo>
                      <a:pt x="48" y="316"/>
                      <a:pt x="39" y="317"/>
                      <a:pt x="34" y="320"/>
                    </a:cubicBezTo>
                    <a:cubicBezTo>
                      <a:pt x="30" y="323"/>
                      <a:pt x="31" y="324"/>
                      <a:pt x="33" y="324"/>
                    </a:cubicBezTo>
                    <a:cubicBezTo>
                      <a:pt x="36" y="324"/>
                      <a:pt x="52" y="329"/>
                      <a:pt x="59" y="331"/>
                    </a:cubicBezTo>
                    <a:cubicBezTo>
                      <a:pt x="65" y="333"/>
                      <a:pt x="72" y="336"/>
                      <a:pt x="76" y="338"/>
                    </a:cubicBezTo>
                    <a:cubicBezTo>
                      <a:pt x="79" y="340"/>
                      <a:pt x="72" y="343"/>
                      <a:pt x="69" y="345"/>
                    </a:cubicBezTo>
                    <a:cubicBezTo>
                      <a:pt x="67" y="347"/>
                      <a:pt x="69" y="347"/>
                      <a:pt x="70" y="348"/>
                    </a:cubicBezTo>
                    <a:cubicBezTo>
                      <a:pt x="72" y="349"/>
                      <a:pt x="79" y="347"/>
                      <a:pt x="79" y="348"/>
                    </a:cubicBezTo>
                    <a:cubicBezTo>
                      <a:pt x="80" y="350"/>
                      <a:pt x="75" y="350"/>
                      <a:pt x="72" y="355"/>
                    </a:cubicBezTo>
                    <a:cubicBezTo>
                      <a:pt x="69" y="359"/>
                      <a:pt x="67" y="362"/>
                      <a:pt x="67" y="366"/>
                    </a:cubicBezTo>
                    <a:cubicBezTo>
                      <a:pt x="67" y="370"/>
                      <a:pt x="68" y="367"/>
                      <a:pt x="69" y="366"/>
                    </a:cubicBezTo>
                    <a:cubicBezTo>
                      <a:pt x="71" y="365"/>
                      <a:pt x="77" y="362"/>
                      <a:pt x="80" y="360"/>
                    </a:cubicBezTo>
                    <a:cubicBezTo>
                      <a:pt x="82" y="359"/>
                      <a:pt x="86" y="357"/>
                      <a:pt x="88" y="357"/>
                    </a:cubicBezTo>
                    <a:cubicBezTo>
                      <a:pt x="91" y="356"/>
                      <a:pt x="86" y="362"/>
                      <a:pt x="88" y="364"/>
                    </a:cubicBezTo>
                    <a:cubicBezTo>
                      <a:pt x="90" y="366"/>
                      <a:pt x="94" y="365"/>
                      <a:pt x="98" y="363"/>
                    </a:cubicBezTo>
                    <a:cubicBezTo>
                      <a:pt x="101" y="362"/>
                      <a:pt x="105" y="359"/>
                      <a:pt x="106" y="360"/>
                    </a:cubicBezTo>
                    <a:cubicBezTo>
                      <a:pt x="108" y="361"/>
                      <a:pt x="102" y="366"/>
                      <a:pt x="105" y="368"/>
                    </a:cubicBezTo>
                    <a:cubicBezTo>
                      <a:pt x="109" y="371"/>
                      <a:pt x="120" y="368"/>
                      <a:pt x="120" y="368"/>
                    </a:cubicBezTo>
                    <a:cubicBezTo>
                      <a:pt x="146" y="366"/>
                      <a:pt x="155" y="384"/>
                      <a:pt x="156" y="388"/>
                    </a:cubicBezTo>
                    <a:cubicBezTo>
                      <a:pt x="156" y="392"/>
                      <a:pt x="152" y="394"/>
                      <a:pt x="150" y="395"/>
                    </a:cubicBezTo>
                    <a:cubicBezTo>
                      <a:pt x="148" y="395"/>
                      <a:pt x="151" y="398"/>
                      <a:pt x="161" y="399"/>
                    </a:cubicBezTo>
                    <a:cubicBezTo>
                      <a:pt x="166" y="399"/>
                      <a:pt x="175" y="398"/>
                      <a:pt x="180" y="386"/>
                    </a:cubicBezTo>
                    <a:cubicBezTo>
                      <a:pt x="184" y="376"/>
                      <a:pt x="172" y="358"/>
                      <a:pt x="171" y="356"/>
                    </a:cubicBezTo>
                    <a:cubicBezTo>
                      <a:pt x="170" y="355"/>
                      <a:pt x="169" y="353"/>
                      <a:pt x="168" y="352"/>
                    </a:cubicBezTo>
                    <a:cubicBezTo>
                      <a:pt x="171" y="354"/>
                      <a:pt x="173" y="355"/>
                      <a:pt x="175" y="356"/>
                    </a:cubicBezTo>
                    <a:cubicBezTo>
                      <a:pt x="177" y="358"/>
                      <a:pt x="182" y="362"/>
                      <a:pt x="187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94" y="362"/>
                      <a:pt x="197" y="358"/>
                      <a:pt x="200" y="357"/>
                    </a:cubicBezTo>
                    <a:cubicBezTo>
                      <a:pt x="201" y="356"/>
                      <a:pt x="202" y="355"/>
                      <a:pt x="203" y="355"/>
                    </a:cubicBezTo>
                    <a:cubicBezTo>
                      <a:pt x="203" y="355"/>
                      <a:pt x="203" y="356"/>
                      <a:pt x="203" y="356"/>
                    </a:cubicBezTo>
                    <a:cubicBezTo>
                      <a:pt x="202" y="358"/>
                      <a:pt x="190" y="376"/>
                      <a:pt x="194" y="386"/>
                    </a:cubicBezTo>
                    <a:cubicBezTo>
                      <a:pt x="199" y="397"/>
                      <a:pt x="208" y="398"/>
                      <a:pt x="214" y="398"/>
                    </a:cubicBezTo>
                    <a:cubicBezTo>
                      <a:pt x="223" y="398"/>
                      <a:pt x="227" y="395"/>
                      <a:pt x="224" y="394"/>
                    </a:cubicBezTo>
                    <a:cubicBezTo>
                      <a:pt x="222" y="393"/>
                      <a:pt x="218" y="392"/>
                      <a:pt x="219" y="387"/>
                    </a:cubicBezTo>
                    <a:cubicBezTo>
                      <a:pt x="219" y="383"/>
                      <a:pt x="228" y="366"/>
                      <a:pt x="255" y="368"/>
                    </a:cubicBezTo>
                    <a:cubicBezTo>
                      <a:pt x="255" y="368"/>
                      <a:pt x="265" y="371"/>
                      <a:pt x="269" y="368"/>
                    </a:cubicBezTo>
                    <a:cubicBezTo>
                      <a:pt x="272" y="365"/>
                      <a:pt x="267" y="361"/>
                      <a:pt x="268" y="360"/>
                    </a:cubicBezTo>
                    <a:cubicBezTo>
                      <a:pt x="269" y="358"/>
                      <a:pt x="273" y="361"/>
                      <a:pt x="277" y="363"/>
                    </a:cubicBezTo>
                    <a:cubicBezTo>
                      <a:pt x="280" y="365"/>
                      <a:pt x="284" y="365"/>
                      <a:pt x="286" y="363"/>
                    </a:cubicBezTo>
                    <a:cubicBezTo>
                      <a:pt x="288" y="362"/>
                      <a:pt x="283" y="356"/>
                      <a:pt x="286" y="356"/>
                    </a:cubicBezTo>
                    <a:cubicBezTo>
                      <a:pt x="288" y="357"/>
                      <a:pt x="292" y="359"/>
                      <a:pt x="294" y="360"/>
                    </a:cubicBezTo>
                    <a:cubicBezTo>
                      <a:pt x="297" y="361"/>
                      <a:pt x="304" y="364"/>
                      <a:pt x="305" y="365"/>
                    </a:cubicBezTo>
                    <a:cubicBezTo>
                      <a:pt x="306" y="366"/>
                      <a:pt x="307" y="369"/>
                      <a:pt x="307" y="365"/>
                    </a:cubicBezTo>
                    <a:cubicBezTo>
                      <a:pt x="307" y="362"/>
                      <a:pt x="305" y="359"/>
                      <a:pt x="302" y="354"/>
                    </a:cubicBezTo>
                    <a:cubicBezTo>
                      <a:pt x="299" y="350"/>
                      <a:pt x="294" y="349"/>
                      <a:pt x="295" y="348"/>
                    </a:cubicBezTo>
                    <a:cubicBezTo>
                      <a:pt x="295" y="346"/>
                      <a:pt x="301" y="347"/>
                      <a:pt x="302" y="347"/>
                    </a:cubicBezTo>
                    <a:cubicBezTo>
                      <a:pt x="304" y="346"/>
                      <a:pt x="308" y="347"/>
                      <a:pt x="306" y="345"/>
                    </a:cubicBezTo>
                    <a:cubicBezTo>
                      <a:pt x="304" y="343"/>
                      <a:pt x="297" y="338"/>
                      <a:pt x="299" y="337"/>
                    </a:cubicBezTo>
                    <a:cubicBezTo>
                      <a:pt x="303" y="336"/>
                      <a:pt x="309" y="332"/>
                      <a:pt x="315" y="330"/>
                    </a:cubicBezTo>
                    <a:cubicBezTo>
                      <a:pt x="322" y="328"/>
                      <a:pt x="338" y="323"/>
                      <a:pt x="341" y="323"/>
                    </a:cubicBezTo>
                    <a:cubicBezTo>
                      <a:pt x="343" y="323"/>
                      <a:pt x="344" y="322"/>
                      <a:pt x="340" y="319"/>
                    </a:cubicBezTo>
                    <a:cubicBezTo>
                      <a:pt x="335" y="317"/>
                      <a:pt x="326" y="316"/>
                      <a:pt x="320" y="315"/>
                    </a:cubicBezTo>
                    <a:cubicBezTo>
                      <a:pt x="314" y="315"/>
                      <a:pt x="308" y="318"/>
                      <a:pt x="305" y="318"/>
                    </a:cubicBezTo>
                    <a:cubicBezTo>
                      <a:pt x="303" y="319"/>
                      <a:pt x="302" y="318"/>
                      <a:pt x="306" y="314"/>
                    </a:cubicBezTo>
                    <a:cubicBezTo>
                      <a:pt x="310" y="311"/>
                      <a:pt x="322" y="302"/>
                      <a:pt x="335" y="297"/>
                    </a:cubicBezTo>
                    <a:cubicBezTo>
                      <a:pt x="347" y="291"/>
                      <a:pt x="353" y="292"/>
                      <a:pt x="356" y="292"/>
                    </a:cubicBezTo>
                    <a:cubicBezTo>
                      <a:pt x="358" y="292"/>
                      <a:pt x="356" y="290"/>
                      <a:pt x="354" y="288"/>
                    </a:cubicBezTo>
                    <a:cubicBezTo>
                      <a:pt x="351" y="285"/>
                      <a:pt x="347" y="283"/>
                      <a:pt x="345" y="282"/>
                    </a:cubicBezTo>
                    <a:cubicBezTo>
                      <a:pt x="343" y="282"/>
                      <a:pt x="344" y="281"/>
                      <a:pt x="348" y="280"/>
                    </a:cubicBezTo>
                    <a:cubicBezTo>
                      <a:pt x="352" y="278"/>
                      <a:pt x="367" y="278"/>
                      <a:pt x="370" y="279"/>
                    </a:cubicBezTo>
                    <a:cubicBezTo>
                      <a:pt x="373" y="279"/>
                      <a:pt x="374" y="278"/>
                      <a:pt x="373" y="276"/>
                    </a:cubicBezTo>
                    <a:cubicBezTo>
                      <a:pt x="372" y="272"/>
                      <a:pt x="371" y="269"/>
                      <a:pt x="366" y="267"/>
                    </a:cubicBezTo>
                    <a:moveTo>
                      <a:pt x="235" y="95"/>
                    </a:moveTo>
                    <a:cubicBezTo>
                      <a:pt x="235" y="96"/>
                      <a:pt x="234" y="96"/>
                      <a:pt x="234" y="97"/>
                    </a:cubicBezTo>
                    <a:cubicBezTo>
                      <a:pt x="234" y="97"/>
                      <a:pt x="234" y="97"/>
                      <a:pt x="234" y="97"/>
                    </a:cubicBezTo>
                    <a:cubicBezTo>
                      <a:pt x="232" y="97"/>
                      <a:pt x="232" y="97"/>
                      <a:pt x="232" y="97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34" y="91"/>
                      <a:pt x="234" y="91"/>
                      <a:pt x="234" y="91"/>
                    </a:cubicBezTo>
                    <a:cubicBezTo>
                      <a:pt x="235" y="91"/>
                      <a:pt x="235" y="91"/>
                      <a:pt x="235" y="91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6" y="93"/>
                      <a:pt x="235" y="94"/>
                      <a:pt x="235" y="95"/>
                    </a:cubicBezTo>
                    <a:moveTo>
                      <a:pt x="151" y="91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7" y="87"/>
                      <a:pt x="149" y="86"/>
                      <a:pt x="154" y="85"/>
                    </a:cubicBezTo>
                    <a:cubicBezTo>
                      <a:pt x="157" y="84"/>
                      <a:pt x="159" y="84"/>
                      <a:pt x="161" y="83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64" y="92"/>
                      <a:pt x="164" y="92"/>
                      <a:pt x="164" y="92"/>
                    </a:cubicBezTo>
                    <a:cubicBezTo>
                      <a:pt x="163" y="92"/>
                      <a:pt x="162" y="93"/>
                      <a:pt x="161" y="93"/>
                    </a:cubicBezTo>
                    <a:cubicBezTo>
                      <a:pt x="159" y="93"/>
                      <a:pt x="150" y="96"/>
                      <a:pt x="147" y="97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1" y="91"/>
                    </a:lnTo>
                    <a:close/>
                    <a:moveTo>
                      <a:pt x="228" y="96"/>
                    </a:moveTo>
                    <a:cubicBezTo>
                      <a:pt x="224" y="95"/>
                      <a:pt x="216" y="93"/>
                      <a:pt x="214" y="93"/>
                    </a:cubicBezTo>
                    <a:cubicBezTo>
                      <a:pt x="214" y="93"/>
                      <a:pt x="213" y="92"/>
                      <a:pt x="211" y="92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6" y="84"/>
                      <a:pt x="219" y="84"/>
                      <a:pt x="222" y="85"/>
                    </a:cubicBezTo>
                    <a:cubicBezTo>
                      <a:pt x="226" y="86"/>
                      <a:pt x="228" y="87"/>
                      <a:pt x="232" y="89"/>
                    </a:cubicBezTo>
                    <a:cubicBezTo>
                      <a:pt x="224" y="91"/>
                      <a:pt x="224" y="91"/>
                      <a:pt x="224" y="91"/>
                    </a:cubicBezTo>
                    <a:cubicBezTo>
                      <a:pt x="223" y="92"/>
                      <a:pt x="223" y="92"/>
                      <a:pt x="223" y="92"/>
                    </a:cubicBezTo>
                    <a:lnTo>
                      <a:pt x="228" y="96"/>
                    </a:lnTo>
                    <a:close/>
                    <a:moveTo>
                      <a:pt x="217" y="88"/>
                    </a:moveTo>
                    <a:cubicBezTo>
                      <a:pt x="210" y="90"/>
                      <a:pt x="210" y="90"/>
                      <a:pt x="210" y="90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11" y="83"/>
                      <a:pt x="211" y="83"/>
                      <a:pt x="211" y="83"/>
                    </a:cubicBezTo>
                    <a:cubicBezTo>
                      <a:pt x="211" y="83"/>
                      <a:pt x="211" y="83"/>
                      <a:pt x="211" y="83"/>
                    </a:cubicBezTo>
                    <a:lnTo>
                      <a:pt x="217" y="88"/>
                    </a:lnTo>
                    <a:close/>
                    <a:moveTo>
                      <a:pt x="201" y="85"/>
                    </a:moveTo>
                    <a:cubicBezTo>
                      <a:pt x="200" y="86"/>
                      <a:pt x="200" y="86"/>
                      <a:pt x="200" y="86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3" y="90"/>
                      <a:pt x="195" y="89"/>
                      <a:pt x="188" y="89"/>
                    </a:cubicBezTo>
                    <a:cubicBezTo>
                      <a:pt x="197" y="85"/>
                      <a:pt x="197" y="85"/>
                      <a:pt x="197" y="85"/>
                    </a:cubicBezTo>
                    <a:cubicBezTo>
                      <a:pt x="197" y="83"/>
                      <a:pt x="197" y="83"/>
                      <a:pt x="197" y="83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6" y="80"/>
                      <a:pt x="202" y="80"/>
                      <a:pt x="206" y="81"/>
                    </a:cubicBezTo>
                    <a:cubicBezTo>
                      <a:pt x="207" y="81"/>
                      <a:pt x="208" y="81"/>
                      <a:pt x="209" y="82"/>
                    </a:cubicBezTo>
                    <a:lnTo>
                      <a:pt x="201" y="85"/>
                    </a:lnTo>
                    <a:close/>
                    <a:moveTo>
                      <a:pt x="194" y="84"/>
                    </a:moveTo>
                    <a:cubicBezTo>
                      <a:pt x="194" y="84"/>
                      <a:pt x="194" y="84"/>
                      <a:pt x="194" y="84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1" y="84"/>
                      <a:pt x="181" y="84"/>
                      <a:pt x="181" y="84"/>
                    </a:cubicBezTo>
                    <a:cubicBezTo>
                      <a:pt x="187" y="80"/>
                      <a:pt x="187" y="80"/>
                      <a:pt x="187" y="80"/>
                    </a:cubicBezTo>
                    <a:cubicBezTo>
                      <a:pt x="187" y="80"/>
                      <a:pt x="187" y="80"/>
                      <a:pt x="187" y="80"/>
                    </a:cubicBezTo>
                    <a:lnTo>
                      <a:pt x="194" y="84"/>
                    </a:lnTo>
                    <a:close/>
                    <a:moveTo>
                      <a:pt x="177" y="83"/>
                    </a:move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5"/>
                      <a:pt x="178" y="85"/>
                      <a:pt x="178" y="85"/>
                    </a:cubicBezTo>
                    <a:cubicBezTo>
                      <a:pt x="187" y="89"/>
                      <a:pt x="187" y="89"/>
                      <a:pt x="187" y="89"/>
                    </a:cubicBezTo>
                    <a:cubicBezTo>
                      <a:pt x="187" y="89"/>
                      <a:pt x="186" y="89"/>
                      <a:pt x="186" y="89"/>
                    </a:cubicBezTo>
                    <a:cubicBezTo>
                      <a:pt x="179" y="89"/>
                      <a:pt x="172" y="91"/>
                      <a:pt x="167" y="92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2"/>
                      <a:pt x="169" y="81"/>
                      <a:pt x="170" y="81"/>
                    </a:cubicBezTo>
                    <a:cubicBezTo>
                      <a:pt x="174" y="80"/>
                      <a:pt x="181" y="80"/>
                      <a:pt x="184" y="79"/>
                    </a:cubicBezTo>
                    <a:lnTo>
                      <a:pt x="177" y="83"/>
                    </a:lnTo>
                    <a:close/>
                    <a:moveTo>
                      <a:pt x="171" y="86"/>
                    </a:moveTo>
                    <a:cubicBezTo>
                      <a:pt x="171" y="86"/>
                      <a:pt x="171" y="86"/>
                      <a:pt x="171" y="86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64" y="83"/>
                      <a:pt x="164" y="83"/>
                      <a:pt x="164" y="83"/>
                    </a:cubicBezTo>
                    <a:cubicBezTo>
                      <a:pt x="164" y="83"/>
                      <a:pt x="164" y="83"/>
                      <a:pt x="164" y="83"/>
                    </a:cubicBezTo>
                    <a:lnTo>
                      <a:pt x="171" y="86"/>
                    </a:lnTo>
                    <a:close/>
                    <a:moveTo>
                      <a:pt x="148" y="100"/>
                    </a:moveTo>
                    <a:cubicBezTo>
                      <a:pt x="151" y="98"/>
                      <a:pt x="172" y="93"/>
                      <a:pt x="187" y="93"/>
                    </a:cubicBezTo>
                    <a:cubicBezTo>
                      <a:pt x="207" y="93"/>
                      <a:pt x="219" y="97"/>
                      <a:pt x="229" y="101"/>
                    </a:cubicBezTo>
                    <a:cubicBezTo>
                      <a:pt x="230" y="101"/>
                      <a:pt x="230" y="103"/>
                      <a:pt x="230" y="104"/>
                    </a:cubicBezTo>
                    <a:cubicBezTo>
                      <a:pt x="229" y="105"/>
                      <a:pt x="228" y="105"/>
                      <a:pt x="226" y="105"/>
                    </a:cubicBezTo>
                    <a:cubicBezTo>
                      <a:pt x="223" y="103"/>
                      <a:pt x="205" y="98"/>
                      <a:pt x="188" y="98"/>
                    </a:cubicBezTo>
                    <a:cubicBezTo>
                      <a:pt x="171" y="98"/>
                      <a:pt x="153" y="103"/>
                      <a:pt x="150" y="104"/>
                    </a:cubicBezTo>
                    <a:cubicBezTo>
                      <a:pt x="149" y="105"/>
                      <a:pt x="147" y="105"/>
                      <a:pt x="146" y="103"/>
                    </a:cubicBezTo>
                    <a:cubicBezTo>
                      <a:pt x="146" y="102"/>
                      <a:pt x="147" y="101"/>
                      <a:pt x="148" y="100"/>
                    </a:cubicBezTo>
                    <a:moveTo>
                      <a:pt x="243" y="81"/>
                    </a:moveTo>
                    <a:cubicBezTo>
                      <a:pt x="241" y="81"/>
                      <a:pt x="240" y="80"/>
                      <a:pt x="240" y="78"/>
                    </a:cubicBezTo>
                    <a:cubicBezTo>
                      <a:pt x="240" y="76"/>
                      <a:pt x="241" y="75"/>
                      <a:pt x="243" y="75"/>
                    </a:cubicBezTo>
                    <a:cubicBezTo>
                      <a:pt x="245" y="75"/>
                      <a:pt x="246" y="76"/>
                      <a:pt x="246" y="78"/>
                    </a:cubicBezTo>
                    <a:cubicBezTo>
                      <a:pt x="246" y="80"/>
                      <a:pt x="245" y="81"/>
                      <a:pt x="243" y="81"/>
                    </a:cubicBezTo>
                    <a:moveTo>
                      <a:pt x="259" y="62"/>
                    </a:moveTo>
                    <a:cubicBezTo>
                      <a:pt x="259" y="64"/>
                      <a:pt x="258" y="65"/>
                      <a:pt x="256" y="65"/>
                    </a:cubicBezTo>
                    <a:cubicBezTo>
                      <a:pt x="254" y="65"/>
                      <a:pt x="253" y="64"/>
                      <a:pt x="253" y="62"/>
                    </a:cubicBezTo>
                    <a:cubicBezTo>
                      <a:pt x="253" y="60"/>
                      <a:pt x="254" y="59"/>
                      <a:pt x="256" y="59"/>
                    </a:cubicBezTo>
                    <a:cubicBezTo>
                      <a:pt x="258" y="59"/>
                      <a:pt x="259" y="60"/>
                      <a:pt x="259" y="62"/>
                    </a:cubicBezTo>
                    <a:moveTo>
                      <a:pt x="254" y="49"/>
                    </a:moveTo>
                    <a:cubicBezTo>
                      <a:pt x="255" y="49"/>
                      <a:pt x="257" y="50"/>
                      <a:pt x="257" y="52"/>
                    </a:cubicBezTo>
                    <a:cubicBezTo>
                      <a:pt x="257" y="54"/>
                      <a:pt x="255" y="55"/>
                      <a:pt x="254" y="55"/>
                    </a:cubicBezTo>
                    <a:cubicBezTo>
                      <a:pt x="252" y="55"/>
                      <a:pt x="251" y="54"/>
                      <a:pt x="251" y="52"/>
                    </a:cubicBezTo>
                    <a:cubicBezTo>
                      <a:pt x="251" y="50"/>
                      <a:pt x="252" y="49"/>
                      <a:pt x="254" y="49"/>
                    </a:cubicBezTo>
                    <a:moveTo>
                      <a:pt x="250" y="68"/>
                    </a:moveTo>
                    <a:cubicBezTo>
                      <a:pt x="251" y="68"/>
                      <a:pt x="253" y="69"/>
                      <a:pt x="253" y="71"/>
                    </a:cubicBezTo>
                    <a:cubicBezTo>
                      <a:pt x="253" y="73"/>
                      <a:pt x="251" y="74"/>
                      <a:pt x="250" y="74"/>
                    </a:cubicBezTo>
                    <a:cubicBezTo>
                      <a:pt x="248" y="74"/>
                      <a:pt x="247" y="73"/>
                      <a:pt x="247" y="71"/>
                    </a:cubicBezTo>
                    <a:cubicBezTo>
                      <a:pt x="247" y="69"/>
                      <a:pt x="248" y="68"/>
                      <a:pt x="250" y="68"/>
                    </a:cubicBezTo>
                    <a:moveTo>
                      <a:pt x="245" y="41"/>
                    </a:moveTo>
                    <a:cubicBezTo>
                      <a:pt x="247" y="41"/>
                      <a:pt x="249" y="42"/>
                      <a:pt x="249" y="44"/>
                    </a:cubicBezTo>
                    <a:cubicBezTo>
                      <a:pt x="249" y="46"/>
                      <a:pt x="247" y="47"/>
                      <a:pt x="245" y="47"/>
                    </a:cubicBezTo>
                    <a:cubicBezTo>
                      <a:pt x="244" y="47"/>
                      <a:pt x="242" y="46"/>
                      <a:pt x="242" y="44"/>
                    </a:cubicBezTo>
                    <a:cubicBezTo>
                      <a:pt x="242" y="42"/>
                      <a:pt x="244" y="41"/>
                      <a:pt x="245" y="41"/>
                    </a:cubicBezTo>
                    <a:moveTo>
                      <a:pt x="239" y="49"/>
                    </a:moveTo>
                    <a:cubicBezTo>
                      <a:pt x="239" y="48"/>
                      <a:pt x="239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41" y="48"/>
                      <a:pt x="244" y="51"/>
                      <a:pt x="246" y="52"/>
                    </a:cubicBezTo>
                    <a:cubicBezTo>
                      <a:pt x="247" y="53"/>
                      <a:pt x="248" y="55"/>
                      <a:pt x="249" y="57"/>
                    </a:cubicBezTo>
                    <a:cubicBezTo>
                      <a:pt x="249" y="58"/>
                      <a:pt x="249" y="58"/>
                      <a:pt x="249" y="59"/>
                    </a:cubicBezTo>
                    <a:cubicBezTo>
                      <a:pt x="249" y="60"/>
                      <a:pt x="249" y="60"/>
                      <a:pt x="248" y="62"/>
                    </a:cubicBezTo>
                    <a:cubicBezTo>
                      <a:pt x="247" y="64"/>
                      <a:pt x="245" y="68"/>
                      <a:pt x="242" y="70"/>
                    </a:cubicBezTo>
                    <a:cubicBezTo>
                      <a:pt x="240" y="73"/>
                      <a:pt x="237" y="75"/>
                      <a:pt x="237" y="76"/>
                    </a:cubicBezTo>
                    <a:cubicBezTo>
                      <a:pt x="236" y="76"/>
                      <a:pt x="236" y="77"/>
                      <a:pt x="235" y="78"/>
                    </a:cubicBezTo>
                    <a:cubicBezTo>
                      <a:pt x="235" y="78"/>
                      <a:pt x="235" y="79"/>
                      <a:pt x="235" y="79"/>
                    </a:cubicBezTo>
                    <a:cubicBezTo>
                      <a:pt x="234" y="79"/>
                      <a:pt x="233" y="78"/>
                      <a:pt x="231" y="78"/>
                    </a:cubicBezTo>
                    <a:cubicBezTo>
                      <a:pt x="230" y="77"/>
                      <a:pt x="229" y="77"/>
                      <a:pt x="228" y="77"/>
                    </a:cubicBezTo>
                    <a:cubicBezTo>
                      <a:pt x="229" y="76"/>
                      <a:pt x="229" y="76"/>
                      <a:pt x="229" y="76"/>
                    </a:cubicBezTo>
                    <a:cubicBezTo>
                      <a:pt x="233" y="73"/>
                      <a:pt x="236" y="66"/>
                      <a:pt x="237" y="63"/>
                    </a:cubicBezTo>
                    <a:cubicBezTo>
                      <a:pt x="239" y="58"/>
                      <a:pt x="239" y="53"/>
                      <a:pt x="239" y="50"/>
                    </a:cubicBezTo>
                    <a:cubicBezTo>
                      <a:pt x="239" y="49"/>
                      <a:pt x="239" y="49"/>
                      <a:pt x="239" y="49"/>
                    </a:cubicBezTo>
                    <a:moveTo>
                      <a:pt x="230" y="60"/>
                    </a:moveTo>
                    <a:cubicBezTo>
                      <a:pt x="231" y="60"/>
                      <a:pt x="233" y="61"/>
                      <a:pt x="233" y="63"/>
                    </a:cubicBezTo>
                    <a:cubicBezTo>
                      <a:pt x="233" y="65"/>
                      <a:pt x="231" y="66"/>
                      <a:pt x="230" y="66"/>
                    </a:cubicBezTo>
                    <a:cubicBezTo>
                      <a:pt x="228" y="66"/>
                      <a:pt x="226" y="65"/>
                      <a:pt x="226" y="63"/>
                    </a:cubicBezTo>
                    <a:cubicBezTo>
                      <a:pt x="226" y="61"/>
                      <a:pt x="228" y="60"/>
                      <a:pt x="230" y="60"/>
                    </a:cubicBezTo>
                    <a:moveTo>
                      <a:pt x="229" y="55"/>
                    </a:moveTo>
                    <a:cubicBezTo>
                      <a:pt x="229" y="53"/>
                      <a:pt x="230" y="52"/>
                      <a:pt x="232" y="52"/>
                    </a:cubicBezTo>
                    <a:cubicBezTo>
                      <a:pt x="233" y="52"/>
                      <a:pt x="235" y="53"/>
                      <a:pt x="235" y="55"/>
                    </a:cubicBezTo>
                    <a:cubicBezTo>
                      <a:pt x="235" y="57"/>
                      <a:pt x="233" y="58"/>
                      <a:pt x="232" y="58"/>
                    </a:cubicBezTo>
                    <a:cubicBezTo>
                      <a:pt x="230" y="58"/>
                      <a:pt x="229" y="57"/>
                      <a:pt x="229" y="55"/>
                    </a:cubicBezTo>
                    <a:moveTo>
                      <a:pt x="229" y="70"/>
                    </a:moveTo>
                    <a:cubicBezTo>
                      <a:pt x="229" y="72"/>
                      <a:pt x="227" y="74"/>
                      <a:pt x="226" y="74"/>
                    </a:cubicBezTo>
                    <a:cubicBezTo>
                      <a:pt x="224" y="74"/>
                      <a:pt x="222" y="72"/>
                      <a:pt x="222" y="70"/>
                    </a:cubicBezTo>
                    <a:cubicBezTo>
                      <a:pt x="222" y="69"/>
                      <a:pt x="224" y="67"/>
                      <a:pt x="226" y="67"/>
                    </a:cubicBezTo>
                    <a:cubicBezTo>
                      <a:pt x="227" y="67"/>
                      <a:pt x="229" y="69"/>
                      <a:pt x="229" y="70"/>
                    </a:cubicBezTo>
                    <a:moveTo>
                      <a:pt x="235" y="36"/>
                    </a:moveTo>
                    <a:cubicBezTo>
                      <a:pt x="236" y="36"/>
                      <a:pt x="238" y="37"/>
                      <a:pt x="238" y="39"/>
                    </a:cubicBezTo>
                    <a:cubicBezTo>
                      <a:pt x="238" y="41"/>
                      <a:pt x="236" y="42"/>
                      <a:pt x="235" y="42"/>
                    </a:cubicBezTo>
                    <a:cubicBezTo>
                      <a:pt x="233" y="42"/>
                      <a:pt x="232" y="41"/>
                      <a:pt x="232" y="39"/>
                    </a:cubicBezTo>
                    <a:cubicBezTo>
                      <a:pt x="232" y="37"/>
                      <a:pt x="233" y="36"/>
                      <a:pt x="235" y="36"/>
                    </a:cubicBezTo>
                    <a:moveTo>
                      <a:pt x="231" y="43"/>
                    </a:moveTo>
                    <a:cubicBezTo>
                      <a:pt x="233" y="43"/>
                      <a:pt x="234" y="44"/>
                      <a:pt x="234" y="46"/>
                    </a:cubicBezTo>
                    <a:cubicBezTo>
                      <a:pt x="234" y="48"/>
                      <a:pt x="233" y="49"/>
                      <a:pt x="231" y="49"/>
                    </a:cubicBezTo>
                    <a:cubicBezTo>
                      <a:pt x="229" y="49"/>
                      <a:pt x="228" y="48"/>
                      <a:pt x="228" y="46"/>
                    </a:cubicBezTo>
                    <a:cubicBezTo>
                      <a:pt x="228" y="44"/>
                      <a:pt x="229" y="43"/>
                      <a:pt x="231" y="43"/>
                    </a:cubicBezTo>
                    <a:moveTo>
                      <a:pt x="227" y="37"/>
                    </a:moveTo>
                    <a:cubicBezTo>
                      <a:pt x="228" y="37"/>
                      <a:pt x="230" y="38"/>
                      <a:pt x="230" y="40"/>
                    </a:cubicBezTo>
                    <a:cubicBezTo>
                      <a:pt x="230" y="41"/>
                      <a:pt x="228" y="43"/>
                      <a:pt x="227" y="43"/>
                    </a:cubicBezTo>
                    <a:cubicBezTo>
                      <a:pt x="225" y="43"/>
                      <a:pt x="224" y="41"/>
                      <a:pt x="224" y="40"/>
                    </a:cubicBezTo>
                    <a:cubicBezTo>
                      <a:pt x="224" y="38"/>
                      <a:pt x="225" y="37"/>
                      <a:pt x="227" y="37"/>
                    </a:cubicBezTo>
                    <a:moveTo>
                      <a:pt x="222" y="33"/>
                    </a:moveTo>
                    <a:cubicBezTo>
                      <a:pt x="223" y="33"/>
                      <a:pt x="225" y="34"/>
                      <a:pt x="225" y="35"/>
                    </a:cubicBezTo>
                    <a:cubicBezTo>
                      <a:pt x="225" y="37"/>
                      <a:pt x="223" y="38"/>
                      <a:pt x="222" y="38"/>
                    </a:cubicBezTo>
                    <a:cubicBezTo>
                      <a:pt x="221" y="38"/>
                      <a:pt x="219" y="37"/>
                      <a:pt x="219" y="35"/>
                    </a:cubicBezTo>
                    <a:cubicBezTo>
                      <a:pt x="219" y="34"/>
                      <a:pt x="221" y="33"/>
                      <a:pt x="222" y="33"/>
                    </a:cubicBezTo>
                    <a:moveTo>
                      <a:pt x="216" y="31"/>
                    </a:moveTo>
                    <a:cubicBezTo>
                      <a:pt x="218" y="31"/>
                      <a:pt x="218" y="32"/>
                      <a:pt x="218" y="33"/>
                    </a:cubicBezTo>
                    <a:cubicBezTo>
                      <a:pt x="218" y="34"/>
                      <a:pt x="218" y="35"/>
                      <a:pt x="216" y="35"/>
                    </a:cubicBezTo>
                    <a:cubicBezTo>
                      <a:pt x="215" y="35"/>
                      <a:pt x="214" y="34"/>
                      <a:pt x="214" y="33"/>
                    </a:cubicBezTo>
                    <a:cubicBezTo>
                      <a:pt x="214" y="32"/>
                      <a:pt x="215" y="31"/>
                      <a:pt x="216" y="31"/>
                    </a:cubicBezTo>
                    <a:moveTo>
                      <a:pt x="211" y="30"/>
                    </a:moveTo>
                    <a:cubicBezTo>
                      <a:pt x="212" y="30"/>
                      <a:pt x="213" y="31"/>
                      <a:pt x="213" y="32"/>
                    </a:cubicBezTo>
                    <a:cubicBezTo>
                      <a:pt x="213" y="33"/>
                      <a:pt x="212" y="34"/>
                      <a:pt x="211" y="34"/>
                    </a:cubicBezTo>
                    <a:cubicBezTo>
                      <a:pt x="210" y="34"/>
                      <a:pt x="210" y="33"/>
                      <a:pt x="210" y="32"/>
                    </a:cubicBezTo>
                    <a:cubicBezTo>
                      <a:pt x="210" y="31"/>
                      <a:pt x="210" y="30"/>
                      <a:pt x="211" y="30"/>
                    </a:cubicBezTo>
                    <a:moveTo>
                      <a:pt x="206" y="30"/>
                    </a:moveTo>
                    <a:cubicBezTo>
                      <a:pt x="206" y="30"/>
                      <a:pt x="207" y="31"/>
                      <a:pt x="207" y="32"/>
                    </a:cubicBezTo>
                    <a:cubicBezTo>
                      <a:pt x="207" y="33"/>
                      <a:pt x="207" y="33"/>
                      <a:pt x="207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5" y="34"/>
                      <a:pt x="205" y="34"/>
                      <a:pt x="204" y="33"/>
                    </a:cubicBezTo>
                    <a:cubicBezTo>
                      <a:pt x="204" y="33"/>
                      <a:pt x="204" y="33"/>
                      <a:pt x="204" y="33"/>
                    </a:cubicBezTo>
                    <a:cubicBezTo>
                      <a:pt x="204" y="33"/>
                      <a:pt x="204" y="32"/>
                      <a:pt x="204" y="32"/>
                    </a:cubicBezTo>
                    <a:cubicBezTo>
                      <a:pt x="204" y="31"/>
                      <a:pt x="205" y="30"/>
                      <a:pt x="206" y="30"/>
                    </a:cubicBezTo>
                    <a:moveTo>
                      <a:pt x="200" y="70"/>
                    </a:moveTo>
                    <a:cubicBezTo>
                      <a:pt x="202" y="66"/>
                      <a:pt x="203" y="60"/>
                      <a:pt x="203" y="54"/>
                    </a:cubicBezTo>
                    <a:cubicBezTo>
                      <a:pt x="203" y="48"/>
                      <a:pt x="202" y="42"/>
                      <a:pt x="201" y="37"/>
                    </a:cubicBezTo>
                    <a:cubicBezTo>
                      <a:pt x="201" y="36"/>
                      <a:pt x="201" y="36"/>
                      <a:pt x="201" y="36"/>
                    </a:cubicBezTo>
                    <a:cubicBezTo>
                      <a:pt x="201" y="36"/>
                      <a:pt x="202" y="36"/>
                      <a:pt x="202" y="36"/>
                    </a:cubicBezTo>
                    <a:cubicBezTo>
                      <a:pt x="203" y="36"/>
                      <a:pt x="209" y="37"/>
                      <a:pt x="214" y="38"/>
                    </a:cubicBezTo>
                    <a:cubicBezTo>
                      <a:pt x="220" y="39"/>
                      <a:pt x="220" y="41"/>
                      <a:pt x="222" y="43"/>
                    </a:cubicBezTo>
                    <a:cubicBezTo>
                      <a:pt x="223" y="44"/>
                      <a:pt x="225" y="49"/>
                      <a:pt x="225" y="51"/>
                    </a:cubicBezTo>
                    <a:cubicBezTo>
                      <a:pt x="225" y="52"/>
                      <a:pt x="225" y="52"/>
                      <a:pt x="224" y="52"/>
                    </a:cubicBezTo>
                    <a:cubicBezTo>
                      <a:pt x="224" y="57"/>
                      <a:pt x="224" y="62"/>
                      <a:pt x="217" y="73"/>
                    </a:cubicBezTo>
                    <a:cubicBezTo>
                      <a:pt x="217" y="73"/>
                      <a:pt x="217" y="73"/>
                      <a:pt x="216" y="73"/>
                    </a:cubicBezTo>
                    <a:cubicBezTo>
                      <a:pt x="216" y="73"/>
                      <a:pt x="216" y="73"/>
                      <a:pt x="216" y="73"/>
                    </a:cubicBezTo>
                    <a:cubicBezTo>
                      <a:pt x="213" y="72"/>
                      <a:pt x="203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cubicBezTo>
                      <a:pt x="200" y="70"/>
                      <a:pt x="200" y="70"/>
                      <a:pt x="200" y="70"/>
                    </a:cubicBezTo>
                    <a:moveTo>
                      <a:pt x="196" y="37"/>
                    </a:moveTo>
                    <a:cubicBezTo>
                      <a:pt x="195" y="36"/>
                      <a:pt x="196" y="34"/>
                      <a:pt x="197" y="34"/>
                    </a:cubicBezTo>
                    <a:cubicBezTo>
                      <a:pt x="197" y="34"/>
                      <a:pt x="198" y="35"/>
                      <a:pt x="198" y="36"/>
                    </a:cubicBezTo>
                    <a:cubicBezTo>
                      <a:pt x="198" y="37"/>
                      <a:pt x="200" y="44"/>
                      <a:pt x="200" y="50"/>
                    </a:cubicBezTo>
                    <a:cubicBezTo>
                      <a:pt x="200" y="59"/>
                      <a:pt x="198" y="66"/>
                      <a:pt x="196" y="69"/>
                    </a:cubicBezTo>
                    <a:cubicBezTo>
                      <a:pt x="196" y="70"/>
                      <a:pt x="196" y="70"/>
                      <a:pt x="195" y="70"/>
                    </a:cubicBezTo>
                    <a:cubicBezTo>
                      <a:pt x="194" y="70"/>
                      <a:pt x="193" y="69"/>
                      <a:pt x="194" y="68"/>
                    </a:cubicBezTo>
                    <a:cubicBezTo>
                      <a:pt x="195" y="67"/>
                      <a:pt x="196" y="59"/>
                      <a:pt x="196" y="50"/>
                    </a:cubicBezTo>
                    <a:cubicBezTo>
                      <a:pt x="196" y="44"/>
                      <a:pt x="196" y="37"/>
                      <a:pt x="196" y="37"/>
                    </a:cubicBezTo>
                    <a:moveTo>
                      <a:pt x="182" y="11"/>
                    </a:moveTo>
                    <a:cubicBezTo>
                      <a:pt x="181" y="11"/>
                      <a:pt x="181" y="11"/>
                      <a:pt x="181" y="10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7"/>
                      <a:pt x="181" y="7"/>
                      <a:pt x="182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3"/>
                      <a:pt x="186" y="2"/>
                      <a:pt x="187" y="2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2"/>
                      <a:pt x="190" y="3"/>
                      <a:pt x="190" y="4"/>
                    </a:cubicBezTo>
                    <a:cubicBezTo>
                      <a:pt x="190" y="7"/>
                      <a:pt x="190" y="7"/>
                      <a:pt x="190" y="7"/>
                    </a:cubicBezTo>
                    <a:cubicBezTo>
                      <a:pt x="193" y="7"/>
                      <a:pt x="193" y="7"/>
                      <a:pt x="193" y="7"/>
                    </a:cubicBezTo>
                    <a:cubicBezTo>
                      <a:pt x="194" y="7"/>
                      <a:pt x="194" y="7"/>
                      <a:pt x="194" y="8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4" y="11"/>
                      <a:pt x="194" y="11"/>
                      <a:pt x="193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90" y="14"/>
                      <a:pt x="189" y="15"/>
                      <a:pt x="189" y="15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6" y="15"/>
                      <a:pt x="185" y="14"/>
                      <a:pt x="185" y="13"/>
                    </a:cubicBezTo>
                    <a:cubicBezTo>
                      <a:pt x="185" y="11"/>
                      <a:pt x="185" y="11"/>
                      <a:pt x="185" y="11"/>
                    </a:cubicBezTo>
                    <a:lnTo>
                      <a:pt x="182" y="11"/>
                    </a:lnTo>
                    <a:close/>
                    <a:moveTo>
                      <a:pt x="182" y="22"/>
                    </a:moveTo>
                    <a:cubicBezTo>
                      <a:pt x="182" y="19"/>
                      <a:pt x="185" y="17"/>
                      <a:pt x="188" y="17"/>
                    </a:cubicBezTo>
                    <a:cubicBezTo>
                      <a:pt x="191" y="17"/>
                      <a:pt x="193" y="19"/>
                      <a:pt x="193" y="22"/>
                    </a:cubicBezTo>
                    <a:cubicBezTo>
                      <a:pt x="193" y="25"/>
                      <a:pt x="191" y="28"/>
                      <a:pt x="188" y="28"/>
                    </a:cubicBezTo>
                    <a:cubicBezTo>
                      <a:pt x="185" y="28"/>
                      <a:pt x="182" y="25"/>
                      <a:pt x="182" y="22"/>
                    </a:cubicBezTo>
                    <a:moveTo>
                      <a:pt x="187" y="43"/>
                    </a:moveTo>
                    <a:cubicBezTo>
                      <a:pt x="187" y="43"/>
                      <a:pt x="187" y="43"/>
                      <a:pt x="187" y="43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3"/>
                      <a:pt x="191" y="45"/>
                      <a:pt x="191" y="47"/>
                    </a:cubicBezTo>
                    <a:cubicBezTo>
                      <a:pt x="191" y="49"/>
                      <a:pt x="190" y="50"/>
                      <a:pt x="188" y="51"/>
                    </a:cubicBezTo>
                    <a:cubicBezTo>
                      <a:pt x="188" y="51"/>
                      <a:pt x="188" y="51"/>
                      <a:pt x="187" y="51"/>
                    </a:cubicBezTo>
                    <a:cubicBezTo>
                      <a:pt x="187" y="51"/>
                      <a:pt x="187" y="51"/>
                      <a:pt x="187" y="51"/>
                    </a:cubicBezTo>
                    <a:cubicBezTo>
                      <a:pt x="185" y="51"/>
                      <a:pt x="183" y="49"/>
                      <a:pt x="183" y="47"/>
                    </a:cubicBezTo>
                    <a:cubicBezTo>
                      <a:pt x="183" y="45"/>
                      <a:pt x="185" y="43"/>
                      <a:pt x="187" y="43"/>
                    </a:cubicBezTo>
                    <a:moveTo>
                      <a:pt x="183" y="37"/>
                    </a:moveTo>
                    <a:cubicBezTo>
                      <a:pt x="183" y="35"/>
                      <a:pt x="185" y="33"/>
                      <a:pt x="187" y="33"/>
                    </a:cubicBezTo>
                    <a:cubicBezTo>
                      <a:pt x="187" y="33"/>
                      <a:pt x="187" y="33"/>
                      <a:pt x="188" y="33"/>
                    </a:cubicBezTo>
                    <a:cubicBezTo>
                      <a:pt x="188" y="33"/>
                      <a:pt x="188" y="33"/>
                      <a:pt x="188" y="33"/>
                    </a:cubicBezTo>
                    <a:cubicBezTo>
                      <a:pt x="188" y="33"/>
                      <a:pt x="188" y="33"/>
                      <a:pt x="189" y="33"/>
                    </a:cubicBezTo>
                    <a:cubicBezTo>
                      <a:pt x="190" y="33"/>
                      <a:pt x="191" y="35"/>
                      <a:pt x="191" y="37"/>
                    </a:cubicBezTo>
                    <a:cubicBezTo>
                      <a:pt x="191" y="38"/>
                      <a:pt x="190" y="40"/>
                      <a:pt x="188" y="41"/>
                    </a:cubicBezTo>
                    <a:cubicBezTo>
                      <a:pt x="188" y="41"/>
                      <a:pt x="188" y="41"/>
                      <a:pt x="187" y="41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5" y="40"/>
                      <a:pt x="183" y="39"/>
                      <a:pt x="183" y="37"/>
                    </a:cubicBezTo>
                    <a:moveTo>
                      <a:pt x="188" y="61"/>
                    </a:moveTo>
                    <a:cubicBezTo>
                      <a:pt x="188" y="61"/>
                      <a:pt x="188" y="61"/>
                      <a:pt x="187" y="61"/>
                    </a:cubicBezTo>
                    <a:cubicBezTo>
                      <a:pt x="187" y="61"/>
                      <a:pt x="187" y="61"/>
                      <a:pt x="187" y="61"/>
                    </a:cubicBezTo>
                    <a:cubicBezTo>
                      <a:pt x="185" y="61"/>
                      <a:pt x="183" y="59"/>
                      <a:pt x="183" y="57"/>
                    </a:cubicBezTo>
                    <a:cubicBezTo>
                      <a:pt x="183" y="55"/>
                      <a:pt x="185" y="54"/>
                      <a:pt x="187" y="53"/>
                    </a:cubicBezTo>
                    <a:cubicBezTo>
                      <a:pt x="187" y="53"/>
                      <a:pt x="187" y="53"/>
                      <a:pt x="187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90" y="54"/>
                      <a:pt x="192" y="55"/>
                      <a:pt x="192" y="57"/>
                    </a:cubicBezTo>
                    <a:cubicBezTo>
                      <a:pt x="192" y="59"/>
                      <a:pt x="190" y="61"/>
                      <a:pt x="188" y="61"/>
                    </a:cubicBezTo>
                    <a:moveTo>
                      <a:pt x="192" y="68"/>
                    </a:moveTo>
                    <a:cubicBezTo>
                      <a:pt x="192" y="70"/>
                      <a:pt x="190" y="72"/>
                      <a:pt x="187" y="72"/>
                    </a:cubicBezTo>
                    <a:cubicBezTo>
                      <a:pt x="185" y="72"/>
                      <a:pt x="183" y="70"/>
                      <a:pt x="183" y="68"/>
                    </a:cubicBezTo>
                    <a:cubicBezTo>
                      <a:pt x="183" y="65"/>
                      <a:pt x="185" y="64"/>
                      <a:pt x="187" y="64"/>
                    </a:cubicBezTo>
                    <a:cubicBezTo>
                      <a:pt x="190" y="64"/>
                      <a:pt x="192" y="65"/>
                      <a:pt x="192" y="68"/>
                    </a:cubicBezTo>
                    <a:moveTo>
                      <a:pt x="177" y="37"/>
                    </a:moveTo>
                    <a:cubicBezTo>
                      <a:pt x="177" y="36"/>
                      <a:pt x="178" y="34"/>
                      <a:pt x="179" y="34"/>
                    </a:cubicBezTo>
                    <a:cubicBezTo>
                      <a:pt x="180" y="34"/>
                      <a:pt x="179" y="36"/>
                      <a:pt x="179" y="37"/>
                    </a:cubicBezTo>
                    <a:cubicBezTo>
                      <a:pt x="179" y="37"/>
                      <a:pt x="179" y="44"/>
                      <a:pt x="179" y="50"/>
                    </a:cubicBezTo>
                    <a:cubicBezTo>
                      <a:pt x="179" y="59"/>
                      <a:pt x="180" y="67"/>
                      <a:pt x="181" y="69"/>
                    </a:cubicBezTo>
                    <a:cubicBezTo>
                      <a:pt x="182" y="69"/>
                      <a:pt x="181" y="70"/>
                      <a:pt x="180" y="70"/>
                    </a:cubicBezTo>
                    <a:cubicBezTo>
                      <a:pt x="180" y="70"/>
                      <a:pt x="179" y="70"/>
                      <a:pt x="179" y="69"/>
                    </a:cubicBezTo>
                    <a:cubicBezTo>
                      <a:pt x="177" y="66"/>
                      <a:pt x="175" y="59"/>
                      <a:pt x="176" y="50"/>
                    </a:cubicBezTo>
                    <a:cubicBezTo>
                      <a:pt x="176" y="44"/>
                      <a:pt x="177" y="37"/>
                      <a:pt x="177" y="37"/>
                    </a:cubicBezTo>
                    <a:moveTo>
                      <a:pt x="170" y="30"/>
                    </a:moveTo>
                    <a:cubicBezTo>
                      <a:pt x="171" y="30"/>
                      <a:pt x="171" y="31"/>
                      <a:pt x="171" y="32"/>
                    </a:cubicBezTo>
                    <a:cubicBezTo>
                      <a:pt x="171" y="33"/>
                      <a:pt x="171" y="34"/>
                      <a:pt x="170" y="34"/>
                    </a:cubicBezTo>
                    <a:cubicBezTo>
                      <a:pt x="169" y="34"/>
                      <a:pt x="168" y="33"/>
                      <a:pt x="168" y="32"/>
                    </a:cubicBezTo>
                    <a:cubicBezTo>
                      <a:pt x="168" y="31"/>
                      <a:pt x="169" y="30"/>
                      <a:pt x="170" y="30"/>
                    </a:cubicBezTo>
                    <a:moveTo>
                      <a:pt x="165" y="30"/>
                    </a:moveTo>
                    <a:cubicBezTo>
                      <a:pt x="166" y="30"/>
                      <a:pt x="167" y="31"/>
                      <a:pt x="167" y="32"/>
                    </a:cubicBezTo>
                    <a:cubicBezTo>
                      <a:pt x="167" y="33"/>
                      <a:pt x="166" y="34"/>
                      <a:pt x="165" y="34"/>
                    </a:cubicBezTo>
                    <a:cubicBezTo>
                      <a:pt x="164" y="34"/>
                      <a:pt x="163" y="33"/>
                      <a:pt x="163" y="32"/>
                    </a:cubicBezTo>
                    <a:cubicBezTo>
                      <a:pt x="163" y="31"/>
                      <a:pt x="164" y="30"/>
                      <a:pt x="165" y="30"/>
                    </a:cubicBezTo>
                    <a:moveTo>
                      <a:pt x="159" y="31"/>
                    </a:moveTo>
                    <a:cubicBezTo>
                      <a:pt x="160" y="31"/>
                      <a:pt x="161" y="32"/>
                      <a:pt x="161" y="33"/>
                    </a:cubicBezTo>
                    <a:cubicBezTo>
                      <a:pt x="161" y="34"/>
                      <a:pt x="160" y="35"/>
                      <a:pt x="159" y="35"/>
                    </a:cubicBezTo>
                    <a:cubicBezTo>
                      <a:pt x="158" y="35"/>
                      <a:pt x="157" y="34"/>
                      <a:pt x="157" y="33"/>
                    </a:cubicBezTo>
                    <a:cubicBezTo>
                      <a:pt x="157" y="32"/>
                      <a:pt x="158" y="31"/>
                      <a:pt x="159" y="31"/>
                    </a:cubicBezTo>
                    <a:moveTo>
                      <a:pt x="163" y="38"/>
                    </a:moveTo>
                    <a:cubicBezTo>
                      <a:pt x="168" y="37"/>
                      <a:pt x="172" y="36"/>
                      <a:pt x="172" y="36"/>
                    </a:cubicBezTo>
                    <a:cubicBezTo>
                      <a:pt x="173" y="36"/>
                      <a:pt x="173" y="36"/>
                      <a:pt x="173" y="36"/>
                    </a:cubicBezTo>
                    <a:cubicBezTo>
                      <a:pt x="173" y="36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41"/>
                      <a:pt x="172" y="46"/>
                      <a:pt x="172" y="50"/>
                    </a:cubicBezTo>
                    <a:cubicBezTo>
                      <a:pt x="172" y="58"/>
                      <a:pt x="174" y="66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3" y="70"/>
                      <a:pt x="162" y="71"/>
                      <a:pt x="159" y="72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59" y="72"/>
                      <a:pt x="159" y="72"/>
                      <a:pt x="159" y="71"/>
                    </a:cubicBezTo>
                    <a:cubicBezTo>
                      <a:pt x="159" y="71"/>
                      <a:pt x="158" y="71"/>
                      <a:pt x="158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4" y="64"/>
                      <a:pt x="153" y="59"/>
                      <a:pt x="152" y="49"/>
                    </a:cubicBezTo>
                    <a:cubicBezTo>
                      <a:pt x="152" y="46"/>
                      <a:pt x="154" y="43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56" y="40"/>
                      <a:pt x="158" y="39"/>
                      <a:pt x="163" y="38"/>
                    </a:cubicBezTo>
                    <a:moveTo>
                      <a:pt x="146" y="59"/>
                    </a:moveTo>
                    <a:cubicBezTo>
                      <a:pt x="148" y="59"/>
                      <a:pt x="150" y="61"/>
                      <a:pt x="150" y="63"/>
                    </a:cubicBezTo>
                    <a:cubicBezTo>
                      <a:pt x="150" y="64"/>
                      <a:pt x="148" y="66"/>
                      <a:pt x="146" y="66"/>
                    </a:cubicBezTo>
                    <a:cubicBezTo>
                      <a:pt x="145" y="66"/>
                      <a:pt x="143" y="64"/>
                      <a:pt x="143" y="63"/>
                    </a:cubicBezTo>
                    <a:cubicBezTo>
                      <a:pt x="143" y="61"/>
                      <a:pt x="145" y="59"/>
                      <a:pt x="146" y="59"/>
                    </a:cubicBezTo>
                    <a:moveTo>
                      <a:pt x="141" y="54"/>
                    </a:moveTo>
                    <a:cubicBezTo>
                      <a:pt x="141" y="53"/>
                      <a:pt x="142" y="51"/>
                      <a:pt x="144" y="51"/>
                    </a:cubicBezTo>
                    <a:cubicBezTo>
                      <a:pt x="146" y="51"/>
                      <a:pt x="147" y="53"/>
                      <a:pt x="147" y="54"/>
                    </a:cubicBezTo>
                    <a:cubicBezTo>
                      <a:pt x="147" y="56"/>
                      <a:pt x="146" y="58"/>
                      <a:pt x="144" y="58"/>
                    </a:cubicBezTo>
                    <a:cubicBezTo>
                      <a:pt x="142" y="58"/>
                      <a:pt x="141" y="56"/>
                      <a:pt x="141" y="54"/>
                    </a:cubicBezTo>
                    <a:moveTo>
                      <a:pt x="150" y="67"/>
                    </a:moveTo>
                    <a:cubicBezTo>
                      <a:pt x="152" y="67"/>
                      <a:pt x="154" y="69"/>
                      <a:pt x="154" y="70"/>
                    </a:cubicBezTo>
                    <a:cubicBezTo>
                      <a:pt x="154" y="72"/>
                      <a:pt x="152" y="74"/>
                      <a:pt x="150" y="74"/>
                    </a:cubicBezTo>
                    <a:cubicBezTo>
                      <a:pt x="150" y="74"/>
                      <a:pt x="150" y="74"/>
                      <a:pt x="149" y="73"/>
                    </a:cubicBezTo>
                    <a:cubicBezTo>
                      <a:pt x="148" y="73"/>
                      <a:pt x="148" y="73"/>
                      <a:pt x="148" y="72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7" y="69"/>
                      <a:pt x="149" y="67"/>
                      <a:pt x="150" y="67"/>
                    </a:cubicBezTo>
                    <a:moveTo>
                      <a:pt x="153" y="33"/>
                    </a:moveTo>
                    <a:cubicBezTo>
                      <a:pt x="155" y="33"/>
                      <a:pt x="156" y="34"/>
                      <a:pt x="156" y="35"/>
                    </a:cubicBezTo>
                    <a:cubicBezTo>
                      <a:pt x="156" y="37"/>
                      <a:pt x="155" y="38"/>
                      <a:pt x="153" y="38"/>
                    </a:cubicBezTo>
                    <a:cubicBezTo>
                      <a:pt x="153" y="38"/>
                      <a:pt x="152" y="38"/>
                      <a:pt x="152" y="37"/>
                    </a:cubicBezTo>
                    <a:cubicBezTo>
                      <a:pt x="151" y="37"/>
                      <a:pt x="151" y="36"/>
                      <a:pt x="151" y="35"/>
                    </a:cubicBezTo>
                    <a:cubicBezTo>
                      <a:pt x="151" y="34"/>
                      <a:pt x="152" y="33"/>
                      <a:pt x="153" y="33"/>
                    </a:cubicBezTo>
                    <a:moveTo>
                      <a:pt x="149" y="37"/>
                    </a:moveTo>
                    <a:cubicBezTo>
                      <a:pt x="150" y="37"/>
                      <a:pt x="151" y="38"/>
                      <a:pt x="151" y="40"/>
                    </a:cubicBezTo>
                    <a:cubicBezTo>
                      <a:pt x="151" y="41"/>
                      <a:pt x="150" y="43"/>
                      <a:pt x="149" y="43"/>
                    </a:cubicBezTo>
                    <a:cubicBezTo>
                      <a:pt x="147" y="43"/>
                      <a:pt x="146" y="41"/>
                      <a:pt x="146" y="40"/>
                    </a:cubicBezTo>
                    <a:cubicBezTo>
                      <a:pt x="146" y="38"/>
                      <a:pt x="147" y="37"/>
                      <a:pt x="149" y="37"/>
                    </a:cubicBezTo>
                    <a:moveTo>
                      <a:pt x="144" y="43"/>
                    </a:moveTo>
                    <a:cubicBezTo>
                      <a:pt x="145" y="43"/>
                      <a:pt x="145" y="43"/>
                      <a:pt x="145" y="43"/>
                    </a:cubicBezTo>
                    <a:cubicBezTo>
                      <a:pt x="147" y="44"/>
                      <a:pt x="148" y="45"/>
                      <a:pt x="148" y="46"/>
                    </a:cubicBezTo>
                    <a:cubicBezTo>
                      <a:pt x="148" y="48"/>
                      <a:pt x="146" y="49"/>
                      <a:pt x="144" y="49"/>
                    </a:cubicBezTo>
                    <a:cubicBezTo>
                      <a:pt x="143" y="49"/>
                      <a:pt x="142" y="48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1" y="45"/>
                      <a:pt x="143" y="43"/>
                      <a:pt x="144" y="43"/>
                    </a:cubicBezTo>
                    <a:moveTo>
                      <a:pt x="140" y="36"/>
                    </a:moveTo>
                    <a:cubicBezTo>
                      <a:pt x="142" y="36"/>
                      <a:pt x="143" y="37"/>
                      <a:pt x="143" y="39"/>
                    </a:cubicBezTo>
                    <a:cubicBezTo>
                      <a:pt x="143" y="41"/>
                      <a:pt x="142" y="42"/>
                      <a:pt x="140" y="42"/>
                    </a:cubicBezTo>
                    <a:cubicBezTo>
                      <a:pt x="139" y="42"/>
                      <a:pt x="137" y="41"/>
                      <a:pt x="137" y="39"/>
                    </a:cubicBezTo>
                    <a:cubicBezTo>
                      <a:pt x="137" y="37"/>
                      <a:pt x="139" y="36"/>
                      <a:pt x="140" y="36"/>
                    </a:cubicBezTo>
                    <a:moveTo>
                      <a:pt x="130" y="41"/>
                    </a:moveTo>
                    <a:cubicBezTo>
                      <a:pt x="132" y="41"/>
                      <a:pt x="133" y="42"/>
                      <a:pt x="133" y="44"/>
                    </a:cubicBezTo>
                    <a:cubicBezTo>
                      <a:pt x="133" y="46"/>
                      <a:pt x="132" y="47"/>
                      <a:pt x="130" y="47"/>
                    </a:cubicBezTo>
                    <a:cubicBezTo>
                      <a:pt x="128" y="47"/>
                      <a:pt x="127" y="46"/>
                      <a:pt x="127" y="44"/>
                    </a:cubicBezTo>
                    <a:cubicBezTo>
                      <a:pt x="127" y="42"/>
                      <a:pt x="128" y="41"/>
                      <a:pt x="130" y="41"/>
                    </a:cubicBezTo>
                    <a:moveTo>
                      <a:pt x="122" y="49"/>
                    </a:moveTo>
                    <a:cubicBezTo>
                      <a:pt x="123" y="49"/>
                      <a:pt x="125" y="50"/>
                      <a:pt x="125" y="52"/>
                    </a:cubicBezTo>
                    <a:cubicBezTo>
                      <a:pt x="125" y="54"/>
                      <a:pt x="123" y="55"/>
                      <a:pt x="122" y="55"/>
                    </a:cubicBezTo>
                    <a:cubicBezTo>
                      <a:pt x="120" y="55"/>
                      <a:pt x="118" y="54"/>
                      <a:pt x="118" y="52"/>
                    </a:cubicBezTo>
                    <a:cubicBezTo>
                      <a:pt x="118" y="50"/>
                      <a:pt x="120" y="49"/>
                      <a:pt x="122" y="49"/>
                    </a:cubicBezTo>
                    <a:moveTo>
                      <a:pt x="119" y="65"/>
                    </a:moveTo>
                    <a:cubicBezTo>
                      <a:pt x="118" y="65"/>
                      <a:pt x="116" y="64"/>
                      <a:pt x="116" y="62"/>
                    </a:cubicBezTo>
                    <a:cubicBezTo>
                      <a:pt x="116" y="60"/>
                      <a:pt x="118" y="59"/>
                      <a:pt x="119" y="59"/>
                    </a:cubicBezTo>
                    <a:cubicBezTo>
                      <a:pt x="121" y="59"/>
                      <a:pt x="123" y="60"/>
                      <a:pt x="123" y="62"/>
                    </a:cubicBezTo>
                    <a:cubicBezTo>
                      <a:pt x="123" y="64"/>
                      <a:pt x="121" y="65"/>
                      <a:pt x="119" y="65"/>
                    </a:cubicBezTo>
                    <a:moveTo>
                      <a:pt x="125" y="74"/>
                    </a:moveTo>
                    <a:cubicBezTo>
                      <a:pt x="123" y="74"/>
                      <a:pt x="122" y="73"/>
                      <a:pt x="122" y="71"/>
                    </a:cubicBezTo>
                    <a:cubicBezTo>
                      <a:pt x="122" y="70"/>
                      <a:pt x="123" y="68"/>
                      <a:pt x="125" y="68"/>
                    </a:cubicBezTo>
                    <a:cubicBezTo>
                      <a:pt x="127" y="68"/>
                      <a:pt x="128" y="70"/>
                      <a:pt x="128" y="71"/>
                    </a:cubicBezTo>
                    <a:cubicBezTo>
                      <a:pt x="128" y="73"/>
                      <a:pt x="127" y="74"/>
                      <a:pt x="125" y="74"/>
                    </a:cubicBezTo>
                    <a:moveTo>
                      <a:pt x="132" y="81"/>
                    </a:moveTo>
                    <a:cubicBezTo>
                      <a:pt x="131" y="81"/>
                      <a:pt x="129" y="80"/>
                      <a:pt x="129" y="78"/>
                    </a:cubicBezTo>
                    <a:cubicBezTo>
                      <a:pt x="129" y="76"/>
                      <a:pt x="131" y="75"/>
                      <a:pt x="132" y="75"/>
                    </a:cubicBezTo>
                    <a:cubicBezTo>
                      <a:pt x="134" y="75"/>
                      <a:pt x="136" y="76"/>
                      <a:pt x="136" y="78"/>
                    </a:cubicBezTo>
                    <a:cubicBezTo>
                      <a:pt x="136" y="80"/>
                      <a:pt x="134" y="81"/>
                      <a:pt x="132" y="81"/>
                    </a:cubicBezTo>
                    <a:moveTo>
                      <a:pt x="132" y="68"/>
                    </a:moveTo>
                    <a:cubicBezTo>
                      <a:pt x="131" y="67"/>
                      <a:pt x="129" y="65"/>
                      <a:pt x="128" y="63"/>
                    </a:cubicBezTo>
                    <a:cubicBezTo>
                      <a:pt x="127" y="61"/>
                      <a:pt x="127" y="60"/>
                      <a:pt x="127" y="59"/>
                    </a:cubicBezTo>
                    <a:cubicBezTo>
                      <a:pt x="127" y="58"/>
                      <a:pt x="127" y="57"/>
                      <a:pt x="128" y="56"/>
                    </a:cubicBezTo>
                    <a:cubicBezTo>
                      <a:pt x="129" y="54"/>
                      <a:pt x="129" y="54"/>
                      <a:pt x="130" y="52"/>
                    </a:cubicBezTo>
                    <a:cubicBezTo>
                      <a:pt x="131" y="51"/>
                      <a:pt x="131" y="51"/>
                      <a:pt x="134" y="49"/>
                    </a:cubicBezTo>
                    <a:cubicBezTo>
                      <a:pt x="135" y="48"/>
                      <a:pt x="135" y="48"/>
                      <a:pt x="136" y="47"/>
                    </a:cubicBezTo>
                    <a:cubicBezTo>
                      <a:pt x="136" y="47"/>
                      <a:pt x="136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7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7" y="48"/>
                      <a:pt x="137" y="49"/>
                      <a:pt x="137" y="51"/>
                    </a:cubicBezTo>
                    <a:cubicBezTo>
                      <a:pt x="137" y="60"/>
                      <a:pt x="139" y="68"/>
                      <a:pt x="147" y="76"/>
                    </a:cubicBezTo>
                    <a:cubicBezTo>
                      <a:pt x="146" y="77"/>
                      <a:pt x="145" y="77"/>
                      <a:pt x="144" y="77"/>
                    </a:cubicBezTo>
                    <a:cubicBezTo>
                      <a:pt x="142" y="78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9"/>
                    </a:cubicBezTo>
                    <a:cubicBezTo>
                      <a:pt x="141" y="79"/>
                      <a:pt x="141" y="79"/>
                      <a:pt x="141" y="78"/>
                    </a:cubicBezTo>
                    <a:cubicBezTo>
                      <a:pt x="140" y="76"/>
                      <a:pt x="134" y="70"/>
                      <a:pt x="132" y="68"/>
                    </a:cubicBezTo>
                    <a:moveTo>
                      <a:pt x="138" y="87"/>
                    </a:moveTo>
                    <a:cubicBezTo>
                      <a:pt x="137" y="86"/>
                      <a:pt x="138" y="85"/>
                      <a:pt x="138" y="85"/>
                    </a:cubicBezTo>
                    <a:cubicBezTo>
                      <a:pt x="139" y="84"/>
                      <a:pt x="146" y="81"/>
                      <a:pt x="157" y="78"/>
                    </a:cubicBezTo>
                    <a:cubicBezTo>
                      <a:pt x="168" y="75"/>
                      <a:pt x="175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8" y="74"/>
                      <a:pt x="188" y="74"/>
                      <a:pt x="188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190" y="74"/>
                      <a:pt x="190" y="74"/>
                      <a:pt x="190" y="74"/>
                    </a:cubicBezTo>
                    <a:cubicBezTo>
                      <a:pt x="200" y="74"/>
                      <a:pt x="207" y="75"/>
                      <a:pt x="218" y="78"/>
                    </a:cubicBezTo>
                    <a:cubicBezTo>
                      <a:pt x="229" y="81"/>
                      <a:pt x="236" y="84"/>
                      <a:pt x="237" y="85"/>
                    </a:cubicBezTo>
                    <a:cubicBezTo>
                      <a:pt x="238" y="85"/>
                      <a:pt x="238" y="86"/>
                      <a:pt x="237" y="87"/>
                    </a:cubicBezTo>
                    <a:cubicBezTo>
                      <a:pt x="237" y="87"/>
                      <a:pt x="236" y="88"/>
                      <a:pt x="235" y="87"/>
                    </a:cubicBezTo>
                    <a:cubicBezTo>
                      <a:pt x="235" y="87"/>
                      <a:pt x="228" y="84"/>
                      <a:pt x="217" y="81"/>
                    </a:cubicBezTo>
                    <a:cubicBezTo>
                      <a:pt x="206" y="78"/>
                      <a:pt x="199" y="77"/>
                      <a:pt x="188" y="77"/>
                    </a:cubicBezTo>
                    <a:cubicBezTo>
                      <a:pt x="176" y="77"/>
                      <a:pt x="169" y="78"/>
                      <a:pt x="158" y="81"/>
                    </a:cubicBezTo>
                    <a:cubicBezTo>
                      <a:pt x="147" y="84"/>
                      <a:pt x="140" y="87"/>
                      <a:pt x="140" y="87"/>
                    </a:cubicBezTo>
                    <a:cubicBezTo>
                      <a:pt x="139" y="88"/>
                      <a:pt x="138" y="87"/>
                      <a:pt x="138" y="87"/>
                    </a:cubicBezTo>
                    <a:moveTo>
                      <a:pt x="143" y="97"/>
                    </a:moveTo>
                    <a:cubicBezTo>
                      <a:pt x="142" y="97"/>
                      <a:pt x="142" y="97"/>
                      <a:pt x="142" y="97"/>
                    </a:cubicBezTo>
                    <a:cubicBezTo>
                      <a:pt x="141" y="96"/>
                      <a:pt x="141" y="96"/>
                      <a:pt x="141" y="95"/>
                    </a:cubicBezTo>
                    <a:cubicBezTo>
                      <a:pt x="140" y="93"/>
                      <a:pt x="140" y="92"/>
                      <a:pt x="140" y="91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2"/>
                      <a:pt x="148" y="92"/>
                      <a:pt x="148" y="92"/>
                    </a:cubicBezTo>
                    <a:cubicBezTo>
                      <a:pt x="148" y="92"/>
                      <a:pt x="148" y="92"/>
                      <a:pt x="148" y="92"/>
                    </a:cubicBezTo>
                    <a:lnTo>
                      <a:pt x="143" y="97"/>
                    </a:lnTo>
                    <a:close/>
                    <a:moveTo>
                      <a:pt x="69" y="310"/>
                    </a:moveTo>
                    <a:cubicBezTo>
                      <a:pt x="63" y="305"/>
                      <a:pt x="63" y="305"/>
                      <a:pt x="63" y="305"/>
                    </a:cubicBezTo>
                    <a:cubicBezTo>
                      <a:pt x="58" y="301"/>
                      <a:pt x="42" y="292"/>
                      <a:pt x="38" y="291"/>
                    </a:cubicBezTo>
                    <a:cubicBezTo>
                      <a:pt x="36" y="290"/>
                      <a:pt x="29" y="289"/>
                      <a:pt x="24" y="289"/>
                    </a:cubicBezTo>
                    <a:cubicBezTo>
                      <a:pt x="25" y="288"/>
                      <a:pt x="27" y="287"/>
                      <a:pt x="30" y="286"/>
                    </a:cubicBezTo>
                    <a:cubicBezTo>
                      <a:pt x="31" y="286"/>
                      <a:pt x="31" y="286"/>
                      <a:pt x="31" y="286"/>
                    </a:cubicBezTo>
                    <a:cubicBezTo>
                      <a:pt x="37" y="284"/>
                      <a:pt x="43" y="285"/>
                      <a:pt x="49" y="288"/>
                    </a:cubicBezTo>
                    <a:cubicBezTo>
                      <a:pt x="50" y="288"/>
                      <a:pt x="50" y="288"/>
                      <a:pt x="50" y="288"/>
                    </a:cubicBezTo>
                    <a:cubicBezTo>
                      <a:pt x="51" y="287"/>
                      <a:pt x="51" y="287"/>
                      <a:pt x="51" y="287"/>
                    </a:cubicBezTo>
                    <a:cubicBezTo>
                      <a:pt x="51" y="285"/>
                      <a:pt x="47" y="282"/>
                      <a:pt x="40" y="278"/>
                    </a:cubicBezTo>
                    <a:cubicBezTo>
                      <a:pt x="37" y="277"/>
                      <a:pt x="37" y="277"/>
                      <a:pt x="37" y="277"/>
                    </a:cubicBezTo>
                    <a:cubicBezTo>
                      <a:pt x="37" y="277"/>
                      <a:pt x="36" y="277"/>
                      <a:pt x="36" y="277"/>
                    </a:cubicBezTo>
                    <a:cubicBezTo>
                      <a:pt x="29" y="274"/>
                      <a:pt x="8" y="276"/>
                      <a:pt x="5" y="276"/>
                    </a:cubicBezTo>
                    <a:cubicBezTo>
                      <a:pt x="2" y="276"/>
                      <a:pt x="6" y="273"/>
                      <a:pt x="5" y="273"/>
                    </a:cubicBezTo>
                    <a:cubicBezTo>
                      <a:pt x="6" y="271"/>
                      <a:pt x="11" y="267"/>
                      <a:pt x="25" y="270"/>
                    </a:cubicBezTo>
                    <a:cubicBezTo>
                      <a:pt x="25" y="270"/>
                      <a:pt x="37" y="271"/>
                      <a:pt x="37" y="270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33" y="267"/>
                      <a:pt x="33" y="267"/>
                      <a:pt x="33" y="267"/>
                    </a:cubicBezTo>
                    <a:cubicBezTo>
                      <a:pt x="30" y="265"/>
                      <a:pt x="26" y="263"/>
                      <a:pt x="23" y="261"/>
                    </a:cubicBezTo>
                    <a:cubicBezTo>
                      <a:pt x="23" y="258"/>
                      <a:pt x="37" y="260"/>
                      <a:pt x="37" y="260"/>
                    </a:cubicBezTo>
                    <a:cubicBezTo>
                      <a:pt x="41" y="262"/>
                      <a:pt x="47" y="264"/>
                      <a:pt x="51" y="268"/>
                    </a:cubicBezTo>
                    <a:cubicBezTo>
                      <a:pt x="52" y="269"/>
                      <a:pt x="53" y="271"/>
                      <a:pt x="54" y="272"/>
                    </a:cubicBezTo>
                    <a:cubicBezTo>
                      <a:pt x="54" y="274"/>
                      <a:pt x="55" y="276"/>
                      <a:pt x="55" y="277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1" y="277"/>
                      <a:pt x="49" y="278"/>
                      <a:pt x="49" y="278"/>
                    </a:cubicBezTo>
                    <a:cubicBezTo>
                      <a:pt x="49" y="279"/>
                      <a:pt x="49" y="281"/>
                      <a:pt x="50" y="281"/>
                    </a:cubicBezTo>
                    <a:cubicBezTo>
                      <a:pt x="52" y="283"/>
                      <a:pt x="55" y="286"/>
                      <a:pt x="59" y="288"/>
                    </a:cubicBezTo>
                    <a:cubicBezTo>
                      <a:pt x="58" y="288"/>
                      <a:pt x="57" y="288"/>
                      <a:pt x="56" y="288"/>
                    </a:cubicBezTo>
                    <a:cubicBezTo>
                      <a:pt x="56" y="288"/>
                      <a:pt x="55" y="288"/>
                      <a:pt x="55" y="289"/>
                    </a:cubicBezTo>
                    <a:cubicBezTo>
                      <a:pt x="55" y="289"/>
                      <a:pt x="55" y="289"/>
                      <a:pt x="55" y="289"/>
                    </a:cubicBezTo>
                    <a:cubicBezTo>
                      <a:pt x="55" y="290"/>
                      <a:pt x="55" y="290"/>
                      <a:pt x="55" y="290"/>
                    </a:cubicBezTo>
                    <a:cubicBezTo>
                      <a:pt x="56" y="291"/>
                      <a:pt x="56" y="291"/>
                      <a:pt x="56" y="291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8" y="292"/>
                      <a:pt x="62" y="295"/>
                      <a:pt x="62" y="296"/>
                    </a:cubicBezTo>
                    <a:cubicBezTo>
                      <a:pt x="62" y="297"/>
                      <a:pt x="63" y="301"/>
                      <a:pt x="69" y="306"/>
                    </a:cubicBezTo>
                    <a:cubicBezTo>
                      <a:pt x="77" y="312"/>
                      <a:pt x="77" y="312"/>
                      <a:pt x="77" y="312"/>
                    </a:cubicBezTo>
                    <a:cubicBezTo>
                      <a:pt x="79" y="314"/>
                      <a:pt x="92" y="327"/>
                      <a:pt x="86" y="328"/>
                    </a:cubicBezTo>
                    <a:cubicBezTo>
                      <a:pt x="85" y="327"/>
                      <a:pt x="76" y="320"/>
                      <a:pt x="69" y="310"/>
                    </a:cubicBezTo>
                    <a:moveTo>
                      <a:pt x="67" y="296"/>
                    </a:moveTo>
                    <a:cubicBezTo>
                      <a:pt x="63" y="293"/>
                      <a:pt x="61" y="287"/>
                      <a:pt x="60" y="286"/>
                    </a:cubicBezTo>
                    <a:cubicBezTo>
                      <a:pt x="76" y="291"/>
                      <a:pt x="85" y="311"/>
                      <a:pt x="91" y="314"/>
                    </a:cubicBezTo>
                    <a:cubicBezTo>
                      <a:pt x="103" y="331"/>
                      <a:pt x="103" y="331"/>
                      <a:pt x="103" y="331"/>
                    </a:cubicBezTo>
                    <a:cubicBezTo>
                      <a:pt x="103" y="331"/>
                      <a:pt x="102" y="333"/>
                      <a:pt x="102" y="334"/>
                    </a:cubicBezTo>
                    <a:cubicBezTo>
                      <a:pt x="102" y="334"/>
                      <a:pt x="102" y="334"/>
                      <a:pt x="102" y="334"/>
                    </a:cubicBezTo>
                    <a:cubicBezTo>
                      <a:pt x="99" y="335"/>
                      <a:pt x="99" y="335"/>
                      <a:pt x="99" y="335"/>
                    </a:cubicBezTo>
                    <a:cubicBezTo>
                      <a:pt x="97" y="335"/>
                      <a:pt x="90" y="323"/>
                      <a:pt x="87" y="319"/>
                    </a:cubicBezTo>
                    <a:cubicBezTo>
                      <a:pt x="84" y="314"/>
                      <a:pt x="84" y="314"/>
                      <a:pt x="84" y="314"/>
                    </a:cubicBezTo>
                    <a:cubicBezTo>
                      <a:pt x="82" y="313"/>
                      <a:pt x="78" y="309"/>
                      <a:pt x="75" y="306"/>
                    </a:cubicBezTo>
                    <a:cubicBezTo>
                      <a:pt x="73" y="304"/>
                      <a:pt x="70" y="301"/>
                      <a:pt x="69" y="301"/>
                    </a:cubicBezTo>
                    <a:cubicBezTo>
                      <a:pt x="69" y="301"/>
                      <a:pt x="68" y="301"/>
                      <a:pt x="68" y="301"/>
                    </a:cubicBezTo>
                    <a:cubicBezTo>
                      <a:pt x="68" y="300"/>
                      <a:pt x="68" y="299"/>
                      <a:pt x="68" y="299"/>
                    </a:cubicBezTo>
                    <a:lnTo>
                      <a:pt x="67" y="296"/>
                    </a:lnTo>
                    <a:close/>
                    <a:moveTo>
                      <a:pt x="65" y="327"/>
                    </a:moveTo>
                    <a:cubicBezTo>
                      <a:pt x="65" y="326"/>
                      <a:pt x="64" y="327"/>
                      <a:pt x="64" y="327"/>
                    </a:cubicBezTo>
                    <a:cubicBezTo>
                      <a:pt x="63" y="327"/>
                      <a:pt x="62" y="328"/>
                      <a:pt x="61" y="327"/>
                    </a:cubicBezTo>
                    <a:cubicBezTo>
                      <a:pt x="60" y="327"/>
                      <a:pt x="58" y="326"/>
                      <a:pt x="53" y="325"/>
                    </a:cubicBezTo>
                    <a:cubicBezTo>
                      <a:pt x="49" y="324"/>
                      <a:pt x="42" y="322"/>
                      <a:pt x="39" y="321"/>
                    </a:cubicBezTo>
                    <a:cubicBezTo>
                      <a:pt x="42" y="320"/>
                      <a:pt x="50" y="318"/>
                      <a:pt x="67" y="322"/>
                    </a:cubicBezTo>
                    <a:cubicBezTo>
                      <a:pt x="71" y="323"/>
                      <a:pt x="76" y="325"/>
                      <a:pt x="81" y="327"/>
                    </a:cubicBezTo>
                    <a:cubicBezTo>
                      <a:pt x="83" y="328"/>
                      <a:pt x="90" y="334"/>
                      <a:pt x="92" y="337"/>
                    </a:cubicBezTo>
                    <a:cubicBezTo>
                      <a:pt x="92" y="337"/>
                      <a:pt x="92" y="338"/>
                      <a:pt x="92" y="338"/>
                    </a:cubicBezTo>
                    <a:cubicBezTo>
                      <a:pt x="92" y="338"/>
                      <a:pt x="91" y="338"/>
                      <a:pt x="91" y="338"/>
                    </a:cubicBezTo>
                    <a:cubicBezTo>
                      <a:pt x="87" y="341"/>
                      <a:pt x="87" y="341"/>
                      <a:pt x="87" y="341"/>
                    </a:cubicBezTo>
                    <a:cubicBezTo>
                      <a:pt x="86" y="341"/>
                      <a:pt x="86" y="340"/>
                      <a:pt x="85" y="339"/>
                    </a:cubicBezTo>
                    <a:cubicBezTo>
                      <a:pt x="82" y="335"/>
                      <a:pt x="82" y="335"/>
                      <a:pt x="82" y="335"/>
                    </a:cubicBezTo>
                    <a:cubicBezTo>
                      <a:pt x="76" y="330"/>
                      <a:pt x="69" y="328"/>
                      <a:pt x="65" y="327"/>
                    </a:cubicBezTo>
                    <a:moveTo>
                      <a:pt x="77" y="345"/>
                    </a:moveTo>
                    <a:cubicBezTo>
                      <a:pt x="75" y="345"/>
                      <a:pt x="75" y="345"/>
                      <a:pt x="75" y="345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8" y="342"/>
                      <a:pt x="78" y="340"/>
                      <a:pt x="81" y="341"/>
                    </a:cubicBezTo>
                    <a:cubicBezTo>
                      <a:pt x="82" y="341"/>
                      <a:pt x="82" y="341"/>
                      <a:pt x="82" y="341"/>
                    </a:cubicBezTo>
                    <a:cubicBezTo>
                      <a:pt x="83" y="342"/>
                      <a:pt x="84" y="343"/>
                      <a:pt x="84" y="345"/>
                    </a:cubicBezTo>
                    <a:cubicBezTo>
                      <a:pt x="83" y="346"/>
                      <a:pt x="82" y="346"/>
                      <a:pt x="77" y="345"/>
                    </a:cubicBezTo>
                    <a:moveTo>
                      <a:pt x="82" y="355"/>
                    </a:moveTo>
                    <a:cubicBezTo>
                      <a:pt x="74" y="360"/>
                      <a:pt x="75" y="359"/>
                      <a:pt x="73" y="360"/>
                    </a:cubicBezTo>
                    <a:cubicBezTo>
                      <a:pt x="72" y="355"/>
                      <a:pt x="95" y="337"/>
                      <a:pt x="104" y="336"/>
                    </a:cubicBezTo>
                    <a:cubicBezTo>
                      <a:pt x="105" y="336"/>
                      <a:pt x="106" y="339"/>
                      <a:pt x="106" y="341"/>
                    </a:cubicBezTo>
                    <a:cubicBezTo>
                      <a:pt x="107" y="342"/>
                      <a:pt x="111" y="345"/>
                      <a:pt x="111" y="345"/>
                    </a:cubicBezTo>
                    <a:cubicBezTo>
                      <a:pt x="112" y="345"/>
                      <a:pt x="122" y="348"/>
                      <a:pt x="124" y="348"/>
                    </a:cubicBezTo>
                    <a:cubicBezTo>
                      <a:pt x="121" y="348"/>
                      <a:pt x="98" y="345"/>
                      <a:pt x="82" y="355"/>
                    </a:cubicBezTo>
                    <a:moveTo>
                      <a:pt x="101" y="357"/>
                    </a:moveTo>
                    <a:cubicBezTo>
                      <a:pt x="101" y="357"/>
                      <a:pt x="95" y="363"/>
                      <a:pt x="91" y="361"/>
                    </a:cubicBezTo>
                    <a:cubicBezTo>
                      <a:pt x="87" y="360"/>
                      <a:pt x="94" y="355"/>
                      <a:pt x="95" y="353"/>
                    </a:cubicBezTo>
                    <a:cubicBezTo>
                      <a:pt x="101" y="350"/>
                      <a:pt x="120" y="349"/>
                      <a:pt x="128" y="350"/>
                    </a:cubicBezTo>
                    <a:cubicBezTo>
                      <a:pt x="136" y="352"/>
                      <a:pt x="145" y="353"/>
                      <a:pt x="150" y="356"/>
                    </a:cubicBezTo>
                    <a:cubicBezTo>
                      <a:pt x="157" y="359"/>
                      <a:pt x="164" y="365"/>
                      <a:pt x="167" y="372"/>
                    </a:cubicBezTo>
                    <a:cubicBezTo>
                      <a:pt x="170" y="379"/>
                      <a:pt x="170" y="384"/>
                      <a:pt x="168" y="383"/>
                    </a:cubicBezTo>
                    <a:cubicBezTo>
                      <a:pt x="165" y="382"/>
                      <a:pt x="168" y="383"/>
                      <a:pt x="164" y="374"/>
                    </a:cubicBezTo>
                    <a:cubicBezTo>
                      <a:pt x="162" y="371"/>
                      <a:pt x="161" y="368"/>
                      <a:pt x="152" y="362"/>
                    </a:cubicBezTo>
                    <a:cubicBezTo>
                      <a:pt x="135" y="356"/>
                      <a:pt x="135" y="356"/>
                      <a:pt x="135" y="356"/>
                    </a:cubicBezTo>
                    <a:cubicBezTo>
                      <a:pt x="129" y="355"/>
                      <a:pt x="113" y="353"/>
                      <a:pt x="101" y="357"/>
                    </a:cubicBezTo>
                    <a:moveTo>
                      <a:pt x="161" y="394"/>
                    </a:moveTo>
                    <a:cubicBezTo>
                      <a:pt x="158" y="395"/>
                      <a:pt x="158" y="393"/>
                      <a:pt x="158" y="393"/>
                    </a:cubicBezTo>
                    <a:cubicBezTo>
                      <a:pt x="158" y="393"/>
                      <a:pt x="158" y="392"/>
                      <a:pt x="158" y="392"/>
                    </a:cubicBezTo>
                    <a:cubicBezTo>
                      <a:pt x="159" y="390"/>
                      <a:pt x="160" y="389"/>
                      <a:pt x="160" y="388"/>
                    </a:cubicBezTo>
                    <a:cubicBezTo>
                      <a:pt x="160" y="385"/>
                      <a:pt x="157" y="382"/>
                      <a:pt x="156" y="379"/>
                    </a:cubicBezTo>
                    <a:cubicBezTo>
                      <a:pt x="155" y="379"/>
                      <a:pt x="155" y="379"/>
                      <a:pt x="155" y="379"/>
                    </a:cubicBezTo>
                    <a:cubicBezTo>
                      <a:pt x="152" y="375"/>
                      <a:pt x="148" y="372"/>
                      <a:pt x="144" y="369"/>
                    </a:cubicBezTo>
                    <a:cubicBezTo>
                      <a:pt x="141" y="367"/>
                      <a:pt x="136" y="366"/>
                      <a:pt x="132" y="365"/>
                    </a:cubicBezTo>
                    <a:cubicBezTo>
                      <a:pt x="131" y="365"/>
                      <a:pt x="131" y="365"/>
                      <a:pt x="131" y="365"/>
                    </a:cubicBezTo>
                    <a:cubicBezTo>
                      <a:pt x="127" y="364"/>
                      <a:pt x="121" y="365"/>
                      <a:pt x="116" y="365"/>
                    </a:cubicBezTo>
                    <a:cubicBezTo>
                      <a:pt x="113" y="365"/>
                      <a:pt x="108" y="366"/>
                      <a:pt x="108" y="365"/>
                    </a:cubicBezTo>
                    <a:cubicBezTo>
                      <a:pt x="108" y="365"/>
                      <a:pt x="108" y="364"/>
                      <a:pt x="108" y="364"/>
                    </a:cubicBezTo>
                    <a:cubicBezTo>
                      <a:pt x="108" y="362"/>
                      <a:pt x="112" y="361"/>
                      <a:pt x="114" y="360"/>
                    </a:cubicBezTo>
                    <a:cubicBezTo>
                      <a:pt x="117" y="359"/>
                      <a:pt x="136" y="356"/>
                      <a:pt x="154" y="367"/>
                    </a:cubicBezTo>
                    <a:cubicBezTo>
                      <a:pt x="158" y="370"/>
                      <a:pt x="166" y="381"/>
                      <a:pt x="166" y="388"/>
                    </a:cubicBezTo>
                    <a:cubicBezTo>
                      <a:pt x="165" y="390"/>
                      <a:pt x="163" y="393"/>
                      <a:pt x="161" y="394"/>
                    </a:cubicBezTo>
                    <a:moveTo>
                      <a:pt x="173" y="367"/>
                    </a:moveTo>
                    <a:cubicBezTo>
                      <a:pt x="177" y="374"/>
                      <a:pt x="177" y="380"/>
                      <a:pt x="176" y="385"/>
                    </a:cubicBezTo>
                    <a:cubicBezTo>
                      <a:pt x="175" y="387"/>
                      <a:pt x="175" y="389"/>
                      <a:pt x="173" y="390"/>
                    </a:cubicBezTo>
                    <a:cubicBezTo>
                      <a:pt x="168" y="397"/>
                      <a:pt x="162" y="396"/>
                      <a:pt x="168" y="390"/>
                    </a:cubicBezTo>
                    <a:cubicBezTo>
                      <a:pt x="168" y="390"/>
                      <a:pt x="172" y="386"/>
                      <a:pt x="172" y="380"/>
                    </a:cubicBezTo>
                    <a:cubicBezTo>
                      <a:pt x="172" y="378"/>
                      <a:pt x="171" y="375"/>
                      <a:pt x="171" y="373"/>
                    </a:cubicBezTo>
                    <a:cubicBezTo>
                      <a:pt x="169" y="370"/>
                      <a:pt x="166" y="365"/>
                      <a:pt x="164" y="362"/>
                    </a:cubicBezTo>
                    <a:cubicBezTo>
                      <a:pt x="158" y="356"/>
                      <a:pt x="153" y="353"/>
                      <a:pt x="145" y="350"/>
                    </a:cubicBezTo>
                    <a:cubicBezTo>
                      <a:pt x="138" y="347"/>
                      <a:pt x="132" y="346"/>
                      <a:pt x="126" y="345"/>
                    </a:cubicBezTo>
                    <a:cubicBezTo>
                      <a:pt x="122" y="345"/>
                      <a:pt x="122" y="345"/>
                      <a:pt x="122" y="345"/>
                    </a:cubicBezTo>
                    <a:cubicBezTo>
                      <a:pt x="117" y="344"/>
                      <a:pt x="112" y="344"/>
                      <a:pt x="110" y="340"/>
                    </a:cubicBezTo>
                    <a:cubicBezTo>
                      <a:pt x="108" y="336"/>
                      <a:pt x="108" y="336"/>
                      <a:pt x="108" y="336"/>
                    </a:cubicBezTo>
                    <a:cubicBezTo>
                      <a:pt x="106" y="333"/>
                      <a:pt x="105" y="330"/>
                      <a:pt x="103" y="326"/>
                    </a:cubicBezTo>
                    <a:cubicBezTo>
                      <a:pt x="103" y="325"/>
                      <a:pt x="102" y="324"/>
                      <a:pt x="102" y="323"/>
                    </a:cubicBezTo>
                    <a:cubicBezTo>
                      <a:pt x="99" y="319"/>
                      <a:pt x="96" y="315"/>
                      <a:pt x="92" y="311"/>
                    </a:cubicBezTo>
                    <a:cubicBezTo>
                      <a:pt x="90" y="308"/>
                      <a:pt x="90" y="308"/>
                      <a:pt x="90" y="308"/>
                    </a:cubicBezTo>
                    <a:cubicBezTo>
                      <a:pt x="82" y="298"/>
                      <a:pt x="82" y="298"/>
                      <a:pt x="82" y="298"/>
                    </a:cubicBezTo>
                    <a:cubicBezTo>
                      <a:pt x="80" y="296"/>
                      <a:pt x="80" y="296"/>
                      <a:pt x="80" y="296"/>
                    </a:cubicBezTo>
                    <a:cubicBezTo>
                      <a:pt x="78" y="294"/>
                      <a:pt x="75" y="291"/>
                      <a:pt x="72" y="290"/>
                    </a:cubicBezTo>
                    <a:cubicBezTo>
                      <a:pt x="69" y="289"/>
                      <a:pt x="67" y="288"/>
                      <a:pt x="64" y="285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60" y="281"/>
                      <a:pt x="60" y="281"/>
                      <a:pt x="60" y="281"/>
                    </a:cubicBezTo>
                    <a:cubicBezTo>
                      <a:pt x="58" y="279"/>
                      <a:pt x="58" y="277"/>
                      <a:pt x="58" y="275"/>
                    </a:cubicBezTo>
                    <a:cubicBezTo>
                      <a:pt x="58" y="274"/>
                      <a:pt x="58" y="274"/>
                      <a:pt x="58" y="274"/>
                    </a:cubicBezTo>
                    <a:cubicBezTo>
                      <a:pt x="57" y="269"/>
                      <a:pt x="57" y="269"/>
                      <a:pt x="57" y="269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6" y="257"/>
                      <a:pt x="47" y="241"/>
                      <a:pt x="39" y="232"/>
                    </a:cubicBezTo>
                    <a:cubicBezTo>
                      <a:pt x="37" y="229"/>
                      <a:pt x="29" y="222"/>
                      <a:pt x="26" y="220"/>
                    </a:cubicBezTo>
                    <a:cubicBezTo>
                      <a:pt x="27" y="220"/>
                      <a:pt x="29" y="219"/>
                      <a:pt x="30" y="219"/>
                    </a:cubicBezTo>
                    <a:cubicBezTo>
                      <a:pt x="33" y="219"/>
                      <a:pt x="37" y="220"/>
                      <a:pt x="40" y="222"/>
                    </a:cubicBezTo>
                    <a:cubicBezTo>
                      <a:pt x="40" y="222"/>
                      <a:pt x="50" y="234"/>
                      <a:pt x="52" y="233"/>
                    </a:cubicBezTo>
                    <a:cubicBezTo>
                      <a:pt x="52" y="232"/>
                      <a:pt x="53" y="232"/>
                      <a:pt x="53" y="231"/>
                    </a:cubicBezTo>
                    <a:cubicBezTo>
                      <a:pt x="53" y="230"/>
                      <a:pt x="53" y="229"/>
                      <a:pt x="52" y="228"/>
                    </a:cubicBezTo>
                    <a:cubicBezTo>
                      <a:pt x="51" y="226"/>
                      <a:pt x="47" y="222"/>
                      <a:pt x="34" y="211"/>
                    </a:cubicBezTo>
                    <a:cubicBezTo>
                      <a:pt x="22" y="200"/>
                      <a:pt x="12" y="199"/>
                      <a:pt x="16" y="197"/>
                    </a:cubicBezTo>
                    <a:cubicBezTo>
                      <a:pt x="21" y="198"/>
                      <a:pt x="31" y="197"/>
                      <a:pt x="40" y="205"/>
                    </a:cubicBezTo>
                    <a:cubicBezTo>
                      <a:pt x="43" y="208"/>
                      <a:pt x="49" y="214"/>
                      <a:pt x="52" y="217"/>
                    </a:cubicBezTo>
                    <a:cubicBezTo>
                      <a:pt x="54" y="220"/>
                      <a:pt x="56" y="219"/>
                      <a:pt x="56" y="219"/>
                    </a:cubicBezTo>
                    <a:cubicBezTo>
                      <a:pt x="52" y="211"/>
                      <a:pt x="52" y="211"/>
                      <a:pt x="52" y="211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3" y="199"/>
                      <a:pt x="41" y="196"/>
                      <a:pt x="39" y="193"/>
                    </a:cubicBezTo>
                    <a:cubicBezTo>
                      <a:pt x="37" y="189"/>
                      <a:pt x="35" y="185"/>
                      <a:pt x="33" y="182"/>
                    </a:cubicBezTo>
                    <a:cubicBezTo>
                      <a:pt x="31" y="179"/>
                      <a:pt x="24" y="174"/>
                      <a:pt x="18" y="169"/>
                    </a:cubicBezTo>
                    <a:cubicBezTo>
                      <a:pt x="15" y="166"/>
                      <a:pt x="11" y="163"/>
                      <a:pt x="10" y="161"/>
                    </a:cubicBezTo>
                    <a:cubicBezTo>
                      <a:pt x="14" y="161"/>
                      <a:pt x="26" y="164"/>
                      <a:pt x="31" y="168"/>
                    </a:cubicBezTo>
                    <a:cubicBezTo>
                      <a:pt x="31" y="169"/>
                      <a:pt x="42" y="181"/>
                      <a:pt x="44" y="184"/>
                    </a:cubicBezTo>
                    <a:cubicBezTo>
                      <a:pt x="45" y="186"/>
                      <a:pt x="47" y="187"/>
                      <a:pt x="48" y="186"/>
                    </a:cubicBezTo>
                    <a:cubicBezTo>
                      <a:pt x="49" y="186"/>
                      <a:pt x="49" y="185"/>
                      <a:pt x="49" y="185"/>
                    </a:cubicBezTo>
                    <a:cubicBezTo>
                      <a:pt x="49" y="184"/>
                      <a:pt x="49" y="183"/>
                      <a:pt x="48" y="182"/>
                    </a:cubicBezTo>
                    <a:cubicBezTo>
                      <a:pt x="43" y="175"/>
                      <a:pt x="29" y="152"/>
                      <a:pt x="27" y="149"/>
                    </a:cubicBezTo>
                    <a:cubicBezTo>
                      <a:pt x="24" y="142"/>
                      <a:pt x="21" y="134"/>
                      <a:pt x="20" y="124"/>
                    </a:cubicBezTo>
                    <a:cubicBezTo>
                      <a:pt x="20" y="124"/>
                      <a:pt x="20" y="123"/>
                      <a:pt x="20" y="122"/>
                    </a:cubicBezTo>
                    <a:cubicBezTo>
                      <a:pt x="20" y="120"/>
                      <a:pt x="20" y="116"/>
                      <a:pt x="20" y="114"/>
                    </a:cubicBezTo>
                    <a:cubicBezTo>
                      <a:pt x="21" y="115"/>
                      <a:pt x="21" y="118"/>
                      <a:pt x="21" y="120"/>
                    </a:cubicBezTo>
                    <a:cubicBezTo>
                      <a:pt x="22" y="123"/>
                      <a:pt x="22" y="125"/>
                      <a:pt x="22" y="125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24" y="114"/>
                      <a:pt x="25" y="112"/>
                      <a:pt x="25" y="108"/>
                    </a:cubicBezTo>
                    <a:cubicBezTo>
                      <a:pt x="25" y="107"/>
                      <a:pt x="26" y="104"/>
                      <a:pt x="26" y="104"/>
                    </a:cubicBezTo>
                    <a:cubicBezTo>
                      <a:pt x="27" y="104"/>
                      <a:pt x="28" y="104"/>
                      <a:pt x="28" y="104"/>
                    </a:cubicBezTo>
                    <a:cubicBezTo>
                      <a:pt x="28" y="104"/>
                      <a:pt x="29" y="106"/>
                      <a:pt x="29" y="107"/>
                    </a:cubicBezTo>
                    <a:cubicBezTo>
                      <a:pt x="28" y="122"/>
                      <a:pt x="35" y="137"/>
                      <a:pt x="35" y="137"/>
                    </a:cubicBezTo>
                    <a:cubicBezTo>
                      <a:pt x="46" y="157"/>
                      <a:pt x="49" y="162"/>
                      <a:pt x="63" y="181"/>
                    </a:cubicBezTo>
                    <a:cubicBezTo>
                      <a:pt x="74" y="195"/>
                      <a:pt x="84" y="213"/>
                      <a:pt x="86" y="230"/>
                    </a:cubicBezTo>
                    <a:cubicBezTo>
                      <a:pt x="88" y="245"/>
                      <a:pt x="84" y="264"/>
                      <a:pt x="82" y="272"/>
                    </a:cubicBezTo>
                    <a:cubicBezTo>
                      <a:pt x="80" y="279"/>
                      <a:pt x="84" y="286"/>
                      <a:pt x="84" y="286"/>
                    </a:cubicBezTo>
                    <a:cubicBezTo>
                      <a:pt x="88" y="293"/>
                      <a:pt x="88" y="289"/>
                      <a:pt x="96" y="300"/>
                    </a:cubicBezTo>
                    <a:cubicBezTo>
                      <a:pt x="102" y="307"/>
                      <a:pt x="106" y="317"/>
                      <a:pt x="109" y="323"/>
                    </a:cubicBezTo>
                    <a:cubicBezTo>
                      <a:pt x="111" y="328"/>
                      <a:pt x="115" y="332"/>
                      <a:pt x="118" y="335"/>
                    </a:cubicBezTo>
                    <a:cubicBezTo>
                      <a:pt x="121" y="339"/>
                      <a:pt x="124" y="339"/>
                      <a:pt x="130" y="339"/>
                    </a:cubicBezTo>
                    <a:cubicBezTo>
                      <a:pt x="145" y="341"/>
                      <a:pt x="145" y="341"/>
                      <a:pt x="145" y="341"/>
                    </a:cubicBezTo>
                    <a:cubicBezTo>
                      <a:pt x="163" y="344"/>
                      <a:pt x="166" y="356"/>
                      <a:pt x="173" y="367"/>
                    </a:cubicBezTo>
                    <a:moveTo>
                      <a:pt x="188" y="356"/>
                    </a:moveTo>
                    <a:cubicBezTo>
                      <a:pt x="180" y="357"/>
                      <a:pt x="170" y="348"/>
                      <a:pt x="165" y="344"/>
                    </a:cubicBezTo>
                    <a:cubicBezTo>
                      <a:pt x="163" y="344"/>
                      <a:pt x="160" y="342"/>
                      <a:pt x="158" y="341"/>
                    </a:cubicBezTo>
                    <a:cubicBezTo>
                      <a:pt x="158" y="341"/>
                      <a:pt x="158" y="341"/>
                      <a:pt x="158" y="341"/>
                    </a:cubicBezTo>
                    <a:cubicBezTo>
                      <a:pt x="152" y="338"/>
                      <a:pt x="152" y="338"/>
                      <a:pt x="152" y="338"/>
                    </a:cubicBezTo>
                    <a:cubicBezTo>
                      <a:pt x="147" y="336"/>
                      <a:pt x="140" y="334"/>
                      <a:pt x="136" y="333"/>
                    </a:cubicBezTo>
                    <a:cubicBezTo>
                      <a:pt x="129" y="333"/>
                      <a:pt x="129" y="333"/>
                      <a:pt x="129" y="333"/>
                    </a:cubicBezTo>
                    <a:cubicBezTo>
                      <a:pt x="120" y="333"/>
                      <a:pt x="117" y="328"/>
                      <a:pt x="115" y="325"/>
                    </a:cubicBezTo>
                    <a:cubicBezTo>
                      <a:pt x="111" y="318"/>
                      <a:pt x="110" y="311"/>
                      <a:pt x="103" y="300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87" y="283"/>
                      <a:pt x="87" y="280"/>
                      <a:pt x="87" y="275"/>
                    </a:cubicBezTo>
                    <a:cubicBezTo>
                      <a:pt x="88" y="263"/>
                      <a:pt x="88" y="263"/>
                      <a:pt x="88" y="263"/>
                    </a:cubicBezTo>
                    <a:cubicBezTo>
                      <a:pt x="90" y="251"/>
                      <a:pt x="92" y="241"/>
                      <a:pt x="91" y="228"/>
                    </a:cubicBezTo>
                    <a:cubicBezTo>
                      <a:pt x="89" y="213"/>
                      <a:pt x="80" y="198"/>
                      <a:pt x="72" y="187"/>
                    </a:cubicBezTo>
                    <a:cubicBezTo>
                      <a:pt x="73" y="186"/>
                      <a:pt x="73" y="184"/>
                      <a:pt x="74" y="182"/>
                    </a:cubicBezTo>
                    <a:cubicBezTo>
                      <a:pt x="74" y="182"/>
                      <a:pt x="85" y="155"/>
                      <a:pt x="103" y="140"/>
                    </a:cubicBezTo>
                    <a:cubicBezTo>
                      <a:pt x="119" y="123"/>
                      <a:pt x="155" y="103"/>
                      <a:pt x="189" y="103"/>
                    </a:cubicBezTo>
                    <a:cubicBezTo>
                      <a:pt x="228" y="104"/>
                      <a:pt x="259" y="127"/>
                      <a:pt x="274" y="141"/>
                    </a:cubicBezTo>
                    <a:cubicBezTo>
                      <a:pt x="282" y="149"/>
                      <a:pt x="293" y="167"/>
                      <a:pt x="293" y="167"/>
                    </a:cubicBezTo>
                    <a:cubicBezTo>
                      <a:pt x="298" y="177"/>
                      <a:pt x="301" y="182"/>
                      <a:pt x="302" y="186"/>
                    </a:cubicBezTo>
                    <a:cubicBezTo>
                      <a:pt x="299" y="190"/>
                      <a:pt x="296" y="194"/>
                      <a:pt x="295" y="197"/>
                    </a:cubicBezTo>
                    <a:cubicBezTo>
                      <a:pt x="288" y="212"/>
                      <a:pt x="288" y="212"/>
                      <a:pt x="288" y="212"/>
                    </a:cubicBezTo>
                    <a:cubicBezTo>
                      <a:pt x="285" y="219"/>
                      <a:pt x="284" y="223"/>
                      <a:pt x="283" y="233"/>
                    </a:cubicBezTo>
                    <a:cubicBezTo>
                      <a:pt x="283" y="244"/>
                      <a:pt x="283" y="244"/>
                      <a:pt x="283" y="244"/>
                    </a:cubicBezTo>
                    <a:cubicBezTo>
                      <a:pt x="284" y="251"/>
                      <a:pt x="285" y="258"/>
                      <a:pt x="286" y="264"/>
                    </a:cubicBezTo>
                    <a:cubicBezTo>
                      <a:pt x="287" y="274"/>
                      <a:pt x="287" y="274"/>
                      <a:pt x="287" y="274"/>
                    </a:cubicBezTo>
                    <a:cubicBezTo>
                      <a:pt x="288" y="279"/>
                      <a:pt x="286" y="283"/>
                      <a:pt x="281" y="287"/>
                    </a:cubicBezTo>
                    <a:cubicBezTo>
                      <a:pt x="277" y="292"/>
                      <a:pt x="277" y="292"/>
                      <a:pt x="277" y="292"/>
                    </a:cubicBezTo>
                    <a:cubicBezTo>
                      <a:pt x="273" y="297"/>
                      <a:pt x="266" y="309"/>
                      <a:pt x="264" y="313"/>
                    </a:cubicBezTo>
                    <a:cubicBezTo>
                      <a:pt x="261" y="320"/>
                      <a:pt x="261" y="320"/>
                      <a:pt x="261" y="320"/>
                    </a:cubicBezTo>
                    <a:cubicBezTo>
                      <a:pt x="258" y="326"/>
                      <a:pt x="255" y="332"/>
                      <a:pt x="246" y="333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22" y="337"/>
                      <a:pt x="218" y="339"/>
                      <a:pt x="215" y="342"/>
                    </a:cubicBezTo>
                    <a:cubicBezTo>
                      <a:pt x="214" y="343"/>
                      <a:pt x="212" y="344"/>
                      <a:pt x="211" y="344"/>
                    </a:cubicBezTo>
                    <a:cubicBezTo>
                      <a:pt x="211" y="344"/>
                      <a:pt x="197" y="357"/>
                      <a:pt x="188" y="356"/>
                    </a:cubicBezTo>
                    <a:moveTo>
                      <a:pt x="201" y="390"/>
                    </a:moveTo>
                    <a:cubicBezTo>
                      <a:pt x="200" y="388"/>
                      <a:pt x="199" y="387"/>
                      <a:pt x="199" y="384"/>
                    </a:cubicBezTo>
                    <a:cubicBezTo>
                      <a:pt x="198" y="380"/>
                      <a:pt x="197" y="374"/>
                      <a:pt x="202" y="367"/>
                    </a:cubicBezTo>
                    <a:cubicBezTo>
                      <a:pt x="209" y="356"/>
                      <a:pt x="212" y="344"/>
                      <a:pt x="230" y="340"/>
                    </a:cubicBezTo>
                    <a:cubicBezTo>
                      <a:pt x="245" y="339"/>
                      <a:pt x="245" y="339"/>
                      <a:pt x="245" y="339"/>
                    </a:cubicBezTo>
                    <a:cubicBezTo>
                      <a:pt x="251" y="338"/>
                      <a:pt x="253" y="338"/>
                      <a:pt x="257" y="334"/>
                    </a:cubicBezTo>
                    <a:cubicBezTo>
                      <a:pt x="260" y="331"/>
                      <a:pt x="264" y="327"/>
                      <a:pt x="266" y="323"/>
                    </a:cubicBezTo>
                    <a:cubicBezTo>
                      <a:pt x="268" y="316"/>
                      <a:pt x="273" y="306"/>
                      <a:pt x="278" y="300"/>
                    </a:cubicBezTo>
                    <a:cubicBezTo>
                      <a:pt x="286" y="289"/>
                      <a:pt x="286" y="292"/>
                      <a:pt x="290" y="286"/>
                    </a:cubicBezTo>
                    <a:cubicBezTo>
                      <a:pt x="291" y="285"/>
                      <a:pt x="294" y="279"/>
                      <a:pt x="293" y="272"/>
                    </a:cubicBezTo>
                    <a:cubicBezTo>
                      <a:pt x="291" y="264"/>
                      <a:pt x="287" y="245"/>
                      <a:pt x="289" y="230"/>
                    </a:cubicBezTo>
                    <a:cubicBezTo>
                      <a:pt x="291" y="213"/>
                      <a:pt x="301" y="195"/>
                      <a:pt x="311" y="181"/>
                    </a:cubicBezTo>
                    <a:cubicBezTo>
                      <a:pt x="325" y="162"/>
                      <a:pt x="329" y="157"/>
                      <a:pt x="339" y="137"/>
                    </a:cubicBezTo>
                    <a:cubicBezTo>
                      <a:pt x="339" y="137"/>
                      <a:pt x="347" y="122"/>
                      <a:pt x="346" y="107"/>
                    </a:cubicBezTo>
                    <a:cubicBezTo>
                      <a:pt x="345" y="106"/>
                      <a:pt x="346" y="105"/>
                      <a:pt x="347" y="105"/>
                    </a:cubicBezTo>
                    <a:cubicBezTo>
                      <a:pt x="347" y="104"/>
                      <a:pt x="349" y="105"/>
                      <a:pt x="349" y="105"/>
                    </a:cubicBezTo>
                    <a:cubicBezTo>
                      <a:pt x="349" y="106"/>
                      <a:pt x="350" y="106"/>
                      <a:pt x="350" y="107"/>
                    </a:cubicBezTo>
                    <a:cubicBezTo>
                      <a:pt x="350" y="111"/>
                      <a:pt x="350" y="114"/>
                      <a:pt x="350" y="117"/>
                    </a:cubicBezTo>
                    <a:cubicBezTo>
                      <a:pt x="349" y="122"/>
                      <a:pt x="349" y="122"/>
                      <a:pt x="349" y="122"/>
                    </a:cubicBezTo>
                    <a:cubicBezTo>
                      <a:pt x="349" y="127"/>
                      <a:pt x="349" y="127"/>
                      <a:pt x="349" y="127"/>
                    </a:cubicBezTo>
                    <a:cubicBezTo>
                      <a:pt x="350" y="128"/>
                      <a:pt x="350" y="128"/>
                      <a:pt x="350" y="128"/>
                    </a:cubicBezTo>
                    <a:cubicBezTo>
                      <a:pt x="350" y="128"/>
                      <a:pt x="352" y="126"/>
                      <a:pt x="352" y="125"/>
                    </a:cubicBezTo>
                    <a:cubicBezTo>
                      <a:pt x="353" y="125"/>
                      <a:pt x="353" y="123"/>
                      <a:pt x="353" y="120"/>
                    </a:cubicBezTo>
                    <a:cubicBezTo>
                      <a:pt x="353" y="119"/>
                      <a:pt x="353" y="117"/>
                      <a:pt x="354" y="116"/>
                    </a:cubicBezTo>
                    <a:cubicBezTo>
                      <a:pt x="354" y="117"/>
                      <a:pt x="355" y="120"/>
                      <a:pt x="355" y="122"/>
                    </a:cubicBezTo>
                    <a:cubicBezTo>
                      <a:pt x="355" y="123"/>
                      <a:pt x="355" y="124"/>
                      <a:pt x="355" y="125"/>
                    </a:cubicBezTo>
                    <a:cubicBezTo>
                      <a:pt x="353" y="135"/>
                      <a:pt x="351" y="142"/>
                      <a:pt x="347" y="149"/>
                    </a:cubicBezTo>
                    <a:cubicBezTo>
                      <a:pt x="345" y="152"/>
                      <a:pt x="331" y="175"/>
                      <a:pt x="326" y="182"/>
                    </a:cubicBezTo>
                    <a:cubicBezTo>
                      <a:pt x="326" y="183"/>
                      <a:pt x="325" y="184"/>
                      <a:pt x="325" y="185"/>
                    </a:cubicBezTo>
                    <a:cubicBezTo>
                      <a:pt x="325" y="185"/>
                      <a:pt x="326" y="186"/>
                      <a:pt x="326" y="186"/>
                    </a:cubicBezTo>
                    <a:cubicBezTo>
                      <a:pt x="327" y="187"/>
                      <a:pt x="329" y="186"/>
                      <a:pt x="330" y="184"/>
                    </a:cubicBezTo>
                    <a:cubicBezTo>
                      <a:pt x="333" y="181"/>
                      <a:pt x="343" y="169"/>
                      <a:pt x="343" y="168"/>
                    </a:cubicBezTo>
                    <a:cubicBezTo>
                      <a:pt x="348" y="164"/>
                      <a:pt x="361" y="161"/>
                      <a:pt x="364" y="161"/>
                    </a:cubicBezTo>
                    <a:cubicBezTo>
                      <a:pt x="363" y="163"/>
                      <a:pt x="359" y="166"/>
                      <a:pt x="356" y="169"/>
                    </a:cubicBezTo>
                    <a:cubicBezTo>
                      <a:pt x="350" y="174"/>
                      <a:pt x="343" y="179"/>
                      <a:pt x="342" y="182"/>
                    </a:cubicBezTo>
                    <a:cubicBezTo>
                      <a:pt x="339" y="185"/>
                      <a:pt x="337" y="189"/>
                      <a:pt x="336" y="193"/>
                    </a:cubicBezTo>
                    <a:cubicBezTo>
                      <a:pt x="334" y="196"/>
                      <a:pt x="331" y="199"/>
                      <a:pt x="329" y="20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17" y="219"/>
                      <a:pt x="317" y="219"/>
                      <a:pt x="317" y="219"/>
                    </a:cubicBezTo>
                    <a:cubicBezTo>
                      <a:pt x="317" y="219"/>
                      <a:pt x="319" y="220"/>
                      <a:pt x="321" y="217"/>
                    </a:cubicBezTo>
                    <a:cubicBezTo>
                      <a:pt x="324" y="214"/>
                      <a:pt x="331" y="208"/>
                      <a:pt x="335" y="205"/>
                    </a:cubicBezTo>
                    <a:cubicBezTo>
                      <a:pt x="343" y="197"/>
                      <a:pt x="353" y="198"/>
                      <a:pt x="358" y="197"/>
                    </a:cubicBezTo>
                    <a:cubicBezTo>
                      <a:pt x="363" y="198"/>
                      <a:pt x="353" y="200"/>
                      <a:pt x="340" y="211"/>
                    </a:cubicBezTo>
                    <a:cubicBezTo>
                      <a:pt x="327" y="222"/>
                      <a:pt x="323" y="226"/>
                      <a:pt x="322" y="228"/>
                    </a:cubicBezTo>
                    <a:cubicBezTo>
                      <a:pt x="322" y="229"/>
                      <a:pt x="322" y="230"/>
                      <a:pt x="322" y="231"/>
                    </a:cubicBezTo>
                    <a:cubicBezTo>
                      <a:pt x="322" y="232"/>
                      <a:pt x="323" y="231"/>
                      <a:pt x="323" y="231"/>
                    </a:cubicBezTo>
                    <a:cubicBezTo>
                      <a:pt x="326" y="229"/>
                      <a:pt x="335" y="222"/>
                      <a:pt x="335" y="222"/>
                    </a:cubicBezTo>
                    <a:cubicBezTo>
                      <a:pt x="337" y="220"/>
                      <a:pt x="342" y="219"/>
                      <a:pt x="344" y="219"/>
                    </a:cubicBezTo>
                    <a:cubicBezTo>
                      <a:pt x="345" y="219"/>
                      <a:pt x="348" y="220"/>
                      <a:pt x="349" y="220"/>
                    </a:cubicBezTo>
                    <a:cubicBezTo>
                      <a:pt x="346" y="222"/>
                      <a:pt x="337" y="229"/>
                      <a:pt x="335" y="231"/>
                    </a:cubicBezTo>
                    <a:cubicBezTo>
                      <a:pt x="327" y="240"/>
                      <a:pt x="319" y="257"/>
                      <a:pt x="318" y="266"/>
                    </a:cubicBezTo>
                    <a:cubicBezTo>
                      <a:pt x="317" y="269"/>
                      <a:pt x="317" y="269"/>
                      <a:pt x="317" y="269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7" y="274"/>
                      <a:pt x="317" y="274"/>
                      <a:pt x="317" y="274"/>
                    </a:cubicBezTo>
                    <a:cubicBezTo>
                      <a:pt x="316" y="277"/>
                      <a:pt x="316" y="279"/>
                      <a:pt x="315" y="281"/>
                    </a:cubicBezTo>
                    <a:cubicBezTo>
                      <a:pt x="311" y="284"/>
                      <a:pt x="311" y="284"/>
                      <a:pt x="311" y="284"/>
                    </a:cubicBezTo>
                    <a:cubicBezTo>
                      <a:pt x="310" y="285"/>
                      <a:pt x="310" y="285"/>
                      <a:pt x="310" y="285"/>
                    </a:cubicBezTo>
                    <a:cubicBezTo>
                      <a:pt x="307" y="287"/>
                      <a:pt x="306" y="288"/>
                      <a:pt x="303" y="289"/>
                    </a:cubicBezTo>
                    <a:cubicBezTo>
                      <a:pt x="299" y="291"/>
                      <a:pt x="297" y="293"/>
                      <a:pt x="294" y="296"/>
                    </a:cubicBezTo>
                    <a:cubicBezTo>
                      <a:pt x="293" y="297"/>
                      <a:pt x="293" y="297"/>
                      <a:pt x="293" y="297"/>
                    </a:cubicBezTo>
                    <a:cubicBezTo>
                      <a:pt x="284" y="308"/>
                      <a:pt x="284" y="308"/>
                      <a:pt x="284" y="308"/>
                    </a:cubicBezTo>
                    <a:cubicBezTo>
                      <a:pt x="282" y="310"/>
                      <a:pt x="282" y="310"/>
                      <a:pt x="282" y="310"/>
                    </a:cubicBezTo>
                    <a:cubicBezTo>
                      <a:pt x="279" y="315"/>
                      <a:pt x="276" y="319"/>
                      <a:pt x="273" y="323"/>
                    </a:cubicBezTo>
                    <a:cubicBezTo>
                      <a:pt x="272" y="324"/>
                      <a:pt x="272" y="325"/>
                      <a:pt x="272" y="325"/>
                    </a:cubicBezTo>
                    <a:cubicBezTo>
                      <a:pt x="270" y="329"/>
                      <a:pt x="268" y="333"/>
                      <a:pt x="266" y="336"/>
                    </a:cubicBezTo>
                    <a:cubicBezTo>
                      <a:pt x="264" y="340"/>
                      <a:pt x="264" y="340"/>
                      <a:pt x="264" y="340"/>
                    </a:cubicBezTo>
                    <a:cubicBezTo>
                      <a:pt x="262" y="343"/>
                      <a:pt x="257" y="344"/>
                      <a:pt x="253" y="344"/>
                    </a:cubicBezTo>
                    <a:cubicBezTo>
                      <a:pt x="249" y="345"/>
                      <a:pt x="249" y="345"/>
                      <a:pt x="249" y="345"/>
                    </a:cubicBezTo>
                    <a:cubicBezTo>
                      <a:pt x="243" y="345"/>
                      <a:pt x="237" y="347"/>
                      <a:pt x="230" y="349"/>
                    </a:cubicBezTo>
                    <a:cubicBezTo>
                      <a:pt x="221" y="352"/>
                      <a:pt x="216" y="355"/>
                      <a:pt x="211" y="362"/>
                    </a:cubicBezTo>
                    <a:cubicBezTo>
                      <a:pt x="209" y="364"/>
                      <a:pt x="205" y="370"/>
                      <a:pt x="204" y="373"/>
                    </a:cubicBezTo>
                    <a:cubicBezTo>
                      <a:pt x="203" y="375"/>
                      <a:pt x="203" y="377"/>
                      <a:pt x="203" y="380"/>
                    </a:cubicBezTo>
                    <a:cubicBezTo>
                      <a:pt x="203" y="386"/>
                      <a:pt x="207" y="390"/>
                      <a:pt x="207" y="390"/>
                    </a:cubicBezTo>
                    <a:cubicBezTo>
                      <a:pt x="213" y="396"/>
                      <a:pt x="207" y="396"/>
                      <a:pt x="201" y="390"/>
                    </a:cubicBezTo>
                    <a:moveTo>
                      <a:pt x="305" y="299"/>
                    </a:moveTo>
                    <a:cubicBezTo>
                      <a:pt x="305" y="300"/>
                      <a:pt x="305" y="300"/>
                      <a:pt x="305" y="301"/>
                    </a:cubicBezTo>
                    <a:cubicBezTo>
                      <a:pt x="305" y="301"/>
                      <a:pt x="305" y="301"/>
                      <a:pt x="305" y="301"/>
                    </a:cubicBezTo>
                    <a:cubicBezTo>
                      <a:pt x="305" y="301"/>
                      <a:pt x="302" y="304"/>
                      <a:pt x="300" y="306"/>
                    </a:cubicBezTo>
                    <a:cubicBezTo>
                      <a:pt x="296" y="309"/>
                      <a:pt x="292" y="312"/>
                      <a:pt x="291" y="314"/>
                    </a:cubicBezTo>
                    <a:cubicBezTo>
                      <a:pt x="288" y="319"/>
                      <a:pt x="288" y="319"/>
                      <a:pt x="288" y="319"/>
                    </a:cubicBezTo>
                    <a:cubicBezTo>
                      <a:pt x="285" y="323"/>
                      <a:pt x="277" y="335"/>
                      <a:pt x="275" y="334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3" y="333"/>
                      <a:pt x="271" y="331"/>
                      <a:pt x="271" y="331"/>
                    </a:cubicBezTo>
                    <a:cubicBezTo>
                      <a:pt x="284" y="314"/>
                      <a:pt x="284" y="314"/>
                      <a:pt x="284" y="314"/>
                    </a:cubicBezTo>
                    <a:cubicBezTo>
                      <a:pt x="289" y="311"/>
                      <a:pt x="298" y="292"/>
                      <a:pt x="314" y="287"/>
                    </a:cubicBezTo>
                    <a:cubicBezTo>
                      <a:pt x="313" y="288"/>
                      <a:pt x="309" y="294"/>
                      <a:pt x="304" y="297"/>
                    </a:cubicBezTo>
                    <a:lnTo>
                      <a:pt x="305" y="299"/>
                    </a:lnTo>
                    <a:close/>
                    <a:moveTo>
                      <a:pt x="267" y="365"/>
                    </a:moveTo>
                    <a:cubicBezTo>
                      <a:pt x="266" y="365"/>
                      <a:pt x="262" y="365"/>
                      <a:pt x="258" y="365"/>
                    </a:cubicBezTo>
                    <a:cubicBezTo>
                      <a:pt x="254" y="364"/>
                      <a:pt x="248" y="364"/>
                      <a:pt x="244" y="365"/>
                    </a:cubicBezTo>
                    <a:cubicBezTo>
                      <a:pt x="243" y="365"/>
                      <a:pt x="243" y="365"/>
                      <a:pt x="243" y="365"/>
                    </a:cubicBezTo>
                    <a:cubicBezTo>
                      <a:pt x="239" y="366"/>
                      <a:pt x="234" y="367"/>
                      <a:pt x="230" y="369"/>
                    </a:cubicBezTo>
                    <a:cubicBezTo>
                      <a:pt x="226" y="371"/>
                      <a:pt x="223" y="374"/>
                      <a:pt x="220" y="378"/>
                    </a:cubicBezTo>
                    <a:cubicBezTo>
                      <a:pt x="219" y="379"/>
                      <a:pt x="219" y="379"/>
                      <a:pt x="219" y="379"/>
                    </a:cubicBezTo>
                    <a:cubicBezTo>
                      <a:pt x="217" y="381"/>
                      <a:pt x="215" y="384"/>
                      <a:pt x="215" y="387"/>
                    </a:cubicBezTo>
                    <a:cubicBezTo>
                      <a:pt x="215" y="389"/>
                      <a:pt x="216" y="390"/>
                      <a:pt x="217" y="391"/>
                    </a:cubicBezTo>
                    <a:cubicBezTo>
                      <a:pt x="217" y="392"/>
                      <a:pt x="217" y="392"/>
                      <a:pt x="217" y="392"/>
                    </a:cubicBezTo>
                    <a:cubicBezTo>
                      <a:pt x="217" y="392"/>
                      <a:pt x="216" y="394"/>
                      <a:pt x="214" y="393"/>
                    </a:cubicBezTo>
                    <a:cubicBezTo>
                      <a:pt x="212" y="393"/>
                      <a:pt x="209" y="390"/>
                      <a:pt x="209" y="388"/>
                    </a:cubicBezTo>
                    <a:cubicBezTo>
                      <a:pt x="209" y="380"/>
                      <a:pt x="217" y="370"/>
                      <a:pt x="221" y="367"/>
                    </a:cubicBezTo>
                    <a:cubicBezTo>
                      <a:pt x="238" y="355"/>
                      <a:pt x="258" y="358"/>
                      <a:pt x="260" y="359"/>
                    </a:cubicBezTo>
                    <a:cubicBezTo>
                      <a:pt x="263" y="360"/>
                      <a:pt x="266" y="362"/>
                      <a:pt x="267" y="364"/>
                    </a:cubicBezTo>
                    <a:cubicBezTo>
                      <a:pt x="267" y="364"/>
                      <a:pt x="267" y="364"/>
                      <a:pt x="267" y="365"/>
                    </a:cubicBezTo>
                    <a:moveTo>
                      <a:pt x="284" y="361"/>
                    </a:moveTo>
                    <a:cubicBezTo>
                      <a:pt x="280" y="362"/>
                      <a:pt x="274" y="357"/>
                      <a:pt x="274" y="357"/>
                    </a:cubicBezTo>
                    <a:cubicBezTo>
                      <a:pt x="262" y="352"/>
                      <a:pt x="246" y="355"/>
                      <a:pt x="240" y="356"/>
                    </a:cubicBezTo>
                    <a:cubicBezTo>
                      <a:pt x="223" y="362"/>
                      <a:pt x="223" y="362"/>
                      <a:pt x="223" y="362"/>
                    </a:cubicBezTo>
                    <a:cubicBezTo>
                      <a:pt x="213" y="367"/>
                      <a:pt x="213" y="370"/>
                      <a:pt x="211" y="374"/>
                    </a:cubicBezTo>
                    <a:cubicBezTo>
                      <a:pt x="207" y="382"/>
                      <a:pt x="209" y="382"/>
                      <a:pt x="207" y="382"/>
                    </a:cubicBezTo>
                    <a:cubicBezTo>
                      <a:pt x="205" y="383"/>
                      <a:pt x="205" y="378"/>
                      <a:pt x="208" y="371"/>
                    </a:cubicBezTo>
                    <a:cubicBezTo>
                      <a:pt x="211" y="365"/>
                      <a:pt x="218" y="359"/>
                      <a:pt x="224" y="356"/>
                    </a:cubicBezTo>
                    <a:cubicBezTo>
                      <a:pt x="229" y="353"/>
                      <a:pt x="238" y="351"/>
                      <a:pt x="247" y="350"/>
                    </a:cubicBezTo>
                    <a:cubicBezTo>
                      <a:pt x="255" y="349"/>
                      <a:pt x="274" y="350"/>
                      <a:pt x="279" y="352"/>
                    </a:cubicBezTo>
                    <a:cubicBezTo>
                      <a:pt x="281" y="354"/>
                      <a:pt x="288" y="360"/>
                      <a:pt x="284" y="361"/>
                    </a:cubicBezTo>
                    <a:moveTo>
                      <a:pt x="302" y="360"/>
                    </a:moveTo>
                    <a:cubicBezTo>
                      <a:pt x="300" y="359"/>
                      <a:pt x="301" y="360"/>
                      <a:pt x="292" y="355"/>
                    </a:cubicBezTo>
                    <a:cubicBezTo>
                      <a:pt x="277" y="345"/>
                      <a:pt x="254" y="348"/>
                      <a:pt x="251" y="348"/>
                    </a:cubicBezTo>
                    <a:cubicBezTo>
                      <a:pt x="252" y="347"/>
                      <a:pt x="263" y="345"/>
                      <a:pt x="263" y="345"/>
                    </a:cubicBezTo>
                    <a:cubicBezTo>
                      <a:pt x="263" y="345"/>
                      <a:pt x="267" y="342"/>
                      <a:pt x="268" y="340"/>
                    </a:cubicBezTo>
                    <a:cubicBezTo>
                      <a:pt x="269" y="339"/>
                      <a:pt x="270" y="336"/>
                      <a:pt x="271" y="336"/>
                    </a:cubicBezTo>
                    <a:cubicBezTo>
                      <a:pt x="279" y="337"/>
                      <a:pt x="302" y="354"/>
                      <a:pt x="302" y="360"/>
                    </a:cubicBezTo>
                    <a:moveTo>
                      <a:pt x="299" y="344"/>
                    </a:moveTo>
                    <a:cubicBezTo>
                      <a:pt x="297" y="345"/>
                      <a:pt x="297" y="345"/>
                      <a:pt x="297" y="345"/>
                    </a:cubicBezTo>
                    <a:cubicBezTo>
                      <a:pt x="292" y="344"/>
                      <a:pt x="292" y="344"/>
                      <a:pt x="291" y="343"/>
                    </a:cubicBezTo>
                    <a:cubicBezTo>
                      <a:pt x="290" y="342"/>
                      <a:pt x="292" y="341"/>
                      <a:pt x="292" y="340"/>
                    </a:cubicBezTo>
                    <a:cubicBezTo>
                      <a:pt x="294" y="339"/>
                      <a:pt x="294" y="339"/>
                      <a:pt x="294" y="339"/>
                    </a:cubicBezTo>
                    <a:cubicBezTo>
                      <a:pt x="296" y="338"/>
                      <a:pt x="296" y="341"/>
                      <a:pt x="298" y="343"/>
                    </a:cubicBezTo>
                    <a:lnTo>
                      <a:pt x="299" y="344"/>
                    </a:lnTo>
                    <a:close/>
                    <a:moveTo>
                      <a:pt x="308" y="322"/>
                    </a:moveTo>
                    <a:cubicBezTo>
                      <a:pt x="324" y="318"/>
                      <a:pt x="333" y="320"/>
                      <a:pt x="335" y="321"/>
                    </a:cubicBezTo>
                    <a:cubicBezTo>
                      <a:pt x="333" y="322"/>
                      <a:pt x="326" y="324"/>
                      <a:pt x="321" y="325"/>
                    </a:cubicBezTo>
                    <a:cubicBezTo>
                      <a:pt x="317" y="326"/>
                      <a:pt x="315" y="326"/>
                      <a:pt x="314" y="327"/>
                    </a:cubicBezTo>
                    <a:cubicBezTo>
                      <a:pt x="313" y="328"/>
                      <a:pt x="312" y="327"/>
                      <a:pt x="310" y="327"/>
                    </a:cubicBezTo>
                    <a:cubicBezTo>
                      <a:pt x="308" y="327"/>
                      <a:pt x="309" y="327"/>
                      <a:pt x="307" y="328"/>
                    </a:cubicBezTo>
                    <a:cubicBezTo>
                      <a:pt x="303" y="329"/>
                      <a:pt x="294" y="334"/>
                      <a:pt x="289" y="339"/>
                    </a:cubicBezTo>
                    <a:cubicBezTo>
                      <a:pt x="288" y="340"/>
                      <a:pt x="288" y="340"/>
                      <a:pt x="288" y="340"/>
                    </a:cubicBezTo>
                    <a:cubicBezTo>
                      <a:pt x="287" y="341"/>
                      <a:pt x="284" y="338"/>
                      <a:pt x="284" y="338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3" y="338"/>
                      <a:pt x="283" y="337"/>
                      <a:pt x="282" y="337"/>
                    </a:cubicBezTo>
                    <a:cubicBezTo>
                      <a:pt x="284" y="334"/>
                      <a:pt x="292" y="328"/>
                      <a:pt x="294" y="327"/>
                    </a:cubicBezTo>
                    <a:cubicBezTo>
                      <a:pt x="298" y="324"/>
                      <a:pt x="304" y="322"/>
                      <a:pt x="308" y="322"/>
                    </a:cubicBezTo>
                    <a:moveTo>
                      <a:pt x="369" y="275"/>
                    </a:moveTo>
                    <a:cubicBezTo>
                      <a:pt x="366" y="275"/>
                      <a:pt x="346" y="274"/>
                      <a:pt x="338" y="276"/>
                    </a:cubicBezTo>
                    <a:cubicBezTo>
                      <a:pt x="338" y="277"/>
                      <a:pt x="337" y="277"/>
                      <a:pt x="337" y="277"/>
                    </a:cubicBezTo>
                    <a:cubicBezTo>
                      <a:pt x="335" y="278"/>
                      <a:pt x="335" y="278"/>
                      <a:pt x="335" y="278"/>
                    </a:cubicBezTo>
                    <a:cubicBezTo>
                      <a:pt x="327" y="282"/>
                      <a:pt x="324" y="284"/>
                      <a:pt x="324" y="287"/>
                    </a:cubicBezTo>
                    <a:cubicBezTo>
                      <a:pt x="324" y="288"/>
                      <a:pt x="324" y="288"/>
                      <a:pt x="324" y="288"/>
                    </a:cubicBezTo>
                    <a:cubicBezTo>
                      <a:pt x="325" y="287"/>
                      <a:pt x="325" y="287"/>
                      <a:pt x="325" y="287"/>
                    </a:cubicBezTo>
                    <a:cubicBezTo>
                      <a:pt x="331" y="285"/>
                      <a:pt x="338" y="284"/>
                      <a:pt x="344" y="285"/>
                    </a:cubicBezTo>
                    <a:cubicBezTo>
                      <a:pt x="345" y="286"/>
                      <a:pt x="345" y="286"/>
                      <a:pt x="345" y="286"/>
                    </a:cubicBezTo>
                    <a:cubicBezTo>
                      <a:pt x="347" y="287"/>
                      <a:pt x="349" y="288"/>
                      <a:pt x="350" y="288"/>
                    </a:cubicBezTo>
                    <a:cubicBezTo>
                      <a:pt x="345" y="289"/>
                      <a:pt x="338" y="290"/>
                      <a:pt x="337" y="290"/>
                    </a:cubicBezTo>
                    <a:cubicBezTo>
                      <a:pt x="332" y="292"/>
                      <a:pt x="316" y="301"/>
                      <a:pt x="312" y="305"/>
                    </a:cubicBezTo>
                    <a:cubicBezTo>
                      <a:pt x="306" y="310"/>
                      <a:pt x="306" y="310"/>
                      <a:pt x="306" y="310"/>
                    </a:cubicBezTo>
                    <a:cubicBezTo>
                      <a:pt x="298" y="320"/>
                      <a:pt x="289" y="327"/>
                      <a:pt x="289" y="327"/>
                    </a:cubicBezTo>
                    <a:cubicBezTo>
                      <a:pt x="282" y="327"/>
                      <a:pt x="295" y="314"/>
                      <a:pt x="298" y="311"/>
                    </a:cubicBezTo>
                    <a:cubicBezTo>
                      <a:pt x="305" y="306"/>
                      <a:pt x="305" y="306"/>
                      <a:pt x="305" y="306"/>
                    </a:cubicBezTo>
                    <a:cubicBezTo>
                      <a:pt x="312" y="301"/>
                      <a:pt x="312" y="296"/>
                      <a:pt x="312" y="296"/>
                    </a:cubicBezTo>
                    <a:cubicBezTo>
                      <a:pt x="313" y="295"/>
                      <a:pt x="317" y="292"/>
                      <a:pt x="318" y="292"/>
                    </a:cubicBezTo>
                    <a:cubicBezTo>
                      <a:pt x="319" y="291"/>
                      <a:pt x="319" y="291"/>
                      <a:pt x="319" y="291"/>
                    </a:cubicBezTo>
                    <a:cubicBezTo>
                      <a:pt x="319" y="290"/>
                      <a:pt x="319" y="290"/>
                      <a:pt x="319" y="290"/>
                    </a:cubicBezTo>
                    <a:cubicBezTo>
                      <a:pt x="319" y="290"/>
                      <a:pt x="320" y="289"/>
                      <a:pt x="320" y="289"/>
                    </a:cubicBezTo>
                    <a:cubicBezTo>
                      <a:pt x="320" y="289"/>
                      <a:pt x="320" y="289"/>
                      <a:pt x="319" y="288"/>
                    </a:cubicBezTo>
                    <a:cubicBezTo>
                      <a:pt x="319" y="288"/>
                      <a:pt x="318" y="288"/>
                      <a:pt x="318" y="288"/>
                    </a:cubicBezTo>
                    <a:cubicBezTo>
                      <a:pt x="318" y="288"/>
                      <a:pt x="317" y="288"/>
                      <a:pt x="316" y="288"/>
                    </a:cubicBezTo>
                    <a:cubicBezTo>
                      <a:pt x="319" y="286"/>
                      <a:pt x="323" y="283"/>
                      <a:pt x="325" y="281"/>
                    </a:cubicBezTo>
                    <a:cubicBezTo>
                      <a:pt x="325" y="280"/>
                      <a:pt x="326" y="279"/>
                      <a:pt x="326" y="278"/>
                    </a:cubicBezTo>
                    <a:cubicBezTo>
                      <a:pt x="326" y="278"/>
                      <a:pt x="323" y="276"/>
                      <a:pt x="320" y="278"/>
                    </a:cubicBezTo>
                    <a:cubicBezTo>
                      <a:pt x="320" y="278"/>
                      <a:pt x="320" y="277"/>
                      <a:pt x="320" y="277"/>
                    </a:cubicBezTo>
                    <a:cubicBezTo>
                      <a:pt x="320" y="276"/>
                      <a:pt x="320" y="274"/>
                      <a:pt x="321" y="272"/>
                    </a:cubicBezTo>
                    <a:cubicBezTo>
                      <a:pt x="321" y="270"/>
                      <a:pt x="322" y="269"/>
                      <a:pt x="323" y="268"/>
                    </a:cubicBezTo>
                    <a:cubicBezTo>
                      <a:pt x="327" y="264"/>
                      <a:pt x="333" y="261"/>
                      <a:pt x="338" y="260"/>
                    </a:cubicBezTo>
                    <a:cubicBezTo>
                      <a:pt x="338" y="260"/>
                      <a:pt x="351" y="258"/>
                      <a:pt x="352" y="261"/>
                    </a:cubicBezTo>
                    <a:cubicBezTo>
                      <a:pt x="348" y="263"/>
                      <a:pt x="344" y="265"/>
                      <a:pt x="341" y="266"/>
                    </a:cubicBezTo>
                    <a:cubicBezTo>
                      <a:pt x="338" y="268"/>
                      <a:pt x="338" y="268"/>
                      <a:pt x="338" y="268"/>
                    </a:cubicBezTo>
                    <a:cubicBezTo>
                      <a:pt x="337" y="269"/>
                      <a:pt x="337" y="269"/>
                      <a:pt x="337" y="269"/>
                    </a:cubicBezTo>
                    <a:cubicBezTo>
                      <a:pt x="337" y="270"/>
                      <a:pt x="337" y="270"/>
                      <a:pt x="337" y="270"/>
                    </a:cubicBezTo>
                    <a:cubicBezTo>
                      <a:pt x="338" y="271"/>
                      <a:pt x="349" y="270"/>
                      <a:pt x="349" y="270"/>
                    </a:cubicBezTo>
                    <a:cubicBezTo>
                      <a:pt x="364" y="267"/>
                      <a:pt x="368" y="271"/>
                      <a:pt x="370" y="273"/>
                    </a:cubicBezTo>
                    <a:cubicBezTo>
                      <a:pt x="368" y="273"/>
                      <a:pt x="372" y="275"/>
                      <a:pt x="369" y="27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1" name="Freeform 69">
                <a:extLst>
                  <a:ext uri="{FF2B5EF4-FFF2-40B4-BE49-F238E27FC236}">
                    <a16:creationId xmlns:a16="http://schemas.microsoft.com/office/drawing/2014/main" id="{C61F49ED-889D-4DD1-A8A7-D829B05C2DD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6" y="7864"/>
                <a:ext cx="23" cy="70"/>
              </a:xfrm>
              <a:custGeom>
                <a:avLst/>
                <a:gdLst>
                  <a:gd name="T0" fmla="*/ 2 w 31"/>
                  <a:gd name="T1" fmla="*/ 0 h 94"/>
                  <a:gd name="T2" fmla="*/ 0 w 31"/>
                  <a:gd name="T3" fmla="*/ 0 h 94"/>
                  <a:gd name="T4" fmla="*/ 5 w 31"/>
                  <a:gd name="T5" fmla="*/ 8 h 94"/>
                  <a:gd name="T6" fmla="*/ 24 w 31"/>
                  <a:gd name="T7" fmla="*/ 53 h 94"/>
                  <a:gd name="T8" fmla="*/ 19 w 31"/>
                  <a:gd name="T9" fmla="*/ 91 h 94"/>
                  <a:gd name="T10" fmla="*/ 22 w 31"/>
                  <a:gd name="T11" fmla="*/ 93 h 94"/>
                  <a:gd name="T12" fmla="*/ 27 w 31"/>
                  <a:gd name="T13" fmla="*/ 42 h 94"/>
                  <a:gd name="T14" fmla="*/ 2 w 31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5" y="8"/>
                    </a:cubicBezTo>
                    <a:cubicBezTo>
                      <a:pt x="22" y="30"/>
                      <a:pt x="23" y="41"/>
                      <a:pt x="24" y="53"/>
                    </a:cubicBezTo>
                    <a:cubicBezTo>
                      <a:pt x="26" y="65"/>
                      <a:pt x="21" y="88"/>
                      <a:pt x="19" y="91"/>
                    </a:cubicBezTo>
                    <a:cubicBezTo>
                      <a:pt x="18" y="93"/>
                      <a:pt x="21" y="94"/>
                      <a:pt x="22" y="93"/>
                    </a:cubicBezTo>
                    <a:cubicBezTo>
                      <a:pt x="23" y="91"/>
                      <a:pt x="31" y="69"/>
                      <a:pt x="27" y="42"/>
                    </a:cubicBezTo>
                    <a:cubicBezTo>
                      <a:pt x="24" y="23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2" name="Freeform 70">
                <a:extLst>
                  <a:ext uri="{FF2B5EF4-FFF2-40B4-BE49-F238E27FC236}">
                    <a16:creationId xmlns:a16="http://schemas.microsoft.com/office/drawing/2014/main" id="{4A9CCD4B-C365-4BB6-A426-01E998E269B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7" y="7896"/>
                <a:ext cx="8" cy="35"/>
              </a:xfrm>
              <a:custGeom>
                <a:avLst/>
                <a:gdLst>
                  <a:gd name="T0" fmla="*/ 4 w 12"/>
                  <a:gd name="T1" fmla="*/ 2 h 47"/>
                  <a:gd name="T2" fmla="*/ 1 w 12"/>
                  <a:gd name="T3" fmla="*/ 4 h 47"/>
                  <a:gd name="T4" fmla="*/ 8 w 12"/>
                  <a:gd name="T5" fmla="*/ 22 h 47"/>
                  <a:gd name="T6" fmla="*/ 8 w 12"/>
                  <a:gd name="T7" fmla="*/ 44 h 47"/>
                  <a:gd name="T8" fmla="*/ 10 w 12"/>
                  <a:gd name="T9" fmla="*/ 45 h 47"/>
                  <a:gd name="T10" fmla="*/ 11 w 12"/>
                  <a:gd name="T11" fmla="*/ 21 h 47"/>
                  <a:gd name="T12" fmla="*/ 4 w 12"/>
                  <a:gd name="T13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4" y="2"/>
                    </a:moveTo>
                    <a:cubicBezTo>
                      <a:pt x="2" y="0"/>
                      <a:pt x="0" y="3"/>
                      <a:pt x="1" y="4"/>
                    </a:cubicBezTo>
                    <a:cubicBezTo>
                      <a:pt x="4" y="8"/>
                      <a:pt x="7" y="19"/>
                      <a:pt x="8" y="22"/>
                    </a:cubicBezTo>
                    <a:cubicBezTo>
                      <a:pt x="8" y="34"/>
                      <a:pt x="8" y="40"/>
                      <a:pt x="8" y="44"/>
                    </a:cubicBezTo>
                    <a:cubicBezTo>
                      <a:pt x="8" y="47"/>
                      <a:pt x="10" y="47"/>
                      <a:pt x="10" y="45"/>
                    </a:cubicBezTo>
                    <a:cubicBezTo>
                      <a:pt x="10" y="39"/>
                      <a:pt x="12" y="37"/>
                      <a:pt x="11" y="21"/>
                    </a:cubicBezTo>
                    <a:cubicBezTo>
                      <a:pt x="10" y="16"/>
                      <a:pt x="7" y="7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3" name="Freeform 71">
                <a:extLst>
                  <a:ext uri="{FF2B5EF4-FFF2-40B4-BE49-F238E27FC236}">
                    <a16:creationId xmlns:a16="http://schemas.microsoft.com/office/drawing/2014/main" id="{A55521D5-B64C-4BF7-A2AA-699ADD3B8DA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92" y="7888"/>
                <a:ext cx="10" cy="44"/>
              </a:xfrm>
              <a:custGeom>
                <a:avLst/>
                <a:gdLst>
                  <a:gd name="T0" fmla="*/ 12 w 14"/>
                  <a:gd name="T1" fmla="*/ 22 h 59"/>
                  <a:gd name="T2" fmla="*/ 4 w 14"/>
                  <a:gd name="T3" fmla="*/ 3 h 59"/>
                  <a:gd name="T4" fmla="*/ 1 w 14"/>
                  <a:gd name="T5" fmla="*/ 5 h 59"/>
                  <a:gd name="T6" fmla="*/ 8 w 14"/>
                  <a:gd name="T7" fmla="*/ 23 h 59"/>
                  <a:gd name="T8" fmla="*/ 7 w 14"/>
                  <a:gd name="T9" fmla="*/ 56 h 59"/>
                  <a:gd name="T10" fmla="*/ 9 w 14"/>
                  <a:gd name="T11" fmla="*/ 57 h 59"/>
                  <a:gd name="T12" fmla="*/ 12 w 14"/>
                  <a:gd name="T13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12" y="22"/>
                    </a:moveTo>
                    <a:cubicBezTo>
                      <a:pt x="11" y="17"/>
                      <a:pt x="7" y="7"/>
                      <a:pt x="4" y="3"/>
                    </a:cubicBez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8" y="20"/>
                      <a:pt x="8" y="23"/>
                    </a:cubicBezTo>
                    <a:cubicBezTo>
                      <a:pt x="10" y="43"/>
                      <a:pt x="7" y="53"/>
                      <a:pt x="7" y="56"/>
                    </a:cubicBezTo>
                    <a:cubicBezTo>
                      <a:pt x="6" y="59"/>
                      <a:pt x="9" y="59"/>
                      <a:pt x="9" y="57"/>
                    </a:cubicBezTo>
                    <a:cubicBezTo>
                      <a:pt x="9" y="52"/>
                      <a:pt x="14" y="41"/>
                      <a:pt x="1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4" name="Freeform 72">
                <a:extLst>
                  <a:ext uri="{FF2B5EF4-FFF2-40B4-BE49-F238E27FC236}">
                    <a16:creationId xmlns:a16="http://schemas.microsoft.com/office/drawing/2014/main" id="{E173CB6D-B3B9-48CB-B5A0-0395C27D00E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4" y="7864"/>
                <a:ext cx="23" cy="70"/>
              </a:xfrm>
              <a:custGeom>
                <a:avLst/>
                <a:gdLst>
                  <a:gd name="T0" fmla="*/ 12 w 31"/>
                  <a:gd name="T1" fmla="*/ 91 h 94"/>
                  <a:gd name="T2" fmla="*/ 7 w 31"/>
                  <a:gd name="T3" fmla="*/ 53 h 94"/>
                  <a:gd name="T4" fmla="*/ 26 w 31"/>
                  <a:gd name="T5" fmla="*/ 8 h 94"/>
                  <a:gd name="T6" fmla="*/ 31 w 31"/>
                  <a:gd name="T7" fmla="*/ 0 h 94"/>
                  <a:gd name="T8" fmla="*/ 30 w 31"/>
                  <a:gd name="T9" fmla="*/ 0 h 94"/>
                  <a:gd name="T10" fmla="*/ 4 w 31"/>
                  <a:gd name="T11" fmla="*/ 42 h 94"/>
                  <a:gd name="T12" fmla="*/ 9 w 31"/>
                  <a:gd name="T13" fmla="*/ 93 h 94"/>
                  <a:gd name="T14" fmla="*/ 12 w 31"/>
                  <a:gd name="T1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94">
                    <a:moveTo>
                      <a:pt x="12" y="91"/>
                    </a:moveTo>
                    <a:cubicBezTo>
                      <a:pt x="10" y="88"/>
                      <a:pt x="5" y="65"/>
                      <a:pt x="7" y="53"/>
                    </a:cubicBezTo>
                    <a:cubicBezTo>
                      <a:pt x="8" y="41"/>
                      <a:pt x="9" y="30"/>
                      <a:pt x="26" y="8"/>
                    </a:cubicBezTo>
                    <a:cubicBezTo>
                      <a:pt x="29" y="4"/>
                      <a:pt x="31" y="1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7" y="0"/>
                      <a:pt x="7" y="23"/>
                      <a:pt x="4" y="42"/>
                    </a:cubicBezTo>
                    <a:cubicBezTo>
                      <a:pt x="0" y="69"/>
                      <a:pt x="8" y="91"/>
                      <a:pt x="9" y="93"/>
                    </a:cubicBezTo>
                    <a:cubicBezTo>
                      <a:pt x="10" y="94"/>
                      <a:pt x="13" y="93"/>
                      <a:pt x="12" y="9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5" name="Freeform 73">
                <a:extLst>
                  <a:ext uri="{FF2B5EF4-FFF2-40B4-BE49-F238E27FC236}">
                    <a16:creationId xmlns:a16="http://schemas.microsoft.com/office/drawing/2014/main" id="{EACE3D82-E10B-461B-81BB-F88796612F2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7" y="7896"/>
                <a:ext cx="9" cy="35"/>
              </a:xfrm>
              <a:custGeom>
                <a:avLst/>
                <a:gdLst>
                  <a:gd name="T0" fmla="*/ 1 w 12"/>
                  <a:gd name="T1" fmla="*/ 21 h 47"/>
                  <a:gd name="T2" fmla="*/ 2 w 12"/>
                  <a:gd name="T3" fmla="*/ 45 h 47"/>
                  <a:gd name="T4" fmla="*/ 4 w 12"/>
                  <a:gd name="T5" fmla="*/ 44 h 47"/>
                  <a:gd name="T6" fmla="*/ 4 w 12"/>
                  <a:gd name="T7" fmla="*/ 22 h 47"/>
                  <a:gd name="T8" fmla="*/ 11 w 12"/>
                  <a:gd name="T9" fmla="*/ 4 h 47"/>
                  <a:gd name="T10" fmla="*/ 8 w 12"/>
                  <a:gd name="T11" fmla="*/ 2 h 47"/>
                  <a:gd name="T12" fmla="*/ 1 w 12"/>
                  <a:gd name="T13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" y="21"/>
                    </a:moveTo>
                    <a:cubicBezTo>
                      <a:pt x="0" y="37"/>
                      <a:pt x="2" y="39"/>
                      <a:pt x="2" y="45"/>
                    </a:cubicBezTo>
                    <a:cubicBezTo>
                      <a:pt x="2" y="47"/>
                      <a:pt x="4" y="47"/>
                      <a:pt x="4" y="44"/>
                    </a:cubicBezTo>
                    <a:cubicBezTo>
                      <a:pt x="4" y="40"/>
                      <a:pt x="4" y="34"/>
                      <a:pt x="4" y="22"/>
                    </a:cubicBezTo>
                    <a:cubicBezTo>
                      <a:pt x="5" y="19"/>
                      <a:pt x="8" y="8"/>
                      <a:pt x="11" y="4"/>
                    </a:cubicBezTo>
                    <a:cubicBezTo>
                      <a:pt x="12" y="3"/>
                      <a:pt x="10" y="0"/>
                      <a:pt x="8" y="2"/>
                    </a:cubicBezTo>
                    <a:cubicBezTo>
                      <a:pt x="5" y="7"/>
                      <a:pt x="2" y="16"/>
                      <a:pt x="1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6" name="Freeform 74">
                <a:extLst>
                  <a:ext uri="{FF2B5EF4-FFF2-40B4-BE49-F238E27FC236}">
                    <a16:creationId xmlns:a16="http://schemas.microsoft.com/office/drawing/2014/main" id="{A7E71A11-117C-4700-8DDB-5A80DC8726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70" y="7888"/>
                <a:ext cx="11" cy="44"/>
              </a:xfrm>
              <a:custGeom>
                <a:avLst/>
                <a:gdLst>
                  <a:gd name="T0" fmla="*/ 6 w 14"/>
                  <a:gd name="T1" fmla="*/ 23 h 59"/>
                  <a:gd name="T2" fmla="*/ 13 w 14"/>
                  <a:gd name="T3" fmla="*/ 5 h 59"/>
                  <a:gd name="T4" fmla="*/ 10 w 14"/>
                  <a:gd name="T5" fmla="*/ 3 h 59"/>
                  <a:gd name="T6" fmla="*/ 2 w 14"/>
                  <a:gd name="T7" fmla="*/ 22 h 59"/>
                  <a:gd name="T8" fmla="*/ 5 w 14"/>
                  <a:gd name="T9" fmla="*/ 57 h 59"/>
                  <a:gd name="T10" fmla="*/ 7 w 14"/>
                  <a:gd name="T11" fmla="*/ 56 h 59"/>
                  <a:gd name="T12" fmla="*/ 6 w 14"/>
                  <a:gd name="T13" fmla="*/ 2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9">
                    <a:moveTo>
                      <a:pt x="6" y="23"/>
                    </a:moveTo>
                    <a:cubicBezTo>
                      <a:pt x="6" y="20"/>
                      <a:pt x="10" y="9"/>
                      <a:pt x="13" y="5"/>
                    </a:cubicBezTo>
                    <a:cubicBezTo>
                      <a:pt x="14" y="3"/>
                      <a:pt x="12" y="0"/>
                      <a:pt x="10" y="3"/>
                    </a:cubicBezTo>
                    <a:cubicBezTo>
                      <a:pt x="7" y="7"/>
                      <a:pt x="3" y="17"/>
                      <a:pt x="2" y="22"/>
                    </a:cubicBezTo>
                    <a:cubicBezTo>
                      <a:pt x="0" y="41"/>
                      <a:pt x="5" y="52"/>
                      <a:pt x="5" y="57"/>
                    </a:cubicBezTo>
                    <a:cubicBezTo>
                      <a:pt x="5" y="59"/>
                      <a:pt x="8" y="59"/>
                      <a:pt x="7" y="56"/>
                    </a:cubicBezTo>
                    <a:cubicBezTo>
                      <a:pt x="7" y="53"/>
                      <a:pt x="4" y="43"/>
                      <a:pt x="6" y="2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7" name="Freeform 75">
                <a:extLst>
                  <a:ext uri="{FF2B5EF4-FFF2-40B4-BE49-F238E27FC236}">
                    <a16:creationId xmlns:a16="http://schemas.microsoft.com/office/drawing/2014/main" id="{843E849A-709D-4689-8F45-A9EE32E099D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4" y="7861"/>
                <a:ext cx="41" cy="42"/>
              </a:xfrm>
              <a:custGeom>
                <a:avLst/>
                <a:gdLst>
                  <a:gd name="T0" fmla="*/ 46 w 55"/>
                  <a:gd name="T1" fmla="*/ 23 h 56"/>
                  <a:gd name="T2" fmla="*/ 46 w 55"/>
                  <a:gd name="T3" fmla="*/ 23 h 56"/>
                  <a:gd name="T4" fmla="*/ 47 w 55"/>
                  <a:gd name="T5" fmla="*/ 26 h 56"/>
                  <a:gd name="T6" fmla="*/ 43 w 55"/>
                  <a:gd name="T7" fmla="*/ 30 h 56"/>
                  <a:gd name="T8" fmla="*/ 31 w 55"/>
                  <a:gd name="T9" fmla="*/ 35 h 56"/>
                  <a:gd name="T10" fmla="*/ 39 w 55"/>
                  <a:gd name="T11" fmla="*/ 20 h 56"/>
                  <a:gd name="T12" fmla="*/ 41 w 55"/>
                  <a:gd name="T13" fmla="*/ 16 h 56"/>
                  <a:gd name="T14" fmla="*/ 42 w 55"/>
                  <a:gd name="T15" fmla="*/ 16 h 56"/>
                  <a:gd name="T16" fmla="*/ 44 w 55"/>
                  <a:gd name="T17" fmla="*/ 19 h 56"/>
                  <a:gd name="T18" fmla="*/ 44 w 55"/>
                  <a:gd name="T19" fmla="*/ 19 h 56"/>
                  <a:gd name="T20" fmla="*/ 46 w 55"/>
                  <a:gd name="T21" fmla="*/ 19 h 56"/>
                  <a:gd name="T22" fmla="*/ 38 w 55"/>
                  <a:gd name="T23" fmla="*/ 0 h 56"/>
                  <a:gd name="T24" fmla="*/ 36 w 55"/>
                  <a:gd name="T25" fmla="*/ 1 h 56"/>
                  <a:gd name="T26" fmla="*/ 36 w 55"/>
                  <a:gd name="T27" fmla="*/ 1 h 56"/>
                  <a:gd name="T28" fmla="*/ 37 w 55"/>
                  <a:gd name="T29" fmla="*/ 5 h 56"/>
                  <a:gd name="T30" fmla="*/ 35 w 55"/>
                  <a:gd name="T31" fmla="*/ 12 h 56"/>
                  <a:gd name="T32" fmla="*/ 25 w 55"/>
                  <a:gd name="T33" fmla="*/ 30 h 56"/>
                  <a:gd name="T34" fmla="*/ 12 w 55"/>
                  <a:gd name="T35" fmla="*/ 26 h 56"/>
                  <a:gd name="T36" fmla="*/ 2 w 55"/>
                  <a:gd name="T37" fmla="*/ 18 h 56"/>
                  <a:gd name="T38" fmla="*/ 2 w 55"/>
                  <a:gd name="T39" fmla="*/ 18 h 56"/>
                  <a:gd name="T40" fmla="*/ 0 w 55"/>
                  <a:gd name="T41" fmla="*/ 19 h 56"/>
                  <a:gd name="T42" fmla="*/ 7 w 55"/>
                  <a:gd name="T43" fmla="*/ 35 h 56"/>
                  <a:gd name="T44" fmla="*/ 9 w 55"/>
                  <a:gd name="T45" fmla="*/ 34 h 56"/>
                  <a:gd name="T46" fmla="*/ 9 w 55"/>
                  <a:gd name="T47" fmla="*/ 34 h 56"/>
                  <a:gd name="T48" fmla="*/ 8 w 55"/>
                  <a:gd name="T49" fmla="*/ 30 h 56"/>
                  <a:gd name="T50" fmla="*/ 8 w 55"/>
                  <a:gd name="T51" fmla="*/ 30 h 56"/>
                  <a:gd name="T52" fmla="*/ 9 w 55"/>
                  <a:gd name="T53" fmla="*/ 30 h 56"/>
                  <a:gd name="T54" fmla="*/ 12 w 55"/>
                  <a:gd name="T55" fmla="*/ 30 h 56"/>
                  <a:gd name="T56" fmla="*/ 29 w 55"/>
                  <a:gd name="T57" fmla="*/ 36 h 56"/>
                  <a:gd name="T58" fmla="*/ 18 w 55"/>
                  <a:gd name="T59" fmla="*/ 40 h 56"/>
                  <a:gd name="T60" fmla="*/ 14 w 55"/>
                  <a:gd name="T61" fmla="*/ 42 h 56"/>
                  <a:gd name="T62" fmla="*/ 11 w 55"/>
                  <a:gd name="T63" fmla="*/ 38 h 56"/>
                  <a:gd name="T64" fmla="*/ 11 w 55"/>
                  <a:gd name="T65" fmla="*/ 38 h 56"/>
                  <a:gd name="T66" fmla="*/ 9 w 55"/>
                  <a:gd name="T67" fmla="*/ 39 h 56"/>
                  <a:gd name="T68" fmla="*/ 16 w 55"/>
                  <a:gd name="T69" fmla="*/ 56 h 56"/>
                  <a:gd name="T70" fmla="*/ 18 w 55"/>
                  <a:gd name="T71" fmla="*/ 55 h 56"/>
                  <a:gd name="T72" fmla="*/ 18 w 55"/>
                  <a:gd name="T73" fmla="*/ 55 h 56"/>
                  <a:gd name="T74" fmla="*/ 17 w 55"/>
                  <a:gd name="T75" fmla="*/ 52 h 56"/>
                  <a:gd name="T76" fmla="*/ 21 w 55"/>
                  <a:gd name="T77" fmla="*/ 48 h 56"/>
                  <a:gd name="T78" fmla="*/ 46 w 55"/>
                  <a:gd name="T79" fmla="*/ 37 h 56"/>
                  <a:gd name="T80" fmla="*/ 49 w 55"/>
                  <a:gd name="T81" fmla="*/ 36 h 56"/>
                  <a:gd name="T82" fmla="*/ 53 w 55"/>
                  <a:gd name="T83" fmla="*/ 40 h 56"/>
                  <a:gd name="T84" fmla="*/ 53 w 55"/>
                  <a:gd name="T85" fmla="*/ 41 h 56"/>
                  <a:gd name="T86" fmla="*/ 53 w 55"/>
                  <a:gd name="T87" fmla="*/ 40 h 56"/>
                  <a:gd name="T88" fmla="*/ 55 w 55"/>
                  <a:gd name="T89" fmla="*/ 40 h 56"/>
                  <a:gd name="T90" fmla="*/ 48 w 55"/>
                  <a:gd name="T91" fmla="*/ 22 h 56"/>
                  <a:gd name="T92" fmla="*/ 46 w 55"/>
                  <a:gd name="T93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5" h="56">
                    <a:moveTo>
                      <a:pt x="46" y="23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5"/>
                      <a:pt x="47" y="26"/>
                      <a:pt x="47" y="26"/>
                    </a:cubicBezTo>
                    <a:cubicBezTo>
                      <a:pt x="47" y="28"/>
                      <a:pt x="46" y="29"/>
                      <a:pt x="43" y="30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7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3" y="16"/>
                      <a:pt x="43" y="18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2"/>
                      <a:pt x="37" y="4"/>
                      <a:pt x="37" y="5"/>
                    </a:cubicBezTo>
                    <a:cubicBezTo>
                      <a:pt x="37" y="8"/>
                      <a:pt x="36" y="10"/>
                      <a:pt x="35" y="12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7" y="24"/>
                      <a:pt x="4" y="23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11" y="30"/>
                      <a:pt x="12" y="30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6" y="41"/>
                      <a:pt x="15" y="42"/>
                      <a:pt x="14" y="42"/>
                    </a:cubicBezTo>
                    <a:cubicBezTo>
                      <a:pt x="13" y="42"/>
                      <a:pt x="12" y="41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7" y="54"/>
                      <a:pt x="17" y="52"/>
                      <a:pt x="17" y="52"/>
                    </a:cubicBezTo>
                    <a:cubicBezTo>
                      <a:pt x="17" y="50"/>
                      <a:pt x="18" y="49"/>
                      <a:pt x="21" y="48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7" y="37"/>
                      <a:pt x="48" y="36"/>
                      <a:pt x="49" y="36"/>
                    </a:cubicBezTo>
                    <a:cubicBezTo>
                      <a:pt x="51" y="36"/>
                      <a:pt x="52" y="37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48" y="22"/>
                      <a:pt x="48" y="22"/>
                      <a:pt x="48" y="22"/>
                    </a:cubicBezTo>
                    <a:lnTo>
                      <a:pt x="4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8" name="Freeform 76">
                <a:extLst>
                  <a:ext uri="{FF2B5EF4-FFF2-40B4-BE49-F238E27FC236}">
                    <a16:creationId xmlns:a16="http://schemas.microsoft.com/office/drawing/2014/main" id="{675F7EBE-533F-46D4-8C5E-1F49820A06E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3" y="7835"/>
                <a:ext cx="36" cy="34"/>
              </a:xfrm>
              <a:custGeom>
                <a:avLst/>
                <a:gdLst>
                  <a:gd name="T0" fmla="*/ 37 w 48"/>
                  <a:gd name="T1" fmla="*/ 33 h 46"/>
                  <a:gd name="T2" fmla="*/ 48 w 48"/>
                  <a:gd name="T3" fmla="*/ 21 h 46"/>
                  <a:gd name="T4" fmla="*/ 47 w 48"/>
                  <a:gd name="T5" fmla="*/ 13 h 46"/>
                  <a:gd name="T6" fmla="*/ 34 w 48"/>
                  <a:gd name="T7" fmla="*/ 0 h 46"/>
                  <a:gd name="T8" fmla="*/ 28 w 48"/>
                  <a:gd name="T9" fmla="*/ 1 h 46"/>
                  <a:gd name="T10" fmla="*/ 8 w 48"/>
                  <a:gd name="T11" fmla="*/ 6 h 46"/>
                  <a:gd name="T12" fmla="*/ 5 w 48"/>
                  <a:gd name="T13" fmla="*/ 7 h 46"/>
                  <a:gd name="T14" fmla="*/ 1 w 48"/>
                  <a:gd name="T15" fmla="*/ 2 h 46"/>
                  <a:gd name="T16" fmla="*/ 1 w 48"/>
                  <a:gd name="T17" fmla="*/ 2 h 46"/>
                  <a:gd name="T18" fmla="*/ 0 w 48"/>
                  <a:gd name="T19" fmla="*/ 2 h 46"/>
                  <a:gd name="T20" fmla="*/ 4 w 48"/>
                  <a:gd name="T21" fmla="*/ 19 h 46"/>
                  <a:gd name="T22" fmla="*/ 6 w 48"/>
                  <a:gd name="T23" fmla="*/ 19 h 46"/>
                  <a:gd name="T24" fmla="*/ 6 w 48"/>
                  <a:gd name="T25" fmla="*/ 18 h 46"/>
                  <a:gd name="T26" fmla="*/ 5 w 48"/>
                  <a:gd name="T27" fmla="*/ 15 h 46"/>
                  <a:gd name="T28" fmla="*/ 10 w 48"/>
                  <a:gd name="T29" fmla="*/ 11 h 46"/>
                  <a:gd name="T30" fmla="*/ 30 w 48"/>
                  <a:gd name="T31" fmla="*/ 6 h 46"/>
                  <a:gd name="T32" fmla="*/ 35 w 48"/>
                  <a:gd name="T33" fmla="*/ 5 h 46"/>
                  <a:gd name="T34" fmla="*/ 40 w 48"/>
                  <a:gd name="T35" fmla="*/ 7 h 46"/>
                  <a:gd name="T36" fmla="*/ 40 w 48"/>
                  <a:gd name="T37" fmla="*/ 7 h 46"/>
                  <a:gd name="T38" fmla="*/ 43 w 48"/>
                  <a:gd name="T39" fmla="*/ 13 h 46"/>
                  <a:gd name="T40" fmla="*/ 44 w 48"/>
                  <a:gd name="T41" fmla="*/ 17 h 46"/>
                  <a:gd name="T42" fmla="*/ 43 w 48"/>
                  <a:gd name="T43" fmla="*/ 20 h 46"/>
                  <a:gd name="T44" fmla="*/ 43 w 48"/>
                  <a:gd name="T45" fmla="*/ 21 h 46"/>
                  <a:gd name="T46" fmla="*/ 35 w 48"/>
                  <a:gd name="T47" fmla="*/ 26 h 46"/>
                  <a:gd name="T48" fmla="*/ 15 w 48"/>
                  <a:gd name="T49" fmla="*/ 31 h 46"/>
                  <a:gd name="T50" fmla="*/ 12 w 48"/>
                  <a:gd name="T51" fmla="*/ 32 h 46"/>
                  <a:gd name="T52" fmla="*/ 8 w 48"/>
                  <a:gd name="T53" fmla="*/ 27 h 46"/>
                  <a:gd name="T54" fmla="*/ 8 w 48"/>
                  <a:gd name="T55" fmla="*/ 27 h 46"/>
                  <a:gd name="T56" fmla="*/ 6 w 48"/>
                  <a:gd name="T57" fmla="*/ 27 h 46"/>
                  <a:gd name="T58" fmla="*/ 11 w 48"/>
                  <a:gd name="T59" fmla="*/ 46 h 46"/>
                  <a:gd name="T60" fmla="*/ 13 w 48"/>
                  <a:gd name="T61" fmla="*/ 46 h 46"/>
                  <a:gd name="T62" fmla="*/ 13 w 48"/>
                  <a:gd name="T63" fmla="*/ 46 h 46"/>
                  <a:gd name="T64" fmla="*/ 13 w 48"/>
                  <a:gd name="T65" fmla="*/ 43 h 46"/>
                  <a:gd name="T66" fmla="*/ 17 w 48"/>
                  <a:gd name="T67" fmla="*/ 39 h 46"/>
                  <a:gd name="T68" fmla="*/ 37 w 48"/>
                  <a:gd name="T69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46">
                    <a:moveTo>
                      <a:pt x="37" y="33"/>
                    </a:moveTo>
                    <a:cubicBezTo>
                      <a:pt x="44" y="32"/>
                      <a:pt x="48" y="28"/>
                      <a:pt x="48" y="21"/>
                    </a:cubicBezTo>
                    <a:cubicBezTo>
                      <a:pt x="48" y="19"/>
                      <a:pt x="47" y="16"/>
                      <a:pt x="47" y="13"/>
                    </a:cubicBezTo>
                    <a:cubicBezTo>
                      <a:pt x="44" y="3"/>
                      <a:pt x="39" y="0"/>
                      <a:pt x="34" y="0"/>
                    </a:cubicBezTo>
                    <a:cubicBezTo>
                      <a:pt x="32" y="0"/>
                      <a:pt x="30" y="0"/>
                      <a:pt x="28" y="1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3" y="7"/>
                      <a:pt x="2" y="6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5" y="13"/>
                      <a:pt x="6" y="12"/>
                      <a:pt x="10" y="11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2" y="6"/>
                      <a:pt x="33" y="5"/>
                      <a:pt x="35" y="5"/>
                    </a:cubicBezTo>
                    <a:cubicBezTo>
                      <a:pt x="37" y="5"/>
                      <a:pt x="39" y="6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9"/>
                      <a:pt x="42" y="11"/>
                      <a:pt x="43" y="13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9"/>
                      <a:pt x="43" y="19"/>
                      <a:pt x="43" y="20"/>
                    </a:cubicBezTo>
                    <a:cubicBezTo>
                      <a:pt x="43" y="20"/>
                      <a:pt x="43" y="21"/>
                      <a:pt x="43" y="21"/>
                    </a:cubicBezTo>
                    <a:cubicBezTo>
                      <a:pt x="42" y="23"/>
                      <a:pt x="39" y="25"/>
                      <a:pt x="35" y="26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1"/>
                      <a:pt x="13" y="32"/>
                      <a:pt x="12" y="32"/>
                    </a:cubicBezTo>
                    <a:cubicBezTo>
                      <a:pt x="10" y="32"/>
                      <a:pt x="9" y="30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3" y="40"/>
                      <a:pt x="14" y="40"/>
                      <a:pt x="17" y="39"/>
                    </a:cubicBezTo>
                    <a:lnTo>
                      <a:pt x="37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89" name="Freeform 77">
                <a:extLst>
                  <a:ext uri="{FF2B5EF4-FFF2-40B4-BE49-F238E27FC236}">
                    <a16:creationId xmlns:a16="http://schemas.microsoft.com/office/drawing/2014/main" id="{DD6E88F3-1FBA-43C4-AE1D-495372F797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94"/>
                <a:ext cx="35" cy="35"/>
              </a:xfrm>
              <a:custGeom>
                <a:avLst/>
                <a:gdLst>
                  <a:gd name="T0" fmla="*/ 8 w 47"/>
                  <a:gd name="T1" fmla="*/ 46 h 46"/>
                  <a:gd name="T2" fmla="*/ 7 w 47"/>
                  <a:gd name="T3" fmla="*/ 44 h 46"/>
                  <a:gd name="T4" fmla="*/ 12 w 47"/>
                  <a:gd name="T5" fmla="*/ 40 h 46"/>
                  <a:gd name="T6" fmla="*/ 39 w 47"/>
                  <a:gd name="T7" fmla="*/ 36 h 46"/>
                  <a:gd name="T8" fmla="*/ 41 w 47"/>
                  <a:gd name="T9" fmla="*/ 36 h 46"/>
                  <a:gd name="T10" fmla="*/ 45 w 47"/>
                  <a:gd name="T11" fmla="*/ 41 h 46"/>
                  <a:gd name="T12" fmla="*/ 45 w 47"/>
                  <a:gd name="T13" fmla="*/ 42 h 46"/>
                  <a:gd name="T14" fmla="*/ 46 w 47"/>
                  <a:gd name="T15" fmla="*/ 42 h 46"/>
                  <a:gd name="T16" fmla="*/ 47 w 47"/>
                  <a:gd name="T17" fmla="*/ 41 h 46"/>
                  <a:gd name="T18" fmla="*/ 45 w 47"/>
                  <a:gd name="T19" fmla="*/ 25 h 46"/>
                  <a:gd name="T20" fmla="*/ 43 w 47"/>
                  <a:gd name="T21" fmla="*/ 25 h 46"/>
                  <a:gd name="T22" fmla="*/ 43 w 47"/>
                  <a:gd name="T23" fmla="*/ 25 h 46"/>
                  <a:gd name="T24" fmla="*/ 44 w 47"/>
                  <a:gd name="T25" fmla="*/ 28 h 46"/>
                  <a:gd name="T26" fmla="*/ 39 w 47"/>
                  <a:gd name="T27" fmla="*/ 32 h 46"/>
                  <a:gd name="T28" fmla="*/ 11 w 47"/>
                  <a:gd name="T29" fmla="*/ 35 h 46"/>
                  <a:gd name="T30" fmla="*/ 44 w 47"/>
                  <a:gd name="T31" fmla="*/ 8 h 46"/>
                  <a:gd name="T32" fmla="*/ 43 w 47"/>
                  <a:gd name="T33" fmla="*/ 1 h 46"/>
                  <a:gd name="T34" fmla="*/ 9 w 47"/>
                  <a:gd name="T35" fmla="*/ 5 h 46"/>
                  <a:gd name="T36" fmla="*/ 6 w 47"/>
                  <a:gd name="T37" fmla="*/ 6 h 46"/>
                  <a:gd name="T38" fmla="*/ 2 w 47"/>
                  <a:gd name="T39" fmla="*/ 0 h 46"/>
                  <a:gd name="T40" fmla="*/ 2 w 47"/>
                  <a:gd name="T41" fmla="*/ 0 h 46"/>
                  <a:gd name="T42" fmla="*/ 0 w 47"/>
                  <a:gd name="T43" fmla="*/ 0 h 46"/>
                  <a:gd name="T44" fmla="*/ 2 w 47"/>
                  <a:gd name="T45" fmla="*/ 17 h 46"/>
                  <a:gd name="T46" fmla="*/ 4 w 47"/>
                  <a:gd name="T47" fmla="*/ 17 h 46"/>
                  <a:gd name="T48" fmla="*/ 4 w 47"/>
                  <a:gd name="T49" fmla="*/ 16 h 46"/>
                  <a:gd name="T50" fmla="*/ 4 w 47"/>
                  <a:gd name="T51" fmla="*/ 14 h 46"/>
                  <a:gd name="T52" fmla="*/ 9 w 47"/>
                  <a:gd name="T53" fmla="*/ 10 h 46"/>
                  <a:gd name="T54" fmla="*/ 35 w 47"/>
                  <a:gd name="T55" fmla="*/ 7 h 46"/>
                  <a:gd name="T56" fmla="*/ 4 w 47"/>
                  <a:gd name="T57" fmla="*/ 32 h 46"/>
                  <a:gd name="T58" fmla="*/ 6 w 47"/>
                  <a:gd name="T59" fmla="*/ 46 h 46"/>
                  <a:gd name="T60" fmla="*/ 8 w 47"/>
                  <a:gd name="T6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6">
                    <a:moveTo>
                      <a:pt x="8" y="46"/>
                    </a:moveTo>
                    <a:cubicBezTo>
                      <a:pt x="7" y="45"/>
                      <a:pt x="7" y="44"/>
                      <a:pt x="7" y="44"/>
                    </a:cubicBezTo>
                    <a:cubicBezTo>
                      <a:pt x="7" y="41"/>
                      <a:pt x="8" y="40"/>
                      <a:pt x="12" y="40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4" y="36"/>
                      <a:pt x="45" y="37"/>
                      <a:pt x="45" y="41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4" y="26"/>
                      <a:pt x="44" y="27"/>
                      <a:pt x="44" y="28"/>
                    </a:cubicBezTo>
                    <a:cubicBezTo>
                      <a:pt x="44" y="31"/>
                      <a:pt x="43" y="31"/>
                      <a:pt x="39" y="32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3" y="6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1"/>
                      <a:pt x="5" y="11"/>
                      <a:pt x="9" y="1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8" y="46"/>
                      <a:pt x="8" y="46"/>
                      <a:pt x="8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0" name="Freeform 78">
                <a:extLst>
                  <a:ext uri="{FF2B5EF4-FFF2-40B4-BE49-F238E27FC236}">
                    <a16:creationId xmlns:a16="http://schemas.microsoft.com/office/drawing/2014/main" id="{57E94E52-0844-4B66-BF8E-4C200DEEFE1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88" y="7754"/>
                <a:ext cx="32" cy="31"/>
              </a:xfrm>
              <a:custGeom>
                <a:avLst/>
                <a:gdLst>
                  <a:gd name="T0" fmla="*/ 21 w 43"/>
                  <a:gd name="T1" fmla="*/ 42 h 42"/>
                  <a:gd name="T2" fmla="*/ 22 w 43"/>
                  <a:gd name="T3" fmla="*/ 42 h 42"/>
                  <a:gd name="T4" fmla="*/ 22 w 43"/>
                  <a:gd name="T5" fmla="*/ 42 h 42"/>
                  <a:gd name="T6" fmla="*/ 43 w 43"/>
                  <a:gd name="T7" fmla="*/ 23 h 42"/>
                  <a:gd name="T8" fmla="*/ 43 w 43"/>
                  <a:gd name="T9" fmla="*/ 21 h 42"/>
                  <a:gd name="T10" fmla="*/ 41 w 43"/>
                  <a:gd name="T11" fmla="*/ 6 h 42"/>
                  <a:gd name="T12" fmla="*/ 41 w 43"/>
                  <a:gd name="T13" fmla="*/ 6 h 42"/>
                  <a:gd name="T14" fmla="*/ 41 w 43"/>
                  <a:gd name="T15" fmla="*/ 6 h 42"/>
                  <a:gd name="T16" fmla="*/ 27 w 43"/>
                  <a:gd name="T17" fmla="*/ 5 h 42"/>
                  <a:gd name="T18" fmla="*/ 21 w 43"/>
                  <a:gd name="T19" fmla="*/ 1 h 42"/>
                  <a:gd name="T20" fmla="*/ 21 w 43"/>
                  <a:gd name="T21" fmla="*/ 0 h 42"/>
                  <a:gd name="T22" fmla="*/ 21 w 43"/>
                  <a:gd name="T23" fmla="*/ 0 h 42"/>
                  <a:gd name="T24" fmla="*/ 19 w 43"/>
                  <a:gd name="T25" fmla="*/ 0 h 42"/>
                  <a:gd name="T26" fmla="*/ 19 w 43"/>
                  <a:gd name="T27" fmla="*/ 19 h 42"/>
                  <a:gd name="T28" fmla="*/ 21 w 43"/>
                  <a:gd name="T29" fmla="*/ 19 h 42"/>
                  <a:gd name="T30" fmla="*/ 21 w 43"/>
                  <a:gd name="T31" fmla="*/ 18 h 42"/>
                  <a:gd name="T32" fmla="*/ 26 w 43"/>
                  <a:gd name="T33" fmla="*/ 13 h 42"/>
                  <a:gd name="T34" fmla="*/ 27 w 43"/>
                  <a:gd name="T35" fmla="*/ 13 h 42"/>
                  <a:gd name="T36" fmla="*/ 39 w 43"/>
                  <a:gd name="T37" fmla="*/ 14 h 42"/>
                  <a:gd name="T38" fmla="*/ 40 w 43"/>
                  <a:gd name="T39" fmla="*/ 19 h 42"/>
                  <a:gd name="T40" fmla="*/ 40 w 43"/>
                  <a:gd name="T41" fmla="*/ 20 h 42"/>
                  <a:gd name="T42" fmla="*/ 23 w 43"/>
                  <a:gd name="T43" fmla="*/ 34 h 42"/>
                  <a:gd name="T44" fmla="*/ 21 w 43"/>
                  <a:gd name="T45" fmla="*/ 34 h 42"/>
                  <a:gd name="T46" fmla="*/ 3 w 43"/>
                  <a:gd name="T47" fmla="*/ 22 h 42"/>
                  <a:gd name="T48" fmla="*/ 3 w 43"/>
                  <a:gd name="T49" fmla="*/ 22 h 42"/>
                  <a:gd name="T50" fmla="*/ 12 w 43"/>
                  <a:gd name="T51" fmla="*/ 9 h 42"/>
                  <a:gd name="T52" fmla="*/ 12 w 43"/>
                  <a:gd name="T53" fmla="*/ 9 h 42"/>
                  <a:gd name="T54" fmla="*/ 12 w 43"/>
                  <a:gd name="T55" fmla="*/ 7 h 42"/>
                  <a:gd name="T56" fmla="*/ 2 w 43"/>
                  <a:gd name="T57" fmla="*/ 7 h 42"/>
                  <a:gd name="T58" fmla="*/ 2 w 43"/>
                  <a:gd name="T59" fmla="*/ 7 h 42"/>
                  <a:gd name="T60" fmla="*/ 0 w 43"/>
                  <a:gd name="T61" fmla="*/ 22 h 42"/>
                  <a:gd name="T62" fmla="*/ 0 w 43"/>
                  <a:gd name="T63" fmla="*/ 23 h 42"/>
                  <a:gd name="T64" fmla="*/ 21 w 43"/>
                  <a:gd name="T6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21" y="42"/>
                    </a:move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32" y="42"/>
                      <a:pt x="43" y="38"/>
                      <a:pt x="43" y="23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13"/>
                      <a:pt x="42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2" y="5"/>
                      <a:pt x="21" y="4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4"/>
                      <a:pt x="22" y="13"/>
                      <a:pt x="26" y="13"/>
                    </a:cubicBezTo>
                    <a:cubicBezTo>
                      <a:pt x="26" y="13"/>
                      <a:pt x="26" y="13"/>
                      <a:pt x="27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6"/>
                      <a:pt x="40" y="17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31"/>
                      <a:pt x="33" y="34"/>
                      <a:pt x="23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3" y="33"/>
                      <a:pt x="3" y="3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2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5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0" y="38"/>
                      <a:pt x="9" y="42"/>
                      <a:pt x="21" y="4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1" name="Freeform 79">
                <a:extLst>
                  <a:ext uri="{FF2B5EF4-FFF2-40B4-BE49-F238E27FC236}">
                    <a16:creationId xmlns:a16="http://schemas.microsoft.com/office/drawing/2014/main" id="{86EDC500-3248-4125-993A-F6842D1E4D2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90" y="7723"/>
                <a:ext cx="35" cy="26"/>
              </a:xfrm>
              <a:custGeom>
                <a:avLst/>
                <a:gdLst>
                  <a:gd name="T0" fmla="*/ 2 w 47"/>
                  <a:gd name="T1" fmla="*/ 29 h 35"/>
                  <a:gd name="T2" fmla="*/ 6 w 47"/>
                  <a:gd name="T3" fmla="*/ 24 h 35"/>
                  <a:gd name="T4" fmla="*/ 8 w 47"/>
                  <a:gd name="T5" fmla="*/ 24 h 35"/>
                  <a:gd name="T6" fmla="*/ 35 w 47"/>
                  <a:gd name="T7" fmla="*/ 28 h 35"/>
                  <a:gd name="T8" fmla="*/ 39 w 47"/>
                  <a:gd name="T9" fmla="*/ 32 h 35"/>
                  <a:gd name="T10" fmla="*/ 39 w 47"/>
                  <a:gd name="T11" fmla="*/ 35 h 35"/>
                  <a:gd name="T12" fmla="*/ 39 w 47"/>
                  <a:gd name="T13" fmla="*/ 35 h 35"/>
                  <a:gd name="T14" fmla="*/ 39 w 47"/>
                  <a:gd name="T15" fmla="*/ 35 h 35"/>
                  <a:gd name="T16" fmla="*/ 41 w 47"/>
                  <a:gd name="T17" fmla="*/ 35 h 35"/>
                  <a:gd name="T18" fmla="*/ 47 w 47"/>
                  <a:gd name="T19" fmla="*/ 2 h 35"/>
                  <a:gd name="T20" fmla="*/ 37 w 47"/>
                  <a:gd name="T21" fmla="*/ 0 h 35"/>
                  <a:gd name="T22" fmla="*/ 36 w 47"/>
                  <a:gd name="T23" fmla="*/ 2 h 35"/>
                  <a:gd name="T24" fmla="*/ 36 w 47"/>
                  <a:gd name="T25" fmla="*/ 2 h 35"/>
                  <a:gd name="T26" fmla="*/ 42 w 47"/>
                  <a:gd name="T27" fmla="*/ 9 h 35"/>
                  <a:gd name="T28" fmla="*/ 42 w 47"/>
                  <a:gd name="T29" fmla="*/ 12 h 35"/>
                  <a:gd name="T30" fmla="*/ 41 w 47"/>
                  <a:gd name="T31" fmla="*/ 17 h 35"/>
                  <a:gd name="T32" fmla="*/ 38 w 47"/>
                  <a:gd name="T33" fmla="*/ 20 h 35"/>
                  <a:gd name="T34" fmla="*/ 36 w 47"/>
                  <a:gd name="T35" fmla="*/ 20 h 35"/>
                  <a:gd name="T36" fmla="*/ 10 w 47"/>
                  <a:gd name="T37" fmla="*/ 16 h 35"/>
                  <a:gd name="T38" fmla="*/ 5 w 47"/>
                  <a:gd name="T39" fmla="*/ 12 h 35"/>
                  <a:gd name="T40" fmla="*/ 5 w 47"/>
                  <a:gd name="T41" fmla="*/ 9 h 35"/>
                  <a:gd name="T42" fmla="*/ 5 w 47"/>
                  <a:gd name="T43" fmla="*/ 9 h 35"/>
                  <a:gd name="T44" fmla="*/ 3 w 47"/>
                  <a:gd name="T45" fmla="*/ 9 h 35"/>
                  <a:gd name="T46" fmla="*/ 0 w 47"/>
                  <a:gd name="T47" fmla="*/ 28 h 35"/>
                  <a:gd name="T48" fmla="*/ 2 w 47"/>
                  <a:gd name="T4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5">
                    <a:moveTo>
                      <a:pt x="2" y="29"/>
                    </a:moveTo>
                    <a:cubicBezTo>
                      <a:pt x="2" y="25"/>
                      <a:pt x="3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8" y="29"/>
                      <a:pt x="39" y="30"/>
                      <a:pt x="39" y="32"/>
                    </a:cubicBezTo>
                    <a:cubicBezTo>
                      <a:pt x="39" y="33"/>
                      <a:pt x="39" y="34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0" y="4"/>
                      <a:pt x="42" y="5"/>
                      <a:pt x="42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20"/>
                      <a:pt x="40" y="20"/>
                      <a:pt x="38" y="20"/>
                    </a:cubicBezTo>
                    <a:cubicBezTo>
                      <a:pt x="37" y="20"/>
                      <a:pt x="37" y="20"/>
                      <a:pt x="36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5"/>
                      <a:pt x="5" y="15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2" name="Freeform 80">
                <a:extLst>
                  <a:ext uri="{FF2B5EF4-FFF2-40B4-BE49-F238E27FC236}">
                    <a16:creationId xmlns:a16="http://schemas.microsoft.com/office/drawing/2014/main" id="{19C88F6A-1D5F-4910-8F92-F604E5D47E9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21" y="7709"/>
                <a:ext cx="7" cy="7"/>
              </a:xfrm>
              <a:custGeom>
                <a:avLst/>
                <a:gdLst>
                  <a:gd name="T0" fmla="*/ 6 w 9"/>
                  <a:gd name="T1" fmla="*/ 0 h 10"/>
                  <a:gd name="T2" fmla="*/ 5 w 9"/>
                  <a:gd name="T3" fmla="*/ 0 h 10"/>
                  <a:gd name="T4" fmla="*/ 1 w 9"/>
                  <a:gd name="T5" fmla="*/ 2 h 10"/>
                  <a:gd name="T6" fmla="*/ 1 w 9"/>
                  <a:gd name="T7" fmla="*/ 2 h 10"/>
                  <a:gd name="T8" fmla="*/ 0 w 9"/>
                  <a:gd name="T9" fmla="*/ 4 h 10"/>
                  <a:gd name="T10" fmla="*/ 0 w 9"/>
                  <a:gd name="T11" fmla="*/ 5 h 10"/>
                  <a:gd name="T12" fmla="*/ 2 w 9"/>
                  <a:gd name="T13" fmla="*/ 9 h 10"/>
                  <a:gd name="T14" fmla="*/ 2 w 9"/>
                  <a:gd name="T15" fmla="*/ 9 h 10"/>
                  <a:gd name="T16" fmla="*/ 3 w 9"/>
                  <a:gd name="T17" fmla="*/ 10 h 10"/>
                  <a:gd name="T18" fmla="*/ 5 w 9"/>
                  <a:gd name="T19" fmla="*/ 10 h 10"/>
                  <a:gd name="T20" fmla="*/ 8 w 9"/>
                  <a:gd name="T21" fmla="*/ 8 h 10"/>
                  <a:gd name="T22" fmla="*/ 8 w 9"/>
                  <a:gd name="T23" fmla="*/ 7 h 10"/>
                  <a:gd name="T24" fmla="*/ 9 w 9"/>
                  <a:gd name="T25" fmla="*/ 6 h 10"/>
                  <a:gd name="T26" fmla="*/ 9 w 9"/>
                  <a:gd name="T27" fmla="*/ 5 h 10"/>
                  <a:gd name="T28" fmla="*/ 8 w 9"/>
                  <a:gd name="T29" fmla="*/ 1 h 10"/>
                  <a:gd name="T30" fmla="*/ 7 w 9"/>
                  <a:gd name="T31" fmla="*/ 1 h 10"/>
                  <a:gd name="T32" fmla="*/ 6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3" name="Freeform 81">
                <a:extLst>
                  <a:ext uri="{FF2B5EF4-FFF2-40B4-BE49-F238E27FC236}">
                    <a16:creationId xmlns:a16="http://schemas.microsoft.com/office/drawing/2014/main" id="{320F5718-65F4-429E-B535-24339393BCE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0" y="7658"/>
                <a:ext cx="37" cy="36"/>
              </a:xfrm>
              <a:custGeom>
                <a:avLst/>
                <a:gdLst>
                  <a:gd name="T0" fmla="*/ 2 w 49"/>
                  <a:gd name="T1" fmla="*/ 48 h 48"/>
                  <a:gd name="T2" fmla="*/ 10 w 49"/>
                  <a:gd name="T3" fmla="*/ 43 h 48"/>
                  <a:gd name="T4" fmla="*/ 47 w 49"/>
                  <a:gd name="T5" fmla="*/ 42 h 48"/>
                  <a:gd name="T6" fmla="*/ 49 w 49"/>
                  <a:gd name="T7" fmla="*/ 36 h 48"/>
                  <a:gd name="T8" fmla="*/ 22 w 49"/>
                  <a:gd name="T9" fmla="*/ 10 h 48"/>
                  <a:gd name="T10" fmla="*/ 19 w 49"/>
                  <a:gd name="T11" fmla="*/ 5 h 48"/>
                  <a:gd name="T12" fmla="*/ 20 w 49"/>
                  <a:gd name="T13" fmla="*/ 1 h 48"/>
                  <a:gd name="T14" fmla="*/ 20 w 49"/>
                  <a:gd name="T15" fmla="*/ 1 h 48"/>
                  <a:gd name="T16" fmla="*/ 18 w 49"/>
                  <a:gd name="T17" fmla="*/ 0 h 48"/>
                  <a:gd name="T18" fmla="*/ 12 w 49"/>
                  <a:gd name="T19" fmla="*/ 17 h 48"/>
                  <a:gd name="T20" fmla="*/ 13 w 49"/>
                  <a:gd name="T21" fmla="*/ 18 h 48"/>
                  <a:gd name="T22" fmla="*/ 14 w 49"/>
                  <a:gd name="T23" fmla="*/ 17 h 48"/>
                  <a:gd name="T24" fmla="*/ 17 w 49"/>
                  <a:gd name="T25" fmla="*/ 13 h 48"/>
                  <a:gd name="T26" fmla="*/ 17 w 49"/>
                  <a:gd name="T27" fmla="*/ 13 h 48"/>
                  <a:gd name="T28" fmla="*/ 20 w 49"/>
                  <a:gd name="T29" fmla="*/ 15 h 48"/>
                  <a:gd name="T30" fmla="*/ 41 w 49"/>
                  <a:gd name="T31" fmla="*/ 35 h 48"/>
                  <a:gd name="T32" fmla="*/ 12 w 49"/>
                  <a:gd name="T33" fmla="*/ 35 h 48"/>
                  <a:gd name="T34" fmla="*/ 9 w 49"/>
                  <a:gd name="T35" fmla="*/ 35 h 48"/>
                  <a:gd name="T36" fmla="*/ 8 w 49"/>
                  <a:gd name="T37" fmla="*/ 33 h 48"/>
                  <a:gd name="T38" fmla="*/ 9 w 49"/>
                  <a:gd name="T39" fmla="*/ 29 h 48"/>
                  <a:gd name="T40" fmla="*/ 9 w 49"/>
                  <a:gd name="T41" fmla="*/ 29 h 48"/>
                  <a:gd name="T42" fmla="*/ 7 w 49"/>
                  <a:gd name="T43" fmla="*/ 28 h 48"/>
                  <a:gd name="T44" fmla="*/ 0 w 49"/>
                  <a:gd name="T45" fmla="*/ 47 h 48"/>
                  <a:gd name="T46" fmla="*/ 2 w 49"/>
                  <a:gd name="T4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48">
                    <a:moveTo>
                      <a:pt x="2" y="48"/>
                    </a:moveTo>
                    <a:cubicBezTo>
                      <a:pt x="4" y="43"/>
                      <a:pt x="5" y="43"/>
                      <a:pt x="10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9" y="7"/>
                      <a:pt x="19" y="5"/>
                    </a:cubicBezTo>
                    <a:cubicBezTo>
                      <a:pt x="19" y="4"/>
                      <a:pt x="19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35"/>
                      <a:pt x="10" y="35"/>
                      <a:pt x="9" y="35"/>
                    </a:cubicBezTo>
                    <a:cubicBezTo>
                      <a:pt x="8" y="34"/>
                      <a:pt x="8" y="34"/>
                      <a:pt x="8" y="33"/>
                    </a:cubicBezTo>
                    <a:cubicBezTo>
                      <a:pt x="8" y="32"/>
                      <a:pt x="8" y="31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2" y="48"/>
                      <a:pt x="2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4" name="Freeform 82">
                <a:extLst>
                  <a:ext uri="{FF2B5EF4-FFF2-40B4-BE49-F238E27FC236}">
                    <a16:creationId xmlns:a16="http://schemas.microsoft.com/office/drawing/2014/main" id="{3B75CAD6-6FBD-4C8D-955F-BB70195BBD5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17" y="7631"/>
                <a:ext cx="40" cy="37"/>
              </a:xfrm>
              <a:custGeom>
                <a:avLst/>
                <a:gdLst>
                  <a:gd name="T0" fmla="*/ 2 w 54"/>
                  <a:gd name="T1" fmla="*/ 29 h 49"/>
                  <a:gd name="T2" fmla="*/ 6 w 54"/>
                  <a:gd name="T3" fmla="*/ 26 h 49"/>
                  <a:gd name="T4" fmla="*/ 10 w 54"/>
                  <a:gd name="T5" fmla="*/ 27 h 49"/>
                  <a:gd name="T6" fmla="*/ 33 w 54"/>
                  <a:gd name="T7" fmla="*/ 41 h 49"/>
                  <a:gd name="T8" fmla="*/ 37 w 54"/>
                  <a:gd name="T9" fmla="*/ 44 h 49"/>
                  <a:gd name="T10" fmla="*/ 35 w 54"/>
                  <a:gd name="T11" fmla="*/ 48 h 49"/>
                  <a:gd name="T12" fmla="*/ 35 w 54"/>
                  <a:gd name="T13" fmla="*/ 48 h 49"/>
                  <a:gd name="T14" fmla="*/ 35 w 54"/>
                  <a:gd name="T15" fmla="*/ 49 h 49"/>
                  <a:gd name="T16" fmla="*/ 37 w 54"/>
                  <a:gd name="T17" fmla="*/ 49 h 49"/>
                  <a:gd name="T18" fmla="*/ 54 w 54"/>
                  <a:gd name="T19" fmla="*/ 20 h 49"/>
                  <a:gd name="T20" fmla="*/ 46 w 54"/>
                  <a:gd name="T21" fmla="*/ 15 h 49"/>
                  <a:gd name="T22" fmla="*/ 45 w 54"/>
                  <a:gd name="T23" fmla="*/ 17 h 49"/>
                  <a:gd name="T24" fmla="*/ 45 w 54"/>
                  <a:gd name="T25" fmla="*/ 17 h 49"/>
                  <a:gd name="T26" fmla="*/ 48 w 54"/>
                  <a:gd name="T27" fmla="*/ 22 h 49"/>
                  <a:gd name="T28" fmla="*/ 46 w 54"/>
                  <a:gd name="T29" fmla="*/ 27 h 49"/>
                  <a:gd name="T30" fmla="*/ 43 w 54"/>
                  <a:gd name="T31" fmla="*/ 32 h 49"/>
                  <a:gd name="T32" fmla="*/ 40 w 54"/>
                  <a:gd name="T33" fmla="*/ 35 h 49"/>
                  <a:gd name="T34" fmla="*/ 37 w 54"/>
                  <a:gd name="T35" fmla="*/ 34 h 49"/>
                  <a:gd name="T36" fmla="*/ 26 w 54"/>
                  <a:gd name="T37" fmla="*/ 27 h 49"/>
                  <a:gd name="T38" fmla="*/ 31 w 54"/>
                  <a:gd name="T39" fmla="*/ 20 h 49"/>
                  <a:gd name="T40" fmla="*/ 34 w 54"/>
                  <a:gd name="T41" fmla="*/ 16 h 49"/>
                  <a:gd name="T42" fmla="*/ 37 w 54"/>
                  <a:gd name="T43" fmla="*/ 18 h 49"/>
                  <a:gd name="T44" fmla="*/ 38 w 54"/>
                  <a:gd name="T45" fmla="*/ 18 h 49"/>
                  <a:gd name="T46" fmla="*/ 39 w 54"/>
                  <a:gd name="T47" fmla="*/ 16 h 49"/>
                  <a:gd name="T48" fmla="*/ 27 w 54"/>
                  <a:gd name="T49" fmla="*/ 9 h 49"/>
                  <a:gd name="T50" fmla="*/ 26 w 54"/>
                  <a:gd name="T51" fmla="*/ 11 h 49"/>
                  <a:gd name="T52" fmla="*/ 26 w 54"/>
                  <a:gd name="T53" fmla="*/ 11 h 49"/>
                  <a:gd name="T54" fmla="*/ 29 w 54"/>
                  <a:gd name="T55" fmla="*/ 14 h 49"/>
                  <a:gd name="T56" fmla="*/ 28 w 54"/>
                  <a:gd name="T57" fmla="*/ 18 h 49"/>
                  <a:gd name="T58" fmla="*/ 23 w 54"/>
                  <a:gd name="T59" fmla="*/ 26 h 49"/>
                  <a:gd name="T60" fmla="*/ 14 w 54"/>
                  <a:gd name="T61" fmla="*/ 20 h 49"/>
                  <a:gd name="T62" fmla="*/ 11 w 54"/>
                  <a:gd name="T63" fmla="*/ 17 h 49"/>
                  <a:gd name="T64" fmla="*/ 12 w 54"/>
                  <a:gd name="T65" fmla="*/ 15 h 49"/>
                  <a:gd name="T66" fmla="*/ 15 w 54"/>
                  <a:gd name="T67" fmla="*/ 11 h 49"/>
                  <a:gd name="T68" fmla="*/ 21 w 54"/>
                  <a:gd name="T69" fmla="*/ 5 h 49"/>
                  <a:gd name="T70" fmla="*/ 24 w 54"/>
                  <a:gd name="T71" fmla="*/ 6 h 49"/>
                  <a:gd name="T72" fmla="*/ 24 w 54"/>
                  <a:gd name="T73" fmla="*/ 6 h 49"/>
                  <a:gd name="T74" fmla="*/ 26 w 54"/>
                  <a:gd name="T75" fmla="*/ 4 h 49"/>
                  <a:gd name="T76" fmla="*/ 17 w 54"/>
                  <a:gd name="T77" fmla="*/ 0 h 49"/>
                  <a:gd name="T78" fmla="*/ 0 w 54"/>
                  <a:gd name="T79" fmla="*/ 28 h 49"/>
                  <a:gd name="T80" fmla="*/ 2 w 54"/>
                  <a:gd name="T81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49">
                    <a:moveTo>
                      <a:pt x="2" y="29"/>
                    </a:moveTo>
                    <a:cubicBezTo>
                      <a:pt x="4" y="27"/>
                      <a:pt x="5" y="26"/>
                      <a:pt x="6" y="26"/>
                    </a:cubicBezTo>
                    <a:cubicBezTo>
                      <a:pt x="7" y="26"/>
                      <a:pt x="8" y="26"/>
                      <a:pt x="10" y="27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6" y="42"/>
                      <a:pt x="37" y="43"/>
                      <a:pt x="37" y="44"/>
                    </a:cubicBezTo>
                    <a:cubicBezTo>
                      <a:pt x="37" y="45"/>
                      <a:pt x="36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7" y="18"/>
                      <a:pt x="48" y="20"/>
                      <a:pt x="48" y="22"/>
                    </a:cubicBezTo>
                    <a:cubicBezTo>
                      <a:pt x="48" y="23"/>
                      <a:pt x="47" y="25"/>
                      <a:pt x="46" y="27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2" y="34"/>
                      <a:pt x="41" y="35"/>
                      <a:pt x="40" y="35"/>
                    </a:cubicBezTo>
                    <a:cubicBezTo>
                      <a:pt x="40" y="35"/>
                      <a:pt x="39" y="34"/>
                      <a:pt x="37" y="34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7"/>
                      <a:pt x="33" y="16"/>
                      <a:pt x="34" y="16"/>
                    </a:cubicBezTo>
                    <a:cubicBezTo>
                      <a:pt x="35" y="16"/>
                      <a:pt x="36" y="17"/>
                      <a:pt x="37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8" y="12"/>
                      <a:pt x="29" y="13"/>
                      <a:pt x="29" y="14"/>
                    </a:cubicBezTo>
                    <a:cubicBezTo>
                      <a:pt x="29" y="15"/>
                      <a:pt x="29" y="16"/>
                      <a:pt x="28" y="1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1" y="18"/>
                      <a:pt x="11" y="17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5"/>
                      <a:pt x="23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5" name="Freeform 83">
                <a:extLst>
                  <a:ext uri="{FF2B5EF4-FFF2-40B4-BE49-F238E27FC236}">
                    <a16:creationId xmlns:a16="http://schemas.microsoft.com/office/drawing/2014/main" id="{E9FBD170-A304-44CC-9543-0A8438ADA31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36" y="7600"/>
                <a:ext cx="37" cy="36"/>
              </a:xfrm>
              <a:custGeom>
                <a:avLst/>
                <a:gdLst>
                  <a:gd name="T0" fmla="*/ 9 w 50"/>
                  <a:gd name="T1" fmla="*/ 33 h 48"/>
                  <a:gd name="T2" fmla="*/ 9 w 50"/>
                  <a:gd name="T3" fmla="*/ 33 h 48"/>
                  <a:gd name="T4" fmla="*/ 6 w 50"/>
                  <a:gd name="T5" fmla="*/ 28 h 48"/>
                  <a:gd name="T6" fmla="*/ 9 w 50"/>
                  <a:gd name="T7" fmla="*/ 21 h 48"/>
                  <a:gd name="T8" fmla="*/ 11 w 50"/>
                  <a:gd name="T9" fmla="*/ 19 h 48"/>
                  <a:gd name="T10" fmla="*/ 35 w 50"/>
                  <a:gd name="T11" fmla="*/ 39 h 48"/>
                  <a:gd name="T12" fmla="*/ 38 w 50"/>
                  <a:gd name="T13" fmla="*/ 43 h 48"/>
                  <a:gd name="T14" fmla="*/ 36 w 50"/>
                  <a:gd name="T15" fmla="*/ 47 h 48"/>
                  <a:gd name="T16" fmla="*/ 36 w 50"/>
                  <a:gd name="T17" fmla="*/ 47 h 48"/>
                  <a:gd name="T18" fmla="*/ 36 w 50"/>
                  <a:gd name="T19" fmla="*/ 47 h 48"/>
                  <a:gd name="T20" fmla="*/ 37 w 50"/>
                  <a:gd name="T21" fmla="*/ 48 h 48"/>
                  <a:gd name="T22" fmla="*/ 50 w 50"/>
                  <a:gd name="T23" fmla="*/ 33 h 48"/>
                  <a:gd name="T24" fmla="*/ 48 w 50"/>
                  <a:gd name="T25" fmla="*/ 31 h 48"/>
                  <a:gd name="T26" fmla="*/ 48 w 50"/>
                  <a:gd name="T27" fmla="*/ 31 h 48"/>
                  <a:gd name="T28" fmla="*/ 44 w 50"/>
                  <a:gd name="T29" fmla="*/ 34 h 48"/>
                  <a:gd name="T30" fmla="*/ 40 w 50"/>
                  <a:gd name="T31" fmla="*/ 32 h 48"/>
                  <a:gd name="T32" fmla="*/ 16 w 50"/>
                  <a:gd name="T33" fmla="*/ 13 h 48"/>
                  <a:gd name="T34" fmla="*/ 17 w 50"/>
                  <a:gd name="T35" fmla="*/ 11 h 48"/>
                  <a:gd name="T36" fmla="*/ 24 w 50"/>
                  <a:gd name="T37" fmla="*/ 6 h 48"/>
                  <a:gd name="T38" fmla="*/ 28 w 50"/>
                  <a:gd name="T39" fmla="*/ 8 h 48"/>
                  <a:gd name="T40" fmla="*/ 29 w 50"/>
                  <a:gd name="T41" fmla="*/ 8 h 48"/>
                  <a:gd name="T42" fmla="*/ 30 w 50"/>
                  <a:gd name="T43" fmla="*/ 6 h 48"/>
                  <a:gd name="T44" fmla="*/ 22 w 50"/>
                  <a:gd name="T45" fmla="*/ 0 h 48"/>
                  <a:gd name="T46" fmla="*/ 0 w 50"/>
                  <a:gd name="T47" fmla="*/ 28 h 48"/>
                  <a:gd name="T48" fmla="*/ 7 w 50"/>
                  <a:gd name="T49" fmla="*/ 35 h 48"/>
                  <a:gd name="T50" fmla="*/ 9 w 50"/>
                  <a:gd name="T51" fmla="*/ 3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9" y="33"/>
                    </a:moveTo>
                    <a:cubicBezTo>
                      <a:pt x="9" y="33"/>
                      <a:pt x="9" y="33"/>
                      <a:pt x="9" y="33"/>
                    </a:cubicBezTo>
                    <a:cubicBezTo>
                      <a:pt x="7" y="31"/>
                      <a:pt x="6" y="29"/>
                      <a:pt x="6" y="28"/>
                    </a:cubicBezTo>
                    <a:cubicBezTo>
                      <a:pt x="6" y="26"/>
                      <a:pt x="7" y="24"/>
                      <a:pt x="9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40"/>
                      <a:pt x="38" y="41"/>
                      <a:pt x="38" y="43"/>
                    </a:cubicBezTo>
                    <a:cubicBezTo>
                      <a:pt x="38" y="44"/>
                      <a:pt x="37" y="45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6" y="34"/>
                      <a:pt x="45" y="34"/>
                      <a:pt x="44" y="34"/>
                    </a:cubicBezTo>
                    <a:cubicBezTo>
                      <a:pt x="43" y="34"/>
                      <a:pt x="42" y="34"/>
                      <a:pt x="40" y="3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8"/>
                      <a:pt x="22" y="6"/>
                      <a:pt x="24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7" y="35"/>
                      <a:pt x="7" y="35"/>
                      <a:pt x="7" y="35"/>
                    </a:cubicBezTo>
                    <a:lnTo>
                      <a:pt x="9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6" name="Freeform 84">
                <a:extLst>
                  <a:ext uri="{FF2B5EF4-FFF2-40B4-BE49-F238E27FC236}">
                    <a16:creationId xmlns:a16="http://schemas.microsoft.com/office/drawing/2014/main" id="{D431A1CE-8201-446D-996E-420AAC0442E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58" y="7577"/>
                <a:ext cx="40" cy="40"/>
              </a:xfrm>
              <a:custGeom>
                <a:avLst/>
                <a:gdLst>
                  <a:gd name="T0" fmla="*/ 2 w 54"/>
                  <a:gd name="T1" fmla="*/ 23 h 53"/>
                  <a:gd name="T2" fmla="*/ 6 w 54"/>
                  <a:gd name="T3" fmla="*/ 21 h 53"/>
                  <a:gd name="T4" fmla="*/ 10 w 54"/>
                  <a:gd name="T5" fmla="*/ 24 h 53"/>
                  <a:gd name="T6" fmla="*/ 28 w 54"/>
                  <a:gd name="T7" fmla="*/ 44 h 53"/>
                  <a:gd name="T8" fmla="*/ 30 w 54"/>
                  <a:gd name="T9" fmla="*/ 48 h 53"/>
                  <a:gd name="T10" fmla="*/ 27 w 54"/>
                  <a:gd name="T11" fmla="*/ 52 h 53"/>
                  <a:gd name="T12" fmla="*/ 27 w 54"/>
                  <a:gd name="T13" fmla="*/ 52 h 53"/>
                  <a:gd name="T14" fmla="*/ 27 w 54"/>
                  <a:gd name="T15" fmla="*/ 52 h 53"/>
                  <a:gd name="T16" fmla="*/ 28 w 54"/>
                  <a:gd name="T17" fmla="*/ 53 h 53"/>
                  <a:gd name="T18" fmla="*/ 54 w 54"/>
                  <a:gd name="T19" fmla="*/ 31 h 53"/>
                  <a:gd name="T20" fmla="*/ 48 w 54"/>
                  <a:gd name="T21" fmla="*/ 23 h 53"/>
                  <a:gd name="T22" fmla="*/ 46 w 54"/>
                  <a:gd name="T23" fmla="*/ 25 h 53"/>
                  <a:gd name="T24" fmla="*/ 46 w 54"/>
                  <a:gd name="T25" fmla="*/ 25 h 53"/>
                  <a:gd name="T26" fmla="*/ 48 w 54"/>
                  <a:gd name="T27" fmla="*/ 29 h 53"/>
                  <a:gd name="T28" fmla="*/ 44 w 54"/>
                  <a:gd name="T29" fmla="*/ 35 h 53"/>
                  <a:gd name="T30" fmla="*/ 39 w 54"/>
                  <a:gd name="T31" fmla="*/ 39 h 53"/>
                  <a:gd name="T32" fmla="*/ 37 w 54"/>
                  <a:gd name="T33" fmla="*/ 41 h 53"/>
                  <a:gd name="T34" fmla="*/ 34 w 54"/>
                  <a:gd name="T35" fmla="*/ 38 h 53"/>
                  <a:gd name="T36" fmla="*/ 25 w 54"/>
                  <a:gd name="T37" fmla="*/ 29 h 53"/>
                  <a:gd name="T38" fmla="*/ 32 w 54"/>
                  <a:gd name="T39" fmla="*/ 23 h 53"/>
                  <a:gd name="T40" fmla="*/ 35 w 54"/>
                  <a:gd name="T41" fmla="*/ 21 h 53"/>
                  <a:gd name="T42" fmla="*/ 39 w 54"/>
                  <a:gd name="T43" fmla="*/ 23 h 53"/>
                  <a:gd name="T44" fmla="*/ 39 w 54"/>
                  <a:gd name="T45" fmla="*/ 24 h 53"/>
                  <a:gd name="T46" fmla="*/ 41 w 54"/>
                  <a:gd name="T47" fmla="*/ 22 h 53"/>
                  <a:gd name="T48" fmla="*/ 32 w 54"/>
                  <a:gd name="T49" fmla="*/ 12 h 53"/>
                  <a:gd name="T50" fmla="*/ 30 w 54"/>
                  <a:gd name="T51" fmla="*/ 14 h 53"/>
                  <a:gd name="T52" fmla="*/ 30 w 54"/>
                  <a:gd name="T53" fmla="*/ 14 h 53"/>
                  <a:gd name="T54" fmla="*/ 32 w 54"/>
                  <a:gd name="T55" fmla="*/ 17 h 53"/>
                  <a:gd name="T56" fmla="*/ 30 w 54"/>
                  <a:gd name="T57" fmla="*/ 21 h 53"/>
                  <a:gd name="T58" fmla="*/ 23 w 54"/>
                  <a:gd name="T59" fmla="*/ 27 h 53"/>
                  <a:gd name="T60" fmla="*/ 16 w 54"/>
                  <a:gd name="T61" fmla="*/ 18 h 53"/>
                  <a:gd name="T62" fmla="*/ 14 w 54"/>
                  <a:gd name="T63" fmla="*/ 15 h 53"/>
                  <a:gd name="T64" fmla="*/ 16 w 54"/>
                  <a:gd name="T65" fmla="*/ 13 h 53"/>
                  <a:gd name="T66" fmla="*/ 19 w 54"/>
                  <a:gd name="T67" fmla="*/ 10 h 53"/>
                  <a:gd name="T68" fmla="*/ 26 w 54"/>
                  <a:gd name="T69" fmla="*/ 6 h 53"/>
                  <a:gd name="T70" fmla="*/ 30 w 54"/>
                  <a:gd name="T71" fmla="*/ 8 h 53"/>
                  <a:gd name="T72" fmla="*/ 30 w 54"/>
                  <a:gd name="T73" fmla="*/ 8 h 53"/>
                  <a:gd name="T74" fmla="*/ 32 w 54"/>
                  <a:gd name="T75" fmla="*/ 7 h 53"/>
                  <a:gd name="T76" fmla="*/ 25 w 54"/>
                  <a:gd name="T77" fmla="*/ 0 h 53"/>
                  <a:gd name="T78" fmla="*/ 0 w 54"/>
                  <a:gd name="T79" fmla="*/ 22 h 53"/>
                  <a:gd name="T80" fmla="*/ 2 w 54"/>
                  <a:gd name="T8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3">
                    <a:moveTo>
                      <a:pt x="2" y="23"/>
                    </a:moveTo>
                    <a:cubicBezTo>
                      <a:pt x="4" y="22"/>
                      <a:pt x="5" y="21"/>
                      <a:pt x="6" y="21"/>
                    </a:cubicBezTo>
                    <a:cubicBezTo>
                      <a:pt x="7" y="21"/>
                      <a:pt x="8" y="22"/>
                      <a:pt x="10" y="2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6"/>
                      <a:pt x="30" y="47"/>
                      <a:pt x="30" y="48"/>
                    </a:cubicBezTo>
                    <a:cubicBezTo>
                      <a:pt x="30" y="49"/>
                      <a:pt x="29" y="50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7" y="26"/>
                      <a:pt x="48" y="28"/>
                      <a:pt x="48" y="29"/>
                    </a:cubicBezTo>
                    <a:cubicBezTo>
                      <a:pt x="48" y="31"/>
                      <a:pt x="47" y="33"/>
                      <a:pt x="44" y="35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40"/>
                      <a:pt x="37" y="41"/>
                      <a:pt x="37" y="41"/>
                    </a:cubicBezTo>
                    <a:cubicBezTo>
                      <a:pt x="36" y="41"/>
                      <a:pt x="35" y="40"/>
                      <a:pt x="34" y="38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4" y="21"/>
                      <a:pt x="35" y="21"/>
                    </a:cubicBezTo>
                    <a:cubicBezTo>
                      <a:pt x="36" y="21"/>
                      <a:pt x="37" y="22"/>
                      <a:pt x="39" y="2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1" y="15"/>
                      <a:pt x="32" y="16"/>
                      <a:pt x="32" y="17"/>
                    </a:cubicBezTo>
                    <a:cubicBezTo>
                      <a:pt x="32" y="18"/>
                      <a:pt x="31" y="19"/>
                      <a:pt x="30" y="21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7"/>
                      <a:pt x="14" y="16"/>
                      <a:pt x="14" y="15"/>
                    </a:cubicBezTo>
                    <a:cubicBezTo>
                      <a:pt x="14" y="15"/>
                      <a:pt x="15" y="14"/>
                      <a:pt x="16" y="13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2" y="7"/>
                      <a:pt x="24" y="6"/>
                      <a:pt x="26" y="6"/>
                    </a:cubicBezTo>
                    <a:cubicBezTo>
                      <a:pt x="27" y="6"/>
                      <a:pt x="28" y="7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7" name="Freeform 85">
                <a:extLst>
                  <a:ext uri="{FF2B5EF4-FFF2-40B4-BE49-F238E27FC236}">
                    <a16:creationId xmlns:a16="http://schemas.microsoft.com/office/drawing/2014/main" id="{3AFD4911-C536-48D8-AE3B-44D93885C9F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88" y="7552"/>
                <a:ext cx="41" cy="44"/>
              </a:xfrm>
              <a:custGeom>
                <a:avLst/>
                <a:gdLst>
                  <a:gd name="T0" fmla="*/ 1 w 55"/>
                  <a:gd name="T1" fmla="*/ 24 h 59"/>
                  <a:gd name="T2" fmla="*/ 5 w 55"/>
                  <a:gd name="T3" fmla="*/ 23 h 59"/>
                  <a:gd name="T4" fmla="*/ 8 w 55"/>
                  <a:gd name="T5" fmla="*/ 26 h 59"/>
                  <a:gd name="T6" fmla="*/ 22 w 55"/>
                  <a:gd name="T7" fmla="*/ 50 h 59"/>
                  <a:gd name="T8" fmla="*/ 23 w 55"/>
                  <a:gd name="T9" fmla="*/ 53 h 59"/>
                  <a:gd name="T10" fmla="*/ 19 w 55"/>
                  <a:gd name="T11" fmla="*/ 57 h 59"/>
                  <a:gd name="T12" fmla="*/ 19 w 55"/>
                  <a:gd name="T13" fmla="*/ 57 h 59"/>
                  <a:gd name="T14" fmla="*/ 19 w 55"/>
                  <a:gd name="T15" fmla="*/ 58 h 59"/>
                  <a:gd name="T16" fmla="*/ 20 w 55"/>
                  <a:gd name="T17" fmla="*/ 59 h 59"/>
                  <a:gd name="T18" fmla="*/ 35 w 55"/>
                  <a:gd name="T19" fmla="*/ 51 h 59"/>
                  <a:gd name="T20" fmla="*/ 34 w 55"/>
                  <a:gd name="T21" fmla="*/ 49 h 59"/>
                  <a:gd name="T22" fmla="*/ 33 w 55"/>
                  <a:gd name="T23" fmla="*/ 49 h 59"/>
                  <a:gd name="T24" fmla="*/ 30 w 55"/>
                  <a:gd name="T25" fmla="*/ 51 h 59"/>
                  <a:gd name="T26" fmla="*/ 26 w 55"/>
                  <a:gd name="T27" fmla="*/ 47 h 59"/>
                  <a:gd name="T28" fmla="*/ 12 w 55"/>
                  <a:gd name="T29" fmla="*/ 23 h 59"/>
                  <a:gd name="T30" fmla="*/ 49 w 55"/>
                  <a:gd name="T31" fmla="*/ 43 h 59"/>
                  <a:gd name="T32" fmla="*/ 55 w 55"/>
                  <a:gd name="T33" fmla="*/ 39 h 59"/>
                  <a:gd name="T34" fmla="*/ 38 w 55"/>
                  <a:gd name="T35" fmla="*/ 9 h 59"/>
                  <a:gd name="T36" fmla="*/ 37 w 55"/>
                  <a:gd name="T37" fmla="*/ 6 h 59"/>
                  <a:gd name="T38" fmla="*/ 40 w 55"/>
                  <a:gd name="T39" fmla="*/ 2 h 59"/>
                  <a:gd name="T40" fmla="*/ 41 w 55"/>
                  <a:gd name="T41" fmla="*/ 2 h 59"/>
                  <a:gd name="T42" fmla="*/ 40 w 55"/>
                  <a:gd name="T43" fmla="*/ 0 h 59"/>
                  <a:gd name="T44" fmla="*/ 25 w 55"/>
                  <a:gd name="T45" fmla="*/ 8 h 59"/>
                  <a:gd name="T46" fmla="*/ 26 w 55"/>
                  <a:gd name="T47" fmla="*/ 10 h 59"/>
                  <a:gd name="T48" fmla="*/ 26 w 55"/>
                  <a:gd name="T49" fmla="*/ 10 h 59"/>
                  <a:gd name="T50" fmla="*/ 30 w 55"/>
                  <a:gd name="T51" fmla="*/ 8 h 59"/>
                  <a:gd name="T52" fmla="*/ 34 w 55"/>
                  <a:gd name="T53" fmla="*/ 12 h 59"/>
                  <a:gd name="T54" fmla="*/ 47 w 55"/>
                  <a:gd name="T55" fmla="*/ 34 h 59"/>
                  <a:gd name="T56" fmla="*/ 12 w 55"/>
                  <a:gd name="T57" fmla="*/ 16 h 59"/>
                  <a:gd name="T58" fmla="*/ 0 w 55"/>
                  <a:gd name="T59" fmla="*/ 23 h 59"/>
                  <a:gd name="T60" fmla="*/ 0 w 55"/>
                  <a:gd name="T61" fmla="*/ 24 h 59"/>
                  <a:gd name="T62" fmla="*/ 1 w 55"/>
                  <a:gd name="T63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9">
                    <a:moveTo>
                      <a:pt x="1" y="24"/>
                    </a:moveTo>
                    <a:cubicBezTo>
                      <a:pt x="2" y="23"/>
                      <a:pt x="4" y="23"/>
                      <a:pt x="5" y="23"/>
                    </a:cubicBezTo>
                    <a:cubicBezTo>
                      <a:pt x="6" y="23"/>
                      <a:pt x="7" y="24"/>
                      <a:pt x="8" y="26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51"/>
                      <a:pt x="23" y="53"/>
                      <a:pt x="23" y="53"/>
                    </a:cubicBezTo>
                    <a:cubicBezTo>
                      <a:pt x="23" y="55"/>
                      <a:pt x="22" y="56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50"/>
                      <a:pt x="31" y="51"/>
                      <a:pt x="30" y="51"/>
                    </a:cubicBezTo>
                    <a:cubicBezTo>
                      <a:pt x="28" y="51"/>
                      <a:pt x="27" y="50"/>
                      <a:pt x="26" y="4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7" y="8"/>
                      <a:pt x="37" y="6"/>
                      <a:pt x="37" y="6"/>
                    </a:cubicBezTo>
                    <a:cubicBezTo>
                      <a:pt x="37" y="4"/>
                      <a:pt x="38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9" y="8"/>
                      <a:pt x="30" y="8"/>
                    </a:cubicBezTo>
                    <a:cubicBezTo>
                      <a:pt x="32" y="8"/>
                      <a:pt x="33" y="9"/>
                      <a:pt x="34" y="12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8" name="Freeform 86">
                <a:extLst>
                  <a:ext uri="{FF2B5EF4-FFF2-40B4-BE49-F238E27FC236}">
                    <a16:creationId xmlns:a16="http://schemas.microsoft.com/office/drawing/2014/main" id="{95A462A8-7D3C-4C9E-BF04-F50D203A0F2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32" y="7542"/>
                <a:ext cx="27" cy="34"/>
              </a:xfrm>
              <a:custGeom>
                <a:avLst/>
                <a:gdLst>
                  <a:gd name="T0" fmla="*/ 11 w 36"/>
                  <a:gd name="T1" fmla="*/ 25 h 46"/>
                  <a:gd name="T2" fmla="*/ 28 w 36"/>
                  <a:gd name="T3" fmla="*/ 32 h 46"/>
                  <a:gd name="T4" fmla="*/ 28 w 36"/>
                  <a:gd name="T5" fmla="*/ 34 h 46"/>
                  <a:gd name="T6" fmla="*/ 21 w 36"/>
                  <a:gd name="T7" fmla="*/ 41 h 46"/>
                  <a:gd name="T8" fmla="*/ 17 w 36"/>
                  <a:gd name="T9" fmla="*/ 42 h 46"/>
                  <a:gd name="T10" fmla="*/ 8 w 36"/>
                  <a:gd name="T11" fmla="*/ 36 h 46"/>
                  <a:gd name="T12" fmla="*/ 8 w 36"/>
                  <a:gd name="T13" fmla="*/ 35 h 46"/>
                  <a:gd name="T14" fmla="*/ 5 w 36"/>
                  <a:gd name="T15" fmla="*/ 36 h 46"/>
                  <a:gd name="T16" fmla="*/ 9 w 36"/>
                  <a:gd name="T17" fmla="*/ 46 h 46"/>
                  <a:gd name="T18" fmla="*/ 9 w 36"/>
                  <a:gd name="T19" fmla="*/ 46 h 46"/>
                  <a:gd name="T20" fmla="*/ 21 w 36"/>
                  <a:gd name="T21" fmla="*/ 44 h 46"/>
                  <a:gd name="T22" fmla="*/ 35 w 36"/>
                  <a:gd name="T23" fmla="*/ 34 h 46"/>
                  <a:gd name="T24" fmla="*/ 35 w 36"/>
                  <a:gd name="T25" fmla="*/ 33 h 46"/>
                  <a:gd name="T26" fmla="*/ 36 w 36"/>
                  <a:gd name="T27" fmla="*/ 31 h 46"/>
                  <a:gd name="T28" fmla="*/ 35 w 36"/>
                  <a:gd name="T29" fmla="*/ 28 h 46"/>
                  <a:gd name="T30" fmla="*/ 27 w 36"/>
                  <a:gd name="T31" fmla="*/ 20 h 46"/>
                  <a:gd name="T32" fmla="*/ 7 w 36"/>
                  <a:gd name="T33" fmla="*/ 13 h 46"/>
                  <a:gd name="T34" fmla="*/ 7 w 36"/>
                  <a:gd name="T35" fmla="*/ 11 h 46"/>
                  <a:gd name="T36" fmla="*/ 14 w 36"/>
                  <a:gd name="T37" fmla="*/ 5 h 46"/>
                  <a:gd name="T38" fmla="*/ 18 w 36"/>
                  <a:gd name="T39" fmla="*/ 4 h 46"/>
                  <a:gd name="T40" fmla="*/ 25 w 36"/>
                  <a:gd name="T41" fmla="*/ 10 h 46"/>
                  <a:gd name="T42" fmla="*/ 25 w 36"/>
                  <a:gd name="T43" fmla="*/ 10 h 46"/>
                  <a:gd name="T44" fmla="*/ 26 w 36"/>
                  <a:gd name="T45" fmla="*/ 10 h 46"/>
                  <a:gd name="T46" fmla="*/ 28 w 36"/>
                  <a:gd name="T47" fmla="*/ 9 h 46"/>
                  <a:gd name="T48" fmla="*/ 25 w 36"/>
                  <a:gd name="T49" fmla="*/ 0 h 46"/>
                  <a:gd name="T50" fmla="*/ 24 w 36"/>
                  <a:gd name="T51" fmla="*/ 0 h 46"/>
                  <a:gd name="T52" fmla="*/ 13 w 36"/>
                  <a:gd name="T53" fmla="*/ 2 h 46"/>
                  <a:gd name="T54" fmla="*/ 1 w 36"/>
                  <a:gd name="T55" fmla="*/ 12 h 46"/>
                  <a:gd name="T56" fmla="*/ 0 w 36"/>
                  <a:gd name="T57" fmla="*/ 14 h 46"/>
                  <a:gd name="T58" fmla="*/ 1 w 36"/>
                  <a:gd name="T59" fmla="*/ 17 h 46"/>
                  <a:gd name="T60" fmla="*/ 11 w 36"/>
                  <a:gd name="T61" fmla="*/ 25 h 46"/>
                  <a:gd name="T62" fmla="*/ 1 w 36"/>
                  <a:gd name="T63" fmla="*/ 13 h 46"/>
                  <a:gd name="T64" fmla="*/ 1 w 36"/>
                  <a:gd name="T65" fmla="*/ 14 h 46"/>
                  <a:gd name="T66" fmla="*/ 1 w 36"/>
                  <a:gd name="T67" fmla="*/ 14 h 46"/>
                  <a:gd name="T68" fmla="*/ 1 w 36"/>
                  <a:gd name="T69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11" y="25"/>
                    </a:moveTo>
                    <a:cubicBezTo>
                      <a:pt x="18" y="26"/>
                      <a:pt x="26" y="26"/>
                      <a:pt x="28" y="32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8" y="37"/>
                      <a:pt x="26" y="40"/>
                      <a:pt x="21" y="41"/>
                    </a:cubicBezTo>
                    <a:cubicBezTo>
                      <a:pt x="19" y="41"/>
                      <a:pt x="18" y="42"/>
                      <a:pt x="17" y="42"/>
                    </a:cubicBezTo>
                    <a:cubicBezTo>
                      <a:pt x="11" y="42"/>
                      <a:pt x="9" y="38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6"/>
                      <a:pt x="16" y="46"/>
                      <a:pt x="21" y="44"/>
                    </a:cubicBezTo>
                    <a:cubicBezTo>
                      <a:pt x="29" y="42"/>
                      <a:pt x="34" y="39"/>
                      <a:pt x="35" y="34"/>
                    </a:cubicBezTo>
                    <a:cubicBezTo>
                      <a:pt x="35" y="34"/>
                      <a:pt x="35" y="33"/>
                      <a:pt x="35" y="33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29"/>
                      <a:pt x="35" y="28"/>
                    </a:cubicBezTo>
                    <a:cubicBezTo>
                      <a:pt x="34" y="23"/>
                      <a:pt x="31" y="21"/>
                      <a:pt x="27" y="20"/>
                    </a:cubicBezTo>
                    <a:cubicBezTo>
                      <a:pt x="21" y="18"/>
                      <a:pt x="9" y="18"/>
                      <a:pt x="7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7" y="9"/>
                      <a:pt x="9" y="6"/>
                      <a:pt x="14" y="5"/>
                    </a:cubicBezTo>
                    <a:cubicBezTo>
                      <a:pt x="15" y="5"/>
                      <a:pt x="17" y="4"/>
                      <a:pt x="18" y="4"/>
                    </a:cubicBezTo>
                    <a:cubicBezTo>
                      <a:pt x="22" y="4"/>
                      <a:pt x="24" y="7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6" y="4"/>
                      <a:pt x="2" y="7"/>
                      <a:pt x="1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2" y="21"/>
                      <a:pt x="6" y="23"/>
                      <a:pt x="11" y="25"/>
                    </a:cubicBezTo>
                    <a:moveTo>
                      <a:pt x="1" y="13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99" name="Freeform 87">
                <a:extLst>
                  <a:ext uri="{FF2B5EF4-FFF2-40B4-BE49-F238E27FC236}">
                    <a16:creationId xmlns:a16="http://schemas.microsoft.com/office/drawing/2014/main" id="{AF31C077-6A83-40AB-86B9-358367739499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65" y="7537"/>
                <a:ext cx="104" cy="46"/>
              </a:xfrm>
              <a:custGeom>
                <a:avLst/>
                <a:gdLst>
                  <a:gd name="T0" fmla="*/ 1 w 140"/>
                  <a:gd name="T1" fmla="*/ 4 h 62"/>
                  <a:gd name="T2" fmla="*/ 7 w 140"/>
                  <a:gd name="T3" fmla="*/ 36 h 62"/>
                  <a:gd name="T4" fmla="*/ 2 w 140"/>
                  <a:gd name="T5" fmla="*/ 42 h 62"/>
                  <a:gd name="T6" fmla="*/ 1 w 140"/>
                  <a:gd name="T7" fmla="*/ 42 h 62"/>
                  <a:gd name="T8" fmla="*/ 1 w 140"/>
                  <a:gd name="T9" fmla="*/ 44 h 62"/>
                  <a:gd name="T10" fmla="*/ 20 w 140"/>
                  <a:gd name="T11" fmla="*/ 41 h 62"/>
                  <a:gd name="T12" fmla="*/ 19 w 140"/>
                  <a:gd name="T13" fmla="*/ 41 h 62"/>
                  <a:gd name="T14" fmla="*/ 15 w 140"/>
                  <a:gd name="T15" fmla="*/ 23 h 62"/>
                  <a:gd name="T16" fmla="*/ 28 w 140"/>
                  <a:gd name="T17" fmla="*/ 40 h 62"/>
                  <a:gd name="T18" fmla="*/ 24 w 140"/>
                  <a:gd name="T19" fmla="*/ 41 h 62"/>
                  <a:gd name="T20" fmla="*/ 24 w 140"/>
                  <a:gd name="T21" fmla="*/ 43 h 62"/>
                  <a:gd name="T22" fmla="*/ 45 w 140"/>
                  <a:gd name="T23" fmla="*/ 42 h 62"/>
                  <a:gd name="T24" fmla="*/ 61 w 140"/>
                  <a:gd name="T25" fmla="*/ 43 h 62"/>
                  <a:gd name="T26" fmla="*/ 56 w 140"/>
                  <a:gd name="T27" fmla="*/ 41 h 62"/>
                  <a:gd name="T28" fmla="*/ 57 w 140"/>
                  <a:gd name="T29" fmla="*/ 38 h 62"/>
                  <a:gd name="T30" fmla="*/ 78 w 140"/>
                  <a:gd name="T31" fmla="*/ 36 h 62"/>
                  <a:gd name="T32" fmla="*/ 80 w 140"/>
                  <a:gd name="T33" fmla="*/ 44 h 62"/>
                  <a:gd name="T34" fmla="*/ 77 w 140"/>
                  <a:gd name="T35" fmla="*/ 47 h 62"/>
                  <a:gd name="T36" fmla="*/ 74 w 140"/>
                  <a:gd name="T37" fmla="*/ 46 h 62"/>
                  <a:gd name="T38" fmla="*/ 93 w 140"/>
                  <a:gd name="T39" fmla="*/ 52 h 62"/>
                  <a:gd name="T40" fmla="*/ 111 w 140"/>
                  <a:gd name="T41" fmla="*/ 62 h 62"/>
                  <a:gd name="T42" fmla="*/ 112 w 140"/>
                  <a:gd name="T43" fmla="*/ 60 h 62"/>
                  <a:gd name="T44" fmla="*/ 109 w 140"/>
                  <a:gd name="T45" fmla="*/ 52 h 62"/>
                  <a:gd name="T46" fmla="*/ 116 w 140"/>
                  <a:gd name="T47" fmla="*/ 43 h 62"/>
                  <a:gd name="T48" fmla="*/ 139 w 140"/>
                  <a:gd name="T49" fmla="*/ 41 h 62"/>
                  <a:gd name="T50" fmla="*/ 139 w 140"/>
                  <a:gd name="T51" fmla="*/ 38 h 62"/>
                  <a:gd name="T52" fmla="*/ 129 w 140"/>
                  <a:gd name="T53" fmla="*/ 24 h 62"/>
                  <a:gd name="T54" fmla="*/ 110 w 140"/>
                  <a:gd name="T55" fmla="*/ 17 h 62"/>
                  <a:gd name="T56" fmla="*/ 114 w 140"/>
                  <a:gd name="T57" fmla="*/ 21 h 62"/>
                  <a:gd name="T58" fmla="*/ 102 w 140"/>
                  <a:gd name="T59" fmla="*/ 49 h 62"/>
                  <a:gd name="T60" fmla="*/ 94 w 140"/>
                  <a:gd name="T61" fmla="*/ 51 h 62"/>
                  <a:gd name="T62" fmla="*/ 94 w 140"/>
                  <a:gd name="T63" fmla="*/ 52 h 62"/>
                  <a:gd name="T64" fmla="*/ 94 w 140"/>
                  <a:gd name="T65" fmla="*/ 50 h 62"/>
                  <a:gd name="T66" fmla="*/ 87 w 140"/>
                  <a:gd name="T67" fmla="*/ 43 h 62"/>
                  <a:gd name="T68" fmla="*/ 74 w 140"/>
                  <a:gd name="T69" fmla="*/ 5 h 62"/>
                  <a:gd name="T70" fmla="*/ 47 w 140"/>
                  <a:gd name="T71" fmla="*/ 40 h 62"/>
                  <a:gd name="T72" fmla="*/ 44 w 140"/>
                  <a:gd name="T73" fmla="*/ 40 h 62"/>
                  <a:gd name="T74" fmla="*/ 44 w 140"/>
                  <a:gd name="T75" fmla="*/ 40 h 62"/>
                  <a:gd name="T76" fmla="*/ 21 w 140"/>
                  <a:gd name="T77" fmla="*/ 20 h 62"/>
                  <a:gd name="T78" fmla="*/ 40 w 140"/>
                  <a:gd name="T79" fmla="*/ 2 h 62"/>
                  <a:gd name="T80" fmla="*/ 41 w 140"/>
                  <a:gd name="T81" fmla="*/ 0 h 62"/>
                  <a:gd name="T82" fmla="*/ 23 w 140"/>
                  <a:gd name="T83" fmla="*/ 3 h 62"/>
                  <a:gd name="T84" fmla="*/ 25 w 140"/>
                  <a:gd name="T85" fmla="*/ 3 h 62"/>
                  <a:gd name="T86" fmla="*/ 28 w 140"/>
                  <a:gd name="T87" fmla="*/ 4 h 62"/>
                  <a:gd name="T88" fmla="*/ 25 w 140"/>
                  <a:gd name="T89" fmla="*/ 7 h 62"/>
                  <a:gd name="T90" fmla="*/ 14 w 140"/>
                  <a:gd name="T91" fmla="*/ 9 h 62"/>
                  <a:gd name="T92" fmla="*/ 18 w 140"/>
                  <a:gd name="T93" fmla="*/ 3 h 62"/>
                  <a:gd name="T94" fmla="*/ 19 w 140"/>
                  <a:gd name="T95" fmla="*/ 1 h 62"/>
                  <a:gd name="T96" fmla="*/ 0 w 140"/>
                  <a:gd name="T97" fmla="*/ 4 h 62"/>
                  <a:gd name="T98" fmla="*/ 123 w 140"/>
                  <a:gd name="T99" fmla="*/ 25 h 62"/>
                  <a:gd name="T100" fmla="*/ 132 w 140"/>
                  <a:gd name="T101" fmla="*/ 33 h 62"/>
                  <a:gd name="T102" fmla="*/ 124 w 140"/>
                  <a:gd name="T103" fmla="*/ 43 h 62"/>
                  <a:gd name="T104" fmla="*/ 115 w 140"/>
                  <a:gd name="T105" fmla="*/ 39 h 62"/>
                  <a:gd name="T106" fmla="*/ 74 w 140"/>
                  <a:gd name="T107" fmla="*/ 13 h 62"/>
                  <a:gd name="T108" fmla="*/ 63 w 140"/>
                  <a:gd name="T10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" h="62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5" y="4"/>
                      <a:pt x="6" y="5"/>
                      <a:pt x="6" y="9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41"/>
                      <a:pt x="6" y="42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41"/>
                      <a:pt x="19" y="41"/>
                      <a:pt x="19" y="41"/>
                    </a:cubicBezTo>
                    <a:cubicBezTo>
                      <a:pt x="16" y="41"/>
                      <a:pt x="15" y="40"/>
                      <a:pt x="15" y="36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8"/>
                      <a:pt x="28" y="39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1"/>
                      <a:pt x="27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7" y="43"/>
                      <a:pt x="56" y="42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39"/>
                      <a:pt x="57" y="39"/>
                      <a:pt x="57" y="38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79" y="46"/>
                      <a:pt x="79" y="47"/>
                      <a:pt x="77" y="47"/>
                    </a:cubicBezTo>
                    <a:cubicBezTo>
                      <a:pt x="76" y="47"/>
                      <a:pt x="75" y="47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09" y="58"/>
                      <a:pt x="108" y="57"/>
                      <a:pt x="108" y="56"/>
                    </a:cubicBezTo>
                    <a:cubicBezTo>
                      <a:pt x="108" y="55"/>
                      <a:pt x="108" y="54"/>
                      <a:pt x="109" y="52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20" y="45"/>
                      <a:pt x="125" y="47"/>
                      <a:pt x="129" y="47"/>
                    </a:cubicBezTo>
                    <a:cubicBezTo>
                      <a:pt x="133" y="47"/>
                      <a:pt x="136" y="46"/>
                      <a:pt x="139" y="41"/>
                    </a:cubicBezTo>
                    <a:cubicBezTo>
                      <a:pt x="139" y="40"/>
                      <a:pt x="139" y="40"/>
                      <a:pt x="139" y="39"/>
                    </a:cubicBezTo>
                    <a:cubicBezTo>
                      <a:pt x="139" y="38"/>
                      <a:pt x="139" y="38"/>
                      <a:pt x="139" y="38"/>
                    </a:cubicBez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1"/>
                      <a:pt x="135" y="27"/>
                      <a:pt x="129" y="24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3" y="18"/>
                      <a:pt x="114" y="19"/>
                      <a:pt x="114" y="21"/>
                    </a:cubicBezTo>
                    <a:cubicBezTo>
                      <a:pt x="114" y="22"/>
                      <a:pt x="114" y="23"/>
                      <a:pt x="113" y="25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0" y="52"/>
                      <a:pt x="99" y="53"/>
                      <a:pt x="98" y="53"/>
                    </a:cubicBezTo>
                    <a:cubicBezTo>
                      <a:pt x="97" y="53"/>
                      <a:pt x="96" y="52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9" y="49"/>
                      <a:pt x="88" y="48"/>
                      <a:pt x="87" y="43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9"/>
                      <a:pt x="49" y="40"/>
                      <a:pt x="47" y="40"/>
                    </a:cubicBezTo>
                    <a:cubicBezTo>
                      <a:pt x="46" y="40"/>
                      <a:pt x="45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39" y="40"/>
                      <a:pt x="36" y="38"/>
                      <a:pt x="34" y="35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4"/>
                      <a:pt x="35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3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6"/>
                      <a:pt x="25" y="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4"/>
                      <a:pt x="15" y="4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  <a:moveTo>
                      <a:pt x="120" y="28"/>
                    </a:moveTo>
                    <a:cubicBezTo>
                      <a:pt x="121" y="26"/>
                      <a:pt x="122" y="25"/>
                      <a:pt x="123" y="25"/>
                    </a:cubicBezTo>
                    <a:cubicBezTo>
                      <a:pt x="124" y="25"/>
                      <a:pt x="125" y="25"/>
                      <a:pt x="126" y="26"/>
                    </a:cubicBezTo>
                    <a:cubicBezTo>
                      <a:pt x="130" y="28"/>
                      <a:pt x="132" y="30"/>
                      <a:pt x="132" y="33"/>
                    </a:cubicBezTo>
                    <a:cubicBezTo>
                      <a:pt x="132" y="34"/>
                      <a:pt x="132" y="36"/>
                      <a:pt x="131" y="37"/>
                    </a:cubicBezTo>
                    <a:cubicBezTo>
                      <a:pt x="129" y="41"/>
                      <a:pt x="127" y="43"/>
                      <a:pt x="124" y="43"/>
                    </a:cubicBezTo>
                    <a:cubicBezTo>
                      <a:pt x="122" y="43"/>
                      <a:pt x="119" y="42"/>
                      <a:pt x="117" y="40"/>
                    </a:cubicBezTo>
                    <a:cubicBezTo>
                      <a:pt x="115" y="39"/>
                      <a:pt x="115" y="39"/>
                      <a:pt x="115" y="39"/>
                    </a:cubicBezTo>
                    <a:lnTo>
                      <a:pt x="120" y="28"/>
                    </a:lnTo>
                    <a:close/>
                    <a:moveTo>
                      <a:pt x="74" y="1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63" y="29"/>
                      <a:pt x="63" y="29"/>
                      <a:pt x="63" y="29"/>
                    </a:cubicBezTo>
                    <a:lnTo>
                      <a:pt x="74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0" name="Freeform 88">
                <a:extLst>
                  <a:ext uri="{FF2B5EF4-FFF2-40B4-BE49-F238E27FC236}">
                    <a16:creationId xmlns:a16="http://schemas.microsoft.com/office/drawing/2014/main" id="{46865CF9-FD44-4D72-87D6-D922B7A3CB9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2" y="7568"/>
                <a:ext cx="35" cy="32"/>
              </a:xfrm>
              <a:custGeom>
                <a:avLst/>
                <a:gdLst>
                  <a:gd name="T0" fmla="*/ 8 w 47"/>
                  <a:gd name="T1" fmla="*/ 22 h 43"/>
                  <a:gd name="T2" fmla="*/ 8 w 47"/>
                  <a:gd name="T3" fmla="*/ 21 h 43"/>
                  <a:gd name="T4" fmla="*/ 6 w 47"/>
                  <a:gd name="T5" fmla="*/ 20 h 43"/>
                  <a:gd name="T6" fmla="*/ 0 w 47"/>
                  <a:gd name="T7" fmla="*/ 29 h 43"/>
                  <a:gd name="T8" fmla="*/ 1 w 47"/>
                  <a:gd name="T9" fmla="*/ 29 h 43"/>
                  <a:gd name="T10" fmla="*/ 10 w 47"/>
                  <a:gd name="T11" fmla="*/ 38 h 43"/>
                  <a:gd name="T12" fmla="*/ 23 w 47"/>
                  <a:gd name="T13" fmla="*/ 43 h 43"/>
                  <a:gd name="T14" fmla="*/ 23 w 47"/>
                  <a:gd name="T15" fmla="*/ 43 h 43"/>
                  <a:gd name="T16" fmla="*/ 32 w 47"/>
                  <a:gd name="T17" fmla="*/ 39 h 43"/>
                  <a:gd name="T18" fmla="*/ 34 w 47"/>
                  <a:gd name="T19" fmla="*/ 33 h 43"/>
                  <a:gd name="T20" fmla="*/ 33 w 47"/>
                  <a:gd name="T21" fmla="*/ 30 h 43"/>
                  <a:gd name="T22" fmla="*/ 33 w 47"/>
                  <a:gd name="T23" fmla="*/ 30 h 43"/>
                  <a:gd name="T24" fmla="*/ 32 w 47"/>
                  <a:gd name="T25" fmla="*/ 27 h 43"/>
                  <a:gd name="T26" fmla="*/ 25 w 47"/>
                  <a:gd name="T27" fmla="*/ 10 h 43"/>
                  <a:gd name="T28" fmla="*/ 26 w 47"/>
                  <a:gd name="T29" fmla="*/ 7 h 43"/>
                  <a:gd name="T30" fmla="*/ 30 w 47"/>
                  <a:gd name="T31" fmla="*/ 5 h 43"/>
                  <a:gd name="T32" fmla="*/ 36 w 47"/>
                  <a:gd name="T33" fmla="*/ 8 h 43"/>
                  <a:gd name="T34" fmla="*/ 41 w 47"/>
                  <a:gd name="T35" fmla="*/ 15 h 43"/>
                  <a:gd name="T36" fmla="*/ 39 w 47"/>
                  <a:gd name="T37" fmla="*/ 20 h 43"/>
                  <a:gd name="T38" fmla="*/ 39 w 47"/>
                  <a:gd name="T39" fmla="*/ 20 h 43"/>
                  <a:gd name="T40" fmla="*/ 39 w 47"/>
                  <a:gd name="T41" fmla="*/ 20 h 43"/>
                  <a:gd name="T42" fmla="*/ 41 w 47"/>
                  <a:gd name="T43" fmla="*/ 21 h 43"/>
                  <a:gd name="T44" fmla="*/ 47 w 47"/>
                  <a:gd name="T45" fmla="*/ 13 h 43"/>
                  <a:gd name="T46" fmla="*/ 47 w 47"/>
                  <a:gd name="T47" fmla="*/ 13 h 43"/>
                  <a:gd name="T48" fmla="*/ 38 w 47"/>
                  <a:gd name="T49" fmla="*/ 5 h 43"/>
                  <a:gd name="T50" fmla="*/ 27 w 47"/>
                  <a:gd name="T51" fmla="*/ 0 h 43"/>
                  <a:gd name="T52" fmla="*/ 19 w 47"/>
                  <a:gd name="T53" fmla="*/ 4 h 43"/>
                  <a:gd name="T54" fmla="*/ 17 w 47"/>
                  <a:gd name="T55" fmla="*/ 10 h 43"/>
                  <a:gd name="T56" fmla="*/ 19 w 47"/>
                  <a:gd name="T57" fmla="*/ 17 h 43"/>
                  <a:gd name="T58" fmla="*/ 25 w 47"/>
                  <a:gd name="T59" fmla="*/ 32 h 43"/>
                  <a:gd name="T60" fmla="*/ 24 w 47"/>
                  <a:gd name="T61" fmla="*/ 36 h 43"/>
                  <a:gd name="T62" fmla="*/ 19 w 47"/>
                  <a:gd name="T63" fmla="*/ 38 h 43"/>
                  <a:gd name="T64" fmla="*/ 12 w 47"/>
                  <a:gd name="T65" fmla="*/ 35 h 43"/>
                  <a:gd name="T66" fmla="*/ 7 w 47"/>
                  <a:gd name="T67" fmla="*/ 27 h 43"/>
                  <a:gd name="T68" fmla="*/ 8 w 47"/>
                  <a:gd name="T6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43">
                    <a:moveTo>
                      <a:pt x="8" y="22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5" y="35"/>
                      <a:pt x="10" y="38"/>
                    </a:cubicBezTo>
                    <a:cubicBezTo>
                      <a:pt x="14" y="41"/>
                      <a:pt x="19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6" y="43"/>
                      <a:pt x="29" y="42"/>
                      <a:pt x="32" y="39"/>
                    </a:cubicBezTo>
                    <a:cubicBezTo>
                      <a:pt x="33" y="37"/>
                      <a:pt x="34" y="35"/>
                      <a:pt x="34" y="33"/>
                    </a:cubicBezTo>
                    <a:cubicBezTo>
                      <a:pt x="34" y="32"/>
                      <a:pt x="33" y="31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8"/>
                      <a:pt x="32" y="27"/>
                    </a:cubicBezTo>
                    <a:cubicBezTo>
                      <a:pt x="31" y="22"/>
                      <a:pt x="25" y="15"/>
                      <a:pt x="25" y="10"/>
                    </a:cubicBezTo>
                    <a:cubicBezTo>
                      <a:pt x="25" y="9"/>
                      <a:pt x="25" y="8"/>
                      <a:pt x="26" y="7"/>
                    </a:cubicBezTo>
                    <a:cubicBezTo>
                      <a:pt x="27" y="6"/>
                      <a:pt x="28" y="5"/>
                      <a:pt x="30" y="5"/>
                    </a:cubicBezTo>
                    <a:cubicBezTo>
                      <a:pt x="32" y="5"/>
                      <a:pt x="34" y="6"/>
                      <a:pt x="36" y="8"/>
                    </a:cubicBezTo>
                    <a:cubicBezTo>
                      <a:pt x="40" y="10"/>
                      <a:pt x="41" y="13"/>
                      <a:pt x="41" y="15"/>
                    </a:cubicBezTo>
                    <a:cubicBezTo>
                      <a:pt x="41" y="17"/>
                      <a:pt x="40" y="18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11"/>
                      <a:pt x="42" y="8"/>
                      <a:pt x="38" y="5"/>
                    </a:cubicBezTo>
                    <a:cubicBezTo>
                      <a:pt x="34" y="2"/>
                      <a:pt x="30" y="0"/>
                      <a:pt x="27" y="0"/>
                    </a:cubicBezTo>
                    <a:cubicBezTo>
                      <a:pt x="23" y="0"/>
                      <a:pt x="21" y="2"/>
                      <a:pt x="19" y="4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17" y="13"/>
                      <a:pt x="18" y="15"/>
                      <a:pt x="19" y="17"/>
                    </a:cubicBezTo>
                    <a:cubicBezTo>
                      <a:pt x="21" y="23"/>
                      <a:pt x="25" y="28"/>
                      <a:pt x="25" y="32"/>
                    </a:cubicBezTo>
                    <a:cubicBezTo>
                      <a:pt x="25" y="33"/>
                      <a:pt x="24" y="34"/>
                      <a:pt x="24" y="36"/>
                    </a:cubicBezTo>
                    <a:cubicBezTo>
                      <a:pt x="22" y="37"/>
                      <a:pt x="21" y="38"/>
                      <a:pt x="19" y="38"/>
                    </a:cubicBezTo>
                    <a:cubicBezTo>
                      <a:pt x="17" y="38"/>
                      <a:pt x="15" y="37"/>
                      <a:pt x="12" y="35"/>
                    </a:cubicBezTo>
                    <a:cubicBezTo>
                      <a:pt x="8" y="32"/>
                      <a:pt x="7" y="29"/>
                      <a:pt x="7" y="27"/>
                    </a:cubicBezTo>
                    <a:cubicBezTo>
                      <a:pt x="7" y="25"/>
                      <a:pt x="8" y="23"/>
                      <a:pt x="8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1" name="Freeform 89">
                <a:extLst>
                  <a:ext uri="{FF2B5EF4-FFF2-40B4-BE49-F238E27FC236}">
                    <a16:creationId xmlns:a16="http://schemas.microsoft.com/office/drawing/2014/main" id="{59C5D250-29CC-40B5-893E-C64C30B073C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82" y="7594"/>
                <a:ext cx="94" cy="124"/>
              </a:xfrm>
              <a:custGeom>
                <a:avLst/>
                <a:gdLst>
                  <a:gd name="T0" fmla="*/ 66 w 127"/>
                  <a:gd name="T1" fmla="*/ 95 h 166"/>
                  <a:gd name="T2" fmla="*/ 70 w 127"/>
                  <a:gd name="T3" fmla="*/ 93 h 166"/>
                  <a:gd name="T4" fmla="*/ 79 w 127"/>
                  <a:gd name="T5" fmla="*/ 114 h 166"/>
                  <a:gd name="T6" fmla="*/ 73 w 127"/>
                  <a:gd name="T7" fmla="*/ 112 h 166"/>
                  <a:gd name="T8" fmla="*/ 80 w 127"/>
                  <a:gd name="T9" fmla="*/ 131 h 166"/>
                  <a:gd name="T10" fmla="*/ 102 w 127"/>
                  <a:gd name="T11" fmla="*/ 166 h 166"/>
                  <a:gd name="T12" fmla="*/ 125 w 127"/>
                  <a:gd name="T13" fmla="*/ 137 h 166"/>
                  <a:gd name="T14" fmla="*/ 118 w 127"/>
                  <a:gd name="T15" fmla="*/ 120 h 166"/>
                  <a:gd name="T16" fmla="*/ 88 w 127"/>
                  <a:gd name="T17" fmla="*/ 134 h 166"/>
                  <a:gd name="T18" fmla="*/ 81 w 127"/>
                  <a:gd name="T19" fmla="*/ 130 h 166"/>
                  <a:gd name="T20" fmla="*/ 80 w 127"/>
                  <a:gd name="T21" fmla="*/ 126 h 166"/>
                  <a:gd name="T22" fmla="*/ 106 w 127"/>
                  <a:gd name="T23" fmla="*/ 88 h 166"/>
                  <a:gd name="T24" fmla="*/ 60 w 127"/>
                  <a:gd name="T25" fmla="*/ 84 h 166"/>
                  <a:gd name="T26" fmla="*/ 59 w 127"/>
                  <a:gd name="T27" fmla="*/ 78 h 166"/>
                  <a:gd name="T28" fmla="*/ 80 w 127"/>
                  <a:gd name="T29" fmla="*/ 56 h 166"/>
                  <a:gd name="T30" fmla="*/ 93 w 127"/>
                  <a:gd name="T31" fmla="*/ 61 h 166"/>
                  <a:gd name="T32" fmla="*/ 81 w 127"/>
                  <a:gd name="T33" fmla="*/ 47 h 166"/>
                  <a:gd name="T34" fmla="*/ 82 w 127"/>
                  <a:gd name="T35" fmla="*/ 51 h 166"/>
                  <a:gd name="T36" fmla="*/ 71 w 127"/>
                  <a:gd name="T37" fmla="*/ 42 h 166"/>
                  <a:gd name="T38" fmla="*/ 79 w 127"/>
                  <a:gd name="T39" fmla="*/ 43 h 166"/>
                  <a:gd name="T40" fmla="*/ 68 w 127"/>
                  <a:gd name="T41" fmla="*/ 28 h 166"/>
                  <a:gd name="T42" fmla="*/ 67 w 127"/>
                  <a:gd name="T43" fmla="*/ 36 h 166"/>
                  <a:gd name="T44" fmla="*/ 37 w 127"/>
                  <a:gd name="T45" fmla="*/ 49 h 166"/>
                  <a:gd name="T46" fmla="*/ 37 w 127"/>
                  <a:gd name="T47" fmla="*/ 48 h 166"/>
                  <a:gd name="T48" fmla="*/ 50 w 127"/>
                  <a:gd name="T49" fmla="*/ 4 h 166"/>
                  <a:gd name="T50" fmla="*/ 7 w 127"/>
                  <a:gd name="T51" fmla="*/ 15 h 166"/>
                  <a:gd name="T52" fmla="*/ 1 w 127"/>
                  <a:gd name="T53" fmla="*/ 12 h 166"/>
                  <a:gd name="T54" fmla="*/ 13 w 127"/>
                  <a:gd name="T55" fmla="*/ 24 h 166"/>
                  <a:gd name="T56" fmla="*/ 11 w 127"/>
                  <a:gd name="T57" fmla="*/ 19 h 166"/>
                  <a:gd name="T58" fmla="*/ 32 w 127"/>
                  <a:gd name="T59" fmla="*/ 28 h 166"/>
                  <a:gd name="T60" fmla="*/ 27 w 127"/>
                  <a:gd name="T61" fmla="*/ 37 h 166"/>
                  <a:gd name="T62" fmla="*/ 21 w 127"/>
                  <a:gd name="T63" fmla="*/ 35 h 166"/>
                  <a:gd name="T64" fmla="*/ 45 w 127"/>
                  <a:gd name="T65" fmla="*/ 66 h 166"/>
                  <a:gd name="T66" fmla="*/ 46 w 127"/>
                  <a:gd name="T67" fmla="*/ 61 h 166"/>
                  <a:gd name="T68" fmla="*/ 54 w 127"/>
                  <a:gd name="T69" fmla="*/ 67 h 166"/>
                  <a:gd name="T70" fmla="*/ 49 w 127"/>
                  <a:gd name="T71" fmla="*/ 68 h 166"/>
                  <a:gd name="T72" fmla="*/ 59 w 127"/>
                  <a:gd name="T73" fmla="*/ 86 h 166"/>
                  <a:gd name="T74" fmla="*/ 67 w 127"/>
                  <a:gd name="T75" fmla="*/ 99 h 166"/>
                  <a:gd name="T76" fmla="*/ 119 w 127"/>
                  <a:gd name="T77" fmla="*/ 134 h 166"/>
                  <a:gd name="T78" fmla="*/ 109 w 127"/>
                  <a:gd name="T79" fmla="*/ 156 h 166"/>
                  <a:gd name="T80" fmla="*/ 87 w 127"/>
                  <a:gd name="T81" fmla="*/ 145 h 166"/>
                  <a:gd name="T82" fmla="*/ 86 w 127"/>
                  <a:gd name="T83" fmla="*/ 107 h 166"/>
                  <a:gd name="T84" fmla="*/ 23 w 127"/>
                  <a:gd name="T85" fmla="*/ 14 h 166"/>
                  <a:gd name="T86" fmla="*/ 23 w 127"/>
                  <a:gd name="T87" fmla="*/ 1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7" h="166">
                    <a:moveTo>
                      <a:pt x="67" y="99"/>
                    </a:move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8"/>
                      <a:pt x="66" y="96"/>
                      <a:pt x="66" y="95"/>
                    </a:cubicBezTo>
                    <a:cubicBezTo>
                      <a:pt x="66" y="95"/>
                      <a:pt x="67" y="94"/>
                      <a:pt x="67" y="94"/>
                    </a:cubicBezTo>
                    <a:cubicBezTo>
                      <a:pt x="68" y="93"/>
                      <a:pt x="69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8" y="115"/>
                      <a:pt x="78" y="116"/>
                      <a:pt x="77" y="116"/>
                    </a:cubicBezTo>
                    <a:cubicBezTo>
                      <a:pt x="77" y="116"/>
                      <a:pt x="77" y="116"/>
                      <a:pt x="77" y="116"/>
                    </a:cubicBezTo>
                    <a:cubicBezTo>
                      <a:pt x="75" y="116"/>
                      <a:pt x="74" y="114"/>
                      <a:pt x="73" y="112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1" y="113"/>
                      <a:pt x="71" y="113"/>
                      <a:pt x="71" y="113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7" y="159"/>
                      <a:pt x="91" y="166"/>
                      <a:pt x="102" y="166"/>
                    </a:cubicBezTo>
                    <a:cubicBezTo>
                      <a:pt x="104" y="166"/>
                      <a:pt x="107" y="165"/>
                      <a:pt x="111" y="164"/>
                    </a:cubicBezTo>
                    <a:cubicBezTo>
                      <a:pt x="123" y="161"/>
                      <a:pt x="127" y="155"/>
                      <a:pt x="127" y="147"/>
                    </a:cubicBezTo>
                    <a:cubicBezTo>
                      <a:pt x="127" y="144"/>
                      <a:pt x="126" y="141"/>
                      <a:pt x="125" y="137"/>
                    </a:cubicBezTo>
                    <a:cubicBezTo>
                      <a:pt x="120" y="119"/>
                      <a:pt x="120" y="119"/>
                      <a:pt x="120" y="119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8" y="121"/>
                      <a:pt x="118" y="122"/>
                      <a:pt x="118" y="123"/>
                    </a:cubicBezTo>
                    <a:cubicBezTo>
                      <a:pt x="118" y="125"/>
                      <a:pt x="117" y="126"/>
                      <a:pt x="114" y="127"/>
                    </a:cubicBezTo>
                    <a:cubicBezTo>
                      <a:pt x="88" y="134"/>
                      <a:pt x="88" y="134"/>
                      <a:pt x="88" y="134"/>
                    </a:cubicBezTo>
                    <a:cubicBezTo>
                      <a:pt x="87" y="135"/>
                      <a:pt x="86" y="135"/>
                      <a:pt x="85" y="135"/>
                    </a:cubicBezTo>
                    <a:cubicBezTo>
                      <a:pt x="83" y="135"/>
                      <a:pt x="82" y="134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8"/>
                      <a:pt x="80" y="127"/>
                      <a:pt x="80" y="126"/>
                    </a:cubicBezTo>
                    <a:cubicBezTo>
                      <a:pt x="80" y="124"/>
                      <a:pt x="81" y="122"/>
                      <a:pt x="83" y="120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69" y="89"/>
                      <a:pt x="69" y="89"/>
                      <a:pt x="68" y="89"/>
                    </a:cubicBezTo>
                    <a:cubicBezTo>
                      <a:pt x="64" y="89"/>
                      <a:pt x="62" y="88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2"/>
                      <a:pt x="59" y="80"/>
                      <a:pt x="59" y="78"/>
                    </a:cubicBezTo>
                    <a:cubicBezTo>
                      <a:pt x="59" y="77"/>
                      <a:pt x="59" y="75"/>
                      <a:pt x="60" y="7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5" y="56"/>
                      <a:pt x="88" y="57"/>
                      <a:pt x="91" y="61"/>
                    </a:cubicBezTo>
                    <a:cubicBezTo>
                      <a:pt x="91" y="62"/>
                      <a:pt x="91" y="62"/>
                      <a:pt x="91" y="62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9"/>
                      <a:pt x="83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2" y="51"/>
                      <a:pt x="82" y="51"/>
                    </a:cubicBezTo>
                    <a:cubicBezTo>
                      <a:pt x="81" y="51"/>
                      <a:pt x="80" y="51"/>
                      <a:pt x="79" y="51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3" y="41"/>
                      <a:pt x="74" y="41"/>
                      <a:pt x="75" y="41"/>
                    </a:cubicBezTo>
                    <a:cubicBezTo>
                      <a:pt x="76" y="41"/>
                      <a:pt x="77" y="41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9" y="30"/>
                      <a:pt x="70" y="31"/>
                      <a:pt x="70" y="32"/>
                    </a:cubicBezTo>
                    <a:cubicBezTo>
                      <a:pt x="70" y="33"/>
                      <a:pt x="69" y="34"/>
                      <a:pt x="67" y="36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52"/>
                      <a:pt x="42" y="52"/>
                      <a:pt x="41" y="52"/>
                    </a:cubicBezTo>
                    <a:cubicBezTo>
                      <a:pt x="39" y="52"/>
                      <a:pt x="38" y="51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46"/>
                      <a:pt x="34" y="45"/>
                      <a:pt x="34" y="43"/>
                    </a:cubicBezTo>
                    <a:cubicBezTo>
                      <a:pt x="34" y="42"/>
                      <a:pt x="34" y="40"/>
                      <a:pt x="35" y="3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8" y="15"/>
                      <a:pt x="7" y="15"/>
                    </a:cubicBezTo>
                    <a:cubicBezTo>
                      <a:pt x="5" y="15"/>
                      <a:pt x="4" y="14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2"/>
                      <a:pt x="11" y="21"/>
                      <a:pt x="11" y="20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5"/>
                      <a:pt x="28" y="36"/>
                      <a:pt x="28" y="36"/>
                    </a:cubicBezTo>
                    <a:cubicBezTo>
                      <a:pt x="28" y="37"/>
                      <a:pt x="27" y="37"/>
                      <a:pt x="27" y="37"/>
                    </a:cubicBezTo>
                    <a:cubicBezTo>
                      <a:pt x="26" y="37"/>
                      <a:pt x="24" y="35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3"/>
                      <a:pt x="46" y="62"/>
                      <a:pt x="46" y="61"/>
                    </a:cubicBezTo>
                    <a:cubicBezTo>
                      <a:pt x="46" y="60"/>
                      <a:pt x="47" y="59"/>
                      <a:pt x="49" y="57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9"/>
                      <a:pt x="53" y="70"/>
                      <a:pt x="53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1" y="70"/>
                      <a:pt x="50" y="69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6" y="100"/>
                      <a:pt x="66" y="100"/>
                      <a:pt x="66" y="100"/>
                    </a:cubicBezTo>
                    <a:lnTo>
                      <a:pt x="67" y="99"/>
                    </a:lnTo>
                    <a:close/>
                    <a:moveTo>
                      <a:pt x="90" y="142"/>
                    </a:move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7" y="134"/>
                      <a:pt x="118" y="134"/>
                      <a:pt x="119" y="134"/>
                    </a:cubicBezTo>
                    <a:cubicBezTo>
                      <a:pt x="120" y="134"/>
                      <a:pt x="121" y="135"/>
                      <a:pt x="122" y="138"/>
                    </a:cubicBezTo>
                    <a:cubicBezTo>
                      <a:pt x="122" y="140"/>
                      <a:pt x="123" y="142"/>
                      <a:pt x="123" y="144"/>
                    </a:cubicBezTo>
                    <a:cubicBezTo>
                      <a:pt x="123" y="151"/>
                      <a:pt x="117" y="154"/>
                      <a:pt x="109" y="156"/>
                    </a:cubicBezTo>
                    <a:cubicBezTo>
                      <a:pt x="105" y="157"/>
                      <a:pt x="102" y="158"/>
                      <a:pt x="99" y="158"/>
                    </a:cubicBezTo>
                    <a:cubicBezTo>
                      <a:pt x="93" y="158"/>
                      <a:pt x="90" y="155"/>
                      <a:pt x="88" y="147"/>
                    </a:cubicBezTo>
                    <a:cubicBezTo>
                      <a:pt x="87" y="146"/>
                      <a:pt x="87" y="146"/>
                      <a:pt x="87" y="145"/>
                    </a:cubicBezTo>
                    <a:cubicBezTo>
                      <a:pt x="87" y="143"/>
                      <a:pt x="88" y="143"/>
                      <a:pt x="90" y="142"/>
                    </a:cubicBezTo>
                    <a:moveTo>
                      <a:pt x="100" y="92"/>
                    </a:moveTo>
                    <a:cubicBezTo>
                      <a:pt x="86" y="107"/>
                      <a:pt x="86" y="107"/>
                      <a:pt x="86" y="107"/>
                    </a:cubicBezTo>
                    <a:cubicBezTo>
                      <a:pt x="80" y="93"/>
                      <a:pt x="80" y="93"/>
                      <a:pt x="80" y="93"/>
                    </a:cubicBezTo>
                    <a:lnTo>
                      <a:pt x="100" y="92"/>
                    </a:lnTo>
                    <a:close/>
                    <a:moveTo>
                      <a:pt x="23" y="14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34" y="25"/>
                      <a:pt x="34" y="25"/>
                      <a:pt x="34" y="25"/>
                    </a:cubicBezTo>
                    <a:lnTo>
                      <a:pt x="2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2" name="Freeform 90">
                <a:extLst>
                  <a:ext uri="{FF2B5EF4-FFF2-40B4-BE49-F238E27FC236}">
                    <a16:creationId xmlns:a16="http://schemas.microsoft.com/office/drawing/2014/main" id="{78B58580-3BFA-4B0F-98A5-5738F9EE090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0" y="7722"/>
                <a:ext cx="35" cy="30"/>
              </a:xfrm>
              <a:custGeom>
                <a:avLst/>
                <a:gdLst>
                  <a:gd name="T0" fmla="*/ 6 w 47"/>
                  <a:gd name="T1" fmla="*/ 11 h 40"/>
                  <a:gd name="T2" fmla="*/ 2 w 47"/>
                  <a:gd name="T3" fmla="*/ 6 h 40"/>
                  <a:gd name="T4" fmla="*/ 2 w 47"/>
                  <a:gd name="T5" fmla="*/ 5 h 40"/>
                  <a:gd name="T6" fmla="*/ 2 w 47"/>
                  <a:gd name="T7" fmla="*/ 5 h 40"/>
                  <a:gd name="T8" fmla="*/ 0 w 47"/>
                  <a:gd name="T9" fmla="*/ 6 h 40"/>
                  <a:gd name="T10" fmla="*/ 5 w 47"/>
                  <a:gd name="T11" fmla="*/ 40 h 40"/>
                  <a:gd name="T12" fmla="*/ 15 w 47"/>
                  <a:gd name="T13" fmla="*/ 39 h 40"/>
                  <a:gd name="T14" fmla="*/ 14 w 47"/>
                  <a:gd name="T15" fmla="*/ 36 h 40"/>
                  <a:gd name="T16" fmla="*/ 14 w 47"/>
                  <a:gd name="T17" fmla="*/ 36 h 40"/>
                  <a:gd name="T18" fmla="*/ 13 w 47"/>
                  <a:gd name="T19" fmla="*/ 36 h 40"/>
                  <a:gd name="T20" fmla="*/ 7 w 47"/>
                  <a:gd name="T21" fmla="*/ 29 h 40"/>
                  <a:gd name="T22" fmla="*/ 6 w 47"/>
                  <a:gd name="T23" fmla="*/ 23 h 40"/>
                  <a:gd name="T24" fmla="*/ 6 w 47"/>
                  <a:gd name="T25" fmla="*/ 21 h 40"/>
                  <a:gd name="T26" fmla="*/ 10 w 47"/>
                  <a:gd name="T27" fmla="*/ 18 h 40"/>
                  <a:gd name="T28" fmla="*/ 22 w 47"/>
                  <a:gd name="T29" fmla="*/ 17 h 40"/>
                  <a:gd name="T30" fmla="*/ 24 w 47"/>
                  <a:gd name="T31" fmla="*/ 25 h 40"/>
                  <a:gd name="T32" fmla="*/ 24 w 47"/>
                  <a:gd name="T33" fmla="*/ 27 h 40"/>
                  <a:gd name="T34" fmla="*/ 19 w 47"/>
                  <a:gd name="T35" fmla="*/ 31 h 40"/>
                  <a:gd name="T36" fmla="*/ 19 w 47"/>
                  <a:gd name="T37" fmla="*/ 31 h 40"/>
                  <a:gd name="T38" fmla="*/ 20 w 47"/>
                  <a:gd name="T39" fmla="*/ 33 h 40"/>
                  <a:gd name="T40" fmla="*/ 33 w 47"/>
                  <a:gd name="T41" fmla="*/ 31 h 40"/>
                  <a:gd name="T42" fmla="*/ 32 w 47"/>
                  <a:gd name="T43" fmla="*/ 29 h 40"/>
                  <a:gd name="T44" fmla="*/ 32 w 47"/>
                  <a:gd name="T45" fmla="*/ 29 h 40"/>
                  <a:gd name="T46" fmla="*/ 30 w 47"/>
                  <a:gd name="T47" fmla="*/ 29 h 40"/>
                  <a:gd name="T48" fmla="*/ 27 w 47"/>
                  <a:gd name="T49" fmla="*/ 25 h 40"/>
                  <a:gd name="T50" fmla="*/ 25 w 47"/>
                  <a:gd name="T51" fmla="*/ 16 h 40"/>
                  <a:gd name="T52" fmla="*/ 36 w 47"/>
                  <a:gd name="T53" fmla="*/ 14 h 40"/>
                  <a:gd name="T54" fmla="*/ 38 w 47"/>
                  <a:gd name="T55" fmla="*/ 14 h 40"/>
                  <a:gd name="T56" fmla="*/ 41 w 47"/>
                  <a:gd name="T57" fmla="*/ 18 h 40"/>
                  <a:gd name="T58" fmla="*/ 42 w 47"/>
                  <a:gd name="T59" fmla="*/ 22 h 40"/>
                  <a:gd name="T60" fmla="*/ 42 w 47"/>
                  <a:gd name="T61" fmla="*/ 25 h 40"/>
                  <a:gd name="T62" fmla="*/ 37 w 47"/>
                  <a:gd name="T63" fmla="*/ 32 h 40"/>
                  <a:gd name="T64" fmla="*/ 37 w 47"/>
                  <a:gd name="T65" fmla="*/ 32 h 40"/>
                  <a:gd name="T66" fmla="*/ 37 w 47"/>
                  <a:gd name="T67" fmla="*/ 34 h 40"/>
                  <a:gd name="T68" fmla="*/ 47 w 47"/>
                  <a:gd name="T69" fmla="*/ 32 h 40"/>
                  <a:gd name="T70" fmla="*/ 42 w 47"/>
                  <a:gd name="T71" fmla="*/ 0 h 40"/>
                  <a:gd name="T72" fmla="*/ 40 w 47"/>
                  <a:gd name="T73" fmla="*/ 0 h 40"/>
                  <a:gd name="T74" fmla="*/ 40 w 47"/>
                  <a:gd name="T75" fmla="*/ 0 h 40"/>
                  <a:gd name="T76" fmla="*/ 40 w 47"/>
                  <a:gd name="T77" fmla="*/ 3 h 40"/>
                  <a:gd name="T78" fmla="*/ 35 w 47"/>
                  <a:gd name="T79" fmla="*/ 6 h 40"/>
                  <a:gd name="T80" fmla="*/ 8 w 47"/>
                  <a:gd name="T81" fmla="*/ 10 h 40"/>
                  <a:gd name="T82" fmla="*/ 6 w 47"/>
                  <a:gd name="T83" fmla="*/ 1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6" y="11"/>
                    </a:moveTo>
                    <a:cubicBezTo>
                      <a:pt x="3" y="11"/>
                      <a:pt x="3" y="10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3" y="36"/>
                    </a:cubicBezTo>
                    <a:cubicBezTo>
                      <a:pt x="10" y="36"/>
                      <a:pt x="8" y="35"/>
                      <a:pt x="7" y="29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9"/>
                      <a:pt x="6" y="19"/>
                      <a:pt x="10" y="1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7"/>
                      <a:pt x="24" y="27"/>
                    </a:cubicBezTo>
                    <a:cubicBezTo>
                      <a:pt x="24" y="30"/>
                      <a:pt x="23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9"/>
                      <a:pt x="31" y="29"/>
                      <a:pt x="30" y="29"/>
                    </a:cubicBezTo>
                    <a:cubicBezTo>
                      <a:pt x="28" y="29"/>
                      <a:pt x="27" y="28"/>
                      <a:pt x="27" y="2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8" y="14"/>
                    </a:cubicBezTo>
                    <a:cubicBezTo>
                      <a:pt x="40" y="14"/>
                      <a:pt x="41" y="15"/>
                      <a:pt x="41" y="18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4"/>
                      <a:pt x="42" y="25"/>
                    </a:cubicBezTo>
                    <a:cubicBezTo>
                      <a:pt x="42" y="30"/>
                      <a:pt x="40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40" y="2"/>
                      <a:pt x="40" y="3"/>
                    </a:cubicBezTo>
                    <a:cubicBezTo>
                      <a:pt x="40" y="5"/>
                      <a:pt x="39" y="6"/>
                      <a:pt x="35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3" name="Freeform 91">
                <a:extLst>
                  <a:ext uri="{FF2B5EF4-FFF2-40B4-BE49-F238E27FC236}">
                    <a16:creationId xmlns:a16="http://schemas.microsoft.com/office/drawing/2014/main" id="{820FE83E-E279-4B7A-A094-1496F6D0F9A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4" y="7759"/>
                <a:ext cx="32" cy="44"/>
              </a:xfrm>
              <a:custGeom>
                <a:avLst/>
                <a:gdLst>
                  <a:gd name="T0" fmla="*/ 36 w 43"/>
                  <a:gd name="T1" fmla="*/ 7 h 59"/>
                  <a:gd name="T2" fmla="*/ 35 w 43"/>
                  <a:gd name="T3" fmla="*/ 7 h 59"/>
                  <a:gd name="T4" fmla="*/ 8 w 43"/>
                  <a:gd name="T5" fmla="*/ 6 h 59"/>
                  <a:gd name="T6" fmla="*/ 3 w 43"/>
                  <a:gd name="T7" fmla="*/ 1 h 59"/>
                  <a:gd name="T8" fmla="*/ 3 w 43"/>
                  <a:gd name="T9" fmla="*/ 1 h 59"/>
                  <a:gd name="T10" fmla="*/ 3 w 43"/>
                  <a:gd name="T11" fmla="*/ 0 h 59"/>
                  <a:gd name="T12" fmla="*/ 3 w 43"/>
                  <a:gd name="T13" fmla="*/ 0 h 59"/>
                  <a:gd name="T14" fmla="*/ 1 w 43"/>
                  <a:gd name="T15" fmla="*/ 0 h 59"/>
                  <a:gd name="T16" fmla="*/ 1 w 43"/>
                  <a:gd name="T17" fmla="*/ 0 h 59"/>
                  <a:gd name="T18" fmla="*/ 1 w 43"/>
                  <a:gd name="T19" fmla="*/ 17 h 59"/>
                  <a:gd name="T20" fmla="*/ 3 w 43"/>
                  <a:gd name="T21" fmla="*/ 17 h 59"/>
                  <a:gd name="T22" fmla="*/ 3 w 43"/>
                  <a:gd name="T23" fmla="*/ 17 h 59"/>
                  <a:gd name="T24" fmla="*/ 8 w 43"/>
                  <a:gd name="T25" fmla="*/ 11 h 59"/>
                  <a:gd name="T26" fmla="*/ 8 w 43"/>
                  <a:gd name="T27" fmla="*/ 11 h 59"/>
                  <a:gd name="T28" fmla="*/ 37 w 43"/>
                  <a:gd name="T29" fmla="*/ 11 h 59"/>
                  <a:gd name="T30" fmla="*/ 1 w 43"/>
                  <a:gd name="T31" fmla="*/ 25 h 59"/>
                  <a:gd name="T32" fmla="*/ 1 w 43"/>
                  <a:gd name="T33" fmla="*/ 30 h 59"/>
                  <a:gd name="T34" fmla="*/ 37 w 43"/>
                  <a:gd name="T35" fmla="*/ 45 h 59"/>
                  <a:gd name="T36" fmla="*/ 8 w 43"/>
                  <a:gd name="T37" fmla="*/ 45 h 59"/>
                  <a:gd name="T38" fmla="*/ 2 w 43"/>
                  <a:gd name="T39" fmla="*/ 40 h 59"/>
                  <a:gd name="T40" fmla="*/ 2 w 43"/>
                  <a:gd name="T41" fmla="*/ 39 h 59"/>
                  <a:gd name="T42" fmla="*/ 2 w 43"/>
                  <a:gd name="T43" fmla="*/ 39 h 59"/>
                  <a:gd name="T44" fmla="*/ 1 w 43"/>
                  <a:gd name="T45" fmla="*/ 39 h 59"/>
                  <a:gd name="T46" fmla="*/ 0 w 43"/>
                  <a:gd name="T47" fmla="*/ 58 h 59"/>
                  <a:gd name="T48" fmla="*/ 2 w 43"/>
                  <a:gd name="T49" fmla="*/ 58 h 59"/>
                  <a:gd name="T50" fmla="*/ 2 w 43"/>
                  <a:gd name="T51" fmla="*/ 58 h 59"/>
                  <a:gd name="T52" fmla="*/ 7 w 43"/>
                  <a:gd name="T53" fmla="*/ 52 h 59"/>
                  <a:gd name="T54" fmla="*/ 8 w 43"/>
                  <a:gd name="T55" fmla="*/ 52 h 59"/>
                  <a:gd name="T56" fmla="*/ 35 w 43"/>
                  <a:gd name="T57" fmla="*/ 53 h 59"/>
                  <a:gd name="T58" fmla="*/ 40 w 43"/>
                  <a:gd name="T59" fmla="*/ 58 h 59"/>
                  <a:gd name="T60" fmla="*/ 40 w 43"/>
                  <a:gd name="T61" fmla="*/ 58 h 59"/>
                  <a:gd name="T62" fmla="*/ 40 w 43"/>
                  <a:gd name="T63" fmla="*/ 59 h 59"/>
                  <a:gd name="T64" fmla="*/ 42 w 43"/>
                  <a:gd name="T65" fmla="*/ 59 h 59"/>
                  <a:gd name="T66" fmla="*/ 42 w 43"/>
                  <a:gd name="T67" fmla="*/ 43 h 59"/>
                  <a:gd name="T68" fmla="*/ 9 w 43"/>
                  <a:gd name="T69" fmla="*/ 29 h 59"/>
                  <a:gd name="T70" fmla="*/ 43 w 43"/>
                  <a:gd name="T71" fmla="*/ 16 h 59"/>
                  <a:gd name="T72" fmla="*/ 43 w 43"/>
                  <a:gd name="T73" fmla="*/ 1 h 59"/>
                  <a:gd name="T74" fmla="*/ 41 w 43"/>
                  <a:gd name="T75" fmla="*/ 1 h 59"/>
                  <a:gd name="T76" fmla="*/ 41 w 43"/>
                  <a:gd name="T77" fmla="*/ 1 h 59"/>
                  <a:gd name="T78" fmla="*/ 36 w 43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9">
                    <a:moveTo>
                      <a:pt x="36" y="7"/>
                    </a:moveTo>
                    <a:cubicBezTo>
                      <a:pt x="35" y="7"/>
                      <a:pt x="35" y="7"/>
                      <a:pt x="35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3" y="5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2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3" y="45"/>
                      <a:pt x="3" y="44"/>
                      <a:pt x="2" y="40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3"/>
                      <a:pt x="3" y="52"/>
                      <a:pt x="7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9" y="53"/>
                      <a:pt x="40" y="54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6"/>
                      <a:pt x="40" y="7"/>
                      <a:pt x="36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4" name="Freeform 92">
                <a:extLst>
                  <a:ext uri="{FF2B5EF4-FFF2-40B4-BE49-F238E27FC236}">
                    <a16:creationId xmlns:a16="http://schemas.microsoft.com/office/drawing/2014/main" id="{1463D9C8-4B16-4373-9047-D27F3CD98F2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2" y="7809"/>
                <a:ext cx="32" cy="20"/>
              </a:xfrm>
              <a:custGeom>
                <a:avLst/>
                <a:gdLst>
                  <a:gd name="T0" fmla="*/ 42 w 44"/>
                  <a:gd name="T1" fmla="*/ 6 h 26"/>
                  <a:gd name="T2" fmla="*/ 38 w 44"/>
                  <a:gd name="T3" fmla="*/ 11 h 26"/>
                  <a:gd name="T4" fmla="*/ 36 w 44"/>
                  <a:gd name="T5" fmla="*/ 11 h 26"/>
                  <a:gd name="T6" fmla="*/ 9 w 44"/>
                  <a:gd name="T7" fmla="*/ 7 h 26"/>
                  <a:gd name="T8" fmla="*/ 4 w 44"/>
                  <a:gd name="T9" fmla="*/ 3 h 26"/>
                  <a:gd name="T10" fmla="*/ 4 w 44"/>
                  <a:gd name="T11" fmla="*/ 0 h 26"/>
                  <a:gd name="T12" fmla="*/ 4 w 44"/>
                  <a:gd name="T13" fmla="*/ 0 h 26"/>
                  <a:gd name="T14" fmla="*/ 4 w 44"/>
                  <a:gd name="T15" fmla="*/ 0 h 26"/>
                  <a:gd name="T16" fmla="*/ 2 w 44"/>
                  <a:gd name="T17" fmla="*/ 0 h 26"/>
                  <a:gd name="T18" fmla="*/ 0 w 44"/>
                  <a:gd name="T19" fmla="*/ 19 h 26"/>
                  <a:gd name="T20" fmla="*/ 1 w 44"/>
                  <a:gd name="T21" fmla="*/ 20 h 26"/>
                  <a:gd name="T22" fmla="*/ 2 w 44"/>
                  <a:gd name="T23" fmla="*/ 20 h 26"/>
                  <a:gd name="T24" fmla="*/ 5 w 44"/>
                  <a:gd name="T25" fmla="*/ 14 h 26"/>
                  <a:gd name="T26" fmla="*/ 8 w 44"/>
                  <a:gd name="T27" fmla="*/ 15 h 26"/>
                  <a:gd name="T28" fmla="*/ 34 w 44"/>
                  <a:gd name="T29" fmla="*/ 19 h 26"/>
                  <a:gd name="T30" fmla="*/ 39 w 44"/>
                  <a:gd name="T31" fmla="*/ 23 h 26"/>
                  <a:gd name="T32" fmla="*/ 39 w 44"/>
                  <a:gd name="T33" fmla="*/ 25 h 26"/>
                  <a:gd name="T34" fmla="*/ 39 w 44"/>
                  <a:gd name="T35" fmla="*/ 25 h 26"/>
                  <a:gd name="T36" fmla="*/ 41 w 44"/>
                  <a:gd name="T37" fmla="*/ 26 h 26"/>
                  <a:gd name="T38" fmla="*/ 44 w 44"/>
                  <a:gd name="T39" fmla="*/ 6 h 26"/>
                  <a:gd name="T40" fmla="*/ 42 w 44"/>
                  <a:gd name="T4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6">
                    <a:moveTo>
                      <a:pt x="42" y="6"/>
                    </a:moveTo>
                    <a:cubicBezTo>
                      <a:pt x="41" y="10"/>
                      <a:pt x="41" y="11"/>
                      <a:pt x="38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4" y="5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8" y="19"/>
                      <a:pt x="39" y="20"/>
                      <a:pt x="39" y="23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6"/>
                      <a:pt x="42" y="6"/>
                      <a:pt x="4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5" name="Freeform 93">
                <a:extLst>
                  <a:ext uri="{FF2B5EF4-FFF2-40B4-BE49-F238E27FC236}">
                    <a16:creationId xmlns:a16="http://schemas.microsoft.com/office/drawing/2014/main" id="{28EF197D-3667-4577-93FE-40D8E861E58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44" y="7830"/>
                <a:ext cx="37" cy="32"/>
              </a:xfrm>
              <a:custGeom>
                <a:avLst/>
                <a:gdLst>
                  <a:gd name="T0" fmla="*/ 47 w 49"/>
                  <a:gd name="T1" fmla="*/ 11 h 43"/>
                  <a:gd name="T2" fmla="*/ 43 w 49"/>
                  <a:gd name="T3" fmla="*/ 15 h 43"/>
                  <a:gd name="T4" fmla="*/ 40 w 49"/>
                  <a:gd name="T5" fmla="*/ 15 h 43"/>
                  <a:gd name="T6" fmla="*/ 14 w 49"/>
                  <a:gd name="T7" fmla="*/ 8 h 43"/>
                  <a:gd name="T8" fmla="*/ 10 w 49"/>
                  <a:gd name="T9" fmla="*/ 4 h 43"/>
                  <a:gd name="T10" fmla="*/ 10 w 49"/>
                  <a:gd name="T11" fmla="*/ 1 h 43"/>
                  <a:gd name="T12" fmla="*/ 10 w 49"/>
                  <a:gd name="T13" fmla="*/ 1 h 43"/>
                  <a:gd name="T14" fmla="*/ 10 w 49"/>
                  <a:gd name="T15" fmla="*/ 1 h 43"/>
                  <a:gd name="T16" fmla="*/ 8 w 49"/>
                  <a:gd name="T17" fmla="*/ 0 h 43"/>
                  <a:gd name="T18" fmla="*/ 0 w 49"/>
                  <a:gd name="T19" fmla="*/ 33 h 43"/>
                  <a:gd name="T20" fmla="*/ 9 w 49"/>
                  <a:gd name="T21" fmla="*/ 36 h 43"/>
                  <a:gd name="T22" fmla="*/ 9 w 49"/>
                  <a:gd name="T23" fmla="*/ 34 h 43"/>
                  <a:gd name="T24" fmla="*/ 9 w 49"/>
                  <a:gd name="T25" fmla="*/ 34 h 43"/>
                  <a:gd name="T26" fmla="*/ 5 w 49"/>
                  <a:gd name="T27" fmla="*/ 28 h 43"/>
                  <a:gd name="T28" fmla="*/ 5 w 49"/>
                  <a:gd name="T29" fmla="*/ 25 h 43"/>
                  <a:gd name="T30" fmla="*/ 7 w 49"/>
                  <a:gd name="T31" fmla="*/ 18 h 43"/>
                  <a:gd name="T32" fmla="*/ 9 w 49"/>
                  <a:gd name="T33" fmla="*/ 15 h 43"/>
                  <a:gd name="T34" fmla="*/ 12 w 49"/>
                  <a:gd name="T35" fmla="*/ 16 h 43"/>
                  <a:gd name="T36" fmla="*/ 24 w 49"/>
                  <a:gd name="T37" fmla="*/ 19 h 43"/>
                  <a:gd name="T38" fmla="*/ 22 w 49"/>
                  <a:gd name="T39" fmla="*/ 27 h 43"/>
                  <a:gd name="T40" fmla="*/ 19 w 49"/>
                  <a:gd name="T41" fmla="*/ 31 h 43"/>
                  <a:gd name="T42" fmla="*/ 16 w 49"/>
                  <a:gd name="T43" fmla="*/ 31 h 43"/>
                  <a:gd name="T44" fmla="*/ 16 w 49"/>
                  <a:gd name="T45" fmla="*/ 31 h 43"/>
                  <a:gd name="T46" fmla="*/ 15 w 49"/>
                  <a:gd name="T47" fmla="*/ 33 h 43"/>
                  <a:gd name="T48" fmla="*/ 28 w 49"/>
                  <a:gd name="T49" fmla="*/ 37 h 43"/>
                  <a:gd name="T50" fmla="*/ 29 w 49"/>
                  <a:gd name="T51" fmla="*/ 34 h 43"/>
                  <a:gd name="T52" fmla="*/ 29 w 49"/>
                  <a:gd name="T53" fmla="*/ 34 h 43"/>
                  <a:gd name="T54" fmla="*/ 25 w 49"/>
                  <a:gd name="T55" fmla="*/ 31 h 43"/>
                  <a:gd name="T56" fmla="*/ 25 w 49"/>
                  <a:gd name="T57" fmla="*/ 28 h 43"/>
                  <a:gd name="T58" fmla="*/ 27 w 49"/>
                  <a:gd name="T59" fmla="*/ 20 h 43"/>
                  <a:gd name="T60" fmla="*/ 38 w 49"/>
                  <a:gd name="T61" fmla="*/ 22 h 43"/>
                  <a:gd name="T62" fmla="*/ 41 w 49"/>
                  <a:gd name="T63" fmla="*/ 25 h 43"/>
                  <a:gd name="T64" fmla="*/ 41 w 49"/>
                  <a:gd name="T65" fmla="*/ 27 h 43"/>
                  <a:gd name="T66" fmla="*/ 40 w 49"/>
                  <a:gd name="T67" fmla="*/ 32 h 43"/>
                  <a:gd name="T68" fmla="*/ 34 w 49"/>
                  <a:gd name="T69" fmla="*/ 39 h 43"/>
                  <a:gd name="T70" fmla="*/ 32 w 49"/>
                  <a:gd name="T71" fmla="*/ 39 h 43"/>
                  <a:gd name="T72" fmla="*/ 32 w 49"/>
                  <a:gd name="T73" fmla="*/ 38 h 43"/>
                  <a:gd name="T74" fmla="*/ 31 w 49"/>
                  <a:gd name="T75" fmla="*/ 41 h 43"/>
                  <a:gd name="T76" fmla="*/ 40 w 49"/>
                  <a:gd name="T77" fmla="*/ 43 h 43"/>
                  <a:gd name="T78" fmla="*/ 49 w 49"/>
                  <a:gd name="T79" fmla="*/ 11 h 43"/>
                  <a:gd name="T80" fmla="*/ 47 w 49"/>
                  <a:gd name="T81" fmla="*/ 10 h 43"/>
                  <a:gd name="T82" fmla="*/ 47 w 49"/>
                  <a:gd name="T83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9" h="43">
                    <a:moveTo>
                      <a:pt x="47" y="11"/>
                    </a:moveTo>
                    <a:cubicBezTo>
                      <a:pt x="46" y="14"/>
                      <a:pt x="45" y="15"/>
                      <a:pt x="43" y="15"/>
                    </a:cubicBezTo>
                    <a:cubicBezTo>
                      <a:pt x="42" y="15"/>
                      <a:pt x="41" y="15"/>
                      <a:pt x="40" y="1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7"/>
                      <a:pt x="10" y="6"/>
                      <a:pt x="10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3"/>
                      <a:pt x="5" y="31"/>
                      <a:pt x="5" y="28"/>
                    </a:cubicBezTo>
                    <a:cubicBezTo>
                      <a:pt x="5" y="27"/>
                      <a:pt x="5" y="26"/>
                      <a:pt x="5" y="2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6"/>
                      <a:pt x="8" y="15"/>
                      <a:pt x="9" y="15"/>
                    </a:cubicBezTo>
                    <a:cubicBezTo>
                      <a:pt x="10" y="15"/>
                      <a:pt x="11" y="15"/>
                      <a:pt x="12" y="16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31"/>
                      <a:pt x="20" y="31"/>
                      <a:pt x="19" y="31"/>
                    </a:cubicBezTo>
                    <a:cubicBezTo>
                      <a:pt x="18" y="31"/>
                      <a:pt x="17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6" y="33"/>
                      <a:pt x="25" y="33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8"/>
                      <a:pt x="36" y="39"/>
                      <a:pt x="34" y="39"/>
                    </a:cubicBezTo>
                    <a:cubicBezTo>
                      <a:pt x="33" y="39"/>
                      <a:pt x="33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10"/>
                      <a:pt x="47" y="10"/>
                      <a:pt x="47" y="10"/>
                    </a:cubicBezTo>
                    <a:lnTo>
                      <a:pt x="4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6" name="Freeform 94">
                <a:extLst>
                  <a:ext uri="{FF2B5EF4-FFF2-40B4-BE49-F238E27FC236}">
                    <a16:creationId xmlns:a16="http://schemas.microsoft.com/office/drawing/2014/main" id="{1E347D0A-C0DA-45AB-9447-7BCF86C97BF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30" y="7861"/>
                <a:ext cx="40" cy="45"/>
              </a:xfrm>
              <a:custGeom>
                <a:avLst/>
                <a:gdLst>
                  <a:gd name="T0" fmla="*/ 54 w 54"/>
                  <a:gd name="T1" fmla="*/ 17 h 59"/>
                  <a:gd name="T2" fmla="*/ 53 w 54"/>
                  <a:gd name="T3" fmla="*/ 16 h 59"/>
                  <a:gd name="T4" fmla="*/ 53 w 54"/>
                  <a:gd name="T5" fmla="*/ 17 h 59"/>
                  <a:gd name="T6" fmla="*/ 49 w 54"/>
                  <a:gd name="T7" fmla="*/ 21 h 59"/>
                  <a:gd name="T8" fmla="*/ 45 w 54"/>
                  <a:gd name="T9" fmla="*/ 20 h 59"/>
                  <a:gd name="T10" fmla="*/ 21 w 54"/>
                  <a:gd name="T11" fmla="*/ 9 h 59"/>
                  <a:gd name="T12" fmla="*/ 17 w 54"/>
                  <a:gd name="T13" fmla="*/ 5 h 59"/>
                  <a:gd name="T14" fmla="*/ 18 w 54"/>
                  <a:gd name="T15" fmla="*/ 1 h 59"/>
                  <a:gd name="T16" fmla="*/ 18 w 54"/>
                  <a:gd name="T17" fmla="*/ 1 h 59"/>
                  <a:gd name="T18" fmla="*/ 18 w 54"/>
                  <a:gd name="T19" fmla="*/ 1 h 59"/>
                  <a:gd name="T20" fmla="*/ 16 w 54"/>
                  <a:gd name="T21" fmla="*/ 0 h 59"/>
                  <a:gd name="T22" fmla="*/ 9 w 54"/>
                  <a:gd name="T23" fmla="*/ 16 h 59"/>
                  <a:gd name="T24" fmla="*/ 11 w 54"/>
                  <a:gd name="T25" fmla="*/ 17 h 59"/>
                  <a:gd name="T26" fmla="*/ 11 w 54"/>
                  <a:gd name="T27" fmla="*/ 16 h 59"/>
                  <a:gd name="T28" fmla="*/ 15 w 54"/>
                  <a:gd name="T29" fmla="*/ 12 h 59"/>
                  <a:gd name="T30" fmla="*/ 19 w 54"/>
                  <a:gd name="T31" fmla="*/ 13 h 59"/>
                  <a:gd name="T32" fmla="*/ 44 w 54"/>
                  <a:gd name="T33" fmla="*/ 24 h 59"/>
                  <a:gd name="T34" fmla="*/ 3 w 54"/>
                  <a:gd name="T35" fmla="*/ 31 h 59"/>
                  <a:gd name="T36" fmla="*/ 0 w 54"/>
                  <a:gd name="T37" fmla="*/ 37 h 59"/>
                  <a:gd name="T38" fmla="*/ 32 w 54"/>
                  <a:gd name="T39" fmla="*/ 51 h 59"/>
                  <a:gd name="T40" fmla="*/ 36 w 54"/>
                  <a:gd name="T41" fmla="*/ 55 h 59"/>
                  <a:gd name="T42" fmla="*/ 34 w 54"/>
                  <a:gd name="T43" fmla="*/ 58 h 59"/>
                  <a:gd name="T44" fmla="*/ 34 w 54"/>
                  <a:gd name="T45" fmla="*/ 59 h 59"/>
                  <a:gd name="T46" fmla="*/ 36 w 54"/>
                  <a:gd name="T47" fmla="*/ 59 h 59"/>
                  <a:gd name="T48" fmla="*/ 43 w 54"/>
                  <a:gd name="T49" fmla="*/ 44 h 59"/>
                  <a:gd name="T50" fmla="*/ 41 w 54"/>
                  <a:gd name="T51" fmla="*/ 43 h 59"/>
                  <a:gd name="T52" fmla="*/ 41 w 54"/>
                  <a:gd name="T53" fmla="*/ 44 h 59"/>
                  <a:gd name="T54" fmla="*/ 37 w 54"/>
                  <a:gd name="T55" fmla="*/ 48 h 59"/>
                  <a:gd name="T56" fmla="*/ 33 w 54"/>
                  <a:gd name="T57" fmla="*/ 47 h 59"/>
                  <a:gd name="T58" fmla="*/ 10 w 54"/>
                  <a:gd name="T59" fmla="*/ 37 h 59"/>
                  <a:gd name="T60" fmla="*/ 49 w 54"/>
                  <a:gd name="T61" fmla="*/ 30 h 59"/>
                  <a:gd name="T62" fmla="*/ 54 w 54"/>
                  <a:gd name="T6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59">
                    <a:moveTo>
                      <a:pt x="54" y="17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1" y="19"/>
                      <a:pt x="50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8"/>
                      <a:pt x="17" y="7"/>
                      <a:pt x="17" y="5"/>
                    </a:cubicBezTo>
                    <a:cubicBezTo>
                      <a:pt x="17" y="4"/>
                      <a:pt x="17" y="3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3"/>
                      <a:pt x="13" y="12"/>
                      <a:pt x="15" y="12"/>
                    </a:cubicBezTo>
                    <a:cubicBezTo>
                      <a:pt x="16" y="12"/>
                      <a:pt x="17" y="13"/>
                      <a:pt x="19" y="1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4" y="52"/>
                      <a:pt x="36" y="53"/>
                      <a:pt x="36" y="55"/>
                    </a:cubicBezTo>
                    <a:cubicBezTo>
                      <a:pt x="36" y="56"/>
                      <a:pt x="35" y="57"/>
                      <a:pt x="34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7"/>
                      <a:pt x="39" y="48"/>
                      <a:pt x="37" y="48"/>
                    </a:cubicBezTo>
                    <a:cubicBezTo>
                      <a:pt x="36" y="48"/>
                      <a:pt x="35" y="47"/>
                      <a:pt x="33" y="4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5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7" name="Freeform 95">
                <a:extLst>
                  <a:ext uri="{FF2B5EF4-FFF2-40B4-BE49-F238E27FC236}">
                    <a16:creationId xmlns:a16="http://schemas.microsoft.com/office/drawing/2014/main" id="{3F4FAAF7-1918-4C25-8B17-1845336210F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45" y="7603"/>
                <a:ext cx="83" cy="79"/>
              </a:xfrm>
              <a:custGeom>
                <a:avLst/>
                <a:gdLst>
                  <a:gd name="T0" fmla="*/ 64 w 112"/>
                  <a:gd name="T1" fmla="*/ 89 h 105"/>
                  <a:gd name="T2" fmla="*/ 93 w 112"/>
                  <a:gd name="T3" fmla="*/ 102 h 105"/>
                  <a:gd name="T4" fmla="*/ 97 w 112"/>
                  <a:gd name="T5" fmla="*/ 97 h 105"/>
                  <a:gd name="T6" fmla="*/ 87 w 112"/>
                  <a:gd name="T7" fmla="*/ 71 h 105"/>
                  <a:gd name="T8" fmla="*/ 88 w 112"/>
                  <a:gd name="T9" fmla="*/ 62 h 105"/>
                  <a:gd name="T10" fmla="*/ 108 w 112"/>
                  <a:gd name="T11" fmla="*/ 46 h 105"/>
                  <a:gd name="T12" fmla="*/ 105 w 112"/>
                  <a:gd name="T13" fmla="*/ 38 h 105"/>
                  <a:gd name="T14" fmla="*/ 81 w 112"/>
                  <a:gd name="T15" fmla="*/ 39 h 105"/>
                  <a:gd name="T16" fmla="*/ 74 w 112"/>
                  <a:gd name="T17" fmla="*/ 33 h 105"/>
                  <a:gd name="T18" fmla="*/ 61 w 112"/>
                  <a:gd name="T19" fmla="*/ 5 h 105"/>
                  <a:gd name="T20" fmla="*/ 53 w 112"/>
                  <a:gd name="T21" fmla="*/ 5 h 105"/>
                  <a:gd name="T22" fmla="*/ 45 w 112"/>
                  <a:gd name="T23" fmla="*/ 31 h 105"/>
                  <a:gd name="T24" fmla="*/ 34 w 112"/>
                  <a:gd name="T25" fmla="*/ 38 h 105"/>
                  <a:gd name="T26" fmla="*/ 6 w 112"/>
                  <a:gd name="T27" fmla="*/ 38 h 105"/>
                  <a:gd name="T28" fmla="*/ 5 w 112"/>
                  <a:gd name="T29" fmla="*/ 47 h 105"/>
                  <a:gd name="T30" fmla="*/ 26 w 112"/>
                  <a:gd name="T31" fmla="*/ 61 h 105"/>
                  <a:gd name="T32" fmla="*/ 30 w 112"/>
                  <a:gd name="T33" fmla="*/ 74 h 105"/>
                  <a:gd name="T34" fmla="*/ 22 w 112"/>
                  <a:gd name="T35" fmla="*/ 98 h 105"/>
                  <a:gd name="T36" fmla="*/ 28 w 112"/>
                  <a:gd name="T37" fmla="*/ 103 h 105"/>
                  <a:gd name="T38" fmla="*/ 52 w 112"/>
                  <a:gd name="T39" fmla="*/ 89 h 105"/>
                  <a:gd name="T40" fmla="*/ 64 w 112"/>
                  <a:gd name="T41" fmla="*/ 89 h 105"/>
                  <a:gd name="T42" fmla="*/ 33 w 112"/>
                  <a:gd name="T43" fmla="*/ 86 h 105"/>
                  <a:gd name="T44" fmla="*/ 40 w 112"/>
                  <a:gd name="T45" fmla="*/ 67 h 105"/>
                  <a:gd name="T46" fmla="*/ 37 w 112"/>
                  <a:gd name="T47" fmla="*/ 59 h 105"/>
                  <a:gd name="T48" fmla="*/ 19 w 112"/>
                  <a:gd name="T49" fmla="*/ 49 h 105"/>
                  <a:gd name="T50" fmla="*/ 20 w 112"/>
                  <a:gd name="T51" fmla="*/ 45 h 105"/>
                  <a:gd name="T52" fmla="*/ 41 w 112"/>
                  <a:gd name="T53" fmla="*/ 46 h 105"/>
                  <a:gd name="T54" fmla="*/ 49 w 112"/>
                  <a:gd name="T55" fmla="*/ 41 h 105"/>
                  <a:gd name="T56" fmla="*/ 55 w 112"/>
                  <a:gd name="T57" fmla="*/ 21 h 105"/>
                  <a:gd name="T58" fmla="*/ 60 w 112"/>
                  <a:gd name="T59" fmla="*/ 20 h 105"/>
                  <a:gd name="T60" fmla="*/ 67 w 112"/>
                  <a:gd name="T61" fmla="*/ 42 h 105"/>
                  <a:gd name="T62" fmla="*/ 73 w 112"/>
                  <a:gd name="T63" fmla="*/ 47 h 105"/>
                  <a:gd name="T64" fmla="*/ 92 w 112"/>
                  <a:gd name="T65" fmla="*/ 45 h 105"/>
                  <a:gd name="T66" fmla="*/ 94 w 112"/>
                  <a:gd name="T67" fmla="*/ 49 h 105"/>
                  <a:gd name="T68" fmla="*/ 78 w 112"/>
                  <a:gd name="T69" fmla="*/ 59 h 105"/>
                  <a:gd name="T70" fmla="*/ 76 w 112"/>
                  <a:gd name="T71" fmla="*/ 67 h 105"/>
                  <a:gd name="T72" fmla="*/ 86 w 112"/>
                  <a:gd name="T73" fmla="*/ 87 h 105"/>
                  <a:gd name="T74" fmla="*/ 83 w 112"/>
                  <a:gd name="T75" fmla="*/ 90 h 105"/>
                  <a:gd name="T76" fmla="*/ 63 w 112"/>
                  <a:gd name="T77" fmla="*/ 77 h 105"/>
                  <a:gd name="T78" fmla="*/ 54 w 112"/>
                  <a:gd name="T79" fmla="*/ 77 h 105"/>
                  <a:gd name="T80" fmla="*/ 37 w 112"/>
                  <a:gd name="T81" fmla="*/ 90 h 105"/>
                  <a:gd name="T82" fmla="*/ 33 w 112"/>
                  <a:gd name="T83" fmla="*/ 8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2" h="105">
                    <a:moveTo>
                      <a:pt x="64" y="89"/>
                    </a:moveTo>
                    <a:cubicBezTo>
                      <a:pt x="93" y="102"/>
                      <a:pt x="93" y="102"/>
                      <a:pt x="93" y="102"/>
                    </a:cubicBezTo>
                    <a:cubicBezTo>
                      <a:pt x="97" y="104"/>
                      <a:pt x="99" y="101"/>
                      <a:pt x="97" y="97"/>
                    </a:cubicBezTo>
                    <a:cubicBezTo>
                      <a:pt x="87" y="71"/>
                      <a:pt x="87" y="71"/>
                      <a:pt x="87" y="71"/>
                    </a:cubicBezTo>
                    <a:cubicBezTo>
                      <a:pt x="85" y="68"/>
                      <a:pt x="85" y="65"/>
                      <a:pt x="88" y="6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12" y="43"/>
                      <a:pt x="111" y="38"/>
                      <a:pt x="105" y="38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7" y="39"/>
                      <a:pt x="75" y="38"/>
                      <a:pt x="74" y="33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0"/>
                      <a:pt x="55" y="0"/>
                      <a:pt x="53" y="5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3" y="35"/>
                      <a:pt x="41" y="37"/>
                      <a:pt x="34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2" y="39"/>
                      <a:pt x="0" y="44"/>
                      <a:pt x="5" y="47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31" y="64"/>
                      <a:pt x="32" y="67"/>
                      <a:pt x="30" y="74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1" y="102"/>
                      <a:pt x="24" y="105"/>
                      <a:pt x="28" y="103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8" y="86"/>
                      <a:pt x="61" y="88"/>
                      <a:pt x="64" y="89"/>
                    </a:cubicBezTo>
                    <a:moveTo>
                      <a:pt x="33" y="86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4"/>
                      <a:pt x="40" y="61"/>
                      <a:pt x="37" y="5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6" y="47"/>
                      <a:pt x="17" y="44"/>
                      <a:pt x="20" y="4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4" y="45"/>
                      <a:pt x="48" y="44"/>
                      <a:pt x="49" y="4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18"/>
                      <a:pt x="59" y="18"/>
                      <a:pt x="60" y="20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4"/>
                      <a:pt x="69" y="47"/>
                      <a:pt x="73" y="47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5" y="45"/>
                      <a:pt x="96" y="48"/>
                      <a:pt x="94" y="4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5" y="61"/>
                      <a:pt x="74" y="64"/>
                      <a:pt x="76" y="67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87" y="89"/>
                      <a:pt x="86" y="91"/>
                      <a:pt x="83" y="90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1" y="76"/>
                      <a:pt x="57" y="76"/>
                      <a:pt x="54" y="77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4" y="92"/>
                      <a:pt x="32" y="90"/>
                      <a:pt x="33" y="8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8" name="Freeform 96">
                <a:extLst>
                  <a:ext uri="{FF2B5EF4-FFF2-40B4-BE49-F238E27FC236}">
                    <a16:creationId xmlns:a16="http://schemas.microsoft.com/office/drawing/2014/main" id="{7CA7796A-63AB-4378-9CF3-6B74781622F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00" y="8102"/>
                <a:ext cx="38" cy="53"/>
              </a:xfrm>
              <a:custGeom>
                <a:avLst/>
                <a:gdLst>
                  <a:gd name="T0" fmla="*/ 48 w 50"/>
                  <a:gd name="T1" fmla="*/ 0 h 70"/>
                  <a:gd name="T2" fmla="*/ 2 w 50"/>
                  <a:gd name="T3" fmla="*/ 0 h 70"/>
                  <a:gd name="T4" fmla="*/ 0 w 50"/>
                  <a:gd name="T5" fmla="*/ 3 h 70"/>
                  <a:gd name="T6" fmla="*/ 0 w 50"/>
                  <a:gd name="T7" fmla="*/ 5 h 70"/>
                  <a:gd name="T8" fmla="*/ 2 w 50"/>
                  <a:gd name="T9" fmla="*/ 8 h 70"/>
                  <a:gd name="T10" fmla="*/ 21 w 50"/>
                  <a:gd name="T11" fmla="*/ 8 h 70"/>
                  <a:gd name="T12" fmla="*/ 21 w 50"/>
                  <a:gd name="T13" fmla="*/ 68 h 70"/>
                  <a:gd name="T14" fmla="*/ 25 w 50"/>
                  <a:gd name="T15" fmla="*/ 70 h 70"/>
                  <a:gd name="T16" fmla="*/ 26 w 50"/>
                  <a:gd name="T17" fmla="*/ 70 h 70"/>
                  <a:gd name="T18" fmla="*/ 30 w 50"/>
                  <a:gd name="T19" fmla="*/ 68 h 70"/>
                  <a:gd name="T20" fmla="*/ 30 w 50"/>
                  <a:gd name="T21" fmla="*/ 8 h 70"/>
                  <a:gd name="T22" fmla="*/ 48 w 50"/>
                  <a:gd name="T23" fmla="*/ 8 h 70"/>
                  <a:gd name="T24" fmla="*/ 50 w 50"/>
                  <a:gd name="T25" fmla="*/ 5 h 70"/>
                  <a:gd name="T26" fmla="*/ 50 w 50"/>
                  <a:gd name="T27" fmla="*/ 3 h 70"/>
                  <a:gd name="T28" fmla="*/ 48 w 50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70">
                    <a:moveTo>
                      <a:pt x="4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2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0"/>
                      <a:pt x="30" y="69"/>
                      <a:pt x="30" y="6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8"/>
                      <a:pt x="50" y="7"/>
                      <a:pt x="50" y="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09" name="Freeform 97">
                <a:extLst>
                  <a:ext uri="{FF2B5EF4-FFF2-40B4-BE49-F238E27FC236}">
                    <a16:creationId xmlns:a16="http://schemas.microsoft.com/office/drawing/2014/main" id="{C8BBBAE6-B2F3-41E5-B68B-EEFB857A081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849" y="8102"/>
                <a:ext cx="40" cy="53"/>
              </a:xfrm>
              <a:custGeom>
                <a:avLst/>
                <a:gdLst>
                  <a:gd name="T0" fmla="*/ 50 w 54"/>
                  <a:gd name="T1" fmla="*/ 0 h 70"/>
                  <a:gd name="T2" fmla="*/ 49 w 54"/>
                  <a:gd name="T3" fmla="*/ 0 h 70"/>
                  <a:gd name="T4" fmla="*/ 45 w 54"/>
                  <a:gd name="T5" fmla="*/ 2 h 70"/>
                  <a:gd name="T6" fmla="*/ 45 w 54"/>
                  <a:gd name="T7" fmla="*/ 31 h 70"/>
                  <a:gd name="T8" fmla="*/ 9 w 54"/>
                  <a:gd name="T9" fmla="*/ 31 h 70"/>
                  <a:gd name="T10" fmla="*/ 9 w 54"/>
                  <a:gd name="T11" fmla="*/ 2 h 70"/>
                  <a:gd name="T12" fmla="*/ 5 w 54"/>
                  <a:gd name="T13" fmla="*/ 0 h 70"/>
                  <a:gd name="T14" fmla="*/ 4 w 54"/>
                  <a:gd name="T15" fmla="*/ 0 h 70"/>
                  <a:gd name="T16" fmla="*/ 0 w 54"/>
                  <a:gd name="T17" fmla="*/ 2 h 70"/>
                  <a:gd name="T18" fmla="*/ 0 w 54"/>
                  <a:gd name="T19" fmla="*/ 68 h 70"/>
                  <a:gd name="T20" fmla="*/ 4 w 54"/>
                  <a:gd name="T21" fmla="*/ 70 h 70"/>
                  <a:gd name="T22" fmla="*/ 5 w 54"/>
                  <a:gd name="T23" fmla="*/ 70 h 70"/>
                  <a:gd name="T24" fmla="*/ 9 w 54"/>
                  <a:gd name="T25" fmla="*/ 68 h 70"/>
                  <a:gd name="T26" fmla="*/ 9 w 54"/>
                  <a:gd name="T27" fmla="*/ 38 h 70"/>
                  <a:gd name="T28" fmla="*/ 45 w 54"/>
                  <a:gd name="T29" fmla="*/ 38 h 70"/>
                  <a:gd name="T30" fmla="*/ 45 w 54"/>
                  <a:gd name="T31" fmla="*/ 68 h 70"/>
                  <a:gd name="T32" fmla="*/ 49 w 54"/>
                  <a:gd name="T33" fmla="*/ 70 h 70"/>
                  <a:gd name="T34" fmla="*/ 50 w 54"/>
                  <a:gd name="T35" fmla="*/ 70 h 70"/>
                  <a:gd name="T36" fmla="*/ 54 w 54"/>
                  <a:gd name="T37" fmla="*/ 68 h 70"/>
                  <a:gd name="T38" fmla="*/ 54 w 54"/>
                  <a:gd name="T39" fmla="*/ 2 h 70"/>
                  <a:gd name="T40" fmla="*/ 50 w 54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70">
                    <a:moveTo>
                      <a:pt x="5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9"/>
                      <a:pt x="46" y="70"/>
                      <a:pt x="49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3" y="70"/>
                      <a:pt x="54" y="69"/>
                      <a:pt x="54" y="6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0" name="Freeform 98">
                <a:extLst>
                  <a:ext uri="{FF2B5EF4-FFF2-40B4-BE49-F238E27FC236}">
                    <a16:creationId xmlns:a16="http://schemas.microsoft.com/office/drawing/2014/main" id="{4036A692-0366-4A30-BE60-219612B8943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90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1" name="Freeform 99">
                <a:extLst>
                  <a:ext uri="{FF2B5EF4-FFF2-40B4-BE49-F238E27FC236}">
                    <a16:creationId xmlns:a16="http://schemas.microsoft.com/office/drawing/2014/main" id="{50191CDA-0596-4C35-9CEA-29B561BB3EA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969" y="8102"/>
                <a:ext cx="37" cy="53"/>
              </a:xfrm>
              <a:custGeom>
                <a:avLst/>
                <a:gdLst>
                  <a:gd name="T0" fmla="*/ 41 w 49"/>
                  <a:gd name="T1" fmla="*/ 48 h 70"/>
                  <a:gd name="T2" fmla="*/ 32 w 49"/>
                  <a:gd name="T3" fmla="*/ 35 h 70"/>
                  <a:gd name="T4" fmla="*/ 32 w 49"/>
                  <a:gd name="T5" fmla="*/ 35 h 70"/>
                  <a:gd name="T6" fmla="*/ 43 w 49"/>
                  <a:gd name="T7" fmla="*/ 18 h 70"/>
                  <a:gd name="T8" fmla="*/ 19 w 49"/>
                  <a:gd name="T9" fmla="*/ 0 h 70"/>
                  <a:gd name="T10" fmla="*/ 3 w 49"/>
                  <a:gd name="T11" fmla="*/ 0 h 70"/>
                  <a:gd name="T12" fmla="*/ 0 w 49"/>
                  <a:gd name="T13" fmla="*/ 3 h 70"/>
                  <a:gd name="T14" fmla="*/ 0 w 49"/>
                  <a:gd name="T15" fmla="*/ 68 h 70"/>
                  <a:gd name="T16" fmla="*/ 4 w 49"/>
                  <a:gd name="T17" fmla="*/ 70 h 70"/>
                  <a:gd name="T18" fmla="*/ 4 w 49"/>
                  <a:gd name="T19" fmla="*/ 70 h 70"/>
                  <a:gd name="T20" fmla="*/ 8 w 49"/>
                  <a:gd name="T21" fmla="*/ 68 h 70"/>
                  <a:gd name="T22" fmla="*/ 8 w 49"/>
                  <a:gd name="T23" fmla="*/ 39 h 70"/>
                  <a:gd name="T24" fmla="*/ 17 w 49"/>
                  <a:gd name="T25" fmla="*/ 39 h 70"/>
                  <a:gd name="T26" fmla="*/ 32 w 49"/>
                  <a:gd name="T27" fmla="*/ 49 h 70"/>
                  <a:gd name="T28" fmla="*/ 40 w 49"/>
                  <a:gd name="T29" fmla="*/ 69 h 70"/>
                  <a:gd name="T30" fmla="*/ 44 w 49"/>
                  <a:gd name="T31" fmla="*/ 70 h 70"/>
                  <a:gd name="T32" fmla="*/ 45 w 49"/>
                  <a:gd name="T33" fmla="*/ 70 h 70"/>
                  <a:gd name="T34" fmla="*/ 49 w 49"/>
                  <a:gd name="T35" fmla="*/ 69 h 70"/>
                  <a:gd name="T36" fmla="*/ 48 w 49"/>
                  <a:gd name="T37" fmla="*/ 67 h 70"/>
                  <a:gd name="T38" fmla="*/ 41 w 49"/>
                  <a:gd name="T39" fmla="*/ 48 h 70"/>
                  <a:gd name="T40" fmla="*/ 21 w 49"/>
                  <a:gd name="T41" fmla="*/ 32 h 70"/>
                  <a:gd name="T42" fmla="*/ 8 w 49"/>
                  <a:gd name="T43" fmla="*/ 32 h 70"/>
                  <a:gd name="T44" fmla="*/ 8 w 49"/>
                  <a:gd name="T45" fmla="*/ 8 h 70"/>
                  <a:gd name="T46" fmla="*/ 21 w 49"/>
                  <a:gd name="T47" fmla="*/ 8 h 70"/>
                  <a:gd name="T48" fmla="*/ 34 w 49"/>
                  <a:gd name="T49" fmla="*/ 20 h 70"/>
                  <a:gd name="T50" fmla="*/ 21 w 49"/>
                  <a:gd name="T51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0">
                    <a:moveTo>
                      <a:pt x="41" y="48"/>
                    </a:moveTo>
                    <a:cubicBezTo>
                      <a:pt x="38" y="41"/>
                      <a:pt x="36" y="37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9" y="32"/>
                      <a:pt x="43" y="27"/>
                      <a:pt x="43" y="18"/>
                    </a:cubicBezTo>
                    <a:cubicBezTo>
                      <a:pt x="43" y="6"/>
                      <a:pt x="35" y="0"/>
                      <a:pt x="1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25" y="39"/>
                      <a:pt x="29" y="41"/>
                      <a:pt x="32" y="4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70"/>
                      <a:pt x="42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70"/>
                      <a:pt x="49" y="69"/>
                    </a:cubicBezTo>
                    <a:cubicBezTo>
                      <a:pt x="49" y="68"/>
                      <a:pt x="49" y="68"/>
                      <a:pt x="48" y="67"/>
                    </a:cubicBezTo>
                    <a:lnTo>
                      <a:pt x="41" y="48"/>
                    </a:lnTo>
                    <a:close/>
                    <a:moveTo>
                      <a:pt x="21" y="32"/>
                    </a:moveTo>
                    <a:cubicBezTo>
                      <a:pt x="8" y="32"/>
                      <a:pt x="8" y="32"/>
                      <a:pt x="8" y="3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9" y="8"/>
                      <a:pt x="34" y="12"/>
                      <a:pt x="34" y="20"/>
                    </a:cubicBezTo>
                    <a:cubicBezTo>
                      <a:pt x="34" y="26"/>
                      <a:pt x="29" y="32"/>
                      <a:pt x="21" y="3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2" name="Freeform 100">
                <a:extLst>
                  <a:ext uri="{FF2B5EF4-FFF2-40B4-BE49-F238E27FC236}">
                    <a16:creationId xmlns:a16="http://schemas.microsoft.com/office/drawing/2014/main" id="{F0D8B40C-591B-4E91-ADBB-206567D6FF8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014" y="8102"/>
                <a:ext cx="45" cy="53"/>
              </a:xfrm>
              <a:custGeom>
                <a:avLst/>
                <a:gdLst>
                  <a:gd name="T0" fmla="*/ 30 w 61"/>
                  <a:gd name="T1" fmla="*/ 0 h 71"/>
                  <a:gd name="T2" fmla="*/ 0 w 61"/>
                  <a:gd name="T3" fmla="*/ 35 h 71"/>
                  <a:gd name="T4" fmla="*/ 30 w 61"/>
                  <a:gd name="T5" fmla="*/ 71 h 71"/>
                  <a:gd name="T6" fmla="*/ 61 w 61"/>
                  <a:gd name="T7" fmla="*/ 35 h 71"/>
                  <a:gd name="T8" fmla="*/ 30 w 61"/>
                  <a:gd name="T9" fmla="*/ 0 h 71"/>
                  <a:gd name="T10" fmla="*/ 30 w 61"/>
                  <a:gd name="T11" fmla="*/ 63 h 71"/>
                  <a:gd name="T12" fmla="*/ 9 w 61"/>
                  <a:gd name="T13" fmla="*/ 35 h 71"/>
                  <a:gd name="T14" fmla="*/ 30 w 61"/>
                  <a:gd name="T15" fmla="*/ 7 h 71"/>
                  <a:gd name="T16" fmla="*/ 52 w 61"/>
                  <a:gd name="T17" fmla="*/ 35 h 71"/>
                  <a:gd name="T18" fmla="*/ 30 w 61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1">
                    <a:moveTo>
                      <a:pt x="30" y="0"/>
                    </a:moveTo>
                    <a:cubicBezTo>
                      <a:pt x="10" y="0"/>
                      <a:pt x="0" y="12"/>
                      <a:pt x="0" y="35"/>
                    </a:cubicBezTo>
                    <a:cubicBezTo>
                      <a:pt x="0" y="58"/>
                      <a:pt x="10" y="71"/>
                      <a:pt x="30" y="71"/>
                    </a:cubicBezTo>
                    <a:cubicBezTo>
                      <a:pt x="50" y="71"/>
                      <a:pt x="61" y="58"/>
                      <a:pt x="61" y="35"/>
                    </a:cubicBezTo>
                    <a:cubicBezTo>
                      <a:pt x="61" y="12"/>
                      <a:pt x="50" y="0"/>
                      <a:pt x="30" y="0"/>
                    </a:cubicBezTo>
                    <a:moveTo>
                      <a:pt x="30" y="63"/>
                    </a:moveTo>
                    <a:cubicBezTo>
                      <a:pt x="16" y="63"/>
                      <a:pt x="9" y="53"/>
                      <a:pt x="9" y="35"/>
                    </a:cubicBezTo>
                    <a:cubicBezTo>
                      <a:pt x="9" y="17"/>
                      <a:pt x="16" y="7"/>
                      <a:pt x="30" y="7"/>
                    </a:cubicBezTo>
                    <a:cubicBezTo>
                      <a:pt x="44" y="7"/>
                      <a:pt x="52" y="17"/>
                      <a:pt x="52" y="35"/>
                    </a:cubicBezTo>
                    <a:cubicBezTo>
                      <a:pt x="52" y="53"/>
                      <a:pt x="44" y="63"/>
                      <a:pt x="30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3" name="Freeform 101">
                <a:extLst>
                  <a:ext uri="{FF2B5EF4-FFF2-40B4-BE49-F238E27FC236}">
                    <a16:creationId xmlns:a16="http://schemas.microsoft.com/office/drawing/2014/main" id="{9ED430FD-929C-4052-953D-906C82287F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068" y="8102"/>
                <a:ext cx="38" cy="53"/>
              </a:xfrm>
              <a:custGeom>
                <a:avLst/>
                <a:gdLst>
                  <a:gd name="T0" fmla="*/ 47 w 52"/>
                  <a:gd name="T1" fmla="*/ 0 h 70"/>
                  <a:gd name="T2" fmla="*/ 43 w 52"/>
                  <a:gd name="T3" fmla="*/ 2 h 70"/>
                  <a:gd name="T4" fmla="*/ 26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4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1 w 52"/>
                  <a:gd name="T17" fmla="*/ 34 h 70"/>
                  <a:gd name="T18" fmla="*/ 21 w 52"/>
                  <a:gd name="T19" fmla="*/ 68 h 70"/>
                  <a:gd name="T20" fmla="*/ 25 w 52"/>
                  <a:gd name="T21" fmla="*/ 70 h 70"/>
                  <a:gd name="T22" fmla="*/ 26 w 52"/>
                  <a:gd name="T23" fmla="*/ 70 h 70"/>
                  <a:gd name="T24" fmla="*/ 30 w 52"/>
                  <a:gd name="T25" fmla="*/ 68 h 70"/>
                  <a:gd name="T26" fmla="*/ 30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7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7" y="0"/>
                    </a:moveTo>
                    <a:cubicBezTo>
                      <a:pt x="45" y="0"/>
                      <a:pt x="43" y="1"/>
                      <a:pt x="43" y="2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1" y="69"/>
                      <a:pt x="23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9" y="70"/>
                      <a:pt x="30" y="69"/>
                      <a:pt x="30" y="6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4" name="Freeform 102">
                <a:extLst>
                  <a:ext uri="{FF2B5EF4-FFF2-40B4-BE49-F238E27FC236}">
                    <a16:creationId xmlns:a16="http://schemas.microsoft.com/office/drawing/2014/main" id="{00C54440-7410-48FA-BB00-B6B4A2556DB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111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1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5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9" y="70"/>
                      <a:pt x="9" y="69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9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5" name="Freeform 103">
                <a:extLst>
                  <a:ext uri="{FF2B5EF4-FFF2-40B4-BE49-F238E27FC236}">
                    <a16:creationId xmlns:a16="http://schemas.microsoft.com/office/drawing/2014/main" id="{7034731F-5326-481A-9171-40067F20278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165" y="8102"/>
                <a:ext cx="28" cy="53"/>
              </a:xfrm>
              <a:custGeom>
                <a:avLst/>
                <a:gdLst>
                  <a:gd name="T0" fmla="*/ 36 w 38"/>
                  <a:gd name="T1" fmla="*/ 62 h 70"/>
                  <a:gd name="T2" fmla="*/ 9 w 38"/>
                  <a:gd name="T3" fmla="*/ 62 h 70"/>
                  <a:gd name="T4" fmla="*/ 9 w 38"/>
                  <a:gd name="T5" fmla="*/ 2 h 70"/>
                  <a:gd name="T6" fmla="*/ 5 w 38"/>
                  <a:gd name="T7" fmla="*/ 0 h 70"/>
                  <a:gd name="T8" fmla="*/ 4 w 38"/>
                  <a:gd name="T9" fmla="*/ 0 h 70"/>
                  <a:gd name="T10" fmla="*/ 0 w 38"/>
                  <a:gd name="T11" fmla="*/ 2 h 70"/>
                  <a:gd name="T12" fmla="*/ 0 w 38"/>
                  <a:gd name="T13" fmla="*/ 67 h 70"/>
                  <a:gd name="T14" fmla="*/ 3 w 38"/>
                  <a:gd name="T15" fmla="*/ 70 h 70"/>
                  <a:gd name="T16" fmla="*/ 36 w 38"/>
                  <a:gd name="T17" fmla="*/ 70 h 70"/>
                  <a:gd name="T18" fmla="*/ 38 w 38"/>
                  <a:gd name="T19" fmla="*/ 67 h 70"/>
                  <a:gd name="T20" fmla="*/ 38 w 38"/>
                  <a:gd name="T21" fmla="*/ 65 h 70"/>
                  <a:gd name="T22" fmla="*/ 36 w 38"/>
                  <a:gd name="T23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70">
                    <a:moveTo>
                      <a:pt x="36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0"/>
                      <a:pt x="38" y="69"/>
                      <a:pt x="38" y="67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3"/>
                      <a:pt x="37" y="62"/>
                      <a:pt x="36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6" name="Freeform 104">
                <a:extLst>
                  <a:ext uri="{FF2B5EF4-FFF2-40B4-BE49-F238E27FC236}">
                    <a16:creationId xmlns:a16="http://schemas.microsoft.com/office/drawing/2014/main" id="{EEEB503C-341C-4A16-898A-0DE7F39DD34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19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7" name="Freeform 105">
                <a:extLst>
                  <a:ext uri="{FF2B5EF4-FFF2-40B4-BE49-F238E27FC236}">
                    <a16:creationId xmlns:a16="http://schemas.microsoft.com/office/drawing/2014/main" id="{7CC773EB-B376-4E46-BE15-8268D9CC543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257" y="8102"/>
                <a:ext cx="63" cy="53"/>
              </a:xfrm>
              <a:custGeom>
                <a:avLst/>
                <a:gdLst>
                  <a:gd name="T0" fmla="*/ 80 w 84"/>
                  <a:gd name="T1" fmla="*/ 0 h 70"/>
                  <a:gd name="T2" fmla="*/ 80 w 84"/>
                  <a:gd name="T3" fmla="*/ 0 h 70"/>
                  <a:gd name="T4" fmla="*/ 76 w 84"/>
                  <a:gd name="T5" fmla="*/ 2 h 70"/>
                  <a:gd name="T6" fmla="*/ 61 w 84"/>
                  <a:gd name="T7" fmla="*/ 60 h 70"/>
                  <a:gd name="T8" fmla="*/ 60 w 84"/>
                  <a:gd name="T9" fmla="*/ 51 h 70"/>
                  <a:gd name="T10" fmla="*/ 47 w 84"/>
                  <a:gd name="T11" fmla="*/ 2 h 70"/>
                  <a:gd name="T12" fmla="*/ 43 w 84"/>
                  <a:gd name="T13" fmla="*/ 0 h 70"/>
                  <a:gd name="T14" fmla="*/ 42 w 84"/>
                  <a:gd name="T15" fmla="*/ 0 h 70"/>
                  <a:gd name="T16" fmla="*/ 38 w 84"/>
                  <a:gd name="T17" fmla="*/ 2 h 70"/>
                  <a:gd name="T18" fmla="*/ 23 w 84"/>
                  <a:gd name="T19" fmla="*/ 60 h 70"/>
                  <a:gd name="T20" fmla="*/ 22 w 84"/>
                  <a:gd name="T21" fmla="*/ 51 h 70"/>
                  <a:gd name="T22" fmla="*/ 9 w 84"/>
                  <a:gd name="T23" fmla="*/ 2 h 70"/>
                  <a:gd name="T24" fmla="*/ 5 w 84"/>
                  <a:gd name="T25" fmla="*/ 0 h 70"/>
                  <a:gd name="T26" fmla="*/ 4 w 84"/>
                  <a:gd name="T27" fmla="*/ 0 h 70"/>
                  <a:gd name="T28" fmla="*/ 0 w 84"/>
                  <a:gd name="T29" fmla="*/ 2 h 70"/>
                  <a:gd name="T30" fmla="*/ 0 w 84"/>
                  <a:gd name="T31" fmla="*/ 3 h 70"/>
                  <a:gd name="T32" fmla="*/ 17 w 84"/>
                  <a:gd name="T33" fmla="*/ 69 h 70"/>
                  <a:gd name="T34" fmla="*/ 21 w 84"/>
                  <a:gd name="T35" fmla="*/ 70 h 70"/>
                  <a:gd name="T36" fmla="*/ 25 w 84"/>
                  <a:gd name="T37" fmla="*/ 70 h 70"/>
                  <a:gd name="T38" fmla="*/ 29 w 84"/>
                  <a:gd name="T39" fmla="*/ 69 h 70"/>
                  <a:gd name="T40" fmla="*/ 40 w 84"/>
                  <a:gd name="T41" fmla="*/ 28 h 70"/>
                  <a:gd name="T42" fmla="*/ 42 w 84"/>
                  <a:gd name="T43" fmla="*/ 15 h 70"/>
                  <a:gd name="T44" fmla="*/ 44 w 84"/>
                  <a:gd name="T45" fmla="*/ 28 h 70"/>
                  <a:gd name="T46" fmla="*/ 55 w 84"/>
                  <a:gd name="T47" fmla="*/ 69 h 70"/>
                  <a:gd name="T48" fmla="*/ 59 w 84"/>
                  <a:gd name="T49" fmla="*/ 70 h 70"/>
                  <a:gd name="T50" fmla="*/ 63 w 84"/>
                  <a:gd name="T51" fmla="*/ 70 h 70"/>
                  <a:gd name="T52" fmla="*/ 67 w 84"/>
                  <a:gd name="T53" fmla="*/ 69 h 70"/>
                  <a:gd name="T54" fmla="*/ 84 w 84"/>
                  <a:gd name="T55" fmla="*/ 3 h 70"/>
                  <a:gd name="T56" fmla="*/ 84 w 84"/>
                  <a:gd name="T57" fmla="*/ 2 h 70"/>
                  <a:gd name="T58" fmla="*/ 80 w 84"/>
                  <a:gd name="T5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70"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78" y="0"/>
                      <a:pt x="76" y="1"/>
                      <a:pt x="76" y="2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1" y="60"/>
                      <a:pt x="60" y="54"/>
                      <a:pt x="60" y="5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5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0"/>
                      <a:pt x="38" y="1"/>
                      <a:pt x="38" y="2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2" y="53"/>
                      <a:pt x="22" y="5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9" y="70"/>
                      <a:pt x="21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9" y="70"/>
                      <a:pt x="29" y="6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70"/>
                      <a:pt x="57" y="70"/>
                      <a:pt x="59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5" y="70"/>
                      <a:pt x="67" y="70"/>
                      <a:pt x="67" y="69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4" y="1"/>
                      <a:pt x="83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8" name="Freeform 106">
                <a:extLst>
                  <a:ext uri="{FF2B5EF4-FFF2-40B4-BE49-F238E27FC236}">
                    <a16:creationId xmlns:a16="http://schemas.microsoft.com/office/drawing/2014/main" id="{42D00FC2-6969-4640-9F2E-7CA00992C17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331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19" name="Freeform 107">
                <a:extLst>
                  <a:ext uri="{FF2B5EF4-FFF2-40B4-BE49-F238E27FC236}">
                    <a16:creationId xmlns:a16="http://schemas.microsoft.com/office/drawing/2014/main" id="{BD747527-8900-4CD4-97CE-578D89A2F54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374" y="8102"/>
                <a:ext cx="40" cy="53"/>
              </a:xfrm>
              <a:custGeom>
                <a:avLst/>
                <a:gdLst>
                  <a:gd name="T0" fmla="*/ 23 w 53"/>
                  <a:gd name="T1" fmla="*/ 0 h 70"/>
                  <a:gd name="T2" fmla="*/ 3 w 53"/>
                  <a:gd name="T3" fmla="*/ 0 h 70"/>
                  <a:gd name="T4" fmla="*/ 0 w 53"/>
                  <a:gd name="T5" fmla="*/ 3 h 70"/>
                  <a:gd name="T6" fmla="*/ 0 w 53"/>
                  <a:gd name="T7" fmla="*/ 67 h 70"/>
                  <a:gd name="T8" fmla="*/ 3 w 53"/>
                  <a:gd name="T9" fmla="*/ 70 h 70"/>
                  <a:gd name="T10" fmla="*/ 23 w 53"/>
                  <a:gd name="T11" fmla="*/ 70 h 70"/>
                  <a:gd name="T12" fmla="*/ 53 w 53"/>
                  <a:gd name="T13" fmla="*/ 35 h 70"/>
                  <a:gd name="T14" fmla="*/ 23 w 53"/>
                  <a:gd name="T15" fmla="*/ 0 h 70"/>
                  <a:gd name="T16" fmla="*/ 22 w 53"/>
                  <a:gd name="T17" fmla="*/ 62 h 70"/>
                  <a:gd name="T18" fmla="*/ 8 w 53"/>
                  <a:gd name="T19" fmla="*/ 62 h 70"/>
                  <a:gd name="T20" fmla="*/ 8 w 53"/>
                  <a:gd name="T21" fmla="*/ 8 h 70"/>
                  <a:gd name="T22" fmla="*/ 22 w 53"/>
                  <a:gd name="T23" fmla="*/ 8 h 70"/>
                  <a:gd name="T24" fmla="*/ 44 w 53"/>
                  <a:gd name="T25" fmla="*/ 35 h 70"/>
                  <a:gd name="T26" fmla="*/ 22 w 53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3" y="61"/>
                      <a:pt x="53" y="35"/>
                    </a:cubicBezTo>
                    <a:cubicBezTo>
                      <a:pt x="53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4" y="8"/>
                      <a:pt x="44" y="15"/>
                      <a:pt x="44" y="35"/>
                    </a:cubicBezTo>
                    <a:cubicBezTo>
                      <a:pt x="44" y="55"/>
                      <a:pt x="34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0" name="Freeform 108">
                <a:extLst>
                  <a:ext uri="{FF2B5EF4-FFF2-40B4-BE49-F238E27FC236}">
                    <a16:creationId xmlns:a16="http://schemas.microsoft.com/office/drawing/2014/main" id="{2572BA5C-1CED-4CE1-BBC4-81B7FAAAF7C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28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1" name="Freeform 109">
                <a:extLst>
                  <a:ext uri="{FF2B5EF4-FFF2-40B4-BE49-F238E27FC236}">
                    <a16:creationId xmlns:a16="http://schemas.microsoft.com/office/drawing/2014/main" id="{7039C0F7-DC9F-4AD1-BCA9-7EE8CEE8585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47" y="8102"/>
                <a:ext cx="32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5" y="7"/>
                      <a:pt x="23" y="7"/>
                    </a:cubicBezTo>
                    <a:cubicBezTo>
                      <a:pt x="31" y="7"/>
                      <a:pt x="34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4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2" name="Freeform 110">
                <a:extLst>
                  <a:ext uri="{FF2B5EF4-FFF2-40B4-BE49-F238E27FC236}">
                    <a16:creationId xmlns:a16="http://schemas.microsoft.com/office/drawing/2014/main" id="{2978F403-1138-4E72-8490-44DA0991EF8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491" y="8102"/>
                <a:ext cx="40" cy="53"/>
              </a:xfrm>
              <a:custGeom>
                <a:avLst/>
                <a:gdLst>
                  <a:gd name="T0" fmla="*/ 49 w 53"/>
                  <a:gd name="T1" fmla="*/ 0 h 70"/>
                  <a:gd name="T2" fmla="*/ 48 w 53"/>
                  <a:gd name="T3" fmla="*/ 0 h 70"/>
                  <a:gd name="T4" fmla="*/ 44 w 53"/>
                  <a:gd name="T5" fmla="*/ 2 h 70"/>
                  <a:gd name="T6" fmla="*/ 44 w 53"/>
                  <a:gd name="T7" fmla="*/ 31 h 70"/>
                  <a:gd name="T8" fmla="*/ 8 w 53"/>
                  <a:gd name="T9" fmla="*/ 31 h 70"/>
                  <a:gd name="T10" fmla="*/ 8 w 53"/>
                  <a:gd name="T11" fmla="*/ 2 h 70"/>
                  <a:gd name="T12" fmla="*/ 4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38 h 70"/>
                  <a:gd name="T28" fmla="*/ 44 w 53"/>
                  <a:gd name="T29" fmla="*/ 38 h 70"/>
                  <a:gd name="T30" fmla="*/ 44 w 53"/>
                  <a:gd name="T31" fmla="*/ 68 h 70"/>
                  <a:gd name="T32" fmla="*/ 48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4" y="1"/>
                      <a:pt x="44" y="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9"/>
                      <a:pt x="46" y="70"/>
                      <a:pt x="48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3" name="Freeform 111">
                <a:extLst>
                  <a:ext uri="{FF2B5EF4-FFF2-40B4-BE49-F238E27FC236}">
                    <a16:creationId xmlns:a16="http://schemas.microsoft.com/office/drawing/2014/main" id="{EA2F2A8D-9524-4ACC-B816-60B5B6499BBE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562" y="8102"/>
                <a:ext cx="43" cy="53"/>
              </a:xfrm>
              <a:custGeom>
                <a:avLst/>
                <a:gdLst>
                  <a:gd name="T0" fmla="*/ 34 w 58"/>
                  <a:gd name="T1" fmla="*/ 2 h 70"/>
                  <a:gd name="T2" fmla="*/ 31 w 58"/>
                  <a:gd name="T3" fmla="*/ 0 h 70"/>
                  <a:gd name="T4" fmla="*/ 28 w 58"/>
                  <a:gd name="T5" fmla="*/ 0 h 70"/>
                  <a:gd name="T6" fmla="*/ 24 w 58"/>
                  <a:gd name="T7" fmla="*/ 2 h 70"/>
                  <a:gd name="T8" fmla="*/ 0 w 58"/>
                  <a:gd name="T9" fmla="*/ 67 h 70"/>
                  <a:gd name="T10" fmla="*/ 0 w 58"/>
                  <a:gd name="T11" fmla="*/ 68 h 70"/>
                  <a:gd name="T12" fmla="*/ 4 w 58"/>
                  <a:gd name="T13" fmla="*/ 70 h 70"/>
                  <a:gd name="T14" fmla="*/ 5 w 58"/>
                  <a:gd name="T15" fmla="*/ 70 h 70"/>
                  <a:gd name="T16" fmla="*/ 9 w 58"/>
                  <a:gd name="T17" fmla="*/ 69 h 70"/>
                  <a:gd name="T18" fmla="*/ 14 w 58"/>
                  <a:gd name="T19" fmla="*/ 52 h 70"/>
                  <a:gd name="T20" fmla="*/ 43 w 58"/>
                  <a:gd name="T21" fmla="*/ 52 h 70"/>
                  <a:gd name="T22" fmla="*/ 49 w 58"/>
                  <a:gd name="T23" fmla="*/ 69 h 70"/>
                  <a:gd name="T24" fmla="*/ 53 w 58"/>
                  <a:gd name="T25" fmla="*/ 70 h 70"/>
                  <a:gd name="T26" fmla="*/ 54 w 58"/>
                  <a:gd name="T27" fmla="*/ 70 h 70"/>
                  <a:gd name="T28" fmla="*/ 58 w 58"/>
                  <a:gd name="T29" fmla="*/ 68 h 70"/>
                  <a:gd name="T30" fmla="*/ 58 w 58"/>
                  <a:gd name="T31" fmla="*/ 67 h 70"/>
                  <a:gd name="T32" fmla="*/ 34 w 58"/>
                  <a:gd name="T33" fmla="*/ 2 h 70"/>
                  <a:gd name="T34" fmla="*/ 17 w 58"/>
                  <a:gd name="T35" fmla="*/ 45 h 70"/>
                  <a:gd name="T36" fmla="*/ 27 w 58"/>
                  <a:gd name="T37" fmla="*/ 15 h 70"/>
                  <a:gd name="T38" fmla="*/ 29 w 58"/>
                  <a:gd name="T39" fmla="*/ 9 h 70"/>
                  <a:gd name="T40" fmla="*/ 30 w 58"/>
                  <a:gd name="T41" fmla="*/ 15 h 70"/>
                  <a:gd name="T42" fmla="*/ 41 w 58"/>
                  <a:gd name="T43" fmla="*/ 45 h 70"/>
                  <a:gd name="T44" fmla="*/ 17 w 58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70">
                    <a:moveTo>
                      <a:pt x="34" y="2"/>
                    </a:moveTo>
                    <a:cubicBezTo>
                      <a:pt x="34" y="1"/>
                      <a:pt x="32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0" y="70"/>
                      <a:pt x="51" y="70"/>
                      <a:pt x="53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8" y="69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lnTo>
                      <a:pt x="34" y="2"/>
                    </a:lnTo>
                    <a:close/>
                    <a:moveTo>
                      <a:pt x="17" y="4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4" name="Freeform 112">
                <a:extLst>
                  <a:ext uri="{FF2B5EF4-FFF2-40B4-BE49-F238E27FC236}">
                    <a16:creationId xmlns:a16="http://schemas.microsoft.com/office/drawing/2014/main" id="{C4504AB6-FE54-40A5-AD4D-A9AE556608C2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613" y="8102"/>
                <a:ext cx="39" cy="53"/>
              </a:xfrm>
              <a:custGeom>
                <a:avLst/>
                <a:gdLst>
                  <a:gd name="T0" fmla="*/ 49 w 52"/>
                  <a:gd name="T1" fmla="*/ 58 h 71"/>
                  <a:gd name="T2" fmla="*/ 32 w 52"/>
                  <a:gd name="T3" fmla="*/ 63 h 71"/>
                  <a:gd name="T4" fmla="*/ 9 w 52"/>
                  <a:gd name="T5" fmla="*/ 35 h 71"/>
                  <a:gd name="T6" fmla="*/ 32 w 52"/>
                  <a:gd name="T7" fmla="*/ 7 h 71"/>
                  <a:gd name="T8" fmla="*/ 47 w 52"/>
                  <a:gd name="T9" fmla="*/ 12 h 71"/>
                  <a:gd name="T10" fmla="*/ 51 w 52"/>
                  <a:gd name="T11" fmla="*/ 6 h 71"/>
                  <a:gd name="T12" fmla="*/ 32 w 52"/>
                  <a:gd name="T13" fmla="*/ 0 h 71"/>
                  <a:gd name="T14" fmla="*/ 0 w 52"/>
                  <a:gd name="T15" fmla="*/ 35 h 71"/>
                  <a:gd name="T16" fmla="*/ 32 w 52"/>
                  <a:gd name="T17" fmla="*/ 71 h 71"/>
                  <a:gd name="T18" fmla="*/ 52 w 52"/>
                  <a:gd name="T19" fmla="*/ 63 h 71"/>
                  <a:gd name="T20" fmla="*/ 49 w 52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1">
                    <a:moveTo>
                      <a:pt x="49" y="58"/>
                    </a:moveTo>
                    <a:cubicBezTo>
                      <a:pt x="47" y="58"/>
                      <a:pt x="42" y="63"/>
                      <a:pt x="32" y="63"/>
                    </a:cubicBezTo>
                    <a:cubicBezTo>
                      <a:pt x="16" y="63"/>
                      <a:pt x="9" y="54"/>
                      <a:pt x="9" y="35"/>
                    </a:cubicBezTo>
                    <a:cubicBezTo>
                      <a:pt x="9" y="16"/>
                      <a:pt x="16" y="7"/>
                      <a:pt x="32" y="7"/>
                    </a:cubicBezTo>
                    <a:cubicBezTo>
                      <a:pt x="42" y="7"/>
                      <a:pt x="46" y="12"/>
                      <a:pt x="47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0" y="71"/>
                      <a:pt x="32" y="71"/>
                    </a:cubicBezTo>
                    <a:cubicBezTo>
                      <a:pt x="43" y="71"/>
                      <a:pt x="52" y="66"/>
                      <a:pt x="52" y="63"/>
                    </a:cubicBezTo>
                    <a:cubicBezTo>
                      <a:pt x="52" y="62"/>
                      <a:pt x="50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5" name="Freeform 113">
                <a:extLst>
                  <a:ext uri="{FF2B5EF4-FFF2-40B4-BE49-F238E27FC236}">
                    <a16:creationId xmlns:a16="http://schemas.microsoft.com/office/drawing/2014/main" id="{D7450807-CFD8-4B00-8F59-3619FF41013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658" y="8102"/>
                <a:ext cx="44" cy="53"/>
              </a:xfrm>
              <a:custGeom>
                <a:avLst/>
                <a:gdLst>
                  <a:gd name="T0" fmla="*/ 35 w 59"/>
                  <a:gd name="T1" fmla="*/ 2 h 70"/>
                  <a:gd name="T2" fmla="*/ 31 w 59"/>
                  <a:gd name="T3" fmla="*/ 0 h 70"/>
                  <a:gd name="T4" fmla="*/ 28 w 59"/>
                  <a:gd name="T5" fmla="*/ 0 h 70"/>
                  <a:gd name="T6" fmla="*/ 24 w 59"/>
                  <a:gd name="T7" fmla="*/ 2 h 70"/>
                  <a:gd name="T8" fmla="*/ 0 w 59"/>
                  <a:gd name="T9" fmla="*/ 67 h 70"/>
                  <a:gd name="T10" fmla="*/ 0 w 59"/>
                  <a:gd name="T11" fmla="*/ 68 h 70"/>
                  <a:gd name="T12" fmla="*/ 4 w 59"/>
                  <a:gd name="T13" fmla="*/ 70 h 70"/>
                  <a:gd name="T14" fmla="*/ 5 w 59"/>
                  <a:gd name="T15" fmla="*/ 70 h 70"/>
                  <a:gd name="T16" fmla="*/ 9 w 59"/>
                  <a:gd name="T17" fmla="*/ 69 h 70"/>
                  <a:gd name="T18" fmla="*/ 14 w 59"/>
                  <a:gd name="T19" fmla="*/ 52 h 70"/>
                  <a:gd name="T20" fmla="*/ 44 w 59"/>
                  <a:gd name="T21" fmla="*/ 52 h 70"/>
                  <a:gd name="T22" fmla="*/ 50 w 59"/>
                  <a:gd name="T23" fmla="*/ 69 h 70"/>
                  <a:gd name="T24" fmla="*/ 54 w 59"/>
                  <a:gd name="T25" fmla="*/ 70 h 70"/>
                  <a:gd name="T26" fmla="*/ 54 w 59"/>
                  <a:gd name="T27" fmla="*/ 70 h 70"/>
                  <a:gd name="T28" fmla="*/ 59 w 59"/>
                  <a:gd name="T29" fmla="*/ 68 h 70"/>
                  <a:gd name="T30" fmla="*/ 58 w 59"/>
                  <a:gd name="T31" fmla="*/ 67 h 70"/>
                  <a:gd name="T32" fmla="*/ 35 w 59"/>
                  <a:gd name="T33" fmla="*/ 2 h 70"/>
                  <a:gd name="T34" fmla="*/ 17 w 59"/>
                  <a:gd name="T35" fmla="*/ 45 h 70"/>
                  <a:gd name="T36" fmla="*/ 28 w 59"/>
                  <a:gd name="T37" fmla="*/ 15 h 70"/>
                  <a:gd name="T38" fmla="*/ 29 w 59"/>
                  <a:gd name="T39" fmla="*/ 9 h 70"/>
                  <a:gd name="T40" fmla="*/ 31 w 59"/>
                  <a:gd name="T41" fmla="*/ 15 h 70"/>
                  <a:gd name="T42" fmla="*/ 41 w 59"/>
                  <a:gd name="T43" fmla="*/ 45 h 70"/>
                  <a:gd name="T44" fmla="*/ 17 w 59"/>
                  <a:gd name="T45" fmla="*/ 4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70">
                    <a:moveTo>
                      <a:pt x="35" y="2"/>
                    </a:moveTo>
                    <a:cubicBezTo>
                      <a:pt x="34" y="1"/>
                      <a:pt x="33" y="0"/>
                      <a:pt x="31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4" y="1"/>
                      <a:pt x="24" y="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0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7" y="70"/>
                      <a:pt x="8" y="70"/>
                      <a:pt x="9" y="69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70"/>
                      <a:pt x="52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7" y="70"/>
                      <a:pt x="59" y="69"/>
                      <a:pt x="59" y="68"/>
                    </a:cubicBezTo>
                    <a:cubicBezTo>
                      <a:pt x="59" y="68"/>
                      <a:pt x="58" y="68"/>
                      <a:pt x="58" y="67"/>
                    </a:cubicBezTo>
                    <a:lnTo>
                      <a:pt x="35" y="2"/>
                    </a:lnTo>
                    <a:close/>
                    <a:moveTo>
                      <a:pt x="17" y="4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41" y="45"/>
                      <a:pt x="41" y="45"/>
                      <a:pt x="41" y="45"/>
                    </a:cubicBezTo>
                    <a:lnTo>
                      <a:pt x="17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6" name="Freeform 114">
                <a:extLst>
                  <a:ext uri="{FF2B5EF4-FFF2-40B4-BE49-F238E27FC236}">
                    <a16:creationId xmlns:a16="http://schemas.microsoft.com/office/drawing/2014/main" id="{30AC8CCB-C959-42FF-A627-4BD8A196B2C2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712" y="8102"/>
                <a:ext cx="40" cy="53"/>
              </a:xfrm>
              <a:custGeom>
                <a:avLst/>
                <a:gdLst>
                  <a:gd name="T0" fmla="*/ 23 w 54"/>
                  <a:gd name="T1" fmla="*/ 0 h 70"/>
                  <a:gd name="T2" fmla="*/ 3 w 54"/>
                  <a:gd name="T3" fmla="*/ 0 h 70"/>
                  <a:gd name="T4" fmla="*/ 0 w 54"/>
                  <a:gd name="T5" fmla="*/ 3 h 70"/>
                  <a:gd name="T6" fmla="*/ 0 w 54"/>
                  <a:gd name="T7" fmla="*/ 67 h 70"/>
                  <a:gd name="T8" fmla="*/ 3 w 54"/>
                  <a:gd name="T9" fmla="*/ 70 h 70"/>
                  <a:gd name="T10" fmla="*/ 23 w 54"/>
                  <a:gd name="T11" fmla="*/ 70 h 70"/>
                  <a:gd name="T12" fmla="*/ 54 w 54"/>
                  <a:gd name="T13" fmla="*/ 35 h 70"/>
                  <a:gd name="T14" fmla="*/ 23 w 54"/>
                  <a:gd name="T15" fmla="*/ 0 h 70"/>
                  <a:gd name="T16" fmla="*/ 22 w 54"/>
                  <a:gd name="T17" fmla="*/ 62 h 70"/>
                  <a:gd name="T18" fmla="*/ 9 w 54"/>
                  <a:gd name="T19" fmla="*/ 62 h 70"/>
                  <a:gd name="T20" fmla="*/ 9 w 54"/>
                  <a:gd name="T21" fmla="*/ 8 h 70"/>
                  <a:gd name="T22" fmla="*/ 22 w 54"/>
                  <a:gd name="T23" fmla="*/ 8 h 70"/>
                  <a:gd name="T24" fmla="*/ 45 w 54"/>
                  <a:gd name="T25" fmla="*/ 35 h 70"/>
                  <a:gd name="T26" fmla="*/ 22 w 54"/>
                  <a:gd name="T27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70">
                    <a:moveTo>
                      <a:pt x="2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40" y="70"/>
                      <a:pt x="54" y="61"/>
                      <a:pt x="54" y="35"/>
                    </a:cubicBezTo>
                    <a:cubicBezTo>
                      <a:pt x="54" y="9"/>
                      <a:pt x="40" y="0"/>
                      <a:pt x="23" y="0"/>
                    </a:cubicBezTo>
                    <a:moveTo>
                      <a:pt x="22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5" y="8"/>
                      <a:pt x="45" y="15"/>
                      <a:pt x="45" y="35"/>
                    </a:cubicBezTo>
                    <a:cubicBezTo>
                      <a:pt x="45" y="55"/>
                      <a:pt x="35" y="62"/>
                      <a:pt x="22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7" name="Freeform 115">
                <a:extLst>
                  <a:ext uri="{FF2B5EF4-FFF2-40B4-BE49-F238E27FC236}">
                    <a16:creationId xmlns:a16="http://schemas.microsoft.com/office/drawing/2014/main" id="{B5E9D4C2-76D3-4547-BA7A-B8DAFB1B9E0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766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8" name="Freeform 116">
                <a:extLst>
                  <a:ext uri="{FF2B5EF4-FFF2-40B4-BE49-F238E27FC236}">
                    <a16:creationId xmlns:a16="http://schemas.microsoft.com/office/drawing/2014/main" id="{85B7EFCE-43EF-4370-B999-362003862B7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08" y="8102"/>
                <a:ext cx="49" cy="53"/>
              </a:xfrm>
              <a:custGeom>
                <a:avLst/>
                <a:gdLst>
                  <a:gd name="T0" fmla="*/ 62 w 66"/>
                  <a:gd name="T1" fmla="*/ 0 h 70"/>
                  <a:gd name="T2" fmla="*/ 59 w 66"/>
                  <a:gd name="T3" fmla="*/ 0 h 70"/>
                  <a:gd name="T4" fmla="*/ 55 w 66"/>
                  <a:gd name="T5" fmla="*/ 2 h 70"/>
                  <a:gd name="T6" fmla="*/ 36 w 66"/>
                  <a:gd name="T7" fmla="*/ 35 h 70"/>
                  <a:gd name="T8" fmla="*/ 33 w 66"/>
                  <a:gd name="T9" fmla="*/ 41 h 70"/>
                  <a:gd name="T10" fmla="*/ 31 w 66"/>
                  <a:gd name="T11" fmla="*/ 35 h 70"/>
                  <a:gd name="T12" fmla="*/ 12 w 66"/>
                  <a:gd name="T13" fmla="*/ 2 h 70"/>
                  <a:gd name="T14" fmla="*/ 8 w 66"/>
                  <a:gd name="T15" fmla="*/ 0 h 70"/>
                  <a:gd name="T16" fmla="*/ 4 w 66"/>
                  <a:gd name="T17" fmla="*/ 0 h 70"/>
                  <a:gd name="T18" fmla="*/ 0 w 66"/>
                  <a:gd name="T19" fmla="*/ 2 h 70"/>
                  <a:gd name="T20" fmla="*/ 0 w 66"/>
                  <a:gd name="T21" fmla="*/ 68 h 70"/>
                  <a:gd name="T22" fmla="*/ 4 w 66"/>
                  <a:gd name="T23" fmla="*/ 70 h 70"/>
                  <a:gd name="T24" fmla="*/ 5 w 66"/>
                  <a:gd name="T25" fmla="*/ 70 h 70"/>
                  <a:gd name="T26" fmla="*/ 9 w 66"/>
                  <a:gd name="T27" fmla="*/ 68 h 70"/>
                  <a:gd name="T28" fmla="*/ 9 w 66"/>
                  <a:gd name="T29" fmla="*/ 14 h 70"/>
                  <a:gd name="T30" fmla="*/ 29 w 66"/>
                  <a:gd name="T31" fmla="*/ 49 h 70"/>
                  <a:gd name="T32" fmla="*/ 31 w 66"/>
                  <a:gd name="T33" fmla="*/ 51 h 70"/>
                  <a:gd name="T34" fmla="*/ 35 w 66"/>
                  <a:gd name="T35" fmla="*/ 51 h 70"/>
                  <a:gd name="T36" fmla="*/ 38 w 66"/>
                  <a:gd name="T37" fmla="*/ 49 h 70"/>
                  <a:gd name="T38" fmla="*/ 58 w 66"/>
                  <a:gd name="T39" fmla="*/ 15 h 70"/>
                  <a:gd name="T40" fmla="*/ 58 w 66"/>
                  <a:gd name="T41" fmla="*/ 68 h 70"/>
                  <a:gd name="T42" fmla="*/ 61 w 66"/>
                  <a:gd name="T43" fmla="*/ 70 h 70"/>
                  <a:gd name="T44" fmla="*/ 62 w 66"/>
                  <a:gd name="T45" fmla="*/ 70 h 70"/>
                  <a:gd name="T46" fmla="*/ 66 w 66"/>
                  <a:gd name="T47" fmla="*/ 68 h 70"/>
                  <a:gd name="T48" fmla="*/ 66 w 66"/>
                  <a:gd name="T49" fmla="*/ 2 h 70"/>
                  <a:gd name="T50" fmla="*/ 62 w 66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70">
                    <a:moveTo>
                      <a:pt x="62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0"/>
                      <a:pt x="55" y="1"/>
                      <a:pt x="55" y="2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50"/>
                      <a:pt x="30" y="51"/>
                      <a:pt x="31" y="51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51"/>
                      <a:pt x="37" y="50"/>
                      <a:pt x="38" y="49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9"/>
                      <a:pt x="59" y="70"/>
                      <a:pt x="6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5" y="70"/>
                      <a:pt x="66" y="69"/>
                      <a:pt x="66" y="6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5" y="0"/>
                      <a:pt x="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29" name="Freeform 117">
                <a:extLst>
                  <a:ext uri="{FF2B5EF4-FFF2-40B4-BE49-F238E27FC236}">
                    <a16:creationId xmlns:a16="http://schemas.microsoft.com/office/drawing/2014/main" id="{667A5738-8DDA-4ED0-BD55-F268968447F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868" y="8102"/>
                <a:ext cx="38" cy="53"/>
              </a:xfrm>
              <a:custGeom>
                <a:avLst/>
                <a:gdLst>
                  <a:gd name="T0" fmla="*/ 48 w 52"/>
                  <a:gd name="T1" fmla="*/ 0 h 70"/>
                  <a:gd name="T2" fmla="*/ 43 w 52"/>
                  <a:gd name="T3" fmla="*/ 2 h 70"/>
                  <a:gd name="T4" fmla="*/ 27 w 52"/>
                  <a:gd name="T5" fmla="*/ 26 h 70"/>
                  <a:gd name="T6" fmla="*/ 10 w 52"/>
                  <a:gd name="T7" fmla="*/ 2 h 70"/>
                  <a:gd name="T8" fmla="*/ 6 w 52"/>
                  <a:gd name="T9" fmla="*/ 0 h 70"/>
                  <a:gd name="T10" fmla="*/ 5 w 52"/>
                  <a:gd name="T11" fmla="*/ 0 h 70"/>
                  <a:gd name="T12" fmla="*/ 0 w 52"/>
                  <a:gd name="T13" fmla="*/ 2 h 70"/>
                  <a:gd name="T14" fmla="*/ 1 w 52"/>
                  <a:gd name="T15" fmla="*/ 4 h 70"/>
                  <a:gd name="T16" fmla="*/ 22 w 52"/>
                  <a:gd name="T17" fmla="*/ 34 h 70"/>
                  <a:gd name="T18" fmla="*/ 22 w 52"/>
                  <a:gd name="T19" fmla="*/ 68 h 70"/>
                  <a:gd name="T20" fmla="*/ 26 w 52"/>
                  <a:gd name="T21" fmla="*/ 70 h 70"/>
                  <a:gd name="T22" fmla="*/ 27 w 52"/>
                  <a:gd name="T23" fmla="*/ 70 h 70"/>
                  <a:gd name="T24" fmla="*/ 31 w 52"/>
                  <a:gd name="T25" fmla="*/ 68 h 70"/>
                  <a:gd name="T26" fmla="*/ 31 w 52"/>
                  <a:gd name="T27" fmla="*/ 35 h 70"/>
                  <a:gd name="T28" fmla="*/ 51 w 52"/>
                  <a:gd name="T29" fmla="*/ 4 h 70"/>
                  <a:gd name="T30" fmla="*/ 52 w 52"/>
                  <a:gd name="T31" fmla="*/ 2 h 70"/>
                  <a:gd name="T32" fmla="*/ 48 w 52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0">
                    <a:moveTo>
                      <a:pt x="48" y="0"/>
                    </a:moveTo>
                    <a:cubicBezTo>
                      <a:pt x="46" y="0"/>
                      <a:pt x="44" y="1"/>
                      <a:pt x="43" y="2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2" y="69"/>
                      <a:pt x="23" y="70"/>
                      <a:pt x="26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9" y="70"/>
                      <a:pt x="31" y="69"/>
                      <a:pt x="31" y="68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1"/>
                      <a:pt x="51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0" name="Freeform 118">
                <a:extLst>
                  <a:ext uri="{FF2B5EF4-FFF2-40B4-BE49-F238E27FC236}">
                    <a16:creationId xmlns:a16="http://schemas.microsoft.com/office/drawing/2014/main" id="{2884339E-8AC5-4B93-9B84-EFFEC6E032EC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3935" y="8102"/>
                <a:ext cx="46" cy="53"/>
              </a:xfrm>
              <a:custGeom>
                <a:avLst/>
                <a:gdLst>
                  <a:gd name="T0" fmla="*/ 31 w 62"/>
                  <a:gd name="T1" fmla="*/ 0 h 71"/>
                  <a:gd name="T2" fmla="*/ 0 w 62"/>
                  <a:gd name="T3" fmla="*/ 35 h 71"/>
                  <a:gd name="T4" fmla="*/ 31 w 62"/>
                  <a:gd name="T5" fmla="*/ 71 h 71"/>
                  <a:gd name="T6" fmla="*/ 62 w 62"/>
                  <a:gd name="T7" fmla="*/ 35 h 71"/>
                  <a:gd name="T8" fmla="*/ 31 w 62"/>
                  <a:gd name="T9" fmla="*/ 0 h 71"/>
                  <a:gd name="T10" fmla="*/ 31 w 62"/>
                  <a:gd name="T11" fmla="*/ 63 h 71"/>
                  <a:gd name="T12" fmla="*/ 10 w 62"/>
                  <a:gd name="T13" fmla="*/ 35 h 71"/>
                  <a:gd name="T14" fmla="*/ 31 w 62"/>
                  <a:gd name="T15" fmla="*/ 7 h 71"/>
                  <a:gd name="T16" fmla="*/ 53 w 62"/>
                  <a:gd name="T17" fmla="*/ 35 h 71"/>
                  <a:gd name="T18" fmla="*/ 31 w 62"/>
                  <a:gd name="T19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1">
                    <a:moveTo>
                      <a:pt x="31" y="0"/>
                    </a:moveTo>
                    <a:cubicBezTo>
                      <a:pt x="11" y="0"/>
                      <a:pt x="0" y="12"/>
                      <a:pt x="0" y="35"/>
                    </a:cubicBezTo>
                    <a:cubicBezTo>
                      <a:pt x="0" y="58"/>
                      <a:pt x="11" y="71"/>
                      <a:pt x="31" y="71"/>
                    </a:cubicBezTo>
                    <a:cubicBezTo>
                      <a:pt x="51" y="71"/>
                      <a:pt x="62" y="58"/>
                      <a:pt x="62" y="35"/>
                    </a:cubicBezTo>
                    <a:cubicBezTo>
                      <a:pt x="62" y="12"/>
                      <a:pt x="51" y="0"/>
                      <a:pt x="31" y="0"/>
                    </a:cubicBezTo>
                    <a:moveTo>
                      <a:pt x="31" y="63"/>
                    </a:moveTo>
                    <a:cubicBezTo>
                      <a:pt x="17" y="63"/>
                      <a:pt x="10" y="53"/>
                      <a:pt x="10" y="35"/>
                    </a:cubicBezTo>
                    <a:cubicBezTo>
                      <a:pt x="10" y="17"/>
                      <a:pt x="17" y="7"/>
                      <a:pt x="31" y="7"/>
                    </a:cubicBezTo>
                    <a:cubicBezTo>
                      <a:pt x="45" y="7"/>
                      <a:pt x="53" y="17"/>
                      <a:pt x="53" y="35"/>
                    </a:cubicBezTo>
                    <a:cubicBezTo>
                      <a:pt x="53" y="53"/>
                      <a:pt x="45" y="63"/>
                      <a:pt x="31" y="6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1" name="Freeform 119">
                <a:extLst>
                  <a:ext uri="{FF2B5EF4-FFF2-40B4-BE49-F238E27FC236}">
                    <a16:creationId xmlns:a16="http://schemas.microsoft.com/office/drawing/2014/main" id="{CB65E744-6D65-49A1-BD6E-DFA08362EDF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3994" y="8102"/>
                <a:ext cx="28" cy="53"/>
              </a:xfrm>
              <a:custGeom>
                <a:avLst/>
                <a:gdLst>
                  <a:gd name="T0" fmla="*/ 35 w 37"/>
                  <a:gd name="T1" fmla="*/ 0 h 70"/>
                  <a:gd name="T2" fmla="*/ 3 w 37"/>
                  <a:gd name="T3" fmla="*/ 0 h 70"/>
                  <a:gd name="T4" fmla="*/ 0 w 37"/>
                  <a:gd name="T5" fmla="*/ 3 h 70"/>
                  <a:gd name="T6" fmla="*/ 0 w 37"/>
                  <a:gd name="T7" fmla="*/ 68 h 70"/>
                  <a:gd name="T8" fmla="*/ 4 w 37"/>
                  <a:gd name="T9" fmla="*/ 70 h 70"/>
                  <a:gd name="T10" fmla="*/ 5 w 37"/>
                  <a:gd name="T11" fmla="*/ 70 h 70"/>
                  <a:gd name="T12" fmla="*/ 9 w 37"/>
                  <a:gd name="T13" fmla="*/ 68 h 70"/>
                  <a:gd name="T14" fmla="*/ 9 w 37"/>
                  <a:gd name="T15" fmla="*/ 38 h 70"/>
                  <a:gd name="T16" fmla="*/ 33 w 37"/>
                  <a:gd name="T17" fmla="*/ 38 h 70"/>
                  <a:gd name="T18" fmla="*/ 35 w 37"/>
                  <a:gd name="T19" fmla="*/ 35 h 70"/>
                  <a:gd name="T20" fmla="*/ 35 w 37"/>
                  <a:gd name="T21" fmla="*/ 34 h 70"/>
                  <a:gd name="T22" fmla="*/ 33 w 37"/>
                  <a:gd name="T23" fmla="*/ 31 h 70"/>
                  <a:gd name="T24" fmla="*/ 9 w 37"/>
                  <a:gd name="T25" fmla="*/ 31 h 70"/>
                  <a:gd name="T26" fmla="*/ 9 w 37"/>
                  <a:gd name="T27" fmla="*/ 8 h 70"/>
                  <a:gd name="T28" fmla="*/ 35 w 37"/>
                  <a:gd name="T29" fmla="*/ 8 h 70"/>
                  <a:gd name="T30" fmla="*/ 37 w 37"/>
                  <a:gd name="T31" fmla="*/ 5 h 70"/>
                  <a:gd name="T32" fmla="*/ 37 w 37"/>
                  <a:gd name="T33" fmla="*/ 3 h 70"/>
                  <a:gd name="T34" fmla="*/ 35 w 37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70">
                    <a:moveTo>
                      <a:pt x="3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2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8"/>
                      <a:pt x="35" y="37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2"/>
                      <a:pt x="34" y="31"/>
                      <a:pt x="33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8"/>
                      <a:pt x="37" y="7"/>
                      <a:pt x="37" y="5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2" name="Freeform 120">
                <a:extLst>
                  <a:ext uri="{FF2B5EF4-FFF2-40B4-BE49-F238E27FC236}">
                    <a16:creationId xmlns:a16="http://schemas.microsoft.com/office/drawing/2014/main" id="{28096000-3C4F-4AA4-9130-50D33D758D9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50" y="8102"/>
                <a:ext cx="32" cy="53"/>
              </a:xfrm>
              <a:custGeom>
                <a:avLst/>
                <a:gdLst>
                  <a:gd name="T0" fmla="*/ 11 w 43"/>
                  <a:gd name="T1" fmla="*/ 19 h 71"/>
                  <a:gd name="T2" fmla="*/ 23 w 43"/>
                  <a:gd name="T3" fmla="*/ 7 h 71"/>
                  <a:gd name="T4" fmla="*/ 36 w 43"/>
                  <a:gd name="T5" fmla="*/ 11 h 71"/>
                  <a:gd name="T6" fmla="*/ 40 w 43"/>
                  <a:gd name="T7" fmla="*/ 6 h 71"/>
                  <a:gd name="T8" fmla="*/ 24 w 43"/>
                  <a:gd name="T9" fmla="*/ 0 h 71"/>
                  <a:gd name="T10" fmla="*/ 2 w 43"/>
                  <a:gd name="T11" fmla="*/ 18 h 71"/>
                  <a:gd name="T12" fmla="*/ 34 w 43"/>
                  <a:gd name="T13" fmla="*/ 51 h 71"/>
                  <a:gd name="T14" fmla="*/ 21 w 43"/>
                  <a:gd name="T15" fmla="*/ 63 h 71"/>
                  <a:gd name="T16" fmla="*/ 4 w 43"/>
                  <a:gd name="T17" fmla="*/ 58 h 71"/>
                  <a:gd name="T18" fmla="*/ 0 w 43"/>
                  <a:gd name="T19" fmla="*/ 63 h 71"/>
                  <a:gd name="T20" fmla="*/ 21 w 43"/>
                  <a:gd name="T21" fmla="*/ 71 h 71"/>
                  <a:gd name="T22" fmla="*/ 43 w 43"/>
                  <a:gd name="T23" fmla="*/ 51 h 71"/>
                  <a:gd name="T24" fmla="*/ 11 w 43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71">
                    <a:moveTo>
                      <a:pt x="11" y="19"/>
                    </a:moveTo>
                    <a:cubicBezTo>
                      <a:pt x="11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40" y="7"/>
                      <a:pt x="40" y="6"/>
                    </a:cubicBezTo>
                    <a:cubicBezTo>
                      <a:pt x="40" y="2"/>
                      <a:pt x="29" y="0"/>
                      <a:pt x="24" y="0"/>
                    </a:cubicBezTo>
                    <a:cubicBezTo>
                      <a:pt x="10" y="0"/>
                      <a:pt x="2" y="7"/>
                      <a:pt x="2" y="18"/>
                    </a:cubicBezTo>
                    <a:cubicBezTo>
                      <a:pt x="2" y="41"/>
                      <a:pt x="34" y="34"/>
                      <a:pt x="34" y="51"/>
                    </a:cubicBezTo>
                    <a:cubicBezTo>
                      <a:pt x="34" y="58"/>
                      <a:pt x="28" y="63"/>
                      <a:pt x="21" y="63"/>
                    </a:cubicBezTo>
                    <a:cubicBezTo>
                      <a:pt x="11" y="63"/>
                      <a:pt x="5" y="58"/>
                      <a:pt x="4" y="58"/>
                    </a:cubicBezTo>
                    <a:cubicBezTo>
                      <a:pt x="3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1" y="71"/>
                    </a:cubicBezTo>
                    <a:cubicBezTo>
                      <a:pt x="34" y="71"/>
                      <a:pt x="43" y="63"/>
                      <a:pt x="43" y="51"/>
                    </a:cubicBezTo>
                    <a:cubicBezTo>
                      <a:pt x="43" y="26"/>
                      <a:pt x="11" y="33"/>
                      <a:pt x="11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3" name="Freeform 121">
                <a:extLst>
                  <a:ext uri="{FF2B5EF4-FFF2-40B4-BE49-F238E27FC236}">
                    <a16:creationId xmlns:a16="http://schemas.microsoft.com/office/drawing/2014/main" id="{8843C32A-0C2C-4566-AF8A-2279226497A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9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3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3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3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4" name="Freeform 122">
                <a:extLst>
                  <a:ext uri="{FF2B5EF4-FFF2-40B4-BE49-F238E27FC236}">
                    <a16:creationId xmlns:a16="http://schemas.microsoft.com/office/drawing/2014/main" id="{BC6E3807-49F4-4982-B5F3-F13ECE69905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42" y="8102"/>
                <a:ext cx="7" cy="53"/>
              </a:xfrm>
              <a:custGeom>
                <a:avLst/>
                <a:gdLst>
                  <a:gd name="T0" fmla="*/ 5 w 9"/>
                  <a:gd name="T1" fmla="*/ 0 h 70"/>
                  <a:gd name="T2" fmla="*/ 4 w 9"/>
                  <a:gd name="T3" fmla="*/ 0 h 70"/>
                  <a:gd name="T4" fmla="*/ 0 w 9"/>
                  <a:gd name="T5" fmla="*/ 2 h 70"/>
                  <a:gd name="T6" fmla="*/ 0 w 9"/>
                  <a:gd name="T7" fmla="*/ 68 h 70"/>
                  <a:gd name="T8" fmla="*/ 4 w 9"/>
                  <a:gd name="T9" fmla="*/ 70 h 70"/>
                  <a:gd name="T10" fmla="*/ 5 w 9"/>
                  <a:gd name="T11" fmla="*/ 70 h 70"/>
                  <a:gd name="T12" fmla="*/ 9 w 9"/>
                  <a:gd name="T13" fmla="*/ 68 h 70"/>
                  <a:gd name="T14" fmla="*/ 9 w 9"/>
                  <a:gd name="T15" fmla="*/ 2 h 70"/>
                  <a:gd name="T16" fmla="*/ 5 w 9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0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8" y="70"/>
                      <a:pt x="9" y="69"/>
                      <a:pt x="9" y="6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5" name="Freeform 123">
                <a:extLst>
                  <a:ext uri="{FF2B5EF4-FFF2-40B4-BE49-F238E27FC236}">
                    <a16:creationId xmlns:a16="http://schemas.microsoft.com/office/drawing/2014/main" id="{B07FAB37-B980-4D27-8A51-45A2BBB5B2E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166" y="8102"/>
                <a:ext cx="29" cy="53"/>
              </a:xfrm>
              <a:custGeom>
                <a:avLst/>
                <a:gdLst>
                  <a:gd name="T0" fmla="*/ 37 w 39"/>
                  <a:gd name="T1" fmla="*/ 62 h 70"/>
                  <a:gd name="T2" fmla="*/ 8 w 39"/>
                  <a:gd name="T3" fmla="*/ 62 h 70"/>
                  <a:gd name="T4" fmla="*/ 8 w 39"/>
                  <a:gd name="T5" fmla="*/ 38 h 70"/>
                  <a:gd name="T6" fmla="*/ 34 w 39"/>
                  <a:gd name="T7" fmla="*/ 38 h 70"/>
                  <a:gd name="T8" fmla="*/ 36 w 39"/>
                  <a:gd name="T9" fmla="*/ 35 h 70"/>
                  <a:gd name="T10" fmla="*/ 36 w 39"/>
                  <a:gd name="T11" fmla="*/ 34 h 70"/>
                  <a:gd name="T12" fmla="*/ 34 w 39"/>
                  <a:gd name="T13" fmla="*/ 31 h 70"/>
                  <a:gd name="T14" fmla="*/ 8 w 39"/>
                  <a:gd name="T15" fmla="*/ 31 h 70"/>
                  <a:gd name="T16" fmla="*/ 8 w 39"/>
                  <a:gd name="T17" fmla="*/ 8 h 70"/>
                  <a:gd name="T18" fmla="*/ 37 w 39"/>
                  <a:gd name="T19" fmla="*/ 8 h 70"/>
                  <a:gd name="T20" fmla="*/ 39 w 39"/>
                  <a:gd name="T21" fmla="*/ 5 h 70"/>
                  <a:gd name="T22" fmla="*/ 39 w 39"/>
                  <a:gd name="T23" fmla="*/ 3 h 70"/>
                  <a:gd name="T24" fmla="*/ 37 w 39"/>
                  <a:gd name="T25" fmla="*/ 0 h 70"/>
                  <a:gd name="T26" fmla="*/ 3 w 39"/>
                  <a:gd name="T27" fmla="*/ 0 h 70"/>
                  <a:gd name="T28" fmla="*/ 0 w 39"/>
                  <a:gd name="T29" fmla="*/ 3 h 70"/>
                  <a:gd name="T30" fmla="*/ 0 w 39"/>
                  <a:gd name="T31" fmla="*/ 67 h 70"/>
                  <a:gd name="T32" fmla="*/ 3 w 39"/>
                  <a:gd name="T33" fmla="*/ 70 h 70"/>
                  <a:gd name="T34" fmla="*/ 37 w 39"/>
                  <a:gd name="T35" fmla="*/ 70 h 70"/>
                  <a:gd name="T36" fmla="*/ 39 w 39"/>
                  <a:gd name="T37" fmla="*/ 67 h 70"/>
                  <a:gd name="T38" fmla="*/ 39 w 39"/>
                  <a:gd name="T39" fmla="*/ 65 h 70"/>
                  <a:gd name="T40" fmla="*/ 37 w 39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70">
                    <a:moveTo>
                      <a:pt x="37" y="62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38"/>
                      <a:pt x="36" y="37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2"/>
                      <a:pt x="36" y="31"/>
                      <a:pt x="34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9" y="8"/>
                      <a:pt x="39" y="7"/>
                      <a:pt x="39" y="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0"/>
                      <a:pt x="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9" y="70"/>
                      <a:pt x="39" y="69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2"/>
                      <a:pt x="37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6" name="Freeform 124">
                <a:extLst>
                  <a:ext uri="{FF2B5EF4-FFF2-40B4-BE49-F238E27FC236}">
                    <a16:creationId xmlns:a16="http://schemas.microsoft.com/office/drawing/2014/main" id="{E18DBA8F-80A4-4A9F-BCB5-69E701A7E05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09" y="8102"/>
                <a:ext cx="39" cy="53"/>
              </a:xfrm>
              <a:custGeom>
                <a:avLst/>
                <a:gdLst>
                  <a:gd name="T0" fmla="*/ 49 w 53"/>
                  <a:gd name="T1" fmla="*/ 0 h 70"/>
                  <a:gd name="T2" fmla="*/ 49 w 53"/>
                  <a:gd name="T3" fmla="*/ 0 h 70"/>
                  <a:gd name="T4" fmla="*/ 45 w 53"/>
                  <a:gd name="T5" fmla="*/ 2 h 70"/>
                  <a:gd name="T6" fmla="*/ 45 w 53"/>
                  <a:gd name="T7" fmla="*/ 56 h 70"/>
                  <a:gd name="T8" fmla="*/ 42 w 53"/>
                  <a:gd name="T9" fmla="*/ 50 h 70"/>
                  <a:gd name="T10" fmla="*/ 10 w 53"/>
                  <a:gd name="T11" fmla="*/ 2 h 70"/>
                  <a:gd name="T12" fmla="*/ 6 w 53"/>
                  <a:gd name="T13" fmla="*/ 0 h 70"/>
                  <a:gd name="T14" fmla="*/ 4 w 53"/>
                  <a:gd name="T15" fmla="*/ 0 h 70"/>
                  <a:gd name="T16" fmla="*/ 0 w 53"/>
                  <a:gd name="T17" fmla="*/ 2 h 70"/>
                  <a:gd name="T18" fmla="*/ 0 w 53"/>
                  <a:gd name="T19" fmla="*/ 68 h 70"/>
                  <a:gd name="T20" fmla="*/ 4 w 53"/>
                  <a:gd name="T21" fmla="*/ 70 h 70"/>
                  <a:gd name="T22" fmla="*/ 4 w 53"/>
                  <a:gd name="T23" fmla="*/ 70 h 70"/>
                  <a:gd name="T24" fmla="*/ 8 w 53"/>
                  <a:gd name="T25" fmla="*/ 68 h 70"/>
                  <a:gd name="T26" fmla="*/ 8 w 53"/>
                  <a:gd name="T27" fmla="*/ 14 h 70"/>
                  <a:gd name="T28" fmla="*/ 11 w 53"/>
                  <a:gd name="T29" fmla="*/ 19 h 70"/>
                  <a:gd name="T30" fmla="*/ 44 w 53"/>
                  <a:gd name="T31" fmla="*/ 69 h 70"/>
                  <a:gd name="T32" fmla="*/ 47 w 53"/>
                  <a:gd name="T33" fmla="*/ 70 h 70"/>
                  <a:gd name="T34" fmla="*/ 49 w 53"/>
                  <a:gd name="T35" fmla="*/ 70 h 70"/>
                  <a:gd name="T36" fmla="*/ 53 w 53"/>
                  <a:gd name="T37" fmla="*/ 68 h 70"/>
                  <a:gd name="T38" fmla="*/ 53 w 53"/>
                  <a:gd name="T39" fmla="*/ 2 h 70"/>
                  <a:gd name="T40" fmla="*/ 49 w 53"/>
                  <a:gd name="T4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70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6" y="0"/>
                      <a:pt x="45" y="1"/>
                      <a:pt x="45" y="2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1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7" y="70"/>
                      <a:pt x="8" y="69"/>
                      <a:pt x="8" y="68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5" y="70"/>
                      <a:pt x="47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3" y="69"/>
                      <a:pt x="53" y="6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2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7" name="Freeform 125">
                <a:extLst>
                  <a:ext uri="{FF2B5EF4-FFF2-40B4-BE49-F238E27FC236}">
                    <a16:creationId xmlns:a16="http://schemas.microsoft.com/office/drawing/2014/main" id="{86801E10-CA2C-4141-9E2E-7B267D6C011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61" y="8102"/>
                <a:ext cx="40" cy="53"/>
              </a:xfrm>
              <a:custGeom>
                <a:avLst/>
                <a:gdLst>
                  <a:gd name="T0" fmla="*/ 49 w 53"/>
                  <a:gd name="T1" fmla="*/ 58 h 71"/>
                  <a:gd name="T2" fmla="*/ 32 w 53"/>
                  <a:gd name="T3" fmla="*/ 63 h 71"/>
                  <a:gd name="T4" fmla="*/ 9 w 53"/>
                  <a:gd name="T5" fmla="*/ 35 h 71"/>
                  <a:gd name="T6" fmla="*/ 33 w 53"/>
                  <a:gd name="T7" fmla="*/ 7 h 71"/>
                  <a:gd name="T8" fmla="*/ 48 w 53"/>
                  <a:gd name="T9" fmla="*/ 12 h 71"/>
                  <a:gd name="T10" fmla="*/ 51 w 53"/>
                  <a:gd name="T11" fmla="*/ 6 h 71"/>
                  <a:gd name="T12" fmla="*/ 32 w 53"/>
                  <a:gd name="T13" fmla="*/ 0 h 71"/>
                  <a:gd name="T14" fmla="*/ 0 w 53"/>
                  <a:gd name="T15" fmla="*/ 35 h 71"/>
                  <a:gd name="T16" fmla="*/ 32 w 53"/>
                  <a:gd name="T17" fmla="*/ 71 h 71"/>
                  <a:gd name="T18" fmla="*/ 53 w 53"/>
                  <a:gd name="T19" fmla="*/ 63 h 71"/>
                  <a:gd name="T20" fmla="*/ 49 w 53"/>
                  <a:gd name="T21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71">
                    <a:moveTo>
                      <a:pt x="49" y="58"/>
                    </a:moveTo>
                    <a:cubicBezTo>
                      <a:pt x="48" y="58"/>
                      <a:pt x="42" y="63"/>
                      <a:pt x="32" y="63"/>
                    </a:cubicBezTo>
                    <a:cubicBezTo>
                      <a:pt x="17" y="63"/>
                      <a:pt x="9" y="54"/>
                      <a:pt x="9" y="35"/>
                    </a:cubicBezTo>
                    <a:cubicBezTo>
                      <a:pt x="9" y="16"/>
                      <a:pt x="17" y="7"/>
                      <a:pt x="33" y="7"/>
                    </a:cubicBezTo>
                    <a:cubicBezTo>
                      <a:pt x="42" y="7"/>
                      <a:pt x="47" y="12"/>
                      <a:pt x="48" y="12"/>
                    </a:cubicBezTo>
                    <a:cubicBezTo>
                      <a:pt x="49" y="12"/>
                      <a:pt x="51" y="8"/>
                      <a:pt x="51" y="6"/>
                    </a:cubicBezTo>
                    <a:cubicBezTo>
                      <a:pt x="51" y="3"/>
                      <a:pt x="42" y="0"/>
                      <a:pt x="32" y="0"/>
                    </a:cubicBezTo>
                    <a:cubicBezTo>
                      <a:pt x="11" y="0"/>
                      <a:pt x="0" y="11"/>
                      <a:pt x="0" y="35"/>
                    </a:cubicBezTo>
                    <a:cubicBezTo>
                      <a:pt x="0" y="59"/>
                      <a:pt x="11" y="71"/>
                      <a:pt x="32" y="71"/>
                    </a:cubicBezTo>
                    <a:cubicBezTo>
                      <a:pt x="44" y="71"/>
                      <a:pt x="53" y="66"/>
                      <a:pt x="53" y="63"/>
                    </a:cubicBezTo>
                    <a:cubicBezTo>
                      <a:pt x="53" y="62"/>
                      <a:pt x="51" y="58"/>
                      <a:pt x="49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8" name="Freeform 126">
                <a:extLst>
                  <a:ext uri="{FF2B5EF4-FFF2-40B4-BE49-F238E27FC236}">
                    <a16:creationId xmlns:a16="http://schemas.microsoft.com/office/drawing/2014/main" id="{CCF1D221-37ED-4218-A448-2A15ECD4BE5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13" y="8102"/>
                <a:ext cx="30" cy="53"/>
              </a:xfrm>
              <a:custGeom>
                <a:avLst/>
                <a:gdLst>
                  <a:gd name="T0" fmla="*/ 38 w 40"/>
                  <a:gd name="T1" fmla="*/ 62 h 70"/>
                  <a:gd name="T2" fmla="*/ 9 w 40"/>
                  <a:gd name="T3" fmla="*/ 62 h 70"/>
                  <a:gd name="T4" fmla="*/ 9 w 40"/>
                  <a:gd name="T5" fmla="*/ 38 h 70"/>
                  <a:gd name="T6" fmla="*/ 35 w 40"/>
                  <a:gd name="T7" fmla="*/ 38 h 70"/>
                  <a:gd name="T8" fmla="*/ 37 w 40"/>
                  <a:gd name="T9" fmla="*/ 35 h 70"/>
                  <a:gd name="T10" fmla="*/ 37 w 40"/>
                  <a:gd name="T11" fmla="*/ 34 h 70"/>
                  <a:gd name="T12" fmla="*/ 35 w 40"/>
                  <a:gd name="T13" fmla="*/ 31 h 70"/>
                  <a:gd name="T14" fmla="*/ 9 w 40"/>
                  <a:gd name="T15" fmla="*/ 31 h 70"/>
                  <a:gd name="T16" fmla="*/ 9 w 40"/>
                  <a:gd name="T17" fmla="*/ 8 h 70"/>
                  <a:gd name="T18" fmla="*/ 38 w 40"/>
                  <a:gd name="T19" fmla="*/ 8 h 70"/>
                  <a:gd name="T20" fmla="*/ 40 w 40"/>
                  <a:gd name="T21" fmla="*/ 5 h 70"/>
                  <a:gd name="T22" fmla="*/ 40 w 40"/>
                  <a:gd name="T23" fmla="*/ 3 h 70"/>
                  <a:gd name="T24" fmla="*/ 38 w 40"/>
                  <a:gd name="T25" fmla="*/ 0 h 70"/>
                  <a:gd name="T26" fmla="*/ 3 w 40"/>
                  <a:gd name="T27" fmla="*/ 0 h 70"/>
                  <a:gd name="T28" fmla="*/ 0 w 40"/>
                  <a:gd name="T29" fmla="*/ 3 h 70"/>
                  <a:gd name="T30" fmla="*/ 0 w 40"/>
                  <a:gd name="T31" fmla="*/ 67 h 70"/>
                  <a:gd name="T32" fmla="*/ 3 w 40"/>
                  <a:gd name="T33" fmla="*/ 70 h 70"/>
                  <a:gd name="T34" fmla="*/ 38 w 40"/>
                  <a:gd name="T35" fmla="*/ 70 h 70"/>
                  <a:gd name="T36" fmla="*/ 40 w 40"/>
                  <a:gd name="T37" fmla="*/ 67 h 70"/>
                  <a:gd name="T38" fmla="*/ 40 w 40"/>
                  <a:gd name="T39" fmla="*/ 65 h 70"/>
                  <a:gd name="T40" fmla="*/ 38 w 40"/>
                  <a:gd name="T41" fmla="*/ 6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70">
                    <a:moveTo>
                      <a:pt x="38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7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2"/>
                      <a:pt x="36" y="31"/>
                      <a:pt x="35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9" y="70"/>
                      <a:pt x="40" y="69"/>
                      <a:pt x="40" y="67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63"/>
                      <a:pt x="39" y="62"/>
                      <a:pt x="38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39" name="Freeform 127">
                <a:extLst>
                  <a:ext uri="{FF2B5EF4-FFF2-40B4-BE49-F238E27FC236}">
                    <a16:creationId xmlns:a16="http://schemas.microsoft.com/office/drawing/2014/main" id="{0348EFFF-D471-4E01-B9F3-8303849242B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52" y="8102"/>
                <a:ext cx="31" cy="53"/>
              </a:xfrm>
              <a:custGeom>
                <a:avLst/>
                <a:gdLst>
                  <a:gd name="T0" fmla="*/ 10 w 42"/>
                  <a:gd name="T1" fmla="*/ 19 h 71"/>
                  <a:gd name="T2" fmla="*/ 23 w 42"/>
                  <a:gd name="T3" fmla="*/ 7 h 71"/>
                  <a:gd name="T4" fmla="*/ 36 w 42"/>
                  <a:gd name="T5" fmla="*/ 11 h 71"/>
                  <a:gd name="T6" fmla="*/ 39 w 42"/>
                  <a:gd name="T7" fmla="*/ 6 h 71"/>
                  <a:gd name="T8" fmla="*/ 23 w 42"/>
                  <a:gd name="T9" fmla="*/ 0 h 71"/>
                  <a:gd name="T10" fmla="*/ 1 w 42"/>
                  <a:gd name="T11" fmla="*/ 18 h 71"/>
                  <a:gd name="T12" fmla="*/ 33 w 42"/>
                  <a:gd name="T13" fmla="*/ 51 h 71"/>
                  <a:gd name="T14" fmla="*/ 20 w 42"/>
                  <a:gd name="T15" fmla="*/ 63 h 71"/>
                  <a:gd name="T16" fmla="*/ 3 w 42"/>
                  <a:gd name="T17" fmla="*/ 58 h 71"/>
                  <a:gd name="T18" fmla="*/ 0 w 42"/>
                  <a:gd name="T19" fmla="*/ 63 h 71"/>
                  <a:gd name="T20" fmla="*/ 20 w 42"/>
                  <a:gd name="T21" fmla="*/ 71 h 71"/>
                  <a:gd name="T22" fmla="*/ 42 w 42"/>
                  <a:gd name="T23" fmla="*/ 51 h 71"/>
                  <a:gd name="T24" fmla="*/ 10 w 4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1">
                    <a:moveTo>
                      <a:pt x="10" y="19"/>
                    </a:moveTo>
                    <a:cubicBezTo>
                      <a:pt x="10" y="11"/>
                      <a:pt x="16" y="7"/>
                      <a:pt x="23" y="7"/>
                    </a:cubicBezTo>
                    <a:cubicBezTo>
                      <a:pt x="31" y="7"/>
                      <a:pt x="35" y="11"/>
                      <a:pt x="36" y="11"/>
                    </a:cubicBezTo>
                    <a:cubicBezTo>
                      <a:pt x="37" y="11"/>
                      <a:pt x="39" y="7"/>
                      <a:pt x="39" y="6"/>
                    </a:cubicBezTo>
                    <a:cubicBezTo>
                      <a:pt x="39" y="2"/>
                      <a:pt x="29" y="0"/>
                      <a:pt x="23" y="0"/>
                    </a:cubicBezTo>
                    <a:cubicBezTo>
                      <a:pt x="10" y="0"/>
                      <a:pt x="1" y="7"/>
                      <a:pt x="1" y="18"/>
                    </a:cubicBezTo>
                    <a:cubicBezTo>
                      <a:pt x="1" y="41"/>
                      <a:pt x="33" y="34"/>
                      <a:pt x="33" y="51"/>
                    </a:cubicBezTo>
                    <a:cubicBezTo>
                      <a:pt x="33" y="58"/>
                      <a:pt x="28" y="63"/>
                      <a:pt x="20" y="63"/>
                    </a:cubicBezTo>
                    <a:cubicBezTo>
                      <a:pt x="10" y="63"/>
                      <a:pt x="5" y="58"/>
                      <a:pt x="3" y="58"/>
                    </a:cubicBezTo>
                    <a:cubicBezTo>
                      <a:pt x="2" y="58"/>
                      <a:pt x="0" y="62"/>
                      <a:pt x="0" y="63"/>
                    </a:cubicBezTo>
                    <a:cubicBezTo>
                      <a:pt x="0" y="66"/>
                      <a:pt x="9" y="71"/>
                      <a:pt x="20" y="71"/>
                    </a:cubicBezTo>
                    <a:cubicBezTo>
                      <a:pt x="34" y="71"/>
                      <a:pt x="42" y="63"/>
                      <a:pt x="42" y="51"/>
                    </a:cubicBezTo>
                    <a:cubicBezTo>
                      <a:pt x="42" y="26"/>
                      <a:pt x="10" y="33"/>
                      <a:pt x="10" y="1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0" name="Freeform 128">
                <a:extLst>
                  <a:ext uri="{FF2B5EF4-FFF2-40B4-BE49-F238E27FC236}">
                    <a16:creationId xmlns:a16="http://schemas.microsoft.com/office/drawing/2014/main" id="{D24D56BE-EBBB-428D-B65F-1E1680F82A5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403" y="7563"/>
                <a:ext cx="146" cy="196"/>
              </a:xfrm>
              <a:custGeom>
                <a:avLst/>
                <a:gdLst>
                  <a:gd name="T0" fmla="*/ 197 w 197"/>
                  <a:gd name="T1" fmla="*/ 188 h 262"/>
                  <a:gd name="T2" fmla="*/ 154 w 197"/>
                  <a:gd name="T3" fmla="*/ 127 h 262"/>
                  <a:gd name="T4" fmla="*/ 189 w 197"/>
                  <a:gd name="T5" fmla="*/ 72 h 262"/>
                  <a:gd name="T6" fmla="*/ 100 w 197"/>
                  <a:gd name="T7" fmla="*/ 0 h 262"/>
                  <a:gd name="T8" fmla="*/ 0 w 197"/>
                  <a:gd name="T9" fmla="*/ 0 h 262"/>
                  <a:gd name="T10" fmla="*/ 0 w 197"/>
                  <a:gd name="T11" fmla="*/ 262 h 262"/>
                  <a:gd name="T12" fmla="*/ 109 w 197"/>
                  <a:gd name="T13" fmla="*/ 262 h 262"/>
                  <a:gd name="T14" fmla="*/ 197 w 197"/>
                  <a:gd name="T15" fmla="*/ 188 h 262"/>
                  <a:gd name="T16" fmla="*/ 53 w 197"/>
                  <a:gd name="T17" fmla="*/ 46 h 262"/>
                  <a:gd name="T18" fmla="*/ 97 w 197"/>
                  <a:gd name="T19" fmla="*/ 46 h 262"/>
                  <a:gd name="T20" fmla="*/ 137 w 197"/>
                  <a:gd name="T21" fmla="*/ 77 h 262"/>
                  <a:gd name="T22" fmla="*/ 97 w 197"/>
                  <a:gd name="T23" fmla="*/ 108 h 262"/>
                  <a:gd name="T24" fmla="*/ 53 w 197"/>
                  <a:gd name="T25" fmla="*/ 108 h 262"/>
                  <a:gd name="T26" fmla="*/ 53 w 197"/>
                  <a:gd name="T27" fmla="*/ 46 h 262"/>
                  <a:gd name="T28" fmla="*/ 53 w 197"/>
                  <a:gd name="T29" fmla="*/ 216 h 262"/>
                  <a:gd name="T30" fmla="*/ 53 w 197"/>
                  <a:gd name="T31" fmla="*/ 150 h 262"/>
                  <a:gd name="T32" fmla="*/ 104 w 197"/>
                  <a:gd name="T33" fmla="*/ 150 h 262"/>
                  <a:gd name="T34" fmla="*/ 143 w 197"/>
                  <a:gd name="T35" fmla="*/ 183 h 262"/>
                  <a:gd name="T36" fmla="*/ 104 w 197"/>
                  <a:gd name="T37" fmla="*/ 216 h 262"/>
                  <a:gd name="T38" fmla="*/ 53 w 197"/>
                  <a:gd name="T39" fmla="*/ 21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262">
                    <a:moveTo>
                      <a:pt x="197" y="188"/>
                    </a:moveTo>
                    <a:cubicBezTo>
                      <a:pt x="197" y="159"/>
                      <a:pt x="179" y="135"/>
                      <a:pt x="154" y="127"/>
                    </a:cubicBezTo>
                    <a:cubicBezTo>
                      <a:pt x="173" y="120"/>
                      <a:pt x="189" y="100"/>
                      <a:pt x="189" y="72"/>
                    </a:cubicBezTo>
                    <a:cubicBezTo>
                      <a:pt x="189" y="25"/>
                      <a:pt x="155" y="0"/>
                      <a:pt x="1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2"/>
                      <a:pt x="0" y="262"/>
                      <a:pt x="0" y="262"/>
                    </a:cubicBezTo>
                    <a:cubicBezTo>
                      <a:pt x="109" y="262"/>
                      <a:pt x="109" y="262"/>
                      <a:pt x="109" y="262"/>
                    </a:cubicBezTo>
                    <a:cubicBezTo>
                      <a:pt x="164" y="262"/>
                      <a:pt x="197" y="236"/>
                      <a:pt x="197" y="188"/>
                    </a:cubicBezTo>
                    <a:moveTo>
                      <a:pt x="53" y="46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123" y="46"/>
                      <a:pt x="137" y="56"/>
                      <a:pt x="137" y="77"/>
                    </a:cubicBezTo>
                    <a:cubicBezTo>
                      <a:pt x="137" y="98"/>
                      <a:pt x="123" y="108"/>
                      <a:pt x="97" y="108"/>
                    </a:cubicBezTo>
                    <a:cubicBezTo>
                      <a:pt x="53" y="108"/>
                      <a:pt x="53" y="108"/>
                      <a:pt x="53" y="108"/>
                    </a:cubicBezTo>
                    <a:lnTo>
                      <a:pt x="53" y="46"/>
                    </a:lnTo>
                    <a:close/>
                    <a:moveTo>
                      <a:pt x="53" y="216"/>
                    </a:moveTo>
                    <a:cubicBezTo>
                      <a:pt x="53" y="150"/>
                      <a:pt x="53" y="150"/>
                      <a:pt x="53" y="150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30" y="150"/>
                      <a:pt x="143" y="163"/>
                      <a:pt x="143" y="183"/>
                    </a:cubicBezTo>
                    <a:cubicBezTo>
                      <a:pt x="143" y="203"/>
                      <a:pt x="130" y="216"/>
                      <a:pt x="104" y="216"/>
                    </a:cubicBezTo>
                    <a:lnTo>
                      <a:pt x="53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1" name="Freeform 129">
                <a:extLst>
                  <a:ext uri="{FF2B5EF4-FFF2-40B4-BE49-F238E27FC236}">
                    <a16:creationId xmlns:a16="http://schemas.microsoft.com/office/drawing/2014/main" id="{50567982-7F03-444E-AE7D-CF00BDAE5818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574" y="7613"/>
                <a:ext cx="133" cy="149"/>
              </a:xfrm>
              <a:custGeom>
                <a:avLst/>
                <a:gdLst>
                  <a:gd name="T0" fmla="*/ 93 w 179"/>
                  <a:gd name="T1" fmla="*/ 199 h 199"/>
                  <a:gd name="T2" fmla="*/ 177 w 179"/>
                  <a:gd name="T3" fmla="*/ 133 h 199"/>
                  <a:gd name="T4" fmla="*/ 128 w 179"/>
                  <a:gd name="T5" fmla="*/ 133 h 199"/>
                  <a:gd name="T6" fmla="*/ 93 w 179"/>
                  <a:gd name="T7" fmla="*/ 157 h 199"/>
                  <a:gd name="T8" fmla="*/ 52 w 179"/>
                  <a:gd name="T9" fmla="*/ 111 h 199"/>
                  <a:gd name="T10" fmla="*/ 179 w 179"/>
                  <a:gd name="T11" fmla="*/ 111 h 199"/>
                  <a:gd name="T12" fmla="*/ 179 w 179"/>
                  <a:gd name="T13" fmla="*/ 95 h 199"/>
                  <a:gd name="T14" fmla="*/ 92 w 179"/>
                  <a:gd name="T15" fmla="*/ 0 h 199"/>
                  <a:gd name="T16" fmla="*/ 0 w 179"/>
                  <a:gd name="T17" fmla="*/ 100 h 199"/>
                  <a:gd name="T18" fmla="*/ 93 w 179"/>
                  <a:gd name="T19" fmla="*/ 199 h 199"/>
                  <a:gd name="T20" fmla="*/ 93 w 179"/>
                  <a:gd name="T21" fmla="*/ 43 h 199"/>
                  <a:gd name="T22" fmla="*/ 127 w 179"/>
                  <a:gd name="T23" fmla="*/ 79 h 199"/>
                  <a:gd name="T24" fmla="*/ 53 w 179"/>
                  <a:gd name="T25" fmla="*/ 79 h 199"/>
                  <a:gd name="T26" fmla="*/ 93 w 179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9">
                    <a:moveTo>
                      <a:pt x="93" y="199"/>
                    </a:moveTo>
                    <a:cubicBezTo>
                      <a:pt x="141" y="199"/>
                      <a:pt x="171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1" y="157"/>
                      <a:pt x="93" y="157"/>
                    </a:cubicBezTo>
                    <a:cubicBezTo>
                      <a:pt x="70" y="157"/>
                      <a:pt x="53" y="140"/>
                      <a:pt x="52" y="111"/>
                    </a:cubicBezTo>
                    <a:cubicBezTo>
                      <a:pt x="179" y="111"/>
                      <a:pt x="179" y="111"/>
                      <a:pt x="179" y="111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39"/>
                      <a:pt x="148" y="0"/>
                      <a:pt x="92" y="0"/>
                    </a:cubicBezTo>
                    <a:cubicBezTo>
                      <a:pt x="39" y="0"/>
                      <a:pt x="0" y="42"/>
                      <a:pt x="0" y="100"/>
                    </a:cubicBezTo>
                    <a:cubicBezTo>
                      <a:pt x="0" y="159"/>
                      <a:pt x="38" y="199"/>
                      <a:pt x="93" y="199"/>
                    </a:cubicBezTo>
                    <a:moveTo>
                      <a:pt x="93" y="43"/>
                    </a:moveTo>
                    <a:cubicBezTo>
                      <a:pt x="114" y="43"/>
                      <a:pt x="126" y="59"/>
                      <a:pt x="127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8" y="56"/>
                      <a:pt x="72" y="43"/>
                      <a:pt x="93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2" name="Oval 130">
                <a:extLst>
                  <a:ext uri="{FF2B5EF4-FFF2-40B4-BE49-F238E27FC236}">
                    <a16:creationId xmlns:a16="http://schemas.microsoft.com/office/drawing/2014/main" id="{4ECC7780-913F-4AFC-968E-4E235C098DD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28" y="7553"/>
                <a:ext cx="47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3" name="Rectangle 131">
                <a:extLst>
                  <a:ext uri="{FF2B5EF4-FFF2-40B4-BE49-F238E27FC236}">
                    <a16:creationId xmlns:a16="http://schemas.microsoft.com/office/drawing/2014/main" id="{5DACB3DC-E2F7-473A-9303-A1767B782B0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732" y="7617"/>
                <a:ext cx="39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4" name="Freeform 132">
                <a:extLst>
                  <a:ext uri="{FF2B5EF4-FFF2-40B4-BE49-F238E27FC236}">
                    <a16:creationId xmlns:a16="http://schemas.microsoft.com/office/drawing/2014/main" id="{4DBC5978-D976-4747-92C0-63933418D7F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87" y="7617"/>
                <a:ext cx="64" cy="197"/>
              </a:xfrm>
              <a:custGeom>
                <a:avLst/>
                <a:gdLst>
                  <a:gd name="T0" fmla="*/ 87 w 87"/>
                  <a:gd name="T1" fmla="*/ 198 h 265"/>
                  <a:gd name="T2" fmla="*/ 87 w 87"/>
                  <a:gd name="T3" fmla="*/ 0 h 265"/>
                  <a:gd name="T4" fmla="*/ 34 w 87"/>
                  <a:gd name="T5" fmla="*/ 0 h 265"/>
                  <a:gd name="T6" fmla="*/ 34 w 87"/>
                  <a:gd name="T7" fmla="*/ 197 h 265"/>
                  <a:gd name="T8" fmla="*/ 11 w 87"/>
                  <a:gd name="T9" fmla="*/ 222 h 265"/>
                  <a:gd name="T10" fmla="*/ 0 w 87"/>
                  <a:gd name="T11" fmla="*/ 220 h 265"/>
                  <a:gd name="T12" fmla="*/ 0 w 87"/>
                  <a:gd name="T13" fmla="*/ 263 h 265"/>
                  <a:gd name="T14" fmla="*/ 20 w 87"/>
                  <a:gd name="T15" fmla="*/ 265 h 265"/>
                  <a:gd name="T16" fmla="*/ 87 w 87"/>
                  <a:gd name="T17" fmla="*/ 19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65">
                    <a:moveTo>
                      <a:pt x="87" y="198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4" y="214"/>
                      <a:pt x="27" y="222"/>
                      <a:pt x="11" y="222"/>
                    </a:cubicBezTo>
                    <a:cubicBezTo>
                      <a:pt x="7" y="222"/>
                      <a:pt x="3" y="221"/>
                      <a:pt x="0" y="220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5" y="264"/>
                      <a:pt x="13" y="265"/>
                      <a:pt x="20" y="265"/>
                    </a:cubicBezTo>
                    <a:cubicBezTo>
                      <a:pt x="64" y="265"/>
                      <a:pt x="87" y="240"/>
                      <a:pt x="87" y="19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5" name="Oval 133">
                <a:extLst>
                  <a:ext uri="{FF2B5EF4-FFF2-40B4-BE49-F238E27FC236}">
                    <a16:creationId xmlns:a16="http://schemas.microsoft.com/office/drawing/2014/main" id="{510B2734-EC2B-4A43-8E87-4C59FD66C84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08" y="7553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6" name="Freeform 134">
                <a:extLst>
                  <a:ext uri="{FF2B5EF4-FFF2-40B4-BE49-F238E27FC236}">
                    <a16:creationId xmlns:a16="http://schemas.microsoft.com/office/drawing/2014/main" id="{5BA5A3AB-F410-446E-BFFC-AC0DE721379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76" y="7613"/>
                <a:ext cx="133" cy="149"/>
              </a:xfrm>
              <a:custGeom>
                <a:avLst/>
                <a:gdLst>
                  <a:gd name="T0" fmla="*/ 177 w 178"/>
                  <a:gd name="T1" fmla="*/ 133 h 199"/>
                  <a:gd name="T2" fmla="*/ 128 w 178"/>
                  <a:gd name="T3" fmla="*/ 133 h 199"/>
                  <a:gd name="T4" fmla="*/ 92 w 178"/>
                  <a:gd name="T5" fmla="*/ 157 h 199"/>
                  <a:gd name="T6" fmla="*/ 51 w 178"/>
                  <a:gd name="T7" fmla="*/ 111 h 199"/>
                  <a:gd name="T8" fmla="*/ 178 w 178"/>
                  <a:gd name="T9" fmla="*/ 111 h 199"/>
                  <a:gd name="T10" fmla="*/ 178 w 178"/>
                  <a:gd name="T11" fmla="*/ 95 h 199"/>
                  <a:gd name="T12" fmla="*/ 92 w 178"/>
                  <a:gd name="T13" fmla="*/ 0 h 199"/>
                  <a:gd name="T14" fmla="*/ 0 w 178"/>
                  <a:gd name="T15" fmla="*/ 100 h 199"/>
                  <a:gd name="T16" fmla="*/ 92 w 178"/>
                  <a:gd name="T17" fmla="*/ 199 h 199"/>
                  <a:gd name="T18" fmla="*/ 177 w 178"/>
                  <a:gd name="T19" fmla="*/ 133 h 199"/>
                  <a:gd name="T20" fmla="*/ 92 w 178"/>
                  <a:gd name="T21" fmla="*/ 43 h 199"/>
                  <a:gd name="T22" fmla="*/ 126 w 178"/>
                  <a:gd name="T23" fmla="*/ 79 h 199"/>
                  <a:gd name="T24" fmla="*/ 52 w 178"/>
                  <a:gd name="T25" fmla="*/ 79 h 199"/>
                  <a:gd name="T26" fmla="*/ 92 w 178"/>
                  <a:gd name="T27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177" y="133"/>
                    </a:move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4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2" y="0"/>
                    </a:cubicBezTo>
                    <a:cubicBezTo>
                      <a:pt x="38" y="0"/>
                      <a:pt x="0" y="42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moveTo>
                      <a:pt x="92" y="43"/>
                    </a:moveTo>
                    <a:cubicBezTo>
                      <a:pt x="114" y="43"/>
                      <a:pt x="126" y="59"/>
                      <a:pt x="126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7" y="56"/>
                      <a:pt x="72" y="43"/>
                      <a:pt x="92" y="4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7" name="Freeform 135">
                <a:extLst>
                  <a:ext uri="{FF2B5EF4-FFF2-40B4-BE49-F238E27FC236}">
                    <a16:creationId xmlns:a16="http://schemas.microsoft.com/office/drawing/2014/main" id="{D22431FA-70C4-4E7C-A36E-8A78B55BE26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34" y="7613"/>
                <a:ext cx="85" cy="146"/>
              </a:xfrm>
              <a:custGeom>
                <a:avLst/>
                <a:gdLst>
                  <a:gd name="T0" fmla="*/ 53 w 115"/>
                  <a:gd name="T1" fmla="*/ 77 h 195"/>
                  <a:gd name="T2" fmla="*/ 89 w 115"/>
                  <a:gd name="T3" fmla="*/ 50 h 195"/>
                  <a:gd name="T4" fmla="*/ 115 w 115"/>
                  <a:gd name="T5" fmla="*/ 57 h 195"/>
                  <a:gd name="T6" fmla="*/ 115 w 115"/>
                  <a:gd name="T7" fmla="*/ 4 h 195"/>
                  <a:gd name="T8" fmla="*/ 95 w 115"/>
                  <a:gd name="T9" fmla="*/ 0 h 195"/>
                  <a:gd name="T10" fmla="*/ 53 w 115"/>
                  <a:gd name="T11" fmla="*/ 23 h 195"/>
                  <a:gd name="T12" fmla="*/ 53 w 115"/>
                  <a:gd name="T13" fmla="*/ 5 h 195"/>
                  <a:gd name="T14" fmla="*/ 0 w 115"/>
                  <a:gd name="T15" fmla="*/ 5 h 195"/>
                  <a:gd name="T16" fmla="*/ 0 w 115"/>
                  <a:gd name="T17" fmla="*/ 195 h 195"/>
                  <a:gd name="T18" fmla="*/ 53 w 115"/>
                  <a:gd name="T19" fmla="*/ 195 h 195"/>
                  <a:gd name="T20" fmla="*/ 53 w 115"/>
                  <a:gd name="T21" fmla="*/ 7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195">
                    <a:moveTo>
                      <a:pt x="53" y="77"/>
                    </a:moveTo>
                    <a:cubicBezTo>
                      <a:pt x="57" y="60"/>
                      <a:pt x="71" y="50"/>
                      <a:pt x="89" y="50"/>
                    </a:cubicBezTo>
                    <a:cubicBezTo>
                      <a:pt x="99" y="50"/>
                      <a:pt x="108" y="52"/>
                      <a:pt x="115" y="57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2" y="2"/>
                      <a:pt x="104" y="0"/>
                      <a:pt x="95" y="0"/>
                    </a:cubicBezTo>
                    <a:cubicBezTo>
                      <a:pt x="77" y="0"/>
                      <a:pt x="61" y="10"/>
                      <a:pt x="53" y="23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3" y="195"/>
                      <a:pt x="53" y="195"/>
                      <a:pt x="53" y="195"/>
                    </a:cubicBezTo>
                    <a:lnTo>
                      <a:pt x="53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8" name="Rectangle 136">
                <a:extLst>
                  <a:ext uri="{FF2B5EF4-FFF2-40B4-BE49-F238E27FC236}">
                    <a16:creationId xmlns:a16="http://schemas.microsoft.com/office/drawing/2014/main" id="{64D8F6D4-FF8D-4D63-8440-9F698225E6D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403" y="7841"/>
                <a:ext cx="41" cy="1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49" name="Freeform 137">
                <a:extLst>
                  <a:ext uri="{FF2B5EF4-FFF2-40B4-BE49-F238E27FC236}">
                    <a16:creationId xmlns:a16="http://schemas.microsoft.com/office/drawing/2014/main" id="{527EC2BB-9719-4E1E-8098-BDCB0D70FDC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79" y="7891"/>
                <a:ext cx="128" cy="146"/>
              </a:xfrm>
              <a:custGeom>
                <a:avLst/>
                <a:gdLst>
                  <a:gd name="T0" fmla="*/ 104 w 171"/>
                  <a:gd name="T1" fmla="*/ 0 h 195"/>
                  <a:gd name="T2" fmla="*/ 52 w 171"/>
                  <a:gd name="T3" fmla="*/ 22 h 195"/>
                  <a:gd name="T4" fmla="*/ 52 w 171"/>
                  <a:gd name="T5" fmla="*/ 5 h 195"/>
                  <a:gd name="T6" fmla="*/ 0 w 171"/>
                  <a:gd name="T7" fmla="*/ 5 h 195"/>
                  <a:gd name="T8" fmla="*/ 0 w 171"/>
                  <a:gd name="T9" fmla="*/ 195 h 195"/>
                  <a:gd name="T10" fmla="*/ 52 w 171"/>
                  <a:gd name="T11" fmla="*/ 195 h 195"/>
                  <a:gd name="T12" fmla="*/ 52 w 171"/>
                  <a:gd name="T13" fmla="*/ 74 h 195"/>
                  <a:gd name="T14" fmla="*/ 87 w 171"/>
                  <a:gd name="T15" fmla="*/ 48 h 195"/>
                  <a:gd name="T16" fmla="*/ 118 w 171"/>
                  <a:gd name="T17" fmla="*/ 82 h 195"/>
                  <a:gd name="T18" fmla="*/ 118 w 171"/>
                  <a:gd name="T19" fmla="*/ 195 h 195"/>
                  <a:gd name="T20" fmla="*/ 171 w 171"/>
                  <a:gd name="T21" fmla="*/ 195 h 195"/>
                  <a:gd name="T22" fmla="*/ 171 w 171"/>
                  <a:gd name="T23" fmla="*/ 71 h 195"/>
                  <a:gd name="T24" fmla="*/ 104 w 171"/>
                  <a:gd name="T2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1" h="195">
                    <a:moveTo>
                      <a:pt x="104" y="0"/>
                    </a:moveTo>
                    <a:cubicBezTo>
                      <a:pt x="81" y="0"/>
                      <a:pt x="63" y="10"/>
                      <a:pt x="52" y="22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7" y="58"/>
                      <a:pt x="71" y="48"/>
                      <a:pt x="87" y="48"/>
                    </a:cubicBezTo>
                    <a:cubicBezTo>
                      <a:pt x="108" y="48"/>
                      <a:pt x="118" y="62"/>
                      <a:pt x="118" y="82"/>
                    </a:cubicBez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71" y="195"/>
                      <a:pt x="171" y="195"/>
                      <a:pt x="171" y="195"/>
                    </a:cubicBezTo>
                    <a:cubicBezTo>
                      <a:pt x="171" y="71"/>
                      <a:pt x="171" y="71"/>
                      <a:pt x="171" y="71"/>
                    </a:cubicBezTo>
                    <a:cubicBezTo>
                      <a:pt x="171" y="28"/>
                      <a:pt x="14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0" name="Freeform 138">
                <a:extLst>
                  <a:ext uri="{FF2B5EF4-FFF2-40B4-BE49-F238E27FC236}">
                    <a16:creationId xmlns:a16="http://schemas.microsoft.com/office/drawing/2014/main" id="{BEB37C4F-C6C7-495E-B142-6A331082A10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30" y="7891"/>
                <a:ext cx="121" cy="149"/>
              </a:xfrm>
              <a:custGeom>
                <a:avLst/>
                <a:gdLst>
                  <a:gd name="T0" fmla="*/ 84 w 162"/>
                  <a:gd name="T1" fmla="*/ 159 h 199"/>
                  <a:gd name="T2" fmla="*/ 52 w 162"/>
                  <a:gd name="T3" fmla="*/ 138 h 199"/>
                  <a:gd name="T4" fmla="*/ 0 w 162"/>
                  <a:gd name="T5" fmla="*/ 138 h 199"/>
                  <a:gd name="T6" fmla="*/ 84 w 162"/>
                  <a:gd name="T7" fmla="*/ 199 h 199"/>
                  <a:gd name="T8" fmla="*/ 162 w 162"/>
                  <a:gd name="T9" fmla="*/ 138 h 199"/>
                  <a:gd name="T10" fmla="*/ 112 w 162"/>
                  <a:gd name="T11" fmla="*/ 82 h 199"/>
                  <a:gd name="T12" fmla="*/ 72 w 162"/>
                  <a:gd name="T13" fmla="*/ 73 h 199"/>
                  <a:gd name="T14" fmla="*/ 55 w 162"/>
                  <a:gd name="T15" fmla="*/ 58 h 199"/>
                  <a:gd name="T16" fmla="*/ 81 w 162"/>
                  <a:gd name="T17" fmla="*/ 40 h 199"/>
                  <a:gd name="T18" fmla="*/ 110 w 162"/>
                  <a:gd name="T19" fmla="*/ 59 h 199"/>
                  <a:gd name="T20" fmla="*/ 161 w 162"/>
                  <a:gd name="T21" fmla="*/ 59 h 199"/>
                  <a:gd name="T22" fmla="*/ 80 w 162"/>
                  <a:gd name="T23" fmla="*/ 0 h 199"/>
                  <a:gd name="T24" fmla="*/ 4 w 162"/>
                  <a:gd name="T25" fmla="*/ 62 h 199"/>
                  <a:gd name="T26" fmla="*/ 53 w 162"/>
                  <a:gd name="T27" fmla="*/ 116 h 199"/>
                  <a:gd name="T28" fmla="*/ 92 w 162"/>
                  <a:gd name="T29" fmla="*/ 124 h 199"/>
                  <a:gd name="T30" fmla="*/ 111 w 162"/>
                  <a:gd name="T31" fmla="*/ 141 h 199"/>
                  <a:gd name="T32" fmla="*/ 84 w 162"/>
                  <a:gd name="T33" fmla="*/ 15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99">
                    <a:moveTo>
                      <a:pt x="84" y="159"/>
                    </a:moveTo>
                    <a:cubicBezTo>
                      <a:pt x="68" y="159"/>
                      <a:pt x="56" y="152"/>
                      <a:pt x="52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5" y="177"/>
                      <a:pt x="38" y="199"/>
                      <a:pt x="84" y="199"/>
                    </a:cubicBezTo>
                    <a:cubicBezTo>
                      <a:pt x="129" y="199"/>
                      <a:pt x="162" y="176"/>
                      <a:pt x="162" y="138"/>
                    </a:cubicBezTo>
                    <a:cubicBezTo>
                      <a:pt x="162" y="109"/>
                      <a:pt x="145" y="90"/>
                      <a:pt x="112" y="8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60" y="70"/>
                      <a:pt x="55" y="66"/>
                      <a:pt x="55" y="58"/>
                    </a:cubicBezTo>
                    <a:cubicBezTo>
                      <a:pt x="55" y="46"/>
                      <a:pt x="68" y="40"/>
                      <a:pt x="81" y="40"/>
                    </a:cubicBezTo>
                    <a:cubicBezTo>
                      <a:pt x="98" y="40"/>
                      <a:pt x="107" y="48"/>
                      <a:pt x="110" y="59"/>
                    </a:cubicBezTo>
                    <a:cubicBezTo>
                      <a:pt x="161" y="59"/>
                      <a:pt x="161" y="59"/>
                      <a:pt x="161" y="59"/>
                    </a:cubicBezTo>
                    <a:cubicBezTo>
                      <a:pt x="154" y="23"/>
                      <a:pt x="128" y="0"/>
                      <a:pt x="80" y="0"/>
                    </a:cubicBezTo>
                    <a:cubicBezTo>
                      <a:pt x="37" y="0"/>
                      <a:pt x="4" y="25"/>
                      <a:pt x="4" y="62"/>
                    </a:cubicBezTo>
                    <a:cubicBezTo>
                      <a:pt x="4" y="94"/>
                      <a:pt x="24" y="109"/>
                      <a:pt x="53" y="116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105" y="128"/>
                      <a:pt x="111" y="132"/>
                      <a:pt x="111" y="141"/>
                    </a:cubicBezTo>
                    <a:cubicBezTo>
                      <a:pt x="111" y="153"/>
                      <a:pt x="100" y="159"/>
                      <a:pt x="84" y="15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1" name="Freeform 139">
                <a:extLst>
                  <a:ext uri="{FF2B5EF4-FFF2-40B4-BE49-F238E27FC236}">
                    <a16:creationId xmlns:a16="http://schemas.microsoft.com/office/drawing/2014/main" id="{169BCFAD-F05F-4F35-B322-23D1BE85AB9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65" y="7856"/>
                <a:ext cx="94" cy="184"/>
              </a:xfrm>
              <a:custGeom>
                <a:avLst/>
                <a:gdLst>
                  <a:gd name="T0" fmla="*/ 29 w 126"/>
                  <a:gd name="T1" fmla="*/ 185 h 246"/>
                  <a:gd name="T2" fmla="*/ 92 w 126"/>
                  <a:gd name="T3" fmla="*/ 246 h 246"/>
                  <a:gd name="T4" fmla="*/ 126 w 126"/>
                  <a:gd name="T5" fmla="*/ 240 h 246"/>
                  <a:gd name="T6" fmla="*/ 126 w 126"/>
                  <a:gd name="T7" fmla="*/ 193 h 246"/>
                  <a:gd name="T8" fmla="*/ 103 w 126"/>
                  <a:gd name="T9" fmla="*/ 199 h 246"/>
                  <a:gd name="T10" fmla="*/ 81 w 126"/>
                  <a:gd name="T11" fmla="*/ 178 h 246"/>
                  <a:gd name="T12" fmla="*/ 81 w 126"/>
                  <a:gd name="T13" fmla="*/ 94 h 246"/>
                  <a:gd name="T14" fmla="*/ 123 w 126"/>
                  <a:gd name="T15" fmla="*/ 94 h 246"/>
                  <a:gd name="T16" fmla="*/ 123 w 126"/>
                  <a:gd name="T17" fmla="*/ 52 h 246"/>
                  <a:gd name="T18" fmla="*/ 81 w 126"/>
                  <a:gd name="T19" fmla="*/ 52 h 246"/>
                  <a:gd name="T20" fmla="*/ 81 w 126"/>
                  <a:gd name="T21" fmla="*/ 0 h 246"/>
                  <a:gd name="T22" fmla="*/ 29 w 126"/>
                  <a:gd name="T23" fmla="*/ 0 h 246"/>
                  <a:gd name="T24" fmla="*/ 29 w 126"/>
                  <a:gd name="T25" fmla="*/ 52 h 246"/>
                  <a:gd name="T26" fmla="*/ 0 w 126"/>
                  <a:gd name="T27" fmla="*/ 52 h 246"/>
                  <a:gd name="T28" fmla="*/ 0 w 126"/>
                  <a:gd name="T29" fmla="*/ 94 h 246"/>
                  <a:gd name="T30" fmla="*/ 29 w 126"/>
                  <a:gd name="T31" fmla="*/ 94 h 246"/>
                  <a:gd name="T32" fmla="*/ 29 w 126"/>
                  <a:gd name="T33" fmla="*/ 185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29" y="185"/>
                    </a:move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lnTo>
                      <a:pt x="29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2" name="Rectangle 140">
                <a:extLst>
                  <a:ext uri="{FF2B5EF4-FFF2-40B4-BE49-F238E27FC236}">
                    <a16:creationId xmlns:a16="http://schemas.microsoft.com/office/drawing/2014/main" id="{23F378A7-1B17-4482-AF15-5CC50F836E0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7" y="7895"/>
                <a:ext cx="40" cy="1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3" name="Oval 141">
                <a:extLst>
                  <a:ext uri="{FF2B5EF4-FFF2-40B4-BE49-F238E27FC236}">
                    <a16:creationId xmlns:a16="http://schemas.microsoft.com/office/drawing/2014/main" id="{2C2364E4-B374-4BF6-AA73-B0002CB6D8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84" y="7831"/>
                <a:ext cx="4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4" name="Freeform 142">
                <a:extLst>
                  <a:ext uri="{FF2B5EF4-FFF2-40B4-BE49-F238E27FC236}">
                    <a16:creationId xmlns:a16="http://schemas.microsoft.com/office/drawing/2014/main" id="{A6E01649-2C12-4F63-A8BE-9F5FD1D0265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48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5" name="Freeform 143">
                <a:extLst>
                  <a:ext uri="{FF2B5EF4-FFF2-40B4-BE49-F238E27FC236}">
                    <a16:creationId xmlns:a16="http://schemas.microsoft.com/office/drawing/2014/main" id="{3645D5D6-F9A7-4335-8BA0-32E2F73A669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7" y="7856"/>
                <a:ext cx="94" cy="184"/>
              </a:xfrm>
              <a:custGeom>
                <a:avLst/>
                <a:gdLst>
                  <a:gd name="T0" fmla="*/ 126 w 126"/>
                  <a:gd name="T1" fmla="*/ 193 h 246"/>
                  <a:gd name="T2" fmla="*/ 103 w 126"/>
                  <a:gd name="T3" fmla="*/ 199 h 246"/>
                  <a:gd name="T4" fmla="*/ 81 w 126"/>
                  <a:gd name="T5" fmla="*/ 178 h 246"/>
                  <a:gd name="T6" fmla="*/ 81 w 126"/>
                  <a:gd name="T7" fmla="*/ 94 h 246"/>
                  <a:gd name="T8" fmla="*/ 123 w 126"/>
                  <a:gd name="T9" fmla="*/ 94 h 246"/>
                  <a:gd name="T10" fmla="*/ 123 w 126"/>
                  <a:gd name="T11" fmla="*/ 52 h 246"/>
                  <a:gd name="T12" fmla="*/ 81 w 126"/>
                  <a:gd name="T13" fmla="*/ 52 h 246"/>
                  <a:gd name="T14" fmla="*/ 81 w 126"/>
                  <a:gd name="T15" fmla="*/ 0 h 246"/>
                  <a:gd name="T16" fmla="*/ 29 w 126"/>
                  <a:gd name="T17" fmla="*/ 0 h 246"/>
                  <a:gd name="T18" fmla="*/ 29 w 126"/>
                  <a:gd name="T19" fmla="*/ 52 h 246"/>
                  <a:gd name="T20" fmla="*/ 0 w 126"/>
                  <a:gd name="T21" fmla="*/ 52 h 246"/>
                  <a:gd name="T22" fmla="*/ 0 w 126"/>
                  <a:gd name="T23" fmla="*/ 94 h 246"/>
                  <a:gd name="T24" fmla="*/ 29 w 126"/>
                  <a:gd name="T25" fmla="*/ 94 h 246"/>
                  <a:gd name="T26" fmla="*/ 29 w 126"/>
                  <a:gd name="T27" fmla="*/ 185 h 246"/>
                  <a:gd name="T28" fmla="*/ 92 w 126"/>
                  <a:gd name="T29" fmla="*/ 246 h 246"/>
                  <a:gd name="T30" fmla="*/ 126 w 126"/>
                  <a:gd name="T31" fmla="*/ 240 h 246"/>
                  <a:gd name="T32" fmla="*/ 126 w 126"/>
                  <a:gd name="T33" fmla="*/ 19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193"/>
                    </a:moveTo>
                    <a:cubicBezTo>
                      <a:pt x="120" y="197"/>
                      <a:pt x="111" y="199"/>
                      <a:pt x="103" y="199"/>
                    </a:cubicBezTo>
                    <a:cubicBezTo>
                      <a:pt x="89" y="199"/>
                      <a:pt x="81" y="193"/>
                      <a:pt x="81" y="178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185"/>
                      <a:pt x="29" y="185"/>
                      <a:pt x="29" y="185"/>
                    </a:cubicBezTo>
                    <a:cubicBezTo>
                      <a:pt x="29" y="227"/>
                      <a:pt x="53" y="246"/>
                      <a:pt x="92" y="246"/>
                    </a:cubicBezTo>
                    <a:cubicBezTo>
                      <a:pt x="106" y="246"/>
                      <a:pt x="119" y="244"/>
                      <a:pt x="126" y="240"/>
                    </a:cubicBezTo>
                    <a:lnTo>
                      <a:pt x="126" y="1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6" name="Freeform 144">
                <a:extLst>
                  <a:ext uri="{FF2B5EF4-FFF2-40B4-BE49-F238E27FC236}">
                    <a16:creationId xmlns:a16="http://schemas.microsoft.com/office/drawing/2014/main" id="{BA4A171F-EB5A-49FB-A249-B44F2D188DED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329" y="7891"/>
                <a:ext cx="133" cy="149"/>
              </a:xfrm>
              <a:custGeom>
                <a:avLst/>
                <a:gdLst>
                  <a:gd name="T0" fmla="*/ 91 w 178"/>
                  <a:gd name="T1" fmla="*/ 0 h 199"/>
                  <a:gd name="T2" fmla="*/ 0 w 178"/>
                  <a:gd name="T3" fmla="*/ 100 h 199"/>
                  <a:gd name="T4" fmla="*/ 92 w 178"/>
                  <a:gd name="T5" fmla="*/ 199 h 199"/>
                  <a:gd name="T6" fmla="*/ 177 w 178"/>
                  <a:gd name="T7" fmla="*/ 133 h 199"/>
                  <a:gd name="T8" fmla="*/ 128 w 178"/>
                  <a:gd name="T9" fmla="*/ 133 h 199"/>
                  <a:gd name="T10" fmla="*/ 92 w 178"/>
                  <a:gd name="T11" fmla="*/ 157 h 199"/>
                  <a:gd name="T12" fmla="*/ 51 w 178"/>
                  <a:gd name="T13" fmla="*/ 111 h 199"/>
                  <a:gd name="T14" fmla="*/ 178 w 178"/>
                  <a:gd name="T15" fmla="*/ 111 h 199"/>
                  <a:gd name="T16" fmla="*/ 178 w 178"/>
                  <a:gd name="T17" fmla="*/ 95 h 199"/>
                  <a:gd name="T18" fmla="*/ 91 w 178"/>
                  <a:gd name="T19" fmla="*/ 0 h 199"/>
                  <a:gd name="T20" fmla="*/ 52 w 178"/>
                  <a:gd name="T21" fmla="*/ 79 h 199"/>
                  <a:gd name="T22" fmla="*/ 92 w 178"/>
                  <a:gd name="T23" fmla="*/ 43 h 199"/>
                  <a:gd name="T24" fmla="*/ 126 w 178"/>
                  <a:gd name="T25" fmla="*/ 79 h 199"/>
                  <a:gd name="T26" fmla="*/ 52 w 178"/>
                  <a:gd name="T27" fmla="*/ 7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199">
                    <a:moveTo>
                      <a:pt x="91" y="0"/>
                    </a:moveTo>
                    <a:cubicBezTo>
                      <a:pt x="38" y="0"/>
                      <a:pt x="0" y="43"/>
                      <a:pt x="0" y="100"/>
                    </a:cubicBezTo>
                    <a:cubicBezTo>
                      <a:pt x="0" y="159"/>
                      <a:pt x="37" y="199"/>
                      <a:pt x="92" y="199"/>
                    </a:cubicBezTo>
                    <a:cubicBezTo>
                      <a:pt x="140" y="199"/>
                      <a:pt x="170" y="173"/>
                      <a:pt x="177" y="133"/>
                    </a:cubicBezTo>
                    <a:cubicBezTo>
                      <a:pt x="128" y="133"/>
                      <a:pt x="128" y="133"/>
                      <a:pt x="128" y="133"/>
                    </a:cubicBezTo>
                    <a:cubicBezTo>
                      <a:pt x="123" y="149"/>
                      <a:pt x="110" y="157"/>
                      <a:pt x="92" y="157"/>
                    </a:cubicBezTo>
                    <a:cubicBezTo>
                      <a:pt x="69" y="157"/>
                      <a:pt x="53" y="140"/>
                      <a:pt x="51" y="111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39"/>
                      <a:pt x="147" y="0"/>
                      <a:pt x="91" y="0"/>
                    </a:cubicBezTo>
                    <a:moveTo>
                      <a:pt x="52" y="79"/>
                    </a:moveTo>
                    <a:cubicBezTo>
                      <a:pt x="57" y="56"/>
                      <a:pt x="71" y="43"/>
                      <a:pt x="92" y="43"/>
                    </a:cubicBezTo>
                    <a:cubicBezTo>
                      <a:pt x="114" y="43"/>
                      <a:pt x="126" y="59"/>
                      <a:pt x="126" y="79"/>
                    </a:cubicBezTo>
                    <a:lnTo>
                      <a:pt x="52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7" name="Freeform 145">
                <a:extLst>
                  <a:ext uri="{FF2B5EF4-FFF2-40B4-BE49-F238E27FC236}">
                    <a16:creationId xmlns:a16="http://schemas.microsoft.com/office/drawing/2014/main" id="{D8BF4860-CC4E-4253-9A0C-3FFADAF22B53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396" y="8105"/>
                <a:ext cx="45" cy="50"/>
              </a:xfrm>
              <a:custGeom>
                <a:avLst/>
                <a:gdLst>
                  <a:gd name="T0" fmla="*/ 30 w 60"/>
                  <a:gd name="T1" fmla="*/ 0 h 67"/>
                  <a:gd name="T2" fmla="*/ 0 w 60"/>
                  <a:gd name="T3" fmla="*/ 33 h 67"/>
                  <a:gd name="T4" fmla="*/ 30 w 60"/>
                  <a:gd name="T5" fmla="*/ 67 h 67"/>
                  <a:gd name="T6" fmla="*/ 60 w 60"/>
                  <a:gd name="T7" fmla="*/ 33 h 67"/>
                  <a:gd name="T8" fmla="*/ 30 w 60"/>
                  <a:gd name="T9" fmla="*/ 0 h 67"/>
                  <a:gd name="T10" fmla="*/ 30 w 60"/>
                  <a:gd name="T11" fmla="*/ 57 h 67"/>
                  <a:gd name="T12" fmla="*/ 11 w 60"/>
                  <a:gd name="T13" fmla="*/ 33 h 67"/>
                  <a:gd name="T14" fmla="*/ 30 w 60"/>
                  <a:gd name="T15" fmla="*/ 10 h 67"/>
                  <a:gd name="T16" fmla="*/ 49 w 60"/>
                  <a:gd name="T17" fmla="*/ 33 h 67"/>
                  <a:gd name="T18" fmla="*/ 30 w 60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67">
                    <a:moveTo>
                      <a:pt x="30" y="0"/>
                    </a:move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7" y="67"/>
                      <a:pt x="60" y="53"/>
                      <a:pt x="60" y="33"/>
                    </a:cubicBezTo>
                    <a:cubicBezTo>
                      <a:pt x="60" y="14"/>
                      <a:pt x="47" y="0"/>
                      <a:pt x="30" y="0"/>
                    </a:cubicBezTo>
                    <a:moveTo>
                      <a:pt x="30" y="57"/>
                    </a:moveTo>
                    <a:cubicBezTo>
                      <a:pt x="19" y="57"/>
                      <a:pt x="11" y="47"/>
                      <a:pt x="11" y="33"/>
                    </a:cubicBezTo>
                    <a:cubicBezTo>
                      <a:pt x="11" y="20"/>
                      <a:pt x="19" y="10"/>
                      <a:pt x="30" y="10"/>
                    </a:cubicBezTo>
                    <a:cubicBezTo>
                      <a:pt x="41" y="10"/>
                      <a:pt x="49" y="20"/>
                      <a:pt x="49" y="33"/>
                    </a:cubicBezTo>
                    <a:cubicBezTo>
                      <a:pt x="49" y="47"/>
                      <a:pt x="41" y="57"/>
                      <a:pt x="30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8" name="Freeform 146">
                <a:extLst>
                  <a:ext uri="{FF2B5EF4-FFF2-40B4-BE49-F238E27FC236}">
                    <a16:creationId xmlns:a16="http://schemas.microsoft.com/office/drawing/2014/main" id="{4E48FC37-71B6-4C77-BA55-6FA2C66DD53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45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8 w 31"/>
                  <a:gd name="T3" fmla="*/ 49 h 49"/>
                  <a:gd name="T4" fmla="*/ 8 w 31"/>
                  <a:gd name="T5" fmla="*/ 30 h 49"/>
                  <a:gd name="T6" fmla="*/ 29 w 31"/>
                  <a:gd name="T7" fmla="*/ 30 h 49"/>
                  <a:gd name="T8" fmla="*/ 29 w 31"/>
                  <a:gd name="T9" fmla="*/ 22 h 49"/>
                  <a:gd name="T10" fmla="*/ 8 w 31"/>
                  <a:gd name="T11" fmla="*/ 22 h 49"/>
                  <a:gd name="T12" fmla="*/ 8 w 31"/>
                  <a:gd name="T13" fmla="*/ 8 h 49"/>
                  <a:gd name="T14" fmla="*/ 31 w 31"/>
                  <a:gd name="T15" fmla="*/ 8 h 49"/>
                  <a:gd name="T16" fmla="*/ 31 w 31"/>
                  <a:gd name="T17" fmla="*/ 0 h 49"/>
                  <a:gd name="T18" fmla="*/ 0 w 31"/>
                  <a:gd name="T19" fmla="*/ 0 h 49"/>
                  <a:gd name="T20" fmla="*/ 0 w 31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8" y="49"/>
                    </a:lnTo>
                    <a:lnTo>
                      <a:pt x="8" y="30"/>
                    </a:lnTo>
                    <a:lnTo>
                      <a:pt x="29" y="30"/>
                    </a:lnTo>
                    <a:lnTo>
                      <a:pt x="29" y="22"/>
                    </a:lnTo>
                    <a:lnTo>
                      <a:pt x="8" y="22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59" name="Freeform 147">
                <a:extLst>
                  <a:ext uri="{FF2B5EF4-FFF2-40B4-BE49-F238E27FC236}">
                    <a16:creationId xmlns:a16="http://schemas.microsoft.com/office/drawing/2014/main" id="{EF8F6882-FD0E-400E-BEE0-00BEAC6F422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22" y="8105"/>
                <a:ext cx="30" cy="49"/>
              </a:xfrm>
              <a:custGeom>
                <a:avLst/>
                <a:gdLst>
                  <a:gd name="T0" fmla="*/ 0 w 30"/>
                  <a:gd name="T1" fmla="*/ 49 h 49"/>
                  <a:gd name="T2" fmla="*/ 30 w 30"/>
                  <a:gd name="T3" fmla="*/ 49 h 49"/>
                  <a:gd name="T4" fmla="*/ 30 w 30"/>
                  <a:gd name="T5" fmla="*/ 41 h 49"/>
                  <a:gd name="T6" fmla="*/ 7 w 30"/>
                  <a:gd name="T7" fmla="*/ 41 h 49"/>
                  <a:gd name="T8" fmla="*/ 7 w 30"/>
                  <a:gd name="T9" fmla="*/ 27 h 49"/>
                  <a:gd name="T10" fmla="*/ 29 w 30"/>
                  <a:gd name="T11" fmla="*/ 27 h 49"/>
                  <a:gd name="T12" fmla="*/ 29 w 30"/>
                  <a:gd name="T13" fmla="*/ 21 h 49"/>
                  <a:gd name="T14" fmla="*/ 7 w 30"/>
                  <a:gd name="T15" fmla="*/ 21 h 49"/>
                  <a:gd name="T16" fmla="*/ 7 w 30"/>
                  <a:gd name="T17" fmla="*/ 8 h 49"/>
                  <a:gd name="T18" fmla="*/ 30 w 30"/>
                  <a:gd name="T19" fmla="*/ 8 h 49"/>
                  <a:gd name="T20" fmla="*/ 30 w 30"/>
                  <a:gd name="T21" fmla="*/ 0 h 49"/>
                  <a:gd name="T22" fmla="*/ 0 w 30"/>
                  <a:gd name="T23" fmla="*/ 0 h 49"/>
                  <a:gd name="T24" fmla="*/ 0 w 30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9">
                    <a:moveTo>
                      <a:pt x="0" y="49"/>
                    </a:moveTo>
                    <a:lnTo>
                      <a:pt x="30" y="49"/>
                    </a:lnTo>
                    <a:lnTo>
                      <a:pt x="30" y="41"/>
                    </a:lnTo>
                    <a:lnTo>
                      <a:pt x="7" y="41"/>
                    </a:lnTo>
                    <a:lnTo>
                      <a:pt x="7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7" y="21"/>
                    </a:lnTo>
                    <a:lnTo>
                      <a:pt x="7" y="8"/>
                    </a:lnTo>
                    <a:lnTo>
                      <a:pt x="30" y="8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0" name="Freeform 148">
                <a:extLst>
                  <a:ext uri="{FF2B5EF4-FFF2-40B4-BE49-F238E27FC236}">
                    <a16:creationId xmlns:a16="http://schemas.microsoft.com/office/drawing/2014/main" id="{59E189B7-42A9-42FC-94B9-8DA43AE0075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565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4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4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7" y="10"/>
                      <a:pt x="42" y="15"/>
                      <a:pt x="44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3" y="0"/>
                      <a:pt x="29" y="0"/>
                    </a:cubicBez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3" y="67"/>
                      <a:pt x="53" y="58"/>
                      <a:pt x="5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52"/>
                      <a:pt x="37" y="57"/>
                      <a:pt x="29" y="57"/>
                    </a:cubicBezTo>
                    <a:cubicBezTo>
                      <a:pt x="17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1" name="Freeform 149">
                <a:extLst>
                  <a:ext uri="{FF2B5EF4-FFF2-40B4-BE49-F238E27FC236}">
                    <a16:creationId xmlns:a16="http://schemas.microsoft.com/office/drawing/2014/main" id="{6547242C-0038-4804-B0D7-DB3F7C77066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617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2" name="Freeform 150">
                <a:extLst>
                  <a:ext uri="{FF2B5EF4-FFF2-40B4-BE49-F238E27FC236}">
                    <a16:creationId xmlns:a16="http://schemas.microsoft.com/office/drawing/2014/main" id="{0F67914E-4C4E-44E2-B4FE-D76472D7BCE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75" y="8105"/>
                <a:ext cx="31" cy="49"/>
              </a:xfrm>
              <a:custGeom>
                <a:avLst/>
                <a:gdLst>
                  <a:gd name="T0" fmla="*/ 8 w 31"/>
                  <a:gd name="T1" fmla="*/ 0 h 49"/>
                  <a:gd name="T2" fmla="*/ 0 w 31"/>
                  <a:gd name="T3" fmla="*/ 0 h 49"/>
                  <a:gd name="T4" fmla="*/ 0 w 31"/>
                  <a:gd name="T5" fmla="*/ 49 h 49"/>
                  <a:gd name="T6" fmla="*/ 31 w 31"/>
                  <a:gd name="T7" fmla="*/ 49 h 49"/>
                  <a:gd name="T8" fmla="*/ 31 w 31"/>
                  <a:gd name="T9" fmla="*/ 41 h 49"/>
                  <a:gd name="T10" fmla="*/ 8 w 31"/>
                  <a:gd name="T11" fmla="*/ 41 h 49"/>
                  <a:gd name="T12" fmla="*/ 8 w 31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9">
                    <a:moveTo>
                      <a:pt x="8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3" name="Freeform 151">
                <a:extLst>
                  <a:ext uri="{FF2B5EF4-FFF2-40B4-BE49-F238E27FC236}">
                    <a16:creationId xmlns:a16="http://schemas.microsoft.com/office/drawing/2014/main" id="{7969CE7D-26A4-4FAE-87B6-431F1BD0EA8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715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4" name="Freeform 152">
                <a:extLst>
                  <a:ext uri="{FF2B5EF4-FFF2-40B4-BE49-F238E27FC236}">
                    <a16:creationId xmlns:a16="http://schemas.microsoft.com/office/drawing/2014/main" id="{3C6F0A10-21DB-4979-A67D-BB6AC3CF8CE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1" y="8105"/>
                <a:ext cx="43" cy="50"/>
              </a:xfrm>
              <a:custGeom>
                <a:avLst/>
                <a:gdLst>
                  <a:gd name="T0" fmla="*/ 33 w 57"/>
                  <a:gd name="T1" fmla="*/ 42 h 67"/>
                  <a:gd name="T2" fmla="*/ 47 w 57"/>
                  <a:gd name="T3" fmla="*/ 42 h 67"/>
                  <a:gd name="T4" fmla="*/ 30 w 57"/>
                  <a:gd name="T5" fmla="*/ 57 h 67"/>
                  <a:gd name="T6" fmla="*/ 11 w 57"/>
                  <a:gd name="T7" fmla="*/ 33 h 67"/>
                  <a:gd name="T8" fmla="*/ 29 w 57"/>
                  <a:gd name="T9" fmla="*/ 10 h 67"/>
                  <a:gd name="T10" fmla="*/ 45 w 57"/>
                  <a:gd name="T11" fmla="*/ 21 h 67"/>
                  <a:gd name="T12" fmla="*/ 56 w 57"/>
                  <a:gd name="T13" fmla="*/ 21 h 67"/>
                  <a:gd name="T14" fmla="*/ 29 w 57"/>
                  <a:gd name="T15" fmla="*/ 0 h 67"/>
                  <a:gd name="T16" fmla="*/ 0 w 57"/>
                  <a:gd name="T17" fmla="*/ 33 h 67"/>
                  <a:gd name="T18" fmla="*/ 30 w 57"/>
                  <a:gd name="T19" fmla="*/ 67 h 67"/>
                  <a:gd name="T20" fmla="*/ 57 w 57"/>
                  <a:gd name="T21" fmla="*/ 37 h 67"/>
                  <a:gd name="T22" fmla="*/ 57 w 57"/>
                  <a:gd name="T23" fmla="*/ 32 h 67"/>
                  <a:gd name="T24" fmla="*/ 33 w 57"/>
                  <a:gd name="T25" fmla="*/ 32 h 67"/>
                  <a:gd name="T26" fmla="*/ 33 w 57"/>
                  <a:gd name="T27" fmla="*/ 4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7">
                    <a:moveTo>
                      <a:pt x="33" y="42"/>
                    </a:moveTo>
                    <a:cubicBezTo>
                      <a:pt x="47" y="42"/>
                      <a:pt x="47" y="42"/>
                      <a:pt x="47" y="42"/>
                    </a:cubicBezTo>
                    <a:cubicBezTo>
                      <a:pt x="45" y="51"/>
                      <a:pt x="39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38" y="10"/>
                      <a:pt x="42" y="15"/>
                      <a:pt x="45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5" y="67"/>
                      <a:pt x="57" y="55"/>
                      <a:pt x="57" y="37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33" y="32"/>
                      <a:pt x="33" y="32"/>
                      <a:pt x="33" y="32"/>
                    </a:cubicBezTo>
                    <a:lnTo>
                      <a:pt x="33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5" name="Rectangle 153">
                <a:extLst>
                  <a:ext uri="{FF2B5EF4-FFF2-40B4-BE49-F238E27FC236}">
                    <a16:creationId xmlns:a16="http://schemas.microsoft.com/office/drawing/2014/main" id="{7EA135D0-0CB2-4F17-B8C2-766E5F3ADE1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1828" y="8105"/>
                <a:ext cx="7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6" name="Freeform 154">
                <a:extLst>
                  <a:ext uri="{FF2B5EF4-FFF2-40B4-BE49-F238E27FC236}">
                    <a16:creationId xmlns:a16="http://schemas.microsoft.com/office/drawing/2014/main" id="{91489A53-3A7F-473B-9F4B-BFA071CA42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49" y="8105"/>
                <a:ext cx="41" cy="50"/>
              </a:xfrm>
              <a:custGeom>
                <a:avLst/>
                <a:gdLst>
                  <a:gd name="T0" fmla="*/ 29 w 55"/>
                  <a:gd name="T1" fmla="*/ 10 h 67"/>
                  <a:gd name="T2" fmla="*/ 45 w 55"/>
                  <a:gd name="T3" fmla="*/ 22 h 67"/>
                  <a:gd name="T4" fmla="*/ 55 w 55"/>
                  <a:gd name="T5" fmla="*/ 22 h 67"/>
                  <a:gd name="T6" fmla="*/ 29 w 55"/>
                  <a:gd name="T7" fmla="*/ 0 h 67"/>
                  <a:gd name="T8" fmla="*/ 0 w 55"/>
                  <a:gd name="T9" fmla="*/ 33 h 67"/>
                  <a:gd name="T10" fmla="*/ 29 w 55"/>
                  <a:gd name="T11" fmla="*/ 67 h 67"/>
                  <a:gd name="T12" fmla="*/ 55 w 55"/>
                  <a:gd name="T13" fmla="*/ 45 h 67"/>
                  <a:gd name="T14" fmla="*/ 45 w 55"/>
                  <a:gd name="T15" fmla="*/ 45 h 67"/>
                  <a:gd name="T16" fmla="*/ 29 w 55"/>
                  <a:gd name="T17" fmla="*/ 57 h 67"/>
                  <a:gd name="T18" fmla="*/ 11 w 55"/>
                  <a:gd name="T19" fmla="*/ 33 h 67"/>
                  <a:gd name="T20" fmla="*/ 29 w 55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9" y="10"/>
                    </a:moveTo>
                    <a:cubicBezTo>
                      <a:pt x="38" y="10"/>
                      <a:pt x="42" y="15"/>
                      <a:pt x="4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9"/>
                      <a:pt x="44" y="0"/>
                      <a:pt x="29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29" y="67"/>
                    </a:cubicBezTo>
                    <a:cubicBezTo>
                      <a:pt x="44" y="67"/>
                      <a:pt x="53" y="58"/>
                      <a:pt x="5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2" y="52"/>
                      <a:pt x="38" y="57"/>
                      <a:pt x="29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7" name="Freeform 155">
                <a:extLst>
                  <a:ext uri="{FF2B5EF4-FFF2-40B4-BE49-F238E27FC236}">
                    <a16:creationId xmlns:a16="http://schemas.microsoft.com/office/drawing/2014/main" id="{DD66B7A7-7D19-4386-8A7A-A870EEA6F16A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1899" y="8105"/>
                <a:ext cx="45" cy="49"/>
              </a:xfrm>
              <a:custGeom>
                <a:avLst/>
                <a:gdLst>
                  <a:gd name="T0" fmla="*/ 19 w 45"/>
                  <a:gd name="T1" fmla="*/ 0 h 49"/>
                  <a:gd name="T2" fmla="*/ 0 w 45"/>
                  <a:gd name="T3" fmla="*/ 49 h 49"/>
                  <a:gd name="T4" fmla="*/ 8 w 45"/>
                  <a:gd name="T5" fmla="*/ 49 h 49"/>
                  <a:gd name="T6" fmla="*/ 14 w 45"/>
                  <a:gd name="T7" fmla="*/ 36 h 49"/>
                  <a:gd name="T8" fmla="*/ 31 w 45"/>
                  <a:gd name="T9" fmla="*/ 36 h 49"/>
                  <a:gd name="T10" fmla="*/ 37 w 45"/>
                  <a:gd name="T11" fmla="*/ 49 h 49"/>
                  <a:gd name="T12" fmla="*/ 45 w 45"/>
                  <a:gd name="T13" fmla="*/ 49 h 49"/>
                  <a:gd name="T14" fmla="*/ 26 w 45"/>
                  <a:gd name="T15" fmla="*/ 0 h 49"/>
                  <a:gd name="T16" fmla="*/ 19 w 45"/>
                  <a:gd name="T17" fmla="*/ 0 h 49"/>
                  <a:gd name="T18" fmla="*/ 16 w 45"/>
                  <a:gd name="T19" fmla="*/ 28 h 49"/>
                  <a:gd name="T20" fmla="*/ 22 w 45"/>
                  <a:gd name="T21" fmla="*/ 11 h 49"/>
                  <a:gd name="T22" fmla="*/ 29 w 45"/>
                  <a:gd name="T23" fmla="*/ 28 h 49"/>
                  <a:gd name="T24" fmla="*/ 16 w 45"/>
                  <a:gd name="T25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9">
                    <a:moveTo>
                      <a:pt x="19" y="0"/>
                    </a:moveTo>
                    <a:lnTo>
                      <a:pt x="0" y="49"/>
                    </a:lnTo>
                    <a:lnTo>
                      <a:pt x="8" y="49"/>
                    </a:lnTo>
                    <a:lnTo>
                      <a:pt x="14" y="36"/>
                    </a:lnTo>
                    <a:lnTo>
                      <a:pt x="31" y="36"/>
                    </a:lnTo>
                    <a:lnTo>
                      <a:pt x="37" y="49"/>
                    </a:lnTo>
                    <a:lnTo>
                      <a:pt x="45" y="49"/>
                    </a:lnTo>
                    <a:lnTo>
                      <a:pt x="26" y="0"/>
                    </a:lnTo>
                    <a:lnTo>
                      <a:pt x="19" y="0"/>
                    </a:lnTo>
                    <a:close/>
                    <a:moveTo>
                      <a:pt x="16" y="28"/>
                    </a:moveTo>
                    <a:lnTo>
                      <a:pt x="22" y="11"/>
                    </a:lnTo>
                    <a:lnTo>
                      <a:pt x="29" y="28"/>
                    </a:lnTo>
                    <a:lnTo>
                      <a:pt x="16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8" name="Freeform 156">
                <a:extLst>
                  <a:ext uri="{FF2B5EF4-FFF2-40B4-BE49-F238E27FC236}">
                    <a16:creationId xmlns:a16="http://schemas.microsoft.com/office/drawing/2014/main" id="{5E77E8E3-3D58-4E76-AB0F-06787D4924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6" y="8105"/>
                <a:ext cx="32" cy="49"/>
              </a:xfrm>
              <a:custGeom>
                <a:avLst/>
                <a:gdLst>
                  <a:gd name="T0" fmla="*/ 9 w 32"/>
                  <a:gd name="T1" fmla="*/ 0 h 49"/>
                  <a:gd name="T2" fmla="*/ 0 w 32"/>
                  <a:gd name="T3" fmla="*/ 0 h 49"/>
                  <a:gd name="T4" fmla="*/ 0 w 32"/>
                  <a:gd name="T5" fmla="*/ 49 h 49"/>
                  <a:gd name="T6" fmla="*/ 32 w 32"/>
                  <a:gd name="T7" fmla="*/ 49 h 49"/>
                  <a:gd name="T8" fmla="*/ 32 w 32"/>
                  <a:gd name="T9" fmla="*/ 41 h 49"/>
                  <a:gd name="T10" fmla="*/ 9 w 32"/>
                  <a:gd name="T11" fmla="*/ 41 h 49"/>
                  <a:gd name="T12" fmla="*/ 9 w 3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9">
                    <a:moveTo>
                      <a:pt x="9" y="0"/>
                    </a:moveTo>
                    <a:lnTo>
                      <a:pt x="0" y="0"/>
                    </a:lnTo>
                    <a:lnTo>
                      <a:pt x="0" y="49"/>
                    </a:lnTo>
                    <a:lnTo>
                      <a:pt x="32" y="49"/>
                    </a:lnTo>
                    <a:lnTo>
                      <a:pt x="32" y="41"/>
                    </a:lnTo>
                    <a:lnTo>
                      <a:pt x="9" y="41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69" name="Freeform 157">
                <a:extLst>
                  <a:ext uri="{FF2B5EF4-FFF2-40B4-BE49-F238E27FC236}">
                    <a16:creationId xmlns:a16="http://schemas.microsoft.com/office/drawing/2014/main" id="{CA467C1D-241A-40D8-966C-136777141F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24" y="8105"/>
                <a:ext cx="31" cy="49"/>
              </a:xfrm>
              <a:custGeom>
                <a:avLst/>
                <a:gdLst>
                  <a:gd name="T0" fmla="*/ 0 w 31"/>
                  <a:gd name="T1" fmla="*/ 49 h 49"/>
                  <a:gd name="T2" fmla="*/ 31 w 31"/>
                  <a:gd name="T3" fmla="*/ 49 h 49"/>
                  <a:gd name="T4" fmla="*/ 31 w 31"/>
                  <a:gd name="T5" fmla="*/ 41 h 49"/>
                  <a:gd name="T6" fmla="*/ 8 w 31"/>
                  <a:gd name="T7" fmla="*/ 41 h 49"/>
                  <a:gd name="T8" fmla="*/ 8 w 31"/>
                  <a:gd name="T9" fmla="*/ 27 h 49"/>
                  <a:gd name="T10" fmla="*/ 29 w 31"/>
                  <a:gd name="T11" fmla="*/ 27 h 49"/>
                  <a:gd name="T12" fmla="*/ 29 w 31"/>
                  <a:gd name="T13" fmla="*/ 21 h 49"/>
                  <a:gd name="T14" fmla="*/ 8 w 31"/>
                  <a:gd name="T15" fmla="*/ 21 h 49"/>
                  <a:gd name="T16" fmla="*/ 8 w 31"/>
                  <a:gd name="T17" fmla="*/ 8 h 49"/>
                  <a:gd name="T18" fmla="*/ 31 w 31"/>
                  <a:gd name="T19" fmla="*/ 8 h 49"/>
                  <a:gd name="T20" fmla="*/ 31 w 31"/>
                  <a:gd name="T21" fmla="*/ 0 h 49"/>
                  <a:gd name="T22" fmla="*/ 0 w 31"/>
                  <a:gd name="T23" fmla="*/ 0 h 49"/>
                  <a:gd name="T24" fmla="*/ 0 w 31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lnTo>
                      <a:pt x="31" y="49"/>
                    </a:lnTo>
                    <a:lnTo>
                      <a:pt x="31" y="41"/>
                    </a:lnTo>
                    <a:lnTo>
                      <a:pt x="8" y="41"/>
                    </a:lnTo>
                    <a:lnTo>
                      <a:pt x="8" y="27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8" y="21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0" name="Freeform 158">
                <a:extLst>
                  <a:ext uri="{FF2B5EF4-FFF2-40B4-BE49-F238E27FC236}">
                    <a16:creationId xmlns:a16="http://schemas.microsoft.com/office/drawing/2014/main" id="{F3737040-1838-4DCD-A6BC-33A343E7883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1" name="Freeform 159">
                <a:extLst>
                  <a:ext uri="{FF2B5EF4-FFF2-40B4-BE49-F238E27FC236}">
                    <a16:creationId xmlns:a16="http://schemas.microsoft.com/office/drawing/2014/main" id="{594F1BE8-1934-4894-801F-907AABF9BCC0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12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2" name="Freeform 160">
                <a:extLst>
                  <a:ext uri="{FF2B5EF4-FFF2-40B4-BE49-F238E27FC236}">
                    <a16:creationId xmlns:a16="http://schemas.microsoft.com/office/drawing/2014/main" id="{6CEB9DDC-6A2E-48D8-8A81-57D2AE22642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77" y="8105"/>
                <a:ext cx="39" cy="49"/>
              </a:xfrm>
              <a:custGeom>
                <a:avLst/>
                <a:gdLst>
                  <a:gd name="T0" fmla="*/ 32 w 39"/>
                  <a:gd name="T1" fmla="*/ 34 h 49"/>
                  <a:gd name="T2" fmla="*/ 9 w 39"/>
                  <a:gd name="T3" fmla="*/ 0 h 49"/>
                  <a:gd name="T4" fmla="*/ 0 w 39"/>
                  <a:gd name="T5" fmla="*/ 0 h 49"/>
                  <a:gd name="T6" fmla="*/ 0 w 39"/>
                  <a:gd name="T7" fmla="*/ 49 h 49"/>
                  <a:gd name="T8" fmla="*/ 9 w 39"/>
                  <a:gd name="T9" fmla="*/ 49 h 49"/>
                  <a:gd name="T10" fmla="*/ 9 w 39"/>
                  <a:gd name="T11" fmla="*/ 14 h 49"/>
                  <a:gd name="T12" fmla="*/ 33 w 39"/>
                  <a:gd name="T13" fmla="*/ 49 h 49"/>
                  <a:gd name="T14" fmla="*/ 39 w 39"/>
                  <a:gd name="T15" fmla="*/ 49 h 49"/>
                  <a:gd name="T16" fmla="*/ 39 w 39"/>
                  <a:gd name="T17" fmla="*/ 0 h 49"/>
                  <a:gd name="T18" fmla="*/ 32 w 39"/>
                  <a:gd name="T19" fmla="*/ 0 h 49"/>
                  <a:gd name="T20" fmla="*/ 32 w 39"/>
                  <a:gd name="T21" fmla="*/ 3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9">
                    <a:moveTo>
                      <a:pt x="32" y="34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9" y="49"/>
                    </a:lnTo>
                    <a:lnTo>
                      <a:pt x="9" y="14"/>
                    </a:lnTo>
                    <a:lnTo>
                      <a:pt x="33" y="49"/>
                    </a:lnTo>
                    <a:lnTo>
                      <a:pt x="39" y="49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32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3" name="Freeform 161">
                <a:extLst>
                  <a:ext uri="{FF2B5EF4-FFF2-40B4-BE49-F238E27FC236}">
                    <a16:creationId xmlns:a16="http://schemas.microsoft.com/office/drawing/2014/main" id="{F57C176B-10A0-4C25-8388-92C26FD99DA1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2230" y="8105"/>
                <a:ext cx="44" cy="50"/>
              </a:xfrm>
              <a:custGeom>
                <a:avLst/>
                <a:gdLst>
                  <a:gd name="T0" fmla="*/ 29 w 59"/>
                  <a:gd name="T1" fmla="*/ 0 h 67"/>
                  <a:gd name="T2" fmla="*/ 0 w 59"/>
                  <a:gd name="T3" fmla="*/ 33 h 67"/>
                  <a:gd name="T4" fmla="*/ 29 w 59"/>
                  <a:gd name="T5" fmla="*/ 67 h 67"/>
                  <a:gd name="T6" fmla="*/ 59 w 59"/>
                  <a:gd name="T7" fmla="*/ 33 h 67"/>
                  <a:gd name="T8" fmla="*/ 29 w 59"/>
                  <a:gd name="T9" fmla="*/ 0 h 67"/>
                  <a:gd name="T10" fmla="*/ 29 w 59"/>
                  <a:gd name="T11" fmla="*/ 57 h 67"/>
                  <a:gd name="T12" fmla="*/ 11 w 59"/>
                  <a:gd name="T13" fmla="*/ 33 h 67"/>
                  <a:gd name="T14" fmla="*/ 29 w 59"/>
                  <a:gd name="T15" fmla="*/ 10 h 67"/>
                  <a:gd name="T16" fmla="*/ 48 w 59"/>
                  <a:gd name="T17" fmla="*/ 33 h 67"/>
                  <a:gd name="T18" fmla="*/ 29 w 59"/>
                  <a:gd name="T19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67">
                    <a:moveTo>
                      <a:pt x="29" y="0"/>
                    </a:moveTo>
                    <a:cubicBezTo>
                      <a:pt x="12" y="0"/>
                      <a:pt x="0" y="14"/>
                      <a:pt x="0" y="33"/>
                    </a:cubicBezTo>
                    <a:cubicBezTo>
                      <a:pt x="0" y="53"/>
                      <a:pt x="12" y="67"/>
                      <a:pt x="29" y="67"/>
                    </a:cubicBezTo>
                    <a:cubicBezTo>
                      <a:pt x="47" y="67"/>
                      <a:pt x="59" y="53"/>
                      <a:pt x="59" y="33"/>
                    </a:cubicBezTo>
                    <a:cubicBezTo>
                      <a:pt x="59" y="14"/>
                      <a:pt x="47" y="0"/>
                      <a:pt x="29" y="0"/>
                    </a:cubicBezTo>
                    <a:moveTo>
                      <a:pt x="29" y="57"/>
                    </a:move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29" y="10"/>
                    </a:cubicBezTo>
                    <a:cubicBezTo>
                      <a:pt x="41" y="10"/>
                      <a:pt x="48" y="20"/>
                      <a:pt x="48" y="33"/>
                    </a:cubicBezTo>
                    <a:cubicBezTo>
                      <a:pt x="48" y="47"/>
                      <a:pt x="41" y="57"/>
                      <a:pt x="29" y="5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4" name="Freeform 162">
                <a:extLst>
                  <a:ext uri="{FF2B5EF4-FFF2-40B4-BE49-F238E27FC236}">
                    <a16:creationId xmlns:a16="http://schemas.microsoft.com/office/drawing/2014/main" id="{3B5B5622-ADF0-40C1-AF4A-D28067703D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88" y="8105"/>
                <a:ext cx="47" cy="49"/>
              </a:xfrm>
              <a:custGeom>
                <a:avLst/>
                <a:gdLst>
                  <a:gd name="T0" fmla="*/ 23 w 47"/>
                  <a:gd name="T1" fmla="*/ 38 h 49"/>
                  <a:gd name="T2" fmla="*/ 9 w 47"/>
                  <a:gd name="T3" fmla="*/ 0 h 49"/>
                  <a:gd name="T4" fmla="*/ 0 w 47"/>
                  <a:gd name="T5" fmla="*/ 0 h 49"/>
                  <a:gd name="T6" fmla="*/ 0 w 47"/>
                  <a:gd name="T7" fmla="*/ 49 h 49"/>
                  <a:gd name="T8" fmla="*/ 8 w 47"/>
                  <a:gd name="T9" fmla="*/ 49 h 49"/>
                  <a:gd name="T10" fmla="*/ 8 w 47"/>
                  <a:gd name="T11" fmla="*/ 15 h 49"/>
                  <a:gd name="T12" fmla="*/ 20 w 47"/>
                  <a:gd name="T13" fmla="*/ 49 h 49"/>
                  <a:gd name="T14" fmla="*/ 26 w 47"/>
                  <a:gd name="T15" fmla="*/ 49 h 49"/>
                  <a:gd name="T16" fmla="*/ 39 w 47"/>
                  <a:gd name="T17" fmla="*/ 15 h 49"/>
                  <a:gd name="T18" fmla="*/ 39 w 47"/>
                  <a:gd name="T19" fmla="*/ 49 h 49"/>
                  <a:gd name="T20" fmla="*/ 47 w 47"/>
                  <a:gd name="T21" fmla="*/ 49 h 49"/>
                  <a:gd name="T22" fmla="*/ 47 w 47"/>
                  <a:gd name="T23" fmla="*/ 0 h 49"/>
                  <a:gd name="T24" fmla="*/ 38 w 47"/>
                  <a:gd name="T25" fmla="*/ 0 h 49"/>
                  <a:gd name="T26" fmla="*/ 23 w 47"/>
                  <a:gd name="T2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9">
                    <a:moveTo>
                      <a:pt x="23" y="38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8" y="49"/>
                    </a:lnTo>
                    <a:lnTo>
                      <a:pt x="8" y="15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39" y="15"/>
                    </a:lnTo>
                    <a:lnTo>
                      <a:pt x="39" y="49"/>
                    </a:lnTo>
                    <a:lnTo>
                      <a:pt x="47" y="49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3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5" name="Rectangle 163">
                <a:extLst>
                  <a:ext uri="{FF2B5EF4-FFF2-40B4-BE49-F238E27FC236}">
                    <a16:creationId xmlns:a16="http://schemas.microsoft.com/office/drawing/2014/main" id="{C62672C7-25A6-424B-A231-E85ED714FE7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8105"/>
                <a:ext cx="8" cy="49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6" name="Freeform 164">
                <a:extLst>
                  <a:ext uri="{FF2B5EF4-FFF2-40B4-BE49-F238E27FC236}">
                    <a16:creationId xmlns:a16="http://schemas.microsoft.com/office/drawing/2014/main" id="{593CC6C1-E006-4886-93F5-49C91CCDC8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73" y="8105"/>
                <a:ext cx="42" cy="50"/>
              </a:xfrm>
              <a:custGeom>
                <a:avLst/>
                <a:gdLst>
                  <a:gd name="T0" fmla="*/ 30 w 56"/>
                  <a:gd name="T1" fmla="*/ 10 h 67"/>
                  <a:gd name="T2" fmla="*/ 45 w 56"/>
                  <a:gd name="T3" fmla="*/ 22 h 67"/>
                  <a:gd name="T4" fmla="*/ 56 w 56"/>
                  <a:gd name="T5" fmla="*/ 22 h 67"/>
                  <a:gd name="T6" fmla="*/ 30 w 56"/>
                  <a:gd name="T7" fmla="*/ 0 h 67"/>
                  <a:gd name="T8" fmla="*/ 0 w 56"/>
                  <a:gd name="T9" fmla="*/ 33 h 67"/>
                  <a:gd name="T10" fmla="*/ 30 w 56"/>
                  <a:gd name="T11" fmla="*/ 67 h 67"/>
                  <a:gd name="T12" fmla="*/ 56 w 56"/>
                  <a:gd name="T13" fmla="*/ 45 h 67"/>
                  <a:gd name="T14" fmla="*/ 45 w 56"/>
                  <a:gd name="T15" fmla="*/ 45 h 67"/>
                  <a:gd name="T16" fmla="*/ 30 w 56"/>
                  <a:gd name="T17" fmla="*/ 57 h 67"/>
                  <a:gd name="T18" fmla="*/ 11 w 56"/>
                  <a:gd name="T19" fmla="*/ 33 h 67"/>
                  <a:gd name="T20" fmla="*/ 30 w 56"/>
                  <a:gd name="T21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7">
                    <a:moveTo>
                      <a:pt x="30" y="10"/>
                    </a:moveTo>
                    <a:cubicBezTo>
                      <a:pt x="38" y="10"/>
                      <a:pt x="43" y="15"/>
                      <a:pt x="45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9"/>
                      <a:pt x="44" y="0"/>
                      <a:pt x="30" y="0"/>
                    </a:cubicBezTo>
                    <a:cubicBezTo>
                      <a:pt x="13" y="0"/>
                      <a:pt x="0" y="14"/>
                      <a:pt x="0" y="33"/>
                    </a:cubicBezTo>
                    <a:cubicBezTo>
                      <a:pt x="0" y="53"/>
                      <a:pt x="13" y="67"/>
                      <a:pt x="30" y="67"/>
                    </a:cubicBezTo>
                    <a:cubicBezTo>
                      <a:pt x="44" y="67"/>
                      <a:pt x="53" y="58"/>
                      <a:pt x="5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3" y="52"/>
                      <a:pt x="38" y="57"/>
                      <a:pt x="30" y="57"/>
                    </a:cubicBezTo>
                    <a:cubicBezTo>
                      <a:pt x="18" y="57"/>
                      <a:pt x="11" y="47"/>
                      <a:pt x="11" y="33"/>
                    </a:cubicBezTo>
                    <a:cubicBezTo>
                      <a:pt x="11" y="20"/>
                      <a:pt x="18" y="10"/>
                      <a:pt x="30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7" name="Freeform 165">
                <a:extLst>
                  <a:ext uri="{FF2B5EF4-FFF2-40B4-BE49-F238E27FC236}">
                    <a16:creationId xmlns:a16="http://schemas.microsoft.com/office/drawing/2014/main" id="{3E8EFB28-6C34-4A9A-8491-C912C8F568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5" y="8105"/>
                <a:ext cx="36" cy="50"/>
              </a:xfrm>
              <a:custGeom>
                <a:avLst/>
                <a:gdLst>
                  <a:gd name="T0" fmla="*/ 31 w 48"/>
                  <a:gd name="T1" fmla="*/ 29 h 67"/>
                  <a:gd name="T2" fmla="*/ 20 w 48"/>
                  <a:gd name="T3" fmla="*/ 27 h 67"/>
                  <a:gd name="T4" fmla="*/ 12 w 48"/>
                  <a:gd name="T5" fmla="*/ 18 h 67"/>
                  <a:gd name="T6" fmla="*/ 23 w 48"/>
                  <a:gd name="T7" fmla="*/ 10 h 67"/>
                  <a:gd name="T8" fmla="*/ 37 w 48"/>
                  <a:gd name="T9" fmla="*/ 18 h 67"/>
                  <a:gd name="T10" fmla="*/ 48 w 48"/>
                  <a:gd name="T11" fmla="*/ 18 h 67"/>
                  <a:gd name="T12" fmla="*/ 23 w 48"/>
                  <a:gd name="T13" fmla="*/ 0 h 67"/>
                  <a:gd name="T14" fmla="*/ 1 w 48"/>
                  <a:gd name="T15" fmla="*/ 19 h 67"/>
                  <a:gd name="T16" fmla="*/ 17 w 48"/>
                  <a:gd name="T17" fmla="*/ 37 h 67"/>
                  <a:gd name="T18" fmla="*/ 28 w 48"/>
                  <a:gd name="T19" fmla="*/ 39 h 67"/>
                  <a:gd name="T20" fmla="*/ 38 w 48"/>
                  <a:gd name="T21" fmla="*/ 48 h 67"/>
                  <a:gd name="T22" fmla="*/ 25 w 48"/>
                  <a:gd name="T23" fmla="*/ 57 h 67"/>
                  <a:gd name="T24" fmla="*/ 11 w 48"/>
                  <a:gd name="T25" fmla="*/ 48 h 67"/>
                  <a:gd name="T26" fmla="*/ 0 w 48"/>
                  <a:gd name="T27" fmla="*/ 48 h 67"/>
                  <a:gd name="T28" fmla="*/ 25 w 48"/>
                  <a:gd name="T29" fmla="*/ 67 h 67"/>
                  <a:gd name="T30" fmla="*/ 48 w 48"/>
                  <a:gd name="T31" fmla="*/ 47 h 67"/>
                  <a:gd name="T32" fmla="*/ 31 w 48"/>
                  <a:gd name="T33" fmla="*/ 2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7">
                    <a:moveTo>
                      <a:pt x="31" y="29"/>
                    </a:moveTo>
                    <a:cubicBezTo>
                      <a:pt x="20" y="27"/>
                      <a:pt x="20" y="27"/>
                      <a:pt x="20" y="27"/>
                    </a:cubicBezTo>
                    <a:cubicBezTo>
                      <a:pt x="14" y="25"/>
                      <a:pt x="12" y="23"/>
                      <a:pt x="12" y="18"/>
                    </a:cubicBezTo>
                    <a:cubicBezTo>
                      <a:pt x="12" y="13"/>
                      <a:pt x="16" y="10"/>
                      <a:pt x="23" y="10"/>
                    </a:cubicBezTo>
                    <a:cubicBezTo>
                      <a:pt x="31" y="10"/>
                      <a:pt x="35" y="13"/>
                      <a:pt x="3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7"/>
                      <a:pt x="37" y="0"/>
                      <a:pt x="23" y="0"/>
                    </a:cubicBezTo>
                    <a:cubicBezTo>
                      <a:pt x="10" y="0"/>
                      <a:pt x="1" y="9"/>
                      <a:pt x="1" y="19"/>
                    </a:cubicBezTo>
                    <a:cubicBezTo>
                      <a:pt x="1" y="30"/>
                      <a:pt x="9" y="35"/>
                      <a:pt x="17" y="37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5" y="41"/>
                      <a:pt x="38" y="43"/>
                      <a:pt x="38" y="48"/>
                    </a:cubicBezTo>
                    <a:cubicBezTo>
                      <a:pt x="38" y="54"/>
                      <a:pt x="33" y="57"/>
                      <a:pt x="25" y="57"/>
                    </a:cubicBezTo>
                    <a:cubicBezTo>
                      <a:pt x="18" y="57"/>
                      <a:pt x="13" y="54"/>
                      <a:pt x="1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12" y="67"/>
                      <a:pt x="25" y="67"/>
                    </a:cubicBezTo>
                    <a:cubicBezTo>
                      <a:pt x="38" y="67"/>
                      <a:pt x="48" y="59"/>
                      <a:pt x="48" y="47"/>
                    </a:cubicBezTo>
                    <a:cubicBezTo>
                      <a:pt x="48" y="38"/>
                      <a:pt x="41" y="32"/>
                      <a:pt x="31" y="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8" name="Freeform 166">
                <a:extLst>
                  <a:ext uri="{FF2B5EF4-FFF2-40B4-BE49-F238E27FC236}">
                    <a16:creationId xmlns:a16="http://schemas.microsoft.com/office/drawing/2014/main" id="{3C1069F3-4FB4-4B26-97E0-2E734E2B073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7" y="7895"/>
                <a:ext cx="144" cy="144"/>
              </a:xfrm>
              <a:custGeom>
                <a:avLst/>
                <a:gdLst>
                  <a:gd name="T0" fmla="*/ 191 w 193"/>
                  <a:gd name="T1" fmla="*/ 189 h 193"/>
                  <a:gd name="T2" fmla="*/ 193 w 193"/>
                  <a:gd name="T3" fmla="*/ 188 h 193"/>
                  <a:gd name="T4" fmla="*/ 193 w 193"/>
                  <a:gd name="T5" fmla="*/ 146 h 193"/>
                  <a:gd name="T6" fmla="*/ 189 w 193"/>
                  <a:gd name="T7" fmla="*/ 147 h 193"/>
                  <a:gd name="T8" fmla="*/ 180 w 193"/>
                  <a:gd name="T9" fmla="*/ 147 h 193"/>
                  <a:gd name="T10" fmla="*/ 171 w 193"/>
                  <a:gd name="T11" fmla="*/ 130 h 193"/>
                  <a:gd name="T12" fmla="*/ 171 w 193"/>
                  <a:gd name="T13" fmla="*/ 0 h 193"/>
                  <a:gd name="T14" fmla="*/ 120 w 193"/>
                  <a:gd name="T15" fmla="*/ 0 h 193"/>
                  <a:gd name="T16" fmla="*/ 120 w 193"/>
                  <a:gd name="T17" fmla="*/ 108 h 193"/>
                  <a:gd name="T18" fmla="*/ 84 w 193"/>
                  <a:gd name="T19" fmla="*/ 147 h 193"/>
                  <a:gd name="T20" fmla="*/ 51 w 193"/>
                  <a:gd name="T21" fmla="*/ 110 h 193"/>
                  <a:gd name="T22" fmla="*/ 51 w 193"/>
                  <a:gd name="T23" fmla="*/ 0 h 193"/>
                  <a:gd name="T24" fmla="*/ 0 w 193"/>
                  <a:gd name="T25" fmla="*/ 0 h 193"/>
                  <a:gd name="T26" fmla="*/ 0 w 193"/>
                  <a:gd name="T27" fmla="*/ 116 h 193"/>
                  <a:gd name="T28" fmla="*/ 73 w 193"/>
                  <a:gd name="T29" fmla="*/ 193 h 193"/>
                  <a:gd name="T30" fmla="*/ 127 w 193"/>
                  <a:gd name="T31" fmla="*/ 170 h 193"/>
                  <a:gd name="T32" fmla="*/ 139 w 193"/>
                  <a:gd name="T33" fmla="*/ 184 h 193"/>
                  <a:gd name="T34" fmla="*/ 168 w 193"/>
                  <a:gd name="T35" fmla="*/ 192 h 193"/>
                  <a:gd name="T36" fmla="*/ 191 w 193"/>
                  <a:gd name="T37" fmla="*/ 18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3" h="193">
                    <a:moveTo>
                      <a:pt x="191" y="189"/>
                    </a:move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6"/>
                      <a:pt x="193" y="146"/>
                      <a:pt x="193" y="146"/>
                    </a:cubicBezTo>
                    <a:cubicBezTo>
                      <a:pt x="189" y="147"/>
                      <a:pt x="189" y="147"/>
                      <a:pt x="189" y="147"/>
                    </a:cubicBezTo>
                    <a:cubicBezTo>
                      <a:pt x="186" y="147"/>
                      <a:pt x="183" y="147"/>
                      <a:pt x="180" y="147"/>
                    </a:cubicBezTo>
                    <a:cubicBezTo>
                      <a:pt x="175" y="147"/>
                      <a:pt x="171" y="146"/>
                      <a:pt x="171" y="13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31"/>
                      <a:pt x="105" y="147"/>
                      <a:pt x="84" y="147"/>
                    </a:cubicBezTo>
                    <a:cubicBezTo>
                      <a:pt x="63" y="147"/>
                      <a:pt x="51" y="133"/>
                      <a:pt x="51" y="11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63"/>
                      <a:pt x="28" y="193"/>
                      <a:pt x="73" y="193"/>
                    </a:cubicBezTo>
                    <a:cubicBezTo>
                      <a:pt x="103" y="193"/>
                      <a:pt x="119" y="181"/>
                      <a:pt x="127" y="170"/>
                    </a:cubicBezTo>
                    <a:cubicBezTo>
                      <a:pt x="130" y="176"/>
                      <a:pt x="134" y="180"/>
                      <a:pt x="139" y="184"/>
                    </a:cubicBezTo>
                    <a:cubicBezTo>
                      <a:pt x="146" y="190"/>
                      <a:pt x="156" y="192"/>
                      <a:pt x="168" y="192"/>
                    </a:cubicBezTo>
                    <a:cubicBezTo>
                      <a:pt x="175" y="192"/>
                      <a:pt x="184" y="192"/>
                      <a:pt x="191" y="18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79" name="Oval 167">
                <a:extLst>
                  <a:ext uri="{FF2B5EF4-FFF2-40B4-BE49-F238E27FC236}">
                    <a16:creationId xmlns:a16="http://schemas.microsoft.com/office/drawing/2014/main" id="{CE4CF93A-2AD3-456E-BC0A-B3461B41F1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0" name="Freeform 168">
                <a:extLst>
                  <a:ext uri="{FF2B5EF4-FFF2-40B4-BE49-F238E27FC236}">
                    <a16:creationId xmlns:a16="http://schemas.microsoft.com/office/drawing/2014/main" id="{609E1A4A-977B-4AA1-98F8-5389394C8F0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4" y="7657"/>
                <a:ext cx="6" cy="8"/>
              </a:xfrm>
              <a:custGeom>
                <a:avLst/>
                <a:gdLst>
                  <a:gd name="T0" fmla="*/ 3 w 8"/>
                  <a:gd name="T1" fmla="*/ 11 h 11"/>
                  <a:gd name="T2" fmla="*/ 8 w 8"/>
                  <a:gd name="T3" fmla="*/ 6 h 11"/>
                  <a:gd name="T4" fmla="*/ 3 w 8"/>
                  <a:gd name="T5" fmla="*/ 0 h 11"/>
                  <a:gd name="T6" fmla="*/ 0 w 8"/>
                  <a:gd name="T7" fmla="*/ 1 h 11"/>
                  <a:gd name="T8" fmla="*/ 0 w 8"/>
                  <a:gd name="T9" fmla="*/ 11 h 11"/>
                  <a:gd name="T10" fmla="*/ 3 w 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6" y="11"/>
                      <a:pt x="8" y="9"/>
                      <a:pt x="8" y="6"/>
                    </a:cubicBezTo>
                    <a:cubicBezTo>
                      <a:pt x="8" y="2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4"/>
                      <a:pt x="0" y="8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1" name="Oval 169">
                <a:extLst>
                  <a:ext uri="{FF2B5EF4-FFF2-40B4-BE49-F238E27FC236}">
                    <a16:creationId xmlns:a16="http://schemas.microsoft.com/office/drawing/2014/main" id="{C0291548-C69C-4F34-B113-D46B4519238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80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2" name="Oval 170">
                <a:extLst>
                  <a:ext uri="{FF2B5EF4-FFF2-40B4-BE49-F238E27FC236}">
                    <a16:creationId xmlns:a16="http://schemas.microsoft.com/office/drawing/2014/main" id="{3E9B1D3C-9671-4C30-8E83-4EF5CB00865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3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3" name="Oval 171">
                <a:extLst>
                  <a:ext uri="{FF2B5EF4-FFF2-40B4-BE49-F238E27FC236}">
                    <a16:creationId xmlns:a16="http://schemas.microsoft.com/office/drawing/2014/main" id="{7A32E937-72C2-40CC-8026-30860326E8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6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4" name="Oval 172">
                <a:extLst>
                  <a:ext uri="{FF2B5EF4-FFF2-40B4-BE49-F238E27FC236}">
                    <a16:creationId xmlns:a16="http://schemas.microsoft.com/office/drawing/2014/main" id="{BB3CA932-7B42-4D62-9E24-A41B19B56D1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8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5" name="Oval 173">
                <a:extLst>
                  <a:ext uri="{FF2B5EF4-FFF2-40B4-BE49-F238E27FC236}">
                    <a16:creationId xmlns:a16="http://schemas.microsoft.com/office/drawing/2014/main" id="{627A3E1B-07AF-4DAB-B10D-9D19E0BBE12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9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6" name="Oval 174">
                <a:extLst>
                  <a:ext uri="{FF2B5EF4-FFF2-40B4-BE49-F238E27FC236}">
                    <a16:creationId xmlns:a16="http://schemas.microsoft.com/office/drawing/2014/main" id="{0A2985B0-D492-49AB-8F9C-A401DCEBB3C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7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7" name="Oval 175">
                <a:extLst>
                  <a:ext uri="{FF2B5EF4-FFF2-40B4-BE49-F238E27FC236}">
                    <a16:creationId xmlns:a16="http://schemas.microsoft.com/office/drawing/2014/main" id="{5F1FCDAB-9616-4D1B-ACFC-6EA0A8AE44D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3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8" name="Oval 176">
                <a:extLst>
                  <a:ext uri="{FF2B5EF4-FFF2-40B4-BE49-F238E27FC236}">
                    <a16:creationId xmlns:a16="http://schemas.microsoft.com/office/drawing/2014/main" id="{B8172754-EED8-4A8A-ABFF-149DA76813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69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89" name="Oval 177">
                <a:extLst>
                  <a:ext uri="{FF2B5EF4-FFF2-40B4-BE49-F238E27FC236}">
                    <a16:creationId xmlns:a16="http://schemas.microsoft.com/office/drawing/2014/main" id="{AC912DD0-787D-4E7C-A34B-85E262805BC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0" name="Oval 178">
                <a:extLst>
                  <a:ext uri="{FF2B5EF4-FFF2-40B4-BE49-F238E27FC236}">
                    <a16:creationId xmlns:a16="http://schemas.microsoft.com/office/drawing/2014/main" id="{A3F424FC-2F76-4C85-BC15-53FF1D18F1D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50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1" name="Oval 179">
                <a:extLst>
                  <a:ext uri="{FF2B5EF4-FFF2-40B4-BE49-F238E27FC236}">
                    <a16:creationId xmlns:a16="http://schemas.microsoft.com/office/drawing/2014/main" id="{7FD56BD4-274E-4913-A1FB-6DE6F2D0EAA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0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2" name="Oval 180">
                <a:extLst>
                  <a:ext uri="{FF2B5EF4-FFF2-40B4-BE49-F238E27FC236}">
                    <a16:creationId xmlns:a16="http://schemas.microsoft.com/office/drawing/2014/main" id="{6DDBEA44-32EB-4D76-976C-4EFBDF9B5D5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5" y="77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3" name="Oval 181">
                <a:extLst>
                  <a:ext uri="{FF2B5EF4-FFF2-40B4-BE49-F238E27FC236}">
                    <a16:creationId xmlns:a16="http://schemas.microsoft.com/office/drawing/2014/main" id="{B309D4AF-3180-40C6-860D-120A7689DC5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9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4" name="Oval 182">
                <a:extLst>
                  <a:ext uri="{FF2B5EF4-FFF2-40B4-BE49-F238E27FC236}">
                    <a16:creationId xmlns:a16="http://schemas.microsoft.com/office/drawing/2014/main" id="{F7030207-F3F0-4D9A-A4E0-F59A74C6A96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2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5" name="Oval 183">
                <a:extLst>
                  <a:ext uri="{FF2B5EF4-FFF2-40B4-BE49-F238E27FC236}">
                    <a16:creationId xmlns:a16="http://schemas.microsoft.com/office/drawing/2014/main" id="{6AAC36ED-FAA3-465C-B7C0-6CAB908718D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1" y="75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6" name="Oval 184">
                <a:extLst>
                  <a:ext uri="{FF2B5EF4-FFF2-40B4-BE49-F238E27FC236}">
                    <a16:creationId xmlns:a16="http://schemas.microsoft.com/office/drawing/2014/main" id="{CE46CF18-8E8D-4DDA-AF91-31BFD7B5371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6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7" name="Oval 185">
                <a:extLst>
                  <a:ext uri="{FF2B5EF4-FFF2-40B4-BE49-F238E27FC236}">
                    <a16:creationId xmlns:a16="http://schemas.microsoft.com/office/drawing/2014/main" id="{42570F62-22EA-4BF2-BEE5-CA642B8F04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3" y="76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8" name="Oval 186">
                <a:extLst>
                  <a:ext uri="{FF2B5EF4-FFF2-40B4-BE49-F238E27FC236}">
                    <a16:creationId xmlns:a16="http://schemas.microsoft.com/office/drawing/2014/main" id="{497D64D6-0366-4490-9F8E-9C4F29F126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0" y="777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499" name="Oval 187">
                <a:extLst>
                  <a:ext uri="{FF2B5EF4-FFF2-40B4-BE49-F238E27FC236}">
                    <a16:creationId xmlns:a16="http://schemas.microsoft.com/office/drawing/2014/main" id="{294BDAA2-3EB8-466C-B869-F8FE65D600F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0" y="77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0" name="Oval 188">
                <a:extLst>
                  <a:ext uri="{FF2B5EF4-FFF2-40B4-BE49-F238E27FC236}">
                    <a16:creationId xmlns:a16="http://schemas.microsoft.com/office/drawing/2014/main" id="{7A7C3F7D-88C6-4D06-8743-ED6AD64FA4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1" name="Freeform 189">
                <a:extLst>
                  <a:ext uri="{FF2B5EF4-FFF2-40B4-BE49-F238E27FC236}">
                    <a16:creationId xmlns:a16="http://schemas.microsoft.com/office/drawing/2014/main" id="{DB733A28-F382-47FA-9B35-C4A90B2BF97A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8" y="7761"/>
                <a:ext cx="9" cy="8"/>
              </a:xfrm>
              <a:custGeom>
                <a:avLst/>
                <a:gdLst>
                  <a:gd name="T0" fmla="*/ 6 w 12"/>
                  <a:gd name="T1" fmla="*/ 0 h 11"/>
                  <a:gd name="T2" fmla="*/ 0 w 12"/>
                  <a:gd name="T3" fmla="*/ 6 h 11"/>
                  <a:gd name="T4" fmla="*/ 5 w 12"/>
                  <a:gd name="T5" fmla="*/ 11 h 11"/>
                  <a:gd name="T6" fmla="*/ 12 w 12"/>
                  <a:gd name="T7" fmla="*/ 4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8"/>
                      <a:pt x="3" y="11"/>
                      <a:pt x="5" y="11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2" name="Oval 190">
                <a:extLst>
                  <a:ext uri="{FF2B5EF4-FFF2-40B4-BE49-F238E27FC236}">
                    <a16:creationId xmlns:a16="http://schemas.microsoft.com/office/drawing/2014/main" id="{83A4DCA8-55FD-476A-AD2D-E0E94AC162C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8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3" name="Oval 191">
                <a:extLst>
                  <a:ext uri="{FF2B5EF4-FFF2-40B4-BE49-F238E27FC236}">
                    <a16:creationId xmlns:a16="http://schemas.microsoft.com/office/drawing/2014/main" id="{8DE1C847-E00D-4209-A9AB-A1744891A0A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4" name="Oval 192">
                <a:extLst>
                  <a:ext uri="{FF2B5EF4-FFF2-40B4-BE49-F238E27FC236}">
                    <a16:creationId xmlns:a16="http://schemas.microsoft.com/office/drawing/2014/main" id="{2920E253-0306-433D-A2F5-820640671FE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2" y="756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5" name="Oval 193">
                <a:extLst>
                  <a:ext uri="{FF2B5EF4-FFF2-40B4-BE49-F238E27FC236}">
                    <a16:creationId xmlns:a16="http://schemas.microsoft.com/office/drawing/2014/main" id="{15B311F0-046E-49CA-872E-6086EA7C801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77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6" name="Oval 194">
                <a:extLst>
                  <a:ext uri="{FF2B5EF4-FFF2-40B4-BE49-F238E27FC236}">
                    <a16:creationId xmlns:a16="http://schemas.microsoft.com/office/drawing/2014/main" id="{C8740AC6-9D1E-43CD-AFEA-71F62D59DCF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76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7" name="Oval 195">
                <a:extLst>
                  <a:ext uri="{FF2B5EF4-FFF2-40B4-BE49-F238E27FC236}">
                    <a16:creationId xmlns:a16="http://schemas.microsoft.com/office/drawing/2014/main" id="{55E2EA76-F64B-413C-91F8-26964E6B012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67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8" name="Oval 196">
                <a:extLst>
                  <a:ext uri="{FF2B5EF4-FFF2-40B4-BE49-F238E27FC236}">
                    <a16:creationId xmlns:a16="http://schemas.microsoft.com/office/drawing/2014/main" id="{CEE6AA55-21DC-4C4E-936D-2362DA7B117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09" name="Oval 197">
                <a:extLst>
                  <a:ext uri="{FF2B5EF4-FFF2-40B4-BE49-F238E27FC236}">
                    <a16:creationId xmlns:a16="http://schemas.microsoft.com/office/drawing/2014/main" id="{3EC9B3C3-1413-47F8-8E89-91D46662FB3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1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0" name="Oval 198">
                <a:extLst>
                  <a:ext uri="{FF2B5EF4-FFF2-40B4-BE49-F238E27FC236}">
                    <a16:creationId xmlns:a16="http://schemas.microsoft.com/office/drawing/2014/main" id="{A059464B-B6F3-4F0A-B6B7-D0AEDD09D05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6" y="772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1" name="Oval 199">
                <a:extLst>
                  <a:ext uri="{FF2B5EF4-FFF2-40B4-BE49-F238E27FC236}">
                    <a16:creationId xmlns:a16="http://schemas.microsoft.com/office/drawing/2014/main" id="{9EE045F7-EA4C-4E36-A252-65ACD8600B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2" name="Oval 200">
                <a:extLst>
                  <a:ext uri="{FF2B5EF4-FFF2-40B4-BE49-F238E27FC236}">
                    <a16:creationId xmlns:a16="http://schemas.microsoft.com/office/drawing/2014/main" id="{31BD44C5-A827-4BDB-A86C-42F09E0DC53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9" y="781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3" name="Oval 201">
                <a:extLst>
                  <a:ext uri="{FF2B5EF4-FFF2-40B4-BE49-F238E27FC236}">
                    <a16:creationId xmlns:a16="http://schemas.microsoft.com/office/drawing/2014/main" id="{23E46CFD-A17D-49D4-9E17-16F9F99823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1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4" name="Oval 202">
                <a:extLst>
                  <a:ext uri="{FF2B5EF4-FFF2-40B4-BE49-F238E27FC236}">
                    <a16:creationId xmlns:a16="http://schemas.microsoft.com/office/drawing/2014/main" id="{5A12AAA4-3B0C-4759-B431-E76C66BD160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56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5" name="Freeform 203">
                <a:extLst>
                  <a:ext uri="{FF2B5EF4-FFF2-40B4-BE49-F238E27FC236}">
                    <a16:creationId xmlns:a16="http://schemas.microsoft.com/office/drawing/2014/main" id="{C7939FC7-C272-4E5A-880D-E060F468044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60" y="7771"/>
                <a:ext cx="8" cy="8"/>
              </a:xfrm>
              <a:custGeom>
                <a:avLst/>
                <a:gdLst>
                  <a:gd name="T0" fmla="*/ 0 w 10"/>
                  <a:gd name="T1" fmla="*/ 6 h 10"/>
                  <a:gd name="T2" fmla="*/ 2 w 10"/>
                  <a:gd name="T3" fmla="*/ 10 h 10"/>
                  <a:gd name="T4" fmla="*/ 10 w 10"/>
                  <a:gd name="T5" fmla="*/ 2 h 10"/>
                  <a:gd name="T6" fmla="*/ 6 w 10"/>
                  <a:gd name="T7" fmla="*/ 0 h 10"/>
                  <a:gd name="T8" fmla="*/ 0 w 10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6"/>
                    </a:moveTo>
                    <a:cubicBezTo>
                      <a:pt x="0" y="8"/>
                      <a:pt x="1" y="9"/>
                      <a:pt x="2" y="10"/>
                    </a:cubicBezTo>
                    <a:cubicBezTo>
                      <a:pt x="5" y="8"/>
                      <a:pt x="7" y="5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516" name="Oval 204">
                <a:extLst>
                  <a:ext uri="{FF2B5EF4-FFF2-40B4-BE49-F238E27FC236}">
                    <a16:creationId xmlns:a16="http://schemas.microsoft.com/office/drawing/2014/main" id="{4CD862B3-31AD-4682-B278-7B1B7DDECD0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5" y="767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grpSp>
          <p:nvGrpSpPr>
            <p:cNvPr id="16" name="Group 406">
              <a:extLst>
                <a:ext uri="{FF2B5EF4-FFF2-40B4-BE49-F238E27FC236}">
                  <a16:creationId xmlns:a16="http://schemas.microsoft.com/office/drawing/2014/main" id="{2D893F9B-2DCC-4D4B-8138-718DD05279C7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3471863" y="11942763"/>
              <a:ext cx="525463" cy="471488"/>
              <a:chOff x="2187" y="7523"/>
              <a:chExt cx="331" cy="297"/>
            </a:xfrm>
            <a:grpFill/>
          </p:grpSpPr>
          <p:sp>
            <p:nvSpPr>
              <p:cNvPr id="117" name="Oval 206">
                <a:extLst>
                  <a:ext uri="{FF2B5EF4-FFF2-40B4-BE49-F238E27FC236}">
                    <a16:creationId xmlns:a16="http://schemas.microsoft.com/office/drawing/2014/main" id="{603BF6EC-A80F-4ED7-8ACD-C7C2DD32541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4" y="77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8" name="Oval 207">
                <a:extLst>
                  <a:ext uri="{FF2B5EF4-FFF2-40B4-BE49-F238E27FC236}">
                    <a16:creationId xmlns:a16="http://schemas.microsoft.com/office/drawing/2014/main" id="{05CCE9FF-05C7-4D93-90DD-BDBAD9DD809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0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19" name="Oval 208">
                <a:extLst>
                  <a:ext uri="{FF2B5EF4-FFF2-40B4-BE49-F238E27FC236}">
                    <a16:creationId xmlns:a16="http://schemas.microsoft.com/office/drawing/2014/main" id="{6C4D2847-B8FC-48F9-88EF-00A282696F4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0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0" name="Oval 209">
                <a:extLst>
                  <a:ext uri="{FF2B5EF4-FFF2-40B4-BE49-F238E27FC236}">
                    <a16:creationId xmlns:a16="http://schemas.microsoft.com/office/drawing/2014/main" id="{A170799C-0068-4E9B-B82E-F99F74CD6F6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1" name="Oval 210">
                <a:extLst>
                  <a:ext uri="{FF2B5EF4-FFF2-40B4-BE49-F238E27FC236}">
                    <a16:creationId xmlns:a16="http://schemas.microsoft.com/office/drawing/2014/main" id="{D899021C-C990-47E3-9AC9-861DEAAB568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2" name="Oval 211">
                <a:extLst>
                  <a:ext uri="{FF2B5EF4-FFF2-40B4-BE49-F238E27FC236}">
                    <a16:creationId xmlns:a16="http://schemas.microsoft.com/office/drawing/2014/main" id="{8C84C096-EC2E-48D4-AC25-EDDA3A8C1FC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8" y="77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3" name="Oval 212">
                <a:extLst>
                  <a:ext uri="{FF2B5EF4-FFF2-40B4-BE49-F238E27FC236}">
                    <a16:creationId xmlns:a16="http://schemas.microsoft.com/office/drawing/2014/main" id="{87353279-9912-479D-9E7A-D5CBC650DCB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1" y="776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4" name="Oval 213">
                <a:extLst>
                  <a:ext uri="{FF2B5EF4-FFF2-40B4-BE49-F238E27FC236}">
                    <a16:creationId xmlns:a16="http://schemas.microsoft.com/office/drawing/2014/main" id="{AD6F0DE5-6A3B-4333-825C-1E4DA20BDE4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2" y="76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5" name="Oval 214">
                <a:extLst>
                  <a:ext uri="{FF2B5EF4-FFF2-40B4-BE49-F238E27FC236}">
                    <a16:creationId xmlns:a16="http://schemas.microsoft.com/office/drawing/2014/main" id="{C8793930-E47D-4FDD-AB71-DD3AB855C32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0" y="777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6" name="Freeform 215">
                <a:extLst>
                  <a:ext uri="{FF2B5EF4-FFF2-40B4-BE49-F238E27FC236}">
                    <a16:creationId xmlns:a16="http://schemas.microsoft.com/office/drawing/2014/main" id="{C3C50A6C-8AE9-491B-BB45-9B0A38E45BE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78" y="7752"/>
                <a:ext cx="8" cy="8"/>
              </a:xfrm>
              <a:custGeom>
                <a:avLst/>
                <a:gdLst>
                  <a:gd name="T0" fmla="*/ 0 w 10"/>
                  <a:gd name="T1" fmla="*/ 6 h 11"/>
                  <a:gd name="T2" fmla="*/ 3 w 10"/>
                  <a:gd name="T3" fmla="*/ 11 h 11"/>
                  <a:gd name="T4" fmla="*/ 10 w 10"/>
                  <a:gd name="T5" fmla="*/ 1 h 11"/>
                  <a:gd name="T6" fmla="*/ 6 w 10"/>
                  <a:gd name="T7" fmla="*/ 0 h 11"/>
                  <a:gd name="T8" fmla="*/ 0 w 10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6"/>
                    </a:moveTo>
                    <a:cubicBezTo>
                      <a:pt x="0" y="8"/>
                      <a:pt x="1" y="9"/>
                      <a:pt x="3" y="11"/>
                    </a:cubicBezTo>
                    <a:cubicBezTo>
                      <a:pt x="5" y="8"/>
                      <a:pt x="8" y="4"/>
                      <a:pt x="10" y="1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7" name="Oval 216">
                <a:extLst>
                  <a:ext uri="{FF2B5EF4-FFF2-40B4-BE49-F238E27FC236}">
                    <a16:creationId xmlns:a16="http://schemas.microsoft.com/office/drawing/2014/main" id="{7EA25018-8FBE-4583-87E9-180B275E1B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1" y="770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8" name="Oval 217">
                <a:extLst>
                  <a:ext uri="{FF2B5EF4-FFF2-40B4-BE49-F238E27FC236}">
                    <a16:creationId xmlns:a16="http://schemas.microsoft.com/office/drawing/2014/main" id="{CB018F0A-B180-4F6A-8250-4EE5E7D94C4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1" y="7668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29" name="Oval 218">
                <a:extLst>
                  <a:ext uri="{FF2B5EF4-FFF2-40B4-BE49-F238E27FC236}">
                    <a16:creationId xmlns:a16="http://schemas.microsoft.com/office/drawing/2014/main" id="{B86C0B5B-8498-4338-A753-B3ECB1B907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0" name="Oval 219">
                <a:extLst>
                  <a:ext uri="{FF2B5EF4-FFF2-40B4-BE49-F238E27FC236}">
                    <a16:creationId xmlns:a16="http://schemas.microsoft.com/office/drawing/2014/main" id="{ED319DA5-2902-4DA9-8CF7-861059085B8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4" y="769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1" name="Oval 220">
                <a:extLst>
                  <a:ext uri="{FF2B5EF4-FFF2-40B4-BE49-F238E27FC236}">
                    <a16:creationId xmlns:a16="http://schemas.microsoft.com/office/drawing/2014/main" id="{FD746972-E0A3-40C3-8801-AB6950EC50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71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2" name="Oval 221">
                <a:extLst>
                  <a:ext uri="{FF2B5EF4-FFF2-40B4-BE49-F238E27FC236}">
                    <a16:creationId xmlns:a16="http://schemas.microsoft.com/office/drawing/2014/main" id="{524543AD-CF3B-414C-82D4-AA3458DC1C9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2" y="77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3" name="Oval 222">
                <a:extLst>
                  <a:ext uri="{FF2B5EF4-FFF2-40B4-BE49-F238E27FC236}">
                    <a16:creationId xmlns:a16="http://schemas.microsoft.com/office/drawing/2014/main" id="{4A6A6B64-938F-4C9B-899D-5A0EE9E9ABF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4" y="770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4" name="Oval 223">
                <a:extLst>
                  <a:ext uri="{FF2B5EF4-FFF2-40B4-BE49-F238E27FC236}">
                    <a16:creationId xmlns:a16="http://schemas.microsoft.com/office/drawing/2014/main" id="{BE170F94-DB80-4DD4-AE42-4220481507E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4" y="768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5" name="Oval 224">
                <a:extLst>
                  <a:ext uri="{FF2B5EF4-FFF2-40B4-BE49-F238E27FC236}">
                    <a16:creationId xmlns:a16="http://schemas.microsoft.com/office/drawing/2014/main" id="{0D6BC1C7-89C3-47A0-9439-A80EB0387DA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3" y="769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6" name="Oval 225">
                <a:extLst>
                  <a:ext uri="{FF2B5EF4-FFF2-40B4-BE49-F238E27FC236}">
                    <a16:creationId xmlns:a16="http://schemas.microsoft.com/office/drawing/2014/main" id="{5F49B97C-0812-4780-9386-83BEA8D7152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0" y="7635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7" name="Oval 226">
                <a:extLst>
                  <a:ext uri="{FF2B5EF4-FFF2-40B4-BE49-F238E27FC236}">
                    <a16:creationId xmlns:a16="http://schemas.microsoft.com/office/drawing/2014/main" id="{ED6EB8B0-E58E-43E1-B1E4-881BC408191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74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8" name="Oval 227">
                <a:extLst>
                  <a:ext uri="{FF2B5EF4-FFF2-40B4-BE49-F238E27FC236}">
                    <a16:creationId xmlns:a16="http://schemas.microsoft.com/office/drawing/2014/main" id="{4DBCF38B-AE5C-49DD-A72B-3E15957021A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75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39" name="Oval 228">
                <a:extLst>
                  <a:ext uri="{FF2B5EF4-FFF2-40B4-BE49-F238E27FC236}">
                    <a16:creationId xmlns:a16="http://schemas.microsoft.com/office/drawing/2014/main" id="{665A8DB8-FD06-4027-96C0-727408022B4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3" y="7571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0" name="Oval 229">
                <a:extLst>
                  <a:ext uri="{FF2B5EF4-FFF2-40B4-BE49-F238E27FC236}">
                    <a16:creationId xmlns:a16="http://schemas.microsoft.com/office/drawing/2014/main" id="{3F9DEB3A-AD59-427A-AF88-488166EC47A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9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1" name="Oval 230">
                <a:extLst>
                  <a:ext uri="{FF2B5EF4-FFF2-40B4-BE49-F238E27FC236}">
                    <a16:creationId xmlns:a16="http://schemas.microsoft.com/office/drawing/2014/main" id="{E9712513-C097-4DDF-A0E8-EF5223F551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2" name="Oval 231">
                <a:extLst>
                  <a:ext uri="{FF2B5EF4-FFF2-40B4-BE49-F238E27FC236}">
                    <a16:creationId xmlns:a16="http://schemas.microsoft.com/office/drawing/2014/main" id="{A8504982-BE06-4A19-A367-5FB9DC4CE0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0" y="77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3" name="Oval 232">
                <a:extLst>
                  <a:ext uri="{FF2B5EF4-FFF2-40B4-BE49-F238E27FC236}">
                    <a16:creationId xmlns:a16="http://schemas.microsoft.com/office/drawing/2014/main" id="{E5423637-5CAB-4035-8296-200B4EA411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4" y="76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4" name="Oval 233">
                <a:extLst>
                  <a:ext uri="{FF2B5EF4-FFF2-40B4-BE49-F238E27FC236}">
                    <a16:creationId xmlns:a16="http://schemas.microsoft.com/office/drawing/2014/main" id="{653BD7C6-AD20-4171-8AC4-C2269F172B5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8" y="778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5" name="Oval 234">
                <a:extLst>
                  <a:ext uri="{FF2B5EF4-FFF2-40B4-BE49-F238E27FC236}">
                    <a16:creationId xmlns:a16="http://schemas.microsoft.com/office/drawing/2014/main" id="{969A5F5A-ECF0-4FEF-8291-63334E6A217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1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6" name="Oval 235">
                <a:extLst>
                  <a:ext uri="{FF2B5EF4-FFF2-40B4-BE49-F238E27FC236}">
                    <a16:creationId xmlns:a16="http://schemas.microsoft.com/office/drawing/2014/main" id="{4FA82E7D-4DEB-4CEA-B1CE-5688443824B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7" name="Oval 236">
                <a:extLst>
                  <a:ext uri="{FF2B5EF4-FFF2-40B4-BE49-F238E27FC236}">
                    <a16:creationId xmlns:a16="http://schemas.microsoft.com/office/drawing/2014/main" id="{D5BBB829-58C3-400D-8795-47FEA5BB3C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81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8" name="Oval 237">
                <a:extLst>
                  <a:ext uri="{FF2B5EF4-FFF2-40B4-BE49-F238E27FC236}">
                    <a16:creationId xmlns:a16="http://schemas.microsoft.com/office/drawing/2014/main" id="{7B0C5C91-F79B-42BD-81DF-B2128565E88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1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49" name="Oval 238">
                <a:extLst>
                  <a:ext uri="{FF2B5EF4-FFF2-40B4-BE49-F238E27FC236}">
                    <a16:creationId xmlns:a16="http://schemas.microsoft.com/office/drawing/2014/main" id="{2895BEA4-7E8A-4623-B147-CDC078FB28D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72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0" name="Oval 239">
                <a:extLst>
                  <a:ext uri="{FF2B5EF4-FFF2-40B4-BE49-F238E27FC236}">
                    <a16:creationId xmlns:a16="http://schemas.microsoft.com/office/drawing/2014/main" id="{5C209F91-996E-46DA-999F-A0FAE38AE50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1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1" name="Oval 240">
                <a:extLst>
                  <a:ext uri="{FF2B5EF4-FFF2-40B4-BE49-F238E27FC236}">
                    <a16:creationId xmlns:a16="http://schemas.microsoft.com/office/drawing/2014/main" id="{5C962DB4-0B1D-486B-B987-8484160B079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7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2" name="Oval 241">
                <a:extLst>
                  <a:ext uri="{FF2B5EF4-FFF2-40B4-BE49-F238E27FC236}">
                    <a16:creationId xmlns:a16="http://schemas.microsoft.com/office/drawing/2014/main" id="{E90FA2B2-F55F-471C-A468-861D204035D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75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3" name="Oval 242">
                <a:extLst>
                  <a:ext uri="{FF2B5EF4-FFF2-40B4-BE49-F238E27FC236}">
                    <a16:creationId xmlns:a16="http://schemas.microsoft.com/office/drawing/2014/main" id="{69CDC24C-3FF1-48A2-A3F9-08873F6A03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7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4" name="Oval 243">
                <a:extLst>
                  <a:ext uri="{FF2B5EF4-FFF2-40B4-BE49-F238E27FC236}">
                    <a16:creationId xmlns:a16="http://schemas.microsoft.com/office/drawing/2014/main" id="{FB72A76F-C722-4A76-A771-393AE5916BF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5" y="770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5" name="Oval 244">
                <a:extLst>
                  <a:ext uri="{FF2B5EF4-FFF2-40B4-BE49-F238E27FC236}">
                    <a16:creationId xmlns:a16="http://schemas.microsoft.com/office/drawing/2014/main" id="{E82450FC-06ED-47D3-943E-53FC99B55DE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9" y="77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6" name="Oval 245">
                <a:extLst>
                  <a:ext uri="{FF2B5EF4-FFF2-40B4-BE49-F238E27FC236}">
                    <a16:creationId xmlns:a16="http://schemas.microsoft.com/office/drawing/2014/main" id="{594EF549-570E-4550-98F3-8AA3ABE01BF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9" y="774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7" name="Oval 246">
                <a:extLst>
                  <a:ext uri="{FF2B5EF4-FFF2-40B4-BE49-F238E27FC236}">
                    <a16:creationId xmlns:a16="http://schemas.microsoft.com/office/drawing/2014/main" id="{9584708B-B281-4D24-A0CB-6A78E1801EC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7" y="767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8" name="Oval 247">
                <a:extLst>
                  <a:ext uri="{FF2B5EF4-FFF2-40B4-BE49-F238E27FC236}">
                    <a16:creationId xmlns:a16="http://schemas.microsoft.com/office/drawing/2014/main" id="{FDD96AA4-D776-4AFC-B2EC-03766594D3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198" y="762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59" name="Oval 248">
                <a:extLst>
                  <a:ext uri="{FF2B5EF4-FFF2-40B4-BE49-F238E27FC236}">
                    <a16:creationId xmlns:a16="http://schemas.microsoft.com/office/drawing/2014/main" id="{BCC57D7B-581C-4920-9E7C-33511BE5D56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7" y="76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0" name="Freeform 249">
                <a:extLst>
                  <a:ext uri="{FF2B5EF4-FFF2-40B4-BE49-F238E27FC236}">
                    <a16:creationId xmlns:a16="http://schemas.microsoft.com/office/drawing/2014/main" id="{5982253D-3E51-41BA-9396-6263E221931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04" y="7810"/>
                <a:ext cx="8" cy="6"/>
              </a:xfrm>
              <a:custGeom>
                <a:avLst/>
                <a:gdLst>
                  <a:gd name="T0" fmla="*/ 11 w 11"/>
                  <a:gd name="T1" fmla="*/ 5 h 8"/>
                  <a:gd name="T2" fmla="*/ 5 w 11"/>
                  <a:gd name="T3" fmla="*/ 0 h 8"/>
                  <a:gd name="T4" fmla="*/ 0 w 11"/>
                  <a:gd name="T5" fmla="*/ 5 h 8"/>
                  <a:gd name="T6" fmla="*/ 10 w 11"/>
                  <a:gd name="T7" fmla="*/ 8 h 8"/>
                  <a:gd name="T8" fmla="*/ 11 w 1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3" y="6"/>
                      <a:pt x="7" y="7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1" name="Oval 250">
                <a:extLst>
                  <a:ext uri="{FF2B5EF4-FFF2-40B4-BE49-F238E27FC236}">
                    <a16:creationId xmlns:a16="http://schemas.microsoft.com/office/drawing/2014/main" id="{C3016D0E-91DC-460F-BB48-6915E2E2E4C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9" y="769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2" name="Oval 251">
                <a:extLst>
                  <a:ext uri="{FF2B5EF4-FFF2-40B4-BE49-F238E27FC236}">
                    <a16:creationId xmlns:a16="http://schemas.microsoft.com/office/drawing/2014/main" id="{CAE87BF5-8EF7-4F44-903C-1ACC6771415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3" y="770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3" name="Oval 252">
                <a:extLst>
                  <a:ext uri="{FF2B5EF4-FFF2-40B4-BE49-F238E27FC236}">
                    <a16:creationId xmlns:a16="http://schemas.microsoft.com/office/drawing/2014/main" id="{196C5F99-05C7-48B4-8E13-7CDDEDD2095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1" y="767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4" name="Oval 253">
                <a:extLst>
                  <a:ext uri="{FF2B5EF4-FFF2-40B4-BE49-F238E27FC236}">
                    <a16:creationId xmlns:a16="http://schemas.microsoft.com/office/drawing/2014/main" id="{F03C86B1-8B66-4A46-8D6D-EEB93EA8679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74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5" name="Oval 254">
                <a:extLst>
                  <a:ext uri="{FF2B5EF4-FFF2-40B4-BE49-F238E27FC236}">
                    <a16:creationId xmlns:a16="http://schemas.microsoft.com/office/drawing/2014/main" id="{13811BF3-5367-4C29-A634-853125ED83B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6" name="Oval 255">
                <a:extLst>
                  <a:ext uri="{FF2B5EF4-FFF2-40B4-BE49-F238E27FC236}">
                    <a16:creationId xmlns:a16="http://schemas.microsoft.com/office/drawing/2014/main" id="{1EAF5A50-3CAA-4882-A0D4-977775A19F1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3" y="776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7" name="Oval 256">
                <a:extLst>
                  <a:ext uri="{FF2B5EF4-FFF2-40B4-BE49-F238E27FC236}">
                    <a16:creationId xmlns:a16="http://schemas.microsoft.com/office/drawing/2014/main" id="{A2C7CEC4-55C9-4118-94BF-36129E654C4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65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8" name="Oval 257">
                <a:extLst>
                  <a:ext uri="{FF2B5EF4-FFF2-40B4-BE49-F238E27FC236}">
                    <a16:creationId xmlns:a16="http://schemas.microsoft.com/office/drawing/2014/main" id="{401004AB-EE67-41D0-80D0-3E36C722D97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9" y="765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69" name="Oval 258">
                <a:extLst>
                  <a:ext uri="{FF2B5EF4-FFF2-40B4-BE49-F238E27FC236}">
                    <a16:creationId xmlns:a16="http://schemas.microsoft.com/office/drawing/2014/main" id="{51526CD5-D380-407B-9218-B293A5D06C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0" y="76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0" name="Freeform 259">
                <a:extLst>
                  <a:ext uri="{FF2B5EF4-FFF2-40B4-BE49-F238E27FC236}">
                    <a16:creationId xmlns:a16="http://schemas.microsoft.com/office/drawing/2014/main" id="{CC42E528-0074-4F22-8FEE-A4AAEF4478E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46" y="7779"/>
                <a:ext cx="9" cy="9"/>
              </a:xfrm>
              <a:custGeom>
                <a:avLst/>
                <a:gdLst>
                  <a:gd name="T0" fmla="*/ 8 w 12"/>
                  <a:gd name="T1" fmla="*/ 12 h 12"/>
                  <a:gd name="T2" fmla="*/ 12 w 12"/>
                  <a:gd name="T3" fmla="*/ 6 h 12"/>
                  <a:gd name="T4" fmla="*/ 6 w 12"/>
                  <a:gd name="T5" fmla="*/ 0 h 12"/>
                  <a:gd name="T6" fmla="*/ 0 w 12"/>
                  <a:gd name="T7" fmla="*/ 6 h 12"/>
                  <a:gd name="T8" fmla="*/ 0 w 12"/>
                  <a:gd name="T9" fmla="*/ 6 h 12"/>
                  <a:gd name="T10" fmla="*/ 8 w 1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1" name="Oval 260">
                <a:extLst>
                  <a:ext uri="{FF2B5EF4-FFF2-40B4-BE49-F238E27FC236}">
                    <a16:creationId xmlns:a16="http://schemas.microsoft.com/office/drawing/2014/main" id="{2EFBFA8D-8656-4465-95CF-A971DA8FC00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1" y="769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2" name="Oval 261">
                <a:extLst>
                  <a:ext uri="{FF2B5EF4-FFF2-40B4-BE49-F238E27FC236}">
                    <a16:creationId xmlns:a16="http://schemas.microsoft.com/office/drawing/2014/main" id="{C294444D-763E-423E-8F2D-7FBB3293506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1" y="7794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3" name="Oval 262">
                <a:extLst>
                  <a:ext uri="{FF2B5EF4-FFF2-40B4-BE49-F238E27FC236}">
                    <a16:creationId xmlns:a16="http://schemas.microsoft.com/office/drawing/2014/main" id="{EF9BC355-C924-4911-BA1F-821A31E47A1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9" y="778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4" name="Oval 263">
                <a:extLst>
                  <a:ext uri="{FF2B5EF4-FFF2-40B4-BE49-F238E27FC236}">
                    <a16:creationId xmlns:a16="http://schemas.microsoft.com/office/drawing/2014/main" id="{EAFAC4EC-8F38-442C-A70E-23C9F95438B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8" y="762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5" name="Oval 264">
                <a:extLst>
                  <a:ext uri="{FF2B5EF4-FFF2-40B4-BE49-F238E27FC236}">
                    <a16:creationId xmlns:a16="http://schemas.microsoft.com/office/drawing/2014/main" id="{8075DA4B-AE72-4175-AD3C-65BF6C0039D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6" y="759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6" name="Freeform 265">
                <a:extLst>
                  <a:ext uri="{FF2B5EF4-FFF2-40B4-BE49-F238E27FC236}">
                    <a16:creationId xmlns:a16="http://schemas.microsoft.com/office/drawing/2014/main" id="{69EA3792-0497-4E8D-B46A-2350731232E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69" y="7794"/>
                <a:ext cx="8" cy="9"/>
              </a:xfrm>
              <a:custGeom>
                <a:avLst/>
                <a:gdLst>
                  <a:gd name="T0" fmla="*/ 11 w 11"/>
                  <a:gd name="T1" fmla="*/ 6 h 11"/>
                  <a:gd name="T2" fmla="*/ 5 w 11"/>
                  <a:gd name="T3" fmla="*/ 0 h 11"/>
                  <a:gd name="T4" fmla="*/ 0 w 11"/>
                  <a:gd name="T5" fmla="*/ 6 h 11"/>
                  <a:gd name="T6" fmla="*/ 9 w 11"/>
                  <a:gd name="T7" fmla="*/ 11 h 11"/>
                  <a:gd name="T8" fmla="*/ 11 w 11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0" y="9"/>
                      <a:pt x="11" y="8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7" name="Oval 266">
                <a:extLst>
                  <a:ext uri="{FF2B5EF4-FFF2-40B4-BE49-F238E27FC236}">
                    <a16:creationId xmlns:a16="http://schemas.microsoft.com/office/drawing/2014/main" id="{62959986-D308-41AC-88E6-D9F61C58903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74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8" name="Oval 267">
                <a:extLst>
                  <a:ext uri="{FF2B5EF4-FFF2-40B4-BE49-F238E27FC236}">
                    <a16:creationId xmlns:a16="http://schemas.microsoft.com/office/drawing/2014/main" id="{64AB2902-64FC-4B68-996B-56026416DCE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6" y="7754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79" name="Oval 268">
                <a:extLst>
                  <a:ext uri="{FF2B5EF4-FFF2-40B4-BE49-F238E27FC236}">
                    <a16:creationId xmlns:a16="http://schemas.microsoft.com/office/drawing/2014/main" id="{54C1577E-D31B-42AA-9397-B02E2102FF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55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0" name="Oval 269">
                <a:extLst>
                  <a:ext uri="{FF2B5EF4-FFF2-40B4-BE49-F238E27FC236}">
                    <a16:creationId xmlns:a16="http://schemas.microsoft.com/office/drawing/2014/main" id="{C2FB9CAE-9831-44A0-B62F-8324F9876E4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7" y="772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1" name="Oval 270">
                <a:extLst>
                  <a:ext uri="{FF2B5EF4-FFF2-40B4-BE49-F238E27FC236}">
                    <a16:creationId xmlns:a16="http://schemas.microsoft.com/office/drawing/2014/main" id="{C293331F-1EA5-4ADB-9706-A701A8E4D85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5" y="753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2" name="Oval 271">
                <a:extLst>
                  <a:ext uri="{FF2B5EF4-FFF2-40B4-BE49-F238E27FC236}">
                    <a16:creationId xmlns:a16="http://schemas.microsoft.com/office/drawing/2014/main" id="{73BCB3D5-1B61-47AD-B2BD-1EEEEE306AE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5" y="77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3" name="Oval 272">
                <a:extLst>
                  <a:ext uri="{FF2B5EF4-FFF2-40B4-BE49-F238E27FC236}">
                    <a16:creationId xmlns:a16="http://schemas.microsoft.com/office/drawing/2014/main" id="{3ECEEDED-3765-45C4-B3D1-24743A20FC2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58" y="765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4" name="Oval 273">
                <a:extLst>
                  <a:ext uri="{FF2B5EF4-FFF2-40B4-BE49-F238E27FC236}">
                    <a16:creationId xmlns:a16="http://schemas.microsoft.com/office/drawing/2014/main" id="{D14A1EFF-A27C-4747-A77D-102300C2C9F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7" y="778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5" name="Oval 274">
                <a:extLst>
                  <a:ext uri="{FF2B5EF4-FFF2-40B4-BE49-F238E27FC236}">
                    <a16:creationId xmlns:a16="http://schemas.microsoft.com/office/drawing/2014/main" id="{B50B60AC-1533-4736-A85A-371A53F6B4D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0" y="7800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6" name="Oval 275">
                <a:extLst>
                  <a:ext uri="{FF2B5EF4-FFF2-40B4-BE49-F238E27FC236}">
                    <a16:creationId xmlns:a16="http://schemas.microsoft.com/office/drawing/2014/main" id="{18FDD669-FBF3-4AFE-BA9F-61D58CE21B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2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7" name="Oval 276">
                <a:extLst>
                  <a:ext uri="{FF2B5EF4-FFF2-40B4-BE49-F238E27FC236}">
                    <a16:creationId xmlns:a16="http://schemas.microsoft.com/office/drawing/2014/main" id="{653AC935-FB71-4635-961B-7AA0864ABBD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8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8" name="Oval 277">
                <a:extLst>
                  <a:ext uri="{FF2B5EF4-FFF2-40B4-BE49-F238E27FC236}">
                    <a16:creationId xmlns:a16="http://schemas.microsoft.com/office/drawing/2014/main" id="{20DEF3AC-CE1D-4558-9AE1-611A886710F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70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89" name="Oval 278">
                <a:extLst>
                  <a:ext uri="{FF2B5EF4-FFF2-40B4-BE49-F238E27FC236}">
                    <a16:creationId xmlns:a16="http://schemas.microsoft.com/office/drawing/2014/main" id="{F719337A-F71D-45EB-A8D0-2BCABE8117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1" y="7559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0" name="Oval 279">
                <a:extLst>
                  <a:ext uri="{FF2B5EF4-FFF2-40B4-BE49-F238E27FC236}">
                    <a16:creationId xmlns:a16="http://schemas.microsoft.com/office/drawing/2014/main" id="{459BFF74-BED7-4A27-9084-FF5E58BCAF3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75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1" name="Oval 280">
                <a:extLst>
                  <a:ext uri="{FF2B5EF4-FFF2-40B4-BE49-F238E27FC236}">
                    <a16:creationId xmlns:a16="http://schemas.microsoft.com/office/drawing/2014/main" id="{C02E840C-FB49-4370-9FDD-7107F10BC09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3" y="760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2" name="Freeform 281">
                <a:extLst>
                  <a:ext uri="{FF2B5EF4-FFF2-40B4-BE49-F238E27FC236}">
                    <a16:creationId xmlns:a16="http://schemas.microsoft.com/office/drawing/2014/main" id="{48B56C1D-DC2A-4F0B-85E6-9A30A676FDA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91" y="7700"/>
                <a:ext cx="5" cy="8"/>
              </a:xfrm>
              <a:custGeom>
                <a:avLst/>
                <a:gdLst>
                  <a:gd name="T0" fmla="*/ 7 w 7"/>
                  <a:gd name="T1" fmla="*/ 6 h 11"/>
                  <a:gd name="T2" fmla="*/ 2 w 7"/>
                  <a:gd name="T3" fmla="*/ 0 h 11"/>
                  <a:gd name="T4" fmla="*/ 0 w 7"/>
                  <a:gd name="T5" fmla="*/ 1 h 11"/>
                  <a:gd name="T6" fmla="*/ 3 w 7"/>
                  <a:gd name="T7" fmla="*/ 11 h 11"/>
                  <a:gd name="T8" fmla="*/ 7 w 7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7" y="6"/>
                    </a:moveTo>
                    <a:cubicBezTo>
                      <a:pt x="7" y="3"/>
                      <a:pt x="5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6" y="11"/>
                      <a:pt x="7" y="9"/>
                      <a:pt x="7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3" name="Oval 282">
                <a:extLst>
                  <a:ext uri="{FF2B5EF4-FFF2-40B4-BE49-F238E27FC236}">
                    <a16:creationId xmlns:a16="http://schemas.microsoft.com/office/drawing/2014/main" id="{B85EB6ED-6755-4B5B-A6D0-480A072F743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4" name="Oval 283">
                <a:extLst>
                  <a:ext uri="{FF2B5EF4-FFF2-40B4-BE49-F238E27FC236}">
                    <a16:creationId xmlns:a16="http://schemas.microsoft.com/office/drawing/2014/main" id="{012EFE69-DA8F-451F-AD1B-E4678AF3E70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8" y="775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5" name="Oval 284">
                <a:extLst>
                  <a:ext uri="{FF2B5EF4-FFF2-40B4-BE49-F238E27FC236}">
                    <a16:creationId xmlns:a16="http://schemas.microsoft.com/office/drawing/2014/main" id="{53EB4110-C5C4-45B9-B698-89A969119FA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2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6" name="Oval 285">
                <a:extLst>
                  <a:ext uri="{FF2B5EF4-FFF2-40B4-BE49-F238E27FC236}">
                    <a16:creationId xmlns:a16="http://schemas.microsoft.com/office/drawing/2014/main" id="{7E6F8A39-DC86-45EB-90DF-1C8AC89867A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5" y="770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7" name="Oval 286">
                <a:extLst>
                  <a:ext uri="{FF2B5EF4-FFF2-40B4-BE49-F238E27FC236}">
                    <a16:creationId xmlns:a16="http://schemas.microsoft.com/office/drawing/2014/main" id="{70F192A0-72F0-4C0F-BA58-F7071CB4259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4" y="75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8" name="Freeform 287">
                <a:extLst>
                  <a:ext uri="{FF2B5EF4-FFF2-40B4-BE49-F238E27FC236}">
                    <a16:creationId xmlns:a16="http://schemas.microsoft.com/office/drawing/2014/main" id="{6FC5341E-999B-49DF-BE47-E309588983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0" y="7802"/>
                <a:ext cx="9" cy="7"/>
              </a:xfrm>
              <a:custGeom>
                <a:avLst/>
                <a:gdLst>
                  <a:gd name="T0" fmla="*/ 12 w 12"/>
                  <a:gd name="T1" fmla="*/ 6 h 10"/>
                  <a:gd name="T2" fmla="*/ 12 w 12"/>
                  <a:gd name="T3" fmla="*/ 6 h 10"/>
                  <a:gd name="T4" fmla="*/ 6 w 12"/>
                  <a:gd name="T5" fmla="*/ 0 h 10"/>
                  <a:gd name="T6" fmla="*/ 0 w 12"/>
                  <a:gd name="T7" fmla="*/ 6 h 10"/>
                  <a:gd name="T8" fmla="*/ 2 w 12"/>
                  <a:gd name="T9" fmla="*/ 10 h 10"/>
                  <a:gd name="T10" fmla="*/ 12 w 12"/>
                  <a:gd name="T1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5" y="9"/>
                      <a:pt x="9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199" name="Oval 288">
                <a:extLst>
                  <a:ext uri="{FF2B5EF4-FFF2-40B4-BE49-F238E27FC236}">
                    <a16:creationId xmlns:a16="http://schemas.microsoft.com/office/drawing/2014/main" id="{00BB4CCF-4B54-446D-83E9-A0EBD3F71FF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8" y="761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0" name="Oval 289">
                <a:extLst>
                  <a:ext uri="{FF2B5EF4-FFF2-40B4-BE49-F238E27FC236}">
                    <a16:creationId xmlns:a16="http://schemas.microsoft.com/office/drawing/2014/main" id="{282679C9-742C-4041-BA7B-13F1915283B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3" y="773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1" name="Oval 290">
                <a:extLst>
                  <a:ext uri="{FF2B5EF4-FFF2-40B4-BE49-F238E27FC236}">
                    <a16:creationId xmlns:a16="http://schemas.microsoft.com/office/drawing/2014/main" id="{A3C45A3B-C2A2-40AE-B73B-55B700E7C37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22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2" name="Oval 291">
                <a:extLst>
                  <a:ext uri="{FF2B5EF4-FFF2-40B4-BE49-F238E27FC236}">
                    <a16:creationId xmlns:a16="http://schemas.microsoft.com/office/drawing/2014/main" id="{EE114FBF-EFFD-451E-AF8D-4295F85CEB4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4" y="766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3" name="Oval 292">
                <a:extLst>
                  <a:ext uri="{FF2B5EF4-FFF2-40B4-BE49-F238E27FC236}">
                    <a16:creationId xmlns:a16="http://schemas.microsoft.com/office/drawing/2014/main" id="{2F93274F-D0B9-4E0D-8A84-8DBAE0D4CAE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5" y="7741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4" name="Oval 293">
                <a:extLst>
                  <a:ext uri="{FF2B5EF4-FFF2-40B4-BE49-F238E27FC236}">
                    <a16:creationId xmlns:a16="http://schemas.microsoft.com/office/drawing/2014/main" id="{6F67C7F2-53CB-46A6-8A5B-5EA3C474D79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1" y="752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5" name="Oval 294">
                <a:extLst>
                  <a:ext uri="{FF2B5EF4-FFF2-40B4-BE49-F238E27FC236}">
                    <a16:creationId xmlns:a16="http://schemas.microsoft.com/office/drawing/2014/main" id="{416DEE87-F489-466A-AE35-605A74A380A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2" y="757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6" name="Oval 295">
                <a:extLst>
                  <a:ext uri="{FF2B5EF4-FFF2-40B4-BE49-F238E27FC236}">
                    <a16:creationId xmlns:a16="http://schemas.microsoft.com/office/drawing/2014/main" id="{633C9068-CF42-46C2-A288-8975B9D2E6B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2" y="771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7" name="Oval 296">
                <a:extLst>
                  <a:ext uri="{FF2B5EF4-FFF2-40B4-BE49-F238E27FC236}">
                    <a16:creationId xmlns:a16="http://schemas.microsoft.com/office/drawing/2014/main" id="{765B285E-2556-4C05-94A3-45C81377BA8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2" y="76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8" name="Oval 297">
                <a:extLst>
                  <a:ext uri="{FF2B5EF4-FFF2-40B4-BE49-F238E27FC236}">
                    <a16:creationId xmlns:a16="http://schemas.microsoft.com/office/drawing/2014/main" id="{D6E93F01-612F-464E-B31D-50AE3A42657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0" y="769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09" name="Oval 298">
                <a:extLst>
                  <a:ext uri="{FF2B5EF4-FFF2-40B4-BE49-F238E27FC236}">
                    <a16:creationId xmlns:a16="http://schemas.microsoft.com/office/drawing/2014/main" id="{F0097D09-B2EC-48BF-8984-B151D801B76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5" y="770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0" name="Oval 299">
                <a:extLst>
                  <a:ext uri="{FF2B5EF4-FFF2-40B4-BE49-F238E27FC236}">
                    <a16:creationId xmlns:a16="http://schemas.microsoft.com/office/drawing/2014/main" id="{B622DDD8-4E24-4CCC-9287-4BD0F75959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2" y="767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1" name="Oval 300">
                <a:extLst>
                  <a:ext uri="{FF2B5EF4-FFF2-40B4-BE49-F238E27FC236}">
                    <a16:creationId xmlns:a16="http://schemas.microsoft.com/office/drawing/2014/main" id="{88BCCBD2-F5E7-4F91-938D-85F7047ACD2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8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2" name="Oval 301">
                <a:extLst>
                  <a:ext uri="{FF2B5EF4-FFF2-40B4-BE49-F238E27FC236}">
                    <a16:creationId xmlns:a16="http://schemas.microsoft.com/office/drawing/2014/main" id="{0FC0340F-5921-4541-B1EA-177E1557D77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9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3" name="Oval 302">
                <a:extLst>
                  <a:ext uri="{FF2B5EF4-FFF2-40B4-BE49-F238E27FC236}">
                    <a16:creationId xmlns:a16="http://schemas.microsoft.com/office/drawing/2014/main" id="{379D14E3-AF22-4B09-8A4C-7F182D6F41B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0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4" name="Oval 303">
                <a:extLst>
                  <a:ext uri="{FF2B5EF4-FFF2-40B4-BE49-F238E27FC236}">
                    <a16:creationId xmlns:a16="http://schemas.microsoft.com/office/drawing/2014/main" id="{D3588390-21BA-4F06-AB22-E253EB6C6EE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9" y="757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5" name="Oval 304">
                <a:extLst>
                  <a:ext uri="{FF2B5EF4-FFF2-40B4-BE49-F238E27FC236}">
                    <a16:creationId xmlns:a16="http://schemas.microsoft.com/office/drawing/2014/main" id="{45D17D62-F606-4781-BFA0-05C5B98D570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2" y="775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6" name="Oval 305">
                <a:extLst>
                  <a:ext uri="{FF2B5EF4-FFF2-40B4-BE49-F238E27FC236}">
                    <a16:creationId xmlns:a16="http://schemas.microsoft.com/office/drawing/2014/main" id="{13098ACC-D5C5-4D05-962D-682D0EF0F28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4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7" name="Oval 306">
                <a:extLst>
                  <a:ext uri="{FF2B5EF4-FFF2-40B4-BE49-F238E27FC236}">
                    <a16:creationId xmlns:a16="http://schemas.microsoft.com/office/drawing/2014/main" id="{F0DF1A36-63BE-4EC7-A674-8C6C03433E9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6" y="776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8" name="Oval 307">
                <a:extLst>
                  <a:ext uri="{FF2B5EF4-FFF2-40B4-BE49-F238E27FC236}">
                    <a16:creationId xmlns:a16="http://schemas.microsoft.com/office/drawing/2014/main" id="{FEFB3CD9-01B9-47CF-9B24-59AC3E7C8DB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8" y="778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19" name="Oval 308">
                <a:extLst>
                  <a:ext uri="{FF2B5EF4-FFF2-40B4-BE49-F238E27FC236}">
                    <a16:creationId xmlns:a16="http://schemas.microsoft.com/office/drawing/2014/main" id="{7AAC6254-A318-475C-954A-68C8126DCA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7" y="762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0" name="Oval 309">
                <a:extLst>
                  <a:ext uri="{FF2B5EF4-FFF2-40B4-BE49-F238E27FC236}">
                    <a16:creationId xmlns:a16="http://schemas.microsoft.com/office/drawing/2014/main" id="{567CB750-66DB-48F1-B4FF-EFDC322B5B0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7" y="756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1" name="Oval 310">
                <a:extLst>
                  <a:ext uri="{FF2B5EF4-FFF2-40B4-BE49-F238E27FC236}">
                    <a16:creationId xmlns:a16="http://schemas.microsoft.com/office/drawing/2014/main" id="{5081593D-3BE3-4C16-9EDB-BC3A66E655E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7" y="7665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2" name="Oval 311">
                <a:extLst>
                  <a:ext uri="{FF2B5EF4-FFF2-40B4-BE49-F238E27FC236}">
                    <a16:creationId xmlns:a16="http://schemas.microsoft.com/office/drawing/2014/main" id="{267F8057-347B-4012-8894-439CC5AA2D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9" y="77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3" name="Oval 312">
                <a:extLst>
                  <a:ext uri="{FF2B5EF4-FFF2-40B4-BE49-F238E27FC236}">
                    <a16:creationId xmlns:a16="http://schemas.microsoft.com/office/drawing/2014/main" id="{5C450E0A-FF1A-4B89-8E3F-B640C3F2CC7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9" y="758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4" name="Oval 313">
                <a:extLst>
                  <a:ext uri="{FF2B5EF4-FFF2-40B4-BE49-F238E27FC236}">
                    <a16:creationId xmlns:a16="http://schemas.microsoft.com/office/drawing/2014/main" id="{202676BE-3626-4835-916E-077E153122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0" y="768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5" name="Oval 314">
                <a:extLst>
                  <a:ext uri="{FF2B5EF4-FFF2-40B4-BE49-F238E27FC236}">
                    <a16:creationId xmlns:a16="http://schemas.microsoft.com/office/drawing/2014/main" id="{F3A1A805-985B-489A-BF5B-D2663255425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5" y="768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6" name="Oval 315">
                <a:extLst>
                  <a:ext uri="{FF2B5EF4-FFF2-40B4-BE49-F238E27FC236}">
                    <a16:creationId xmlns:a16="http://schemas.microsoft.com/office/drawing/2014/main" id="{B1387363-0129-4486-9A16-877102E7153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6" y="770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7" name="Oval 316">
                <a:extLst>
                  <a:ext uri="{FF2B5EF4-FFF2-40B4-BE49-F238E27FC236}">
                    <a16:creationId xmlns:a16="http://schemas.microsoft.com/office/drawing/2014/main" id="{1024399C-BC91-4295-AC88-C9F3C862AF0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0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8" name="Oval 317">
                <a:extLst>
                  <a:ext uri="{FF2B5EF4-FFF2-40B4-BE49-F238E27FC236}">
                    <a16:creationId xmlns:a16="http://schemas.microsoft.com/office/drawing/2014/main" id="{6A7CAD26-50AC-4167-8368-C4EF55BB626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29" name="Freeform 318">
                <a:extLst>
                  <a:ext uri="{FF2B5EF4-FFF2-40B4-BE49-F238E27FC236}">
                    <a16:creationId xmlns:a16="http://schemas.microsoft.com/office/drawing/2014/main" id="{75D2FEB6-6A51-43BF-A501-53AA99C51AE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3" y="7797"/>
                <a:ext cx="8" cy="7"/>
              </a:xfrm>
              <a:custGeom>
                <a:avLst/>
                <a:gdLst>
                  <a:gd name="T0" fmla="*/ 11 w 11"/>
                  <a:gd name="T1" fmla="*/ 4 h 9"/>
                  <a:gd name="T2" fmla="*/ 6 w 11"/>
                  <a:gd name="T3" fmla="*/ 0 h 9"/>
                  <a:gd name="T4" fmla="*/ 0 w 11"/>
                  <a:gd name="T5" fmla="*/ 6 h 9"/>
                  <a:gd name="T6" fmla="*/ 1 w 11"/>
                  <a:gd name="T7" fmla="*/ 9 h 9"/>
                  <a:gd name="T8" fmla="*/ 11 w 11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4"/>
                    </a:moveTo>
                    <a:cubicBezTo>
                      <a:pt x="10" y="2"/>
                      <a:pt x="8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7"/>
                      <a:pt x="8" y="6"/>
                      <a:pt x="1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0" name="Oval 319">
                <a:extLst>
                  <a:ext uri="{FF2B5EF4-FFF2-40B4-BE49-F238E27FC236}">
                    <a16:creationId xmlns:a16="http://schemas.microsoft.com/office/drawing/2014/main" id="{5E60B4AE-B99F-4522-A6D1-A2FC94FF34F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63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1" name="Oval 320">
                <a:extLst>
                  <a:ext uri="{FF2B5EF4-FFF2-40B4-BE49-F238E27FC236}">
                    <a16:creationId xmlns:a16="http://schemas.microsoft.com/office/drawing/2014/main" id="{BEC7776F-1468-4224-8084-5D82F03D990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74" y="765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2" name="Oval 321">
                <a:extLst>
                  <a:ext uri="{FF2B5EF4-FFF2-40B4-BE49-F238E27FC236}">
                    <a16:creationId xmlns:a16="http://schemas.microsoft.com/office/drawing/2014/main" id="{EDA6694C-ADF4-44DF-A80D-6E0A86905C2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3" y="7633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3" name="Freeform 322">
                <a:extLst>
                  <a:ext uri="{FF2B5EF4-FFF2-40B4-BE49-F238E27FC236}">
                    <a16:creationId xmlns:a16="http://schemas.microsoft.com/office/drawing/2014/main" id="{8D4E64FE-E563-4A64-9384-0C07952E4C7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6" y="7810"/>
                <a:ext cx="8" cy="7"/>
              </a:xfrm>
              <a:custGeom>
                <a:avLst/>
                <a:gdLst>
                  <a:gd name="T0" fmla="*/ 11 w 11"/>
                  <a:gd name="T1" fmla="*/ 6 h 9"/>
                  <a:gd name="T2" fmla="*/ 11 w 11"/>
                  <a:gd name="T3" fmla="*/ 6 h 9"/>
                  <a:gd name="T4" fmla="*/ 5 w 11"/>
                  <a:gd name="T5" fmla="*/ 0 h 9"/>
                  <a:gd name="T6" fmla="*/ 0 w 11"/>
                  <a:gd name="T7" fmla="*/ 6 h 9"/>
                  <a:gd name="T8" fmla="*/ 1 w 11"/>
                  <a:gd name="T9" fmla="*/ 9 h 9"/>
                  <a:gd name="T10" fmla="*/ 11 w 11"/>
                  <a:gd name="T1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4" y="8"/>
                      <a:pt x="8" y="7"/>
                      <a:pt x="1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4" name="Oval 323">
                <a:extLst>
                  <a:ext uri="{FF2B5EF4-FFF2-40B4-BE49-F238E27FC236}">
                    <a16:creationId xmlns:a16="http://schemas.microsoft.com/office/drawing/2014/main" id="{B596D6CD-DCF3-4AE3-B685-BA88D4B8520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2" y="769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5" name="Oval 324">
                <a:extLst>
                  <a:ext uri="{FF2B5EF4-FFF2-40B4-BE49-F238E27FC236}">
                    <a16:creationId xmlns:a16="http://schemas.microsoft.com/office/drawing/2014/main" id="{0DEA7208-9E7F-4FEE-8195-C9179ADD877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7" y="762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6" name="Freeform 325">
                <a:extLst>
                  <a:ext uri="{FF2B5EF4-FFF2-40B4-BE49-F238E27FC236}">
                    <a16:creationId xmlns:a16="http://schemas.microsoft.com/office/drawing/2014/main" id="{8A7DCD3B-5362-4990-AC80-82D84129417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27" y="7764"/>
                <a:ext cx="7" cy="7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2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3"/>
                      <a:pt x="7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7" name="Oval 326">
                <a:extLst>
                  <a:ext uri="{FF2B5EF4-FFF2-40B4-BE49-F238E27FC236}">
                    <a16:creationId xmlns:a16="http://schemas.microsoft.com/office/drawing/2014/main" id="{5F648737-1079-4736-8879-1FB96359562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13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8" name="Oval 327">
                <a:extLst>
                  <a:ext uri="{FF2B5EF4-FFF2-40B4-BE49-F238E27FC236}">
                    <a16:creationId xmlns:a16="http://schemas.microsoft.com/office/drawing/2014/main" id="{BE866B9A-DF41-4FFA-8A23-586B70705D4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9" y="7695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39" name="Freeform 328">
                <a:extLst>
                  <a:ext uri="{FF2B5EF4-FFF2-40B4-BE49-F238E27FC236}">
                    <a16:creationId xmlns:a16="http://schemas.microsoft.com/office/drawing/2014/main" id="{3C253360-B2CF-4D99-8BE0-3D2863BE739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36" y="7770"/>
                <a:ext cx="8" cy="9"/>
              </a:xfrm>
              <a:custGeom>
                <a:avLst/>
                <a:gdLst>
                  <a:gd name="T0" fmla="*/ 12 w 12"/>
                  <a:gd name="T1" fmla="*/ 6 h 11"/>
                  <a:gd name="T2" fmla="*/ 6 w 12"/>
                  <a:gd name="T3" fmla="*/ 0 h 11"/>
                  <a:gd name="T4" fmla="*/ 0 w 12"/>
                  <a:gd name="T5" fmla="*/ 5 h 11"/>
                  <a:gd name="T6" fmla="*/ 7 w 12"/>
                  <a:gd name="T7" fmla="*/ 11 h 11"/>
                  <a:gd name="T8" fmla="*/ 12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3" y="7"/>
                      <a:pt x="5" y="9"/>
                      <a:pt x="7" y="11"/>
                    </a:cubicBezTo>
                    <a:cubicBezTo>
                      <a:pt x="10" y="10"/>
                      <a:pt x="12" y="8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0" name="Oval 329">
                <a:extLst>
                  <a:ext uri="{FF2B5EF4-FFF2-40B4-BE49-F238E27FC236}">
                    <a16:creationId xmlns:a16="http://schemas.microsoft.com/office/drawing/2014/main" id="{42ABB1EC-1F07-4246-9702-51FC4EA469B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2" y="768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1" name="Oval 330">
                <a:extLst>
                  <a:ext uri="{FF2B5EF4-FFF2-40B4-BE49-F238E27FC236}">
                    <a16:creationId xmlns:a16="http://schemas.microsoft.com/office/drawing/2014/main" id="{F57E269D-B9DE-486E-B28E-70EDFAEC375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1" y="773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2" name="Oval 331">
                <a:extLst>
                  <a:ext uri="{FF2B5EF4-FFF2-40B4-BE49-F238E27FC236}">
                    <a16:creationId xmlns:a16="http://schemas.microsoft.com/office/drawing/2014/main" id="{9F4A16C0-2EFE-4CD6-8826-B283D35EEA9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5" y="776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3" name="Oval 332">
                <a:extLst>
                  <a:ext uri="{FF2B5EF4-FFF2-40B4-BE49-F238E27FC236}">
                    <a16:creationId xmlns:a16="http://schemas.microsoft.com/office/drawing/2014/main" id="{D07FD577-C01D-4C6B-A9B4-FA0BA3AFF1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3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4" name="Oval 333">
                <a:extLst>
                  <a:ext uri="{FF2B5EF4-FFF2-40B4-BE49-F238E27FC236}">
                    <a16:creationId xmlns:a16="http://schemas.microsoft.com/office/drawing/2014/main" id="{A89EB690-8BBC-487C-A793-1ACF7C3A840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6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5" name="Oval 334">
                <a:extLst>
                  <a:ext uri="{FF2B5EF4-FFF2-40B4-BE49-F238E27FC236}">
                    <a16:creationId xmlns:a16="http://schemas.microsoft.com/office/drawing/2014/main" id="{B9509DA0-D9A7-42C6-8B50-A5A96B74B6B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5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6" name="Oval 335">
                <a:extLst>
                  <a:ext uri="{FF2B5EF4-FFF2-40B4-BE49-F238E27FC236}">
                    <a16:creationId xmlns:a16="http://schemas.microsoft.com/office/drawing/2014/main" id="{A8819B6A-1955-4E9B-803B-9F9B4C404EA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3" y="753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7" name="Oval 336">
                <a:extLst>
                  <a:ext uri="{FF2B5EF4-FFF2-40B4-BE49-F238E27FC236}">
                    <a16:creationId xmlns:a16="http://schemas.microsoft.com/office/drawing/2014/main" id="{EEBB6FCE-1D68-41BE-8D67-80DCF1E6F0F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2" y="776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8" name="Oval 337">
                <a:extLst>
                  <a:ext uri="{FF2B5EF4-FFF2-40B4-BE49-F238E27FC236}">
                    <a16:creationId xmlns:a16="http://schemas.microsoft.com/office/drawing/2014/main" id="{7DB39AF8-76AA-4D4A-B5AA-93669BCD949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44" y="772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49" name="Oval 338">
                <a:extLst>
                  <a:ext uri="{FF2B5EF4-FFF2-40B4-BE49-F238E27FC236}">
                    <a16:creationId xmlns:a16="http://schemas.microsoft.com/office/drawing/2014/main" id="{0E348C2E-A55F-4248-B3B6-74F5A3562EF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5" y="75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0" name="Freeform 339">
                <a:extLst>
                  <a:ext uri="{FF2B5EF4-FFF2-40B4-BE49-F238E27FC236}">
                    <a16:creationId xmlns:a16="http://schemas.microsoft.com/office/drawing/2014/main" id="{01B27696-A049-44B3-A4F7-8FD75DD1FB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187" y="7685"/>
                <a:ext cx="8" cy="9"/>
              </a:xfrm>
              <a:custGeom>
                <a:avLst/>
                <a:gdLst>
                  <a:gd name="T0" fmla="*/ 10 w 10"/>
                  <a:gd name="T1" fmla="*/ 5 h 11"/>
                  <a:gd name="T2" fmla="*/ 4 w 10"/>
                  <a:gd name="T3" fmla="*/ 0 h 11"/>
                  <a:gd name="T4" fmla="*/ 0 w 10"/>
                  <a:gd name="T5" fmla="*/ 1 h 11"/>
                  <a:gd name="T6" fmla="*/ 3 w 10"/>
                  <a:gd name="T7" fmla="*/ 11 h 11"/>
                  <a:gd name="T8" fmla="*/ 4 w 10"/>
                  <a:gd name="T9" fmla="*/ 11 h 11"/>
                  <a:gd name="T10" fmla="*/ 10 w 10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10" y="5"/>
                    </a:moveTo>
                    <a:cubicBezTo>
                      <a:pt x="10" y="2"/>
                      <a:pt x="7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2" y="8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7" y="11"/>
                      <a:pt x="10" y="9"/>
                      <a:pt x="1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1" name="Oval 340">
                <a:extLst>
                  <a:ext uri="{FF2B5EF4-FFF2-40B4-BE49-F238E27FC236}">
                    <a16:creationId xmlns:a16="http://schemas.microsoft.com/office/drawing/2014/main" id="{B3A383BA-7C43-415D-8410-9C96E8FA27E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803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2" name="Oval 341">
                <a:extLst>
                  <a:ext uri="{FF2B5EF4-FFF2-40B4-BE49-F238E27FC236}">
                    <a16:creationId xmlns:a16="http://schemas.microsoft.com/office/drawing/2014/main" id="{25579896-2DE7-455F-8832-60EF66BDF63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5" y="765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3" name="Freeform 342">
                <a:extLst>
                  <a:ext uri="{FF2B5EF4-FFF2-40B4-BE49-F238E27FC236}">
                    <a16:creationId xmlns:a16="http://schemas.microsoft.com/office/drawing/2014/main" id="{2DC9A1E6-6B80-4DC3-8E58-571E85A74D8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1" y="7815"/>
                <a:ext cx="9" cy="5"/>
              </a:xfrm>
              <a:custGeom>
                <a:avLst/>
                <a:gdLst>
                  <a:gd name="T0" fmla="*/ 12 w 12"/>
                  <a:gd name="T1" fmla="*/ 6 h 7"/>
                  <a:gd name="T2" fmla="*/ 6 w 12"/>
                  <a:gd name="T3" fmla="*/ 0 h 7"/>
                  <a:gd name="T4" fmla="*/ 0 w 12"/>
                  <a:gd name="T5" fmla="*/ 6 h 7"/>
                  <a:gd name="T6" fmla="*/ 0 w 12"/>
                  <a:gd name="T7" fmla="*/ 7 h 7"/>
                  <a:gd name="T8" fmla="*/ 12 w 12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4" y="6"/>
                      <a:pt x="8" y="6"/>
                      <a:pt x="12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4" name="Freeform 343">
                <a:extLst>
                  <a:ext uri="{FF2B5EF4-FFF2-40B4-BE49-F238E27FC236}">
                    <a16:creationId xmlns:a16="http://schemas.microsoft.com/office/drawing/2014/main" id="{F5D6B649-B958-4769-B0BE-9CF1AFA7BB3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95" y="7718"/>
                <a:ext cx="8" cy="9"/>
              </a:xfrm>
              <a:custGeom>
                <a:avLst/>
                <a:gdLst>
                  <a:gd name="T0" fmla="*/ 6 w 11"/>
                  <a:gd name="T1" fmla="*/ 0 h 12"/>
                  <a:gd name="T2" fmla="*/ 0 w 11"/>
                  <a:gd name="T3" fmla="*/ 6 h 12"/>
                  <a:gd name="T4" fmla="*/ 6 w 11"/>
                  <a:gd name="T5" fmla="*/ 12 h 12"/>
                  <a:gd name="T6" fmla="*/ 8 w 11"/>
                  <a:gd name="T7" fmla="*/ 11 h 12"/>
                  <a:gd name="T8" fmla="*/ 11 w 11"/>
                  <a:gd name="T9" fmla="*/ 5 h 12"/>
                  <a:gd name="T10" fmla="*/ 6 w 1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7" y="12"/>
                      <a:pt x="7" y="12"/>
                      <a:pt x="8" y="11"/>
                    </a:cubicBezTo>
                    <a:cubicBezTo>
                      <a:pt x="9" y="9"/>
                      <a:pt x="10" y="7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5" name="Oval 344">
                <a:extLst>
                  <a:ext uri="{FF2B5EF4-FFF2-40B4-BE49-F238E27FC236}">
                    <a16:creationId xmlns:a16="http://schemas.microsoft.com/office/drawing/2014/main" id="{8B4350FC-5DEE-46D2-AF11-CA57A98E1A8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2" y="767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6" name="Oval 345">
                <a:extLst>
                  <a:ext uri="{FF2B5EF4-FFF2-40B4-BE49-F238E27FC236}">
                    <a16:creationId xmlns:a16="http://schemas.microsoft.com/office/drawing/2014/main" id="{89617B7B-5233-4A8A-93F8-85EFA12975E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7" name="Oval 346">
                <a:extLst>
                  <a:ext uri="{FF2B5EF4-FFF2-40B4-BE49-F238E27FC236}">
                    <a16:creationId xmlns:a16="http://schemas.microsoft.com/office/drawing/2014/main" id="{0FFD9230-C565-4F95-A08F-656ED3FE2D6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59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8" name="Oval 347">
                <a:extLst>
                  <a:ext uri="{FF2B5EF4-FFF2-40B4-BE49-F238E27FC236}">
                    <a16:creationId xmlns:a16="http://schemas.microsoft.com/office/drawing/2014/main" id="{076896CA-7466-42E9-AC72-27301BEBE6D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3" y="77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59" name="Oval 348">
                <a:extLst>
                  <a:ext uri="{FF2B5EF4-FFF2-40B4-BE49-F238E27FC236}">
                    <a16:creationId xmlns:a16="http://schemas.microsoft.com/office/drawing/2014/main" id="{6A0DE38A-F449-4372-A313-25836ADAC28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0" y="771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0" name="Oval 349">
                <a:extLst>
                  <a:ext uri="{FF2B5EF4-FFF2-40B4-BE49-F238E27FC236}">
                    <a16:creationId xmlns:a16="http://schemas.microsoft.com/office/drawing/2014/main" id="{D16559DE-1CD7-438C-BAE6-DB00A503C7F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95" y="766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1" name="Oval 350">
                <a:extLst>
                  <a:ext uri="{FF2B5EF4-FFF2-40B4-BE49-F238E27FC236}">
                    <a16:creationId xmlns:a16="http://schemas.microsoft.com/office/drawing/2014/main" id="{303DC33C-B384-46AD-9A64-31E622FB4C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6" y="772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2" name="Oval 351">
                <a:extLst>
                  <a:ext uri="{FF2B5EF4-FFF2-40B4-BE49-F238E27FC236}">
                    <a16:creationId xmlns:a16="http://schemas.microsoft.com/office/drawing/2014/main" id="{C00C5AB1-74F3-403D-91E9-CD0B0083ACC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8" y="77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3" name="Oval 352">
                <a:extLst>
                  <a:ext uri="{FF2B5EF4-FFF2-40B4-BE49-F238E27FC236}">
                    <a16:creationId xmlns:a16="http://schemas.microsoft.com/office/drawing/2014/main" id="{B88D27DE-4304-45A2-AD9D-6B2513A5A42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7" y="777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4" name="Freeform 353">
                <a:extLst>
                  <a:ext uri="{FF2B5EF4-FFF2-40B4-BE49-F238E27FC236}">
                    <a16:creationId xmlns:a16="http://schemas.microsoft.com/office/drawing/2014/main" id="{4B53C27D-1AC5-4E2C-BAEE-D3DDBD63AF4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36" y="7790"/>
                <a:ext cx="8" cy="7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5 h 9"/>
                  <a:gd name="T4" fmla="*/ 2 w 11"/>
                  <a:gd name="T5" fmla="*/ 9 h 9"/>
                  <a:gd name="T6" fmla="*/ 11 w 11"/>
                  <a:gd name="T7" fmla="*/ 3 h 9"/>
                  <a:gd name="T8" fmla="*/ 6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5" y="7"/>
                      <a:pt x="8" y="6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5" name="Oval 354">
                <a:extLst>
                  <a:ext uri="{FF2B5EF4-FFF2-40B4-BE49-F238E27FC236}">
                    <a16:creationId xmlns:a16="http://schemas.microsoft.com/office/drawing/2014/main" id="{AB7ECE14-5881-4A94-B9B8-6BE511C6B40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7" y="7619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6" name="Oval 355">
                <a:extLst>
                  <a:ext uri="{FF2B5EF4-FFF2-40B4-BE49-F238E27FC236}">
                    <a16:creationId xmlns:a16="http://schemas.microsoft.com/office/drawing/2014/main" id="{70FA275D-0756-4EEF-B3D0-4E9841A97ED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8" y="7676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7" name="Oval 356">
                <a:extLst>
                  <a:ext uri="{FF2B5EF4-FFF2-40B4-BE49-F238E27FC236}">
                    <a16:creationId xmlns:a16="http://schemas.microsoft.com/office/drawing/2014/main" id="{E7C4EE6F-1144-4876-9137-BC5C5D19386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4" y="7767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8" name="Oval 357">
                <a:extLst>
                  <a:ext uri="{FF2B5EF4-FFF2-40B4-BE49-F238E27FC236}">
                    <a16:creationId xmlns:a16="http://schemas.microsoft.com/office/drawing/2014/main" id="{1D3A3D49-DC33-4A74-B9A2-9F24BCA96C6C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3" y="764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69" name="Oval 358">
                <a:extLst>
                  <a:ext uri="{FF2B5EF4-FFF2-40B4-BE49-F238E27FC236}">
                    <a16:creationId xmlns:a16="http://schemas.microsoft.com/office/drawing/2014/main" id="{57B1DAC9-2879-4952-B691-B0A0EBCDA0A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1" y="76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0" name="Oval 359">
                <a:extLst>
                  <a:ext uri="{FF2B5EF4-FFF2-40B4-BE49-F238E27FC236}">
                    <a16:creationId xmlns:a16="http://schemas.microsoft.com/office/drawing/2014/main" id="{D3230596-B5A9-4234-A13B-20B867E25BB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28" y="773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1" name="Oval 360">
                <a:extLst>
                  <a:ext uri="{FF2B5EF4-FFF2-40B4-BE49-F238E27FC236}">
                    <a16:creationId xmlns:a16="http://schemas.microsoft.com/office/drawing/2014/main" id="{0FEE2257-B2C0-4023-AD91-70FF944F06F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4" y="7644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2" name="Freeform 361">
                <a:extLst>
                  <a:ext uri="{FF2B5EF4-FFF2-40B4-BE49-F238E27FC236}">
                    <a16:creationId xmlns:a16="http://schemas.microsoft.com/office/drawing/2014/main" id="{6B39A9AD-CBB3-43F8-863C-5D93EADC223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3" y="7743"/>
                <a:ext cx="8" cy="9"/>
              </a:xfrm>
              <a:custGeom>
                <a:avLst/>
                <a:gdLst>
                  <a:gd name="T0" fmla="*/ 5 w 11"/>
                  <a:gd name="T1" fmla="*/ 12 h 12"/>
                  <a:gd name="T2" fmla="*/ 11 w 11"/>
                  <a:gd name="T3" fmla="*/ 6 h 12"/>
                  <a:gd name="T4" fmla="*/ 5 w 11"/>
                  <a:gd name="T5" fmla="*/ 0 h 12"/>
                  <a:gd name="T6" fmla="*/ 0 w 11"/>
                  <a:gd name="T7" fmla="*/ 6 h 12"/>
                  <a:gd name="T8" fmla="*/ 4 w 11"/>
                  <a:gd name="T9" fmla="*/ 11 h 12"/>
                  <a:gd name="T10" fmla="*/ 5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12"/>
                    </a:moveTo>
                    <a:cubicBezTo>
                      <a:pt x="9" y="12"/>
                      <a:pt x="11" y="9"/>
                      <a:pt x="11" y="6"/>
                    </a:cubicBezTo>
                    <a:cubicBezTo>
                      <a:pt x="11" y="3"/>
                      <a:pt x="9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8"/>
                      <a:pt x="3" y="10"/>
                      <a:pt x="4" y="11"/>
                    </a:cubicBezTo>
                    <a:cubicBezTo>
                      <a:pt x="4" y="12"/>
                      <a:pt x="5" y="12"/>
                      <a:pt x="5" y="1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3" name="Freeform 362">
                <a:extLst>
                  <a:ext uri="{FF2B5EF4-FFF2-40B4-BE49-F238E27FC236}">
                    <a16:creationId xmlns:a16="http://schemas.microsoft.com/office/drawing/2014/main" id="{0BB658CF-2716-4376-8359-B26E29297D5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19" y="7754"/>
                <a:ext cx="7" cy="8"/>
              </a:xfrm>
              <a:custGeom>
                <a:avLst/>
                <a:gdLst>
                  <a:gd name="T0" fmla="*/ 9 w 9"/>
                  <a:gd name="T1" fmla="*/ 6 h 10"/>
                  <a:gd name="T2" fmla="*/ 3 w 9"/>
                  <a:gd name="T3" fmla="*/ 0 h 10"/>
                  <a:gd name="T4" fmla="*/ 0 w 9"/>
                  <a:gd name="T5" fmla="*/ 1 h 10"/>
                  <a:gd name="T6" fmla="*/ 7 w 9"/>
                  <a:gd name="T7" fmla="*/ 10 h 10"/>
                  <a:gd name="T8" fmla="*/ 9 w 9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2"/>
                      <a:pt x="7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7" y="10"/>
                    </a:cubicBezTo>
                    <a:cubicBezTo>
                      <a:pt x="8" y="9"/>
                      <a:pt x="9" y="8"/>
                      <a:pt x="9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4" name="Oval 363">
                <a:extLst>
                  <a:ext uri="{FF2B5EF4-FFF2-40B4-BE49-F238E27FC236}">
                    <a16:creationId xmlns:a16="http://schemas.microsoft.com/office/drawing/2014/main" id="{AA69CD99-21DE-445F-993A-F8F96BA9355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653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5" name="Oval 364">
                <a:extLst>
                  <a:ext uri="{FF2B5EF4-FFF2-40B4-BE49-F238E27FC236}">
                    <a16:creationId xmlns:a16="http://schemas.microsoft.com/office/drawing/2014/main" id="{1159DA1C-4470-414B-A6EC-8C15931A107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07" y="773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6" name="Oval 365">
                <a:extLst>
                  <a:ext uri="{FF2B5EF4-FFF2-40B4-BE49-F238E27FC236}">
                    <a16:creationId xmlns:a16="http://schemas.microsoft.com/office/drawing/2014/main" id="{A62B3D78-26D1-40BB-A9C2-8097B93E777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5" y="7738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7" name="Oval 366">
                <a:extLst>
                  <a:ext uri="{FF2B5EF4-FFF2-40B4-BE49-F238E27FC236}">
                    <a16:creationId xmlns:a16="http://schemas.microsoft.com/office/drawing/2014/main" id="{146E5292-6FCF-4B6A-B617-36AB8FF1861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23" y="772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8" name="Oval 367">
                <a:extLst>
                  <a:ext uri="{FF2B5EF4-FFF2-40B4-BE49-F238E27FC236}">
                    <a16:creationId xmlns:a16="http://schemas.microsoft.com/office/drawing/2014/main" id="{2756E9DD-6450-4A6E-9739-0DF1EE4BEC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4" y="776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79" name="Oval 368">
                <a:extLst>
                  <a:ext uri="{FF2B5EF4-FFF2-40B4-BE49-F238E27FC236}">
                    <a16:creationId xmlns:a16="http://schemas.microsoft.com/office/drawing/2014/main" id="{1D7C1CC4-7D47-4475-B522-EC38D030DCB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501" y="76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0" name="Freeform 369">
                <a:extLst>
                  <a:ext uri="{FF2B5EF4-FFF2-40B4-BE49-F238E27FC236}">
                    <a16:creationId xmlns:a16="http://schemas.microsoft.com/office/drawing/2014/main" id="{F24FC3FF-DB89-4E9F-9357-3F49BE59322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06" y="7697"/>
                <a:ext cx="6" cy="9"/>
              </a:xfrm>
              <a:custGeom>
                <a:avLst/>
                <a:gdLst>
                  <a:gd name="T0" fmla="*/ 0 w 8"/>
                  <a:gd name="T1" fmla="*/ 6 h 12"/>
                  <a:gd name="T2" fmla="*/ 5 w 8"/>
                  <a:gd name="T3" fmla="*/ 12 h 12"/>
                  <a:gd name="T4" fmla="*/ 8 w 8"/>
                  <a:gd name="T5" fmla="*/ 1 h 12"/>
                  <a:gd name="T6" fmla="*/ 6 w 8"/>
                  <a:gd name="T7" fmla="*/ 0 h 12"/>
                  <a:gd name="T8" fmla="*/ 0 w 8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6"/>
                    </a:moveTo>
                    <a:cubicBezTo>
                      <a:pt x="0" y="9"/>
                      <a:pt x="2" y="11"/>
                      <a:pt x="5" y="12"/>
                    </a:cubicBezTo>
                    <a:cubicBezTo>
                      <a:pt x="6" y="8"/>
                      <a:pt x="7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1" name="Oval 370">
                <a:extLst>
                  <a:ext uri="{FF2B5EF4-FFF2-40B4-BE49-F238E27FC236}">
                    <a16:creationId xmlns:a16="http://schemas.microsoft.com/office/drawing/2014/main" id="{ED974290-49F1-44C1-8BE4-C0B7E8D1A48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89" y="7736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2" name="Oval 371">
                <a:extLst>
                  <a:ext uri="{FF2B5EF4-FFF2-40B4-BE49-F238E27FC236}">
                    <a16:creationId xmlns:a16="http://schemas.microsoft.com/office/drawing/2014/main" id="{979229B6-1E4F-45B6-9DD4-EFECB0B34510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6" y="7785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3" name="Oval 372">
                <a:extLst>
                  <a:ext uri="{FF2B5EF4-FFF2-40B4-BE49-F238E27FC236}">
                    <a16:creationId xmlns:a16="http://schemas.microsoft.com/office/drawing/2014/main" id="{AF31EBC7-C616-4301-8247-6418E71F255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58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4" name="Oval 373">
                <a:extLst>
                  <a:ext uri="{FF2B5EF4-FFF2-40B4-BE49-F238E27FC236}">
                    <a16:creationId xmlns:a16="http://schemas.microsoft.com/office/drawing/2014/main" id="{A3B79BBB-990D-47BA-858F-818E6A499AC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22" y="7748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5" name="Oval 374">
                <a:extLst>
                  <a:ext uri="{FF2B5EF4-FFF2-40B4-BE49-F238E27FC236}">
                    <a16:creationId xmlns:a16="http://schemas.microsoft.com/office/drawing/2014/main" id="{71DFBD6B-7BC7-43E6-9B91-CB74E05C6BC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03" y="768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6" name="Oval 375">
                <a:extLst>
                  <a:ext uri="{FF2B5EF4-FFF2-40B4-BE49-F238E27FC236}">
                    <a16:creationId xmlns:a16="http://schemas.microsoft.com/office/drawing/2014/main" id="{D14A84EC-EBF5-47EE-A1EE-CCA5873BA32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7" y="761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7" name="Oval 376">
                <a:extLst>
                  <a:ext uri="{FF2B5EF4-FFF2-40B4-BE49-F238E27FC236}">
                    <a16:creationId xmlns:a16="http://schemas.microsoft.com/office/drawing/2014/main" id="{4C938902-76B7-427C-9EF9-F68AA317C28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31" y="756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8" name="Freeform 377">
                <a:extLst>
                  <a:ext uri="{FF2B5EF4-FFF2-40B4-BE49-F238E27FC236}">
                    <a16:creationId xmlns:a16="http://schemas.microsoft.com/office/drawing/2014/main" id="{2A52A580-49B1-42EA-8719-EED0E771DD5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64"/>
                <a:ext cx="6" cy="8"/>
              </a:xfrm>
              <a:custGeom>
                <a:avLst/>
                <a:gdLst>
                  <a:gd name="T0" fmla="*/ 0 w 8"/>
                  <a:gd name="T1" fmla="*/ 5 h 11"/>
                  <a:gd name="T2" fmla="*/ 6 w 8"/>
                  <a:gd name="T3" fmla="*/ 11 h 11"/>
                  <a:gd name="T4" fmla="*/ 7 w 8"/>
                  <a:gd name="T5" fmla="*/ 11 h 11"/>
                  <a:gd name="T6" fmla="*/ 8 w 8"/>
                  <a:gd name="T7" fmla="*/ 0 h 11"/>
                  <a:gd name="T8" fmla="*/ 6 w 8"/>
                  <a:gd name="T9" fmla="*/ 0 h 11"/>
                  <a:gd name="T10" fmla="*/ 0 w 8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5"/>
                    </a:moveTo>
                    <a:cubicBezTo>
                      <a:pt x="0" y="9"/>
                      <a:pt x="2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7"/>
                      <a:pt x="8" y="4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89" name="Oval 378">
                <a:extLst>
                  <a:ext uri="{FF2B5EF4-FFF2-40B4-BE49-F238E27FC236}">
                    <a16:creationId xmlns:a16="http://schemas.microsoft.com/office/drawing/2014/main" id="{23A5AC55-464F-42B6-B246-FA0C9C2589D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95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0" name="Freeform 379">
                <a:extLst>
                  <a:ext uri="{FF2B5EF4-FFF2-40B4-BE49-F238E27FC236}">
                    <a16:creationId xmlns:a16="http://schemas.microsoft.com/office/drawing/2014/main" id="{04E451A4-1BE8-4621-92E6-87732DD27D6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512" y="7637"/>
                <a:ext cx="6" cy="8"/>
              </a:xfrm>
              <a:custGeom>
                <a:avLst/>
                <a:gdLst>
                  <a:gd name="T0" fmla="*/ 6 w 9"/>
                  <a:gd name="T1" fmla="*/ 0 h 11"/>
                  <a:gd name="T2" fmla="*/ 0 w 9"/>
                  <a:gd name="T3" fmla="*/ 6 h 11"/>
                  <a:gd name="T4" fmla="*/ 6 w 9"/>
                  <a:gd name="T5" fmla="*/ 11 h 11"/>
                  <a:gd name="T6" fmla="*/ 9 w 9"/>
                  <a:gd name="T7" fmla="*/ 10 h 11"/>
                  <a:gd name="T8" fmla="*/ 8 w 9"/>
                  <a:gd name="T9" fmla="*/ 1 h 11"/>
                  <a:gd name="T10" fmla="*/ 6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9" y="7"/>
                      <a:pt x="9" y="4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1" name="Oval 380">
                <a:extLst>
                  <a:ext uri="{FF2B5EF4-FFF2-40B4-BE49-F238E27FC236}">
                    <a16:creationId xmlns:a16="http://schemas.microsoft.com/office/drawing/2014/main" id="{59A99B26-E4FB-404D-B262-5396216CB49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61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2" name="Oval 381">
                <a:extLst>
                  <a:ext uri="{FF2B5EF4-FFF2-40B4-BE49-F238E27FC236}">
                    <a16:creationId xmlns:a16="http://schemas.microsoft.com/office/drawing/2014/main" id="{C6D90CF7-275C-49B9-897E-8509611BC6D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66" y="7682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3" name="Oval 382">
                <a:extLst>
                  <a:ext uri="{FF2B5EF4-FFF2-40B4-BE49-F238E27FC236}">
                    <a16:creationId xmlns:a16="http://schemas.microsoft.com/office/drawing/2014/main" id="{20247DD9-895F-4BC7-A576-F1261968DC4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8" y="76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4" name="Oval 383">
                <a:extLst>
                  <a:ext uri="{FF2B5EF4-FFF2-40B4-BE49-F238E27FC236}">
                    <a16:creationId xmlns:a16="http://schemas.microsoft.com/office/drawing/2014/main" id="{D72F47C1-DC30-44E6-8D4F-D63E95E7DD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8" y="765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5" name="Oval 384">
                <a:extLst>
                  <a:ext uri="{FF2B5EF4-FFF2-40B4-BE49-F238E27FC236}">
                    <a16:creationId xmlns:a16="http://schemas.microsoft.com/office/drawing/2014/main" id="{4F3B8F3C-336C-43DD-A804-CC879FB961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45" y="774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6" name="Oval 385">
                <a:extLst>
                  <a:ext uri="{FF2B5EF4-FFF2-40B4-BE49-F238E27FC236}">
                    <a16:creationId xmlns:a16="http://schemas.microsoft.com/office/drawing/2014/main" id="{9ADDF7A1-F01C-4826-9E1D-364D0879ED0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64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7" name="Oval 386">
                <a:extLst>
                  <a:ext uri="{FF2B5EF4-FFF2-40B4-BE49-F238E27FC236}">
                    <a16:creationId xmlns:a16="http://schemas.microsoft.com/office/drawing/2014/main" id="{8B9C901F-BCEE-42DA-929A-DD236DBF91F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2" y="772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8" name="Oval 387">
                <a:extLst>
                  <a:ext uri="{FF2B5EF4-FFF2-40B4-BE49-F238E27FC236}">
                    <a16:creationId xmlns:a16="http://schemas.microsoft.com/office/drawing/2014/main" id="{7F29D374-F6A5-4417-950D-1E4943ADB41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15" y="7747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299" name="Oval 388">
                <a:extLst>
                  <a:ext uri="{FF2B5EF4-FFF2-40B4-BE49-F238E27FC236}">
                    <a16:creationId xmlns:a16="http://schemas.microsoft.com/office/drawing/2014/main" id="{7E53B1F2-2BB4-4855-A227-EC1E51C42304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576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0" name="Oval 389">
                <a:extLst>
                  <a:ext uri="{FF2B5EF4-FFF2-40B4-BE49-F238E27FC236}">
                    <a16:creationId xmlns:a16="http://schemas.microsoft.com/office/drawing/2014/main" id="{CB5F8A2F-AFCA-489E-8A50-AAF2D51A4D5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67" y="768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1" name="Oval 390">
                <a:extLst>
                  <a:ext uri="{FF2B5EF4-FFF2-40B4-BE49-F238E27FC236}">
                    <a16:creationId xmlns:a16="http://schemas.microsoft.com/office/drawing/2014/main" id="{F323C4D0-AB45-40B5-90A2-019CC7C53B1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08" y="7709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2" name="Oval 391">
                <a:extLst>
                  <a:ext uri="{FF2B5EF4-FFF2-40B4-BE49-F238E27FC236}">
                    <a16:creationId xmlns:a16="http://schemas.microsoft.com/office/drawing/2014/main" id="{B68083E2-EB21-49C6-BCCD-0AB8AF6DC52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54" y="7537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3" name="Oval 392">
                <a:extLst>
                  <a:ext uri="{FF2B5EF4-FFF2-40B4-BE49-F238E27FC236}">
                    <a16:creationId xmlns:a16="http://schemas.microsoft.com/office/drawing/2014/main" id="{4A6367B5-AF25-43EA-A933-6760406B691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35" y="7762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4" name="Oval 393">
                <a:extLst>
                  <a:ext uri="{FF2B5EF4-FFF2-40B4-BE49-F238E27FC236}">
                    <a16:creationId xmlns:a16="http://schemas.microsoft.com/office/drawing/2014/main" id="{E6C0BE25-D361-485F-A5BA-9EDE5827044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86" y="764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5" name="Oval 394">
                <a:extLst>
                  <a:ext uri="{FF2B5EF4-FFF2-40B4-BE49-F238E27FC236}">
                    <a16:creationId xmlns:a16="http://schemas.microsoft.com/office/drawing/2014/main" id="{B4900E4B-1F8C-4779-97F5-178606A0FC68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74" y="7676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6" name="Oval 395">
                <a:extLst>
                  <a:ext uri="{FF2B5EF4-FFF2-40B4-BE49-F238E27FC236}">
                    <a16:creationId xmlns:a16="http://schemas.microsoft.com/office/drawing/2014/main" id="{8183BD4F-D1A6-4DF4-B5E0-EB8DA1892CB9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55" y="7742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7" name="Oval 396">
                <a:extLst>
                  <a:ext uri="{FF2B5EF4-FFF2-40B4-BE49-F238E27FC236}">
                    <a16:creationId xmlns:a16="http://schemas.microsoft.com/office/drawing/2014/main" id="{DFB7868C-AC14-4771-86F3-8CC0879E87EE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74" y="7700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8" name="Oval 397">
                <a:extLst>
                  <a:ext uri="{FF2B5EF4-FFF2-40B4-BE49-F238E27FC236}">
                    <a16:creationId xmlns:a16="http://schemas.microsoft.com/office/drawing/2014/main" id="{E6BE00EA-79DF-4605-9003-7D439E8A03BF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4" y="7779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09" name="Oval 398">
                <a:extLst>
                  <a:ext uri="{FF2B5EF4-FFF2-40B4-BE49-F238E27FC236}">
                    <a16:creationId xmlns:a16="http://schemas.microsoft.com/office/drawing/2014/main" id="{DA01C6B2-A2D9-4CFD-8DB6-7DAAF2AB3E1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419" y="7768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0" name="Oval 399">
                <a:extLst>
                  <a:ext uri="{FF2B5EF4-FFF2-40B4-BE49-F238E27FC236}">
                    <a16:creationId xmlns:a16="http://schemas.microsoft.com/office/drawing/2014/main" id="{F51F4C75-6CED-441A-BAC8-D0CFCE58F90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86" y="7734"/>
                <a:ext cx="9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1" name="Oval 400">
                <a:extLst>
                  <a:ext uri="{FF2B5EF4-FFF2-40B4-BE49-F238E27FC236}">
                    <a16:creationId xmlns:a16="http://schemas.microsoft.com/office/drawing/2014/main" id="{7E50F850-9125-4F7B-A5E5-461C137FDA6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69" y="7741"/>
                <a:ext cx="9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2" name="Oval 401">
                <a:extLst>
                  <a:ext uri="{FF2B5EF4-FFF2-40B4-BE49-F238E27FC236}">
                    <a16:creationId xmlns:a16="http://schemas.microsoft.com/office/drawing/2014/main" id="{A66D5EE0-0C14-4AA3-98E3-A80FB6AA8B81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19" y="7717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3" name="Oval 402">
                <a:extLst>
                  <a:ext uri="{FF2B5EF4-FFF2-40B4-BE49-F238E27FC236}">
                    <a16:creationId xmlns:a16="http://schemas.microsoft.com/office/drawing/2014/main" id="{AC8E9259-DEF6-4F8B-A401-246566737CC2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97" y="7741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4" name="Oval 403">
                <a:extLst>
                  <a:ext uri="{FF2B5EF4-FFF2-40B4-BE49-F238E27FC236}">
                    <a16:creationId xmlns:a16="http://schemas.microsoft.com/office/drawing/2014/main" id="{24490E28-5668-411A-8CDB-76230D5C5D4B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341" y="7720"/>
                <a:ext cx="8" cy="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5" name="Freeform 404">
                <a:extLst>
                  <a:ext uri="{FF2B5EF4-FFF2-40B4-BE49-F238E27FC236}">
                    <a16:creationId xmlns:a16="http://schemas.microsoft.com/office/drawing/2014/main" id="{188AFF7E-C191-472E-B6AB-7E58AA230FC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204" y="7730"/>
                <a:ext cx="6" cy="8"/>
              </a:xfrm>
              <a:custGeom>
                <a:avLst/>
                <a:gdLst>
                  <a:gd name="T0" fmla="*/ 8 w 8"/>
                  <a:gd name="T1" fmla="*/ 6 h 11"/>
                  <a:gd name="T2" fmla="*/ 3 w 8"/>
                  <a:gd name="T3" fmla="*/ 0 h 11"/>
                  <a:gd name="T4" fmla="*/ 0 w 8"/>
                  <a:gd name="T5" fmla="*/ 1 h 11"/>
                  <a:gd name="T6" fmla="*/ 5 w 8"/>
                  <a:gd name="T7" fmla="*/ 11 h 11"/>
                  <a:gd name="T8" fmla="*/ 8 w 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6"/>
                    </a:moveTo>
                    <a:cubicBezTo>
                      <a:pt x="8" y="2"/>
                      <a:pt x="6" y="0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7" y="10"/>
                      <a:pt x="8" y="8"/>
                      <a:pt x="8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  <p:sp>
            <p:nvSpPr>
              <p:cNvPr id="316" name="Oval 405">
                <a:extLst>
                  <a:ext uri="{FF2B5EF4-FFF2-40B4-BE49-F238E27FC236}">
                    <a16:creationId xmlns:a16="http://schemas.microsoft.com/office/drawing/2014/main" id="{B1E87FBE-2789-46A1-A3F0-A391A5FEC59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2230" y="7690"/>
                <a:ext cx="8" cy="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v-SE"/>
              </a:p>
            </p:txBody>
          </p:sp>
        </p:grpSp>
        <p:sp>
          <p:nvSpPr>
            <p:cNvPr id="17" name="Oval 407">
              <a:extLst>
                <a:ext uri="{FF2B5EF4-FFF2-40B4-BE49-F238E27FC236}">
                  <a16:creationId xmlns:a16="http://schemas.microsoft.com/office/drawing/2014/main" id="{9781DB00-32BC-4F89-B1E1-C690DFFB724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8" name="Oval 408">
              <a:extLst>
                <a:ext uri="{FF2B5EF4-FFF2-40B4-BE49-F238E27FC236}">
                  <a16:creationId xmlns:a16="http://schemas.microsoft.com/office/drawing/2014/main" id="{C6B1817A-82E2-4E4F-B166-757F5586CF1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7301" y="123634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9" name="Oval 409">
              <a:extLst>
                <a:ext uri="{FF2B5EF4-FFF2-40B4-BE49-F238E27FC236}">
                  <a16:creationId xmlns:a16="http://schemas.microsoft.com/office/drawing/2014/main" id="{82B80E39-8375-478F-AE60-22EF6D9DC5C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17913" y="1206341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0" name="Oval 410">
              <a:extLst>
                <a:ext uri="{FF2B5EF4-FFF2-40B4-BE49-F238E27FC236}">
                  <a16:creationId xmlns:a16="http://schemas.microsoft.com/office/drawing/2014/main" id="{B286D435-4D71-4779-A647-FC8AA8829B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8088" y="1231265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1" name="Oval 411">
              <a:extLst>
                <a:ext uri="{FF2B5EF4-FFF2-40B4-BE49-F238E27FC236}">
                  <a16:creationId xmlns:a16="http://schemas.microsoft.com/office/drawing/2014/main" id="{FE998B3F-7795-4E55-863D-416408351FA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2363" y="121808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2" name="Oval 412">
              <a:extLst>
                <a:ext uri="{FF2B5EF4-FFF2-40B4-BE49-F238E27FC236}">
                  <a16:creationId xmlns:a16="http://schemas.microsoft.com/office/drawing/2014/main" id="{CA36A833-4E24-4EBF-B56E-A8E73F24D70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25876" y="122697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3" name="Oval 413">
              <a:extLst>
                <a:ext uri="{FF2B5EF4-FFF2-40B4-BE49-F238E27FC236}">
                  <a16:creationId xmlns:a16="http://schemas.microsoft.com/office/drawing/2014/main" id="{8F79E37D-EBC8-4614-B823-8807B560636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14776" y="121697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4" name="Oval 414">
              <a:extLst>
                <a:ext uri="{FF2B5EF4-FFF2-40B4-BE49-F238E27FC236}">
                  <a16:creationId xmlns:a16="http://schemas.microsoft.com/office/drawing/2014/main" id="{6BDB42AF-0ABF-458A-9D2D-14AA93639A0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6038" y="119491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5" name="Freeform 415">
              <a:extLst>
                <a:ext uri="{FF2B5EF4-FFF2-40B4-BE49-F238E27FC236}">
                  <a16:creationId xmlns:a16="http://schemas.microsoft.com/office/drawing/2014/main" id="{EDCFE3AE-7A26-4A37-B4B2-638AD3B5B6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1401" y="12365038"/>
              <a:ext cx="12700" cy="9525"/>
            </a:xfrm>
            <a:custGeom>
              <a:avLst/>
              <a:gdLst>
                <a:gd name="T0" fmla="*/ 10 w 10"/>
                <a:gd name="T1" fmla="*/ 6 h 8"/>
                <a:gd name="T2" fmla="*/ 4 w 10"/>
                <a:gd name="T3" fmla="*/ 0 h 8"/>
                <a:gd name="T4" fmla="*/ 0 w 10"/>
                <a:gd name="T5" fmla="*/ 2 h 8"/>
                <a:gd name="T6" fmla="*/ 9 w 10"/>
                <a:gd name="T7" fmla="*/ 8 h 8"/>
                <a:gd name="T8" fmla="*/ 10 w 10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0" y="7"/>
                    <a:pt x="10" y="7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6" name="Oval 416">
              <a:extLst>
                <a:ext uri="{FF2B5EF4-FFF2-40B4-BE49-F238E27FC236}">
                  <a16:creationId xmlns:a16="http://schemas.microsoft.com/office/drawing/2014/main" id="{D4010DEE-8423-4B39-8173-7436E7E9FAA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6176" y="123571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7" name="Oval 417">
              <a:extLst>
                <a:ext uri="{FF2B5EF4-FFF2-40B4-BE49-F238E27FC236}">
                  <a16:creationId xmlns:a16="http://schemas.microsoft.com/office/drawing/2014/main" id="{C7C9B070-F351-47C0-9B01-873F3B33877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89376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8" name="Oval 418">
              <a:extLst>
                <a:ext uri="{FF2B5EF4-FFF2-40B4-BE49-F238E27FC236}">
                  <a16:creationId xmlns:a16="http://schemas.microsoft.com/office/drawing/2014/main" id="{0F46ECF4-F9D8-4C36-9DCA-CFF9FF0F2B3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5563" y="12096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29" name="Oval 419">
              <a:extLst>
                <a:ext uri="{FF2B5EF4-FFF2-40B4-BE49-F238E27FC236}">
                  <a16:creationId xmlns:a16="http://schemas.microsoft.com/office/drawing/2014/main" id="{69F589A2-49A2-40ED-8192-396B7C5E67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23063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0" name="Oval 420">
              <a:extLst>
                <a:ext uri="{FF2B5EF4-FFF2-40B4-BE49-F238E27FC236}">
                  <a16:creationId xmlns:a16="http://schemas.microsoft.com/office/drawing/2014/main" id="{D6AEC610-0E57-4D55-BDF4-0857A70BAA4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21076" y="121840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1" name="Oval 421">
              <a:extLst>
                <a:ext uri="{FF2B5EF4-FFF2-40B4-BE49-F238E27FC236}">
                  <a16:creationId xmlns:a16="http://schemas.microsoft.com/office/drawing/2014/main" id="{C3ADAAD3-379B-424A-9DAA-EAAE6B71C8B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8063" y="121539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2" name="Oval 422">
              <a:extLst>
                <a:ext uri="{FF2B5EF4-FFF2-40B4-BE49-F238E27FC236}">
                  <a16:creationId xmlns:a16="http://schemas.microsoft.com/office/drawing/2014/main" id="{9C9A8B71-20E9-4D33-9B71-E4DD1A4A83B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8076" y="12082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3" name="Oval 423">
              <a:extLst>
                <a:ext uri="{FF2B5EF4-FFF2-40B4-BE49-F238E27FC236}">
                  <a16:creationId xmlns:a16="http://schemas.microsoft.com/office/drawing/2014/main" id="{D3CC4E6A-B28F-49A2-BC92-96B9FEDB377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9688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4" name="Oval 424">
              <a:extLst>
                <a:ext uri="{FF2B5EF4-FFF2-40B4-BE49-F238E27FC236}">
                  <a16:creationId xmlns:a16="http://schemas.microsoft.com/office/drawing/2014/main" id="{74B8FF34-E818-4850-8485-BDEB7EE8EA5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5" name="Oval 425">
              <a:extLst>
                <a:ext uri="{FF2B5EF4-FFF2-40B4-BE49-F238E27FC236}">
                  <a16:creationId xmlns:a16="http://schemas.microsoft.com/office/drawing/2014/main" id="{EFDA0A05-31BF-415F-B02E-08C769E2ED7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03613" y="12015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6" name="Oval 426">
              <a:extLst>
                <a:ext uri="{FF2B5EF4-FFF2-40B4-BE49-F238E27FC236}">
                  <a16:creationId xmlns:a16="http://schemas.microsoft.com/office/drawing/2014/main" id="{AFDF0248-230B-4DE1-B4E8-48E36DF0D87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7763" y="11952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7" name="Oval 427">
              <a:extLst>
                <a:ext uri="{FF2B5EF4-FFF2-40B4-BE49-F238E27FC236}">
                  <a16:creationId xmlns:a16="http://schemas.microsoft.com/office/drawing/2014/main" id="{C6702841-4829-4E85-AEF5-5120261D9A4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4601" y="123825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8" name="Oval 428">
              <a:extLst>
                <a:ext uri="{FF2B5EF4-FFF2-40B4-BE49-F238E27FC236}">
                  <a16:creationId xmlns:a16="http://schemas.microsoft.com/office/drawing/2014/main" id="{322EBB2D-CD5B-4E22-94C2-A5D79695084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8726" y="123967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39" name="Oval 429">
              <a:extLst>
                <a:ext uri="{FF2B5EF4-FFF2-40B4-BE49-F238E27FC236}">
                  <a16:creationId xmlns:a16="http://schemas.microsoft.com/office/drawing/2014/main" id="{3848C4AA-803D-4FE1-B0D0-BFB9F6E0805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43351" y="122348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0" name="Oval 430">
              <a:extLst>
                <a:ext uri="{FF2B5EF4-FFF2-40B4-BE49-F238E27FC236}">
                  <a16:creationId xmlns:a16="http://schemas.microsoft.com/office/drawing/2014/main" id="{1E17163A-33E3-4180-90BE-144C1B17211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1263" y="123904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1" name="Oval 431">
              <a:extLst>
                <a:ext uri="{FF2B5EF4-FFF2-40B4-BE49-F238E27FC236}">
                  <a16:creationId xmlns:a16="http://schemas.microsoft.com/office/drawing/2014/main" id="{E8BCA71D-7BD9-4EA5-B738-98212C6DD8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197451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2" name="Oval 432">
              <a:extLst>
                <a:ext uri="{FF2B5EF4-FFF2-40B4-BE49-F238E27FC236}">
                  <a16:creationId xmlns:a16="http://schemas.microsoft.com/office/drawing/2014/main" id="{B890A520-543E-42FB-9797-975A5847274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63938" y="120792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3" name="Oval 433">
              <a:extLst>
                <a:ext uri="{FF2B5EF4-FFF2-40B4-BE49-F238E27FC236}">
                  <a16:creationId xmlns:a16="http://schemas.microsoft.com/office/drawing/2014/main" id="{DE831521-2D0E-4856-9B70-D137697BD5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9651" y="122586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4" name="Freeform 434">
              <a:extLst>
                <a:ext uri="{FF2B5EF4-FFF2-40B4-BE49-F238E27FC236}">
                  <a16:creationId xmlns:a16="http://schemas.microsoft.com/office/drawing/2014/main" id="{C2D64872-F9AA-44EA-B9A7-87A9427DEC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57638" y="12271375"/>
              <a:ext cx="9525" cy="12700"/>
            </a:xfrm>
            <a:custGeom>
              <a:avLst/>
              <a:gdLst>
                <a:gd name="T0" fmla="*/ 0 w 8"/>
                <a:gd name="T1" fmla="*/ 6 h 11"/>
                <a:gd name="T2" fmla="*/ 3 w 8"/>
                <a:gd name="T3" fmla="*/ 11 h 11"/>
                <a:gd name="T4" fmla="*/ 8 w 8"/>
                <a:gd name="T5" fmla="*/ 1 h 11"/>
                <a:gd name="T6" fmla="*/ 5 w 8"/>
                <a:gd name="T7" fmla="*/ 0 h 11"/>
                <a:gd name="T8" fmla="*/ 0 w 8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0" y="8"/>
                    <a:pt x="1" y="10"/>
                    <a:pt x="3" y="11"/>
                  </a:cubicBezTo>
                  <a:cubicBezTo>
                    <a:pt x="5" y="8"/>
                    <a:pt x="7" y="5"/>
                    <a:pt x="8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5" name="Freeform 435">
              <a:extLst>
                <a:ext uri="{FF2B5EF4-FFF2-40B4-BE49-F238E27FC236}">
                  <a16:creationId xmlns:a16="http://schemas.microsoft.com/office/drawing/2014/main" id="{801045F2-7BEB-4586-8F46-2292208E96B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89326" y="12250738"/>
              <a:ext cx="11113" cy="14288"/>
            </a:xfrm>
            <a:custGeom>
              <a:avLst/>
              <a:gdLst>
                <a:gd name="T0" fmla="*/ 10 w 10"/>
                <a:gd name="T1" fmla="*/ 6 h 12"/>
                <a:gd name="T2" fmla="*/ 4 w 10"/>
                <a:gd name="T3" fmla="*/ 0 h 12"/>
                <a:gd name="T4" fmla="*/ 0 w 10"/>
                <a:gd name="T5" fmla="*/ 2 h 12"/>
                <a:gd name="T6" fmla="*/ 5 w 10"/>
                <a:gd name="T7" fmla="*/ 12 h 12"/>
                <a:gd name="T8" fmla="*/ 10 w 10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3"/>
                    <a:pt x="7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5"/>
                    <a:pt x="3" y="8"/>
                    <a:pt x="5" y="12"/>
                  </a:cubicBezTo>
                  <a:cubicBezTo>
                    <a:pt x="8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6" name="Oval 436">
              <a:extLst>
                <a:ext uri="{FF2B5EF4-FFF2-40B4-BE49-F238E27FC236}">
                  <a16:creationId xmlns:a16="http://schemas.microsoft.com/office/drawing/2014/main" id="{680D88E4-A8A6-405D-BF2B-24431662068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0288" y="12266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7" name="Oval 437">
              <a:extLst>
                <a:ext uri="{FF2B5EF4-FFF2-40B4-BE49-F238E27FC236}">
                  <a16:creationId xmlns:a16="http://schemas.microsoft.com/office/drawing/2014/main" id="{C2E8B2DE-33B3-44C2-888B-D8270C9773D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1726" y="12166600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8" name="Oval 438">
              <a:extLst>
                <a:ext uri="{FF2B5EF4-FFF2-40B4-BE49-F238E27FC236}">
                  <a16:creationId xmlns:a16="http://schemas.microsoft.com/office/drawing/2014/main" id="{F853CCAC-6734-4D44-8485-E1AD8185248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6801" y="123571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49" name="Freeform 439">
              <a:extLst>
                <a:ext uri="{FF2B5EF4-FFF2-40B4-BE49-F238E27FC236}">
                  <a16:creationId xmlns:a16="http://schemas.microsoft.com/office/drawing/2014/main" id="{90A99760-A6CC-4D46-BDB6-4DA60FA0CB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9863" y="12088813"/>
              <a:ext cx="12700" cy="1270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11 h 11"/>
                <a:gd name="T4" fmla="*/ 11 w 11"/>
                <a:gd name="T5" fmla="*/ 8 h 11"/>
                <a:gd name="T6" fmla="*/ 10 w 11"/>
                <a:gd name="T7" fmla="*/ 1 h 11"/>
                <a:gd name="T8" fmla="*/ 6 w 11"/>
                <a:gd name="T9" fmla="*/ 0 h 11"/>
                <a:gd name="T10" fmla="*/ 0 w 1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9"/>
                    <a:pt x="3" y="11"/>
                    <a:pt x="6" y="11"/>
                  </a:cubicBezTo>
                  <a:cubicBezTo>
                    <a:pt x="8" y="11"/>
                    <a:pt x="10" y="10"/>
                    <a:pt x="11" y="8"/>
                  </a:cubicBezTo>
                  <a:cubicBezTo>
                    <a:pt x="11" y="6"/>
                    <a:pt x="10" y="3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0" name="Oval 440">
              <a:extLst>
                <a:ext uri="{FF2B5EF4-FFF2-40B4-BE49-F238E27FC236}">
                  <a16:creationId xmlns:a16="http://schemas.microsoft.com/office/drawing/2014/main" id="{575A6210-59D6-4417-A68F-C17CA24A4E7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5551" y="1237932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1" name="Oval 441">
              <a:extLst>
                <a:ext uri="{FF2B5EF4-FFF2-40B4-BE49-F238E27FC236}">
                  <a16:creationId xmlns:a16="http://schemas.microsoft.com/office/drawing/2014/main" id="{768FEFEE-B3BD-4ECD-903C-025F4AB6CC2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3008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" name="Oval 442">
              <a:extLst>
                <a:ext uri="{FF2B5EF4-FFF2-40B4-BE49-F238E27FC236}">
                  <a16:creationId xmlns:a16="http://schemas.microsoft.com/office/drawing/2014/main" id="{D4CAC194-E4DB-4E3A-AE15-6BA214319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3380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" name="Oval 443">
              <a:extLst>
                <a:ext uri="{FF2B5EF4-FFF2-40B4-BE49-F238E27FC236}">
                  <a16:creationId xmlns:a16="http://schemas.microsoft.com/office/drawing/2014/main" id="{76004D1F-2192-41C3-8820-641136C7E63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2201" y="12303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" name="Oval 444">
              <a:extLst>
                <a:ext uri="{FF2B5EF4-FFF2-40B4-BE49-F238E27FC236}">
                  <a16:creationId xmlns:a16="http://schemas.microsoft.com/office/drawing/2014/main" id="{A7D5952B-FD6F-4952-AC24-CED31B2E214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52826" y="121269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" name="Oval 445">
              <a:extLst>
                <a:ext uri="{FF2B5EF4-FFF2-40B4-BE49-F238E27FC236}">
                  <a16:creationId xmlns:a16="http://schemas.microsoft.com/office/drawing/2014/main" id="{7B140056-49C4-470E-A3BD-4C91AFC838B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56051" y="120856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" name="Oval 446">
              <a:extLst>
                <a:ext uri="{FF2B5EF4-FFF2-40B4-BE49-F238E27FC236}">
                  <a16:creationId xmlns:a16="http://schemas.microsoft.com/office/drawing/2014/main" id="{2D47FA4E-C768-4FF6-87EE-19E80B65C81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8226" y="1222375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" name="Oval 447">
              <a:extLst>
                <a:ext uri="{FF2B5EF4-FFF2-40B4-BE49-F238E27FC236}">
                  <a16:creationId xmlns:a16="http://schemas.microsoft.com/office/drawing/2014/main" id="{CA7349B3-901B-4231-9DE6-2CB51977135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67163" y="122332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" name="Oval 448">
              <a:extLst>
                <a:ext uri="{FF2B5EF4-FFF2-40B4-BE49-F238E27FC236}">
                  <a16:creationId xmlns:a16="http://schemas.microsoft.com/office/drawing/2014/main" id="{DDE1A3A3-2ED5-46E3-8056-9E3DB51F2ED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6676" y="123332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" name="Oval 449">
              <a:extLst>
                <a:ext uri="{FF2B5EF4-FFF2-40B4-BE49-F238E27FC236}">
                  <a16:creationId xmlns:a16="http://schemas.microsoft.com/office/drawing/2014/main" id="{65597DEA-7205-451E-9270-1F60D3194A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1876" y="1224756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" name="Oval 450">
              <a:extLst>
                <a:ext uri="{FF2B5EF4-FFF2-40B4-BE49-F238E27FC236}">
                  <a16:creationId xmlns:a16="http://schemas.microsoft.com/office/drawing/2014/main" id="{9EA360DA-0E61-4E51-9A30-60933FDDA02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0476" y="120554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" name="Oval 451">
              <a:extLst>
                <a:ext uri="{FF2B5EF4-FFF2-40B4-BE49-F238E27FC236}">
                  <a16:creationId xmlns:a16="http://schemas.microsoft.com/office/drawing/2014/main" id="{22FE0DD0-D76F-48EB-B7C0-66C23D25FB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7288" y="119840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" name="Oval 452">
              <a:extLst>
                <a:ext uri="{FF2B5EF4-FFF2-40B4-BE49-F238E27FC236}">
                  <a16:creationId xmlns:a16="http://schemas.microsoft.com/office/drawing/2014/main" id="{5E1BBC78-3FB0-4434-8090-4C001B57D55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86163" y="11968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" name="Oval 453">
              <a:extLst>
                <a:ext uri="{FF2B5EF4-FFF2-40B4-BE49-F238E27FC236}">
                  <a16:creationId xmlns:a16="http://schemas.microsoft.com/office/drawing/2014/main" id="{C33729AE-68B2-484D-B1D9-7D81CEC5E5C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8563" y="123491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" name="Oval 454">
              <a:extLst>
                <a:ext uri="{FF2B5EF4-FFF2-40B4-BE49-F238E27FC236}">
                  <a16:creationId xmlns:a16="http://schemas.microsoft.com/office/drawing/2014/main" id="{A42D553B-4FF4-498E-95C7-FB2280263C5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41713" y="122396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" name="Oval 455">
              <a:extLst>
                <a:ext uri="{FF2B5EF4-FFF2-40B4-BE49-F238E27FC236}">
                  <a16:creationId xmlns:a16="http://schemas.microsoft.com/office/drawing/2014/main" id="{F41E07D8-CA2F-45CD-BEB7-C71CEF77A74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932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" name="Oval 456">
              <a:extLst>
                <a:ext uri="{FF2B5EF4-FFF2-40B4-BE49-F238E27FC236}">
                  <a16:creationId xmlns:a16="http://schemas.microsoft.com/office/drawing/2014/main" id="{03253A39-29DE-4BC7-9120-3164336707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2838" y="12298363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" name="Oval 457">
              <a:extLst>
                <a:ext uri="{FF2B5EF4-FFF2-40B4-BE49-F238E27FC236}">
                  <a16:creationId xmlns:a16="http://schemas.microsoft.com/office/drawing/2014/main" id="{EB3E0D81-C68A-45DA-9B05-841A914FD6A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5676" y="121999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" name="Oval 458">
              <a:extLst>
                <a:ext uri="{FF2B5EF4-FFF2-40B4-BE49-F238E27FC236}">
                  <a16:creationId xmlns:a16="http://schemas.microsoft.com/office/drawing/2014/main" id="{94B3E8F8-8A96-4E7B-BA0C-503FD63125E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6313" y="122094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" name="Oval 459">
              <a:extLst>
                <a:ext uri="{FF2B5EF4-FFF2-40B4-BE49-F238E27FC236}">
                  <a16:creationId xmlns:a16="http://schemas.microsoft.com/office/drawing/2014/main" id="{AFF45D92-DCAC-485A-B00D-31A6A84EA60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0926" y="122618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" name="Oval 460">
              <a:extLst>
                <a:ext uri="{FF2B5EF4-FFF2-40B4-BE49-F238E27FC236}">
                  <a16:creationId xmlns:a16="http://schemas.microsoft.com/office/drawing/2014/main" id="{9011C3A7-9784-4BF8-AD2B-396136428DD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0313" y="1233487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1" name="Oval 461">
              <a:extLst>
                <a:ext uri="{FF2B5EF4-FFF2-40B4-BE49-F238E27FC236}">
                  <a16:creationId xmlns:a16="http://schemas.microsoft.com/office/drawing/2014/main" id="{60F3A908-2F96-4CA9-AD8E-D83ED1C1D7D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4263" y="123586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2" name="Oval 462">
              <a:extLst>
                <a:ext uri="{FF2B5EF4-FFF2-40B4-BE49-F238E27FC236}">
                  <a16:creationId xmlns:a16="http://schemas.microsoft.com/office/drawing/2014/main" id="{DAC509A0-18B1-48D7-882D-8981938E07C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2713" y="122761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3" name="Oval 463">
              <a:extLst>
                <a:ext uri="{FF2B5EF4-FFF2-40B4-BE49-F238E27FC236}">
                  <a16:creationId xmlns:a16="http://schemas.microsoft.com/office/drawing/2014/main" id="{A218738A-81B0-46EE-A82E-7122477835D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54438" y="121666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4" name="Freeform 464">
              <a:extLst>
                <a:ext uri="{FF2B5EF4-FFF2-40B4-BE49-F238E27FC236}">
                  <a16:creationId xmlns:a16="http://schemas.microsoft.com/office/drawing/2014/main" id="{03C96F65-1B36-44A9-88D1-A4A2D965FC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0338" y="12055475"/>
              <a:ext cx="12700" cy="14288"/>
            </a:xfrm>
            <a:custGeom>
              <a:avLst/>
              <a:gdLst>
                <a:gd name="T0" fmla="*/ 6 w 12"/>
                <a:gd name="T1" fmla="*/ 12 h 12"/>
                <a:gd name="T2" fmla="*/ 12 w 12"/>
                <a:gd name="T3" fmla="*/ 6 h 12"/>
                <a:gd name="T4" fmla="*/ 11 w 12"/>
                <a:gd name="T5" fmla="*/ 4 h 12"/>
                <a:gd name="T6" fmla="*/ 11 w 12"/>
                <a:gd name="T7" fmla="*/ 4 h 12"/>
                <a:gd name="T8" fmla="*/ 6 w 12"/>
                <a:gd name="T9" fmla="*/ 0 h 12"/>
                <a:gd name="T10" fmla="*/ 0 w 12"/>
                <a:gd name="T11" fmla="*/ 6 h 12"/>
                <a:gd name="T12" fmla="*/ 6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9" y="12"/>
                    <a:pt x="12" y="9"/>
                    <a:pt x="12" y="6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5" name="Freeform 465">
              <a:extLst>
                <a:ext uri="{FF2B5EF4-FFF2-40B4-BE49-F238E27FC236}">
                  <a16:creationId xmlns:a16="http://schemas.microsoft.com/office/drawing/2014/main" id="{BCFD2623-16B9-4A9F-9080-CA682D6A7C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6963" y="12392025"/>
              <a:ext cx="14288" cy="9525"/>
            </a:xfrm>
            <a:custGeom>
              <a:avLst/>
              <a:gdLst>
                <a:gd name="T0" fmla="*/ 11 w 11"/>
                <a:gd name="T1" fmla="*/ 6 h 8"/>
                <a:gd name="T2" fmla="*/ 5 w 11"/>
                <a:gd name="T3" fmla="*/ 0 h 8"/>
                <a:gd name="T4" fmla="*/ 0 w 11"/>
                <a:gd name="T5" fmla="*/ 4 h 8"/>
                <a:gd name="T6" fmla="*/ 11 w 11"/>
                <a:gd name="T7" fmla="*/ 8 h 8"/>
                <a:gd name="T8" fmla="*/ 11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1" y="3"/>
                    <a:pt x="8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7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6" name="Oval 466">
              <a:extLst>
                <a:ext uri="{FF2B5EF4-FFF2-40B4-BE49-F238E27FC236}">
                  <a16:creationId xmlns:a16="http://schemas.microsoft.com/office/drawing/2014/main" id="{E00BC23C-90CA-45C2-A0B4-09BB44C8FD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63976" y="122904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7" name="Oval 467">
              <a:extLst>
                <a:ext uri="{FF2B5EF4-FFF2-40B4-BE49-F238E27FC236}">
                  <a16:creationId xmlns:a16="http://schemas.microsoft.com/office/drawing/2014/main" id="{CE367371-F532-4828-998F-98697242BD1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0463" y="123412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8" name="Oval 468">
              <a:extLst>
                <a:ext uri="{FF2B5EF4-FFF2-40B4-BE49-F238E27FC236}">
                  <a16:creationId xmlns:a16="http://schemas.microsoft.com/office/drawing/2014/main" id="{13845169-DC59-4D64-948D-4EC354D0BDA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8551" y="12339638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9" name="Oval 469">
              <a:extLst>
                <a:ext uri="{FF2B5EF4-FFF2-40B4-BE49-F238E27FC236}">
                  <a16:creationId xmlns:a16="http://schemas.microsoft.com/office/drawing/2014/main" id="{E1D175F5-A316-4B69-891B-2A6F6CDA7E3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00488" y="122570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0" name="Oval 470">
              <a:extLst>
                <a:ext uri="{FF2B5EF4-FFF2-40B4-BE49-F238E27FC236}">
                  <a16:creationId xmlns:a16="http://schemas.microsoft.com/office/drawing/2014/main" id="{A36C504F-40CB-4DEC-8123-A6E2F106142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79813" y="121332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1" name="Oval 471">
              <a:extLst>
                <a:ext uri="{FF2B5EF4-FFF2-40B4-BE49-F238E27FC236}">
                  <a16:creationId xmlns:a16="http://schemas.microsoft.com/office/drawing/2014/main" id="{318E14D3-A3A0-485C-9340-E43BECA6DD9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65538" y="1215072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2" name="Oval 472">
              <a:extLst>
                <a:ext uri="{FF2B5EF4-FFF2-40B4-BE49-F238E27FC236}">
                  <a16:creationId xmlns:a16="http://schemas.microsoft.com/office/drawing/2014/main" id="{6310E5E6-8228-4DF0-9AA4-3BD30F256FF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89363" y="1234440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3" name="Oval 473">
              <a:extLst>
                <a:ext uri="{FF2B5EF4-FFF2-40B4-BE49-F238E27FC236}">
                  <a16:creationId xmlns:a16="http://schemas.microsoft.com/office/drawing/2014/main" id="{35892240-B448-4F9F-BEAA-E3CC6F28FA1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21088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4" name="Oval 474">
              <a:extLst>
                <a:ext uri="{FF2B5EF4-FFF2-40B4-BE49-F238E27FC236}">
                  <a16:creationId xmlns:a16="http://schemas.microsoft.com/office/drawing/2014/main" id="{66D74EFB-0EF4-436F-81F0-86DDCD3CD36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19513" y="123396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5" name="Oval 475">
              <a:extLst>
                <a:ext uri="{FF2B5EF4-FFF2-40B4-BE49-F238E27FC236}">
                  <a16:creationId xmlns:a16="http://schemas.microsoft.com/office/drawing/2014/main" id="{DD8A492D-03CD-414D-8798-CCC427C6230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78263" y="12307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6" name="Oval 476">
              <a:extLst>
                <a:ext uri="{FF2B5EF4-FFF2-40B4-BE49-F238E27FC236}">
                  <a16:creationId xmlns:a16="http://schemas.microsoft.com/office/drawing/2014/main" id="{23D9BFD5-F13F-49E6-9531-765F844F6E1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59213" y="1218088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7" name="Oval 477">
              <a:extLst>
                <a:ext uri="{FF2B5EF4-FFF2-40B4-BE49-F238E27FC236}">
                  <a16:creationId xmlns:a16="http://schemas.microsoft.com/office/drawing/2014/main" id="{738CBBE8-D4D8-414B-9E9B-588BB59BD2E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83001" y="123777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8" name="Oval 478">
              <a:extLst>
                <a:ext uri="{FF2B5EF4-FFF2-40B4-BE49-F238E27FC236}">
                  <a16:creationId xmlns:a16="http://schemas.microsoft.com/office/drawing/2014/main" id="{9276113C-1A30-4D29-8F1C-71698070D03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40163" y="12247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89" name="Oval 479">
              <a:extLst>
                <a:ext uri="{FF2B5EF4-FFF2-40B4-BE49-F238E27FC236}">
                  <a16:creationId xmlns:a16="http://schemas.microsoft.com/office/drawing/2014/main" id="{AE73503A-F2CC-4572-A28D-8C334D81D5E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4763" y="1235075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0" name="Oval 480">
              <a:extLst>
                <a:ext uri="{FF2B5EF4-FFF2-40B4-BE49-F238E27FC236}">
                  <a16:creationId xmlns:a16="http://schemas.microsoft.com/office/drawing/2014/main" id="{8500FF6A-EBDE-469D-8327-E745489A8A0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13176" y="12372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1" name="Oval 481">
              <a:extLst>
                <a:ext uri="{FF2B5EF4-FFF2-40B4-BE49-F238E27FC236}">
                  <a16:creationId xmlns:a16="http://schemas.microsoft.com/office/drawing/2014/main" id="{CF5B7082-17DF-4695-8D2E-324F82E25B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5701" y="12390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2" name="Oval 482">
              <a:extLst>
                <a:ext uri="{FF2B5EF4-FFF2-40B4-BE49-F238E27FC236}">
                  <a16:creationId xmlns:a16="http://schemas.microsoft.com/office/drawing/2014/main" id="{D0B7D35C-CE4B-4719-9AD9-4F5BAAB411D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82976" y="12072938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3" name="Freeform 483">
              <a:extLst>
                <a:ext uri="{FF2B5EF4-FFF2-40B4-BE49-F238E27FC236}">
                  <a16:creationId xmlns:a16="http://schemas.microsoft.com/office/drawing/2014/main" id="{B427B8E2-7508-4BD2-B2A9-3E8CE4E0C5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70276" y="12096750"/>
              <a:ext cx="11113" cy="14288"/>
            </a:xfrm>
            <a:custGeom>
              <a:avLst/>
              <a:gdLst>
                <a:gd name="T0" fmla="*/ 10 w 10"/>
                <a:gd name="T1" fmla="*/ 6 h 11"/>
                <a:gd name="T2" fmla="*/ 4 w 10"/>
                <a:gd name="T3" fmla="*/ 0 h 11"/>
                <a:gd name="T4" fmla="*/ 2 w 10"/>
                <a:gd name="T5" fmla="*/ 0 h 11"/>
                <a:gd name="T6" fmla="*/ 0 w 10"/>
                <a:gd name="T7" fmla="*/ 10 h 11"/>
                <a:gd name="T8" fmla="*/ 4 w 10"/>
                <a:gd name="T9" fmla="*/ 11 h 11"/>
                <a:gd name="T10" fmla="*/ 10 w 10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2"/>
                    <a:pt x="7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3"/>
                    <a:pt x="1" y="7"/>
                    <a:pt x="0" y="10"/>
                  </a:cubicBezTo>
                  <a:cubicBezTo>
                    <a:pt x="1" y="11"/>
                    <a:pt x="3" y="11"/>
                    <a:pt x="4" y="11"/>
                  </a:cubicBezTo>
                  <a:cubicBezTo>
                    <a:pt x="7" y="11"/>
                    <a:pt x="10" y="9"/>
                    <a:pt x="10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4" name="Freeform 484">
              <a:extLst>
                <a:ext uri="{FF2B5EF4-FFF2-40B4-BE49-F238E27FC236}">
                  <a16:creationId xmlns:a16="http://schemas.microsoft.com/office/drawing/2014/main" id="{8833FF58-F78D-4AC0-B6F8-1752CA677A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86201" y="12349163"/>
              <a:ext cx="14288" cy="14288"/>
            </a:xfrm>
            <a:custGeom>
              <a:avLst/>
              <a:gdLst>
                <a:gd name="T0" fmla="*/ 3 w 11"/>
                <a:gd name="T1" fmla="*/ 11 h 11"/>
                <a:gd name="T2" fmla="*/ 11 w 11"/>
                <a:gd name="T3" fmla="*/ 5 h 11"/>
                <a:gd name="T4" fmla="*/ 5 w 11"/>
                <a:gd name="T5" fmla="*/ 0 h 11"/>
                <a:gd name="T6" fmla="*/ 0 w 11"/>
                <a:gd name="T7" fmla="*/ 6 h 11"/>
                <a:gd name="T8" fmla="*/ 3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6" y="9"/>
                    <a:pt x="8" y="7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3" y="11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5" name="Oval 485">
              <a:extLst>
                <a:ext uri="{FF2B5EF4-FFF2-40B4-BE49-F238E27FC236}">
                  <a16:creationId xmlns:a16="http://schemas.microsoft.com/office/drawing/2014/main" id="{2D141A9B-3205-43D3-A426-1585BAD5CCF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25863" y="120142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6" name="Freeform 486">
              <a:extLst>
                <a:ext uri="{FF2B5EF4-FFF2-40B4-BE49-F238E27FC236}">
                  <a16:creationId xmlns:a16="http://schemas.microsoft.com/office/drawing/2014/main" id="{E2F2D37D-A154-43EE-9D44-EDA06AFACD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86213" y="12193588"/>
              <a:ext cx="7938" cy="12700"/>
            </a:xfrm>
            <a:custGeom>
              <a:avLst/>
              <a:gdLst>
                <a:gd name="T0" fmla="*/ 0 w 7"/>
                <a:gd name="T1" fmla="*/ 5 h 11"/>
                <a:gd name="T2" fmla="*/ 5 w 7"/>
                <a:gd name="T3" fmla="*/ 11 h 11"/>
                <a:gd name="T4" fmla="*/ 7 w 7"/>
                <a:gd name="T5" fmla="*/ 0 h 11"/>
                <a:gd name="T6" fmla="*/ 5 w 7"/>
                <a:gd name="T7" fmla="*/ 0 h 11"/>
                <a:gd name="T8" fmla="*/ 0 w 7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6" y="7"/>
                    <a:pt x="6" y="4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7" name="Oval 487">
              <a:extLst>
                <a:ext uri="{FF2B5EF4-FFF2-40B4-BE49-F238E27FC236}">
                  <a16:creationId xmlns:a16="http://schemas.microsoft.com/office/drawing/2014/main" id="{B63A1971-1468-4E29-B3B6-9A37D34B7FE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36963" y="121396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8" name="Freeform 488">
              <a:extLst>
                <a:ext uri="{FF2B5EF4-FFF2-40B4-BE49-F238E27FC236}">
                  <a16:creationId xmlns:a16="http://schemas.microsoft.com/office/drawing/2014/main" id="{9BF9D20A-64A0-473C-BBFF-C3B1FDD9CC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9351" y="12404725"/>
              <a:ext cx="14288" cy="9525"/>
            </a:xfrm>
            <a:custGeom>
              <a:avLst/>
              <a:gdLst>
                <a:gd name="T0" fmla="*/ 12 w 12"/>
                <a:gd name="T1" fmla="*/ 6 h 7"/>
                <a:gd name="T2" fmla="*/ 6 w 12"/>
                <a:gd name="T3" fmla="*/ 0 h 7"/>
                <a:gd name="T4" fmla="*/ 0 w 12"/>
                <a:gd name="T5" fmla="*/ 5 h 7"/>
                <a:gd name="T6" fmla="*/ 11 w 12"/>
                <a:gd name="T7" fmla="*/ 7 h 7"/>
                <a:gd name="T8" fmla="*/ 12 w 1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4" y="6"/>
                    <a:pt x="8" y="6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99" name="Oval 489">
              <a:extLst>
                <a:ext uri="{FF2B5EF4-FFF2-40B4-BE49-F238E27FC236}">
                  <a16:creationId xmlns:a16="http://schemas.microsoft.com/office/drawing/2014/main" id="{4DDAA59B-3A31-4F4F-85E4-1CA5CAAE0C0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98851" y="121761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0" name="Oval 490">
              <a:extLst>
                <a:ext uri="{FF2B5EF4-FFF2-40B4-BE49-F238E27FC236}">
                  <a16:creationId xmlns:a16="http://schemas.microsoft.com/office/drawing/2014/main" id="{A7498EF7-D891-4DD1-BB21-DABCB0EADF3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54426" y="12118975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1" name="Oval 491">
              <a:extLst>
                <a:ext uri="{FF2B5EF4-FFF2-40B4-BE49-F238E27FC236}">
                  <a16:creationId xmlns:a16="http://schemas.microsoft.com/office/drawing/2014/main" id="{2633FD4F-92D6-446E-9257-47C47ACB466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927476" y="12150725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2" name="Oval 492">
              <a:extLst>
                <a:ext uri="{FF2B5EF4-FFF2-40B4-BE49-F238E27FC236}">
                  <a16:creationId xmlns:a16="http://schemas.microsoft.com/office/drawing/2014/main" id="{B7C863CA-C1E7-4595-8D91-A5441FCEDEB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0788" y="12060238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3" name="Oval 493">
              <a:extLst>
                <a:ext uri="{FF2B5EF4-FFF2-40B4-BE49-F238E27FC236}">
                  <a16:creationId xmlns:a16="http://schemas.microsoft.com/office/drawing/2014/main" id="{B5F3AA1F-BE2F-4EFA-B817-EC46FD7E2A1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02038" y="12120563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4" name="Oval 494">
              <a:extLst>
                <a:ext uri="{FF2B5EF4-FFF2-40B4-BE49-F238E27FC236}">
                  <a16:creationId xmlns:a16="http://schemas.microsoft.com/office/drawing/2014/main" id="{7368F35F-1A06-4D50-A3F9-D91D8A86DFE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95688" y="120935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5" name="Oval 495">
              <a:extLst>
                <a:ext uri="{FF2B5EF4-FFF2-40B4-BE49-F238E27FC236}">
                  <a16:creationId xmlns:a16="http://schemas.microsoft.com/office/drawing/2014/main" id="{6B54D224-8D90-409D-8595-63C1B8D3D45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95713" y="1213802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6" name="Oval 496">
              <a:extLst>
                <a:ext uri="{FF2B5EF4-FFF2-40B4-BE49-F238E27FC236}">
                  <a16:creationId xmlns:a16="http://schemas.microsoft.com/office/drawing/2014/main" id="{4514714D-33D9-4C89-A0E7-E6F821EE01D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475038" y="1217771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7" name="Oval 497">
              <a:extLst>
                <a:ext uri="{FF2B5EF4-FFF2-40B4-BE49-F238E27FC236}">
                  <a16:creationId xmlns:a16="http://schemas.microsoft.com/office/drawing/2014/main" id="{23C48887-B76E-4AC2-8FA3-F39BD37900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514726" y="121554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8" name="Oval 498">
              <a:extLst>
                <a:ext uri="{FF2B5EF4-FFF2-40B4-BE49-F238E27FC236}">
                  <a16:creationId xmlns:a16="http://schemas.microsoft.com/office/drawing/2014/main" id="{CA5E74A4-97E3-4588-A7C7-22E78970522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805238" y="12114213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09" name="Oval 499">
              <a:extLst>
                <a:ext uri="{FF2B5EF4-FFF2-40B4-BE49-F238E27FC236}">
                  <a16:creationId xmlns:a16="http://schemas.microsoft.com/office/drawing/2014/main" id="{929DA1E7-F3D2-424F-8832-2345A0FE286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3801" y="1211738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0" name="Oval 500">
              <a:extLst>
                <a:ext uri="{FF2B5EF4-FFF2-40B4-BE49-F238E27FC236}">
                  <a16:creationId xmlns:a16="http://schemas.microsoft.com/office/drawing/2014/main" id="{7D77ACC5-B9B8-4BA2-AF7E-B50C3701679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62376" y="12009438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1" name="Oval 501">
              <a:extLst>
                <a:ext uri="{FF2B5EF4-FFF2-40B4-BE49-F238E27FC236}">
                  <a16:creationId xmlns:a16="http://schemas.microsoft.com/office/drawing/2014/main" id="{D1CE7CD9-05B6-4689-8B18-45C78455FDF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75076" y="12120563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2" name="Oval 502">
              <a:extLst>
                <a:ext uri="{FF2B5EF4-FFF2-40B4-BE49-F238E27FC236}">
                  <a16:creationId xmlns:a16="http://schemas.microsoft.com/office/drawing/2014/main" id="{84A07887-52F4-487D-8B1E-A7141D1907D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46488" y="12052300"/>
              <a:ext cx="14288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3" name="Oval 503">
              <a:extLst>
                <a:ext uri="{FF2B5EF4-FFF2-40B4-BE49-F238E27FC236}">
                  <a16:creationId xmlns:a16="http://schemas.microsoft.com/office/drawing/2014/main" id="{5102BEB7-6670-44FD-AB8F-0951398889B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06813" y="12065000"/>
              <a:ext cx="12700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4" name="Oval 504">
              <a:extLst>
                <a:ext uri="{FF2B5EF4-FFF2-40B4-BE49-F238E27FC236}">
                  <a16:creationId xmlns:a16="http://schemas.microsoft.com/office/drawing/2014/main" id="{CF94E13C-6E9E-4AC3-B396-9C692ADB278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692526" y="12017375"/>
              <a:ext cx="14288" cy="12700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5" name="Oval 505">
              <a:extLst>
                <a:ext uri="{FF2B5EF4-FFF2-40B4-BE49-F238E27FC236}">
                  <a16:creationId xmlns:a16="http://schemas.microsoft.com/office/drawing/2014/main" id="{E5603642-F70E-49B5-BFC3-5B338AD98E5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41738" y="11969750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116" name="Oval 506">
              <a:extLst>
                <a:ext uri="{FF2B5EF4-FFF2-40B4-BE49-F238E27FC236}">
                  <a16:creationId xmlns:a16="http://schemas.microsoft.com/office/drawing/2014/main" id="{0359257A-09CC-4F7A-B23A-60DF9C2343E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732213" y="11915775"/>
              <a:ext cx="12700" cy="142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  <p:sp>
        <p:nvSpPr>
          <p:cNvPr id="517" name="Rektangel 516">
            <a:extLst>
              <a:ext uri="{FF2B5EF4-FFF2-40B4-BE49-F238E27FC236}">
                <a16:creationId xmlns:a16="http://schemas.microsoft.com/office/drawing/2014/main" id="{41606137-D885-4714-BE91-179DA80CDEFF}"/>
              </a:ext>
            </a:extLst>
          </p:cNvPr>
          <p:cNvSpPr/>
          <p:nvPr userDrawn="1"/>
        </p:nvSpPr>
        <p:spPr>
          <a:xfrm>
            <a:off x="18900801" y="11893573"/>
            <a:ext cx="265374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sv-SE" sz="1400" b="0" i="0" u="none" strike="noStrike" spc="50" baseline="0">
                <a:solidFill>
                  <a:schemeClr val="bg1"/>
                </a:solidFill>
                <a:latin typeface="ArialMT"/>
              </a:rPr>
              <a:t>IN COLLABORATION WITH:</a:t>
            </a:r>
            <a:endParaRPr lang="sv-SE" spc="50" baseline="0">
              <a:solidFill>
                <a:schemeClr val="bg1"/>
              </a:solidFill>
            </a:endParaRPr>
          </a:p>
        </p:txBody>
      </p:sp>
      <p:grpSp>
        <p:nvGrpSpPr>
          <p:cNvPr id="518" name="Grupp 517">
            <a:extLst>
              <a:ext uri="{FF2B5EF4-FFF2-40B4-BE49-F238E27FC236}">
                <a16:creationId xmlns:a16="http://schemas.microsoft.com/office/drawing/2014/main" id="{CD43A901-964A-4AD7-9D89-C8F6668A92D7}"/>
              </a:ext>
            </a:extLst>
          </p:cNvPr>
          <p:cNvGrpSpPr/>
          <p:nvPr userDrawn="1"/>
        </p:nvGrpSpPr>
        <p:grpSpPr>
          <a:xfrm>
            <a:off x="18988088" y="12320588"/>
            <a:ext cx="3270250" cy="706437"/>
            <a:chOff x="18988088" y="12320588"/>
            <a:chExt cx="3270250" cy="706437"/>
          </a:xfrm>
          <a:solidFill>
            <a:schemeClr val="bg1"/>
          </a:solidFill>
        </p:grpSpPr>
        <p:sp>
          <p:nvSpPr>
            <p:cNvPr id="519" name="Freeform 139">
              <a:extLst>
                <a:ext uri="{FF2B5EF4-FFF2-40B4-BE49-F238E27FC236}">
                  <a16:creationId xmlns:a16="http://schemas.microsoft.com/office/drawing/2014/main" id="{2C04DA46-56B7-49B4-BB7D-CE3118A69E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778663" y="12404725"/>
              <a:ext cx="92075" cy="138112"/>
            </a:xfrm>
            <a:custGeom>
              <a:avLst/>
              <a:gdLst>
                <a:gd name="T0" fmla="*/ 71 w 143"/>
                <a:gd name="T1" fmla="*/ 0 h 217"/>
                <a:gd name="T2" fmla="*/ 19 w 143"/>
                <a:gd name="T3" fmla="*/ 23 h 217"/>
                <a:gd name="T4" fmla="*/ 0 w 143"/>
                <a:gd name="T5" fmla="*/ 107 h 217"/>
                <a:gd name="T6" fmla="*/ 0 w 143"/>
                <a:gd name="T7" fmla="*/ 110 h 217"/>
                <a:gd name="T8" fmla="*/ 19 w 143"/>
                <a:gd name="T9" fmla="*/ 194 h 217"/>
                <a:gd name="T10" fmla="*/ 71 w 143"/>
                <a:gd name="T11" fmla="*/ 217 h 217"/>
                <a:gd name="T12" fmla="*/ 125 w 143"/>
                <a:gd name="T13" fmla="*/ 193 h 217"/>
                <a:gd name="T14" fmla="*/ 143 w 143"/>
                <a:gd name="T15" fmla="*/ 133 h 217"/>
                <a:gd name="T16" fmla="*/ 143 w 143"/>
                <a:gd name="T17" fmla="*/ 101 h 217"/>
                <a:gd name="T18" fmla="*/ 72 w 143"/>
                <a:gd name="T19" fmla="*/ 101 h 217"/>
                <a:gd name="T20" fmla="*/ 72 w 143"/>
                <a:gd name="T21" fmla="*/ 126 h 217"/>
                <a:gd name="T22" fmla="*/ 115 w 143"/>
                <a:gd name="T23" fmla="*/ 126 h 217"/>
                <a:gd name="T24" fmla="*/ 115 w 143"/>
                <a:gd name="T25" fmla="*/ 140 h 217"/>
                <a:gd name="T26" fmla="*/ 105 w 143"/>
                <a:gd name="T27" fmla="*/ 175 h 217"/>
                <a:gd name="T28" fmla="*/ 71 w 143"/>
                <a:gd name="T29" fmla="*/ 190 h 217"/>
                <a:gd name="T30" fmla="*/ 40 w 143"/>
                <a:gd name="T31" fmla="*/ 177 h 217"/>
                <a:gd name="T32" fmla="*/ 28 w 143"/>
                <a:gd name="T33" fmla="*/ 109 h 217"/>
                <a:gd name="T34" fmla="*/ 40 w 143"/>
                <a:gd name="T35" fmla="*/ 41 h 217"/>
                <a:gd name="T36" fmla="*/ 71 w 143"/>
                <a:gd name="T37" fmla="*/ 27 h 217"/>
                <a:gd name="T38" fmla="*/ 114 w 143"/>
                <a:gd name="T39" fmla="*/ 65 h 217"/>
                <a:gd name="T40" fmla="*/ 143 w 143"/>
                <a:gd name="T41" fmla="*/ 65 h 217"/>
                <a:gd name="T42" fmla="*/ 71 w 143"/>
                <a:gd name="T4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" h="217">
                  <a:moveTo>
                    <a:pt x="71" y="0"/>
                  </a:moveTo>
                  <a:cubicBezTo>
                    <a:pt x="50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93" y="217"/>
                    <a:pt x="111" y="209"/>
                    <a:pt x="125" y="193"/>
                  </a:cubicBezTo>
                  <a:cubicBezTo>
                    <a:pt x="138" y="178"/>
                    <a:pt x="143" y="161"/>
                    <a:pt x="143" y="133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126"/>
                    <a:pt x="72" y="126"/>
                    <a:pt x="72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5" y="155"/>
                    <a:pt x="112" y="166"/>
                    <a:pt x="105" y="175"/>
                  </a:cubicBezTo>
                  <a:cubicBezTo>
                    <a:pt x="96" y="185"/>
                    <a:pt x="84" y="190"/>
                    <a:pt x="71" y="190"/>
                  </a:cubicBezTo>
                  <a:cubicBezTo>
                    <a:pt x="59" y="190"/>
                    <a:pt x="47" y="185"/>
                    <a:pt x="40" y="177"/>
                  </a:cubicBezTo>
                  <a:cubicBezTo>
                    <a:pt x="30" y="165"/>
                    <a:pt x="28" y="152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3" y="27"/>
                    <a:pt x="109" y="40"/>
                    <a:pt x="114" y="65"/>
                  </a:cubicBezTo>
                  <a:cubicBezTo>
                    <a:pt x="143" y="65"/>
                    <a:pt x="143" y="65"/>
                    <a:pt x="143" y="65"/>
                  </a:cubicBezTo>
                  <a:cubicBezTo>
                    <a:pt x="137" y="33"/>
                    <a:pt x="116" y="0"/>
                    <a:pt x="7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0" name="Freeform 140">
              <a:extLst>
                <a:ext uri="{FF2B5EF4-FFF2-40B4-BE49-F238E27FC236}">
                  <a16:creationId xmlns:a16="http://schemas.microsoft.com/office/drawing/2014/main" id="{1ED17F31-64E6-401C-AA62-DC9C8F8EE4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97726" y="12404725"/>
              <a:ext cx="79375" cy="136525"/>
            </a:xfrm>
            <a:custGeom>
              <a:avLst/>
              <a:gdLst>
                <a:gd name="T0" fmla="*/ 0 w 50"/>
                <a:gd name="T1" fmla="*/ 86 h 86"/>
                <a:gd name="T2" fmla="*/ 50 w 50"/>
                <a:gd name="T3" fmla="*/ 86 h 86"/>
                <a:gd name="T4" fmla="*/ 50 w 50"/>
                <a:gd name="T5" fmla="*/ 76 h 86"/>
                <a:gd name="T6" fmla="*/ 11 w 50"/>
                <a:gd name="T7" fmla="*/ 76 h 86"/>
                <a:gd name="T8" fmla="*/ 11 w 50"/>
                <a:gd name="T9" fmla="*/ 0 h 86"/>
                <a:gd name="T10" fmla="*/ 0 w 50"/>
                <a:gd name="T11" fmla="*/ 0 h 86"/>
                <a:gd name="T12" fmla="*/ 0 w 50"/>
                <a:gd name="T1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86">
                  <a:moveTo>
                    <a:pt x="0" y="86"/>
                  </a:moveTo>
                  <a:lnTo>
                    <a:pt x="50" y="86"/>
                  </a:lnTo>
                  <a:lnTo>
                    <a:pt x="50" y="76"/>
                  </a:lnTo>
                  <a:lnTo>
                    <a:pt x="11" y="7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1" name="Freeform 141">
              <a:extLst>
                <a:ext uri="{FF2B5EF4-FFF2-40B4-BE49-F238E27FC236}">
                  <a16:creationId xmlns:a16="http://schemas.microsoft.com/office/drawing/2014/main" id="{7962DCFF-3E24-4967-B8E5-507CD05EA72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989801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23 w 142"/>
                <a:gd name="T13" fmla="*/ 194 h 217"/>
                <a:gd name="T14" fmla="*/ 142 w 142"/>
                <a:gd name="T15" fmla="*/ 112 h 217"/>
                <a:gd name="T16" fmla="*/ 142 w 142"/>
                <a:gd name="T17" fmla="*/ 109 h 217"/>
                <a:gd name="T18" fmla="*/ 142 w 142"/>
                <a:gd name="T19" fmla="*/ 105 h 217"/>
                <a:gd name="T20" fmla="*/ 123 w 142"/>
                <a:gd name="T21" fmla="*/ 23 h 217"/>
                <a:gd name="T22" fmla="*/ 71 w 142"/>
                <a:gd name="T23" fmla="*/ 0 h 217"/>
                <a:gd name="T24" fmla="*/ 71 w 142"/>
                <a:gd name="T25" fmla="*/ 190 h 217"/>
                <a:gd name="T26" fmla="*/ 40 w 142"/>
                <a:gd name="T27" fmla="*/ 176 h 217"/>
                <a:gd name="T28" fmla="*/ 28 w 142"/>
                <a:gd name="T29" fmla="*/ 109 h 217"/>
                <a:gd name="T30" fmla="*/ 40 w 142"/>
                <a:gd name="T31" fmla="*/ 41 h 217"/>
                <a:gd name="T32" fmla="*/ 71 w 142"/>
                <a:gd name="T33" fmla="*/ 27 h 217"/>
                <a:gd name="T34" fmla="*/ 102 w 142"/>
                <a:gd name="T35" fmla="*/ 41 h 217"/>
                <a:gd name="T36" fmla="*/ 114 w 142"/>
                <a:gd name="T37" fmla="*/ 109 h 217"/>
                <a:gd name="T38" fmla="*/ 102 w 142"/>
                <a:gd name="T39" fmla="*/ 176 h 217"/>
                <a:gd name="T40" fmla="*/ 71 w 142"/>
                <a:gd name="T41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0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0" y="217"/>
                    <a:pt x="71" y="217"/>
                  </a:cubicBezTo>
                  <a:cubicBezTo>
                    <a:pt x="91" y="217"/>
                    <a:pt x="109" y="209"/>
                    <a:pt x="123" y="194"/>
                  </a:cubicBezTo>
                  <a:cubicBezTo>
                    <a:pt x="142" y="174"/>
                    <a:pt x="142" y="151"/>
                    <a:pt x="142" y="112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7"/>
                    <a:pt x="142" y="43"/>
                    <a:pt x="123" y="23"/>
                  </a:cubicBezTo>
                  <a:cubicBezTo>
                    <a:pt x="109" y="8"/>
                    <a:pt x="91" y="0"/>
                    <a:pt x="71" y="0"/>
                  </a:cubicBezTo>
                  <a:moveTo>
                    <a:pt x="71" y="190"/>
                  </a:moveTo>
                  <a:cubicBezTo>
                    <a:pt x="59" y="190"/>
                    <a:pt x="47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7" y="32"/>
                    <a:pt x="59" y="27"/>
                    <a:pt x="71" y="27"/>
                  </a:cubicBezTo>
                  <a:cubicBezTo>
                    <a:pt x="83" y="27"/>
                    <a:pt x="94" y="32"/>
                    <a:pt x="102" y="41"/>
                  </a:cubicBezTo>
                  <a:cubicBezTo>
                    <a:pt x="112" y="53"/>
                    <a:pt x="114" y="65"/>
                    <a:pt x="114" y="109"/>
                  </a:cubicBezTo>
                  <a:cubicBezTo>
                    <a:pt x="114" y="153"/>
                    <a:pt x="112" y="165"/>
                    <a:pt x="102" y="176"/>
                  </a:cubicBezTo>
                  <a:cubicBezTo>
                    <a:pt x="94" y="185"/>
                    <a:pt x="83" y="190"/>
                    <a:pt x="71" y="19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2" name="Freeform 142">
              <a:extLst>
                <a:ext uri="{FF2B5EF4-FFF2-40B4-BE49-F238E27FC236}">
                  <a16:creationId xmlns:a16="http://schemas.microsoft.com/office/drawing/2014/main" id="{CFE8426F-02AD-4C20-A7A8-A539002730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105688" y="12404725"/>
              <a:ext cx="90488" cy="136525"/>
            </a:xfrm>
            <a:custGeom>
              <a:avLst/>
              <a:gdLst>
                <a:gd name="T0" fmla="*/ 0 w 140"/>
                <a:gd name="T1" fmla="*/ 213 h 213"/>
                <a:gd name="T2" fmla="*/ 80 w 140"/>
                <a:gd name="T3" fmla="*/ 213 h 213"/>
                <a:gd name="T4" fmla="*/ 140 w 140"/>
                <a:gd name="T5" fmla="*/ 154 h 213"/>
                <a:gd name="T6" fmla="*/ 110 w 140"/>
                <a:gd name="T7" fmla="*/ 105 h 213"/>
                <a:gd name="T8" fmla="*/ 108 w 140"/>
                <a:gd name="T9" fmla="*/ 104 h 213"/>
                <a:gd name="T10" fmla="*/ 110 w 140"/>
                <a:gd name="T11" fmla="*/ 102 h 213"/>
                <a:gd name="T12" fmla="*/ 137 w 140"/>
                <a:gd name="T13" fmla="*/ 58 h 213"/>
                <a:gd name="T14" fmla="*/ 77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78 w 140"/>
                <a:gd name="T21" fmla="*/ 186 h 213"/>
                <a:gd name="T22" fmla="*/ 28 w 140"/>
                <a:gd name="T23" fmla="*/ 186 h 213"/>
                <a:gd name="T24" fmla="*/ 28 w 140"/>
                <a:gd name="T25" fmla="*/ 118 h 213"/>
                <a:gd name="T26" fmla="*/ 78 w 140"/>
                <a:gd name="T27" fmla="*/ 118 h 213"/>
                <a:gd name="T28" fmla="*/ 112 w 140"/>
                <a:gd name="T29" fmla="*/ 152 h 213"/>
                <a:gd name="T30" fmla="*/ 78 w 140"/>
                <a:gd name="T31" fmla="*/ 186 h 213"/>
                <a:gd name="T32" fmla="*/ 75 w 140"/>
                <a:gd name="T33" fmla="*/ 91 h 213"/>
                <a:gd name="T34" fmla="*/ 28 w 140"/>
                <a:gd name="T35" fmla="*/ 91 h 213"/>
                <a:gd name="T36" fmla="*/ 28 w 140"/>
                <a:gd name="T37" fmla="*/ 27 h 213"/>
                <a:gd name="T38" fmla="*/ 75 w 140"/>
                <a:gd name="T39" fmla="*/ 27 h 213"/>
                <a:gd name="T40" fmla="*/ 109 w 140"/>
                <a:gd name="T41" fmla="*/ 59 h 213"/>
                <a:gd name="T42" fmla="*/ 75 w 140"/>
                <a:gd name="T43" fmla="*/ 9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80" y="213"/>
                    <a:pt x="80" y="213"/>
                    <a:pt x="80" y="213"/>
                  </a:cubicBezTo>
                  <a:cubicBezTo>
                    <a:pt x="117" y="213"/>
                    <a:pt x="140" y="190"/>
                    <a:pt x="140" y="154"/>
                  </a:cubicBezTo>
                  <a:cubicBezTo>
                    <a:pt x="140" y="131"/>
                    <a:pt x="129" y="113"/>
                    <a:pt x="110" y="105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10" y="102"/>
                    <a:pt x="110" y="102"/>
                    <a:pt x="110" y="102"/>
                  </a:cubicBezTo>
                  <a:cubicBezTo>
                    <a:pt x="124" y="97"/>
                    <a:pt x="137" y="81"/>
                    <a:pt x="137" y="58"/>
                  </a:cubicBezTo>
                  <a:cubicBezTo>
                    <a:pt x="137" y="22"/>
                    <a:pt x="114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8" y="186"/>
                  </a:moveTo>
                  <a:cubicBezTo>
                    <a:pt x="28" y="186"/>
                    <a:pt x="28" y="186"/>
                    <a:pt x="28" y="186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99" y="118"/>
                    <a:pt x="112" y="131"/>
                    <a:pt x="112" y="152"/>
                  </a:cubicBezTo>
                  <a:cubicBezTo>
                    <a:pt x="112" y="173"/>
                    <a:pt x="99" y="186"/>
                    <a:pt x="78" y="186"/>
                  </a:cubicBezTo>
                  <a:moveTo>
                    <a:pt x="75" y="91"/>
                  </a:moveTo>
                  <a:cubicBezTo>
                    <a:pt x="28" y="91"/>
                    <a:pt x="28" y="91"/>
                    <a:pt x="28" y="91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96" y="27"/>
                    <a:pt x="109" y="39"/>
                    <a:pt x="109" y="59"/>
                  </a:cubicBezTo>
                  <a:cubicBezTo>
                    <a:pt x="109" y="79"/>
                    <a:pt x="96" y="91"/>
                    <a:pt x="75" y="9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3" name="Freeform 143">
              <a:extLst>
                <a:ext uri="{FF2B5EF4-FFF2-40B4-BE49-F238E27FC236}">
                  <a16:creationId xmlns:a16="http://schemas.microsoft.com/office/drawing/2014/main" id="{06E3A8CE-8D10-4EF2-A3DA-97524720EF7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208876" y="12404725"/>
              <a:ext cx="107950" cy="136525"/>
            </a:xfrm>
            <a:custGeom>
              <a:avLst/>
              <a:gdLst>
                <a:gd name="T0" fmla="*/ 56 w 68"/>
                <a:gd name="T1" fmla="*/ 86 h 86"/>
                <a:gd name="T2" fmla="*/ 68 w 68"/>
                <a:gd name="T3" fmla="*/ 86 h 86"/>
                <a:gd name="T4" fmla="*/ 38 w 68"/>
                <a:gd name="T5" fmla="*/ 0 h 86"/>
                <a:gd name="T6" fmla="*/ 29 w 68"/>
                <a:gd name="T7" fmla="*/ 0 h 86"/>
                <a:gd name="T8" fmla="*/ 0 w 68"/>
                <a:gd name="T9" fmla="*/ 86 h 86"/>
                <a:gd name="T10" fmla="*/ 12 w 68"/>
                <a:gd name="T11" fmla="*/ 86 h 86"/>
                <a:gd name="T12" fmla="*/ 17 w 68"/>
                <a:gd name="T13" fmla="*/ 69 h 86"/>
                <a:gd name="T14" fmla="*/ 50 w 68"/>
                <a:gd name="T15" fmla="*/ 69 h 86"/>
                <a:gd name="T16" fmla="*/ 56 w 68"/>
                <a:gd name="T17" fmla="*/ 86 h 86"/>
                <a:gd name="T18" fmla="*/ 47 w 68"/>
                <a:gd name="T19" fmla="*/ 59 h 86"/>
                <a:gd name="T20" fmla="*/ 20 w 68"/>
                <a:gd name="T21" fmla="*/ 59 h 86"/>
                <a:gd name="T22" fmla="*/ 34 w 68"/>
                <a:gd name="T23" fmla="*/ 18 h 86"/>
                <a:gd name="T24" fmla="*/ 34 w 68"/>
                <a:gd name="T25" fmla="*/ 19 h 86"/>
                <a:gd name="T26" fmla="*/ 47 w 68"/>
                <a:gd name="T27" fmla="*/ 5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86">
                  <a:moveTo>
                    <a:pt x="56" y="86"/>
                  </a:moveTo>
                  <a:lnTo>
                    <a:pt x="68" y="86"/>
                  </a:lnTo>
                  <a:lnTo>
                    <a:pt x="38" y="0"/>
                  </a:lnTo>
                  <a:lnTo>
                    <a:pt x="29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7" y="69"/>
                  </a:lnTo>
                  <a:lnTo>
                    <a:pt x="50" y="69"/>
                  </a:lnTo>
                  <a:lnTo>
                    <a:pt x="56" y="86"/>
                  </a:lnTo>
                  <a:close/>
                  <a:moveTo>
                    <a:pt x="47" y="59"/>
                  </a:moveTo>
                  <a:lnTo>
                    <a:pt x="20" y="59"/>
                  </a:lnTo>
                  <a:lnTo>
                    <a:pt x="34" y="18"/>
                  </a:lnTo>
                  <a:lnTo>
                    <a:pt x="34" y="19"/>
                  </a:lnTo>
                  <a:lnTo>
                    <a:pt x="47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4" name="Freeform 144">
              <a:extLst>
                <a:ext uri="{FF2B5EF4-FFF2-40B4-BE49-F238E27FC236}">
                  <a16:creationId xmlns:a16="http://schemas.microsoft.com/office/drawing/2014/main" id="{4ED57287-CF8B-452E-8807-F08842A622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35876" y="12404725"/>
              <a:ext cx="79375" cy="136525"/>
            </a:xfrm>
            <a:custGeom>
              <a:avLst/>
              <a:gdLst>
                <a:gd name="T0" fmla="*/ 0 w 50"/>
                <a:gd name="T1" fmla="*/ 86 h 86"/>
                <a:gd name="T2" fmla="*/ 50 w 50"/>
                <a:gd name="T3" fmla="*/ 86 h 86"/>
                <a:gd name="T4" fmla="*/ 50 w 50"/>
                <a:gd name="T5" fmla="*/ 76 h 86"/>
                <a:gd name="T6" fmla="*/ 11 w 50"/>
                <a:gd name="T7" fmla="*/ 76 h 86"/>
                <a:gd name="T8" fmla="*/ 11 w 50"/>
                <a:gd name="T9" fmla="*/ 0 h 86"/>
                <a:gd name="T10" fmla="*/ 0 w 50"/>
                <a:gd name="T11" fmla="*/ 0 h 86"/>
                <a:gd name="T12" fmla="*/ 0 w 50"/>
                <a:gd name="T1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86">
                  <a:moveTo>
                    <a:pt x="0" y="86"/>
                  </a:moveTo>
                  <a:lnTo>
                    <a:pt x="50" y="86"/>
                  </a:lnTo>
                  <a:lnTo>
                    <a:pt x="50" y="76"/>
                  </a:lnTo>
                  <a:lnTo>
                    <a:pt x="11" y="7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5" name="Freeform 145">
              <a:extLst>
                <a:ext uri="{FF2B5EF4-FFF2-40B4-BE49-F238E27FC236}">
                  <a16:creationId xmlns:a16="http://schemas.microsoft.com/office/drawing/2014/main" id="{B1057B51-B924-487B-B09F-F0AF12323F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83513" y="12404725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6 h 86"/>
                <a:gd name="T6" fmla="*/ 11 w 51"/>
                <a:gd name="T7" fmla="*/ 76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8 h 86"/>
                <a:gd name="T14" fmla="*/ 11 w 51"/>
                <a:gd name="T15" fmla="*/ 38 h 86"/>
                <a:gd name="T16" fmla="*/ 11 w 51"/>
                <a:gd name="T17" fmla="*/ 11 h 86"/>
                <a:gd name="T18" fmla="*/ 51 w 51"/>
                <a:gd name="T19" fmla="*/ 11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6"/>
                  </a:lnTo>
                  <a:lnTo>
                    <a:pt x="11" y="76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8"/>
                  </a:lnTo>
                  <a:lnTo>
                    <a:pt x="11" y="38"/>
                  </a:lnTo>
                  <a:lnTo>
                    <a:pt x="11" y="11"/>
                  </a:lnTo>
                  <a:lnTo>
                    <a:pt x="51" y="11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6" name="Freeform 146">
              <a:extLst>
                <a:ext uri="{FF2B5EF4-FFF2-40B4-BE49-F238E27FC236}">
                  <a16:creationId xmlns:a16="http://schemas.microsoft.com/office/drawing/2014/main" id="{876D6A30-94E4-46EC-B189-89FF22D72D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86701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42 w 142"/>
                <a:gd name="T13" fmla="*/ 153 h 217"/>
                <a:gd name="T14" fmla="*/ 114 w 142"/>
                <a:gd name="T15" fmla="*/ 153 h 217"/>
                <a:gd name="T16" fmla="*/ 71 w 142"/>
                <a:gd name="T17" fmla="*/ 190 h 217"/>
                <a:gd name="T18" fmla="*/ 41 w 142"/>
                <a:gd name="T19" fmla="*/ 177 h 217"/>
                <a:gd name="T20" fmla="*/ 28 w 142"/>
                <a:gd name="T21" fmla="*/ 109 h 217"/>
                <a:gd name="T22" fmla="*/ 41 w 142"/>
                <a:gd name="T23" fmla="*/ 41 h 217"/>
                <a:gd name="T24" fmla="*/ 71 w 142"/>
                <a:gd name="T25" fmla="*/ 27 h 217"/>
                <a:gd name="T26" fmla="*/ 113 w 142"/>
                <a:gd name="T27" fmla="*/ 64 h 217"/>
                <a:gd name="T28" fmla="*/ 142 w 142"/>
                <a:gd name="T29" fmla="*/ 64 h 217"/>
                <a:gd name="T30" fmla="*/ 71 w 142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109" y="217"/>
                    <a:pt x="135" y="193"/>
                    <a:pt x="142" y="153"/>
                  </a:cubicBezTo>
                  <a:cubicBezTo>
                    <a:pt x="114" y="153"/>
                    <a:pt x="114" y="153"/>
                    <a:pt x="114" y="153"/>
                  </a:cubicBezTo>
                  <a:cubicBezTo>
                    <a:pt x="108" y="177"/>
                    <a:pt x="93" y="190"/>
                    <a:pt x="71" y="190"/>
                  </a:cubicBezTo>
                  <a:cubicBezTo>
                    <a:pt x="59" y="190"/>
                    <a:pt x="48" y="185"/>
                    <a:pt x="41" y="177"/>
                  </a:cubicBezTo>
                  <a:cubicBezTo>
                    <a:pt x="31" y="165"/>
                    <a:pt x="28" y="152"/>
                    <a:pt x="28" y="109"/>
                  </a:cubicBezTo>
                  <a:cubicBezTo>
                    <a:pt x="28" y="65"/>
                    <a:pt x="31" y="52"/>
                    <a:pt x="41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2" y="27"/>
                    <a:pt x="108" y="41"/>
                    <a:pt x="113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35" y="24"/>
                    <a:pt x="108" y="0"/>
                    <a:pt x="7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7" name="Freeform 147">
              <a:extLst>
                <a:ext uri="{FF2B5EF4-FFF2-40B4-BE49-F238E27FC236}">
                  <a16:creationId xmlns:a16="http://schemas.microsoft.com/office/drawing/2014/main" id="{B36FA446-BC21-440C-95DA-DB629D589FB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697826" y="12404725"/>
              <a:ext cx="90488" cy="138112"/>
            </a:xfrm>
            <a:custGeom>
              <a:avLst/>
              <a:gdLst>
                <a:gd name="T0" fmla="*/ 71 w 143"/>
                <a:gd name="T1" fmla="*/ 0 h 217"/>
                <a:gd name="T2" fmla="*/ 20 w 143"/>
                <a:gd name="T3" fmla="*/ 23 h 217"/>
                <a:gd name="T4" fmla="*/ 0 w 143"/>
                <a:gd name="T5" fmla="*/ 107 h 217"/>
                <a:gd name="T6" fmla="*/ 0 w 143"/>
                <a:gd name="T7" fmla="*/ 110 h 217"/>
                <a:gd name="T8" fmla="*/ 20 w 143"/>
                <a:gd name="T9" fmla="*/ 194 h 217"/>
                <a:gd name="T10" fmla="*/ 71 w 143"/>
                <a:gd name="T11" fmla="*/ 217 h 217"/>
                <a:gd name="T12" fmla="*/ 124 w 143"/>
                <a:gd name="T13" fmla="*/ 194 h 217"/>
                <a:gd name="T14" fmla="*/ 143 w 143"/>
                <a:gd name="T15" fmla="*/ 112 h 217"/>
                <a:gd name="T16" fmla="*/ 143 w 143"/>
                <a:gd name="T17" fmla="*/ 105 h 217"/>
                <a:gd name="T18" fmla="*/ 124 w 143"/>
                <a:gd name="T19" fmla="*/ 23 h 217"/>
                <a:gd name="T20" fmla="*/ 71 w 143"/>
                <a:gd name="T21" fmla="*/ 0 h 217"/>
                <a:gd name="T22" fmla="*/ 71 w 143"/>
                <a:gd name="T23" fmla="*/ 190 h 217"/>
                <a:gd name="T24" fmla="*/ 40 w 143"/>
                <a:gd name="T25" fmla="*/ 176 h 217"/>
                <a:gd name="T26" fmla="*/ 28 w 143"/>
                <a:gd name="T27" fmla="*/ 109 h 217"/>
                <a:gd name="T28" fmla="*/ 40 w 143"/>
                <a:gd name="T29" fmla="*/ 41 h 217"/>
                <a:gd name="T30" fmla="*/ 71 w 143"/>
                <a:gd name="T31" fmla="*/ 27 h 217"/>
                <a:gd name="T32" fmla="*/ 103 w 143"/>
                <a:gd name="T33" fmla="*/ 41 h 217"/>
                <a:gd name="T34" fmla="*/ 115 w 143"/>
                <a:gd name="T35" fmla="*/ 109 h 217"/>
                <a:gd name="T36" fmla="*/ 103 w 143"/>
                <a:gd name="T37" fmla="*/ 176 h 217"/>
                <a:gd name="T38" fmla="*/ 71 w 143"/>
                <a:gd name="T39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3" h="217">
                  <a:moveTo>
                    <a:pt x="71" y="0"/>
                  </a:moveTo>
                  <a:cubicBezTo>
                    <a:pt x="51" y="0"/>
                    <a:pt x="34" y="8"/>
                    <a:pt x="20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20" y="194"/>
                  </a:cubicBezTo>
                  <a:cubicBezTo>
                    <a:pt x="34" y="209"/>
                    <a:pt x="51" y="217"/>
                    <a:pt x="71" y="217"/>
                  </a:cubicBezTo>
                  <a:cubicBezTo>
                    <a:pt x="92" y="217"/>
                    <a:pt x="110" y="209"/>
                    <a:pt x="124" y="194"/>
                  </a:cubicBezTo>
                  <a:cubicBezTo>
                    <a:pt x="143" y="174"/>
                    <a:pt x="143" y="151"/>
                    <a:pt x="143" y="112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3" y="67"/>
                    <a:pt x="143" y="43"/>
                    <a:pt x="124" y="23"/>
                  </a:cubicBezTo>
                  <a:cubicBezTo>
                    <a:pt x="110" y="8"/>
                    <a:pt x="92" y="0"/>
                    <a:pt x="71" y="0"/>
                  </a:cubicBezTo>
                  <a:moveTo>
                    <a:pt x="71" y="190"/>
                  </a:moveTo>
                  <a:cubicBezTo>
                    <a:pt x="60" y="190"/>
                    <a:pt x="48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60" y="27"/>
                    <a:pt x="71" y="27"/>
                  </a:cubicBezTo>
                  <a:cubicBezTo>
                    <a:pt x="83" y="27"/>
                    <a:pt x="95" y="32"/>
                    <a:pt x="103" y="41"/>
                  </a:cubicBezTo>
                  <a:cubicBezTo>
                    <a:pt x="113" y="53"/>
                    <a:pt x="115" y="65"/>
                    <a:pt x="115" y="109"/>
                  </a:cubicBezTo>
                  <a:cubicBezTo>
                    <a:pt x="115" y="153"/>
                    <a:pt x="113" y="165"/>
                    <a:pt x="103" y="176"/>
                  </a:cubicBezTo>
                  <a:cubicBezTo>
                    <a:pt x="95" y="185"/>
                    <a:pt x="83" y="190"/>
                    <a:pt x="71" y="19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8" name="Freeform 148">
              <a:extLst>
                <a:ext uri="{FF2B5EF4-FFF2-40B4-BE49-F238E27FC236}">
                  <a16:creationId xmlns:a16="http://schemas.microsoft.com/office/drawing/2014/main" id="{02E3A81F-49E9-49B8-A995-AAFEE3938E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815301" y="12404725"/>
              <a:ext cx="95250" cy="136525"/>
            </a:xfrm>
            <a:custGeom>
              <a:avLst/>
              <a:gdLst>
                <a:gd name="T0" fmla="*/ 50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3 h 86"/>
                <a:gd name="T10" fmla="*/ 49 w 60"/>
                <a:gd name="T11" fmla="*/ 62 h 86"/>
                <a:gd name="T12" fmla="*/ 11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2 w 60"/>
                <a:gd name="T19" fmla="*/ 86 h 86"/>
                <a:gd name="T20" fmla="*/ 12 w 60"/>
                <a:gd name="T21" fmla="*/ 24 h 86"/>
                <a:gd name="T22" fmla="*/ 13 w 60"/>
                <a:gd name="T23" fmla="*/ 25 h 86"/>
                <a:gd name="T24" fmla="*/ 50 w 6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86">
                  <a:moveTo>
                    <a:pt x="50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24"/>
                  </a:lnTo>
                  <a:lnTo>
                    <a:pt x="13" y="25"/>
                  </a:lnTo>
                  <a:lnTo>
                    <a:pt x="5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29" name="Freeform 149">
              <a:extLst>
                <a:ext uri="{FF2B5EF4-FFF2-40B4-BE49-F238E27FC236}">
                  <a16:creationId xmlns:a16="http://schemas.microsoft.com/office/drawing/2014/main" id="{871598AD-10B5-4DE9-8456-5AD12C5FC4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939126" y="12404725"/>
              <a:ext cx="90488" cy="138112"/>
            </a:xfrm>
            <a:custGeom>
              <a:avLst/>
              <a:gdLst>
                <a:gd name="T0" fmla="*/ 71 w 142"/>
                <a:gd name="T1" fmla="*/ 0 h 217"/>
                <a:gd name="T2" fmla="*/ 19 w 142"/>
                <a:gd name="T3" fmla="*/ 23 h 217"/>
                <a:gd name="T4" fmla="*/ 0 w 142"/>
                <a:gd name="T5" fmla="*/ 107 h 217"/>
                <a:gd name="T6" fmla="*/ 0 w 142"/>
                <a:gd name="T7" fmla="*/ 110 h 217"/>
                <a:gd name="T8" fmla="*/ 19 w 142"/>
                <a:gd name="T9" fmla="*/ 194 h 217"/>
                <a:gd name="T10" fmla="*/ 71 w 142"/>
                <a:gd name="T11" fmla="*/ 217 h 217"/>
                <a:gd name="T12" fmla="*/ 124 w 142"/>
                <a:gd name="T13" fmla="*/ 194 h 217"/>
                <a:gd name="T14" fmla="*/ 142 w 142"/>
                <a:gd name="T15" fmla="*/ 112 h 217"/>
                <a:gd name="T16" fmla="*/ 142 w 142"/>
                <a:gd name="T17" fmla="*/ 105 h 217"/>
                <a:gd name="T18" fmla="*/ 124 w 142"/>
                <a:gd name="T19" fmla="*/ 23 h 217"/>
                <a:gd name="T20" fmla="*/ 71 w 142"/>
                <a:gd name="T21" fmla="*/ 0 h 217"/>
                <a:gd name="T22" fmla="*/ 71 w 142"/>
                <a:gd name="T23" fmla="*/ 190 h 217"/>
                <a:gd name="T24" fmla="*/ 40 w 142"/>
                <a:gd name="T25" fmla="*/ 176 h 217"/>
                <a:gd name="T26" fmla="*/ 28 w 142"/>
                <a:gd name="T27" fmla="*/ 109 h 217"/>
                <a:gd name="T28" fmla="*/ 40 w 142"/>
                <a:gd name="T29" fmla="*/ 41 h 217"/>
                <a:gd name="T30" fmla="*/ 71 w 142"/>
                <a:gd name="T31" fmla="*/ 27 h 217"/>
                <a:gd name="T32" fmla="*/ 102 w 142"/>
                <a:gd name="T33" fmla="*/ 41 h 217"/>
                <a:gd name="T34" fmla="*/ 115 w 142"/>
                <a:gd name="T35" fmla="*/ 109 h 217"/>
                <a:gd name="T36" fmla="*/ 102 w 142"/>
                <a:gd name="T37" fmla="*/ 176 h 217"/>
                <a:gd name="T38" fmla="*/ 71 w 142"/>
                <a:gd name="T39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92" y="217"/>
                    <a:pt x="110" y="209"/>
                    <a:pt x="124" y="194"/>
                  </a:cubicBezTo>
                  <a:cubicBezTo>
                    <a:pt x="142" y="174"/>
                    <a:pt x="142" y="151"/>
                    <a:pt x="142" y="112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7"/>
                    <a:pt x="142" y="43"/>
                    <a:pt x="124" y="23"/>
                  </a:cubicBezTo>
                  <a:cubicBezTo>
                    <a:pt x="110" y="8"/>
                    <a:pt x="92" y="0"/>
                    <a:pt x="71" y="0"/>
                  </a:cubicBezTo>
                  <a:moveTo>
                    <a:pt x="71" y="190"/>
                  </a:moveTo>
                  <a:cubicBezTo>
                    <a:pt x="59" y="190"/>
                    <a:pt x="48" y="185"/>
                    <a:pt x="40" y="176"/>
                  </a:cubicBezTo>
                  <a:cubicBezTo>
                    <a:pt x="30" y="165"/>
                    <a:pt x="28" y="153"/>
                    <a:pt x="28" y="109"/>
                  </a:cubicBezTo>
                  <a:cubicBezTo>
                    <a:pt x="28" y="65"/>
                    <a:pt x="30" y="53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83" y="27"/>
                    <a:pt x="95" y="32"/>
                    <a:pt x="102" y="41"/>
                  </a:cubicBezTo>
                  <a:cubicBezTo>
                    <a:pt x="112" y="53"/>
                    <a:pt x="115" y="65"/>
                    <a:pt x="115" y="109"/>
                  </a:cubicBezTo>
                  <a:cubicBezTo>
                    <a:pt x="115" y="153"/>
                    <a:pt x="112" y="165"/>
                    <a:pt x="102" y="176"/>
                  </a:cubicBezTo>
                  <a:cubicBezTo>
                    <a:pt x="95" y="185"/>
                    <a:pt x="83" y="190"/>
                    <a:pt x="71" y="19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0" name="Freeform 150">
              <a:extLst>
                <a:ext uri="{FF2B5EF4-FFF2-40B4-BE49-F238E27FC236}">
                  <a16:creationId xmlns:a16="http://schemas.microsoft.com/office/drawing/2014/main" id="{DA9E0B5C-9B71-4EE9-991B-B02452E91C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058188" y="12404725"/>
              <a:ext cx="112713" cy="136525"/>
            </a:xfrm>
            <a:custGeom>
              <a:avLst/>
              <a:gdLst>
                <a:gd name="T0" fmla="*/ 60 w 71"/>
                <a:gd name="T1" fmla="*/ 86 h 86"/>
                <a:gd name="T2" fmla="*/ 71 w 71"/>
                <a:gd name="T3" fmla="*/ 86 h 86"/>
                <a:gd name="T4" fmla="*/ 71 w 71"/>
                <a:gd name="T5" fmla="*/ 0 h 86"/>
                <a:gd name="T6" fmla="*/ 60 w 71"/>
                <a:gd name="T7" fmla="*/ 0 h 86"/>
                <a:gd name="T8" fmla="*/ 36 w 71"/>
                <a:gd name="T9" fmla="*/ 55 h 86"/>
                <a:gd name="T10" fmla="*/ 12 w 71"/>
                <a:gd name="T11" fmla="*/ 0 h 86"/>
                <a:gd name="T12" fmla="*/ 0 w 71"/>
                <a:gd name="T13" fmla="*/ 0 h 86"/>
                <a:gd name="T14" fmla="*/ 0 w 71"/>
                <a:gd name="T15" fmla="*/ 86 h 86"/>
                <a:gd name="T16" fmla="*/ 12 w 71"/>
                <a:gd name="T17" fmla="*/ 86 h 86"/>
                <a:gd name="T18" fmla="*/ 12 w 71"/>
                <a:gd name="T19" fmla="*/ 29 h 86"/>
                <a:gd name="T20" fmla="*/ 13 w 71"/>
                <a:gd name="T21" fmla="*/ 28 h 86"/>
                <a:gd name="T22" fmla="*/ 13 w 71"/>
                <a:gd name="T23" fmla="*/ 29 h 86"/>
                <a:gd name="T24" fmla="*/ 32 w 71"/>
                <a:gd name="T25" fmla="*/ 71 h 86"/>
                <a:gd name="T26" fmla="*/ 40 w 71"/>
                <a:gd name="T27" fmla="*/ 71 h 86"/>
                <a:gd name="T28" fmla="*/ 59 w 71"/>
                <a:gd name="T29" fmla="*/ 28 h 86"/>
                <a:gd name="T30" fmla="*/ 60 w 71"/>
                <a:gd name="T31" fmla="*/ 29 h 86"/>
                <a:gd name="T32" fmla="*/ 60 w 71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86">
                  <a:moveTo>
                    <a:pt x="60" y="86"/>
                  </a:moveTo>
                  <a:lnTo>
                    <a:pt x="71" y="86"/>
                  </a:lnTo>
                  <a:lnTo>
                    <a:pt x="71" y="0"/>
                  </a:lnTo>
                  <a:lnTo>
                    <a:pt x="60" y="0"/>
                  </a:lnTo>
                  <a:lnTo>
                    <a:pt x="36" y="55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29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32" y="71"/>
                  </a:lnTo>
                  <a:lnTo>
                    <a:pt x="40" y="71"/>
                  </a:lnTo>
                  <a:lnTo>
                    <a:pt x="59" y="28"/>
                  </a:lnTo>
                  <a:lnTo>
                    <a:pt x="60" y="29"/>
                  </a:lnTo>
                  <a:lnTo>
                    <a:pt x="6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1" name="Rectangle 151">
              <a:extLst>
                <a:ext uri="{FF2B5EF4-FFF2-40B4-BE49-F238E27FC236}">
                  <a16:creationId xmlns:a16="http://schemas.microsoft.com/office/drawing/2014/main" id="{271C5E8B-ECE5-4948-BB9A-38C9E22807E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1202651" y="12404725"/>
              <a:ext cx="17463" cy="136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2" name="Freeform 152">
              <a:extLst>
                <a:ext uri="{FF2B5EF4-FFF2-40B4-BE49-F238E27FC236}">
                  <a16:creationId xmlns:a16="http://schemas.microsoft.com/office/drawing/2014/main" id="{C88ADA24-3146-4C31-98C3-88280EC1F9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250276" y="12404725"/>
              <a:ext cx="90488" cy="138112"/>
            </a:xfrm>
            <a:custGeom>
              <a:avLst/>
              <a:gdLst>
                <a:gd name="T0" fmla="*/ 72 w 143"/>
                <a:gd name="T1" fmla="*/ 0 h 217"/>
                <a:gd name="T2" fmla="*/ 20 w 143"/>
                <a:gd name="T3" fmla="*/ 23 h 217"/>
                <a:gd name="T4" fmla="*/ 1 w 143"/>
                <a:gd name="T5" fmla="*/ 107 h 217"/>
                <a:gd name="T6" fmla="*/ 1 w 143"/>
                <a:gd name="T7" fmla="*/ 110 h 217"/>
                <a:gd name="T8" fmla="*/ 20 w 143"/>
                <a:gd name="T9" fmla="*/ 194 h 217"/>
                <a:gd name="T10" fmla="*/ 72 w 143"/>
                <a:gd name="T11" fmla="*/ 217 h 217"/>
                <a:gd name="T12" fmla="*/ 143 w 143"/>
                <a:gd name="T13" fmla="*/ 153 h 217"/>
                <a:gd name="T14" fmla="*/ 115 w 143"/>
                <a:gd name="T15" fmla="*/ 153 h 217"/>
                <a:gd name="T16" fmla="*/ 72 w 143"/>
                <a:gd name="T17" fmla="*/ 190 h 217"/>
                <a:gd name="T18" fmla="*/ 41 w 143"/>
                <a:gd name="T19" fmla="*/ 177 h 217"/>
                <a:gd name="T20" fmla="*/ 28 w 143"/>
                <a:gd name="T21" fmla="*/ 109 h 217"/>
                <a:gd name="T22" fmla="*/ 41 w 143"/>
                <a:gd name="T23" fmla="*/ 41 h 217"/>
                <a:gd name="T24" fmla="*/ 72 w 143"/>
                <a:gd name="T25" fmla="*/ 27 h 217"/>
                <a:gd name="T26" fmla="*/ 114 w 143"/>
                <a:gd name="T27" fmla="*/ 64 h 217"/>
                <a:gd name="T28" fmla="*/ 143 w 143"/>
                <a:gd name="T29" fmla="*/ 64 h 217"/>
                <a:gd name="T30" fmla="*/ 72 w 143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3" h="217">
                  <a:moveTo>
                    <a:pt x="72" y="0"/>
                  </a:moveTo>
                  <a:cubicBezTo>
                    <a:pt x="51" y="0"/>
                    <a:pt x="33" y="8"/>
                    <a:pt x="20" y="23"/>
                  </a:cubicBezTo>
                  <a:cubicBezTo>
                    <a:pt x="0" y="44"/>
                    <a:pt x="0" y="67"/>
                    <a:pt x="1" y="107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0" y="150"/>
                    <a:pt x="0" y="174"/>
                    <a:pt x="20" y="194"/>
                  </a:cubicBezTo>
                  <a:cubicBezTo>
                    <a:pt x="33" y="209"/>
                    <a:pt x="51" y="217"/>
                    <a:pt x="72" y="217"/>
                  </a:cubicBezTo>
                  <a:cubicBezTo>
                    <a:pt x="109" y="217"/>
                    <a:pt x="136" y="193"/>
                    <a:pt x="143" y="153"/>
                  </a:cubicBezTo>
                  <a:cubicBezTo>
                    <a:pt x="115" y="153"/>
                    <a:pt x="115" y="153"/>
                    <a:pt x="115" y="153"/>
                  </a:cubicBezTo>
                  <a:cubicBezTo>
                    <a:pt x="109" y="176"/>
                    <a:pt x="93" y="190"/>
                    <a:pt x="72" y="190"/>
                  </a:cubicBezTo>
                  <a:cubicBezTo>
                    <a:pt x="59" y="190"/>
                    <a:pt x="48" y="185"/>
                    <a:pt x="41" y="177"/>
                  </a:cubicBezTo>
                  <a:cubicBezTo>
                    <a:pt x="31" y="165"/>
                    <a:pt x="28" y="152"/>
                    <a:pt x="28" y="109"/>
                  </a:cubicBezTo>
                  <a:cubicBezTo>
                    <a:pt x="28" y="65"/>
                    <a:pt x="31" y="52"/>
                    <a:pt x="41" y="41"/>
                  </a:cubicBezTo>
                  <a:cubicBezTo>
                    <a:pt x="48" y="32"/>
                    <a:pt x="59" y="27"/>
                    <a:pt x="72" y="27"/>
                  </a:cubicBezTo>
                  <a:cubicBezTo>
                    <a:pt x="93" y="27"/>
                    <a:pt x="109" y="41"/>
                    <a:pt x="114" y="64"/>
                  </a:cubicBezTo>
                  <a:cubicBezTo>
                    <a:pt x="143" y="64"/>
                    <a:pt x="143" y="64"/>
                    <a:pt x="143" y="64"/>
                  </a:cubicBezTo>
                  <a:cubicBezTo>
                    <a:pt x="136" y="24"/>
                    <a:pt x="109" y="0"/>
                    <a:pt x="7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3" name="Freeform 153">
              <a:extLst>
                <a:ext uri="{FF2B5EF4-FFF2-40B4-BE49-F238E27FC236}">
                  <a16:creationId xmlns:a16="http://schemas.microsoft.com/office/drawing/2014/main" id="{3C933D00-9E83-476F-92AE-94C3AD66CF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413788" y="12404725"/>
              <a:ext cx="90488" cy="136525"/>
            </a:xfrm>
            <a:custGeom>
              <a:avLst/>
              <a:gdLst>
                <a:gd name="T0" fmla="*/ 0 w 141"/>
                <a:gd name="T1" fmla="*/ 213 h 213"/>
                <a:gd name="T2" fmla="*/ 70 w 141"/>
                <a:gd name="T3" fmla="*/ 213 h 213"/>
                <a:gd name="T4" fmla="*/ 121 w 141"/>
                <a:gd name="T5" fmla="*/ 193 h 213"/>
                <a:gd name="T6" fmla="*/ 141 w 141"/>
                <a:gd name="T7" fmla="*/ 111 h 213"/>
                <a:gd name="T8" fmla="*/ 141 w 141"/>
                <a:gd name="T9" fmla="*/ 105 h 213"/>
                <a:gd name="T10" fmla="*/ 141 w 141"/>
                <a:gd name="T11" fmla="*/ 100 h 213"/>
                <a:gd name="T12" fmla="*/ 121 w 141"/>
                <a:gd name="T13" fmla="*/ 20 h 213"/>
                <a:gd name="T14" fmla="*/ 70 w 141"/>
                <a:gd name="T15" fmla="*/ 0 h 213"/>
                <a:gd name="T16" fmla="*/ 0 w 141"/>
                <a:gd name="T17" fmla="*/ 0 h 213"/>
                <a:gd name="T18" fmla="*/ 0 w 141"/>
                <a:gd name="T19" fmla="*/ 213 h 213"/>
                <a:gd name="T20" fmla="*/ 67 w 141"/>
                <a:gd name="T21" fmla="*/ 186 h 213"/>
                <a:gd name="T22" fmla="*/ 28 w 141"/>
                <a:gd name="T23" fmla="*/ 186 h 213"/>
                <a:gd name="T24" fmla="*/ 28 w 141"/>
                <a:gd name="T25" fmla="*/ 27 h 213"/>
                <a:gd name="T26" fmla="*/ 67 w 141"/>
                <a:gd name="T27" fmla="*/ 27 h 213"/>
                <a:gd name="T28" fmla="*/ 102 w 141"/>
                <a:gd name="T29" fmla="*/ 42 h 213"/>
                <a:gd name="T30" fmla="*/ 113 w 141"/>
                <a:gd name="T31" fmla="*/ 105 h 213"/>
                <a:gd name="T32" fmla="*/ 102 w 141"/>
                <a:gd name="T33" fmla="*/ 171 h 213"/>
                <a:gd name="T34" fmla="*/ 67 w 141"/>
                <a:gd name="T35" fmla="*/ 18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213">
                  <a:moveTo>
                    <a:pt x="0" y="213"/>
                  </a:moveTo>
                  <a:cubicBezTo>
                    <a:pt x="70" y="213"/>
                    <a:pt x="70" y="213"/>
                    <a:pt x="70" y="213"/>
                  </a:cubicBezTo>
                  <a:cubicBezTo>
                    <a:pt x="91" y="213"/>
                    <a:pt x="109" y="206"/>
                    <a:pt x="121" y="193"/>
                  </a:cubicBezTo>
                  <a:cubicBezTo>
                    <a:pt x="141" y="172"/>
                    <a:pt x="141" y="141"/>
                    <a:pt x="141" y="111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41" y="71"/>
                    <a:pt x="141" y="42"/>
                    <a:pt x="121" y="20"/>
                  </a:cubicBezTo>
                  <a:cubicBezTo>
                    <a:pt x="109" y="7"/>
                    <a:pt x="91" y="0"/>
                    <a:pt x="7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67" y="186"/>
                  </a:moveTo>
                  <a:cubicBezTo>
                    <a:pt x="28" y="186"/>
                    <a:pt x="28" y="186"/>
                    <a:pt x="28" y="186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82" y="27"/>
                    <a:pt x="93" y="32"/>
                    <a:pt x="102" y="42"/>
                  </a:cubicBezTo>
                  <a:cubicBezTo>
                    <a:pt x="113" y="54"/>
                    <a:pt x="113" y="74"/>
                    <a:pt x="113" y="105"/>
                  </a:cubicBezTo>
                  <a:cubicBezTo>
                    <a:pt x="113" y="134"/>
                    <a:pt x="113" y="158"/>
                    <a:pt x="102" y="171"/>
                  </a:cubicBezTo>
                  <a:cubicBezTo>
                    <a:pt x="93" y="181"/>
                    <a:pt x="82" y="186"/>
                    <a:pt x="67" y="18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4" name="Freeform 154">
              <a:extLst>
                <a:ext uri="{FF2B5EF4-FFF2-40B4-BE49-F238E27FC236}">
                  <a16:creationId xmlns:a16="http://schemas.microsoft.com/office/drawing/2014/main" id="{F4508C5C-F8BB-4581-9F89-56202FBF39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16976" y="12404725"/>
              <a:ext cx="93663" cy="136525"/>
            </a:xfrm>
            <a:custGeom>
              <a:avLst/>
              <a:gdLst>
                <a:gd name="T0" fmla="*/ 24 w 59"/>
                <a:gd name="T1" fmla="*/ 86 h 86"/>
                <a:gd name="T2" fmla="*/ 35 w 59"/>
                <a:gd name="T3" fmla="*/ 86 h 86"/>
                <a:gd name="T4" fmla="*/ 35 w 59"/>
                <a:gd name="T5" fmla="*/ 51 h 86"/>
                <a:gd name="T6" fmla="*/ 59 w 59"/>
                <a:gd name="T7" fmla="*/ 0 h 86"/>
                <a:gd name="T8" fmla="*/ 47 w 59"/>
                <a:gd name="T9" fmla="*/ 0 h 86"/>
                <a:gd name="T10" fmla="*/ 29 w 59"/>
                <a:gd name="T11" fmla="*/ 40 h 86"/>
                <a:gd name="T12" fmla="*/ 29 w 59"/>
                <a:gd name="T13" fmla="*/ 38 h 86"/>
                <a:gd name="T14" fmla="*/ 12 w 59"/>
                <a:gd name="T15" fmla="*/ 0 h 86"/>
                <a:gd name="T16" fmla="*/ 0 w 59"/>
                <a:gd name="T17" fmla="*/ 0 h 86"/>
                <a:gd name="T18" fmla="*/ 24 w 59"/>
                <a:gd name="T19" fmla="*/ 51 h 86"/>
                <a:gd name="T20" fmla="*/ 24 w 59"/>
                <a:gd name="T2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86">
                  <a:moveTo>
                    <a:pt x="24" y="86"/>
                  </a:moveTo>
                  <a:lnTo>
                    <a:pt x="35" y="86"/>
                  </a:lnTo>
                  <a:lnTo>
                    <a:pt x="35" y="51"/>
                  </a:lnTo>
                  <a:lnTo>
                    <a:pt x="59" y="0"/>
                  </a:lnTo>
                  <a:lnTo>
                    <a:pt x="47" y="0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12" y="0"/>
                  </a:lnTo>
                  <a:lnTo>
                    <a:pt x="0" y="0"/>
                  </a:lnTo>
                  <a:lnTo>
                    <a:pt x="24" y="51"/>
                  </a:lnTo>
                  <a:lnTo>
                    <a:pt x="24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5" name="Freeform 155">
              <a:extLst>
                <a:ext uri="{FF2B5EF4-FFF2-40B4-BE49-F238E27FC236}">
                  <a16:creationId xmlns:a16="http://schemas.microsoft.com/office/drawing/2014/main" id="{10A2F854-F7BC-452D-B18C-30D71D0CBC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29688" y="12404725"/>
              <a:ext cx="95250" cy="136525"/>
            </a:xfrm>
            <a:custGeom>
              <a:avLst/>
              <a:gdLst>
                <a:gd name="T0" fmla="*/ 50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3 h 86"/>
                <a:gd name="T10" fmla="*/ 49 w 60"/>
                <a:gd name="T11" fmla="*/ 62 h 86"/>
                <a:gd name="T12" fmla="*/ 11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2 w 60"/>
                <a:gd name="T19" fmla="*/ 86 h 86"/>
                <a:gd name="T20" fmla="*/ 12 w 60"/>
                <a:gd name="T21" fmla="*/ 24 h 86"/>
                <a:gd name="T22" fmla="*/ 12 w 60"/>
                <a:gd name="T23" fmla="*/ 25 h 86"/>
                <a:gd name="T24" fmla="*/ 50 w 60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86">
                  <a:moveTo>
                    <a:pt x="50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5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6" name="Freeform 156">
              <a:extLst>
                <a:ext uri="{FF2B5EF4-FFF2-40B4-BE49-F238E27FC236}">
                  <a16:creationId xmlns:a16="http://schemas.microsoft.com/office/drawing/2014/main" id="{0618DD46-7DEF-4864-8233-A18EAC18A81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747163" y="12404725"/>
              <a:ext cx="107950" cy="136525"/>
            </a:xfrm>
            <a:custGeom>
              <a:avLst/>
              <a:gdLst>
                <a:gd name="T0" fmla="*/ 56 w 68"/>
                <a:gd name="T1" fmla="*/ 86 h 86"/>
                <a:gd name="T2" fmla="*/ 68 w 68"/>
                <a:gd name="T3" fmla="*/ 86 h 86"/>
                <a:gd name="T4" fmla="*/ 38 w 68"/>
                <a:gd name="T5" fmla="*/ 0 h 86"/>
                <a:gd name="T6" fmla="*/ 29 w 68"/>
                <a:gd name="T7" fmla="*/ 0 h 86"/>
                <a:gd name="T8" fmla="*/ 0 w 68"/>
                <a:gd name="T9" fmla="*/ 86 h 86"/>
                <a:gd name="T10" fmla="*/ 12 w 68"/>
                <a:gd name="T11" fmla="*/ 86 h 86"/>
                <a:gd name="T12" fmla="*/ 17 w 68"/>
                <a:gd name="T13" fmla="*/ 69 h 86"/>
                <a:gd name="T14" fmla="*/ 50 w 68"/>
                <a:gd name="T15" fmla="*/ 69 h 86"/>
                <a:gd name="T16" fmla="*/ 50 w 68"/>
                <a:gd name="T17" fmla="*/ 69 h 86"/>
                <a:gd name="T18" fmla="*/ 56 w 68"/>
                <a:gd name="T19" fmla="*/ 86 h 86"/>
                <a:gd name="T20" fmla="*/ 47 w 68"/>
                <a:gd name="T21" fmla="*/ 59 h 86"/>
                <a:gd name="T22" fmla="*/ 21 w 68"/>
                <a:gd name="T23" fmla="*/ 59 h 86"/>
                <a:gd name="T24" fmla="*/ 34 w 68"/>
                <a:gd name="T25" fmla="*/ 18 h 86"/>
                <a:gd name="T26" fmla="*/ 47 w 68"/>
                <a:gd name="T27" fmla="*/ 5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86">
                  <a:moveTo>
                    <a:pt x="56" y="86"/>
                  </a:moveTo>
                  <a:lnTo>
                    <a:pt x="68" y="86"/>
                  </a:lnTo>
                  <a:lnTo>
                    <a:pt x="38" y="0"/>
                  </a:lnTo>
                  <a:lnTo>
                    <a:pt x="29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7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6" y="86"/>
                  </a:lnTo>
                  <a:close/>
                  <a:moveTo>
                    <a:pt x="47" y="59"/>
                  </a:moveTo>
                  <a:lnTo>
                    <a:pt x="21" y="59"/>
                  </a:lnTo>
                  <a:lnTo>
                    <a:pt x="34" y="18"/>
                  </a:lnTo>
                  <a:lnTo>
                    <a:pt x="47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7" name="Freeform 157">
              <a:extLst>
                <a:ext uri="{FF2B5EF4-FFF2-40B4-BE49-F238E27FC236}">
                  <a16:creationId xmlns:a16="http://schemas.microsoft.com/office/drawing/2014/main" id="{1220A411-6E72-425C-8FFF-8A7FC30E44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74163" y="12404725"/>
              <a:ext cx="111125" cy="136525"/>
            </a:xfrm>
            <a:custGeom>
              <a:avLst/>
              <a:gdLst>
                <a:gd name="T0" fmla="*/ 59 w 70"/>
                <a:gd name="T1" fmla="*/ 86 h 86"/>
                <a:gd name="T2" fmla="*/ 70 w 70"/>
                <a:gd name="T3" fmla="*/ 86 h 86"/>
                <a:gd name="T4" fmla="*/ 70 w 70"/>
                <a:gd name="T5" fmla="*/ 0 h 86"/>
                <a:gd name="T6" fmla="*/ 59 w 70"/>
                <a:gd name="T7" fmla="*/ 0 h 86"/>
                <a:gd name="T8" fmla="*/ 35 w 70"/>
                <a:gd name="T9" fmla="*/ 55 h 86"/>
                <a:gd name="T10" fmla="*/ 12 w 70"/>
                <a:gd name="T11" fmla="*/ 0 h 86"/>
                <a:gd name="T12" fmla="*/ 0 w 70"/>
                <a:gd name="T13" fmla="*/ 0 h 86"/>
                <a:gd name="T14" fmla="*/ 0 w 70"/>
                <a:gd name="T15" fmla="*/ 86 h 86"/>
                <a:gd name="T16" fmla="*/ 11 w 70"/>
                <a:gd name="T17" fmla="*/ 86 h 86"/>
                <a:gd name="T18" fmla="*/ 11 w 70"/>
                <a:gd name="T19" fmla="*/ 29 h 86"/>
                <a:gd name="T20" fmla="*/ 12 w 70"/>
                <a:gd name="T21" fmla="*/ 28 h 86"/>
                <a:gd name="T22" fmla="*/ 12 w 70"/>
                <a:gd name="T23" fmla="*/ 29 h 86"/>
                <a:gd name="T24" fmla="*/ 31 w 70"/>
                <a:gd name="T25" fmla="*/ 71 h 86"/>
                <a:gd name="T26" fmla="*/ 40 w 70"/>
                <a:gd name="T27" fmla="*/ 71 h 86"/>
                <a:gd name="T28" fmla="*/ 58 w 70"/>
                <a:gd name="T29" fmla="*/ 28 h 86"/>
                <a:gd name="T30" fmla="*/ 59 w 70"/>
                <a:gd name="T31" fmla="*/ 29 h 86"/>
                <a:gd name="T32" fmla="*/ 59 w 70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86">
                  <a:moveTo>
                    <a:pt x="59" y="86"/>
                  </a:moveTo>
                  <a:lnTo>
                    <a:pt x="70" y="86"/>
                  </a:lnTo>
                  <a:lnTo>
                    <a:pt x="70" y="0"/>
                  </a:lnTo>
                  <a:lnTo>
                    <a:pt x="59" y="0"/>
                  </a:lnTo>
                  <a:lnTo>
                    <a:pt x="35" y="55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9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31" y="71"/>
                  </a:lnTo>
                  <a:lnTo>
                    <a:pt x="40" y="71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59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8" name="Rectangle 158">
              <a:extLst>
                <a:ext uri="{FF2B5EF4-FFF2-40B4-BE49-F238E27FC236}">
                  <a16:creationId xmlns:a16="http://schemas.microsoft.com/office/drawing/2014/main" id="{990BD77D-A704-4575-9521-ECC40387986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2017038" y="12404725"/>
              <a:ext cx="19050" cy="136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39" name="Freeform 159">
              <a:extLst>
                <a:ext uri="{FF2B5EF4-FFF2-40B4-BE49-F238E27FC236}">
                  <a16:creationId xmlns:a16="http://schemas.microsoft.com/office/drawing/2014/main" id="{4BEAE064-7155-4946-9872-15B8A895A7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064663" y="12404725"/>
              <a:ext cx="90488" cy="138112"/>
            </a:xfrm>
            <a:custGeom>
              <a:avLst/>
              <a:gdLst>
                <a:gd name="T0" fmla="*/ 71 w 141"/>
                <a:gd name="T1" fmla="*/ 0 h 217"/>
                <a:gd name="T2" fmla="*/ 19 w 141"/>
                <a:gd name="T3" fmla="*/ 23 h 217"/>
                <a:gd name="T4" fmla="*/ 0 w 141"/>
                <a:gd name="T5" fmla="*/ 107 h 217"/>
                <a:gd name="T6" fmla="*/ 0 w 141"/>
                <a:gd name="T7" fmla="*/ 110 h 217"/>
                <a:gd name="T8" fmla="*/ 19 w 141"/>
                <a:gd name="T9" fmla="*/ 194 h 217"/>
                <a:gd name="T10" fmla="*/ 71 w 141"/>
                <a:gd name="T11" fmla="*/ 217 h 217"/>
                <a:gd name="T12" fmla="*/ 141 w 141"/>
                <a:gd name="T13" fmla="*/ 153 h 217"/>
                <a:gd name="T14" fmla="*/ 113 w 141"/>
                <a:gd name="T15" fmla="*/ 153 h 217"/>
                <a:gd name="T16" fmla="*/ 71 w 141"/>
                <a:gd name="T17" fmla="*/ 190 h 217"/>
                <a:gd name="T18" fmla="*/ 40 w 141"/>
                <a:gd name="T19" fmla="*/ 177 h 217"/>
                <a:gd name="T20" fmla="*/ 28 w 141"/>
                <a:gd name="T21" fmla="*/ 109 h 217"/>
                <a:gd name="T22" fmla="*/ 40 w 141"/>
                <a:gd name="T23" fmla="*/ 41 h 217"/>
                <a:gd name="T24" fmla="*/ 71 w 141"/>
                <a:gd name="T25" fmla="*/ 27 h 217"/>
                <a:gd name="T26" fmla="*/ 113 w 141"/>
                <a:gd name="T27" fmla="*/ 64 h 217"/>
                <a:gd name="T28" fmla="*/ 141 w 141"/>
                <a:gd name="T29" fmla="*/ 64 h 217"/>
                <a:gd name="T30" fmla="*/ 71 w 141"/>
                <a:gd name="T3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1" h="217">
                  <a:moveTo>
                    <a:pt x="71" y="0"/>
                  </a:moveTo>
                  <a:cubicBezTo>
                    <a:pt x="51" y="0"/>
                    <a:pt x="33" y="8"/>
                    <a:pt x="19" y="23"/>
                  </a:cubicBezTo>
                  <a:cubicBezTo>
                    <a:pt x="0" y="44"/>
                    <a:pt x="0" y="67"/>
                    <a:pt x="0" y="10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50"/>
                    <a:pt x="0" y="174"/>
                    <a:pt x="19" y="194"/>
                  </a:cubicBezTo>
                  <a:cubicBezTo>
                    <a:pt x="33" y="209"/>
                    <a:pt x="51" y="217"/>
                    <a:pt x="71" y="217"/>
                  </a:cubicBezTo>
                  <a:cubicBezTo>
                    <a:pt x="108" y="217"/>
                    <a:pt x="134" y="193"/>
                    <a:pt x="141" y="153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07" y="177"/>
                    <a:pt x="92" y="190"/>
                    <a:pt x="71" y="190"/>
                  </a:cubicBezTo>
                  <a:cubicBezTo>
                    <a:pt x="59" y="190"/>
                    <a:pt x="48" y="185"/>
                    <a:pt x="40" y="177"/>
                  </a:cubicBezTo>
                  <a:cubicBezTo>
                    <a:pt x="30" y="165"/>
                    <a:pt x="28" y="152"/>
                    <a:pt x="28" y="109"/>
                  </a:cubicBezTo>
                  <a:cubicBezTo>
                    <a:pt x="28" y="65"/>
                    <a:pt x="30" y="52"/>
                    <a:pt x="40" y="41"/>
                  </a:cubicBezTo>
                  <a:cubicBezTo>
                    <a:pt x="48" y="32"/>
                    <a:pt x="59" y="27"/>
                    <a:pt x="71" y="27"/>
                  </a:cubicBezTo>
                  <a:cubicBezTo>
                    <a:pt x="92" y="27"/>
                    <a:pt x="107" y="41"/>
                    <a:pt x="113" y="64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34" y="24"/>
                    <a:pt x="108" y="0"/>
                    <a:pt x="7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0" name="Freeform 160">
              <a:extLst>
                <a:ext uri="{FF2B5EF4-FFF2-40B4-BE49-F238E27FC236}">
                  <a16:creationId xmlns:a16="http://schemas.microsoft.com/office/drawing/2014/main" id="{A1034DFE-FDA1-4A53-A7E2-27625F4D54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169438" y="12404725"/>
              <a:ext cx="88900" cy="138112"/>
            </a:xfrm>
            <a:custGeom>
              <a:avLst/>
              <a:gdLst>
                <a:gd name="T0" fmla="*/ 0 w 141"/>
                <a:gd name="T1" fmla="*/ 190 h 217"/>
                <a:gd name="T2" fmla="*/ 69 w 141"/>
                <a:gd name="T3" fmla="*/ 217 h 217"/>
                <a:gd name="T4" fmla="*/ 141 w 141"/>
                <a:gd name="T5" fmla="*/ 155 h 217"/>
                <a:gd name="T6" fmla="*/ 125 w 141"/>
                <a:gd name="T7" fmla="*/ 112 h 217"/>
                <a:gd name="T8" fmla="*/ 88 w 141"/>
                <a:gd name="T9" fmla="*/ 96 h 217"/>
                <a:gd name="T10" fmla="*/ 65 w 141"/>
                <a:gd name="T11" fmla="*/ 92 h 217"/>
                <a:gd name="T12" fmla="*/ 41 w 141"/>
                <a:gd name="T13" fmla="*/ 82 h 217"/>
                <a:gd name="T14" fmla="*/ 33 w 141"/>
                <a:gd name="T15" fmla="*/ 61 h 217"/>
                <a:gd name="T16" fmla="*/ 71 w 141"/>
                <a:gd name="T17" fmla="*/ 26 h 217"/>
                <a:gd name="T18" fmla="*/ 115 w 141"/>
                <a:gd name="T19" fmla="*/ 42 h 217"/>
                <a:gd name="T20" fmla="*/ 133 w 141"/>
                <a:gd name="T21" fmla="*/ 24 h 217"/>
                <a:gd name="T22" fmla="*/ 72 w 141"/>
                <a:gd name="T23" fmla="*/ 0 h 217"/>
                <a:gd name="T24" fmla="*/ 6 w 141"/>
                <a:gd name="T25" fmla="*/ 62 h 217"/>
                <a:gd name="T26" fmla="*/ 21 w 141"/>
                <a:gd name="T27" fmla="*/ 103 h 217"/>
                <a:gd name="T28" fmla="*/ 58 w 141"/>
                <a:gd name="T29" fmla="*/ 119 h 217"/>
                <a:gd name="T30" fmla="*/ 82 w 141"/>
                <a:gd name="T31" fmla="*/ 123 h 217"/>
                <a:gd name="T32" fmla="*/ 105 w 141"/>
                <a:gd name="T33" fmla="*/ 133 h 217"/>
                <a:gd name="T34" fmla="*/ 113 w 141"/>
                <a:gd name="T35" fmla="*/ 156 h 217"/>
                <a:gd name="T36" fmla="*/ 70 w 141"/>
                <a:gd name="T37" fmla="*/ 190 h 217"/>
                <a:gd name="T38" fmla="*/ 19 w 141"/>
                <a:gd name="T39" fmla="*/ 170 h 217"/>
                <a:gd name="T40" fmla="*/ 0 w 141"/>
                <a:gd name="T41" fmla="*/ 19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217">
                  <a:moveTo>
                    <a:pt x="0" y="190"/>
                  </a:moveTo>
                  <a:cubicBezTo>
                    <a:pt x="18" y="209"/>
                    <a:pt x="39" y="217"/>
                    <a:pt x="69" y="217"/>
                  </a:cubicBezTo>
                  <a:cubicBezTo>
                    <a:pt x="113" y="217"/>
                    <a:pt x="141" y="193"/>
                    <a:pt x="141" y="155"/>
                  </a:cubicBezTo>
                  <a:cubicBezTo>
                    <a:pt x="141" y="136"/>
                    <a:pt x="135" y="122"/>
                    <a:pt x="125" y="112"/>
                  </a:cubicBezTo>
                  <a:cubicBezTo>
                    <a:pt x="116" y="103"/>
                    <a:pt x="105" y="99"/>
                    <a:pt x="88" y="96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55" y="91"/>
                    <a:pt x="47" y="87"/>
                    <a:pt x="41" y="82"/>
                  </a:cubicBezTo>
                  <a:cubicBezTo>
                    <a:pt x="36" y="77"/>
                    <a:pt x="33" y="70"/>
                    <a:pt x="33" y="61"/>
                  </a:cubicBezTo>
                  <a:cubicBezTo>
                    <a:pt x="33" y="40"/>
                    <a:pt x="48" y="26"/>
                    <a:pt x="71" y="26"/>
                  </a:cubicBezTo>
                  <a:cubicBezTo>
                    <a:pt x="90" y="26"/>
                    <a:pt x="104" y="31"/>
                    <a:pt x="115" y="42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16" y="7"/>
                    <a:pt x="98" y="0"/>
                    <a:pt x="72" y="0"/>
                  </a:cubicBezTo>
                  <a:cubicBezTo>
                    <a:pt x="32" y="0"/>
                    <a:pt x="6" y="25"/>
                    <a:pt x="6" y="62"/>
                  </a:cubicBezTo>
                  <a:cubicBezTo>
                    <a:pt x="6" y="80"/>
                    <a:pt x="11" y="93"/>
                    <a:pt x="21" y="103"/>
                  </a:cubicBezTo>
                  <a:cubicBezTo>
                    <a:pt x="29" y="111"/>
                    <a:pt x="42" y="117"/>
                    <a:pt x="58" y="119"/>
                  </a:cubicBezTo>
                  <a:cubicBezTo>
                    <a:pt x="82" y="123"/>
                    <a:pt x="82" y="123"/>
                    <a:pt x="82" y="123"/>
                  </a:cubicBezTo>
                  <a:cubicBezTo>
                    <a:pt x="94" y="125"/>
                    <a:pt x="99" y="127"/>
                    <a:pt x="105" y="133"/>
                  </a:cubicBezTo>
                  <a:cubicBezTo>
                    <a:pt x="110" y="138"/>
                    <a:pt x="113" y="146"/>
                    <a:pt x="113" y="156"/>
                  </a:cubicBezTo>
                  <a:cubicBezTo>
                    <a:pt x="113" y="178"/>
                    <a:pt x="97" y="190"/>
                    <a:pt x="70" y="190"/>
                  </a:cubicBezTo>
                  <a:cubicBezTo>
                    <a:pt x="48" y="190"/>
                    <a:pt x="32" y="184"/>
                    <a:pt x="19" y="170"/>
                  </a:cubicBezTo>
                  <a:lnTo>
                    <a:pt x="0" y="1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1" name="Freeform 161">
              <a:extLst>
                <a:ext uri="{FF2B5EF4-FFF2-40B4-BE49-F238E27FC236}">
                  <a16:creationId xmlns:a16="http://schemas.microsoft.com/office/drawing/2014/main" id="{73C52F27-4291-4AF2-A3CA-4F0448988C1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75488" y="12615863"/>
              <a:ext cx="109538" cy="136525"/>
            </a:xfrm>
            <a:custGeom>
              <a:avLst/>
              <a:gdLst>
                <a:gd name="T0" fmla="*/ 39 w 69"/>
                <a:gd name="T1" fmla="*/ 0 h 86"/>
                <a:gd name="T2" fmla="*/ 30 w 69"/>
                <a:gd name="T3" fmla="*/ 0 h 86"/>
                <a:gd name="T4" fmla="*/ 0 w 69"/>
                <a:gd name="T5" fmla="*/ 86 h 86"/>
                <a:gd name="T6" fmla="*/ 13 w 69"/>
                <a:gd name="T7" fmla="*/ 86 h 86"/>
                <a:gd name="T8" fmla="*/ 18 w 69"/>
                <a:gd name="T9" fmla="*/ 69 h 86"/>
                <a:gd name="T10" fmla="*/ 51 w 69"/>
                <a:gd name="T11" fmla="*/ 69 h 86"/>
                <a:gd name="T12" fmla="*/ 51 w 69"/>
                <a:gd name="T13" fmla="*/ 69 h 86"/>
                <a:gd name="T14" fmla="*/ 56 w 69"/>
                <a:gd name="T15" fmla="*/ 86 h 86"/>
                <a:gd name="T16" fmla="*/ 69 w 69"/>
                <a:gd name="T17" fmla="*/ 86 h 86"/>
                <a:gd name="T18" fmla="*/ 39 w 69"/>
                <a:gd name="T19" fmla="*/ 0 h 86"/>
                <a:gd name="T20" fmla="*/ 21 w 69"/>
                <a:gd name="T21" fmla="*/ 58 h 86"/>
                <a:gd name="T22" fmla="*/ 35 w 69"/>
                <a:gd name="T23" fmla="*/ 17 h 86"/>
                <a:gd name="T24" fmla="*/ 35 w 69"/>
                <a:gd name="T25" fmla="*/ 18 h 86"/>
                <a:gd name="T26" fmla="*/ 48 w 69"/>
                <a:gd name="T27" fmla="*/ 58 h 86"/>
                <a:gd name="T28" fmla="*/ 21 w 69"/>
                <a:gd name="T29" fmla="*/ 5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9" h="86">
                  <a:moveTo>
                    <a:pt x="39" y="0"/>
                  </a:moveTo>
                  <a:lnTo>
                    <a:pt x="30" y="0"/>
                  </a:lnTo>
                  <a:lnTo>
                    <a:pt x="0" y="86"/>
                  </a:lnTo>
                  <a:lnTo>
                    <a:pt x="13" y="86"/>
                  </a:lnTo>
                  <a:lnTo>
                    <a:pt x="18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6" y="86"/>
                  </a:lnTo>
                  <a:lnTo>
                    <a:pt x="69" y="86"/>
                  </a:lnTo>
                  <a:lnTo>
                    <a:pt x="39" y="0"/>
                  </a:lnTo>
                  <a:close/>
                  <a:moveTo>
                    <a:pt x="21" y="58"/>
                  </a:moveTo>
                  <a:lnTo>
                    <a:pt x="35" y="17"/>
                  </a:lnTo>
                  <a:lnTo>
                    <a:pt x="35" y="18"/>
                  </a:lnTo>
                  <a:lnTo>
                    <a:pt x="48" y="58"/>
                  </a:lnTo>
                  <a:lnTo>
                    <a:pt x="21" y="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2" name="Freeform 162">
              <a:extLst>
                <a:ext uri="{FF2B5EF4-FFF2-40B4-BE49-F238E27FC236}">
                  <a16:creationId xmlns:a16="http://schemas.microsoft.com/office/drawing/2014/main" id="{E6787BA8-26FC-4C41-B367-FECCB35FEC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02488" y="12615863"/>
              <a:ext cx="95250" cy="136525"/>
            </a:xfrm>
            <a:custGeom>
              <a:avLst/>
              <a:gdLst>
                <a:gd name="T0" fmla="*/ 49 w 60"/>
                <a:gd name="T1" fmla="*/ 86 h 86"/>
                <a:gd name="T2" fmla="*/ 60 w 60"/>
                <a:gd name="T3" fmla="*/ 86 h 86"/>
                <a:gd name="T4" fmla="*/ 60 w 60"/>
                <a:gd name="T5" fmla="*/ 0 h 86"/>
                <a:gd name="T6" fmla="*/ 49 w 60"/>
                <a:gd name="T7" fmla="*/ 0 h 86"/>
                <a:gd name="T8" fmla="*/ 49 w 60"/>
                <a:gd name="T9" fmla="*/ 62 h 86"/>
                <a:gd name="T10" fmla="*/ 48 w 60"/>
                <a:gd name="T11" fmla="*/ 61 h 86"/>
                <a:gd name="T12" fmla="*/ 10 w 60"/>
                <a:gd name="T13" fmla="*/ 0 h 86"/>
                <a:gd name="T14" fmla="*/ 0 w 60"/>
                <a:gd name="T15" fmla="*/ 0 h 86"/>
                <a:gd name="T16" fmla="*/ 0 w 60"/>
                <a:gd name="T17" fmla="*/ 86 h 86"/>
                <a:gd name="T18" fmla="*/ 11 w 60"/>
                <a:gd name="T19" fmla="*/ 86 h 86"/>
                <a:gd name="T20" fmla="*/ 11 w 60"/>
                <a:gd name="T21" fmla="*/ 23 h 86"/>
                <a:gd name="T22" fmla="*/ 49 w 60"/>
                <a:gd name="T2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6">
                  <a:moveTo>
                    <a:pt x="49" y="86"/>
                  </a:moveTo>
                  <a:lnTo>
                    <a:pt x="60" y="86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62"/>
                  </a:lnTo>
                  <a:lnTo>
                    <a:pt x="48" y="61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23"/>
                  </a:lnTo>
                  <a:lnTo>
                    <a:pt x="49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3" name="Freeform 163">
              <a:extLst>
                <a:ext uri="{FF2B5EF4-FFF2-40B4-BE49-F238E27FC236}">
                  <a16:creationId xmlns:a16="http://schemas.microsoft.com/office/drawing/2014/main" id="{3D88864C-23C9-43B8-B5B4-1ED76C1BE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27901" y="12615863"/>
              <a:ext cx="88900" cy="136525"/>
            </a:xfrm>
            <a:custGeom>
              <a:avLst/>
              <a:gdLst>
                <a:gd name="T0" fmla="*/ 0 w 140"/>
                <a:gd name="T1" fmla="*/ 213 h 213"/>
                <a:gd name="T2" fmla="*/ 69 w 140"/>
                <a:gd name="T3" fmla="*/ 213 h 213"/>
                <a:gd name="T4" fmla="*/ 120 w 140"/>
                <a:gd name="T5" fmla="*/ 193 h 213"/>
                <a:gd name="T6" fmla="*/ 140 w 140"/>
                <a:gd name="T7" fmla="*/ 111 h 213"/>
                <a:gd name="T8" fmla="*/ 140 w 140"/>
                <a:gd name="T9" fmla="*/ 105 h 213"/>
                <a:gd name="T10" fmla="*/ 140 w 140"/>
                <a:gd name="T11" fmla="*/ 100 h 213"/>
                <a:gd name="T12" fmla="*/ 120 w 140"/>
                <a:gd name="T13" fmla="*/ 20 h 213"/>
                <a:gd name="T14" fmla="*/ 69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66 w 140"/>
                <a:gd name="T21" fmla="*/ 187 h 213"/>
                <a:gd name="T22" fmla="*/ 28 w 140"/>
                <a:gd name="T23" fmla="*/ 187 h 213"/>
                <a:gd name="T24" fmla="*/ 28 w 140"/>
                <a:gd name="T25" fmla="*/ 27 h 213"/>
                <a:gd name="T26" fmla="*/ 66 w 140"/>
                <a:gd name="T27" fmla="*/ 27 h 213"/>
                <a:gd name="T28" fmla="*/ 101 w 140"/>
                <a:gd name="T29" fmla="*/ 42 h 213"/>
                <a:gd name="T30" fmla="*/ 112 w 140"/>
                <a:gd name="T31" fmla="*/ 105 h 213"/>
                <a:gd name="T32" fmla="*/ 101 w 140"/>
                <a:gd name="T33" fmla="*/ 172 h 213"/>
                <a:gd name="T34" fmla="*/ 66 w 140"/>
                <a:gd name="T35" fmla="*/ 18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69" y="213"/>
                    <a:pt x="69" y="213"/>
                    <a:pt x="69" y="213"/>
                  </a:cubicBezTo>
                  <a:cubicBezTo>
                    <a:pt x="90" y="213"/>
                    <a:pt x="108" y="206"/>
                    <a:pt x="120" y="193"/>
                  </a:cubicBezTo>
                  <a:cubicBezTo>
                    <a:pt x="140" y="172"/>
                    <a:pt x="140" y="141"/>
                    <a:pt x="140" y="111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71"/>
                    <a:pt x="140" y="42"/>
                    <a:pt x="120" y="20"/>
                  </a:cubicBezTo>
                  <a:cubicBezTo>
                    <a:pt x="108" y="7"/>
                    <a:pt x="90" y="0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66" y="187"/>
                  </a:moveTo>
                  <a:cubicBezTo>
                    <a:pt x="28" y="187"/>
                    <a:pt x="28" y="187"/>
                    <a:pt x="28" y="18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81" y="27"/>
                    <a:pt x="93" y="32"/>
                    <a:pt x="101" y="42"/>
                  </a:cubicBezTo>
                  <a:cubicBezTo>
                    <a:pt x="112" y="55"/>
                    <a:pt x="112" y="74"/>
                    <a:pt x="112" y="105"/>
                  </a:cubicBezTo>
                  <a:cubicBezTo>
                    <a:pt x="112" y="134"/>
                    <a:pt x="112" y="159"/>
                    <a:pt x="101" y="172"/>
                  </a:cubicBezTo>
                  <a:cubicBezTo>
                    <a:pt x="93" y="182"/>
                    <a:pt x="81" y="187"/>
                    <a:pt x="66" y="18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4" name="Freeform 164">
              <a:extLst>
                <a:ext uri="{FF2B5EF4-FFF2-40B4-BE49-F238E27FC236}">
                  <a16:creationId xmlns:a16="http://schemas.microsoft.com/office/drawing/2014/main" id="{CADD4848-03C6-47A5-AFF9-0A6F126459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175538" y="12615863"/>
              <a:ext cx="88900" cy="136525"/>
            </a:xfrm>
            <a:custGeom>
              <a:avLst/>
              <a:gdLst>
                <a:gd name="T0" fmla="*/ 22 w 56"/>
                <a:gd name="T1" fmla="*/ 86 h 86"/>
                <a:gd name="T2" fmla="*/ 34 w 56"/>
                <a:gd name="T3" fmla="*/ 86 h 86"/>
                <a:gd name="T4" fmla="*/ 34 w 56"/>
                <a:gd name="T5" fmla="*/ 10 h 86"/>
                <a:gd name="T6" fmla="*/ 56 w 56"/>
                <a:gd name="T7" fmla="*/ 10 h 86"/>
                <a:gd name="T8" fmla="*/ 56 w 56"/>
                <a:gd name="T9" fmla="*/ 0 h 86"/>
                <a:gd name="T10" fmla="*/ 0 w 56"/>
                <a:gd name="T11" fmla="*/ 0 h 86"/>
                <a:gd name="T12" fmla="*/ 0 w 56"/>
                <a:gd name="T13" fmla="*/ 10 h 86"/>
                <a:gd name="T14" fmla="*/ 22 w 56"/>
                <a:gd name="T15" fmla="*/ 10 h 86"/>
                <a:gd name="T16" fmla="*/ 22 w 56"/>
                <a:gd name="T1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86">
                  <a:moveTo>
                    <a:pt x="22" y="86"/>
                  </a:moveTo>
                  <a:lnTo>
                    <a:pt x="34" y="86"/>
                  </a:lnTo>
                  <a:lnTo>
                    <a:pt x="34" y="10"/>
                  </a:lnTo>
                  <a:lnTo>
                    <a:pt x="56" y="10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22" y="10"/>
                  </a:lnTo>
                  <a:lnTo>
                    <a:pt x="22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5" name="Freeform 165">
              <a:extLst>
                <a:ext uri="{FF2B5EF4-FFF2-40B4-BE49-F238E27FC236}">
                  <a16:creationId xmlns:a16="http://schemas.microsoft.com/office/drawing/2014/main" id="{D9DA3353-F6C1-4C7A-A02C-F210695DD6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85076" y="12615863"/>
              <a:ext cx="88900" cy="136525"/>
            </a:xfrm>
            <a:custGeom>
              <a:avLst/>
              <a:gdLst>
                <a:gd name="T0" fmla="*/ 45 w 56"/>
                <a:gd name="T1" fmla="*/ 86 h 86"/>
                <a:gd name="T2" fmla="*/ 56 w 56"/>
                <a:gd name="T3" fmla="*/ 86 h 86"/>
                <a:gd name="T4" fmla="*/ 56 w 56"/>
                <a:gd name="T5" fmla="*/ 0 h 86"/>
                <a:gd name="T6" fmla="*/ 45 w 56"/>
                <a:gd name="T7" fmla="*/ 0 h 86"/>
                <a:gd name="T8" fmla="*/ 45 w 56"/>
                <a:gd name="T9" fmla="*/ 37 h 86"/>
                <a:gd name="T10" fmla="*/ 11 w 56"/>
                <a:gd name="T11" fmla="*/ 37 h 86"/>
                <a:gd name="T12" fmla="*/ 11 w 56"/>
                <a:gd name="T13" fmla="*/ 0 h 86"/>
                <a:gd name="T14" fmla="*/ 0 w 56"/>
                <a:gd name="T15" fmla="*/ 0 h 86"/>
                <a:gd name="T16" fmla="*/ 0 w 56"/>
                <a:gd name="T17" fmla="*/ 86 h 86"/>
                <a:gd name="T18" fmla="*/ 11 w 56"/>
                <a:gd name="T19" fmla="*/ 86 h 86"/>
                <a:gd name="T20" fmla="*/ 11 w 56"/>
                <a:gd name="T21" fmla="*/ 48 h 86"/>
                <a:gd name="T22" fmla="*/ 45 w 56"/>
                <a:gd name="T23" fmla="*/ 48 h 86"/>
                <a:gd name="T24" fmla="*/ 45 w 56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86">
                  <a:moveTo>
                    <a:pt x="45" y="86"/>
                  </a:moveTo>
                  <a:lnTo>
                    <a:pt x="56" y="86"/>
                  </a:lnTo>
                  <a:lnTo>
                    <a:pt x="56" y="0"/>
                  </a:lnTo>
                  <a:lnTo>
                    <a:pt x="45" y="0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1" y="86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6" name="Freeform 166">
              <a:extLst>
                <a:ext uri="{FF2B5EF4-FFF2-40B4-BE49-F238E27FC236}">
                  <a16:creationId xmlns:a16="http://schemas.microsoft.com/office/drawing/2014/main" id="{88A75E20-4910-45B3-A375-F5F0A58BD58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04138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7" name="Freeform 167">
              <a:extLst>
                <a:ext uri="{FF2B5EF4-FFF2-40B4-BE49-F238E27FC236}">
                  <a16:creationId xmlns:a16="http://schemas.microsoft.com/office/drawing/2014/main" id="{627BD357-1512-4FF5-9ADD-C598C83C41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562888" y="12615863"/>
              <a:ext cx="90488" cy="136525"/>
            </a:xfrm>
            <a:custGeom>
              <a:avLst/>
              <a:gdLst>
                <a:gd name="T0" fmla="*/ 0 w 140"/>
                <a:gd name="T1" fmla="*/ 213 h 213"/>
                <a:gd name="T2" fmla="*/ 81 w 140"/>
                <a:gd name="T3" fmla="*/ 213 h 213"/>
                <a:gd name="T4" fmla="*/ 140 w 140"/>
                <a:gd name="T5" fmla="*/ 154 h 213"/>
                <a:gd name="T6" fmla="*/ 111 w 140"/>
                <a:gd name="T7" fmla="*/ 105 h 213"/>
                <a:gd name="T8" fmla="*/ 108 w 140"/>
                <a:gd name="T9" fmla="*/ 104 h 213"/>
                <a:gd name="T10" fmla="*/ 111 w 140"/>
                <a:gd name="T11" fmla="*/ 103 h 213"/>
                <a:gd name="T12" fmla="*/ 137 w 140"/>
                <a:gd name="T13" fmla="*/ 58 h 213"/>
                <a:gd name="T14" fmla="*/ 77 w 140"/>
                <a:gd name="T15" fmla="*/ 0 h 213"/>
                <a:gd name="T16" fmla="*/ 0 w 140"/>
                <a:gd name="T17" fmla="*/ 0 h 213"/>
                <a:gd name="T18" fmla="*/ 0 w 140"/>
                <a:gd name="T19" fmla="*/ 213 h 213"/>
                <a:gd name="T20" fmla="*/ 78 w 140"/>
                <a:gd name="T21" fmla="*/ 187 h 213"/>
                <a:gd name="T22" fmla="*/ 28 w 140"/>
                <a:gd name="T23" fmla="*/ 187 h 213"/>
                <a:gd name="T24" fmla="*/ 28 w 140"/>
                <a:gd name="T25" fmla="*/ 118 h 213"/>
                <a:gd name="T26" fmla="*/ 78 w 140"/>
                <a:gd name="T27" fmla="*/ 118 h 213"/>
                <a:gd name="T28" fmla="*/ 112 w 140"/>
                <a:gd name="T29" fmla="*/ 152 h 213"/>
                <a:gd name="T30" fmla="*/ 78 w 140"/>
                <a:gd name="T31" fmla="*/ 187 h 213"/>
                <a:gd name="T32" fmla="*/ 75 w 140"/>
                <a:gd name="T33" fmla="*/ 92 h 213"/>
                <a:gd name="T34" fmla="*/ 28 w 140"/>
                <a:gd name="T35" fmla="*/ 92 h 213"/>
                <a:gd name="T36" fmla="*/ 28 w 140"/>
                <a:gd name="T37" fmla="*/ 27 h 213"/>
                <a:gd name="T38" fmla="*/ 75 w 140"/>
                <a:gd name="T39" fmla="*/ 27 h 213"/>
                <a:gd name="T40" fmla="*/ 109 w 140"/>
                <a:gd name="T41" fmla="*/ 59 h 213"/>
                <a:gd name="T42" fmla="*/ 75 w 140"/>
                <a:gd name="T43" fmla="*/ 9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cubicBezTo>
                    <a:pt x="81" y="213"/>
                    <a:pt x="81" y="213"/>
                    <a:pt x="81" y="213"/>
                  </a:cubicBezTo>
                  <a:cubicBezTo>
                    <a:pt x="117" y="213"/>
                    <a:pt x="140" y="191"/>
                    <a:pt x="140" y="154"/>
                  </a:cubicBezTo>
                  <a:cubicBezTo>
                    <a:pt x="140" y="131"/>
                    <a:pt x="129" y="113"/>
                    <a:pt x="111" y="105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24" y="97"/>
                    <a:pt x="137" y="81"/>
                    <a:pt x="137" y="58"/>
                  </a:cubicBezTo>
                  <a:cubicBezTo>
                    <a:pt x="137" y="23"/>
                    <a:pt x="114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8" y="187"/>
                  </a:moveTo>
                  <a:cubicBezTo>
                    <a:pt x="28" y="187"/>
                    <a:pt x="28" y="187"/>
                    <a:pt x="28" y="18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99" y="118"/>
                    <a:pt x="112" y="132"/>
                    <a:pt x="112" y="152"/>
                  </a:cubicBezTo>
                  <a:cubicBezTo>
                    <a:pt x="112" y="173"/>
                    <a:pt x="99" y="187"/>
                    <a:pt x="78" y="187"/>
                  </a:cubicBezTo>
                  <a:moveTo>
                    <a:pt x="75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96" y="27"/>
                    <a:pt x="109" y="39"/>
                    <a:pt x="109" y="59"/>
                  </a:cubicBezTo>
                  <a:cubicBezTo>
                    <a:pt x="109" y="79"/>
                    <a:pt x="96" y="92"/>
                    <a:pt x="75" y="9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8" name="Rectangle 168">
              <a:extLst>
                <a:ext uri="{FF2B5EF4-FFF2-40B4-BE49-F238E27FC236}">
                  <a16:creationId xmlns:a16="http://schemas.microsoft.com/office/drawing/2014/main" id="{96CBA405-972C-4E7E-B354-FF119470C63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0680363" y="12615863"/>
              <a:ext cx="17463" cy="136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49" name="Freeform 169">
              <a:extLst>
                <a:ext uri="{FF2B5EF4-FFF2-40B4-BE49-F238E27FC236}">
                  <a16:creationId xmlns:a16="http://schemas.microsoft.com/office/drawing/2014/main" id="{96BDDB65-0869-44BE-97EF-4AD0FC45F2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726401" y="12614275"/>
              <a:ext cx="92075" cy="138112"/>
            </a:xfrm>
            <a:custGeom>
              <a:avLst/>
              <a:gdLst>
                <a:gd name="T0" fmla="*/ 71 w 142"/>
                <a:gd name="T1" fmla="*/ 0 h 216"/>
                <a:gd name="T2" fmla="*/ 19 w 142"/>
                <a:gd name="T3" fmla="*/ 22 h 216"/>
                <a:gd name="T4" fmla="*/ 0 w 142"/>
                <a:gd name="T5" fmla="*/ 106 h 216"/>
                <a:gd name="T6" fmla="*/ 0 w 142"/>
                <a:gd name="T7" fmla="*/ 110 h 216"/>
                <a:gd name="T8" fmla="*/ 19 w 142"/>
                <a:gd name="T9" fmla="*/ 194 h 216"/>
                <a:gd name="T10" fmla="*/ 71 w 142"/>
                <a:gd name="T11" fmla="*/ 216 h 216"/>
                <a:gd name="T12" fmla="*/ 123 w 142"/>
                <a:gd name="T13" fmla="*/ 194 h 216"/>
                <a:gd name="T14" fmla="*/ 142 w 142"/>
                <a:gd name="T15" fmla="*/ 111 h 216"/>
                <a:gd name="T16" fmla="*/ 142 w 142"/>
                <a:gd name="T17" fmla="*/ 105 h 216"/>
                <a:gd name="T18" fmla="*/ 123 w 142"/>
                <a:gd name="T19" fmla="*/ 22 h 216"/>
                <a:gd name="T20" fmla="*/ 71 w 142"/>
                <a:gd name="T21" fmla="*/ 0 h 216"/>
                <a:gd name="T22" fmla="*/ 71 w 142"/>
                <a:gd name="T23" fmla="*/ 189 h 216"/>
                <a:gd name="T24" fmla="*/ 40 w 142"/>
                <a:gd name="T25" fmla="*/ 176 h 216"/>
                <a:gd name="T26" fmla="*/ 28 w 142"/>
                <a:gd name="T27" fmla="*/ 108 h 216"/>
                <a:gd name="T28" fmla="*/ 40 w 142"/>
                <a:gd name="T29" fmla="*/ 40 h 216"/>
                <a:gd name="T30" fmla="*/ 71 w 142"/>
                <a:gd name="T31" fmla="*/ 26 h 216"/>
                <a:gd name="T32" fmla="*/ 102 w 142"/>
                <a:gd name="T33" fmla="*/ 40 h 216"/>
                <a:gd name="T34" fmla="*/ 114 w 142"/>
                <a:gd name="T35" fmla="*/ 108 h 216"/>
                <a:gd name="T36" fmla="*/ 102 w 142"/>
                <a:gd name="T37" fmla="*/ 176 h 216"/>
                <a:gd name="T38" fmla="*/ 71 w 142"/>
                <a:gd name="T39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6">
                  <a:moveTo>
                    <a:pt x="71" y="0"/>
                  </a:moveTo>
                  <a:cubicBezTo>
                    <a:pt x="50" y="0"/>
                    <a:pt x="33" y="7"/>
                    <a:pt x="19" y="22"/>
                  </a:cubicBezTo>
                  <a:cubicBezTo>
                    <a:pt x="0" y="43"/>
                    <a:pt x="0" y="67"/>
                    <a:pt x="0" y="106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49"/>
                    <a:pt x="0" y="173"/>
                    <a:pt x="19" y="194"/>
                  </a:cubicBezTo>
                  <a:cubicBezTo>
                    <a:pt x="33" y="209"/>
                    <a:pt x="50" y="216"/>
                    <a:pt x="71" y="216"/>
                  </a:cubicBezTo>
                  <a:cubicBezTo>
                    <a:pt x="91" y="216"/>
                    <a:pt x="109" y="209"/>
                    <a:pt x="123" y="194"/>
                  </a:cubicBezTo>
                  <a:cubicBezTo>
                    <a:pt x="142" y="173"/>
                    <a:pt x="142" y="150"/>
                    <a:pt x="142" y="111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66"/>
                    <a:pt x="142" y="42"/>
                    <a:pt x="123" y="22"/>
                  </a:cubicBezTo>
                  <a:cubicBezTo>
                    <a:pt x="109" y="7"/>
                    <a:pt x="91" y="0"/>
                    <a:pt x="71" y="0"/>
                  </a:cubicBezTo>
                  <a:moveTo>
                    <a:pt x="71" y="189"/>
                  </a:moveTo>
                  <a:cubicBezTo>
                    <a:pt x="59" y="189"/>
                    <a:pt x="47" y="184"/>
                    <a:pt x="40" y="176"/>
                  </a:cubicBezTo>
                  <a:cubicBezTo>
                    <a:pt x="30" y="164"/>
                    <a:pt x="28" y="152"/>
                    <a:pt x="28" y="108"/>
                  </a:cubicBezTo>
                  <a:cubicBezTo>
                    <a:pt x="28" y="64"/>
                    <a:pt x="30" y="52"/>
                    <a:pt x="40" y="40"/>
                  </a:cubicBezTo>
                  <a:cubicBezTo>
                    <a:pt x="47" y="31"/>
                    <a:pt x="59" y="26"/>
                    <a:pt x="71" y="26"/>
                  </a:cubicBezTo>
                  <a:cubicBezTo>
                    <a:pt x="83" y="26"/>
                    <a:pt x="94" y="31"/>
                    <a:pt x="102" y="40"/>
                  </a:cubicBezTo>
                  <a:cubicBezTo>
                    <a:pt x="112" y="52"/>
                    <a:pt x="114" y="64"/>
                    <a:pt x="114" y="108"/>
                  </a:cubicBezTo>
                  <a:cubicBezTo>
                    <a:pt x="114" y="152"/>
                    <a:pt x="112" y="164"/>
                    <a:pt x="102" y="176"/>
                  </a:cubicBezTo>
                  <a:cubicBezTo>
                    <a:pt x="94" y="184"/>
                    <a:pt x="83" y="189"/>
                    <a:pt x="71" y="18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0" name="Freeform 170">
              <a:extLst>
                <a:ext uri="{FF2B5EF4-FFF2-40B4-BE49-F238E27FC236}">
                  <a16:creationId xmlns:a16="http://schemas.microsoft.com/office/drawing/2014/main" id="{E78424B8-ED09-4B36-8952-D8CA877285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834351" y="12614275"/>
              <a:ext cx="90488" cy="138112"/>
            </a:xfrm>
            <a:custGeom>
              <a:avLst/>
              <a:gdLst>
                <a:gd name="T0" fmla="*/ 0 w 141"/>
                <a:gd name="T1" fmla="*/ 189 h 216"/>
                <a:gd name="T2" fmla="*/ 70 w 141"/>
                <a:gd name="T3" fmla="*/ 216 h 216"/>
                <a:gd name="T4" fmla="*/ 141 w 141"/>
                <a:gd name="T5" fmla="*/ 154 h 216"/>
                <a:gd name="T6" fmla="*/ 125 w 141"/>
                <a:gd name="T7" fmla="*/ 111 h 216"/>
                <a:gd name="T8" fmla="*/ 88 w 141"/>
                <a:gd name="T9" fmla="*/ 95 h 216"/>
                <a:gd name="T10" fmla="*/ 65 w 141"/>
                <a:gd name="T11" fmla="*/ 92 h 216"/>
                <a:gd name="T12" fmla="*/ 42 w 141"/>
                <a:gd name="T13" fmla="*/ 81 h 216"/>
                <a:gd name="T14" fmla="*/ 34 w 141"/>
                <a:gd name="T15" fmla="*/ 60 h 216"/>
                <a:gd name="T16" fmla="*/ 72 w 141"/>
                <a:gd name="T17" fmla="*/ 25 h 216"/>
                <a:gd name="T18" fmla="*/ 116 w 141"/>
                <a:gd name="T19" fmla="*/ 42 h 216"/>
                <a:gd name="T20" fmla="*/ 133 w 141"/>
                <a:gd name="T21" fmla="*/ 23 h 216"/>
                <a:gd name="T22" fmla="*/ 73 w 141"/>
                <a:gd name="T23" fmla="*/ 0 h 216"/>
                <a:gd name="T24" fmla="*/ 7 w 141"/>
                <a:gd name="T25" fmla="*/ 62 h 216"/>
                <a:gd name="T26" fmla="*/ 21 w 141"/>
                <a:gd name="T27" fmla="*/ 102 h 216"/>
                <a:gd name="T28" fmla="*/ 58 w 141"/>
                <a:gd name="T29" fmla="*/ 119 h 216"/>
                <a:gd name="T30" fmla="*/ 82 w 141"/>
                <a:gd name="T31" fmla="*/ 122 h 216"/>
                <a:gd name="T32" fmla="*/ 105 w 141"/>
                <a:gd name="T33" fmla="*/ 132 h 216"/>
                <a:gd name="T34" fmla="*/ 113 w 141"/>
                <a:gd name="T35" fmla="*/ 155 h 216"/>
                <a:gd name="T36" fmla="*/ 70 w 141"/>
                <a:gd name="T37" fmla="*/ 189 h 216"/>
                <a:gd name="T38" fmla="*/ 19 w 141"/>
                <a:gd name="T39" fmla="*/ 170 h 216"/>
                <a:gd name="T40" fmla="*/ 0 w 141"/>
                <a:gd name="T41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216">
                  <a:moveTo>
                    <a:pt x="0" y="189"/>
                  </a:moveTo>
                  <a:cubicBezTo>
                    <a:pt x="18" y="208"/>
                    <a:pt x="39" y="216"/>
                    <a:pt x="70" y="216"/>
                  </a:cubicBezTo>
                  <a:cubicBezTo>
                    <a:pt x="113" y="216"/>
                    <a:pt x="141" y="192"/>
                    <a:pt x="141" y="154"/>
                  </a:cubicBezTo>
                  <a:cubicBezTo>
                    <a:pt x="141" y="136"/>
                    <a:pt x="135" y="121"/>
                    <a:pt x="125" y="111"/>
                  </a:cubicBezTo>
                  <a:cubicBezTo>
                    <a:pt x="116" y="103"/>
                    <a:pt x="106" y="98"/>
                    <a:pt x="88" y="95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55" y="90"/>
                    <a:pt x="47" y="86"/>
                    <a:pt x="42" y="81"/>
                  </a:cubicBezTo>
                  <a:cubicBezTo>
                    <a:pt x="36" y="76"/>
                    <a:pt x="34" y="69"/>
                    <a:pt x="34" y="60"/>
                  </a:cubicBezTo>
                  <a:cubicBezTo>
                    <a:pt x="34" y="39"/>
                    <a:pt x="49" y="25"/>
                    <a:pt x="72" y="25"/>
                  </a:cubicBezTo>
                  <a:cubicBezTo>
                    <a:pt x="91" y="25"/>
                    <a:pt x="104" y="30"/>
                    <a:pt x="116" y="4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17" y="7"/>
                    <a:pt x="98" y="0"/>
                    <a:pt x="73" y="0"/>
                  </a:cubicBezTo>
                  <a:cubicBezTo>
                    <a:pt x="33" y="0"/>
                    <a:pt x="7" y="24"/>
                    <a:pt x="7" y="62"/>
                  </a:cubicBezTo>
                  <a:cubicBezTo>
                    <a:pt x="7" y="79"/>
                    <a:pt x="11" y="92"/>
                    <a:pt x="21" y="102"/>
                  </a:cubicBezTo>
                  <a:cubicBezTo>
                    <a:pt x="30" y="110"/>
                    <a:pt x="43" y="116"/>
                    <a:pt x="5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94" y="124"/>
                    <a:pt x="100" y="126"/>
                    <a:pt x="105" y="132"/>
                  </a:cubicBezTo>
                  <a:cubicBezTo>
                    <a:pt x="110" y="137"/>
                    <a:pt x="113" y="145"/>
                    <a:pt x="113" y="155"/>
                  </a:cubicBezTo>
                  <a:cubicBezTo>
                    <a:pt x="113" y="177"/>
                    <a:pt x="98" y="189"/>
                    <a:pt x="70" y="189"/>
                  </a:cubicBezTo>
                  <a:cubicBezTo>
                    <a:pt x="48" y="189"/>
                    <a:pt x="32" y="183"/>
                    <a:pt x="19" y="170"/>
                  </a:cubicBezTo>
                  <a:lnTo>
                    <a:pt x="0" y="1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1" name="Freeform 171">
              <a:extLst>
                <a:ext uri="{FF2B5EF4-FFF2-40B4-BE49-F238E27FC236}">
                  <a16:creationId xmlns:a16="http://schemas.microsoft.com/office/drawing/2014/main" id="{9E2547A7-D6B3-4601-9BD8-C57456FAFD0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948651" y="12615863"/>
              <a:ext cx="88900" cy="136525"/>
            </a:xfrm>
            <a:custGeom>
              <a:avLst/>
              <a:gdLst>
                <a:gd name="T0" fmla="*/ 0 w 138"/>
                <a:gd name="T1" fmla="*/ 213 h 213"/>
                <a:gd name="T2" fmla="*/ 28 w 138"/>
                <a:gd name="T3" fmla="*/ 213 h 213"/>
                <a:gd name="T4" fmla="*/ 28 w 138"/>
                <a:gd name="T5" fmla="*/ 129 h 213"/>
                <a:gd name="T6" fmla="*/ 75 w 138"/>
                <a:gd name="T7" fmla="*/ 129 h 213"/>
                <a:gd name="T8" fmla="*/ 138 w 138"/>
                <a:gd name="T9" fmla="*/ 65 h 213"/>
                <a:gd name="T10" fmla="*/ 75 w 138"/>
                <a:gd name="T11" fmla="*/ 0 h 213"/>
                <a:gd name="T12" fmla="*/ 0 w 138"/>
                <a:gd name="T13" fmla="*/ 0 h 213"/>
                <a:gd name="T14" fmla="*/ 0 w 138"/>
                <a:gd name="T15" fmla="*/ 213 h 213"/>
                <a:gd name="T16" fmla="*/ 73 w 138"/>
                <a:gd name="T17" fmla="*/ 102 h 213"/>
                <a:gd name="T18" fmla="*/ 28 w 138"/>
                <a:gd name="T19" fmla="*/ 102 h 213"/>
                <a:gd name="T20" fmla="*/ 28 w 138"/>
                <a:gd name="T21" fmla="*/ 27 h 213"/>
                <a:gd name="T22" fmla="*/ 73 w 138"/>
                <a:gd name="T23" fmla="*/ 27 h 213"/>
                <a:gd name="T24" fmla="*/ 111 w 138"/>
                <a:gd name="T25" fmla="*/ 65 h 213"/>
                <a:gd name="T26" fmla="*/ 73 w 138"/>
                <a:gd name="T27" fmla="*/ 10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8" h="213">
                  <a:moveTo>
                    <a:pt x="0" y="213"/>
                  </a:moveTo>
                  <a:cubicBezTo>
                    <a:pt x="28" y="213"/>
                    <a:pt x="28" y="213"/>
                    <a:pt x="28" y="213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75" y="129"/>
                    <a:pt x="75" y="129"/>
                    <a:pt x="75" y="129"/>
                  </a:cubicBezTo>
                  <a:cubicBezTo>
                    <a:pt x="112" y="129"/>
                    <a:pt x="138" y="102"/>
                    <a:pt x="138" y="65"/>
                  </a:cubicBezTo>
                  <a:cubicBezTo>
                    <a:pt x="138" y="27"/>
                    <a:pt x="112" y="0"/>
                    <a:pt x="7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3"/>
                  </a:lnTo>
                  <a:close/>
                  <a:moveTo>
                    <a:pt x="73" y="102"/>
                  </a:moveTo>
                  <a:cubicBezTo>
                    <a:pt x="28" y="102"/>
                    <a:pt x="28" y="102"/>
                    <a:pt x="28" y="102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96" y="27"/>
                    <a:pt x="111" y="42"/>
                    <a:pt x="111" y="65"/>
                  </a:cubicBezTo>
                  <a:cubicBezTo>
                    <a:pt x="111" y="87"/>
                    <a:pt x="96" y="102"/>
                    <a:pt x="73" y="10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2" name="Freeform 172">
              <a:extLst>
                <a:ext uri="{FF2B5EF4-FFF2-40B4-BE49-F238E27FC236}">
                  <a16:creationId xmlns:a16="http://schemas.microsoft.com/office/drawing/2014/main" id="{D72D6D07-53F6-464F-BBC8-F9665F4193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058188" y="12615863"/>
              <a:ext cx="90488" cy="136525"/>
            </a:xfrm>
            <a:custGeom>
              <a:avLst/>
              <a:gdLst>
                <a:gd name="T0" fmla="*/ 46 w 57"/>
                <a:gd name="T1" fmla="*/ 86 h 86"/>
                <a:gd name="T2" fmla="*/ 57 w 57"/>
                <a:gd name="T3" fmla="*/ 86 h 86"/>
                <a:gd name="T4" fmla="*/ 57 w 57"/>
                <a:gd name="T5" fmla="*/ 0 h 86"/>
                <a:gd name="T6" fmla="*/ 46 w 57"/>
                <a:gd name="T7" fmla="*/ 0 h 86"/>
                <a:gd name="T8" fmla="*/ 46 w 57"/>
                <a:gd name="T9" fmla="*/ 37 h 86"/>
                <a:gd name="T10" fmla="*/ 12 w 57"/>
                <a:gd name="T11" fmla="*/ 37 h 86"/>
                <a:gd name="T12" fmla="*/ 12 w 57"/>
                <a:gd name="T13" fmla="*/ 0 h 86"/>
                <a:gd name="T14" fmla="*/ 0 w 57"/>
                <a:gd name="T15" fmla="*/ 0 h 86"/>
                <a:gd name="T16" fmla="*/ 0 w 57"/>
                <a:gd name="T17" fmla="*/ 86 h 86"/>
                <a:gd name="T18" fmla="*/ 12 w 57"/>
                <a:gd name="T19" fmla="*/ 86 h 86"/>
                <a:gd name="T20" fmla="*/ 12 w 57"/>
                <a:gd name="T21" fmla="*/ 48 h 86"/>
                <a:gd name="T22" fmla="*/ 46 w 57"/>
                <a:gd name="T23" fmla="*/ 48 h 86"/>
                <a:gd name="T24" fmla="*/ 46 w 57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86">
                  <a:moveTo>
                    <a:pt x="46" y="86"/>
                  </a:moveTo>
                  <a:lnTo>
                    <a:pt x="57" y="86"/>
                  </a:lnTo>
                  <a:lnTo>
                    <a:pt x="57" y="0"/>
                  </a:lnTo>
                  <a:lnTo>
                    <a:pt x="46" y="0"/>
                  </a:lnTo>
                  <a:lnTo>
                    <a:pt x="46" y="37"/>
                  </a:lnTo>
                  <a:lnTo>
                    <a:pt x="12" y="37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12" y="86"/>
                  </a:lnTo>
                  <a:lnTo>
                    <a:pt x="12" y="48"/>
                  </a:lnTo>
                  <a:lnTo>
                    <a:pt x="46" y="48"/>
                  </a:lnTo>
                  <a:lnTo>
                    <a:pt x="46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3" name="Freeform 173">
              <a:extLst>
                <a:ext uri="{FF2B5EF4-FFF2-40B4-BE49-F238E27FC236}">
                  <a16:creationId xmlns:a16="http://schemas.microsoft.com/office/drawing/2014/main" id="{96E29811-92D9-4639-A151-B301836E5C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78838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4" name="Freeform 174">
              <a:extLst>
                <a:ext uri="{FF2B5EF4-FFF2-40B4-BE49-F238E27FC236}">
                  <a16:creationId xmlns:a16="http://schemas.microsoft.com/office/drawing/2014/main" id="{97D788CB-5213-40FA-9B2E-FD0FFB02C8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286788" y="12615863"/>
              <a:ext cx="92075" cy="136525"/>
            </a:xfrm>
            <a:custGeom>
              <a:avLst/>
              <a:gdLst>
                <a:gd name="T0" fmla="*/ 111 w 143"/>
                <a:gd name="T1" fmla="*/ 213 h 213"/>
                <a:gd name="T2" fmla="*/ 143 w 143"/>
                <a:gd name="T3" fmla="*/ 213 h 213"/>
                <a:gd name="T4" fmla="*/ 97 w 143"/>
                <a:gd name="T5" fmla="*/ 118 h 213"/>
                <a:gd name="T6" fmla="*/ 99 w 143"/>
                <a:gd name="T7" fmla="*/ 118 h 213"/>
                <a:gd name="T8" fmla="*/ 138 w 143"/>
                <a:gd name="T9" fmla="*/ 62 h 213"/>
                <a:gd name="T10" fmla="*/ 77 w 143"/>
                <a:gd name="T11" fmla="*/ 0 h 213"/>
                <a:gd name="T12" fmla="*/ 0 w 143"/>
                <a:gd name="T13" fmla="*/ 0 h 213"/>
                <a:gd name="T14" fmla="*/ 0 w 143"/>
                <a:gd name="T15" fmla="*/ 213 h 213"/>
                <a:gd name="T16" fmla="*/ 28 w 143"/>
                <a:gd name="T17" fmla="*/ 213 h 213"/>
                <a:gd name="T18" fmla="*/ 28 w 143"/>
                <a:gd name="T19" fmla="*/ 123 h 213"/>
                <a:gd name="T20" fmla="*/ 68 w 143"/>
                <a:gd name="T21" fmla="*/ 123 h 213"/>
                <a:gd name="T22" fmla="*/ 69 w 143"/>
                <a:gd name="T23" fmla="*/ 123 h 213"/>
                <a:gd name="T24" fmla="*/ 111 w 143"/>
                <a:gd name="T25" fmla="*/ 213 h 213"/>
                <a:gd name="T26" fmla="*/ 74 w 143"/>
                <a:gd name="T27" fmla="*/ 97 h 213"/>
                <a:gd name="T28" fmla="*/ 28 w 143"/>
                <a:gd name="T29" fmla="*/ 97 h 213"/>
                <a:gd name="T30" fmla="*/ 28 w 143"/>
                <a:gd name="T31" fmla="*/ 27 h 213"/>
                <a:gd name="T32" fmla="*/ 74 w 143"/>
                <a:gd name="T33" fmla="*/ 27 h 213"/>
                <a:gd name="T34" fmla="*/ 110 w 143"/>
                <a:gd name="T35" fmla="*/ 62 h 213"/>
                <a:gd name="T36" fmla="*/ 74 w 143"/>
                <a:gd name="T37" fmla="*/ 9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3" h="213">
                  <a:moveTo>
                    <a:pt x="111" y="213"/>
                  </a:moveTo>
                  <a:cubicBezTo>
                    <a:pt x="143" y="213"/>
                    <a:pt x="143" y="213"/>
                    <a:pt x="143" y="213"/>
                  </a:cubicBezTo>
                  <a:cubicBezTo>
                    <a:pt x="97" y="118"/>
                    <a:pt x="97" y="118"/>
                    <a:pt x="97" y="118"/>
                  </a:cubicBezTo>
                  <a:cubicBezTo>
                    <a:pt x="99" y="118"/>
                    <a:pt x="99" y="118"/>
                    <a:pt x="99" y="118"/>
                  </a:cubicBezTo>
                  <a:cubicBezTo>
                    <a:pt x="123" y="111"/>
                    <a:pt x="138" y="90"/>
                    <a:pt x="138" y="62"/>
                  </a:cubicBezTo>
                  <a:cubicBezTo>
                    <a:pt x="138" y="25"/>
                    <a:pt x="113" y="0"/>
                    <a:pt x="7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9" y="123"/>
                    <a:pt x="69" y="123"/>
                    <a:pt x="69" y="123"/>
                  </a:cubicBezTo>
                  <a:lnTo>
                    <a:pt x="111" y="213"/>
                  </a:lnTo>
                  <a:close/>
                  <a:moveTo>
                    <a:pt x="74" y="97"/>
                  </a:moveTo>
                  <a:cubicBezTo>
                    <a:pt x="28" y="97"/>
                    <a:pt x="28" y="97"/>
                    <a:pt x="28" y="9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96" y="27"/>
                    <a:pt x="110" y="41"/>
                    <a:pt x="110" y="62"/>
                  </a:cubicBezTo>
                  <a:cubicBezTo>
                    <a:pt x="110" y="84"/>
                    <a:pt x="96" y="97"/>
                    <a:pt x="74" y="9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5" name="Freeform 175">
              <a:extLst>
                <a:ext uri="{FF2B5EF4-FFF2-40B4-BE49-F238E27FC236}">
                  <a16:creationId xmlns:a16="http://schemas.microsoft.com/office/drawing/2014/main" id="{DBA26032-0482-4753-BECC-16B67DEC11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01088" y="12615863"/>
              <a:ext cx="80963" cy="136525"/>
            </a:xfrm>
            <a:custGeom>
              <a:avLst/>
              <a:gdLst>
                <a:gd name="T0" fmla="*/ 0 w 51"/>
                <a:gd name="T1" fmla="*/ 86 h 86"/>
                <a:gd name="T2" fmla="*/ 51 w 51"/>
                <a:gd name="T3" fmla="*/ 86 h 86"/>
                <a:gd name="T4" fmla="*/ 51 w 51"/>
                <a:gd name="T5" fmla="*/ 75 h 86"/>
                <a:gd name="T6" fmla="*/ 11 w 51"/>
                <a:gd name="T7" fmla="*/ 75 h 86"/>
                <a:gd name="T8" fmla="*/ 11 w 51"/>
                <a:gd name="T9" fmla="*/ 48 h 86"/>
                <a:gd name="T10" fmla="*/ 45 w 51"/>
                <a:gd name="T11" fmla="*/ 48 h 86"/>
                <a:gd name="T12" fmla="*/ 45 w 51"/>
                <a:gd name="T13" fmla="*/ 37 h 86"/>
                <a:gd name="T14" fmla="*/ 11 w 51"/>
                <a:gd name="T15" fmla="*/ 37 h 86"/>
                <a:gd name="T16" fmla="*/ 11 w 51"/>
                <a:gd name="T17" fmla="*/ 10 h 86"/>
                <a:gd name="T18" fmla="*/ 51 w 51"/>
                <a:gd name="T19" fmla="*/ 10 h 86"/>
                <a:gd name="T20" fmla="*/ 51 w 51"/>
                <a:gd name="T21" fmla="*/ 0 h 86"/>
                <a:gd name="T22" fmla="*/ 0 w 51"/>
                <a:gd name="T23" fmla="*/ 0 h 86"/>
                <a:gd name="T24" fmla="*/ 0 w 51"/>
                <a:gd name="T2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86">
                  <a:moveTo>
                    <a:pt x="0" y="86"/>
                  </a:moveTo>
                  <a:lnTo>
                    <a:pt x="51" y="86"/>
                  </a:lnTo>
                  <a:lnTo>
                    <a:pt x="51" y="75"/>
                  </a:lnTo>
                  <a:lnTo>
                    <a:pt x="11" y="75"/>
                  </a:lnTo>
                  <a:lnTo>
                    <a:pt x="11" y="48"/>
                  </a:lnTo>
                  <a:lnTo>
                    <a:pt x="45" y="48"/>
                  </a:lnTo>
                  <a:lnTo>
                    <a:pt x="45" y="37"/>
                  </a:lnTo>
                  <a:lnTo>
                    <a:pt x="11" y="37"/>
                  </a:lnTo>
                  <a:lnTo>
                    <a:pt x="11" y="10"/>
                  </a:lnTo>
                  <a:lnTo>
                    <a:pt x="51" y="1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6" name="Freeform 176">
              <a:extLst>
                <a:ext uri="{FF2B5EF4-FFF2-40B4-BE49-F238E27FC236}">
                  <a16:creationId xmlns:a16="http://schemas.microsoft.com/office/drawing/2014/main" id="{97263A02-B77C-46CA-B880-A7258ACFE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70713" y="12320588"/>
              <a:ext cx="0" cy="706437"/>
            </a:xfrm>
            <a:custGeom>
              <a:avLst/>
              <a:gdLst>
                <a:gd name="T0" fmla="*/ 0 h 445"/>
                <a:gd name="T1" fmla="*/ 445 h 445"/>
                <a:gd name="T2" fmla="*/ 0 h 44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45">
                  <a:moveTo>
                    <a:pt x="0" y="0"/>
                  </a:moveTo>
                  <a:lnTo>
                    <a:pt x="0" y="44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7" name="Line 177">
              <a:extLst>
                <a:ext uri="{FF2B5EF4-FFF2-40B4-BE49-F238E27FC236}">
                  <a16:creationId xmlns:a16="http://schemas.microsoft.com/office/drawing/2014/main" id="{1ED0AFF6-5FEA-4447-B672-291F0E3E00EC}"/>
                </a:ext>
              </a:extLst>
            </p:cNvPr>
            <p:cNvSpPr>
              <a:spLocks noChangeShapeType="1"/>
            </p:cNvSpPr>
            <p:nvPr userDrawn="1"/>
          </p:nvSpPr>
          <p:spPr bwMode="auto">
            <a:xfrm>
              <a:off x="19670713" y="12320588"/>
              <a:ext cx="0" cy="706437"/>
            </a:xfrm>
            <a:prstGeom prst="lin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8" name="Rectangle 178">
              <a:extLst>
                <a:ext uri="{FF2B5EF4-FFF2-40B4-BE49-F238E27FC236}">
                  <a16:creationId xmlns:a16="http://schemas.microsoft.com/office/drawing/2014/main" id="{B57B81CB-005D-475E-81E2-E7B23D735CD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19667538" y="12320588"/>
              <a:ext cx="6350" cy="70643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59" name="Freeform 179">
              <a:extLst>
                <a:ext uri="{FF2B5EF4-FFF2-40B4-BE49-F238E27FC236}">
                  <a16:creationId xmlns:a16="http://schemas.microsoft.com/office/drawing/2014/main" id="{DF11A4B9-DF2A-4CB4-A98D-88A8BC5E050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780251" y="12868275"/>
              <a:ext cx="52388" cy="80962"/>
            </a:xfrm>
            <a:custGeom>
              <a:avLst/>
              <a:gdLst>
                <a:gd name="T0" fmla="*/ 14 w 33"/>
                <a:gd name="T1" fmla="*/ 51 h 51"/>
                <a:gd name="T2" fmla="*/ 14 w 33"/>
                <a:gd name="T3" fmla="*/ 4 h 51"/>
                <a:gd name="T4" fmla="*/ 0 w 33"/>
                <a:gd name="T5" fmla="*/ 4 h 51"/>
                <a:gd name="T6" fmla="*/ 0 w 33"/>
                <a:gd name="T7" fmla="*/ 0 h 51"/>
                <a:gd name="T8" fmla="*/ 33 w 33"/>
                <a:gd name="T9" fmla="*/ 0 h 51"/>
                <a:gd name="T10" fmla="*/ 33 w 33"/>
                <a:gd name="T11" fmla="*/ 4 h 51"/>
                <a:gd name="T12" fmla="*/ 18 w 33"/>
                <a:gd name="T13" fmla="*/ 4 h 51"/>
                <a:gd name="T14" fmla="*/ 18 w 33"/>
                <a:gd name="T15" fmla="*/ 50 h 51"/>
                <a:gd name="T16" fmla="*/ 18 w 33"/>
                <a:gd name="T17" fmla="*/ 51 h 51"/>
                <a:gd name="T18" fmla="*/ 14 w 33"/>
                <a:gd name="T19" fmla="*/ 51 h 51"/>
                <a:gd name="T20" fmla="*/ 18 w 33"/>
                <a:gd name="T21" fmla="*/ 50 h 51"/>
                <a:gd name="T22" fmla="*/ 18 w 33"/>
                <a:gd name="T23" fmla="*/ 50 h 51"/>
                <a:gd name="T24" fmla="*/ 18 w 33"/>
                <a:gd name="T25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14" y="51"/>
                  </a:moveTo>
                  <a:lnTo>
                    <a:pt x="14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4"/>
                  </a:lnTo>
                  <a:lnTo>
                    <a:pt x="18" y="4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0" name="Freeform 180">
              <a:extLst>
                <a:ext uri="{FF2B5EF4-FFF2-40B4-BE49-F238E27FC236}">
                  <a16:creationId xmlns:a16="http://schemas.microsoft.com/office/drawing/2014/main" id="{3421CB12-9AC5-4A8A-A1BF-29CAA32AF0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846926" y="12868275"/>
              <a:ext cx="52388" cy="80962"/>
            </a:xfrm>
            <a:custGeom>
              <a:avLst/>
              <a:gdLst>
                <a:gd name="T0" fmla="*/ 29 w 33"/>
                <a:gd name="T1" fmla="*/ 51 h 51"/>
                <a:gd name="T2" fmla="*/ 29 w 33"/>
                <a:gd name="T3" fmla="*/ 27 h 51"/>
                <a:gd name="T4" fmla="*/ 4 w 33"/>
                <a:gd name="T5" fmla="*/ 27 h 51"/>
                <a:gd name="T6" fmla="*/ 4 w 33"/>
                <a:gd name="T7" fmla="*/ 51 h 51"/>
                <a:gd name="T8" fmla="*/ 0 w 33"/>
                <a:gd name="T9" fmla="*/ 51 h 51"/>
                <a:gd name="T10" fmla="*/ 0 w 33"/>
                <a:gd name="T11" fmla="*/ 0 h 51"/>
                <a:gd name="T12" fmla="*/ 4 w 33"/>
                <a:gd name="T13" fmla="*/ 0 h 51"/>
                <a:gd name="T14" fmla="*/ 4 w 33"/>
                <a:gd name="T15" fmla="*/ 23 h 51"/>
                <a:gd name="T16" fmla="*/ 29 w 33"/>
                <a:gd name="T17" fmla="*/ 23 h 51"/>
                <a:gd name="T18" fmla="*/ 29 w 33"/>
                <a:gd name="T19" fmla="*/ 0 h 51"/>
                <a:gd name="T20" fmla="*/ 33 w 33"/>
                <a:gd name="T21" fmla="*/ 0 h 51"/>
                <a:gd name="T22" fmla="*/ 33 w 33"/>
                <a:gd name="T23" fmla="*/ 51 h 51"/>
                <a:gd name="T24" fmla="*/ 29 w 33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29" y="51"/>
                  </a:moveTo>
                  <a:lnTo>
                    <a:pt x="29" y="27"/>
                  </a:lnTo>
                  <a:lnTo>
                    <a:pt x="4" y="2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3"/>
                  </a:lnTo>
                  <a:lnTo>
                    <a:pt x="29" y="23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3" y="51"/>
                  </a:lnTo>
                  <a:lnTo>
                    <a:pt x="29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1" name="Freeform 181">
              <a:extLst>
                <a:ext uri="{FF2B5EF4-FFF2-40B4-BE49-F238E27FC236}">
                  <a16:creationId xmlns:a16="http://schemas.microsoft.com/office/drawing/2014/main" id="{96068547-014A-4A1B-A8BC-7D5D8A3152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923126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3 w 29"/>
                <a:gd name="T11" fmla="*/ 4 h 51"/>
                <a:gd name="T12" fmla="*/ 3 w 29"/>
                <a:gd name="T13" fmla="*/ 23 h 51"/>
                <a:gd name="T14" fmla="*/ 26 w 29"/>
                <a:gd name="T15" fmla="*/ 23 h 51"/>
                <a:gd name="T16" fmla="*/ 26 w 29"/>
                <a:gd name="T17" fmla="*/ 27 h 51"/>
                <a:gd name="T18" fmla="*/ 3 w 29"/>
                <a:gd name="T19" fmla="*/ 27 h 51"/>
                <a:gd name="T20" fmla="*/ 3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3" y="4"/>
                  </a:lnTo>
                  <a:lnTo>
                    <a:pt x="3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3" y="27"/>
                  </a:lnTo>
                  <a:lnTo>
                    <a:pt x="3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2" name="Freeform 182">
              <a:extLst>
                <a:ext uri="{FF2B5EF4-FFF2-40B4-BE49-F238E27FC236}">
                  <a16:creationId xmlns:a16="http://schemas.microsoft.com/office/drawing/2014/main" id="{3D0306D3-4789-4050-9DE6-6F80D37B380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13613" y="12868275"/>
              <a:ext cx="52388" cy="80962"/>
            </a:xfrm>
            <a:custGeom>
              <a:avLst/>
              <a:gdLst>
                <a:gd name="T0" fmla="*/ 71 w 82"/>
                <a:gd name="T1" fmla="*/ 125 h 125"/>
                <a:gd name="T2" fmla="*/ 42 w 82"/>
                <a:gd name="T3" fmla="*/ 68 h 125"/>
                <a:gd name="T4" fmla="*/ 10 w 82"/>
                <a:gd name="T5" fmla="*/ 68 h 125"/>
                <a:gd name="T6" fmla="*/ 10 w 82"/>
                <a:gd name="T7" fmla="*/ 125 h 125"/>
                <a:gd name="T8" fmla="*/ 0 w 82"/>
                <a:gd name="T9" fmla="*/ 125 h 125"/>
                <a:gd name="T10" fmla="*/ 0 w 82"/>
                <a:gd name="T11" fmla="*/ 0 h 125"/>
                <a:gd name="T12" fmla="*/ 46 w 82"/>
                <a:gd name="T13" fmla="*/ 0 h 125"/>
                <a:gd name="T14" fmla="*/ 81 w 82"/>
                <a:gd name="T15" fmla="*/ 34 h 125"/>
                <a:gd name="T16" fmla="*/ 53 w 82"/>
                <a:gd name="T17" fmla="*/ 67 h 125"/>
                <a:gd name="T18" fmla="*/ 82 w 82"/>
                <a:gd name="T19" fmla="*/ 125 h 125"/>
                <a:gd name="T20" fmla="*/ 71 w 82"/>
                <a:gd name="T21" fmla="*/ 125 h 125"/>
                <a:gd name="T22" fmla="*/ 45 w 82"/>
                <a:gd name="T23" fmla="*/ 9 h 125"/>
                <a:gd name="T24" fmla="*/ 10 w 82"/>
                <a:gd name="T25" fmla="*/ 9 h 125"/>
                <a:gd name="T26" fmla="*/ 10 w 82"/>
                <a:gd name="T27" fmla="*/ 59 h 125"/>
                <a:gd name="T28" fmla="*/ 45 w 82"/>
                <a:gd name="T29" fmla="*/ 59 h 125"/>
                <a:gd name="T30" fmla="*/ 71 w 82"/>
                <a:gd name="T31" fmla="*/ 34 h 125"/>
                <a:gd name="T32" fmla="*/ 45 w 82"/>
                <a:gd name="T33" fmla="*/ 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125">
                  <a:moveTo>
                    <a:pt x="71" y="125"/>
                  </a:moveTo>
                  <a:cubicBezTo>
                    <a:pt x="42" y="68"/>
                    <a:pt x="42" y="68"/>
                    <a:pt x="42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66" y="0"/>
                    <a:pt x="81" y="12"/>
                    <a:pt x="81" y="34"/>
                  </a:cubicBezTo>
                  <a:cubicBezTo>
                    <a:pt x="81" y="52"/>
                    <a:pt x="70" y="64"/>
                    <a:pt x="53" y="67"/>
                  </a:cubicBezTo>
                  <a:cubicBezTo>
                    <a:pt x="82" y="125"/>
                    <a:pt x="82" y="125"/>
                    <a:pt x="82" y="125"/>
                  </a:cubicBezTo>
                  <a:lnTo>
                    <a:pt x="71" y="125"/>
                  </a:lnTo>
                  <a:close/>
                  <a:moveTo>
                    <a:pt x="45" y="9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60" y="58"/>
                    <a:pt x="71" y="51"/>
                    <a:pt x="71" y="34"/>
                  </a:cubicBezTo>
                  <a:cubicBezTo>
                    <a:pt x="71" y="17"/>
                    <a:pt x="60" y="9"/>
                    <a:pt x="45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3" name="Freeform 183">
              <a:extLst>
                <a:ext uri="{FF2B5EF4-FFF2-40B4-BE49-F238E27FC236}">
                  <a16:creationId xmlns:a16="http://schemas.microsoft.com/office/drawing/2014/main" id="{4FA52746-205E-415C-A010-365360A2AFD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081876" y="12868275"/>
              <a:ext cx="53975" cy="80962"/>
            </a:xfrm>
            <a:custGeom>
              <a:avLst/>
              <a:gdLst>
                <a:gd name="T0" fmla="*/ 41 w 83"/>
                <a:gd name="T1" fmla="*/ 127 h 127"/>
                <a:gd name="T2" fmla="*/ 11 w 83"/>
                <a:gd name="T3" fmla="*/ 114 h 127"/>
                <a:gd name="T4" fmla="*/ 0 w 83"/>
                <a:gd name="T5" fmla="*/ 63 h 127"/>
                <a:gd name="T6" fmla="*/ 11 w 83"/>
                <a:gd name="T7" fmla="*/ 13 h 127"/>
                <a:gd name="T8" fmla="*/ 41 w 83"/>
                <a:gd name="T9" fmla="*/ 0 h 127"/>
                <a:gd name="T10" fmla="*/ 72 w 83"/>
                <a:gd name="T11" fmla="*/ 13 h 127"/>
                <a:gd name="T12" fmla="*/ 83 w 83"/>
                <a:gd name="T13" fmla="*/ 63 h 127"/>
                <a:gd name="T14" fmla="*/ 72 w 83"/>
                <a:gd name="T15" fmla="*/ 114 h 127"/>
                <a:gd name="T16" fmla="*/ 41 w 83"/>
                <a:gd name="T17" fmla="*/ 127 h 127"/>
                <a:gd name="T18" fmla="*/ 64 w 83"/>
                <a:gd name="T19" fmla="*/ 19 h 127"/>
                <a:gd name="T20" fmla="*/ 41 w 83"/>
                <a:gd name="T21" fmla="*/ 9 h 127"/>
                <a:gd name="T22" fmla="*/ 19 w 83"/>
                <a:gd name="T23" fmla="*/ 19 h 127"/>
                <a:gd name="T24" fmla="*/ 10 w 83"/>
                <a:gd name="T25" fmla="*/ 63 h 127"/>
                <a:gd name="T26" fmla="*/ 19 w 83"/>
                <a:gd name="T27" fmla="*/ 108 h 127"/>
                <a:gd name="T28" fmla="*/ 41 w 83"/>
                <a:gd name="T29" fmla="*/ 118 h 127"/>
                <a:gd name="T30" fmla="*/ 64 w 83"/>
                <a:gd name="T31" fmla="*/ 108 h 127"/>
                <a:gd name="T32" fmla="*/ 73 w 83"/>
                <a:gd name="T33" fmla="*/ 63 h 127"/>
                <a:gd name="T34" fmla="*/ 64 w 83"/>
                <a:gd name="T35" fmla="*/ 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53" y="0"/>
                    <a:pt x="64" y="5"/>
                    <a:pt x="72" y="13"/>
                  </a:cubicBezTo>
                  <a:cubicBezTo>
                    <a:pt x="83" y="24"/>
                    <a:pt x="83" y="35"/>
                    <a:pt x="83" y="63"/>
                  </a:cubicBezTo>
                  <a:cubicBezTo>
                    <a:pt x="83" y="91"/>
                    <a:pt x="83" y="102"/>
                    <a:pt x="72" y="114"/>
                  </a:cubicBezTo>
                  <a:cubicBezTo>
                    <a:pt x="64" y="122"/>
                    <a:pt x="53" y="127"/>
                    <a:pt x="41" y="127"/>
                  </a:cubicBezTo>
                  <a:moveTo>
                    <a:pt x="64" y="19"/>
                  </a:moveTo>
                  <a:cubicBezTo>
                    <a:pt x="58" y="12"/>
                    <a:pt x="50" y="9"/>
                    <a:pt x="41" y="9"/>
                  </a:cubicBezTo>
                  <a:cubicBezTo>
                    <a:pt x="33" y="9"/>
                    <a:pt x="25" y="12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0" y="118"/>
                    <a:pt x="58" y="114"/>
                    <a:pt x="64" y="108"/>
                  </a:cubicBezTo>
                  <a:cubicBezTo>
                    <a:pt x="72" y="99"/>
                    <a:pt x="73" y="90"/>
                    <a:pt x="73" y="63"/>
                  </a:cubicBezTo>
                  <a:cubicBezTo>
                    <a:pt x="73" y="37"/>
                    <a:pt x="72" y="27"/>
                    <a:pt x="64" y="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4" name="Freeform 184">
              <a:extLst>
                <a:ext uri="{FF2B5EF4-FFF2-40B4-BE49-F238E27FC236}">
                  <a16:creationId xmlns:a16="http://schemas.microsoft.com/office/drawing/2014/main" id="{C24C4900-02F8-41EA-90B2-627F6A5FA45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143788" y="12868275"/>
              <a:ext cx="50800" cy="80962"/>
            </a:xfrm>
            <a:custGeom>
              <a:avLst/>
              <a:gdLst>
                <a:gd name="T0" fmla="*/ 14 w 32"/>
                <a:gd name="T1" fmla="*/ 51 h 51"/>
                <a:gd name="T2" fmla="*/ 14 w 32"/>
                <a:gd name="T3" fmla="*/ 30 h 51"/>
                <a:gd name="T4" fmla="*/ 0 w 32"/>
                <a:gd name="T5" fmla="*/ 0 h 51"/>
                <a:gd name="T6" fmla="*/ 4 w 32"/>
                <a:gd name="T7" fmla="*/ 0 h 51"/>
                <a:gd name="T8" fmla="*/ 16 w 32"/>
                <a:gd name="T9" fmla="*/ 25 h 51"/>
                <a:gd name="T10" fmla="*/ 28 w 32"/>
                <a:gd name="T11" fmla="*/ 0 h 51"/>
                <a:gd name="T12" fmla="*/ 32 w 32"/>
                <a:gd name="T13" fmla="*/ 0 h 51"/>
                <a:gd name="T14" fmla="*/ 18 w 32"/>
                <a:gd name="T15" fmla="*/ 30 h 51"/>
                <a:gd name="T16" fmla="*/ 18 w 32"/>
                <a:gd name="T17" fmla="*/ 50 h 51"/>
                <a:gd name="T18" fmla="*/ 18 w 32"/>
                <a:gd name="T19" fmla="*/ 51 h 51"/>
                <a:gd name="T20" fmla="*/ 14 w 32"/>
                <a:gd name="T21" fmla="*/ 51 h 51"/>
                <a:gd name="T22" fmla="*/ 18 w 32"/>
                <a:gd name="T23" fmla="*/ 50 h 51"/>
                <a:gd name="T24" fmla="*/ 18 w 32"/>
                <a:gd name="T25" fmla="*/ 50 h 51"/>
                <a:gd name="T26" fmla="*/ 18 w 32"/>
                <a:gd name="T27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51">
                  <a:moveTo>
                    <a:pt x="14" y="51"/>
                  </a:moveTo>
                  <a:lnTo>
                    <a:pt x="14" y="3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6" y="25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18" y="30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5" name="Freeform 185">
              <a:extLst>
                <a:ext uri="{FF2B5EF4-FFF2-40B4-BE49-F238E27FC236}">
                  <a16:creationId xmlns:a16="http://schemas.microsoft.com/office/drawing/2014/main" id="{1A09ABB8-DD30-4939-AF68-95DD955570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193001" y="12868275"/>
              <a:ext cx="61913" cy="80962"/>
            </a:xfrm>
            <a:custGeom>
              <a:avLst/>
              <a:gdLst>
                <a:gd name="T0" fmla="*/ 35 w 39"/>
                <a:gd name="T1" fmla="*/ 51 h 51"/>
                <a:gd name="T2" fmla="*/ 30 w 39"/>
                <a:gd name="T3" fmla="*/ 39 h 51"/>
                <a:gd name="T4" fmla="*/ 8 w 39"/>
                <a:gd name="T5" fmla="*/ 39 h 51"/>
                <a:gd name="T6" fmla="*/ 4 w 39"/>
                <a:gd name="T7" fmla="*/ 51 h 51"/>
                <a:gd name="T8" fmla="*/ 0 w 39"/>
                <a:gd name="T9" fmla="*/ 51 h 51"/>
                <a:gd name="T10" fmla="*/ 18 w 39"/>
                <a:gd name="T11" fmla="*/ 0 h 51"/>
                <a:gd name="T12" fmla="*/ 21 w 39"/>
                <a:gd name="T13" fmla="*/ 0 h 51"/>
                <a:gd name="T14" fmla="*/ 39 w 39"/>
                <a:gd name="T15" fmla="*/ 51 h 51"/>
                <a:gd name="T16" fmla="*/ 35 w 39"/>
                <a:gd name="T17" fmla="*/ 51 h 51"/>
                <a:gd name="T18" fmla="*/ 29 w 39"/>
                <a:gd name="T19" fmla="*/ 35 h 51"/>
                <a:gd name="T20" fmla="*/ 20 w 39"/>
                <a:gd name="T21" fmla="*/ 6 h 51"/>
                <a:gd name="T22" fmla="*/ 9 w 39"/>
                <a:gd name="T23" fmla="*/ 35 h 51"/>
                <a:gd name="T24" fmla="*/ 29 w 39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51">
                  <a:moveTo>
                    <a:pt x="35" y="51"/>
                  </a:moveTo>
                  <a:lnTo>
                    <a:pt x="30" y="39"/>
                  </a:lnTo>
                  <a:lnTo>
                    <a:pt x="8" y="39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39" y="51"/>
                  </a:lnTo>
                  <a:lnTo>
                    <a:pt x="35" y="51"/>
                  </a:lnTo>
                  <a:close/>
                  <a:moveTo>
                    <a:pt x="29" y="35"/>
                  </a:moveTo>
                  <a:lnTo>
                    <a:pt x="20" y="6"/>
                  </a:lnTo>
                  <a:lnTo>
                    <a:pt x="9" y="35"/>
                  </a:lnTo>
                  <a:lnTo>
                    <a:pt x="29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6" name="Freeform 186">
              <a:extLst>
                <a:ext uri="{FF2B5EF4-FFF2-40B4-BE49-F238E27FC236}">
                  <a16:creationId xmlns:a16="http://schemas.microsoft.com/office/drawing/2014/main" id="{DAF90C9B-4860-4887-9562-0575009098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26761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4 w 30"/>
                <a:gd name="T7" fmla="*/ 0 h 51"/>
                <a:gd name="T8" fmla="*/ 4 w 30"/>
                <a:gd name="T9" fmla="*/ 47 h 51"/>
                <a:gd name="T10" fmla="*/ 30 w 30"/>
                <a:gd name="T11" fmla="*/ 47 h 51"/>
                <a:gd name="T12" fmla="*/ 30 w 30"/>
                <a:gd name="T13" fmla="*/ 51 h 51"/>
                <a:gd name="T14" fmla="*/ 0 w 30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7" name="Freeform 187">
              <a:extLst>
                <a:ext uri="{FF2B5EF4-FFF2-40B4-BE49-F238E27FC236}">
                  <a16:creationId xmlns:a16="http://schemas.microsoft.com/office/drawing/2014/main" id="{CA7ECF0F-5799-4ED2-90AC-9F99E149B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50163" y="12868275"/>
              <a:ext cx="50800" cy="80962"/>
            </a:xfrm>
            <a:custGeom>
              <a:avLst/>
              <a:gdLst>
                <a:gd name="T0" fmla="*/ 41 w 81"/>
                <a:gd name="T1" fmla="*/ 127 h 127"/>
                <a:gd name="T2" fmla="*/ 41 w 81"/>
                <a:gd name="T3" fmla="*/ 127 h 127"/>
                <a:gd name="T4" fmla="*/ 0 w 81"/>
                <a:gd name="T5" fmla="*/ 110 h 127"/>
                <a:gd name="T6" fmla="*/ 0 w 81"/>
                <a:gd name="T7" fmla="*/ 110 h 127"/>
                <a:gd name="T8" fmla="*/ 7 w 81"/>
                <a:gd name="T9" fmla="*/ 103 h 127"/>
                <a:gd name="T10" fmla="*/ 7 w 81"/>
                <a:gd name="T11" fmla="*/ 103 h 127"/>
                <a:gd name="T12" fmla="*/ 41 w 81"/>
                <a:gd name="T13" fmla="*/ 118 h 127"/>
                <a:gd name="T14" fmla="*/ 72 w 81"/>
                <a:gd name="T15" fmla="*/ 92 h 127"/>
                <a:gd name="T16" fmla="*/ 65 w 81"/>
                <a:gd name="T17" fmla="*/ 75 h 127"/>
                <a:gd name="T18" fmla="*/ 48 w 81"/>
                <a:gd name="T19" fmla="*/ 69 h 127"/>
                <a:gd name="T20" fmla="*/ 34 w 81"/>
                <a:gd name="T21" fmla="*/ 67 h 127"/>
                <a:gd name="T22" fmla="*/ 12 w 81"/>
                <a:gd name="T23" fmla="*/ 57 h 127"/>
                <a:gd name="T24" fmla="*/ 3 w 81"/>
                <a:gd name="T25" fmla="*/ 34 h 127"/>
                <a:gd name="T26" fmla="*/ 13 w 81"/>
                <a:gd name="T27" fmla="*/ 9 h 127"/>
                <a:gd name="T28" fmla="*/ 40 w 81"/>
                <a:gd name="T29" fmla="*/ 0 h 127"/>
                <a:gd name="T30" fmla="*/ 75 w 81"/>
                <a:gd name="T31" fmla="*/ 14 h 127"/>
                <a:gd name="T32" fmla="*/ 76 w 81"/>
                <a:gd name="T33" fmla="*/ 14 h 127"/>
                <a:gd name="T34" fmla="*/ 69 w 81"/>
                <a:gd name="T35" fmla="*/ 20 h 127"/>
                <a:gd name="T36" fmla="*/ 69 w 81"/>
                <a:gd name="T37" fmla="*/ 20 h 127"/>
                <a:gd name="T38" fmla="*/ 40 w 81"/>
                <a:gd name="T39" fmla="*/ 9 h 127"/>
                <a:gd name="T40" fmla="*/ 13 w 81"/>
                <a:gd name="T41" fmla="*/ 34 h 127"/>
                <a:gd name="T42" fmla="*/ 19 w 81"/>
                <a:gd name="T43" fmla="*/ 50 h 127"/>
                <a:gd name="T44" fmla="*/ 36 w 81"/>
                <a:gd name="T45" fmla="*/ 57 h 127"/>
                <a:gd name="T46" fmla="*/ 49 w 81"/>
                <a:gd name="T47" fmla="*/ 60 h 127"/>
                <a:gd name="T48" fmla="*/ 71 w 81"/>
                <a:gd name="T49" fmla="*/ 68 h 127"/>
                <a:gd name="T50" fmla="*/ 81 w 81"/>
                <a:gd name="T51" fmla="*/ 92 h 127"/>
                <a:gd name="T52" fmla="*/ 41 w 81"/>
                <a:gd name="T5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1" h="127">
                  <a:moveTo>
                    <a:pt x="41" y="127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23" y="127"/>
                    <a:pt x="11" y="122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2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6" y="15"/>
                    <a:pt x="13" y="9"/>
                  </a:cubicBezTo>
                  <a:cubicBezTo>
                    <a:pt x="19" y="3"/>
                    <a:pt x="29" y="0"/>
                    <a:pt x="40" y="0"/>
                  </a:cubicBezTo>
                  <a:cubicBezTo>
                    <a:pt x="55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6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1" y="82"/>
                    <a:pt x="81" y="92"/>
                  </a:cubicBezTo>
                  <a:cubicBezTo>
                    <a:pt x="81" y="113"/>
                    <a:pt x="66" y="127"/>
                    <a:pt x="41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8" name="Freeform 188">
              <a:extLst>
                <a:ext uri="{FF2B5EF4-FFF2-40B4-BE49-F238E27FC236}">
                  <a16:creationId xmlns:a16="http://schemas.microsoft.com/office/drawing/2014/main" id="{DFBFC01F-DCCB-4361-9314-8EB71C8853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08901" y="12868275"/>
              <a:ext cx="87313" cy="80962"/>
            </a:xfrm>
            <a:custGeom>
              <a:avLst/>
              <a:gdLst>
                <a:gd name="T0" fmla="*/ 39 w 55"/>
                <a:gd name="T1" fmla="*/ 51 h 51"/>
                <a:gd name="T2" fmla="*/ 39 w 55"/>
                <a:gd name="T3" fmla="*/ 50 h 51"/>
                <a:gd name="T4" fmla="*/ 39 w 55"/>
                <a:gd name="T5" fmla="*/ 50 h 51"/>
                <a:gd name="T6" fmla="*/ 39 w 55"/>
                <a:gd name="T7" fmla="*/ 50 h 51"/>
                <a:gd name="T8" fmla="*/ 39 w 55"/>
                <a:gd name="T9" fmla="*/ 51 h 51"/>
                <a:gd name="T10" fmla="*/ 39 w 55"/>
                <a:gd name="T11" fmla="*/ 51 h 51"/>
                <a:gd name="T12" fmla="*/ 28 w 55"/>
                <a:gd name="T13" fmla="*/ 7 h 51"/>
                <a:gd name="T14" fmla="*/ 17 w 55"/>
                <a:gd name="T15" fmla="*/ 51 h 51"/>
                <a:gd name="T16" fmla="*/ 12 w 55"/>
                <a:gd name="T17" fmla="*/ 51 h 51"/>
                <a:gd name="T18" fmla="*/ 0 w 55"/>
                <a:gd name="T19" fmla="*/ 0 h 51"/>
                <a:gd name="T20" fmla="*/ 4 w 55"/>
                <a:gd name="T21" fmla="*/ 0 h 51"/>
                <a:gd name="T22" fmla="*/ 15 w 55"/>
                <a:gd name="T23" fmla="*/ 43 h 51"/>
                <a:gd name="T24" fmla="*/ 26 w 55"/>
                <a:gd name="T25" fmla="*/ 0 h 51"/>
                <a:gd name="T26" fmla="*/ 30 w 55"/>
                <a:gd name="T27" fmla="*/ 0 h 51"/>
                <a:gd name="T28" fmla="*/ 41 w 55"/>
                <a:gd name="T29" fmla="*/ 43 h 51"/>
                <a:gd name="T30" fmla="*/ 51 w 55"/>
                <a:gd name="T31" fmla="*/ 0 h 51"/>
                <a:gd name="T32" fmla="*/ 55 w 55"/>
                <a:gd name="T33" fmla="*/ 0 h 51"/>
                <a:gd name="T34" fmla="*/ 43 w 55"/>
                <a:gd name="T35" fmla="*/ 51 h 51"/>
                <a:gd name="T36" fmla="*/ 39 w 55"/>
                <a:gd name="T3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51">
                  <a:moveTo>
                    <a:pt x="39" y="51"/>
                  </a:moveTo>
                  <a:lnTo>
                    <a:pt x="39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28" y="7"/>
                  </a:lnTo>
                  <a:lnTo>
                    <a:pt x="17" y="51"/>
                  </a:lnTo>
                  <a:lnTo>
                    <a:pt x="12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15" y="43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41" y="43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43" y="51"/>
                  </a:lnTo>
                  <a:lnTo>
                    <a:pt x="39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69" name="Freeform 189">
              <a:extLst>
                <a:ext uri="{FF2B5EF4-FFF2-40B4-BE49-F238E27FC236}">
                  <a16:creationId xmlns:a16="http://schemas.microsoft.com/office/drawing/2014/main" id="{DB2CCB84-5093-4B66-921F-83C6D1A1D6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510501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4 w 29"/>
                <a:gd name="T11" fmla="*/ 4 h 51"/>
                <a:gd name="T12" fmla="*/ 4 w 29"/>
                <a:gd name="T13" fmla="*/ 23 h 51"/>
                <a:gd name="T14" fmla="*/ 25 w 29"/>
                <a:gd name="T15" fmla="*/ 23 h 51"/>
                <a:gd name="T16" fmla="*/ 25 w 29"/>
                <a:gd name="T17" fmla="*/ 27 h 51"/>
                <a:gd name="T18" fmla="*/ 4 w 29"/>
                <a:gd name="T19" fmla="*/ 27 h 51"/>
                <a:gd name="T20" fmla="*/ 4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5" y="23"/>
                  </a:lnTo>
                  <a:lnTo>
                    <a:pt x="25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0" name="Freeform 190">
              <a:extLst>
                <a:ext uri="{FF2B5EF4-FFF2-40B4-BE49-F238E27FC236}">
                  <a16:creationId xmlns:a16="http://schemas.microsoft.com/office/drawing/2014/main" id="{965651CD-9F6D-4BDC-AD0D-A56648B47A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574001" y="12868275"/>
              <a:ext cx="52388" cy="80962"/>
            </a:xfrm>
            <a:custGeom>
              <a:avLst/>
              <a:gdLst>
                <a:gd name="T0" fmla="*/ 40 w 82"/>
                <a:gd name="T1" fmla="*/ 125 h 125"/>
                <a:gd name="T2" fmla="*/ 0 w 82"/>
                <a:gd name="T3" fmla="*/ 125 h 125"/>
                <a:gd name="T4" fmla="*/ 0 w 82"/>
                <a:gd name="T5" fmla="*/ 0 h 125"/>
                <a:gd name="T6" fmla="*/ 40 w 82"/>
                <a:gd name="T7" fmla="*/ 0 h 125"/>
                <a:gd name="T8" fmla="*/ 71 w 82"/>
                <a:gd name="T9" fmla="*/ 12 h 125"/>
                <a:gd name="T10" fmla="*/ 82 w 82"/>
                <a:gd name="T11" fmla="*/ 57 h 125"/>
                <a:gd name="T12" fmla="*/ 82 w 82"/>
                <a:gd name="T13" fmla="*/ 61 h 125"/>
                <a:gd name="T14" fmla="*/ 82 w 82"/>
                <a:gd name="T15" fmla="*/ 65 h 125"/>
                <a:gd name="T16" fmla="*/ 71 w 82"/>
                <a:gd name="T17" fmla="*/ 113 h 125"/>
                <a:gd name="T18" fmla="*/ 40 w 82"/>
                <a:gd name="T19" fmla="*/ 125 h 125"/>
                <a:gd name="T20" fmla="*/ 64 w 82"/>
                <a:gd name="T21" fmla="*/ 19 h 125"/>
                <a:gd name="T22" fmla="*/ 38 w 82"/>
                <a:gd name="T23" fmla="*/ 9 h 125"/>
                <a:gd name="T24" fmla="*/ 10 w 82"/>
                <a:gd name="T25" fmla="*/ 9 h 125"/>
                <a:gd name="T26" fmla="*/ 10 w 82"/>
                <a:gd name="T27" fmla="*/ 115 h 125"/>
                <a:gd name="T28" fmla="*/ 38 w 82"/>
                <a:gd name="T29" fmla="*/ 115 h 125"/>
                <a:gd name="T30" fmla="*/ 64 w 82"/>
                <a:gd name="T31" fmla="*/ 106 h 125"/>
                <a:gd name="T32" fmla="*/ 73 w 82"/>
                <a:gd name="T33" fmla="*/ 65 h 125"/>
                <a:gd name="T34" fmla="*/ 73 w 82"/>
                <a:gd name="T35" fmla="*/ 61 h 125"/>
                <a:gd name="T36" fmla="*/ 73 w 82"/>
                <a:gd name="T37" fmla="*/ 57 h 125"/>
                <a:gd name="T38" fmla="*/ 64 w 82"/>
                <a:gd name="T39" fmla="*/ 1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25">
                  <a:moveTo>
                    <a:pt x="40" y="125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53" y="0"/>
                    <a:pt x="63" y="4"/>
                    <a:pt x="71" y="12"/>
                  </a:cubicBezTo>
                  <a:cubicBezTo>
                    <a:pt x="82" y="23"/>
                    <a:pt x="82" y="41"/>
                    <a:pt x="82" y="57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81"/>
                    <a:pt x="82" y="101"/>
                    <a:pt x="71" y="113"/>
                  </a:cubicBezTo>
                  <a:cubicBezTo>
                    <a:pt x="63" y="121"/>
                    <a:pt x="53" y="125"/>
                    <a:pt x="40" y="125"/>
                  </a:cubicBezTo>
                  <a:moveTo>
                    <a:pt x="64" y="19"/>
                  </a:moveTo>
                  <a:cubicBezTo>
                    <a:pt x="57" y="11"/>
                    <a:pt x="48" y="9"/>
                    <a:pt x="38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8" y="115"/>
                    <a:pt x="57" y="113"/>
                    <a:pt x="64" y="106"/>
                  </a:cubicBezTo>
                  <a:cubicBezTo>
                    <a:pt x="72" y="97"/>
                    <a:pt x="73" y="79"/>
                    <a:pt x="73" y="65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43"/>
                    <a:pt x="72" y="28"/>
                    <a:pt x="64" y="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1" name="Freeform 191">
              <a:extLst>
                <a:ext uri="{FF2B5EF4-FFF2-40B4-BE49-F238E27FC236}">
                  <a16:creationId xmlns:a16="http://schemas.microsoft.com/office/drawing/2014/main" id="{5D73E4D6-3C23-4A21-B464-59F9166572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47026" y="12868275"/>
              <a:ext cx="6350" cy="80962"/>
            </a:xfrm>
            <a:custGeom>
              <a:avLst/>
              <a:gdLst>
                <a:gd name="T0" fmla="*/ 0 w 4"/>
                <a:gd name="T1" fmla="*/ 51 h 51"/>
                <a:gd name="T2" fmla="*/ 0 w 4"/>
                <a:gd name="T3" fmla="*/ 1 h 51"/>
                <a:gd name="T4" fmla="*/ 0 w 4"/>
                <a:gd name="T5" fmla="*/ 0 h 51"/>
                <a:gd name="T6" fmla="*/ 4 w 4"/>
                <a:gd name="T7" fmla="*/ 0 h 51"/>
                <a:gd name="T8" fmla="*/ 4 w 4"/>
                <a:gd name="T9" fmla="*/ 51 h 51"/>
                <a:gd name="T10" fmla="*/ 0 w 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2" name="Freeform 192">
              <a:extLst>
                <a:ext uri="{FF2B5EF4-FFF2-40B4-BE49-F238E27FC236}">
                  <a16:creationId xmlns:a16="http://schemas.microsoft.com/office/drawing/2014/main" id="{44F08B4E-D9D2-49FB-A85F-DF81550B06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70838" y="12868275"/>
              <a:ext cx="50800" cy="80962"/>
            </a:xfrm>
            <a:custGeom>
              <a:avLst/>
              <a:gdLst>
                <a:gd name="T0" fmla="*/ 41 w 81"/>
                <a:gd name="T1" fmla="*/ 127 h 127"/>
                <a:gd name="T2" fmla="*/ 40 w 81"/>
                <a:gd name="T3" fmla="*/ 127 h 127"/>
                <a:gd name="T4" fmla="*/ 40 w 81"/>
                <a:gd name="T5" fmla="*/ 127 h 127"/>
                <a:gd name="T6" fmla="*/ 0 w 81"/>
                <a:gd name="T7" fmla="*/ 110 h 127"/>
                <a:gd name="T8" fmla="*/ 0 w 81"/>
                <a:gd name="T9" fmla="*/ 110 h 127"/>
                <a:gd name="T10" fmla="*/ 7 w 81"/>
                <a:gd name="T11" fmla="*/ 103 h 127"/>
                <a:gd name="T12" fmla="*/ 7 w 81"/>
                <a:gd name="T13" fmla="*/ 103 h 127"/>
                <a:gd name="T14" fmla="*/ 41 w 81"/>
                <a:gd name="T15" fmla="*/ 118 h 127"/>
                <a:gd name="T16" fmla="*/ 71 w 81"/>
                <a:gd name="T17" fmla="*/ 92 h 127"/>
                <a:gd name="T18" fmla="*/ 65 w 81"/>
                <a:gd name="T19" fmla="*/ 75 h 127"/>
                <a:gd name="T20" fmla="*/ 48 w 81"/>
                <a:gd name="T21" fmla="*/ 69 h 127"/>
                <a:gd name="T22" fmla="*/ 34 w 81"/>
                <a:gd name="T23" fmla="*/ 67 h 127"/>
                <a:gd name="T24" fmla="*/ 12 w 81"/>
                <a:gd name="T25" fmla="*/ 57 h 127"/>
                <a:gd name="T26" fmla="*/ 3 w 81"/>
                <a:gd name="T27" fmla="*/ 34 h 127"/>
                <a:gd name="T28" fmla="*/ 13 w 81"/>
                <a:gd name="T29" fmla="*/ 9 h 127"/>
                <a:gd name="T30" fmla="*/ 40 w 81"/>
                <a:gd name="T31" fmla="*/ 0 h 127"/>
                <a:gd name="T32" fmla="*/ 75 w 81"/>
                <a:gd name="T33" fmla="*/ 14 h 127"/>
                <a:gd name="T34" fmla="*/ 75 w 81"/>
                <a:gd name="T35" fmla="*/ 14 h 127"/>
                <a:gd name="T36" fmla="*/ 69 w 81"/>
                <a:gd name="T37" fmla="*/ 20 h 127"/>
                <a:gd name="T38" fmla="*/ 69 w 81"/>
                <a:gd name="T39" fmla="*/ 20 h 127"/>
                <a:gd name="T40" fmla="*/ 40 w 81"/>
                <a:gd name="T41" fmla="*/ 9 h 127"/>
                <a:gd name="T42" fmla="*/ 12 w 81"/>
                <a:gd name="T43" fmla="*/ 34 h 127"/>
                <a:gd name="T44" fmla="*/ 19 w 81"/>
                <a:gd name="T45" fmla="*/ 50 h 127"/>
                <a:gd name="T46" fmla="*/ 36 w 81"/>
                <a:gd name="T47" fmla="*/ 57 h 127"/>
                <a:gd name="T48" fmla="*/ 49 w 81"/>
                <a:gd name="T49" fmla="*/ 60 h 127"/>
                <a:gd name="T50" fmla="*/ 71 w 81"/>
                <a:gd name="T51" fmla="*/ 68 h 127"/>
                <a:gd name="T52" fmla="*/ 81 w 81"/>
                <a:gd name="T53" fmla="*/ 92 h 127"/>
                <a:gd name="T54" fmla="*/ 41 w 81"/>
                <a:gd name="T5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1" h="127">
                  <a:moveTo>
                    <a:pt x="41" y="127"/>
                  </a:moveTo>
                  <a:cubicBezTo>
                    <a:pt x="40" y="127"/>
                    <a:pt x="40" y="127"/>
                    <a:pt x="40" y="127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23" y="127"/>
                    <a:pt x="11" y="122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1" y="108"/>
                    <a:pt x="71" y="92"/>
                  </a:cubicBezTo>
                  <a:cubicBezTo>
                    <a:pt x="71" y="85"/>
                    <a:pt x="69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2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6" y="15"/>
                    <a:pt x="13" y="9"/>
                  </a:cubicBezTo>
                  <a:cubicBezTo>
                    <a:pt x="19" y="3"/>
                    <a:pt x="29" y="0"/>
                    <a:pt x="40" y="0"/>
                  </a:cubicBezTo>
                  <a:cubicBezTo>
                    <a:pt x="55" y="0"/>
                    <a:pt x="65" y="4"/>
                    <a:pt x="75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2" y="9"/>
                    <a:pt x="12" y="18"/>
                    <a:pt x="12" y="34"/>
                  </a:cubicBezTo>
                  <a:cubicBezTo>
                    <a:pt x="12" y="41"/>
                    <a:pt x="14" y="46"/>
                    <a:pt x="19" y="50"/>
                  </a:cubicBezTo>
                  <a:cubicBezTo>
                    <a:pt x="23" y="53"/>
                    <a:pt x="30" y="56"/>
                    <a:pt x="36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0" y="61"/>
                    <a:pt x="66" y="63"/>
                    <a:pt x="71" y="68"/>
                  </a:cubicBezTo>
                  <a:cubicBezTo>
                    <a:pt x="77" y="73"/>
                    <a:pt x="81" y="82"/>
                    <a:pt x="81" y="92"/>
                  </a:cubicBezTo>
                  <a:cubicBezTo>
                    <a:pt x="81" y="113"/>
                    <a:pt x="66" y="127"/>
                    <a:pt x="41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3" name="Freeform 193">
              <a:extLst>
                <a:ext uri="{FF2B5EF4-FFF2-40B4-BE49-F238E27FC236}">
                  <a16:creationId xmlns:a16="http://schemas.microsoft.com/office/drawing/2014/main" id="{256D54B1-8C7C-415A-9B52-2D9A69255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740688" y="12868275"/>
              <a:ext cx="52388" cy="80962"/>
            </a:xfrm>
            <a:custGeom>
              <a:avLst/>
              <a:gdLst>
                <a:gd name="T0" fmla="*/ 29 w 33"/>
                <a:gd name="T1" fmla="*/ 51 h 51"/>
                <a:gd name="T2" fmla="*/ 29 w 33"/>
                <a:gd name="T3" fmla="*/ 27 h 51"/>
                <a:gd name="T4" fmla="*/ 4 w 33"/>
                <a:gd name="T5" fmla="*/ 27 h 51"/>
                <a:gd name="T6" fmla="*/ 4 w 33"/>
                <a:gd name="T7" fmla="*/ 51 h 51"/>
                <a:gd name="T8" fmla="*/ 0 w 33"/>
                <a:gd name="T9" fmla="*/ 51 h 51"/>
                <a:gd name="T10" fmla="*/ 0 w 33"/>
                <a:gd name="T11" fmla="*/ 0 h 51"/>
                <a:gd name="T12" fmla="*/ 4 w 33"/>
                <a:gd name="T13" fmla="*/ 0 h 51"/>
                <a:gd name="T14" fmla="*/ 4 w 33"/>
                <a:gd name="T15" fmla="*/ 23 h 51"/>
                <a:gd name="T16" fmla="*/ 29 w 33"/>
                <a:gd name="T17" fmla="*/ 23 h 51"/>
                <a:gd name="T18" fmla="*/ 29 w 33"/>
                <a:gd name="T19" fmla="*/ 0 h 51"/>
                <a:gd name="T20" fmla="*/ 33 w 33"/>
                <a:gd name="T21" fmla="*/ 0 h 51"/>
                <a:gd name="T22" fmla="*/ 33 w 33"/>
                <a:gd name="T23" fmla="*/ 51 h 51"/>
                <a:gd name="T24" fmla="*/ 29 w 33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1">
                  <a:moveTo>
                    <a:pt x="29" y="51"/>
                  </a:moveTo>
                  <a:lnTo>
                    <a:pt x="29" y="27"/>
                  </a:lnTo>
                  <a:lnTo>
                    <a:pt x="4" y="2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3"/>
                  </a:lnTo>
                  <a:lnTo>
                    <a:pt x="29" y="23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3" y="51"/>
                  </a:lnTo>
                  <a:lnTo>
                    <a:pt x="29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4" name="Freeform 194">
              <a:extLst>
                <a:ext uri="{FF2B5EF4-FFF2-40B4-BE49-F238E27FC236}">
                  <a16:creationId xmlns:a16="http://schemas.microsoft.com/office/drawing/2014/main" id="{ED1F2421-3E22-4C56-BCC2-B8BA2E3D9C6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32763" y="12868275"/>
              <a:ext cx="61913" cy="80962"/>
            </a:xfrm>
            <a:custGeom>
              <a:avLst/>
              <a:gdLst>
                <a:gd name="T0" fmla="*/ 35 w 39"/>
                <a:gd name="T1" fmla="*/ 51 h 51"/>
                <a:gd name="T2" fmla="*/ 31 w 39"/>
                <a:gd name="T3" fmla="*/ 39 h 51"/>
                <a:gd name="T4" fmla="*/ 9 w 39"/>
                <a:gd name="T5" fmla="*/ 39 h 51"/>
                <a:gd name="T6" fmla="*/ 4 w 39"/>
                <a:gd name="T7" fmla="*/ 51 h 51"/>
                <a:gd name="T8" fmla="*/ 0 w 39"/>
                <a:gd name="T9" fmla="*/ 51 h 51"/>
                <a:gd name="T10" fmla="*/ 18 w 39"/>
                <a:gd name="T11" fmla="*/ 0 h 51"/>
                <a:gd name="T12" fmla="*/ 22 w 39"/>
                <a:gd name="T13" fmla="*/ 0 h 51"/>
                <a:gd name="T14" fmla="*/ 39 w 39"/>
                <a:gd name="T15" fmla="*/ 51 h 51"/>
                <a:gd name="T16" fmla="*/ 35 w 39"/>
                <a:gd name="T17" fmla="*/ 51 h 51"/>
                <a:gd name="T18" fmla="*/ 30 w 39"/>
                <a:gd name="T19" fmla="*/ 35 h 51"/>
                <a:gd name="T20" fmla="*/ 20 w 39"/>
                <a:gd name="T21" fmla="*/ 6 h 51"/>
                <a:gd name="T22" fmla="*/ 10 w 39"/>
                <a:gd name="T23" fmla="*/ 35 h 51"/>
                <a:gd name="T24" fmla="*/ 30 w 39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51">
                  <a:moveTo>
                    <a:pt x="35" y="51"/>
                  </a:moveTo>
                  <a:lnTo>
                    <a:pt x="31" y="39"/>
                  </a:lnTo>
                  <a:lnTo>
                    <a:pt x="9" y="39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39" y="51"/>
                  </a:lnTo>
                  <a:lnTo>
                    <a:pt x="35" y="51"/>
                  </a:lnTo>
                  <a:close/>
                  <a:moveTo>
                    <a:pt x="30" y="35"/>
                  </a:moveTo>
                  <a:lnTo>
                    <a:pt x="20" y="6"/>
                  </a:lnTo>
                  <a:lnTo>
                    <a:pt x="10" y="35"/>
                  </a:lnTo>
                  <a:lnTo>
                    <a:pt x="30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5" name="Freeform 195">
              <a:extLst>
                <a:ext uri="{FF2B5EF4-FFF2-40B4-BE49-F238E27FC236}">
                  <a16:creationId xmlns:a16="http://schemas.microsoft.com/office/drawing/2014/main" id="{A172272A-AFCB-4C58-BD47-043A33A706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904201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1 w 82"/>
                <a:gd name="T3" fmla="*/ 114 h 127"/>
                <a:gd name="T4" fmla="*/ 0 w 82"/>
                <a:gd name="T5" fmla="*/ 63 h 127"/>
                <a:gd name="T6" fmla="*/ 11 w 82"/>
                <a:gd name="T7" fmla="*/ 13 h 127"/>
                <a:gd name="T8" fmla="*/ 41 w 82"/>
                <a:gd name="T9" fmla="*/ 0 h 127"/>
                <a:gd name="T10" fmla="*/ 82 w 82"/>
                <a:gd name="T11" fmla="*/ 37 h 127"/>
                <a:gd name="T12" fmla="*/ 82 w 82"/>
                <a:gd name="T13" fmla="*/ 37 h 127"/>
                <a:gd name="T14" fmla="*/ 72 w 82"/>
                <a:gd name="T15" fmla="*/ 37 h 127"/>
                <a:gd name="T16" fmla="*/ 72 w 82"/>
                <a:gd name="T17" fmla="*/ 37 h 127"/>
                <a:gd name="T18" fmla="*/ 41 w 82"/>
                <a:gd name="T19" fmla="*/ 9 h 127"/>
                <a:gd name="T20" fmla="*/ 19 w 82"/>
                <a:gd name="T21" fmla="*/ 19 h 127"/>
                <a:gd name="T22" fmla="*/ 10 w 82"/>
                <a:gd name="T23" fmla="*/ 63 h 127"/>
                <a:gd name="T24" fmla="*/ 19 w 82"/>
                <a:gd name="T25" fmla="*/ 108 h 127"/>
                <a:gd name="T26" fmla="*/ 41 w 82"/>
                <a:gd name="T27" fmla="*/ 118 h 127"/>
                <a:gd name="T28" fmla="*/ 73 w 82"/>
                <a:gd name="T29" fmla="*/ 90 h 127"/>
                <a:gd name="T30" fmla="*/ 73 w 82"/>
                <a:gd name="T31" fmla="*/ 90 h 127"/>
                <a:gd name="T32" fmla="*/ 82 w 82"/>
                <a:gd name="T33" fmla="*/ 90 h 127"/>
                <a:gd name="T34" fmla="*/ 82 w 82"/>
                <a:gd name="T35" fmla="*/ 90 h 127"/>
                <a:gd name="T36" fmla="*/ 41 w 82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63" y="0"/>
                    <a:pt x="78" y="14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69" y="20"/>
                    <a:pt x="57" y="9"/>
                    <a:pt x="41" y="9"/>
                  </a:cubicBezTo>
                  <a:cubicBezTo>
                    <a:pt x="33" y="9"/>
                    <a:pt x="25" y="13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7" y="118"/>
                    <a:pt x="69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78" y="113"/>
                    <a:pt x="63" y="127"/>
                    <a:pt x="41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6" name="Freeform 196">
              <a:extLst>
                <a:ext uri="{FF2B5EF4-FFF2-40B4-BE49-F238E27FC236}">
                  <a16:creationId xmlns:a16="http://schemas.microsoft.com/office/drawing/2014/main" id="{FB7FEF6D-8F12-49F2-8025-667DB16DBAB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964526" y="12868275"/>
              <a:ext cx="63500" cy="80962"/>
            </a:xfrm>
            <a:custGeom>
              <a:avLst/>
              <a:gdLst>
                <a:gd name="T0" fmla="*/ 35 w 40"/>
                <a:gd name="T1" fmla="*/ 51 h 51"/>
                <a:gd name="T2" fmla="*/ 31 w 40"/>
                <a:gd name="T3" fmla="*/ 39 h 51"/>
                <a:gd name="T4" fmla="*/ 9 w 40"/>
                <a:gd name="T5" fmla="*/ 39 h 51"/>
                <a:gd name="T6" fmla="*/ 5 w 40"/>
                <a:gd name="T7" fmla="*/ 51 h 51"/>
                <a:gd name="T8" fmla="*/ 0 w 40"/>
                <a:gd name="T9" fmla="*/ 51 h 51"/>
                <a:gd name="T10" fmla="*/ 18 w 40"/>
                <a:gd name="T11" fmla="*/ 0 h 51"/>
                <a:gd name="T12" fmla="*/ 22 w 40"/>
                <a:gd name="T13" fmla="*/ 0 h 51"/>
                <a:gd name="T14" fmla="*/ 40 w 40"/>
                <a:gd name="T15" fmla="*/ 51 h 51"/>
                <a:gd name="T16" fmla="*/ 35 w 40"/>
                <a:gd name="T17" fmla="*/ 51 h 51"/>
                <a:gd name="T18" fmla="*/ 30 w 40"/>
                <a:gd name="T19" fmla="*/ 35 h 51"/>
                <a:gd name="T20" fmla="*/ 20 w 40"/>
                <a:gd name="T21" fmla="*/ 6 h 51"/>
                <a:gd name="T22" fmla="*/ 10 w 40"/>
                <a:gd name="T23" fmla="*/ 35 h 51"/>
                <a:gd name="T24" fmla="*/ 30 w 40"/>
                <a:gd name="T25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51">
                  <a:moveTo>
                    <a:pt x="35" y="51"/>
                  </a:moveTo>
                  <a:lnTo>
                    <a:pt x="31" y="39"/>
                  </a:lnTo>
                  <a:lnTo>
                    <a:pt x="9" y="39"/>
                  </a:lnTo>
                  <a:lnTo>
                    <a:pt x="5" y="51"/>
                  </a:lnTo>
                  <a:lnTo>
                    <a:pt x="0" y="5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40" y="51"/>
                  </a:lnTo>
                  <a:lnTo>
                    <a:pt x="35" y="51"/>
                  </a:lnTo>
                  <a:close/>
                  <a:moveTo>
                    <a:pt x="30" y="35"/>
                  </a:moveTo>
                  <a:lnTo>
                    <a:pt x="20" y="6"/>
                  </a:lnTo>
                  <a:lnTo>
                    <a:pt x="10" y="35"/>
                  </a:lnTo>
                  <a:lnTo>
                    <a:pt x="30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7" name="Freeform 197">
              <a:extLst>
                <a:ext uri="{FF2B5EF4-FFF2-40B4-BE49-F238E27FC236}">
                  <a16:creationId xmlns:a16="http://schemas.microsoft.com/office/drawing/2014/main" id="{38750487-9167-4730-9710-385B9580C1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040726" y="12868275"/>
              <a:ext cx="52388" cy="80962"/>
            </a:xfrm>
            <a:custGeom>
              <a:avLst/>
              <a:gdLst>
                <a:gd name="T0" fmla="*/ 40 w 82"/>
                <a:gd name="T1" fmla="*/ 125 h 125"/>
                <a:gd name="T2" fmla="*/ 0 w 82"/>
                <a:gd name="T3" fmla="*/ 125 h 125"/>
                <a:gd name="T4" fmla="*/ 0 w 82"/>
                <a:gd name="T5" fmla="*/ 0 h 125"/>
                <a:gd name="T6" fmla="*/ 40 w 82"/>
                <a:gd name="T7" fmla="*/ 0 h 125"/>
                <a:gd name="T8" fmla="*/ 71 w 82"/>
                <a:gd name="T9" fmla="*/ 12 h 125"/>
                <a:gd name="T10" fmla="*/ 82 w 82"/>
                <a:gd name="T11" fmla="*/ 57 h 125"/>
                <a:gd name="T12" fmla="*/ 82 w 82"/>
                <a:gd name="T13" fmla="*/ 61 h 125"/>
                <a:gd name="T14" fmla="*/ 82 w 82"/>
                <a:gd name="T15" fmla="*/ 65 h 125"/>
                <a:gd name="T16" fmla="*/ 71 w 82"/>
                <a:gd name="T17" fmla="*/ 113 h 125"/>
                <a:gd name="T18" fmla="*/ 40 w 82"/>
                <a:gd name="T19" fmla="*/ 125 h 125"/>
                <a:gd name="T20" fmla="*/ 10 w 82"/>
                <a:gd name="T21" fmla="*/ 115 h 125"/>
                <a:gd name="T22" fmla="*/ 38 w 82"/>
                <a:gd name="T23" fmla="*/ 115 h 125"/>
                <a:gd name="T24" fmla="*/ 64 w 82"/>
                <a:gd name="T25" fmla="*/ 106 h 125"/>
                <a:gd name="T26" fmla="*/ 72 w 82"/>
                <a:gd name="T27" fmla="*/ 65 h 125"/>
                <a:gd name="T28" fmla="*/ 72 w 82"/>
                <a:gd name="T29" fmla="*/ 61 h 125"/>
                <a:gd name="T30" fmla="*/ 72 w 82"/>
                <a:gd name="T31" fmla="*/ 57 h 125"/>
                <a:gd name="T32" fmla="*/ 64 w 82"/>
                <a:gd name="T33" fmla="*/ 19 h 125"/>
                <a:gd name="T34" fmla="*/ 38 w 82"/>
                <a:gd name="T35" fmla="*/ 9 h 125"/>
                <a:gd name="T36" fmla="*/ 10 w 82"/>
                <a:gd name="T37" fmla="*/ 9 h 125"/>
                <a:gd name="T38" fmla="*/ 10 w 82"/>
                <a:gd name="T39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25">
                  <a:moveTo>
                    <a:pt x="40" y="125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53" y="0"/>
                    <a:pt x="63" y="4"/>
                    <a:pt x="71" y="12"/>
                  </a:cubicBezTo>
                  <a:cubicBezTo>
                    <a:pt x="82" y="23"/>
                    <a:pt x="82" y="41"/>
                    <a:pt x="82" y="57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81"/>
                    <a:pt x="82" y="101"/>
                    <a:pt x="71" y="113"/>
                  </a:cubicBezTo>
                  <a:cubicBezTo>
                    <a:pt x="63" y="121"/>
                    <a:pt x="53" y="125"/>
                    <a:pt x="40" y="125"/>
                  </a:cubicBezTo>
                  <a:close/>
                  <a:moveTo>
                    <a:pt x="10" y="115"/>
                  </a:moveTo>
                  <a:cubicBezTo>
                    <a:pt x="38" y="115"/>
                    <a:pt x="38" y="115"/>
                    <a:pt x="38" y="115"/>
                  </a:cubicBezTo>
                  <a:cubicBezTo>
                    <a:pt x="48" y="115"/>
                    <a:pt x="57" y="113"/>
                    <a:pt x="64" y="106"/>
                  </a:cubicBezTo>
                  <a:cubicBezTo>
                    <a:pt x="72" y="97"/>
                    <a:pt x="73" y="79"/>
                    <a:pt x="72" y="65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43"/>
                    <a:pt x="72" y="28"/>
                    <a:pt x="64" y="19"/>
                  </a:cubicBezTo>
                  <a:cubicBezTo>
                    <a:pt x="57" y="11"/>
                    <a:pt x="48" y="9"/>
                    <a:pt x="38" y="9"/>
                  </a:cubicBezTo>
                  <a:cubicBezTo>
                    <a:pt x="10" y="9"/>
                    <a:pt x="10" y="9"/>
                    <a:pt x="10" y="9"/>
                  </a:cubicBezTo>
                  <a:lnTo>
                    <a:pt x="10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8" name="Freeform 198">
              <a:extLst>
                <a:ext uri="{FF2B5EF4-FFF2-40B4-BE49-F238E27FC236}">
                  <a16:creationId xmlns:a16="http://schemas.microsoft.com/office/drawing/2014/main" id="{159003E0-483A-463C-AF92-800F62E53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13751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4 w 29"/>
                <a:gd name="T11" fmla="*/ 4 h 51"/>
                <a:gd name="T12" fmla="*/ 4 w 29"/>
                <a:gd name="T13" fmla="*/ 23 h 51"/>
                <a:gd name="T14" fmla="*/ 25 w 29"/>
                <a:gd name="T15" fmla="*/ 23 h 51"/>
                <a:gd name="T16" fmla="*/ 25 w 29"/>
                <a:gd name="T17" fmla="*/ 27 h 51"/>
                <a:gd name="T18" fmla="*/ 4 w 29"/>
                <a:gd name="T19" fmla="*/ 27 h 51"/>
                <a:gd name="T20" fmla="*/ 4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5" y="23"/>
                  </a:lnTo>
                  <a:lnTo>
                    <a:pt x="25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79" name="Freeform 199">
              <a:extLst>
                <a:ext uri="{FF2B5EF4-FFF2-40B4-BE49-F238E27FC236}">
                  <a16:creationId xmlns:a16="http://schemas.microsoft.com/office/drawing/2014/main" id="{4EEB3352-908D-4194-85EC-6B953DE69E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77251" y="12868275"/>
              <a:ext cx="65088" cy="80962"/>
            </a:xfrm>
            <a:custGeom>
              <a:avLst/>
              <a:gdLst>
                <a:gd name="T0" fmla="*/ 37 w 41"/>
                <a:gd name="T1" fmla="*/ 51 h 51"/>
                <a:gd name="T2" fmla="*/ 37 w 41"/>
                <a:gd name="T3" fmla="*/ 10 h 51"/>
                <a:gd name="T4" fmla="*/ 23 w 41"/>
                <a:gd name="T5" fmla="*/ 43 h 51"/>
                <a:gd name="T6" fmla="*/ 19 w 41"/>
                <a:gd name="T7" fmla="*/ 43 h 51"/>
                <a:gd name="T8" fmla="*/ 4 w 41"/>
                <a:gd name="T9" fmla="*/ 10 h 51"/>
                <a:gd name="T10" fmla="*/ 4 w 41"/>
                <a:gd name="T11" fmla="*/ 51 h 51"/>
                <a:gd name="T12" fmla="*/ 0 w 41"/>
                <a:gd name="T13" fmla="*/ 51 h 51"/>
                <a:gd name="T14" fmla="*/ 0 w 41"/>
                <a:gd name="T15" fmla="*/ 0 h 51"/>
                <a:gd name="T16" fmla="*/ 4 w 41"/>
                <a:gd name="T17" fmla="*/ 0 h 51"/>
                <a:gd name="T18" fmla="*/ 21 w 41"/>
                <a:gd name="T19" fmla="*/ 39 h 51"/>
                <a:gd name="T20" fmla="*/ 37 w 41"/>
                <a:gd name="T21" fmla="*/ 0 h 51"/>
                <a:gd name="T22" fmla="*/ 41 w 41"/>
                <a:gd name="T23" fmla="*/ 0 h 51"/>
                <a:gd name="T24" fmla="*/ 41 w 41"/>
                <a:gd name="T25" fmla="*/ 51 h 51"/>
                <a:gd name="T26" fmla="*/ 37 w 41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51">
                  <a:moveTo>
                    <a:pt x="37" y="51"/>
                  </a:moveTo>
                  <a:lnTo>
                    <a:pt x="37" y="10"/>
                  </a:lnTo>
                  <a:lnTo>
                    <a:pt x="23" y="43"/>
                  </a:lnTo>
                  <a:lnTo>
                    <a:pt x="19" y="43"/>
                  </a:lnTo>
                  <a:lnTo>
                    <a:pt x="4" y="10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21" y="39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1" y="51"/>
                  </a:lnTo>
                  <a:lnTo>
                    <a:pt x="37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0" name="Freeform 200">
              <a:extLst>
                <a:ext uri="{FF2B5EF4-FFF2-40B4-BE49-F238E27FC236}">
                  <a16:creationId xmlns:a16="http://schemas.microsoft.com/office/drawing/2014/main" id="{A24175EA-E257-43C7-B4AA-ABDCF5D043F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255038" y="12868275"/>
              <a:ext cx="50800" cy="80962"/>
            </a:xfrm>
            <a:custGeom>
              <a:avLst/>
              <a:gdLst>
                <a:gd name="T0" fmla="*/ 14 w 32"/>
                <a:gd name="T1" fmla="*/ 51 h 51"/>
                <a:gd name="T2" fmla="*/ 14 w 32"/>
                <a:gd name="T3" fmla="*/ 30 h 51"/>
                <a:gd name="T4" fmla="*/ 0 w 32"/>
                <a:gd name="T5" fmla="*/ 0 h 51"/>
                <a:gd name="T6" fmla="*/ 4 w 32"/>
                <a:gd name="T7" fmla="*/ 0 h 51"/>
                <a:gd name="T8" fmla="*/ 16 w 32"/>
                <a:gd name="T9" fmla="*/ 25 h 51"/>
                <a:gd name="T10" fmla="*/ 28 w 32"/>
                <a:gd name="T11" fmla="*/ 0 h 51"/>
                <a:gd name="T12" fmla="*/ 32 w 32"/>
                <a:gd name="T13" fmla="*/ 0 h 51"/>
                <a:gd name="T14" fmla="*/ 18 w 32"/>
                <a:gd name="T15" fmla="*/ 30 h 51"/>
                <a:gd name="T16" fmla="*/ 18 w 32"/>
                <a:gd name="T17" fmla="*/ 50 h 51"/>
                <a:gd name="T18" fmla="*/ 18 w 32"/>
                <a:gd name="T19" fmla="*/ 51 h 51"/>
                <a:gd name="T20" fmla="*/ 14 w 32"/>
                <a:gd name="T21" fmla="*/ 51 h 51"/>
                <a:gd name="T22" fmla="*/ 18 w 32"/>
                <a:gd name="T23" fmla="*/ 50 h 51"/>
                <a:gd name="T24" fmla="*/ 18 w 32"/>
                <a:gd name="T25" fmla="*/ 50 h 51"/>
                <a:gd name="T26" fmla="*/ 18 w 32"/>
                <a:gd name="T27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51">
                  <a:moveTo>
                    <a:pt x="14" y="51"/>
                  </a:moveTo>
                  <a:lnTo>
                    <a:pt x="14" y="3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6" y="25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18" y="30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4" y="51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1" name="Freeform 201">
              <a:extLst>
                <a:ext uri="{FF2B5EF4-FFF2-40B4-BE49-F238E27FC236}">
                  <a16:creationId xmlns:a16="http://schemas.microsoft.com/office/drawing/2014/main" id="{05E120E4-261B-4F4B-AD19-D1FD851D9B5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343938" y="12868275"/>
              <a:ext cx="52388" cy="80962"/>
            </a:xfrm>
            <a:custGeom>
              <a:avLst/>
              <a:gdLst>
                <a:gd name="T0" fmla="*/ 11 w 83"/>
                <a:gd name="T1" fmla="*/ 114 h 127"/>
                <a:gd name="T2" fmla="*/ 0 w 83"/>
                <a:gd name="T3" fmla="*/ 63 h 127"/>
                <a:gd name="T4" fmla="*/ 11 w 83"/>
                <a:gd name="T5" fmla="*/ 13 h 127"/>
                <a:gd name="T6" fmla="*/ 41 w 83"/>
                <a:gd name="T7" fmla="*/ 0 h 127"/>
                <a:gd name="T8" fmla="*/ 72 w 83"/>
                <a:gd name="T9" fmla="*/ 13 h 127"/>
                <a:gd name="T10" fmla="*/ 83 w 83"/>
                <a:gd name="T11" fmla="*/ 63 h 127"/>
                <a:gd name="T12" fmla="*/ 72 w 83"/>
                <a:gd name="T13" fmla="*/ 114 h 127"/>
                <a:gd name="T14" fmla="*/ 41 w 83"/>
                <a:gd name="T15" fmla="*/ 127 h 127"/>
                <a:gd name="T16" fmla="*/ 11 w 83"/>
                <a:gd name="T17" fmla="*/ 114 h 127"/>
                <a:gd name="T18" fmla="*/ 64 w 83"/>
                <a:gd name="T19" fmla="*/ 109 h 127"/>
                <a:gd name="T20" fmla="*/ 64 w 83"/>
                <a:gd name="T21" fmla="*/ 109 h 127"/>
                <a:gd name="T22" fmla="*/ 64 w 83"/>
                <a:gd name="T23" fmla="*/ 19 h 127"/>
                <a:gd name="T24" fmla="*/ 41 w 83"/>
                <a:gd name="T25" fmla="*/ 9 h 127"/>
                <a:gd name="T26" fmla="*/ 19 w 83"/>
                <a:gd name="T27" fmla="*/ 19 h 127"/>
                <a:gd name="T28" fmla="*/ 10 w 83"/>
                <a:gd name="T29" fmla="*/ 63 h 127"/>
                <a:gd name="T30" fmla="*/ 19 w 83"/>
                <a:gd name="T31" fmla="*/ 108 h 127"/>
                <a:gd name="T32" fmla="*/ 41 w 83"/>
                <a:gd name="T33" fmla="*/ 118 h 127"/>
                <a:gd name="T34" fmla="*/ 64 w 83"/>
                <a:gd name="T35" fmla="*/ 108 h 127"/>
                <a:gd name="T36" fmla="*/ 73 w 83"/>
                <a:gd name="T37" fmla="*/ 63 h 127"/>
                <a:gd name="T38" fmla="*/ 64 w 83"/>
                <a:gd name="T39" fmla="*/ 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127">
                  <a:moveTo>
                    <a:pt x="11" y="114"/>
                  </a:move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53" y="0"/>
                    <a:pt x="64" y="5"/>
                    <a:pt x="72" y="13"/>
                  </a:cubicBezTo>
                  <a:cubicBezTo>
                    <a:pt x="83" y="24"/>
                    <a:pt x="83" y="35"/>
                    <a:pt x="83" y="63"/>
                  </a:cubicBezTo>
                  <a:cubicBezTo>
                    <a:pt x="83" y="91"/>
                    <a:pt x="83" y="102"/>
                    <a:pt x="72" y="114"/>
                  </a:cubicBezTo>
                  <a:cubicBezTo>
                    <a:pt x="64" y="122"/>
                    <a:pt x="53" y="127"/>
                    <a:pt x="41" y="127"/>
                  </a:cubicBezTo>
                  <a:cubicBezTo>
                    <a:pt x="30" y="127"/>
                    <a:pt x="19" y="122"/>
                    <a:pt x="11" y="114"/>
                  </a:cubicBezTo>
                  <a:moveTo>
                    <a:pt x="64" y="109"/>
                  </a:moveTo>
                  <a:cubicBezTo>
                    <a:pt x="64" y="109"/>
                    <a:pt x="64" y="109"/>
                    <a:pt x="64" y="109"/>
                  </a:cubicBezTo>
                  <a:moveTo>
                    <a:pt x="64" y="19"/>
                  </a:moveTo>
                  <a:cubicBezTo>
                    <a:pt x="58" y="12"/>
                    <a:pt x="50" y="9"/>
                    <a:pt x="41" y="9"/>
                  </a:cubicBezTo>
                  <a:cubicBezTo>
                    <a:pt x="33" y="9"/>
                    <a:pt x="25" y="12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0" y="118"/>
                    <a:pt x="58" y="114"/>
                    <a:pt x="64" y="108"/>
                  </a:cubicBezTo>
                  <a:cubicBezTo>
                    <a:pt x="72" y="99"/>
                    <a:pt x="73" y="90"/>
                    <a:pt x="73" y="63"/>
                  </a:cubicBezTo>
                  <a:cubicBezTo>
                    <a:pt x="73" y="37"/>
                    <a:pt x="72" y="27"/>
                    <a:pt x="64" y="1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2" name="Freeform 202">
              <a:extLst>
                <a:ext uri="{FF2B5EF4-FFF2-40B4-BE49-F238E27FC236}">
                  <a16:creationId xmlns:a16="http://schemas.microsoft.com/office/drawing/2014/main" id="{699B5C5A-1E2E-454E-9682-3F6E832F0E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1696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0 h 51"/>
                <a:gd name="T4" fmla="*/ 30 w 30"/>
                <a:gd name="T5" fmla="*/ 0 h 51"/>
                <a:gd name="T6" fmla="*/ 30 w 30"/>
                <a:gd name="T7" fmla="*/ 4 h 51"/>
                <a:gd name="T8" fmla="*/ 4 w 30"/>
                <a:gd name="T9" fmla="*/ 4 h 51"/>
                <a:gd name="T10" fmla="*/ 4 w 30"/>
                <a:gd name="T11" fmla="*/ 24 h 51"/>
                <a:gd name="T12" fmla="*/ 26 w 30"/>
                <a:gd name="T13" fmla="*/ 24 h 51"/>
                <a:gd name="T14" fmla="*/ 26 w 30"/>
                <a:gd name="T15" fmla="*/ 28 h 51"/>
                <a:gd name="T16" fmla="*/ 4 w 30"/>
                <a:gd name="T17" fmla="*/ 28 h 51"/>
                <a:gd name="T18" fmla="*/ 4 w 30"/>
                <a:gd name="T19" fmla="*/ 51 h 51"/>
                <a:gd name="T20" fmla="*/ 0 w 30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4"/>
                  </a:lnTo>
                  <a:lnTo>
                    <a:pt x="26" y="24"/>
                  </a:lnTo>
                  <a:lnTo>
                    <a:pt x="26" y="28"/>
                  </a:lnTo>
                  <a:lnTo>
                    <a:pt x="4" y="28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3" name="Freeform 203">
              <a:extLst>
                <a:ext uri="{FF2B5EF4-FFF2-40B4-BE49-F238E27FC236}">
                  <a16:creationId xmlns:a16="http://schemas.microsoft.com/office/drawing/2014/main" id="{00203DCF-8753-471A-A4CF-80CA3D80BA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497926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41 w 82"/>
                <a:gd name="T3" fmla="*/ 127 h 127"/>
                <a:gd name="T4" fmla="*/ 1 w 82"/>
                <a:gd name="T5" fmla="*/ 110 h 127"/>
                <a:gd name="T6" fmla="*/ 0 w 82"/>
                <a:gd name="T7" fmla="*/ 110 h 127"/>
                <a:gd name="T8" fmla="*/ 7 w 82"/>
                <a:gd name="T9" fmla="*/ 103 h 127"/>
                <a:gd name="T10" fmla="*/ 8 w 82"/>
                <a:gd name="T11" fmla="*/ 103 h 127"/>
                <a:gd name="T12" fmla="*/ 41 w 82"/>
                <a:gd name="T13" fmla="*/ 118 h 127"/>
                <a:gd name="T14" fmla="*/ 72 w 82"/>
                <a:gd name="T15" fmla="*/ 92 h 127"/>
                <a:gd name="T16" fmla="*/ 65 w 82"/>
                <a:gd name="T17" fmla="*/ 75 h 127"/>
                <a:gd name="T18" fmla="*/ 48 w 82"/>
                <a:gd name="T19" fmla="*/ 69 h 127"/>
                <a:gd name="T20" fmla="*/ 34 w 82"/>
                <a:gd name="T21" fmla="*/ 67 h 127"/>
                <a:gd name="T22" fmla="*/ 13 w 82"/>
                <a:gd name="T23" fmla="*/ 57 h 127"/>
                <a:gd name="T24" fmla="*/ 3 w 82"/>
                <a:gd name="T25" fmla="*/ 34 h 127"/>
                <a:gd name="T26" fmla="*/ 13 w 82"/>
                <a:gd name="T27" fmla="*/ 9 h 127"/>
                <a:gd name="T28" fmla="*/ 41 w 82"/>
                <a:gd name="T29" fmla="*/ 0 h 127"/>
                <a:gd name="T30" fmla="*/ 75 w 82"/>
                <a:gd name="T31" fmla="*/ 14 h 127"/>
                <a:gd name="T32" fmla="*/ 76 w 82"/>
                <a:gd name="T33" fmla="*/ 14 h 127"/>
                <a:gd name="T34" fmla="*/ 69 w 82"/>
                <a:gd name="T35" fmla="*/ 20 h 127"/>
                <a:gd name="T36" fmla="*/ 69 w 82"/>
                <a:gd name="T37" fmla="*/ 20 h 127"/>
                <a:gd name="T38" fmla="*/ 40 w 82"/>
                <a:gd name="T39" fmla="*/ 9 h 127"/>
                <a:gd name="T40" fmla="*/ 13 w 82"/>
                <a:gd name="T41" fmla="*/ 34 h 127"/>
                <a:gd name="T42" fmla="*/ 19 w 82"/>
                <a:gd name="T43" fmla="*/ 50 h 127"/>
                <a:gd name="T44" fmla="*/ 37 w 82"/>
                <a:gd name="T45" fmla="*/ 57 h 127"/>
                <a:gd name="T46" fmla="*/ 49 w 82"/>
                <a:gd name="T47" fmla="*/ 60 h 127"/>
                <a:gd name="T48" fmla="*/ 71 w 82"/>
                <a:gd name="T49" fmla="*/ 68 h 127"/>
                <a:gd name="T50" fmla="*/ 82 w 82"/>
                <a:gd name="T51" fmla="*/ 92 h 127"/>
                <a:gd name="T52" fmla="*/ 41 w 82"/>
                <a:gd name="T5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23" y="127"/>
                    <a:pt x="12" y="122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3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7" y="15"/>
                    <a:pt x="13" y="9"/>
                  </a:cubicBezTo>
                  <a:cubicBezTo>
                    <a:pt x="20" y="3"/>
                    <a:pt x="29" y="0"/>
                    <a:pt x="41" y="0"/>
                  </a:cubicBezTo>
                  <a:cubicBezTo>
                    <a:pt x="56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7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2" y="82"/>
                    <a:pt x="82" y="92"/>
                  </a:cubicBezTo>
                  <a:cubicBezTo>
                    <a:pt x="82" y="113"/>
                    <a:pt x="66" y="127"/>
                    <a:pt x="41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4" name="Freeform 204">
              <a:extLst>
                <a:ext uri="{FF2B5EF4-FFF2-40B4-BE49-F238E27FC236}">
                  <a16:creationId xmlns:a16="http://schemas.microsoft.com/office/drawing/2014/main" id="{19BD98AB-45D8-4EA9-A3AB-0771CFF6B9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66188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1 w 82"/>
                <a:gd name="T3" fmla="*/ 114 h 127"/>
                <a:gd name="T4" fmla="*/ 0 w 82"/>
                <a:gd name="T5" fmla="*/ 63 h 127"/>
                <a:gd name="T6" fmla="*/ 11 w 82"/>
                <a:gd name="T7" fmla="*/ 13 h 127"/>
                <a:gd name="T8" fmla="*/ 41 w 82"/>
                <a:gd name="T9" fmla="*/ 0 h 127"/>
                <a:gd name="T10" fmla="*/ 82 w 82"/>
                <a:gd name="T11" fmla="*/ 37 h 127"/>
                <a:gd name="T12" fmla="*/ 82 w 82"/>
                <a:gd name="T13" fmla="*/ 37 h 127"/>
                <a:gd name="T14" fmla="*/ 72 w 82"/>
                <a:gd name="T15" fmla="*/ 37 h 127"/>
                <a:gd name="T16" fmla="*/ 72 w 82"/>
                <a:gd name="T17" fmla="*/ 37 h 127"/>
                <a:gd name="T18" fmla="*/ 41 w 82"/>
                <a:gd name="T19" fmla="*/ 9 h 127"/>
                <a:gd name="T20" fmla="*/ 19 w 82"/>
                <a:gd name="T21" fmla="*/ 19 h 127"/>
                <a:gd name="T22" fmla="*/ 10 w 82"/>
                <a:gd name="T23" fmla="*/ 63 h 127"/>
                <a:gd name="T24" fmla="*/ 19 w 82"/>
                <a:gd name="T25" fmla="*/ 108 h 127"/>
                <a:gd name="T26" fmla="*/ 41 w 82"/>
                <a:gd name="T27" fmla="*/ 118 h 127"/>
                <a:gd name="T28" fmla="*/ 73 w 82"/>
                <a:gd name="T29" fmla="*/ 90 h 127"/>
                <a:gd name="T30" fmla="*/ 73 w 82"/>
                <a:gd name="T31" fmla="*/ 90 h 127"/>
                <a:gd name="T32" fmla="*/ 82 w 82"/>
                <a:gd name="T33" fmla="*/ 90 h 127"/>
                <a:gd name="T34" fmla="*/ 82 w 82"/>
                <a:gd name="T35" fmla="*/ 90 h 127"/>
                <a:gd name="T36" fmla="*/ 41 w 82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30" y="127"/>
                    <a:pt x="19" y="122"/>
                    <a:pt x="11" y="114"/>
                  </a:cubicBezTo>
                  <a:cubicBezTo>
                    <a:pt x="0" y="102"/>
                    <a:pt x="0" y="91"/>
                    <a:pt x="0" y="63"/>
                  </a:cubicBezTo>
                  <a:cubicBezTo>
                    <a:pt x="0" y="35"/>
                    <a:pt x="0" y="24"/>
                    <a:pt x="11" y="13"/>
                  </a:cubicBezTo>
                  <a:cubicBezTo>
                    <a:pt x="19" y="5"/>
                    <a:pt x="30" y="0"/>
                    <a:pt x="41" y="0"/>
                  </a:cubicBezTo>
                  <a:cubicBezTo>
                    <a:pt x="63" y="0"/>
                    <a:pt x="78" y="14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69" y="20"/>
                    <a:pt x="57" y="9"/>
                    <a:pt x="41" y="9"/>
                  </a:cubicBezTo>
                  <a:cubicBezTo>
                    <a:pt x="33" y="9"/>
                    <a:pt x="25" y="13"/>
                    <a:pt x="19" y="19"/>
                  </a:cubicBezTo>
                  <a:cubicBezTo>
                    <a:pt x="10" y="27"/>
                    <a:pt x="10" y="37"/>
                    <a:pt x="10" y="63"/>
                  </a:cubicBezTo>
                  <a:cubicBezTo>
                    <a:pt x="10" y="90"/>
                    <a:pt x="10" y="99"/>
                    <a:pt x="19" y="108"/>
                  </a:cubicBezTo>
                  <a:cubicBezTo>
                    <a:pt x="25" y="114"/>
                    <a:pt x="33" y="118"/>
                    <a:pt x="41" y="118"/>
                  </a:cubicBezTo>
                  <a:cubicBezTo>
                    <a:pt x="57" y="118"/>
                    <a:pt x="69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78" y="113"/>
                    <a:pt x="63" y="127"/>
                    <a:pt x="41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5" name="Freeform 205">
              <a:extLst>
                <a:ext uri="{FF2B5EF4-FFF2-40B4-BE49-F238E27FC236}">
                  <a16:creationId xmlns:a16="http://schemas.microsoft.com/office/drawing/2014/main" id="{F42881C0-5413-43B6-9346-6AC704096C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37626" y="12868275"/>
              <a:ext cx="6350" cy="80962"/>
            </a:xfrm>
            <a:custGeom>
              <a:avLst/>
              <a:gdLst>
                <a:gd name="T0" fmla="*/ 0 w 4"/>
                <a:gd name="T1" fmla="*/ 51 h 51"/>
                <a:gd name="T2" fmla="*/ 0 w 4"/>
                <a:gd name="T3" fmla="*/ 1 h 51"/>
                <a:gd name="T4" fmla="*/ 0 w 4"/>
                <a:gd name="T5" fmla="*/ 0 h 51"/>
                <a:gd name="T6" fmla="*/ 4 w 4"/>
                <a:gd name="T7" fmla="*/ 0 h 51"/>
                <a:gd name="T8" fmla="*/ 4 w 4"/>
                <a:gd name="T9" fmla="*/ 51 h 51"/>
                <a:gd name="T10" fmla="*/ 0 w 4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6" name="Freeform 206">
              <a:extLst>
                <a:ext uri="{FF2B5EF4-FFF2-40B4-BE49-F238E27FC236}">
                  <a16:creationId xmlns:a16="http://schemas.microsoft.com/office/drawing/2014/main" id="{74F6E193-D169-45FB-B0F8-DA6D0A7787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667788" y="12868275"/>
              <a:ext cx="46038" cy="80962"/>
            </a:xfrm>
            <a:custGeom>
              <a:avLst/>
              <a:gdLst>
                <a:gd name="T0" fmla="*/ 0 w 29"/>
                <a:gd name="T1" fmla="*/ 51 h 51"/>
                <a:gd name="T2" fmla="*/ 0 w 29"/>
                <a:gd name="T3" fmla="*/ 1 h 51"/>
                <a:gd name="T4" fmla="*/ 0 w 29"/>
                <a:gd name="T5" fmla="*/ 0 h 51"/>
                <a:gd name="T6" fmla="*/ 29 w 29"/>
                <a:gd name="T7" fmla="*/ 0 h 51"/>
                <a:gd name="T8" fmla="*/ 29 w 29"/>
                <a:gd name="T9" fmla="*/ 4 h 51"/>
                <a:gd name="T10" fmla="*/ 4 w 29"/>
                <a:gd name="T11" fmla="*/ 4 h 51"/>
                <a:gd name="T12" fmla="*/ 4 w 29"/>
                <a:gd name="T13" fmla="*/ 23 h 51"/>
                <a:gd name="T14" fmla="*/ 25 w 29"/>
                <a:gd name="T15" fmla="*/ 23 h 51"/>
                <a:gd name="T16" fmla="*/ 25 w 29"/>
                <a:gd name="T17" fmla="*/ 27 h 51"/>
                <a:gd name="T18" fmla="*/ 4 w 29"/>
                <a:gd name="T19" fmla="*/ 27 h 51"/>
                <a:gd name="T20" fmla="*/ 4 w 29"/>
                <a:gd name="T21" fmla="*/ 47 h 51"/>
                <a:gd name="T22" fmla="*/ 29 w 29"/>
                <a:gd name="T23" fmla="*/ 47 h 51"/>
                <a:gd name="T24" fmla="*/ 29 w 29"/>
                <a:gd name="T25" fmla="*/ 51 h 51"/>
                <a:gd name="T26" fmla="*/ 0 w 29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5" y="23"/>
                  </a:lnTo>
                  <a:lnTo>
                    <a:pt x="25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29" y="47"/>
                  </a:lnTo>
                  <a:lnTo>
                    <a:pt x="29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7" name="Freeform 207">
              <a:extLst>
                <a:ext uri="{FF2B5EF4-FFF2-40B4-BE49-F238E27FC236}">
                  <a16:creationId xmlns:a16="http://schemas.microsoft.com/office/drawing/2014/main" id="{C6A783F5-5398-4AF1-8ED9-AA65F33759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731288" y="12868275"/>
              <a:ext cx="57150" cy="80962"/>
            </a:xfrm>
            <a:custGeom>
              <a:avLst/>
              <a:gdLst>
                <a:gd name="T0" fmla="*/ 32 w 36"/>
                <a:gd name="T1" fmla="*/ 51 h 51"/>
                <a:gd name="T2" fmla="*/ 4 w 36"/>
                <a:gd name="T3" fmla="*/ 7 h 51"/>
                <a:gd name="T4" fmla="*/ 4 w 36"/>
                <a:gd name="T5" fmla="*/ 51 h 51"/>
                <a:gd name="T6" fmla="*/ 0 w 36"/>
                <a:gd name="T7" fmla="*/ 51 h 51"/>
                <a:gd name="T8" fmla="*/ 0 w 36"/>
                <a:gd name="T9" fmla="*/ 0 h 51"/>
                <a:gd name="T10" fmla="*/ 4 w 36"/>
                <a:gd name="T11" fmla="*/ 0 h 51"/>
                <a:gd name="T12" fmla="*/ 32 w 36"/>
                <a:gd name="T13" fmla="*/ 43 h 51"/>
                <a:gd name="T14" fmla="*/ 32 w 36"/>
                <a:gd name="T15" fmla="*/ 0 h 51"/>
                <a:gd name="T16" fmla="*/ 36 w 36"/>
                <a:gd name="T17" fmla="*/ 0 h 51"/>
                <a:gd name="T18" fmla="*/ 36 w 36"/>
                <a:gd name="T19" fmla="*/ 51 h 51"/>
                <a:gd name="T20" fmla="*/ 32 w 36"/>
                <a:gd name="T21" fmla="*/ 51 h 51"/>
                <a:gd name="T22" fmla="*/ 4 w 36"/>
                <a:gd name="T23" fmla="*/ 7 h 51"/>
                <a:gd name="T24" fmla="*/ 4 w 36"/>
                <a:gd name="T25" fmla="*/ 7 h 51"/>
                <a:gd name="T26" fmla="*/ 4 w 36"/>
                <a:gd name="T27" fmla="*/ 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1">
                  <a:moveTo>
                    <a:pt x="32" y="51"/>
                  </a:moveTo>
                  <a:lnTo>
                    <a:pt x="4" y="7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" y="0"/>
                  </a:lnTo>
                  <a:lnTo>
                    <a:pt x="32" y="43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6" y="51"/>
                  </a:lnTo>
                  <a:lnTo>
                    <a:pt x="32" y="51"/>
                  </a:lnTo>
                  <a:close/>
                  <a:moveTo>
                    <a:pt x="4" y="7"/>
                  </a:move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8" name="Freeform 208">
              <a:extLst>
                <a:ext uri="{FF2B5EF4-FFF2-40B4-BE49-F238E27FC236}">
                  <a16:creationId xmlns:a16="http://schemas.microsoft.com/office/drawing/2014/main" id="{D752CB0B-8880-4C2A-A67B-CEBEE3B97B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07488" y="12868275"/>
              <a:ext cx="53975" cy="80962"/>
            </a:xfrm>
            <a:custGeom>
              <a:avLst/>
              <a:gdLst>
                <a:gd name="T0" fmla="*/ 42 w 83"/>
                <a:gd name="T1" fmla="*/ 127 h 127"/>
                <a:gd name="T2" fmla="*/ 12 w 83"/>
                <a:gd name="T3" fmla="*/ 114 h 127"/>
                <a:gd name="T4" fmla="*/ 1 w 83"/>
                <a:gd name="T5" fmla="*/ 63 h 127"/>
                <a:gd name="T6" fmla="*/ 12 w 83"/>
                <a:gd name="T7" fmla="*/ 13 h 127"/>
                <a:gd name="T8" fmla="*/ 42 w 83"/>
                <a:gd name="T9" fmla="*/ 0 h 127"/>
                <a:gd name="T10" fmla="*/ 83 w 83"/>
                <a:gd name="T11" fmla="*/ 37 h 127"/>
                <a:gd name="T12" fmla="*/ 83 w 83"/>
                <a:gd name="T13" fmla="*/ 37 h 127"/>
                <a:gd name="T14" fmla="*/ 73 w 83"/>
                <a:gd name="T15" fmla="*/ 37 h 127"/>
                <a:gd name="T16" fmla="*/ 73 w 83"/>
                <a:gd name="T17" fmla="*/ 37 h 127"/>
                <a:gd name="T18" fmla="*/ 42 w 83"/>
                <a:gd name="T19" fmla="*/ 9 h 127"/>
                <a:gd name="T20" fmla="*/ 20 w 83"/>
                <a:gd name="T21" fmla="*/ 19 h 127"/>
                <a:gd name="T22" fmla="*/ 10 w 83"/>
                <a:gd name="T23" fmla="*/ 63 h 127"/>
                <a:gd name="T24" fmla="*/ 20 w 83"/>
                <a:gd name="T25" fmla="*/ 108 h 127"/>
                <a:gd name="T26" fmla="*/ 42 w 83"/>
                <a:gd name="T27" fmla="*/ 118 h 127"/>
                <a:gd name="T28" fmla="*/ 73 w 83"/>
                <a:gd name="T29" fmla="*/ 90 h 127"/>
                <a:gd name="T30" fmla="*/ 73 w 83"/>
                <a:gd name="T31" fmla="*/ 90 h 127"/>
                <a:gd name="T32" fmla="*/ 83 w 83"/>
                <a:gd name="T33" fmla="*/ 90 h 127"/>
                <a:gd name="T34" fmla="*/ 83 w 83"/>
                <a:gd name="T35" fmla="*/ 90 h 127"/>
                <a:gd name="T36" fmla="*/ 42 w 83"/>
                <a:gd name="T3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127">
                  <a:moveTo>
                    <a:pt x="42" y="127"/>
                  </a:moveTo>
                  <a:cubicBezTo>
                    <a:pt x="30" y="127"/>
                    <a:pt x="20" y="122"/>
                    <a:pt x="12" y="114"/>
                  </a:cubicBezTo>
                  <a:cubicBezTo>
                    <a:pt x="1" y="102"/>
                    <a:pt x="0" y="91"/>
                    <a:pt x="1" y="63"/>
                  </a:cubicBezTo>
                  <a:cubicBezTo>
                    <a:pt x="0" y="35"/>
                    <a:pt x="1" y="24"/>
                    <a:pt x="12" y="13"/>
                  </a:cubicBezTo>
                  <a:cubicBezTo>
                    <a:pt x="20" y="5"/>
                    <a:pt x="30" y="0"/>
                    <a:pt x="42" y="0"/>
                  </a:cubicBezTo>
                  <a:cubicBezTo>
                    <a:pt x="64" y="0"/>
                    <a:pt x="79" y="14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0" y="20"/>
                    <a:pt x="58" y="9"/>
                    <a:pt x="42" y="9"/>
                  </a:cubicBezTo>
                  <a:cubicBezTo>
                    <a:pt x="33" y="9"/>
                    <a:pt x="26" y="13"/>
                    <a:pt x="20" y="19"/>
                  </a:cubicBezTo>
                  <a:cubicBezTo>
                    <a:pt x="11" y="27"/>
                    <a:pt x="10" y="37"/>
                    <a:pt x="10" y="63"/>
                  </a:cubicBezTo>
                  <a:cubicBezTo>
                    <a:pt x="10" y="90"/>
                    <a:pt x="11" y="99"/>
                    <a:pt x="20" y="108"/>
                  </a:cubicBezTo>
                  <a:cubicBezTo>
                    <a:pt x="26" y="114"/>
                    <a:pt x="33" y="118"/>
                    <a:pt x="42" y="118"/>
                  </a:cubicBezTo>
                  <a:cubicBezTo>
                    <a:pt x="58" y="118"/>
                    <a:pt x="70" y="107"/>
                    <a:pt x="73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79" y="113"/>
                    <a:pt x="63" y="127"/>
                    <a:pt x="42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89" name="Freeform 209">
              <a:extLst>
                <a:ext uri="{FF2B5EF4-FFF2-40B4-BE49-F238E27FC236}">
                  <a16:creationId xmlns:a16="http://schemas.microsoft.com/office/drawing/2014/main" id="{F3C62AEB-D735-4E5F-8F9D-B1B0F179FC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880513" y="12868275"/>
              <a:ext cx="47625" cy="80962"/>
            </a:xfrm>
            <a:custGeom>
              <a:avLst/>
              <a:gdLst>
                <a:gd name="T0" fmla="*/ 0 w 30"/>
                <a:gd name="T1" fmla="*/ 51 h 51"/>
                <a:gd name="T2" fmla="*/ 0 w 30"/>
                <a:gd name="T3" fmla="*/ 1 h 51"/>
                <a:gd name="T4" fmla="*/ 0 w 30"/>
                <a:gd name="T5" fmla="*/ 0 h 51"/>
                <a:gd name="T6" fmla="*/ 30 w 30"/>
                <a:gd name="T7" fmla="*/ 0 h 51"/>
                <a:gd name="T8" fmla="*/ 30 w 30"/>
                <a:gd name="T9" fmla="*/ 4 h 51"/>
                <a:gd name="T10" fmla="*/ 4 w 30"/>
                <a:gd name="T11" fmla="*/ 4 h 51"/>
                <a:gd name="T12" fmla="*/ 4 w 30"/>
                <a:gd name="T13" fmla="*/ 23 h 51"/>
                <a:gd name="T14" fmla="*/ 26 w 30"/>
                <a:gd name="T15" fmla="*/ 23 h 51"/>
                <a:gd name="T16" fmla="*/ 26 w 30"/>
                <a:gd name="T17" fmla="*/ 27 h 51"/>
                <a:gd name="T18" fmla="*/ 4 w 30"/>
                <a:gd name="T19" fmla="*/ 27 h 51"/>
                <a:gd name="T20" fmla="*/ 4 w 30"/>
                <a:gd name="T21" fmla="*/ 47 h 51"/>
                <a:gd name="T22" fmla="*/ 30 w 30"/>
                <a:gd name="T23" fmla="*/ 47 h 51"/>
                <a:gd name="T24" fmla="*/ 30 w 30"/>
                <a:gd name="T25" fmla="*/ 51 h 51"/>
                <a:gd name="T26" fmla="*/ 0 w 3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1">
                  <a:moveTo>
                    <a:pt x="0" y="5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4" y="4"/>
                  </a:lnTo>
                  <a:lnTo>
                    <a:pt x="4" y="23"/>
                  </a:lnTo>
                  <a:lnTo>
                    <a:pt x="26" y="23"/>
                  </a:lnTo>
                  <a:lnTo>
                    <a:pt x="26" y="27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0" name="Freeform 210">
              <a:extLst>
                <a:ext uri="{FF2B5EF4-FFF2-40B4-BE49-F238E27FC236}">
                  <a16:creationId xmlns:a16="http://schemas.microsoft.com/office/drawing/2014/main" id="{891D1E76-8057-4BD7-B4DD-FD9D5E340E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939251" y="12868275"/>
              <a:ext cx="52388" cy="80962"/>
            </a:xfrm>
            <a:custGeom>
              <a:avLst/>
              <a:gdLst>
                <a:gd name="T0" fmla="*/ 41 w 82"/>
                <a:gd name="T1" fmla="*/ 127 h 127"/>
                <a:gd name="T2" fmla="*/ 1 w 82"/>
                <a:gd name="T3" fmla="*/ 110 h 127"/>
                <a:gd name="T4" fmla="*/ 0 w 82"/>
                <a:gd name="T5" fmla="*/ 110 h 127"/>
                <a:gd name="T6" fmla="*/ 7 w 82"/>
                <a:gd name="T7" fmla="*/ 103 h 127"/>
                <a:gd name="T8" fmla="*/ 8 w 82"/>
                <a:gd name="T9" fmla="*/ 103 h 127"/>
                <a:gd name="T10" fmla="*/ 41 w 82"/>
                <a:gd name="T11" fmla="*/ 118 h 127"/>
                <a:gd name="T12" fmla="*/ 72 w 82"/>
                <a:gd name="T13" fmla="*/ 92 h 127"/>
                <a:gd name="T14" fmla="*/ 65 w 82"/>
                <a:gd name="T15" fmla="*/ 75 h 127"/>
                <a:gd name="T16" fmla="*/ 48 w 82"/>
                <a:gd name="T17" fmla="*/ 69 h 127"/>
                <a:gd name="T18" fmla="*/ 34 w 82"/>
                <a:gd name="T19" fmla="*/ 67 h 127"/>
                <a:gd name="T20" fmla="*/ 13 w 82"/>
                <a:gd name="T21" fmla="*/ 57 h 127"/>
                <a:gd name="T22" fmla="*/ 3 w 82"/>
                <a:gd name="T23" fmla="*/ 34 h 127"/>
                <a:gd name="T24" fmla="*/ 13 w 82"/>
                <a:gd name="T25" fmla="*/ 9 h 127"/>
                <a:gd name="T26" fmla="*/ 41 w 82"/>
                <a:gd name="T27" fmla="*/ 0 h 127"/>
                <a:gd name="T28" fmla="*/ 75 w 82"/>
                <a:gd name="T29" fmla="*/ 14 h 127"/>
                <a:gd name="T30" fmla="*/ 76 w 82"/>
                <a:gd name="T31" fmla="*/ 14 h 127"/>
                <a:gd name="T32" fmla="*/ 69 w 82"/>
                <a:gd name="T33" fmla="*/ 20 h 127"/>
                <a:gd name="T34" fmla="*/ 69 w 82"/>
                <a:gd name="T35" fmla="*/ 20 h 127"/>
                <a:gd name="T36" fmla="*/ 40 w 82"/>
                <a:gd name="T37" fmla="*/ 9 h 127"/>
                <a:gd name="T38" fmla="*/ 13 w 82"/>
                <a:gd name="T39" fmla="*/ 34 h 127"/>
                <a:gd name="T40" fmla="*/ 19 w 82"/>
                <a:gd name="T41" fmla="*/ 50 h 127"/>
                <a:gd name="T42" fmla="*/ 37 w 82"/>
                <a:gd name="T43" fmla="*/ 57 h 127"/>
                <a:gd name="T44" fmla="*/ 49 w 82"/>
                <a:gd name="T45" fmla="*/ 60 h 127"/>
                <a:gd name="T46" fmla="*/ 71 w 82"/>
                <a:gd name="T47" fmla="*/ 68 h 127"/>
                <a:gd name="T48" fmla="*/ 82 w 82"/>
                <a:gd name="T49" fmla="*/ 92 h 127"/>
                <a:gd name="T50" fmla="*/ 41 w 82"/>
                <a:gd name="T5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127">
                  <a:moveTo>
                    <a:pt x="41" y="127"/>
                  </a:moveTo>
                  <a:cubicBezTo>
                    <a:pt x="23" y="127"/>
                    <a:pt x="12" y="122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18" y="114"/>
                    <a:pt x="27" y="118"/>
                    <a:pt x="41" y="118"/>
                  </a:cubicBezTo>
                  <a:cubicBezTo>
                    <a:pt x="60" y="118"/>
                    <a:pt x="72" y="108"/>
                    <a:pt x="72" y="92"/>
                  </a:cubicBezTo>
                  <a:cubicBezTo>
                    <a:pt x="72" y="85"/>
                    <a:pt x="70" y="79"/>
                    <a:pt x="65" y="75"/>
                  </a:cubicBezTo>
                  <a:cubicBezTo>
                    <a:pt x="61" y="72"/>
                    <a:pt x="58" y="70"/>
                    <a:pt x="48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5" y="65"/>
                    <a:pt x="18" y="62"/>
                    <a:pt x="13" y="57"/>
                  </a:cubicBezTo>
                  <a:cubicBezTo>
                    <a:pt x="6" y="52"/>
                    <a:pt x="3" y="44"/>
                    <a:pt x="3" y="34"/>
                  </a:cubicBezTo>
                  <a:cubicBezTo>
                    <a:pt x="3" y="24"/>
                    <a:pt x="7" y="15"/>
                    <a:pt x="13" y="9"/>
                  </a:cubicBezTo>
                  <a:cubicBezTo>
                    <a:pt x="20" y="3"/>
                    <a:pt x="29" y="0"/>
                    <a:pt x="41" y="0"/>
                  </a:cubicBezTo>
                  <a:cubicBezTo>
                    <a:pt x="56" y="0"/>
                    <a:pt x="65" y="4"/>
                    <a:pt x="75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2" y="13"/>
                    <a:pt x="54" y="9"/>
                    <a:pt x="40" y="9"/>
                  </a:cubicBezTo>
                  <a:cubicBezTo>
                    <a:pt x="23" y="9"/>
                    <a:pt x="13" y="18"/>
                    <a:pt x="13" y="34"/>
                  </a:cubicBezTo>
                  <a:cubicBezTo>
                    <a:pt x="13" y="41"/>
                    <a:pt x="15" y="46"/>
                    <a:pt x="19" y="50"/>
                  </a:cubicBezTo>
                  <a:cubicBezTo>
                    <a:pt x="23" y="53"/>
                    <a:pt x="30" y="56"/>
                    <a:pt x="37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61" y="61"/>
                    <a:pt x="66" y="63"/>
                    <a:pt x="71" y="68"/>
                  </a:cubicBezTo>
                  <a:cubicBezTo>
                    <a:pt x="78" y="73"/>
                    <a:pt x="82" y="82"/>
                    <a:pt x="82" y="92"/>
                  </a:cubicBezTo>
                  <a:cubicBezTo>
                    <a:pt x="82" y="113"/>
                    <a:pt x="66" y="127"/>
                    <a:pt x="41" y="1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1" name="Freeform 211">
              <a:extLst>
                <a:ext uri="{FF2B5EF4-FFF2-40B4-BE49-F238E27FC236}">
                  <a16:creationId xmlns:a16="http://schemas.microsoft.com/office/drawing/2014/main" id="{9AE9C220-EB5E-4BD2-8467-9E4C1D45698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65888" y="12692063"/>
              <a:ext cx="230188" cy="254000"/>
            </a:xfrm>
            <a:custGeom>
              <a:avLst/>
              <a:gdLst>
                <a:gd name="T0" fmla="*/ 198 w 359"/>
                <a:gd name="T1" fmla="*/ 387 h 394"/>
                <a:gd name="T2" fmla="*/ 241 w 359"/>
                <a:gd name="T3" fmla="*/ 361 h 394"/>
                <a:gd name="T4" fmla="*/ 259 w 359"/>
                <a:gd name="T5" fmla="*/ 359 h 394"/>
                <a:gd name="T6" fmla="*/ 252 w 359"/>
                <a:gd name="T7" fmla="*/ 354 h 394"/>
                <a:gd name="T8" fmla="*/ 215 w 359"/>
                <a:gd name="T9" fmla="*/ 368 h 394"/>
                <a:gd name="T10" fmla="*/ 180 w 359"/>
                <a:gd name="T11" fmla="*/ 385 h 394"/>
                <a:gd name="T12" fmla="*/ 146 w 359"/>
                <a:gd name="T13" fmla="*/ 368 h 394"/>
                <a:gd name="T14" fmla="*/ 123 w 359"/>
                <a:gd name="T15" fmla="*/ 357 h 394"/>
                <a:gd name="T16" fmla="*/ 117 w 359"/>
                <a:gd name="T17" fmla="*/ 360 h 394"/>
                <a:gd name="T18" fmla="*/ 161 w 359"/>
                <a:gd name="T19" fmla="*/ 385 h 394"/>
                <a:gd name="T20" fmla="*/ 179 w 359"/>
                <a:gd name="T21" fmla="*/ 394 h 394"/>
                <a:gd name="T22" fmla="*/ 181 w 359"/>
                <a:gd name="T23" fmla="*/ 394 h 394"/>
                <a:gd name="T24" fmla="*/ 198 w 359"/>
                <a:gd name="T25" fmla="*/ 387 h 394"/>
                <a:gd name="T26" fmla="*/ 359 w 359"/>
                <a:gd name="T27" fmla="*/ 129 h 394"/>
                <a:gd name="T28" fmla="*/ 319 w 359"/>
                <a:gd name="T29" fmla="*/ 65 h 394"/>
                <a:gd name="T30" fmla="*/ 259 w 359"/>
                <a:gd name="T31" fmla="*/ 20 h 394"/>
                <a:gd name="T32" fmla="*/ 181 w 359"/>
                <a:gd name="T33" fmla="*/ 1 h 394"/>
                <a:gd name="T34" fmla="*/ 99 w 359"/>
                <a:gd name="T35" fmla="*/ 20 h 394"/>
                <a:gd name="T36" fmla="*/ 40 w 359"/>
                <a:gd name="T37" fmla="*/ 65 h 394"/>
                <a:gd name="T38" fmla="*/ 0 w 359"/>
                <a:gd name="T39" fmla="*/ 129 h 394"/>
                <a:gd name="T40" fmla="*/ 10 w 359"/>
                <a:gd name="T41" fmla="*/ 125 h 394"/>
                <a:gd name="T42" fmla="*/ 54 w 359"/>
                <a:gd name="T43" fmla="*/ 62 h 394"/>
                <a:gd name="T44" fmla="*/ 182 w 359"/>
                <a:gd name="T45" fmla="*/ 8 h 394"/>
                <a:gd name="T46" fmla="*/ 309 w 359"/>
                <a:gd name="T47" fmla="*/ 64 h 394"/>
                <a:gd name="T48" fmla="*/ 337 w 359"/>
                <a:gd name="T49" fmla="*/ 103 h 394"/>
                <a:gd name="T50" fmla="*/ 350 w 359"/>
                <a:gd name="T51" fmla="*/ 136 h 394"/>
                <a:gd name="T52" fmla="*/ 359 w 359"/>
                <a:gd name="T53" fmla="*/ 129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9" h="394">
                  <a:moveTo>
                    <a:pt x="198" y="387"/>
                  </a:moveTo>
                  <a:cubicBezTo>
                    <a:pt x="214" y="377"/>
                    <a:pt x="219" y="368"/>
                    <a:pt x="241" y="361"/>
                  </a:cubicBezTo>
                  <a:cubicBezTo>
                    <a:pt x="259" y="359"/>
                    <a:pt x="259" y="359"/>
                    <a:pt x="259" y="359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36" y="355"/>
                    <a:pt x="221" y="364"/>
                    <a:pt x="215" y="368"/>
                  </a:cubicBezTo>
                  <a:cubicBezTo>
                    <a:pt x="215" y="368"/>
                    <a:pt x="193" y="386"/>
                    <a:pt x="180" y="385"/>
                  </a:cubicBezTo>
                  <a:cubicBezTo>
                    <a:pt x="169" y="386"/>
                    <a:pt x="153" y="372"/>
                    <a:pt x="146" y="368"/>
                  </a:cubicBezTo>
                  <a:cubicBezTo>
                    <a:pt x="139" y="364"/>
                    <a:pt x="123" y="357"/>
                    <a:pt x="123" y="357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35" y="367"/>
                    <a:pt x="151" y="380"/>
                    <a:pt x="161" y="385"/>
                  </a:cubicBezTo>
                  <a:cubicBezTo>
                    <a:pt x="164" y="388"/>
                    <a:pt x="171" y="394"/>
                    <a:pt x="179" y="394"/>
                  </a:cubicBezTo>
                  <a:cubicBezTo>
                    <a:pt x="181" y="394"/>
                    <a:pt x="181" y="394"/>
                    <a:pt x="181" y="394"/>
                  </a:cubicBezTo>
                  <a:cubicBezTo>
                    <a:pt x="189" y="394"/>
                    <a:pt x="194" y="389"/>
                    <a:pt x="198" y="387"/>
                  </a:cubicBezTo>
                  <a:moveTo>
                    <a:pt x="359" y="129"/>
                  </a:moveTo>
                  <a:cubicBezTo>
                    <a:pt x="352" y="114"/>
                    <a:pt x="343" y="90"/>
                    <a:pt x="319" y="65"/>
                  </a:cubicBezTo>
                  <a:cubicBezTo>
                    <a:pt x="295" y="39"/>
                    <a:pt x="259" y="20"/>
                    <a:pt x="259" y="20"/>
                  </a:cubicBezTo>
                  <a:cubicBezTo>
                    <a:pt x="249" y="16"/>
                    <a:pt x="217" y="0"/>
                    <a:pt x="181" y="1"/>
                  </a:cubicBezTo>
                  <a:cubicBezTo>
                    <a:pt x="144" y="1"/>
                    <a:pt x="107" y="16"/>
                    <a:pt x="99" y="20"/>
                  </a:cubicBezTo>
                  <a:cubicBezTo>
                    <a:pt x="99" y="20"/>
                    <a:pt x="64" y="39"/>
                    <a:pt x="40" y="65"/>
                  </a:cubicBezTo>
                  <a:cubicBezTo>
                    <a:pt x="16" y="90"/>
                    <a:pt x="5" y="114"/>
                    <a:pt x="0" y="129"/>
                  </a:cubicBezTo>
                  <a:cubicBezTo>
                    <a:pt x="0" y="129"/>
                    <a:pt x="7" y="143"/>
                    <a:pt x="10" y="125"/>
                  </a:cubicBezTo>
                  <a:cubicBezTo>
                    <a:pt x="10" y="125"/>
                    <a:pt x="26" y="85"/>
                    <a:pt x="54" y="62"/>
                  </a:cubicBezTo>
                  <a:cubicBezTo>
                    <a:pt x="78" y="37"/>
                    <a:pt x="131" y="8"/>
                    <a:pt x="182" y="8"/>
                  </a:cubicBezTo>
                  <a:cubicBezTo>
                    <a:pt x="241" y="9"/>
                    <a:pt x="286" y="44"/>
                    <a:pt x="309" y="64"/>
                  </a:cubicBezTo>
                  <a:cubicBezTo>
                    <a:pt x="321" y="76"/>
                    <a:pt x="337" y="103"/>
                    <a:pt x="337" y="103"/>
                  </a:cubicBezTo>
                  <a:cubicBezTo>
                    <a:pt x="347" y="122"/>
                    <a:pt x="352" y="130"/>
                    <a:pt x="350" y="136"/>
                  </a:cubicBezTo>
                  <a:lnTo>
                    <a:pt x="359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2" name="Freeform 212">
              <a:extLst>
                <a:ext uri="{FF2B5EF4-FFF2-40B4-BE49-F238E27FC236}">
                  <a16:creationId xmlns:a16="http://schemas.microsoft.com/office/drawing/2014/main" id="{D25E4A2A-8AF0-4584-8948-4926F4847C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988088" y="12322175"/>
              <a:ext cx="587375" cy="704850"/>
            </a:xfrm>
            <a:custGeom>
              <a:avLst/>
              <a:gdLst>
                <a:gd name="T0" fmla="*/ 879 w 916"/>
                <a:gd name="T1" fmla="*/ 342 h 1100"/>
                <a:gd name="T2" fmla="*/ 785 w 916"/>
                <a:gd name="T3" fmla="*/ 169 h 1100"/>
                <a:gd name="T4" fmla="*/ 600 w 916"/>
                <a:gd name="T5" fmla="*/ 30 h 1100"/>
                <a:gd name="T6" fmla="*/ 406 w 916"/>
                <a:gd name="T7" fmla="*/ 6 h 1100"/>
                <a:gd name="T8" fmla="*/ 209 w 916"/>
                <a:gd name="T9" fmla="*/ 88 h 1100"/>
                <a:gd name="T10" fmla="*/ 64 w 916"/>
                <a:gd name="T11" fmla="*/ 270 h 1100"/>
                <a:gd name="T12" fmla="*/ 8 w 916"/>
                <a:gd name="T13" fmla="*/ 472 h 1100"/>
                <a:gd name="T14" fmla="*/ 13 w 916"/>
                <a:gd name="T15" fmla="*/ 665 h 1100"/>
                <a:gd name="T16" fmla="*/ 76 w 916"/>
                <a:gd name="T17" fmla="*/ 848 h 1100"/>
                <a:gd name="T18" fmla="*/ 229 w 916"/>
                <a:gd name="T19" fmla="*/ 1022 h 1100"/>
                <a:gd name="T20" fmla="*/ 430 w 916"/>
                <a:gd name="T21" fmla="*/ 1099 h 1100"/>
                <a:gd name="T22" fmla="*/ 605 w 916"/>
                <a:gd name="T23" fmla="*/ 1068 h 1100"/>
                <a:gd name="T24" fmla="*/ 788 w 916"/>
                <a:gd name="T25" fmla="*/ 927 h 1100"/>
                <a:gd name="T26" fmla="*/ 891 w 916"/>
                <a:gd name="T27" fmla="*/ 720 h 1100"/>
                <a:gd name="T28" fmla="*/ 906 w 916"/>
                <a:gd name="T29" fmla="*/ 501 h 1100"/>
                <a:gd name="T30" fmla="*/ 896 w 916"/>
                <a:gd name="T31" fmla="*/ 428 h 1100"/>
                <a:gd name="T32" fmla="*/ 864 w 916"/>
                <a:gd name="T33" fmla="*/ 318 h 1100"/>
                <a:gd name="T34" fmla="*/ 826 w 916"/>
                <a:gd name="T35" fmla="*/ 249 h 1100"/>
                <a:gd name="T36" fmla="*/ 788 w 916"/>
                <a:gd name="T37" fmla="*/ 185 h 1100"/>
                <a:gd name="T38" fmla="*/ 737 w 916"/>
                <a:gd name="T39" fmla="*/ 129 h 1100"/>
                <a:gd name="T40" fmla="*/ 675 w 916"/>
                <a:gd name="T41" fmla="*/ 80 h 1100"/>
                <a:gd name="T42" fmla="*/ 592 w 916"/>
                <a:gd name="T43" fmla="*/ 36 h 1100"/>
                <a:gd name="T44" fmla="*/ 441 w 916"/>
                <a:gd name="T45" fmla="*/ 12 h 1100"/>
                <a:gd name="T46" fmla="*/ 363 w 916"/>
                <a:gd name="T47" fmla="*/ 31 h 1100"/>
                <a:gd name="T48" fmla="*/ 294 w 916"/>
                <a:gd name="T49" fmla="*/ 59 h 1100"/>
                <a:gd name="T50" fmla="*/ 199 w 916"/>
                <a:gd name="T51" fmla="*/ 112 h 1100"/>
                <a:gd name="T52" fmla="*/ 171 w 916"/>
                <a:gd name="T53" fmla="*/ 138 h 1100"/>
                <a:gd name="T54" fmla="*/ 103 w 916"/>
                <a:gd name="T55" fmla="*/ 217 h 1100"/>
                <a:gd name="T56" fmla="*/ 70 w 916"/>
                <a:gd name="T57" fmla="*/ 277 h 1100"/>
                <a:gd name="T58" fmla="*/ 30 w 916"/>
                <a:gd name="T59" fmla="*/ 386 h 1100"/>
                <a:gd name="T60" fmla="*/ 11 w 916"/>
                <a:gd name="T61" fmla="*/ 499 h 1100"/>
                <a:gd name="T62" fmla="*/ 12 w 916"/>
                <a:gd name="T63" fmla="*/ 614 h 1100"/>
                <a:gd name="T64" fmla="*/ 40 w 916"/>
                <a:gd name="T65" fmla="*/ 712 h 1100"/>
                <a:gd name="T66" fmla="*/ 63 w 916"/>
                <a:gd name="T67" fmla="*/ 808 h 1100"/>
                <a:gd name="T68" fmla="*/ 98 w 916"/>
                <a:gd name="T69" fmla="*/ 875 h 1100"/>
                <a:gd name="T70" fmla="*/ 157 w 916"/>
                <a:gd name="T71" fmla="*/ 943 h 1100"/>
                <a:gd name="T72" fmla="*/ 209 w 916"/>
                <a:gd name="T73" fmla="*/ 996 h 1100"/>
                <a:gd name="T74" fmla="*/ 272 w 916"/>
                <a:gd name="T75" fmla="*/ 1039 h 1100"/>
                <a:gd name="T76" fmla="*/ 322 w 916"/>
                <a:gd name="T77" fmla="*/ 1066 h 1100"/>
                <a:gd name="T78" fmla="*/ 435 w 916"/>
                <a:gd name="T79" fmla="*/ 1090 h 1100"/>
                <a:gd name="T80" fmla="*/ 552 w 916"/>
                <a:gd name="T81" fmla="*/ 1080 h 1100"/>
                <a:gd name="T82" fmla="*/ 625 w 916"/>
                <a:gd name="T83" fmla="*/ 1053 h 1100"/>
                <a:gd name="T84" fmla="*/ 703 w 916"/>
                <a:gd name="T85" fmla="*/ 1000 h 1100"/>
                <a:gd name="T86" fmla="*/ 754 w 916"/>
                <a:gd name="T87" fmla="*/ 959 h 1100"/>
                <a:gd name="T88" fmla="*/ 803 w 916"/>
                <a:gd name="T89" fmla="*/ 898 h 1100"/>
                <a:gd name="T90" fmla="*/ 838 w 916"/>
                <a:gd name="T91" fmla="*/ 839 h 1100"/>
                <a:gd name="T92" fmla="*/ 786 w 916"/>
                <a:gd name="T93" fmla="*/ 890 h 1100"/>
                <a:gd name="T94" fmla="*/ 622 w 916"/>
                <a:gd name="T95" fmla="*/ 1036 h 1100"/>
                <a:gd name="T96" fmla="*/ 433 w 916"/>
                <a:gd name="T97" fmla="*/ 1072 h 1100"/>
                <a:gd name="T98" fmla="*/ 240 w 916"/>
                <a:gd name="T99" fmla="*/ 1003 h 1100"/>
                <a:gd name="T100" fmla="*/ 96 w 916"/>
                <a:gd name="T101" fmla="*/ 834 h 1100"/>
                <a:gd name="T102" fmla="*/ 37 w 916"/>
                <a:gd name="T103" fmla="*/ 650 h 1100"/>
                <a:gd name="T104" fmla="*/ 32 w 916"/>
                <a:gd name="T105" fmla="*/ 473 h 1100"/>
                <a:gd name="T106" fmla="*/ 91 w 916"/>
                <a:gd name="T107" fmla="*/ 282 h 1100"/>
                <a:gd name="T108" fmla="*/ 228 w 916"/>
                <a:gd name="T109" fmla="*/ 111 h 1100"/>
                <a:gd name="T110" fmla="*/ 416 w 916"/>
                <a:gd name="T111" fmla="*/ 29 h 1100"/>
                <a:gd name="T112" fmla="*/ 595 w 916"/>
                <a:gd name="T113" fmla="*/ 53 h 1100"/>
                <a:gd name="T114" fmla="*/ 769 w 916"/>
                <a:gd name="T115" fmla="*/ 187 h 1100"/>
                <a:gd name="T116" fmla="*/ 867 w 916"/>
                <a:gd name="T117" fmla="*/ 386 h 1100"/>
                <a:gd name="T118" fmla="*/ 886 w 916"/>
                <a:gd name="T119" fmla="*/ 554 h 1100"/>
                <a:gd name="T120" fmla="*/ 855 w 916"/>
                <a:gd name="T121" fmla="*/ 754 h 1100"/>
                <a:gd name="T122" fmla="*/ 872 w 916"/>
                <a:gd name="T123" fmla="*/ 717 h 1100"/>
                <a:gd name="T124" fmla="*/ 894 w 916"/>
                <a:gd name="T125" fmla="*/ 613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6" h="1100">
                  <a:moveTo>
                    <a:pt x="913" y="530"/>
                  </a:moveTo>
                  <a:cubicBezTo>
                    <a:pt x="913" y="530"/>
                    <a:pt x="913" y="530"/>
                    <a:pt x="913" y="530"/>
                  </a:cubicBezTo>
                  <a:cubicBezTo>
                    <a:pt x="913" y="528"/>
                    <a:pt x="913" y="528"/>
                    <a:pt x="913" y="528"/>
                  </a:cubicBezTo>
                  <a:cubicBezTo>
                    <a:pt x="913" y="527"/>
                    <a:pt x="913" y="527"/>
                    <a:pt x="913" y="527"/>
                  </a:cubicBezTo>
                  <a:cubicBezTo>
                    <a:pt x="914" y="523"/>
                    <a:pt x="915" y="519"/>
                    <a:pt x="915" y="514"/>
                  </a:cubicBezTo>
                  <a:cubicBezTo>
                    <a:pt x="915" y="508"/>
                    <a:pt x="914" y="501"/>
                    <a:pt x="911" y="492"/>
                  </a:cubicBezTo>
                  <a:cubicBezTo>
                    <a:pt x="910" y="492"/>
                    <a:pt x="910" y="492"/>
                    <a:pt x="910" y="492"/>
                  </a:cubicBezTo>
                  <a:cubicBezTo>
                    <a:pt x="910" y="490"/>
                    <a:pt x="910" y="490"/>
                    <a:pt x="910" y="490"/>
                  </a:cubicBezTo>
                  <a:cubicBezTo>
                    <a:pt x="910" y="489"/>
                    <a:pt x="910" y="489"/>
                    <a:pt x="910" y="489"/>
                  </a:cubicBezTo>
                  <a:cubicBezTo>
                    <a:pt x="911" y="486"/>
                    <a:pt x="912" y="482"/>
                    <a:pt x="912" y="478"/>
                  </a:cubicBezTo>
                  <a:cubicBezTo>
                    <a:pt x="912" y="471"/>
                    <a:pt x="910" y="464"/>
                    <a:pt x="906" y="455"/>
                  </a:cubicBezTo>
                  <a:cubicBezTo>
                    <a:pt x="906" y="454"/>
                    <a:pt x="906" y="454"/>
                    <a:pt x="906" y="454"/>
                  </a:cubicBezTo>
                  <a:cubicBezTo>
                    <a:pt x="906" y="452"/>
                    <a:pt x="906" y="452"/>
                    <a:pt x="906" y="452"/>
                  </a:cubicBezTo>
                  <a:cubicBezTo>
                    <a:pt x="906" y="451"/>
                    <a:pt x="906" y="451"/>
                    <a:pt x="906" y="451"/>
                  </a:cubicBezTo>
                  <a:cubicBezTo>
                    <a:pt x="906" y="449"/>
                    <a:pt x="907" y="446"/>
                    <a:pt x="907" y="442"/>
                  </a:cubicBezTo>
                  <a:cubicBezTo>
                    <a:pt x="907" y="440"/>
                    <a:pt x="906" y="437"/>
                    <a:pt x="906" y="434"/>
                  </a:cubicBezTo>
                  <a:cubicBezTo>
                    <a:pt x="905" y="432"/>
                    <a:pt x="905" y="432"/>
                    <a:pt x="905" y="432"/>
                  </a:cubicBezTo>
                  <a:cubicBezTo>
                    <a:pt x="905" y="432"/>
                    <a:pt x="905" y="432"/>
                    <a:pt x="905" y="432"/>
                  </a:cubicBezTo>
                  <a:cubicBezTo>
                    <a:pt x="904" y="427"/>
                    <a:pt x="902" y="421"/>
                    <a:pt x="899" y="415"/>
                  </a:cubicBezTo>
                  <a:cubicBezTo>
                    <a:pt x="899" y="415"/>
                    <a:pt x="899" y="415"/>
                    <a:pt x="899" y="415"/>
                  </a:cubicBezTo>
                  <a:cubicBezTo>
                    <a:pt x="899" y="413"/>
                    <a:pt x="899" y="413"/>
                    <a:pt x="899" y="413"/>
                  </a:cubicBezTo>
                  <a:cubicBezTo>
                    <a:pt x="899" y="412"/>
                    <a:pt x="899" y="412"/>
                    <a:pt x="899" y="412"/>
                  </a:cubicBezTo>
                  <a:cubicBezTo>
                    <a:pt x="899" y="410"/>
                    <a:pt x="899" y="408"/>
                    <a:pt x="899" y="406"/>
                  </a:cubicBezTo>
                  <a:cubicBezTo>
                    <a:pt x="899" y="398"/>
                    <a:pt x="897" y="389"/>
                    <a:pt x="890" y="378"/>
                  </a:cubicBezTo>
                  <a:cubicBezTo>
                    <a:pt x="890" y="378"/>
                    <a:pt x="890" y="378"/>
                    <a:pt x="890" y="378"/>
                  </a:cubicBezTo>
                  <a:cubicBezTo>
                    <a:pt x="889" y="376"/>
                    <a:pt x="889" y="376"/>
                    <a:pt x="889" y="376"/>
                  </a:cubicBezTo>
                  <a:cubicBezTo>
                    <a:pt x="889" y="375"/>
                    <a:pt x="889" y="375"/>
                    <a:pt x="889" y="375"/>
                  </a:cubicBezTo>
                  <a:cubicBezTo>
                    <a:pt x="890" y="374"/>
                    <a:pt x="890" y="372"/>
                    <a:pt x="890" y="371"/>
                  </a:cubicBezTo>
                  <a:cubicBezTo>
                    <a:pt x="890" y="363"/>
                    <a:pt x="887" y="353"/>
                    <a:pt x="879" y="342"/>
                  </a:cubicBezTo>
                  <a:cubicBezTo>
                    <a:pt x="879" y="341"/>
                    <a:pt x="879" y="341"/>
                    <a:pt x="879" y="341"/>
                  </a:cubicBezTo>
                  <a:cubicBezTo>
                    <a:pt x="878" y="339"/>
                    <a:pt x="878" y="339"/>
                    <a:pt x="878" y="339"/>
                  </a:cubicBezTo>
                  <a:cubicBezTo>
                    <a:pt x="878" y="339"/>
                    <a:pt x="878" y="339"/>
                    <a:pt x="878" y="339"/>
                  </a:cubicBezTo>
                  <a:cubicBezTo>
                    <a:pt x="878" y="338"/>
                    <a:pt x="878" y="338"/>
                    <a:pt x="878" y="337"/>
                  </a:cubicBezTo>
                  <a:cubicBezTo>
                    <a:pt x="878" y="333"/>
                    <a:pt x="877" y="327"/>
                    <a:pt x="875" y="322"/>
                  </a:cubicBezTo>
                  <a:cubicBezTo>
                    <a:pt x="874" y="320"/>
                    <a:pt x="874" y="320"/>
                    <a:pt x="874" y="320"/>
                  </a:cubicBezTo>
                  <a:cubicBezTo>
                    <a:pt x="874" y="320"/>
                    <a:pt x="874" y="320"/>
                    <a:pt x="874" y="320"/>
                  </a:cubicBezTo>
                  <a:cubicBezTo>
                    <a:pt x="872" y="315"/>
                    <a:pt x="869" y="310"/>
                    <a:pt x="865" y="304"/>
                  </a:cubicBezTo>
                  <a:cubicBezTo>
                    <a:pt x="865" y="304"/>
                    <a:pt x="865" y="304"/>
                    <a:pt x="865" y="304"/>
                  </a:cubicBezTo>
                  <a:cubicBezTo>
                    <a:pt x="864" y="302"/>
                    <a:pt x="864" y="302"/>
                    <a:pt x="864" y="302"/>
                  </a:cubicBezTo>
                  <a:cubicBezTo>
                    <a:pt x="864" y="301"/>
                    <a:pt x="864" y="301"/>
                    <a:pt x="864" y="301"/>
                  </a:cubicBezTo>
                  <a:cubicBezTo>
                    <a:pt x="864" y="292"/>
                    <a:pt x="860" y="282"/>
                    <a:pt x="849" y="270"/>
                  </a:cubicBezTo>
                  <a:cubicBezTo>
                    <a:pt x="849" y="269"/>
                    <a:pt x="849" y="269"/>
                    <a:pt x="849" y="269"/>
                  </a:cubicBezTo>
                  <a:cubicBezTo>
                    <a:pt x="848" y="267"/>
                    <a:pt x="848" y="267"/>
                    <a:pt x="848" y="267"/>
                  </a:cubicBezTo>
                  <a:cubicBezTo>
                    <a:pt x="848" y="267"/>
                    <a:pt x="848" y="267"/>
                    <a:pt x="848" y="267"/>
                  </a:cubicBezTo>
                  <a:cubicBezTo>
                    <a:pt x="847" y="258"/>
                    <a:pt x="843" y="247"/>
                    <a:pt x="831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29" y="234"/>
                    <a:pt x="829" y="234"/>
                    <a:pt x="829" y="234"/>
                  </a:cubicBezTo>
                  <a:cubicBezTo>
                    <a:pt x="829" y="233"/>
                    <a:pt x="829" y="233"/>
                    <a:pt x="829" y="233"/>
                  </a:cubicBezTo>
                  <a:cubicBezTo>
                    <a:pt x="828" y="228"/>
                    <a:pt x="827" y="223"/>
                    <a:pt x="823" y="217"/>
                  </a:cubicBezTo>
                  <a:cubicBezTo>
                    <a:pt x="821" y="215"/>
                    <a:pt x="821" y="215"/>
                    <a:pt x="821" y="215"/>
                  </a:cubicBezTo>
                  <a:cubicBezTo>
                    <a:pt x="821" y="215"/>
                    <a:pt x="821" y="215"/>
                    <a:pt x="821" y="215"/>
                  </a:cubicBezTo>
                  <a:cubicBezTo>
                    <a:pt x="819" y="211"/>
                    <a:pt x="815" y="206"/>
                    <a:pt x="809" y="202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8" y="200"/>
                    <a:pt x="808" y="200"/>
                    <a:pt x="808" y="200"/>
                  </a:cubicBezTo>
                  <a:cubicBezTo>
                    <a:pt x="808" y="199"/>
                    <a:pt x="808" y="199"/>
                    <a:pt x="808" y="199"/>
                  </a:cubicBezTo>
                  <a:cubicBezTo>
                    <a:pt x="806" y="191"/>
                    <a:pt x="800" y="181"/>
                    <a:pt x="787" y="171"/>
                  </a:cubicBezTo>
                  <a:cubicBezTo>
                    <a:pt x="786" y="171"/>
                    <a:pt x="786" y="171"/>
                    <a:pt x="786" y="171"/>
                  </a:cubicBezTo>
                  <a:cubicBezTo>
                    <a:pt x="785" y="169"/>
                    <a:pt x="785" y="169"/>
                    <a:pt x="785" y="169"/>
                  </a:cubicBezTo>
                  <a:cubicBezTo>
                    <a:pt x="785" y="169"/>
                    <a:pt x="785" y="169"/>
                    <a:pt x="785" y="169"/>
                  </a:cubicBezTo>
                  <a:cubicBezTo>
                    <a:pt x="782" y="160"/>
                    <a:pt x="775" y="151"/>
                    <a:pt x="762" y="142"/>
                  </a:cubicBezTo>
                  <a:cubicBezTo>
                    <a:pt x="761" y="142"/>
                    <a:pt x="761" y="142"/>
                    <a:pt x="761" y="142"/>
                  </a:cubicBezTo>
                  <a:cubicBezTo>
                    <a:pt x="760" y="140"/>
                    <a:pt x="760" y="140"/>
                    <a:pt x="760" y="140"/>
                  </a:cubicBezTo>
                  <a:cubicBezTo>
                    <a:pt x="760" y="140"/>
                    <a:pt x="760" y="140"/>
                    <a:pt x="760" y="140"/>
                  </a:cubicBezTo>
                  <a:cubicBezTo>
                    <a:pt x="758" y="135"/>
                    <a:pt x="755" y="130"/>
                    <a:pt x="750" y="125"/>
                  </a:cubicBezTo>
                  <a:cubicBezTo>
                    <a:pt x="748" y="124"/>
                    <a:pt x="748" y="124"/>
                    <a:pt x="748" y="124"/>
                  </a:cubicBezTo>
                  <a:cubicBezTo>
                    <a:pt x="748" y="124"/>
                    <a:pt x="748" y="124"/>
                    <a:pt x="748" y="124"/>
                  </a:cubicBezTo>
                  <a:cubicBezTo>
                    <a:pt x="744" y="121"/>
                    <a:pt x="739" y="117"/>
                    <a:pt x="733" y="114"/>
                  </a:cubicBezTo>
                  <a:cubicBezTo>
                    <a:pt x="733" y="114"/>
                    <a:pt x="733" y="114"/>
                    <a:pt x="733" y="114"/>
                  </a:cubicBezTo>
                  <a:cubicBezTo>
                    <a:pt x="731" y="112"/>
                    <a:pt x="731" y="112"/>
                    <a:pt x="731" y="112"/>
                  </a:cubicBezTo>
                  <a:cubicBezTo>
                    <a:pt x="731" y="112"/>
                    <a:pt x="731" y="112"/>
                    <a:pt x="731" y="112"/>
                  </a:cubicBezTo>
                  <a:cubicBezTo>
                    <a:pt x="727" y="104"/>
                    <a:pt x="719" y="95"/>
                    <a:pt x="704" y="89"/>
                  </a:cubicBezTo>
                  <a:cubicBezTo>
                    <a:pt x="704" y="89"/>
                    <a:pt x="704" y="89"/>
                    <a:pt x="704" y="89"/>
                  </a:cubicBezTo>
                  <a:cubicBezTo>
                    <a:pt x="702" y="88"/>
                    <a:pt x="702" y="88"/>
                    <a:pt x="702" y="88"/>
                  </a:cubicBezTo>
                  <a:cubicBezTo>
                    <a:pt x="701" y="87"/>
                    <a:pt x="701" y="87"/>
                    <a:pt x="701" y="87"/>
                  </a:cubicBezTo>
                  <a:cubicBezTo>
                    <a:pt x="697" y="79"/>
                    <a:pt x="688" y="72"/>
                    <a:pt x="672" y="67"/>
                  </a:cubicBezTo>
                  <a:cubicBezTo>
                    <a:pt x="672" y="67"/>
                    <a:pt x="672" y="67"/>
                    <a:pt x="672" y="67"/>
                  </a:cubicBezTo>
                  <a:cubicBezTo>
                    <a:pt x="670" y="66"/>
                    <a:pt x="670" y="66"/>
                    <a:pt x="670" y="66"/>
                  </a:cubicBezTo>
                  <a:cubicBezTo>
                    <a:pt x="670" y="65"/>
                    <a:pt x="670" y="65"/>
                    <a:pt x="670" y="65"/>
                  </a:cubicBezTo>
                  <a:cubicBezTo>
                    <a:pt x="667" y="61"/>
                    <a:pt x="662" y="57"/>
                    <a:pt x="656" y="54"/>
                  </a:cubicBezTo>
                  <a:cubicBezTo>
                    <a:pt x="656" y="54"/>
                    <a:pt x="656" y="54"/>
                    <a:pt x="656" y="54"/>
                  </a:cubicBezTo>
                  <a:cubicBezTo>
                    <a:pt x="651" y="51"/>
                    <a:pt x="645" y="48"/>
                    <a:pt x="637" y="47"/>
                  </a:cubicBezTo>
                  <a:cubicBezTo>
                    <a:pt x="637" y="47"/>
                    <a:pt x="637" y="47"/>
                    <a:pt x="637" y="47"/>
                  </a:cubicBezTo>
                  <a:cubicBezTo>
                    <a:pt x="635" y="45"/>
                    <a:pt x="635" y="45"/>
                    <a:pt x="635" y="45"/>
                  </a:cubicBezTo>
                  <a:cubicBezTo>
                    <a:pt x="635" y="45"/>
                    <a:pt x="635" y="45"/>
                    <a:pt x="635" y="45"/>
                  </a:cubicBezTo>
                  <a:cubicBezTo>
                    <a:pt x="628" y="39"/>
                    <a:pt x="619" y="32"/>
                    <a:pt x="602" y="31"/>
                  </a:cubicBezTo>
                  <a:cubicBezTo>
                    <a:pt x="602" y="31"/>
                    <a:pt x="602" y="31"/>
                    <a:pt x="602" y="31"/>
                  </a:cubicBezTo>
                  <a:cubicBezTo>
                    <a:pt x="600" y="30"/>
                    <a:pt x="600" y="30"/>
                    <a:pt x="600" y="30"/>
                  </a:cubicBezTo>
                  <a:cubicBezTo>
                    <a:pt x="599" y="29"/>
                    <a:pt x="599" y="29"/>
                    <a:pt x="599" y="29"/>
                  </a:cubicBezTo>
                  <a:cubicBezTo>
                    <a:pt x="593" y="23"/>
                    <a:pt x="582" y="18"/>
                    <a:pt x="566" y="18"/>
                  </a:cubicBezTo>
                  <a:cubicBezTo>
                    <a:pt x="566" y="18"/>
                    <a:pt x="566" y="18"/>
                    <a:pt x="566" y="18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58" y="14"/>
                    <a:pt x="553" y="11"/>
                    <a:pt x="547" y="10"/>
                  </a:cubicBezTo>
                  <a:cubicBezTo>
                    <a:pt x="546" y="10"/>
                    <a:pt x="546" y="10"/>
                    <a:pt x="546" y="10"/>
                  </a:cubicBezTo>
                  <a:cubicBezTo>
                    <a:pt x="542" y="9"/>
                    <a:pt x="538" y="8"/>
                    <a:pt x="532" y="8"/>
                  </a:cubicBezTo>
                  <a:cubicBezTo>
                    <a:pt x="530" y="8"/>
                    <a:pt x="528" y="8"/>
                    <a:pt x="526" y="9"/>
                  </a:cubicBezTo>
                  <a:cubicBezTo>
                    <a:pt x="526" y="9"/>
                    <a:pt x="526" y="9"/>
                    <a:pt x="526" y="9"/>
                  </a:cubicBezTo>
                  <a:cubicBezTo>
                    <a:pt x="524" y="8"/>
                    <a:pt x="524" y="8"/>
                    <a:pt x="524" y="8"/>
                  </a:cubicBezTo>
                  <a:cubicBezTo>
                    <a:pt x="523" y="8"/>
                    <a:pt x="523" y="8"/>
                    <a:pt x="523" y="8"/>
                  </a:cubicBezTo>
                  <a:cubicBezTo>
                    <a:pt x="518" y="5"/>
                    <a:pt x="510" y="2"/>
                    <a:pt x="501" y="2"/>
                  </a:cubicBezTo>
                  <a:cubicBezTo>
                    <a:pt x="497" y="2"/>
                    <a:pt x="493" y="3"/>
                    <a:pt x="488" y="4"/>
                  </a:cubicBezTo>
                  <a:cubicBezTo>
                    <a:pt x="488" y="4"/>
                    <a:pt x="488" y="4"/>
                    <a:pt x="488" y="4"/>
                  </a:cubicBezTo>
                  <a:cubicBezTo>
                    <a:pt x="485" y="4"/>
                    <a:pt x="485" y="4"/>
                    <a:pt x="485" y="4"/>
                  </a:cubicBezTo>
                  <a:cubicBezTo>
                    <a:pt x="485" y="3"/>
                    <a:pt x="485" y="3"/>
                    <a:pt x="485" y="3"/>
                  </a:cubicBezTo>
                  <a:cubicBezTo>
                    <a:pt x="480" y="1"/>
                    <a:pt x="474" y="0"/>
                    <a:pt x="467" y="0"/>
                  </a:cubicBezTo>
                  <a:cubicBezTo>
                    <a:pt x="462" y="0"/>
                    <a:pt x="456" y="1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47" y="3"/>
                    <a:pt x="447" y="3"/>
                    <a:pt x="447" y="3"/>
                  </a:cubicBezTo>
                  <a:cubicBezTo>
                    <a:pt x="446" y="3"/>
                    <a:pt x="446" y="3"/>
                    <a:pt x="446" y="3"/>
                  </a:cubicBezTo>
                  <a:cubicBezTo>
                    <a:pt x="442" y="1"/>
                    <a:pt x="438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8" y="1"/>
                    <a:pt x="428" y="1"/>
                  </a:cubicBezTo>
                  <a:cubicBezTo>
                    <a:pt x="423" y="1"/>
                    <a:pt x="416" y="3"/>
                    <a:pt x="409" y="6"/>
                  </a:cubicBezTo>
                  <a:cubicBezTo>
                    <a:pt x="409" y="6"/>
                    <a:pt x="409" y="6"/>
                    <a:pt x="409" y="6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3" y="5"/>
                    <a:pt x="400" y="5"/>
                    <a:pt x="397" y="5"/>
                  </a:cubicBezTo>
                  <a:cubicBezTo>
                    <a:pt x="390" y="5"/>
                    <a:pt x="381" y="7"/>
                    <a:pt x="371" y="13"/>
                  </a:cubicBezTo>
                  <a:cubicBezTo>
                    <a:pt x="371" y="13"/>
                    <a:pt x="371" y="13"/>
                    <a:pt x="371" y="13"/>
                  </a:cubicBezTo>
                  <a:cubicBezTo>
                    <a:pt x="368" y="13"/>
                    <a:pt x="368" y="13"/>
                    <a:pt x="368" y="13"/>
                  </a:cubicBezTo>
                  <a:cubicBezTo>
                    <a:pt x="368" y="13"/>
                    <a:pt x="368" y="13"/>
                    <a:pt x="368" y="13"/>
                  </a:cubicBezTo>
                  <a:cubicBezTo>
                    <a:pt x="366" y="13"/>
                    <a:pt x="365" y="13"/>
                    <a:pt x="363" y="13"/>
                  </a:cubicBezTo>
                  <a:cubicBezTo>
                    <a:pt x="355" y="13"/>
                    <a:pt x="345" y="15"/>
                    <a:pt x="334" y="23"/>
                  </a:cubicBezTo>
                  <a:cubicBezTo>
                    <a:pt x="333" y="23"/>
                    <a:pt x="333" y="23"/>
                    <a:pt x="333" y="23"/>
                  </a:cubicBezTo>
                  <a:cubicBezTo>
                    <a:pt x="331" y="24"/>
                    <a:pt x="331" y="24"/>
                    <a:pt x="331" y="24"/>
                  </a:cubicBezTo>
                  <a:cubicBezTo>
                    <a:pt x="331" y="24"/>
                    <a:pt x="331" y="24"/>
                    <a:pt x="331" y="24"/>
                  </a:cubicBezTo>
                  <a:cubicBezTo>
                    <a:pt x="330" y="24"/>
                    <a:pt x="329" y="24"/>
                    <a:pt x="329" y="24"/>
                  </a:cubicBezTo>
                  <a:cubicBezTo>
                    <a:pt x="324" y="24"/>
                    <a:pt x="319" y="25"/>
                    <a:pt x="313" y="28"/>
                  </a:cubicBezTo>
                  <a:cubicBezTo>
                    <a:pt x="311" y="29"/>
                    <a:pt x="311" y="29"/>
                    <a:pt x="311" y="29"/>
                  </a:cubicBezTo>
                  <a:cubicBezTo>
                    <a:pt x="311" y="29"/>
                    <a:pt x="311" y="29"/>
                    <a:pt x="311" y="29"/>
                  </a:cubicBezTo>
                  <a:cubicBezTo>
                    <a:pt x="306" y="31"/>
                    <a:pt x="301" y="34"/>
                    <a:pt x="296" y="38"/>
                  </a:cubicBezTo>
                  <a:cubicBezTo>
                    <a:pt x="296" y="38"/>
                    <a:pt x="296" y="38"/>
                    <a:pt x="296" y="38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3" y="40"/>
                    <a:pt x="293" y="40"/>
                    <a:pt x="293" y="40"/>
                  </a:cubicBezTo>
                  <a:cubicBezTo>
                    <a:pt x="284" y="40"/>
                    <a:pt x="273" y="44"/>
                    <a:pt x="262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7"/>
                    <a:pt x="259" y="57"/>
                    <a:pt x="259" y="57"/>
                  </a:cubicBezTo>
                  <a:cubicBezTo>
                    <a:pt x="259" y="57"/>
                    <a:pt x="259" y="57"/>
                    <a:pt x="259" y="57"/>
                  </a:cubicBezTo>
                  <a:cubicBezTo>
                    <a:pt x="250" y="59"/>
                    <a:pt x="240" y="64"/>
                    <a:pt x="229" y="77"/>
                  </a:cubicBezTo>
                  <a:cubicBezTo>
                    <a:pt x="229" y="77"/>
                    <a:pt x="229" y="77"/>
                    <a:pt x="229" y="77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1" y="80"/>
                    <a:pt x="216" y="82"/>
                    <a:pt x="211" y="87"/>
                  </a:cubicBezTo>
                  <a:cubicBezTo>
                    <a:pt x="209" y="88"/>
                    <a:pt x="209" y="88"/>
                    <a:pt x="209" y="88"/>
                  </a:cubicBezTo>
                  <a:cubicBezTo>
                    <a:pt x="209" y="88"/>
                    <a:pt x="209" y="88"/>
                    <a:pt x="209" y="88"/>
                  </a:cubicBezTo>
                  <a:cubicBezTo>
                    <a:pt x="205" y="91"/>
                    <a:pt x="201" y="95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86" y="106"/>
                    <a:pt x="177" y="113"/>
                    <a:pt x="169" y="127"/>
                  </a:cubicBezTo>
                  <a:cubicBezTo>
                    <a:pt x="169" y="127"/>
                    <a:pt x="169" y="127"/>
                    <a:pt x="169" y="127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58" y="133"/>
                    <a:pt x="150" y="140"/>
                    <a:pt x="143" y="155"/>
                  </a:cubicBezTo>
                  <a:cubicBezTo>
                    <a:pt x="143" y="155"/>
                    <a:pt x="143" y="155"/>
                    <a:pt x="143" y="155"/>
                  </a:cubicBezTo>
                  <a:cubicBezTo>
                    <a:pt x="141" y="157"/>
                    <a:pt x="141" y="157"/>
                    <a:pt x="141" y="157"/>
                  </a:cubicBezTo>
                  <a:cubicBezTo>
                    <a:pt x="141" y="158"/>
                    <a:pt x="141" y="158"/>
                    <a:pt x="141" y="158"/>
                  </a:cubicBezTo>
                  <a:cubicBezTo>
                    <a:pt x="136" y="160"/>
                    <a:pt x="132" y="164"/>
                    <a:pt x="128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3" y="175"/>
                    <a:pt x="120" y="180"/>
                    <a:pt x="118" y="186"/>
                  </a:cubicBezTo>
                  <a:cubicBezTo>
                    <a:pt x="118" y="187"/>
                    <a:pt x="118" y="187"/>
                    <a:pt x="118" y="187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08" y="194"/>
                    <a:pt x="101" y="203"/>
                    <a:pt x="96" y="218"/>
                  </a:cubicBezTo>
                  <a:cubicBezTo>
                    <a:pt x="96" y="218"/>
                    <a:pt x="96" y="218"/>
                    <a:pt x="96" y="218"/>
                  </a:cubicBezTo>
                  <a:cubicBezTo>
                    <a:pt x="95" y="220"/>
                    <a:pt x="95" y="220"/>
                    <a:pt x="95" y="220"/>
                  </a:cubicBezTo>
                  <a:cubicBezTo>
                    <a:pt x="94" y="221"/>
                    <a:pt x="94" y="221"/>
                    <a:pt x="94" y="221"/>
                  </a:cubicBezTo>
                  <a:cubicBezTo>
                    <a:pt x="87" y="226"/>
                    <a:pt x="80" y="235"/>
                    <a:pt x="77" y="251"/>
                  </a:cubicBezTo>
                  <a:cubicBezTo>
                    <a:pt x="77" y="251"/>
                    <a:pt x="77" y="251"/>
                    <a:pt x="77" y="251"/>
                  </a:cubicBezTo>
                  <a:cubicBezTo>
                    <a:pt x="76" y="254"/>
                    <a:pt x="76" y="254"/>
                    <a:pt x="76" y="254"/>
                  </a:cubicBezTo>
                  <a:cubicBezTo>
                    <a:pt x="75" y="254"/>
                    <a:pt x="75" y="254"/>
                    <a:pt x="75" y="254"/>
                  </a:cubicBezTo>
                  <a:cubicBezTo>
                    <a:pt x="71" y="257"/>
                    <a:pt x="68" y="262"/>
                    <a:pt x="65" y="268"/>
                  </a:cubicBezTo>
                  <a:cubicBezTo>
                    <a:pt x="64" y="270"/>
                    <a:pt x="64" y="270"/>
                    <a:pt x="64" y="270"/>
                  </a:cubicBezTo>
                  <a:cubicBezTo>
                    <a:pt x="64" y="270"/>
                    <a:pt x="64" y="270"/>
                    <a:pt x="64" y="270"/>
                  </a:cubicBezTo>
                  <a:cubicBezTo>
                    <a:pt x="62" y="275"/>
                    <a:pt x="60" y="280"/>
                    <a:pt x="59" y="287"/>
                  </a:cubicBezTo>
                  <a:cubicBezTo>
                    <a:pt x="59" y="287"/>
                    <a:pt x="59" y="287"/>
                    <a:pt x="59" y="287"/>
                  </a:cubicBezTo>
                  <a:cubicBezTo>
                    <a:pt x="58" y="289"/>
                    <a:pt x="58" y="289"/>
                    <a:pt x="58" y="289"/>
                  </a:cubicBezTo>
                  <a:cubicBezTo>
                    <a:pt x="58" y="290"/>
                    <a:pt x="58" y="290"/>
                    <a:pt x="58" y="290"/>
                  </a:cubicBezTo>
                  <a:cubicBezTo>
                    <a:pt x="51" y="296"/>
                    <a:pt x="46" y="306"/>
                    <a:pt x="44" y="322"/>
                  </a:cubicBezTo>
                  <a:cubicBezTo>
                    <a:pt x="44" y="322"/>
                    <a:pt x="44" y="322"/>
                    <a:pt x="44" y="322"/>
                  </a:cubicBezTo>
                  <a:cubicBezTo>
                    <a:pt x="43" y="325"/>
                    <a:pt x="43" y="325"/>
                    <a:pt x="43" y="325"/>
                  </a:cubicBezTo>
                  <a:cubicBezTo>
                    <a:pt x="43" y="325"/>
                    <a:pt x="43" y="325"/>
                    <a:pt x="43" y="325"/>
                  </a:cubicBezTo>
                  <a:cubicBezTo>
                    <a:pt x="37" y="332"/>
                    <a:pt x="32" y="342"/>
                    <a:pt x="32" y="358"/>
                  </a:cubicBezTo>
                  <a:cubicBezTo>
                    <a:pt x="32" y="359"/>
                    <a:pt x="32" y="359"/>
                    <a:pt x="32" y="359"/>
                  </a:cubicBezTo>
                  <a:cubicBezTo>
                    <a:pt x="31" y="361"/>
                    <a:pt x="31" y="361"/>
                    <a:pt x="31" y="361"/>
                  </a:cubicBezTo>
                  <a:cubicBezTo>
                    <a:pt x="31" y="361"/>
                    <a:pt x="31" y="361"/>
                    <a:pt x="31" y="361"/>
                  </a:cubicBezTo>
                  <a:cubicBezTo>
                    <a:pt x="27" y="365"/>
                    <a:pt x="25" y="370"/>
                    <a:pt x="23" y="377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22" y="383"/>
                    <a:pt x="21" y="388"/>
                    <a:pt x="21" y="393"/>
                  </a:cubicBezTo>
                  <a:cubicBezTo>
                    <a:pt x="21" y="394"/>
                    <a:pt x="21" y="395"/>
                    <a:pt x="21" y="397"/>
                  </a:cubicBezTo>
                  <a:cubicBezTo>
                    <a:pt x="21" y="397"/>
                    <a:pt x="21" y="397"/>
                    <a:pt x="21" y="397"/>
                  </a:cubicBezTo>
                  <a:cubicBezTo>
                    <a:pt x="21" y="399"/>
                    <a:pt x="21" y="399"/>
                    <a:pt x="21" y="399"/>
                  </a:cubicBezTo>
                  <a:cubicBezTo>
                    <a:pt x="20" y="400"/>
                    <a:pt x="20" y="400"/>
                    <a:pt x="20" y="400"/>
                  </a:cubicBezTo>
                  <a:cubicBezTo>
                    <a:pt x="16" y="406"/>
                    <a:pt x="13" y="414"/>
                    <a:pt x="13" y="426"/>
                  </a:cubicBezTo>
                  <a:cubicBezTo>
                    <a:pt x="13" y="429"/>
                    <a:pt x="13" y="431"/>
                    <a:pt x="13" y="434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3" y="437"/>
                    <a:pt x="13" y="437"/>
                    <a:pt x="13" y="437"/>
                  </a:cubicBezTo>
                  <a:cubicBezTo>
                    <a:pt x="13" y="437"/>
                    <a:pt x="13" y="437"/>
                    <a:pt x="13" y="437"/>
                  </a:cubicBezTo>
                  <a:cubicBezTo>
                    <a:pt x="9" y="443"/>
                    <a:pt x="7" y="450"/>
                    <a:pt x="7" y="460"/>
                  </a:cubicBezTo>
                  <a:cubicBezTo>
                    <a:pt x="7" y="464"/>
                    <a:pt x="7" y="468"/>
                    <a:pt x="8" y="472"/>
                  </a:cubicBezTo>
                  <a:cubicBezTo>
                    <a:pt x="8" y="472"/>
                    <a:pt x="8" y="472"/>
                    <a:pt x="8" y="472"/>
                  </a:cubicBezTo>
                  <a:cubicBezTo>
                    <a:pt x="8" y="474"/>
                    <a:pt x="8" y="474"/>
                    <a:pt x="8" y="474"/>
                  </a:cubicBezTo>
                  <a:cubicBezTo>
                    <a:pt x="7" y="475"/>
                    <a:pt x="7" y="475"/>
                    <a:pt x="7" y="475"/>
                  </a:cubicBezTo>
                  <a:cubicBezTo>
                    <a:pt x="5" y="479"/>
                    <a:pt x="3" y="485"/>
                    <a:pt x="3" y="492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3" y="493"/>
                    <a:pt x="2" y="495"/>
                    <a:pt x="2" y="496"/>
                  </a:cubicBezTo>
                  <a:cubicBezTo>
                    <a:pt x="2" y="501"/>
                    <a:pt x="3" y="506"/>
                    <a:pt x="4" y="511"/>
                  </a:cubicBezTo>
                  <a:cubicBezTo>
                    <a:pt x="4" y="512"/>
                    <a:pt x="4" y="512"/>
                    <a:pt x="4" y="512"/>
                  </a:cubicBezTo>
                  <a:cubicBezTo>
                    <a:pt x="4" y="514"/>
                    <a:pt x="4" y="514"/>
                    <a:pt x="4" y="514"/>
                  </a:cubicBezTo>
                  <a:cubicBezTo>
                    <a:pt x="4" y="515"/>
                    <a:pt x="4" y="515"/>
                    <a:pt x="4" y="515"/>
                  </a:cubicBezTo>
                  <a:cubicBezTo>
                    <a:pt x="2" y="519"/>
                    <a:pt x="1" y="525"/>
                    <a:pt x="1" y="531"/>
                  </a:cubicBezTo>
                  <a:cubicBezTo>
                    <a:pt x="1" y="536"/>
                    <a:pt x="1" y="543"/>
                    <a:pt x="3" y="549"/>
                  </a:cubicBezTo>
                  <a:cubicBezTo>
                    <a:pt x="3" y="550"/>
                    <a:pt x="3" y="550"/>
                    <a:pt x="3" y="550"/>
                  </a:cubicBezTo>
                  <a:cubicBezTo>
                    <a:pt x="3" y="552"/>
                    <a:pt x="3" y="552"/>
                    <a:pt x="3" y="552"/>
                  </a:cubicBezTo>
                  <a:cubicBezTo>
                    <a:pt x="3" y="552"/>
                    <a:pt x="3" y="552"/>
                    <a:pt x="3" y="552"/>
                  </a:cubicBezTo>
                  <a:cubicBezTo>
                    <a:pt x="2" y="557"/>
                    <a:pt x="0" y="562"/>
                    <a:pt x="0" y="568"/>
                  </a:cubicBezTo>
                  <a:cubicBezTo>
                    <a:pt x="0" y="573"/>
                    <a:pt x="2" y="580"/>
                    <a:pt x="4" y="587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4" y="590"/>
                    <a:pt x="4" y="590"/>
                    <a:pt x="4" y="590"/>
                  </a:cubicBezTo>
                  <a:cubicBezTo>
                    <a:pt x="4" y="591"/>
                    <a:pt x="4" y="591"/>
                    <a:pt x="4" y="591"/>
                  </a:cubicBezTo>
                  <a:cubicBezTo>
                    <a:pt x="3" y="594"/>
                    <a:pt x="2" y="598"/>
                    <a:pt x="2" y="603"/>
                  </a:cubicBezTo>
                  <a:cubicBezTo>
                    <a:pt x="2" y="605"/>
                    <a:pt x="3" y="606"/>
                    <a:pt x="3" y="608"/>
                  </a:cubicBezTo>
                  <a:cubicBezTo>
                    <a:pt x="3" y="610"/>
                    <a:pt x="3" y="610"/>
                    <a:pt x="3" y="610"/>
                  </a:cubicBezTo>
                  <a:cubicBezTo>
                    <a:pt x="3" y="610"/>
                    <a:pt x="3" y="610"/>
                    <a:pt x="3" y="610"/>
                  </a:cubicBezTo>
                  <a:cubicBezTo>
                    <a:pt x="4" y="615"/>
                    <a:pt x="5" y="621"/>
                    <a:pt x="8" y="627"/>
                  </a:cubicBezTo>
                  <a:cubicBezTo>
                    <a:pt x="8" y="627"/>
                    <a:pt x="8" y="627"/>
                    <a:pt x="8" y="627"/>
                  </a:cubicBezTo>
                  <a:cubicBezTo>
                    <a:pt x="8" y="630"/>
                    <a:pt x="8" y="630"/>
                    <a:pt x="8" y="630"/>
                  </a:cubicBezTo>
                  <a:cubicBezTo>
                    <a:pt x="8" y="630"/>
                    <a:pt x="8" y="630"/>
                    <a:pt x="8" y="630"/>
                  </a:cubicBezTo>
                  <a:cubicBezTo>
                    <a:pt x="7" y="633"/>
                    <a:pt x="7" y="636"/>
                    <a:pt x="7" y="640"/>
                  </a:cubicBezTo>
                  <a:cubicBezTo>
                    <a:pt x="7" y="647"/>
                    <a:pt x="9" y="655"/>
                    <a:pt x="13" y="665"/>
                  </a:cubicBezTo>
                  <a:cubicBezTo>
                    <a:pt x="13" y="665"/>
                    <a:pt x="13" y="665"/>
                    <a:pt x="13" y="665"/>
                  </a:cubicBezTo>
                  <a:cubicBezTo>
                    <a:pt x="14" y="668"/>
                    <a:pt x="14" y="668"/>
                    <a:pt x="14" y="668"/>
                  </a:cubicBezTo>
                  <a:cubicBezTo>
                    <a:pt x="14" y="668"/>
                    <a:pt x="14" y="668"/>
                    <a:pt x="14" y="668"/>
                  </a:cubicBezTo>
                  <a:cubicBezTo>
                    <a:pt x="13" y="670"/>
                    <a:pt x="13" y="673"/>
                    <a:pt x="13" y="675"/>
                  </a:cubicBezTo>
                  <a:cubicBezTo>
                    <a:pt x="13" y="683"/>
                    <a:pt x="15" y="692"/>
                    <a:pt x="21" y="702"/>
                  </a:cubicBezTo>
                  <a:cubicBezTo>
                    <a:pt x="21" y="702"/>
                    <a:pt x="21" y="702"/>
                    <a:pt x="21" y="702"/>
                  </a:cubicBezTo>
                  <a:cubicBezTo>
                    <a:pt x="22" y="705"/>
                    <a:pt x="22" y="705"/>
                    <a:pt x="22" y="705"/>
                  </a:cubicBezTo>
                  <a:cubicBezTo>
                    <a:pt x="22" y="705"/>
                    <a:pt x="22" y="705"/>
                    <a:pt x="22" y="705"/>
                  </a:cubicBezTo>
                  <a:cubicBezTo>
                    <a:pt x="21" y="707"/>
                    <a:pt x="21" y="709"/>
                    <a:pt x="21" y="710"/>
                  </a:cubicBezTo>
                  <a:cubicBezTo>
                    <a:pt x="21" y="714"/>
                    <a:pt x="22" y="718"/>
                    <a:pt x="23" y="723"/>
                  </a:cubicBezTo>
                  <a:cubicBezTo>
                    <a:pt x="24" y="725"/>
                    <a:pt x="24" y="725"/>
                    <a:pt x="24" y="725"/>
                  </a:cubicBezTo>
                  <a:cubicBezTo>
                    <a:pt x="24" y="725"/>
                    <a:pt x="24" y="725"/>
                    <a:pt x="24" y="725"/>
                  </a:cubicBezTo>
                  <a:cubicBezTo>
                    <a:pt x="25" y="730"/>
                    <a:pt x="28" y="735"/>
                    <a:pt x="31" y="741"/>
                  </a:cubicBezTo>
                  <a:cubicBezTo>
                    <a:pt x="32" y="741"/>
                    <a:pt x="32" y="741"/>
                    <a:pt x="32" y="741"/>
                  </a:cubicBezTo>
                  <a:cubicBezTo>
                    <a:pt x="32" y="743"/>
                    <a:pt x="32" y="743"/>
                    <a:pt x="32" y="743"/>
                  </a:cubicBezTo>
                  <a:cubicBezTo>
                    <a:pt x="32" y="744"/>
                    <a:pt x="32" y="744"/>
                    <a:pt x="32" y="744"/>
                  </a:cubicBezTo>
                  <a:cubicBezTo>
                    <a:pt x="32" y="745"/>
                    <a:pt x="32" y="745"/>
                    <a:pt x="32" y="746"/>
                  </a:cubicBezTo>
                  <a:cubicBezTo>
                    <a:pt x="32" y="755"/>
                    <a:pt x="35" y="765"/>
                    <a:pt x="44" y="777"/>
                  </a:cubicBezTo>
                  <a:cubicBezTo>
                    <a:pt x="44" y="777"/>
                    <a:pt x="44" y="777"/>
                    <a:pt x="44" y="777"/>
                  </a:cubicBezTo>
                  <a:cubicBezTo>
                    <a:pt x="45" y="779"/>
                    <a:pt x="45" y="779"/>
                    <a:pt x="45" y="779"/>
                  </a:cubicBezTo>
                  <a:cubicBezTo>
                    <a:pt x="45" y="780"/>
                    <a:pt x="45" y="780"/>
                    <a:pt x="45" y="780"/>
                  </a:cubicBezTo>
                  <a:cubicBezTo>
                    <a:pt x="45" y="780"/>
                    <a:pt x="45" y="780"/>
                    <a:pt x="45" y="781"/>
                  </a:cubicBezTo>
                  <a:cubicBezTo>
                    <a:pt x="45" y="790"/>
                    <a:pt x="49" y="800"/>
                    <a:pt x="59" y="812"/>
                  </a:cubicBezTo>
                  <a:cubicBezTo>
                    <a:pt x="59" y="812"/>
                    <a:pt x="59" y="812"/>
                    <a:pt x="59" y="812"/>
                  </a:cubicBezTo>
                  <a:cubicBezTo>
                    <a:pt x="60" y="814"/>
                    <a:pt x="60" y="814"/>
                    <a:pt x="60" y="814"/>
                  </a:cubicBezTo>
                  <a:cubicBezTo>
                    <a:pt x="60" y="815"/>
                    <a:pt x="60" y="815"/>
                    <a:pt x="60" y="815"/>
                  </a:cubicBezTo>
                  <a:cubicBezTo>
                    <a:pt x="60" y="820"/>
                    <a:pt x="62" y="826"/>
                    <a:pt x="65" y="832"/>
                  </a:cubicBezTo>
                  <a:cubicBezTo>
                    <a:pt x="65" y="832"/>
                    <a:pt x="65" y="832"/>
                    <a:pt x="65" y="832"/>
                  </a:cubicBezTo>
                  <a:cubicBezTo>
                    <a:pt x="67" y="837"/>
                    <a:pt x="71" y="842"/>
                    <a:pt x="76" y="848"/>
                  </a:cubicBezTo>
                  <a:cubicBezTo>
                    <a:pt x="77" y="848"/>
                    <a:pt x="77" y="848"/>
                    <a:pt x="77" y="848"/>
                  </a:cubicBezTo>
                  <a:cubicBezTo>
                    <a:pt x="78" y="850"/>
                    <a:pt x="78" y="850"/>
                    <a:pt x="78" y="850"/>
                  </a:cubicBezTo>
                  <a:cubicBezTo>
                    <a:pt x="78" y="851"/>
                    <a:pt x="78" y="851"/>
                    <a:pt x="78" y="851"/>
                  </a:cubicBezTo>
                  <a:cubicBezTo>
                    <a:pt x="79" y="860"/>
                    <a:pt x="84" y="870"/>
                    <a:pt x="96" y="881"/>
                  </a:cubicBezTo>
                  <a:cubicBezTo>
                    <a:pt x="96" y="881"/>
                    <a:pt x="96" y="881"/>
                    <a:pt x="96" y="881"/>
                  </a:cubicBezTo>
                  <a:cubicBezTo>
                    <a:pt x="97" y="883"/>
                    <a:pt x="97" y="883"/>
                    <a:pt x="97" y="883"/>
                  </a:cubicBezTo>
                  <a:cubicBezTo>
                    <a:pt x="97" y="884"/>
                    <a:pt x="97" y="884"/>
                    <a:pt x="97" y="884"/>
                  </a:cubicBezTo>
                  <a:cubicBezTo>
                    <a:pt x="99" y="893"/>
                    <a:pt x="104" y="902"/>
                    <a:pt x="117" y="912"/>
                  </a:cubicBezTo>
                  <a:cubicBezTo>
                    <a:pt x="117" y="913"/>
                    <a:pt x="117" y="913"/>
                    <a:pt x="117" y="913"/>
                  </a:cubicBezTo>
                  <a:cubicBezTo>
                    <a:pt x="119" y="915"/>
                    <a:pt x="119" y="915"/>
                    <a:pt x="119" y="915"/>
                  </a:cubicBezTo>
                  <a:cubicBezTo>
                    <a:pt x="119" y="915"/>
                    <a:pt x="119" y="915"/>
                    <a:pt x="119" y="915"/>
                  </a:cubicBezTo>
                  <a:cubicBezTo>
                    <a:pt x="120" y="920"/>
                    <a:pt x="123" y="925"/>
                    <a:pt x="127" y="930"/>
                  </a:cubicBezTo>
                  <a:cubicBezTo>
                    <a:pt x="129" y="932"/>
                    <a:pt x="129" y="932"/>
                    <a:pt x="129" y="932"/>
                  </a:cubicBezTo>
                  <a:cubicBezTo>
                    <a:pt x="129" y="932"/>
                    <a:pt x="129" y="932"/>
                    <a:pt x="129" y="932"/>
                  </a:cubicBezTo>
                  <a:cubicBezTo>
                    <a:pt x="132" y="936"/>
                    <a:pt x="136" y="940"/>
                    <a:pt x="142" y="944"/>
                  </a:cubicBezTo>
                  <a:cubicBezTo>
                    <a:pt x="142" y="944"/>
                    <a:pt x="142" y="944"/>
                    <a:pt x="142" y="944"/>
                  </a:cubicBezTo>
                  <a:cubicBezTo>
                    <a:pt x="144" y="946"/>
                    <a:pt x="144" y="946"/>
                    <a:pt x="144" y="946"/>
                  </a:cubicBezTo>
                  <a:cubicBezTo>
                    <a:pt x="144" y="946"/>
                    <a:pt x="144" y="946"/>
                    <a:pt x="144" y="946"/>
                  </a:cubicBezTo>
                  <a:cubicBezTo>
                    <a:pt x="147" y="955"/>
                    <a:pt x="154" y="964"/>
                    <a:pt x="168" y="972"/>
                  </a:cubicBezTo>
                  <a:cubicBezTo>
                    <a:pt x="169" y="972"/>
                    <a:pt x="169" y="972"/>
                    <a:pt x="169" y="972"/>
                  </a:cubicBezTo>
                  <a:cubicBezTo>
                    <a:pt x="170" y="974"/>
                    <a:pt x="170" y="974"/>
                    <a:pt x="170" y="974"/>
                  </a:cubicBezTo>
                  <a:cubicBezTo>
                    <a:pt x="171" y="974"/>
                    <a:pt x="171" y="974"/>
                    <a:pt x="171" y="974"/>
                  </a:cubicBezTo>
                  <a:cubicBezTo>
                    <a:pt x="174" y="982"/>
                    <a:pt x="182" y="991"/>
                    <a:pt x="197" y="998"/>
                  </a:cubicBezTo>
                  <a:cubicBezTo>
                    <a:pt x="197" y="998"/>
                    <a:pt x="197" y="998"/>
                    <a:pt x="197" y="998"/>
                  </a:cubicBezTo>
                  <a:cubicBezTo>
                    <a:pt x="199" y="1000"/>
                    <a:pt x="199" y="1000"/>
                    <a:pt x="199" y="1000"/>
                  </a:cubicBezTo>
                  <a:cubicBezTo>
                    <a:pt x="199" y="1000"/>
                    <a:pt x="199" y="1000"/>
                    <a:pt x="199" y="1000"/>
                  </a:cubicBezTo>
                  <a:cubicBezTo>
                    <a:pt x="201" y="1005"/>
                    <a:pt x="205" y="1009"/>
                    <a:pt x="211" y="1013"/>
                  </a:cubicBezTo>
                  <a:cubicBezTo>
                    <a:pt x="211" y="1013"/>
                    <a:pt x="211" y="1013"/>
                    <a:pt x="211" y="1013"/>
                  </a:cubicBezTo>
                  <a:cubicBezTo>
                    <a:pt x="215" y="1017"/>
                    <a:pt x="221" y="1020"/>
                    <a:pt x="229" y="1022"/>
                  </a:cubicBezTo>
                  <a:cubicBezTo>
                    <a:pt x="229" y="1023"/>
                    <a:pt x="229" y="1023"/>
                    <a:pt x="229" y="1023"/>
                  </a:cubicBezTo>
                  <a:cubicBezTo>
                    <a:pt x="231" y="1024"/>
                    <a:pt x="231" y="1024"/>
                    <a:pt x="231" y="1024"/>
                  </a:cubicBezTo>
                  <a:cubicBezTo>
                    <a:pt x="231" y="1024"/>
                    <a:pt x="231" y="1024"/>
                    <a:pt x="231" y="1024"/>
                  </a:cubicBezTo>
                  <a:cubicBezTo>
                    <a:pt x="236" y="1032"/>
                    <a:pt x="245" y="1039"/>
                    <a:pt x="261" y="1043"/>
                  </a:cubicBezTo>
                  <a:cubicBezTo>
                    <a:pt x="261" y="1043"/>
                    <a:pt x="261" y="1043"/>
                    <a:pt x="261" y="1043"/>
                  </a:cubicBezTo>
                  <a:cubicBezTo>
                    <a:pt x="263" y="1045"/>
                    <a:pt x="263" y="1045"/>
                    <a:pt x="263" y="1045"/>
                  </a:cubicBezTo>
                  <a:cubicBezTo>
                    <a:pt x="264" y="1045"/>
                    <a:pt x="264" y="1045"/>
                    <a:pt x="264" y="1045"/>
                  </a:cubicBezTo>
                  <a:cubicBezTo>
                    <a:pt x="269" y="1052"/>
                    <a:pt x="279" y="1058"/>
                    <a:pt x="295" y="1061"/>
                  </a:cubicBezTo>
                  <a:cubicBezTo>
                    <a:pt x="296" y="1061"/>
                    <a:pt x="296" y="1061"/>
                    <a:pt x="296" y="1061"/>
                  </a:cubicBezTo>
                  <a:cubicBezTo>
                    <a:pt x="298" y="1062"/>
                    <a:pt x="298" y="1062"/>
                    <a:pt x="298" y="1062"/>
                  </a:cubicBezTo>
                  <a:cubicBezTo>
                    <a:pt x="298" y="1062"/>
                    <a:pt x="298" y="1062"/>
                    <a:pt x="298" y="1062"/>
                  </a:cubicBezTo>
                  <a:cubicBezTo>
                    <a:pt x="302" y="1066"/>
                    <a:pt x="307" y="1069"/>
                    <a:pt x="313" y="1072"/>
                  </a:cubicBezTo>
                  <a:cubicBezTo>
                    <a:pt x="313" y="1072"/>
                    <a:pt x="313" y="1072"/>
                    <a:pt x="313" y="1072"/>
                  </a:cubicBezTo>
                  <a:cubicBezTo>
                    <a:pt x="318" y="1074"/>
                    <a:pt x="325" y="1076"/>
                    <a:pt x="333" y="1076"/>
                  </a:cubicBezTo>
                  <a:cubicBezTo>
                    <a:pt x="333" y="1076"/>
                    <a:pt x="333" y="1076"/>
                    <a:pt x="333" y="1076"/>
                  </a:cubicBezTo>
                  <a:cubicBezTo>
                    <a:pt x="336" y="1077"/>
                    <a:pt x="336" y="1077"/>
                    <a:pt x="336" y="1077"/>
                  </a:cubicBezTo>
                  <a:cubicBezTo>
                    <a:pt x="336" y="1077"/>
                    <a:pt x="336" y="1077"/>
                    <a:pt x="336" y="1077"/>
                  </a:cubicBezTo>
                  <a:cubicBezTo>
                    <a:pt x="342" y="1083"/>
                    <a:pt x="352" y="1087"/>
                    <a:pt x="368" y="1087"/>
                  </a:cubicBezTo>
                  <a:cubicBezTo>
                    <a:pt x="368" y="1087"/>
                    <a:pt x="369" y="1087"/>
                    <a:pt x="370" y="1087"/>
                  </a:cubicBezTo>
                  <a:cubicBezTo>
                    <a:pt x="370" y="1087"/>
                    <a:pt x="370" y="1087"/>
                    <a:pt x="370" y="1087"/>
                  </a:cubicBezTo>
                  <a:cubicBezTo>
                    <a:pt x="373" y="1087"/>
                    <a:pt x="373" y="1087"/>
                    <a:pt x="373" y="1087"/>
                  </a:cubicBezTo>
                  <a:cubicBezTo>
                    <a:pt x="373" y="1088"/>
                    <a:pt x="373" y="1088"/>
                    <a:pt x="373" y="1088"/>
                  </a:cubicBezTo>
                  <a:cubicBezTo>
                    <a:pt x="379" y="1092"/>
                    <a:pt x="387" y="1095"/>
                    <a:pt x="398" y="1095"/>
                  </a:cubicBezTo>
                  <a:cubicBezTo>
                    <a:pt x="401" y="1095"/>
                    <a:pt x="404" y="1094"/>
                    <a:pt x="408" y="1094"/>
                  </a:cubicBezTo>
                  <a:cubicBezTo>
                    <a:pt x="408" y="1094"/>
                    <a:pt x="408" y="1094"/>
                    <a:pt x="408" y="1094"/>
                  </a:cubicBezTo>
                  <a:cubicBezTo>
                    <a:pt x="411" y="1094"/>
                    <a:pt x="411" y="1094"/>
                    <a:pt x="411" y="1094"/>
                  </a:cubicBezTo>
                  <a:cubicBezTo>
                    <a:pt x="411" y="1094"/>
                    <a:pt x="411" y="1094"/>
                    <a:pt x="411" y="1094"/>
                  </a:cubicBezTo>
                  <a:cubicBezTo>
                    <a:pt x="416" y="1097"/>
                    <a:pt x="421" y="1098"/>
                    <a:pt x="428" y="1099"/>
                  </a:cubicBezTo>
                  <a:cubicBezTo>
                    <a:pt x="430" y="1099"/>
                    <a:pt x="430" y="1099"/>
                    <a:pt x="430" y="1099"/>
                  </a:cubicBezTo>
                  <a:cubicBezTo>
                    <a:pt x="430" y="1099"/>
                    <a:pt x="430" y="1099"/>
                    <a:pt x="430" y="1099"/>
                  </a:cubicBezTo>
                  <a:cubicBezTo>
                    <a:pt x="431" y="1099"/>
                    <a:pt x="432" y="1099"/>
                    <a:pt x="433" y="1099"/>
                  </a:cubicBezTo>
                  <a:cubicBezTo>
                    <a:pt x="437" y="1099"/>
                    <a:pt x="443" y="1098"/>
                    <a:pt x="448" y="1097"/>
                  </a:cubicBezTo>
                  <a:cubicBezTo>
                    <a:pt x="449" y="1097"/>
                    <a:pt x="449" y="1097"/>
                    <a:pt x="449" y="1097"/>
                  </a:cubicBezTo>
                  <a:cubicBezTo>
                    <a:pt x="451" y="1097"/>
                    <a:pt x="451" y="1097"/>
                    <a:pt x="451" y="1097"/>
                  </a:cubicBezTo>
                  <a:cubicBezTo>
                    <a:pt x="452" y="1097"/>
                    <a:pt x="452" y="1097"/>
                    <a:pt x="452" y="1097"/>
                  </a:cubicBezTo>
                  <a:cubicBezTo>
                    <a:pt x="456" y="1099"/>
                    <a:pt x="460" y="1100"/>
                    <a:pt x="466" y="1100"/>
                  </a:cubicBezTo>
                  <a:cubicBezTo>
                    <a:pt x="472" y="1100"/>
                    <a:pt x="479" y="1099"/>
                    <a:pt x="487" y="1096"/>
                  </a:cubicBezTo>
                  <a:cubicBezTo>
                    <a:pt x="487" y="1096"/>
                    <a:pt x="487" y="1096"/>
                    <a:pt x="487" y="1096"/>
                  </a:cubicBezTo>
                  <a:cubicBezTo>
                    <a:pt x="490" y="1096"/>
                    <a:pt x="490" y="1096"/>
                    <a:pt x="490" y="1096"/>
                  </a:cubicBezTo>
                  <a:cubicBezTo>
                    <a:pt x="490" y="1096"/>
                    <a:pt x="490" y="1096"/>
                    <a:pt x="490" y="1096"/>
                  </a:cubicBezTo>
                  <a:cubicBezTo>
                    <a:pt x="493" y="1097"/>
                    <a:pt x="497" y="1097"/>
                    <a:pt x="501" y="1097"/>
                  </a:cubicBezTo>
                  <a:cubicBezTo>
                    <a:pt x="508" y="1097"/>
                    <a:pt x="516" y="1096"/>
                    <a:pt x="526" y="1091"/>
                  </a:cubicBezTo>
                  <a:cubicBezTo>
                    <a:pt x="526" y="1091"/>
                    <a:pt x="526" y="1091"/>
                    <a:pt x="526" y="1091"/>
                  </a:cubicBezTo>
                  <a:cubicBezTo>
                    <a:pt x="528" y="1091"/>
                    <a:pt x="528" y="1091"/>
                    <a:pt x="528" y="1091"/>
                  </a:cubicBezTo>
                  <a:cubicBezTo>
                    <a:pt x="529" y="1091"/>
                    <a:pt x="529" y="1091"/>
                    <a:pt x="529" y="1091"/>
                  </a:cubicBezTo>
                  <a:cubicBezTo>
                    <a:pt x="531" y="1091"/>
                    <a:pt x="533" y="1091"/>
                    <a:pt x="535" y="1091"/>
                  </a:cubicBezTo>
                  <a:cubicBezTo>
                    <a:pt x="538" y="1091"/>
                    <a:pt x="542" y="1091"/>
                    <a:pt x="546" y="1090"/>
                  </a:cubicBezTo>
                  <a:cubicBezTo>
                    <a:pt x="547" y="1090"/>
                    <a:pt x="547" y="1090"/>
                    <a:pt x="547" y="1090"/>
                  </a:cubicBezTo>
                  <a:cubicBezTo>
                    <a:pt x="552" y="1089"/>
                    <a:pt x="558" y="1086"/>
                    <a:pt x="565" y="1082"/>
                  </a:cubicBezTo>
                  <a:cubicBezTo>
                    <a:pt x="565" y="1082"/>
                    <a:pt x="565" y="1082"/>
                    <a:pt x="565" y="1082"/>
                  </a:cubicBezTo>
                  <a:cubicBezTo>
                    <a:pt x="568" y="1081"/>
                    <a:pt x="568" y="1081"/>
                    <a:pt x="568" y="1081"/>
                  </a:cubicBezTo>
                  <a:cubicBezTo>
                    <a:pt x="568" y="1081"/>
                    <a:pt x="568" y="1081"/>
                    <a:pt x="568" y="1081"/>
                  </a:cubicBezTo>
                  <a:cubicBezTo>
                    <a:pt x="569" y="1081"/>
                    <a:pt x="570" y="1081"/>
                    <a:pt x="571" y="1081"/>
                  </a:cubicBezTo>
                  <a:cubicBezTo>
                    <a:pt x="580" y="1081"/>
                    <a:pt x="590" y="1078"/>
                    <a:pt x="601" y="1069"/>
                  </a:cubicBezTo>
                  <a:cubicBezTo>
                    <a:pt x="602" y="1069"/>
                    <a:pt x="602" y="1069"/>
                    <a:pt x="602" y="1069"/>
                  </a:cubicBezTo>
                  <a:cubicBezTo>
                    <a:pt x="604" y="1068"/>
                    <a:pt x="604" y="1068"/>
                    <a:pt x="604" y="1068"/>
                  </a:cubicBezTo>
                  <a:cubicBezTo>
                    <a:pt x="604" y="1068"/>
                    <a:pt x="604" y="1068"/>
                    <a:pt x="604" y="1068"/>
                  </a:cubicBezTo>
                  <a:cubicBezTo>
                    <a:pt x="605" y="1068"/>
                    <a:pt x="605" y="1068"/>
                    <a:pt x="605" y="1068"/>
                  </a:cubicBezTo>
                  <a:cubicBezTo>
                    <a:pt x="614" y="1068"/>
                    <a:pt x="625" y="1064"/>
                    <a:pt x="637" y="1053"/>
                  </a:cubicBezTo>
                  <a:cubicBezTo>
                    <a:pt x="637" y="1053"/>
                    <a:pt x="637" y="1053"/>
                    <a:pt x="637" y="1053"/>
                  </a:cubicBezTo>
                  <a:cubicBezTo>
                    <a:pt x="639" y="1052"/>
                    <a:pt x="639" y="1052"/>
                    <a:pt x="639" y="1052"/>
                  </a:cubicBezTo>
                  <a:cubicBezTo>
                    <a:pt x="639" y="1052"/>
                    <a:pt x="639" y="1052"/>
                    <a:pt x="639" y="1052"/>
                  </a:cubicBezTo>
                  <a:cubicBezTo>
                    <a:pt x="645" y="1051"/>
                    <a:pt x="650" y="1050"/>
                    <a:pt x="656" y="1046"/>
                  </a:cubicBezTo>
                  <a:cubicBezTo>
                    <a:pt x="656" y="1046"/>
                    <a:pt x="656" y="1046"/>
                    <a:pt x="656" y="1046"/>
                  </a:cubicBezTo>
                  <a:cubicBezTo>
                    <a:pt x="661" y="1043"/>
                    <a:pt x="666" y="1039"/>
                    <a:pt x="672" y="1033"/>
                  </a:cubicBezTo>
                  <a:cubicBezTo>
                    <a:pt x="672" y="1033"/>
                    <a:pt x="672" y="1033"/>
                    <a:pt x="672" y="1033"/>
                  </a:cubicBezTo>
                  <a:cubicBezTo>
                    <a:pt x="674" y="1032"/>
                    <a:pt x="674" y="1032"/>
                    <a:pt x="674" y="1032"/>
                  </a:cubicBezTo>
                  <a:cubicBezTo>
                    <a:pt x="674" y="1032"/>
                    <a:pt x="674" y="1032"/>
                    <a:pt x="674" y="1032"/>
                  </a:cubicBezTo>
                  <a:cubicBezTo>
                    <a:pt x="683" y="1030"/>
                    <a:pt x="693" y="1024"/>
                    <a:pt x="703" y="1011"/>
                  </a:cubicBezTo>
                  <a:cubicBezTo>
                    <a:pt x="703" y="1011"/>
                    <a:pt x="703" y="1011"/>
                    <a:pt x="703" y="1011"/>
                  </a:cubicBezTo>
                  <a:cubicBezTo>
                    <a:pt x="705" y="1009"/>
                    <a:pt x="705" y="1009"/>
                    <a:pt x="705" y="1009"/>
                  </a:cubicBezTo>
                  <a:cubicBezTo>
                    <a:pt x="706" y="1009"/>
                    <a:pt x="706" y="1009"/>
                    <a:pt x="706" y="1009"/>
                  </a:cubicBezTo>
                  <a:cubicBezTo>
                    <a:pt x="714" y="1007"/>
                    <a:pt x="724" y="1000"/>
                    <a:pt x="733" y="986"/>
                  </a:cubicBezTo>
                  <a:cubicBezTo>
                    <a:pt x="733" y="986"/>
                    <a:pt x="733" y="986"/>
                    <a:pt x="733" y="986"/>
                  </a:cubicBezTo>
                  <a:cubicBezTo>
                    <a:pt x="735" y="984"/>
                    <a:pt x="735" y="984"/>
                    <a:pt x="735" y="984"/>
                  </a:cubicBezTo>
                  <a:cubicBezTo>
                    <a:pt x="735" y="984"/>
                    <a:pt x="735" y="984"/>
                    <a:pt x="735" y="984"/>
                  </a:cubicBezTo>
                  <a:cubicBezTo>
                    <a:pt x="740" y="982"/>
                    <a:pt x="745" y="979"/>
                    <a:pt x="750" y="974"/>
                  </a:cubicBezTo>
                  <a:cubicBezTo>
                    <a:pt x="751" y="973"/>
                    <a:pt x="751" y="973"/>
                    <a:pt x="751" y="973"/>
                  </a:cubicBezTo>
                  <a:cubicBezTo>
                    <a:pt x="751" y="973"/>
                    <a:pt x="751" y="973"/>
                    <a:pt x="751" y="973"/>
                  </a:cubicBezTo>
                  <a:cubicBezTo>
                    <a:pt x="755" y="969"/>
                    <a:pt x="758" y="964"/>
                    <a:pt x="761" y="958"/>
                  </a:cubicBezTo>
                  <a:cubicBezTo>
                    <a:pt x="761" y="958"/>
                    <a:pt x="761" y="958"/>
                    <a:pt x="761" y="958"/>
                  </a:cubicBezTo>
                  <a:cubicBezTo>
                    <a:pt x="763" y="956"/>
                    <a:pt x="763" y="956"/>
                    <a:pt x="763" y="956"/>
                  </a:cubicBezTo>
                  <a:cubicBezTo>
                    <a:pt x="763" y="956"/>
                    <a:pt x="763" y="956"/>
                    <a:pt x="763" y="956"/>
                  </a:cubicBezTo>
                  <a:cubicBezTo>
                    <a:pt x="771" y="952"/>
                    <a:pt x="780" y="944"/>
                    <a:pt x="786" y="929"/>
                  </a:cubicBezTo>
                  <a:cubicBezTo>
                    <a:pt x="786" y="929"/>
                    <a:pt x="786" y="929"/>
                    <a:pt x="786" y="929"/>
                  </a:cubicBezTo>
                  <a:cubicBezTo>
                    <a:pt x="788" y="927"/>
                    <a:pt x="788" y="927"/>
                    <a:pt x="788" y="927"/>
                  </a:cubicBezTo>
                  <a:cubicBezTo>
                    <a:pt x="788" y="927"/>
                    <a:pt x="788" y="927"/>
                    <a:pt x="788" y="927"/>
                  </a:cubicBezTo>
                  <a:cubicBezTo>
                    <a:pt x="796" y="922"/>
                    <a:pt x="804" y="914"/>
                    <a:pt x="809" y="898"/>
                  </a:cubicBezTo>
                  <a:cubicBezTo>
                    <a:pt x="809" y="898"/>
                    <a:pt x="809" y="898"/>
                    <a:pt x="809" y="898"/>
                  </a:cubicBezTo>
                  <a:cubicBezTo>
                    <a:pt x="810" y="896"/>
                    <a:pt x="810" y="896"/>
                    <a:pt x="810" y="896"/>
                  </a:cubicBezTo>
                  <a:cubicBezTo>
                    <a:pt x="811" y="896"/>
                    <a:pt x="811" y="896"/>
                    <a:pt x="811" y="896"/>
                  </a:cubicBezTo>
                  <a:cubicBezTo>
                    <a:pt x="815" y="893"/>
                    <a:pt x="819" y="889"/>
                    <a:pt x="823" y="883"/>
                  </a:cubicBezTo>
                  <a:cubicBezTo>
                    <a:pt x="824" y="881"/>
                    <a:pt x="824" y="881"/>
                    <a:pt x="824" y="881"/>
                  </a:cubicBezTo>
                  <a:cubicBezTo>
                    <a:pt x="824" y="881"/>
                    <a:pt x="824" y="881"/>
                    <a:pt x="824" y="881"/>
                  </a:cubicBezTo>
                  <a:cubicBezTo>
                    <a:pt x="826" y="877"/>
                    <a:pt x="829" y="871"/>
                    <a:pt x="830" y="864"/>
                  </a:cubicBezTo>
                  <a:cubicBezTo>
                    <a:pt x="830" y="864"/>
                    <a:pt x="830" y="864"/>
                    <a:pt x="830" y="864"/>
                  </a:cubicBezTo>
                  <a:cubicBezTo>
                    <a:pt x="832" y="862"/>
                    <a:pt x="832" y="862"/>
                    <a:pt x="832" y="862"/>
                  </a:cubicBezTo>
                  <a:cubicBezTo>
                    <a:pt x="832" y="862"/>
                    <a:pt x="832" y="862"/>
                    <a:pt x="832" y="862"/>
                  </a:cubicBezTo>
                  <a:cubicBezTo>
                    <a:pt x="839" y="856"/>
                    <a:pt x="845" y="847"/>
                    <a:pt x="849" y="831"/>
                  </a:cubicBezTo>
                  <a:cubicBezTo>
                    <a:pt x="849" y="831"/>
                    <a:pt x="849" y="831"/>
                    <a:pt x="849" y="831"/>
                  </a:cubicBezTo>
                  <a:cubicBezTo>
                    <a:pt x="850" y="828"/>
                    <a:pt x="850" y="828"/>
                    <a:pt x="850" y="828"/>
                  </a:cubicBezTo>
                  <a:cubicBezTo>
                    <a:pt x="850" y="828"/>
                    <a:pt x="850" y="828"/>
                    <a:pt x="850" y="828"/>
                  </a:cubicBezTo>
                  <a:cubicBezTo>
                    <a:pt x="857" y="822"/>
                    <a:pt x="863" y="812"/>
                    <a:pt x="864" y="796"/>
                  </a:cubicBezTo>
                  <a:cubicBezTo>
                    <a:pt x="864" y="796"/>
                    <a:pt x="864" y="796"/>
                    <a:pt x="864" y="796"/>
                  </a:cubicBezTo>
                  <a:cubicBezTo>
                    <a:pt x="865" y="794"/>
                    <a:pt x="865" y="794"/>
                    <a:pt x="865" y="794"/>
                  </a:cubicBezTo>
                  <a:cubicBezTo>
                    <a:pt x="866" y="793"/>
                    <a:pt x="866" y="793"/>
                    <a:pt x="866" y="793"/>
                  </a:cubicBezTo>
                  <a:cubicBezTo>
                    <a:pt x="869" y="790"/>
                    <a:pt x="872" y="785"/>
                    <a:pt x="875" y="778"/>
                  </a:cubicBezTo>
                  <a:cubicBezTo>
                    <a:pt x="875" y="778"/>
                    <a:pt x="875" y="778"/>
                    <a:pt x="875" y="778"/>
                  </a:cubicBezTo>
                  <a:cubicBezTo>
                    <a:pt x="877" y="773"/>
                    <a:pt x="878" y="767"/>
                    <a:pt x="879" y="759"/>
                  </a:cubicBezTo>
                  <a:cubicBezTo>
                    <a:pt x="879" y="759"/>
                    <a:pt x="879" y="759"/>
                    <a:pt x="879" y="759"/>
                  </a:cubicBezTo>
                  <a:cubicBezTo>
                    <a:pt x="879" y="756"/>
                    <a:pt x="879" y="756"/>
                    <a:pt x="879" y="756"/>
                  </a:cubicBezTo>
                  <a:cubicBezTo>
                    <a:pt x="880" y="756"/>
                    <a:pt x="880" y="756"/>
                    <a:pt x="880" y="756"/>
                  </a:cubicBezTo>
                  <a:cubicBezTo>
                    <a:pt x="885" y="749"/>
                    <a:pt x="890" y="739"/>
                    <a:pt x="890" y="723"/>
                  </a:cubicBezTo>
                  <a:cubicBezTo>
                    <a:pt x="890" y="722"/>
                    <a:pt x="890" y="722"/>
                    <a:pt x="890" y="722"/>
                  </a:cubicBezTo>
                  <a:cubicBezTo>
                    <a:pt x="890" y="722"/>
                    <a:pt x="890" y="722"/>
                    <a:pt x="890" y="722"/>
                  </a:cubicBezTo>
                  <a:cubicBezTo>
                    <a:pt x="891" y="720"/>
                    <a:pt x="891" y="720"/>
                    <a:pt x="891" y="720"/>
                  </a:cubicBezTo>
                  <a:cubicBezTo>
                    <a:pt x="891" y="719"/>
                    <a:pt x="891" y="719"/>
                    <a:pt x="891" y="719"/>
                  </a:cubicBezTo>
                  <a:cubicBezTo>
                    <a:pt x="896" y="713"/>
                    <a:pt x="899" y="703"/>
                    <a:pt x="899" y="690"/>
                  </a:cubicBezTo>
                  <a:cubicBezTo>
                    <a:pt x="899" y="688"/>
                    <a:pt x="899" y="687"/>
                    <a:pt x="899" y="685"/>
                  </a:cubicBezTo>
                  <a:cubicBezTo>
                    <a:pt x="899" y="685"/>
                    <a:pt x="899" y="685"/>
                    <a:pt x="899" y="685"/>
                  </a:cubicBezTo>
                  <a:cubicBezTo>
                    <a:pt x="899" y="683"/>
                    <a:pt x="899" y="683"/>
                    <a:pt x="899" y="683"/>
                  </a:cubicBezTo>
                  <a:cubicBezTo>
                    <a:pt x="900" y="682"/>
                    <a:pt x="900" y="682"/>
                    <a:pt x="900" y="682"/>
                  </a:cubicBezTo>
                  <a:cubicBezTo>
                    <a:pt x="902" y="678"/>
                    <a:pt x="905" y="673"/>
                    <a:pt x="906" y="666"/>
                  </a:cubicBezTo>
                  <a:cubicBezTo>
                    <a:pt x="906" y="664"/>
                    <a:pt x="906" y="664"/>
                    <a:pt x="906" y="664"/>
                  </a:cubicBezTo>
                  <a:cubicBezTo>
                    <a:pt x="906" y="664"/>
                    <a:pt x="906" y="664"/>
                    <a:pt x="906" y="664"/>
                  </a:cubicBezTo>
                  <a:cubicBezTo>
                    <a:pt x="906" y="662"/>
                    <a:pt x="907" y="659"/>
                    <a:pt x="907" y="656"/>
                  </a:cubicBezTo>
                  <a:cubicBezTo>
                    <a:pt x="907" y="653"/>
                    <a:pt x="906" y="650"/>
                    <a:pt x="906" y="646"/>
                  </a:cubicBezTo>
                  <a:cubicBezTo>
                    <a:pt x="906" y="646"/>
                    <a:pt x="906" y="646"/>
                    <a:pt x="906" y="646"/>
                  </a:cubicBezTo>
                  <a:cubicBezTo>
                    <a:pt x="906" y="643"/>
                    <a:pt x="906" y="643"/>
                    <a:pt x="906" y="643"/>
                  </a:cubicBezTo>
                  <a:cubicBezTo>
                    <a:pt x="906" y="643"/>
                    <a:pt x="906" y="643"/>
                    <a:pt x="906" y="643"/>
                  </a:cubicBezTo>
                  <a:cubicBezTo>
                    <a:pt x="910" y="638"/>
                    <a:pt x="912" y="631"/>
                    <a:pt x="912" y="622"/>
                  </a:cubicBezTo>
                  <a:cubicBezTo>
                    <a:pt x="912" y="618"/>
                    <a:pt x="911" y="613"/>
                    <a:pt x="910" y="608"/>
                  </a:cubicBezTo>
                  <a:cubicBezTo>
                    <a:pt x="910" y="608"/>
                    <a:pt x="910" y="608"/>
                    <a:pt x="910" y="608"/>
                  </a:cubicBezTo>
                  <a:cubicBezTo>
                    <a:pt x="911" y="605"/>
                    <a:pt x="911" y="605"/>
                    <a:pt x="911" y="605"/>
                  </a:cubicBezTo>
                  <a:cubicBezTo>
                    <a:pt x="911" y="605"/>
                    <a:pt x="911" y="605"/>
                    <a:pt x="911" y="605"/>
                  </a:cubicBezTo>
                  <a:cubicBezTo>
                    <a:pt x="913" y="600"/>
                    <a:pt x="915" y="594"/>
                    <a:pt x="915" y="586"/>
                  </a:cubicBezTo>
                  <a:cubicBezTo>
                    <a:pt x="915" y="582"/>
                    <a:pt x="914" y="576"/>
                    <a:pt x="913" y="570"/>
                  </a:cubicBezTo>
                  <a:cubicBezTo>
                    <a:pt x="913" y="570"/>
                    <a:pt x="913" y="570"/>
                    <a:pt x="913" y="570"/>
                  </a:cubicBezTo>
                  <a:cubicBezTo>
                    <a:pt x="913" y="567"/>
                    <a:pt x="913" y="567"/>
                    <a:pt x="913" y="567"/>
                  </a:cubicBezTo>
                  <a:cubicBezTo>
                    <a:pt x="913" y="567"/>
                    <a:pt x="913" y="567"/>
                    <a:pt x="913" y="567"/>
                  </a:cubicBezTo>
                  <a:cubicBezTo>
                    <a:pt x="915" y="562"/>
                    <a:pt x="916" y="557"/>
                    <a:pt x="916" y="550"/>
                  </a:cubicBezTo>
                  <a:cubicBezTo>
                    <a:pt x="916" y="550"/>
                    <a:pt x="916" y="550"/>
                    <a:pt x="916" y="550"/>
                  </a:cubicBezTo>
                  <a:cubicBezTo>
                    <a:pt x="916" y="549"/>
                    <a:pt x="916" y="549"/>
                    <a:pt x="916" y="549"/>
                  </a:cubicBezTo>
                  <a:cubicBezTo>
                    <a:pt x="916" y="543"/>
                    <a:pt x="915" y="537"/>
                    <a:pt x="913" y="530"/>
                  </a:cubicBezTo>
                  <a:moveTo>
                    <a:pt x="906" y="501"/>
                  </a:moveTo>
                  <a:cubicBezTo>
                    <a:pt x="906" y="503"/>
                    <a:pt x="906" y="504"/>
                    <a:pt x="906" y="504"/>
                  </a:cubicBezTo>
                  <a:cubicBezTo>
                    <a:pt x="906" y="504"/>
                    <a:pt x="906" y="504"/>
                    <a:pt x="906" y="504"/>
                  </a:cubicBezTo>
                  <a:cubicBezTo>
                    <a:pt x="906" y="504"/>
                    <a:pt x="905" y="505"/>
                    <a:pt x="904" y="505"/>
                  </a:cubicBezTo>
                  <a:cubicBezTo>
                    <a:pt x="902" y="505"/>
                    <a:pt x="898" y="503"/>
                    <a:pt x="896" y="500"/>
                  </a:cubicBezTo>
                  <a:cubicBezTo>
                    <a:pt x="892" y="495"/>
                    <a:pt x="890" y="488"/>
                    <a:pt x="890" y="484"/>
                  </a:cubicBezTo>
                  <a:cubicBezTo>
                    <a:pt x="890" y="483"/>
                    <a:pt x="890" y="483"/>
                    <a:pt x="890" y="482"/>
                  </a:cubicBezTo>
                  <a:cubicBezTo>
                    <a:pt x="891" y="482"/>
                    <a:pt x="891" y="481"/>
                    <a:pt x="892" y="481"/>
                  </a:cubicBezTo>
                  <a:cubicBezTo>
                    <a:pt x="894" y="481"/>
                    <a:pt x="898" y="483"/>
                    <a:pt x="900" y="486"/>
                  </a:cubicBezTo>
                  <a:cubicBezTo>
                    <a:pt x="904" y="491"/>
                    <a:pt x="906" y="497"/>
                    <a:pt x="906" y="501"/>
                  </a:cubicBezTo>
                  <a:moveTo>
                    <a:pt x="902" y="464"/>
                  </a:moveTo>
                  <a:cubicBezTo>
                    <a:pt x="902" y="464"/>
                    <a:pt x="902" y="465"/>
                    <a:pt x="902" y="465"/>
                  </a:cubicBezTo>
                  <a:cubicBezTo>
                    <a:pt x="902" y="465"/>
                    <a:pt x="901" y="466"/>
                    <a:pt x="900" y="466"/>
                  </a:cubicBezTo>
                  <a:cubicBezTo>
                    <a:pt x="898" y="466"/>
                    <a:pt x="894" y="465"/>
                    <a:pt x="892" y="462"/>
                  </a:cubicBezTo>
                  <a:cubicBezTo>
                    <a:pt x="887" y="457"/>
                    <a:pt x="885" y="450"/>
                    <a:pt x="885" y="446"/>
                  </a:cubicBezTo>
                  <a:cubicBezTo>
                    <a:pt x="885" y="445"/>
                    <a:pt x="885" y="445"/>
                    <a:pt x="885" y="444"/>
                  </a:cubicBezTo>
                  <a:cubicBezTo>
                    <a:pt x="885" y="444"/>
                    <a:pt x="886" y="443"/>
                    <a:pt x="888" y="443"/>
                  </a:cubicBezTo>
                  <a:cubicBezTo>
                    <a:pt x="888" y="443"/>
                    <a:pt x="888" y="443"/>
                    <a:pt x="888" y="443"/>
                  </a:cubicBezTo>
                  <a:cubicBezTo>
                    <a:pt x="890" y="443"/>
                    <a:pt x="893" y="445"/>
                    <a:pt x="895" y="448"/>
                  </a:cubicBezTo>
                  <a:cubicBezTo>
                    <a:pt x="900" y="452"/>
                    <a:pt x="902" y="460"/>
                    <a:pt x="902" y="464"/>
                  </a:cubicBezTo>
                  <a:moveTo>
                    <a:pt x="896" y="428"/>
                  </a:moveTo>
                  <a:cubicBezTo>
                    <a:pt x="896" y="428"/>
                    <a:pt x="896" y="428"/>
                    <a:pt x="896" y="429"/>
                  </a:cubicBezTo>
                  <a:cubicBezTo>
                    <a:pt x="896" y="429"/>
                    <a:pt x="895" y="430"/>
                    <a:pt x="893" y="430"/>
                  </a:cubicBezTo>
                  <a:cubicBezTo>
                    <a:pt x="891" y="430"/>
                    <a:pt x="888" y="429"/>
                    <a:pt x="885" y="426"/>
                  </a:cubicBezTo>
                  <a:cubicBezTo>
                    <a:pt x="881" y="421"/>
                    <a:pt x="878" y="413"/>
                    <a:pt x="878" y="410"/>
                  </a:cubicBezTo>
                  <a:cubicBezTo>
                    <a:pt x="878" y="409"/>
                    <a:pt x="878" y="409"/>
                    <a:pt x="878" y="409"/>
                  </a:cubicBezTo>
                  <a:cubicBezTo>
                    <a:pt x="878" y="408"/>
                    <a:pt x="879" y="408"/>
                    <a:pt x="881" y="408"/>
                  </a:cubicBezTo>
                  <a:cubicBezTo>
                    <a:pt x="881" y="408"/>
                    <a:pt x="881" y="408"/>
                    <a:pt x="881" y="408"/>
                  </a:cubicBezTo>
                  <a:cubicBezTo>
                    <a:pt x="883" y="408"/>
                    <a:pt x="886" y="409"/>
                    <a:pt x="889" y="412"/>
                  </a:cubicBezTo>
                  <a:cubicBezTo>
                    <a:pt x="894" y="416"/>
                    <a:pt x="896" y="424"/>
                    <a:pt x="896" y="428"/>
                  </a:cubicBezTo>
                  <a:moveTo>
                    <a:pt x="879" y="374"/>
                  </a:moveTo>
                  <a:cubicBezTo>
                    <a:pt x="884" y="378"/>
                    <a:pt x="888" y="386"/>
                    <a:pt x="888" y="390"/>
                  </a:cubicBezTo>
                  <a:cubicBezTo>
                    <a:pt x="888" y="390"/>
                    <a:pt x="888" y="390"/>
                    <a:pt x="888" y="390"/>
                  </a:cubicBezTo>
                  <a:cubicBezTo>
                    <a:pt x="888" y="391"/>
                    <a:pt x="887" y="391"/>
                    <a:pt x="885" y="392"/>
                  </a:cubicBezTo>
                  <a:cubicBezTo>
                    <a:pt x="883" y="391"/>
                    <a:pt x="880" y="391"/>
                    <a:pt x="877" y="388"/>
                  </a:cubicBezTo>
                  <a:cubicBezTo>
                    <a:pt x="872" y="384"/>
                    <a:pt x="868" y="376"/>
                    <a:pt x="869" y="372"/>
                  </a:cubicBezTo>
                  <a:cubicBezTo>
                    <a:pt x="869" y="372"/>
                    <a:pt x="869" y="372"/>
                    <a:pt x="869" y="372"/>
                  </a:cubicBezTo>
                  <a:cubicBezTo>
                    <a:pt x="869" y="371"/>
                    <a:pt x="869" y="371"/>
                    <a:pt x="869" y="371"/>
                  </a:cubicBezTo>
                  <a:cubicBezTo>
                    <a:pt x="870" y="371"/>
                    <a:pt x="870" y="370"/>
                    <a:pt x="871" y="371"/>
                  </a:cubicBezTo>
                  <a:cubicBezTo>
                    <a:pt x="873" y="371"/>
                    <a:pt x="876" y="371"/>
                    <a:pt x="879" y="374"/>
                  </a:cubicBezTo>
                  <a:moveTo>
                    <a:pt x="866" y="336"/>
                  </a:moveTo>
                  <a:cubicBezTo>
                    <a:pt x="867" y="336"/>
                    <a:pt x="867" y="336"/>
                    <a:pt x="867" y="337"/>
                  </a:cubicBezTo>
                  <a:cubicBezTo>
                    <a:pt x="867" y="337"/>
                    <a:pt x="867" y="337"/>
                    <a:pt x="867" y="337"/>
                  </a:cubicBezTo>
                  <a:cubicBezTo>
                    <a:pt x="870" y="339"/>
                    <a:pt x="873" y="342"/>
                    <a:pt x="874" y="345"/>
                  </a:cubicBezTo>
                  <a:cubicBezTo>
                    <a:pt x="876" y="348"/>
                    <a:pt x="877" y="351"/>
                    <a:pt x="877" y="352"/>
                  </a:cubicBezTo>
                  <a:cubicBezTo>
                    <a:pt x="877" y="353"/>
                    <a:pt x="877" y="353"/>
                    <a:pt x="877" y="353"/>
                  </a:cubicBezTo>
                  <a:cubicBezTo>
                    <a:pt x="877" y="353"/>
                    <a:pt x="877" y="353"/>
                    <a:pt x="876" y="354"/>
                  </a:cubicBezTo>
                  <a:cubicBezTo>
                    <a:pt x="875" y="354"/>
                    <a:pt x="875" y="354"/>
                    <a:pt x="873" y="354"/>
                  </a:cubicBezTo>
                  <a:cubicBezTo>
                    <a:pt x="871" y="354"/>
                    <a:pt x="869" y="353"/>
                    <a:pt x="866" y="351"/>
                  </a:cubicBezTo>
                  <a:cubicBezTo>
                    <a:pt x="863" y="349"/>
                    <a:pt x="861" y="346"/>
                    <a:pt x="859" y="343"/>
                  </a:cubicBezTo>
                  <a:cubicBezTo>
                    <a:pt x="857" y="340"/>
                    <a:pt x="857" y="337"/>
                    <a:pt x="857" y="335"/>
                  </a:cubicBezTo>
                  <a:cubicBezTo>
                    <a:pt x="857" y="335"/>
                    <a:pt x="857" y="335"/>
                    <a:pt x="857" y="335"/>
                  </a:cubicBezTo>
                  <a:cubicBezTo>
                    <a:pt x="857" y="335"/>
                    <a:pt x="857" y="335"/>
                    <a:pt x="857" y="334"/>
                  </a:cubicBezTo>
                  <a:cubicBezTo>
                    <a:pt x="858" y="334"/>
                    <a:pt x="859" y="334"/>
                    <a:pt x="860" y="334"/>
                  </a:cubicBezTo>
                  <a:cubicBezTo>
                    <a:pt x="860" y="334"/>
                    <a:pt x="860" y="334"/>
                    <a:pt x="860" y="334"/>
                  </a:cubicBezTo>
                  <a:cubicBezTo>
                    <a:pt x="862" y="334"/>
                    <a:pt x="864" y="335"/>
                    <a:pt x="866" y="336"/>
                  </a:cubicBezTo>
                  <a:moveTo>
                    <a:pt x="854" y="303"/>
                  </a:moveTo>
                  <a:cubicBezTo>
                    <a:pt x="857" y="304"/>
                    <a:pt x="860" y="307"/>
                    <a:pt x="861" y="310"/>
                  </a:cubicBezTo>
                  <a:cubicBezTo>
                    <a:pt x="863" y="313"/>
                    <a:pt x="864" y="316"/>
                    <a:pt x="864" y="318"/>
                  </a:cubicBezTo>
                  <a:cubicBezTo>
                    <a:pt x="864" y="318"/>
                    <a:pt x="864" y="318"/>
                    <a:pt x="864" y="318"/>
                  </a:cubicBezTo>
                  <a:cubicBezTo>
                    <a:pt x="864" y="318"/>
                    <a:pt x="864" y="319"/>
                    <a:pt x="864" y="319"/>
                  </a:cubicBezTo>
                  <a:cubicBezTo>
                    <a:pt x="863" y="319"/>
                    <a:pt x="862" y="320"/>
                    <a:pt x="861" y="320"/>
                  </a:cubicBezTo>
                  <a:cubicBezTo>
                    <a:pt x="859" y="319"/>
                    <a:pt x="856" y="319"/>
                    <a:pt x="853" y="317"/>
                  </a:cubicBezTo>
                  <a:cubicBezTo>
                    <a:pt x="850" y="315"/>
                    <a:pt x="848" y="312"/>
                    <a:pt x="846" y="309"/>
                  </a:cubicBezTo>
                  <a:cubicBezTo>
                    <a:pt x="844" y="306"/>
                    <a:pt x="843" y="303"/>
                    <a:pt x="843" y="302"/>
                  </a:cubicBezTo>
                  <a:cubicBezTo>
                    <a:pt x="843" y="302"/>
                    <a:pt x="843" y="302"/>
                    <a:pt x="843" y="302"/>
                  </a:cubicBezTo>
                  <a:cubicBezTo>
                    <a:pt x="843" y="302"/>
                    <a:pt x="843" y="302"/>
                    <a:pt x="843" y="302"/>
                  </a:cubicBezTo>
                  <a:cubicBezTo>
                    <a:pt x="843" y="301"/>
                    <a:pt x="843" y="301"/>
                    <a:pt x="844" y="301"/>
                  </a:cubicBezTo>
                  <a:cubicBezTo>
                    <a:pt x="844" y="300"/>
                    <a:pt x="845" y="300"/>
                    <a:pt x="847" y="300"/>
                  </a:cubicBezTo>
                  <a:cubicBezTo>
                    <a:pt x="849" y="300"/>
                    <a:pt x="851" y="301"/>
                    <a:pt x="854" y="303"/>
                  </a:cubicBezTo>
                  <a:moveTo>
                    <a:pt x="837" y="267"/>
                  </a:moveTo>
                  <a:cubicBezTo>
                    <a:pt x="837" y="267"/>
                    <a:pt x="837" y="267"/>
                    <a:pt x="837" y="267"/>
                  </a:cubicBezTo>
                  <a:cubicBezTo>
                    <a:pt x="841" y="269"/>
                    <a:pt x="844" y="272"/>
                    <a:pt x="846" y="275"/>
                  </a:cubicBezTo>
                  <a:cubicBezTo>
                    <a:pt x="848" y="278"/>
                    <a:pt x="849" y="281"/>
                    <a:pt x="849" y="282"/>
                  </a:cubicBezTo>
                  <a:cubicBezTo>
                    <a:pt x="849" y="282"/>
                    <a:pt x="849" y="283"/>
                    <a:pt x="848" y="283"/>
                  </a:cubicBezTo>
                  <a:cubicBezTo>
                    <a:pt x="847" y="283"/>
                    <a:pt x="846" y="284"/>
                    <a:pt x="844" y="284"/>
                  </a:cubicBezTo>
                  <a:cubicBezTo>
                    <a:pt x="843" y="284"/>
                    <a:pt x="840" y="283"/>
                    <a:pt x="838" y="282"/>
                  </a:cubicBezTo>
                  <a:cubicBezTo>
                    <a:pt x="835" y="280"/>
                    <a:pt x="832" y="277"/>
                    <a:pt x="830" y="274"/>
                  </a:cubicBezTo>
                  <a:cubicBezTo>
                    <a:pt x="828" y="271"/>
                    <a:pt x="827" y="268"/>
                    <a:pt x="827" y="267"/>
                  </a:cubicBezTo>
                  <a:cubicBezTo>
                    <a:pt x="827" y="267"/>
                    <a:pt x="827" y="267"/>
                    <a:pt x="827" y="266"/>
                  </a:cubicBezTo>
                  <a:cubicBezTo>
                    <a:pt x="828" y="266"/>
                    <a:pt x="829" y="265"/>
                    <a:pt x="831" y="265"/>
                  </a:cubicBezTo>
                  <a:cubicBezTo>
                    <a:pt x="833" y="265"/>
                    <a:pt x="835" y="266"/>
                    <a:pt x="837" y="267"/>
                  </a:cubicBezTo>
                  <a:moveTo>
                    <a:pt x="818" y="233"/>
                  </a:moveTo>
                  <a:cubicBezTo>
                    <a:pt x="822" y="235"/>
                    <a:pt x="825" y="237"/>
                    <a:pt x="827" y="240"/>
                  </a:cubicBezTo>
                  <a:cubicBezTo>
                    <a:pt x="829" y="243"/>
                    <a:pt x="831" y="246"/>
                    <a:pt x="831" y="247"/>
                  </a:cubicBezTo>
                  <a:cubicBezTo>
                    <a:pt x="831" y="247"/>
                    <a:pt x="831" y="247"/>
                    <a:pt x="831" y="247"/>
                  </a:cubicBezTo>
                  <a:cubicBezTo>
                    <a:pt x="831" y="247"/>
                    <a:pt x="831" y="248"/>
                    <a:pt x="830" y="248"/>
                  </a:cubicBezTo>
                  <a:cubicBezTo>
                    <a:pt x="829" y="249"/>
                    <a:pt x="828" y="249"/>
                    <a:pt x="826" y="249"/>
                  </a:cubicBezTo>
                  <a:cubicBezTo>
                    <a:pt x="824" y="249"/>
                    <a:pt x="822" y="249"/>
                    <a:pt x="820" y="248"/>
                  </a:cubicBezTo>
                  <a:cubicBezTo>
                    <a:pt x="816" y="246"/>
                    <a:pt x="813" y="243"/>
                    <a:pt x="811" y="241"/>
                  </a:cubicBezTo>
                  <a:cubicBezTo>
                    <a:pt x="809" y="238"/>
                    <a:pt x="808" y="235"/>
                    <a:pt x="808" y="234"/>
                  </a:cubicBezTo>
                  <a:cubicBezTo>
                    <a:pt x="808" y="234"/>
                    <a:pt x="808" y="234"/>
                    <a:pt x="808" y="234"/>
                  </a:cubicBezTo>
                  <a:cubicBezTo>
                    <a:pt x="808" y="234"/>
                    <a:pt x="808" y="233"/>
                    <a:pt x="809" y="233"/>
                  </a:cubicBezTo>
                  <a:cubicBezTo>
                    <a:pt x="809" y="232"/>
                    <a:pt x="811" y="232"/>
                    <a:pt x="812" y="232"/>
                  </a:cubicBezTo>
                  <a:cubicBezTo>
                    <a:pt x="814" y="232"/>
                    <a:pt x="816" y="232"/>
                    <a:pt x="818" y="233"/>
                  </a:cubicBezTo>
                  <a:moveTo>
                    <a:pt x="793" y="201"/>
                  </a:moveTo>
                  <a:cubicBezTo>
                    <a:pt x="793" y="201"/>
                    <a:pt x="793" y="201"/>
                    <a:pt x="793" y="201"/>
                  </a:cubicBezTo>
                  <a:cubicBezTo>
                    <a:pt x="795" y="201"/>
                    <a:pt x="796" y="202"/>
                    <a:pt x="798" y="202"/>
                  </a:cubicBezTo>
                  <a:cubicBezTo>
                    <a:pt x="798" y="202"/>
                    <a:pt x="798" y="202"/>
                    <a:pt x="798" y="202"/>
                  </a:cubicBezTo>
                  <a:cubicBezTo>
                    <a:pt x="802" y="204"/>
                    <a:pt x="805" y="206"/>
                    <a:pt x="808" y="209"/>
                  </a:cubicBezTo>
                  <a:cubicBezTo>
                    <a:pt x="810" y="211"/>
                    <a:pt x="812" y="214"/>
                    <a:pt x="812" y="215"/>
                  </a:cubicBezTo>
                  <a:cubicBezTo>
                    <a:pt x="812" y="216"/>
                    <a:pt x="812" y="216"/>
                    <a:pt x="812" y="216"/>
                  </a:cubicBezTo>
                  <a:cubicBezTo>
                    <a:pt x="812" y="216"/>
                    <a:pt x="811" y="216"/>
                    <a:pt x="811" y="217"/>
                  </a:cubicBezTo>
                  <a:cubicBezTo>
                    <a:pt x="810" y="218"/>
                    <a:pt x="808" y="218"/>
                    <a:pt x="806" y="218"/>
                  </a:cubicBezTo>
                  <a:cubicBezTo>
                    <a:pt x="805" y="218"/>
                    <a:pt x="803" y="218"/>
                    <a:pt x="801" y="217"/>
                  </a:cubicBezTo>
                  <a:cubicBezTo>
                    <a:pt x="798" y="215"/>
                    <a:pt x="794" y="213"/>
                    <a:pt x="792" y="210"/>
                  </a:cubicBezTo>
                  <a:cubicBezTo>
                    <a:pt x="789" y="208"/>
                    <a:pt x="788" y="205"/>
                    <a:pt x="788" y="204"/>
                  </a:cubicBezTo>
                  <a:cubicBezTo>
                    <a:pt x="788" y="204"/>
                    <a:pt x="788" y="204"/>
                    <a:pt x="788" y="204"/>
                  </a:cubicBezTo>
                  <a:cubicBezTo>
                    <a:pt x="788" y="203"/>
                    <a:pt x="788" y="203"/>
                    <a:pt x="789" y="202"/>
                  </a:cubicBezTo>
                  <a:cubicBezTo>
                    <a:pt x="790" y="202"/>
                    <a:pt x="791" y="201"/>
                    <a:pt x="793" y="201"/>
                  </a:cubicBezTo>
                  <a:moveTo>
                    <a:pt x="766" y="172"/>
                  </a:moveTo>
                  <a:cubicBezTo>
                    <a:pt x="767" y="171"/>
                    <a:pt x="768" y="171"/>
                    <a:pt x="771" y="171"/>
                  </a:cubicBezTo>
                  <a:cubicBezTo>
                    <a:pt x="772" y="171"/>
                    <a:pt x="773" y="171"/>
                    <a:pt x="775" y="171"/>
                  </a:cubicBezTo>
                  <a:cubicBezTo>
                    <a:pt x="778" y="172"/>
                    <a:pt x="782" y="175"/>
                    <a:pt x="785" y="177"/>
                  </a:cubicBezTo>
                  <a:cubicBezTo>
                    <a:pt x="787" y="180"/>
                    <a:pt x="789" y="182"/>
                    <a:pt x="789" y="183"/>
                  </a:cubicBezTo>
                  <a:cubicBezTo>
                    <a:pt x="789" y="184"/>
                    <a:pt x="789" y="184"/>
                    <a:pt x="789" y="184"/>
                  </a:cubicBezTo>
                  <a:cubicBezTo>
                    <a:pt x="789" y="184"/>
                    <a:pt x="789" y="184"/>
                    <a:pt x="788" y="185"/>
                  </a:cubicBezTo>
                  <a:cubicBezTo>
                    <a:pt x="787" y="186"/>
                    <a:pt x="785" y="186"/>
                    <a:pt x="783" y="186"/>
                  </a:cubicBezTo>
                  <a:cubicBezTo>
                    <a:pt x="781" y="186"/>
                    <a:pt x="780" y="186"/>
                    <a:pt x="778" y="185"/>
                  </a:cubicBezTo>
                  <a:cubicBezTo>
                    <a:pt x="775" y="184"/>
                    <a:pt x="771" y="182"/>
                    <a:pt x="769" y="180"/>
                  </a:cubicBezTo>
                  <a:cubicBezTo>
                    <a:pt x="766" y="177"/>
                    <a:pt x="765" y="175"/>
                    <a:pt x="764" y="174"/>
                  </a:cubicBezTo>
                  <a:cubicBezTo>
                    <a:pt x="764" y="173"/>
                    <a:pt x="764" y="173"/>
                    <a:pt x="764" y="173"/>
                  </a:cubicBezTo>
                  <a:cubicBezTo>
                    <a:pt x="764" y="173"/>
                    <a:pt x="765" y="172"/>
                    <a:pt x="766" y="172"/>
                  </a:cubicBezTo>
                  <a:moveTo>
                    <a:pt x="740" y="143"/>
                  </a:moveTo>
                  <a:cubicBezTo>
                    <a:pt x="741" y="142"/>
                    <a:pt x="743" y="142"/>
                    <a:pt x="746" y="142"/>
                  </a:cubicBezTo>
                  <a:cubicBezTo>
                    <a:pt x="746" y="142"/>
                    <a:pt x="746" y="142"/>
                    <a:pt x="746" y="142"/>
                  </a:cubicBezTo>
                  <a:cubicBezTo>
                    <a:pt x="747" y="142"/>
                    <a:pt x="748" y="142"/>
                    <a:pt x="749" y="142"/>
                  </a:cubicBezTo>
                  <a:cubicBezTo>
                    <a:pt x="753" y="143"/>
                    <a:pt x="756" y="145"/>
                    <a:pt x="759" y="147"/>
                  </a:cubicBezTo>
                  <a:cubicBezTo>
                    <a:pt x="762" y="149"/>
                    <a:pt x="764" y="152"/>
                    <a:pt x="764" y="153"/>
                  </a:cubicBezTo>
                  <a:cubicBezTo>
                    <a:pt x="764" y="153"/>
                    <a:pt x="764" y="153"/>
                    <a:pt x="764" y="153"/>
                  </a:cubicBezTo>
                  <a:cubicBezTo>
                    <a:pt x="764" y="154"/>
                    <a:pt x="764" y="154"/>
                    <a:pt x="763" y="155"/>
                  </a:cubicBezTo>
                  <a:cubicBezTo>
                    <a:pt x="761" y="156"/>
                    <a:pt x="759" y="156"/>
                    <a:pt x="757" y="156"/>
                  </a:cubicBezTo>
                  <a:cubicBezTo>
                    <a:pt x="756" y="156"/>
                    <a:pt x="755" y="156"/>
                    <a:pt x="754" y="156"/>
                  </a:cubicBezTo>
                  <a:cubicBezTo>
                    <a:pt x="750" y="155"/>
                    <a:pt x="746" y="153"/>
                    <a:pt x="744" y="151"/>
                  </a:cubicBezTo>
                  <a:cubicBezTo>
                    <a:pt x="741" y="149"/>
                    <a:pt x="739" y="146"/>
                    <a:pt x="739" y="145"/>
                  </a:cubicBezTo>
                  <a:cubicBezTo>
                    <a:pt x="739" y="145"/>
                    <a:pt x="739" y="145"/>
                    <a:pt x="739" y="145"/>
                  </a:cubicBezTo>
                  <a:cubicBezTo>
                    <a:pt x="739" y="145"/>
                    <a:pt x="739" y="144"/>
                    <a:pt x="740" y="143"/>
                  </a:cubicBezTo>
                  <a:moveTo>
                    <a:pt x="714" y="118"/>
                  </a:moveTo>
                  <a:cubicBezTo>
                    <a:pt x="716" y="117"/>
                    <a:pt x="718" y="116"/>
                    <a:pt x="721" y="117"/>
                  </a:cubicBezTo>
                  <a:cubicBezTo>
                    <a:pt x="721" y="117"/>
                    <a:pt x="721" y="117"/>
                    <a:pt x="721" y="117"/>
                  </a:cubicBezTo>
                  <a:cubicBezTo>
                    <a:pt x="721" y="117"/>
                    <a:pt x="722" y="117"/>
                    <a:pt x="723" y="117"/>
                  </a:cubicBezTo>
                  <a:cubicBezTo>
                    <a:pt x="723" y="117"/>
                    <a:pt x="723" y="117"/>
                    <a:pt x="723" y="117"/>
                  </a:cubicBezTo>
                  <a:cubicBezTo>
                    <a:pt x="726" y="117"/>
                    <a:pt x="730" y="119"/>
                    <a:pt x="733" y="121"/>
                  </a:cubicBezTo>
                  <a:cubicBezTo>
                    <a:pt x="736" y="123"/>
                    <a:pt x="738" y="125"/>
                    <a:pt x="738" y="126"/>
                  </a:cubicBezTo>
                  <a:cubicBezTo>
                    <a:pt x="739" y="126"/>
                    <a:pt x="739" y="127"/>
                    <a:pt x="739" y="127"/>
                  </a:cubicBezTo>
                  <a:cubicBezTo>
                    <a:pt x="739" y="127"/>
                    <a:pt x="738" y="128"/>
                    <a:pt x="737" y="129"/>
                  </a:cubicBezTo>
                  <a:cubicBezTo>
                    <a:pt x="735" y="130"/>
                    <a:pt x="733" y="130"/>
                    <a:pt x="730" y="130"/>
                  </a:cubicBezTo>
                  <a:cubicBezTo>
                    <a:pt x="730" y="130"/>
                    <a:pt x="729" y="130"/>
                    <a:pt x="728" y="130"/>
                  </a:cubicBezTo>
                  <a:cubicBezTo>
                    <a:pt x="725" y="129"/>
                    <a:pt x="721" y="128"/>
                    <a:pt x="718" y="126"/>
                  </a:cubicBezTo>
                  <a:cubicBezTo>
                    <a:pt x="715" y="124"/>
                    <a:pt x="713" y="121"/>
                    <a:pt x="712" y="120"/>
                  </a:cubicBezTo>
                  <a:cubicBezTo>
                    <a:pt x="712" y="120"/>
                    <a:pt x="712" y="120"/>
                    <a:pt x="712" y="120"/>
                  </a:cubicBezTo>
                  <a:cubicBezTo>
                    <a:pt x="712" y="120"/>
                    <a:pt x="713" y="119"/>
                    <a:pt x="714" y="118"/>
                  </a:cubicBezTo>
                  <a:moveTo>
                    <a:pt x="685" y="94"/>
                  </a:moveTo>
                  <a:cubicBezTo>
                    <a:pt x="686" y="93"/>
                    <a:pt x="689" y="92"/>
                    <a:pt x="692" y="92"/>
                  </a:cubicBezTo>
                  <a:cubicBezTo>
                    <a:pt x="692" y="92"/>
                    <a:pt x="692" y="92"/>
                    <a:pt x="692" y="92"/>
                  </a:cubicBezTo>
                  <a:cubicBezTo>
                    <a:pt x="692" y="92"/>
                    <a:pt x="692" y="92"/>
                    <a:pt x="692" y="92"/>
                  </a:cubicBezTo>
                  <a:cubicBezTo>
                    <a:pt x="696" y="92"/>
                    <a:pt x="700" y="93"/>
                    <a:pt x="703" y="95"/>
                  </a:cubicBezTo>
                  <a:cubicBezTo>
                    <a:pt x="706" y="97"/>
                    <a:pt x="709" y="99"/>
                    <a:pt x="709" y="100"/>
                  </a:cubicBezTo>
                  <a:cubicBezTo>
                    <a:pt x="709" y="100"/>
                    <a:pt x="709" y="100"/>
                    <a:pt x="709" y="101"/>
                  </a:cubicBezTo>
                  <a:cubicBezTo>
                    <a:pt x="709" y="101"/>
                    <a:pt x="709" y="102"/>
                    <a:pt x="707" y="103"/>
                  </a:cubicBezTo>
                  <a:cubicBezTo>
                    <a:pt x="705" y="104"/>
                    <a:pt x="703" y="105"/>
                    <a:pt x="700" y="105"/>
                  </a:cubicBezTo>
                  <a:cubicBezTo>
                    <a:pt x="700" y="105"/>
                    <a:pt x="699" y="105"/>
                    <a:pt x="699" y="105"/>
                  </a:cubicBezTo>
                  <a:cubicBezTo>
                    <a:pt x="695" y="105"/>
                    <a:pt x="692" y="103"/>
                    <a:pt x="689" y="101"/>
                  </a:cubicBezTo>
                  <a:cubicBezTo>
                    <a:pt x="685" y="100"/>
                    <a:pt x="683" y="98"/>
                    <a:pt x="683" y="97"/>
                  </a:cubicBezTo>
                  <a:cubicBezTo>
                    <a:pt x="683" y="97"/>
                    <a:pt x="683" y="97"/>
                    <a:pt x="683" y="97"/>
                  </a:cubicBezTo>
                  <a:cubicBezTo>
                    <a:pt x="683" y="96"/>
                    <a:pt x="683" y="96"/>
                    <a:pt x="683" y="96"/>
                  </a:cubicBezTo>
                  <a:cubicBezTo>
                    <a:pt x="683" y="96"/>
                    <a:pt x="683" y="96"/>
                    <a:pt x="683" y="96"/>
                  </a:cubicBezTo>
                  <a:cubicBezTo>
                    <a:pt x="683" y="96"/>
                    <a:pt x="683" y="95"/>
                    <a:pt x="685" y="94"/>
                  </a:cubicBezTo>
                  <a:moveTo>
                    <a:pt x="653" y="72"/>
                  </a:moveTo>
                  <a:cubicBezTo>
                    <a:pt x="654" y="71"/>
                    <a:pt x="657" y="70"/>
                    <a:pt x="660" y="70"/>
                  </a:cubicBezTo>
                  <a:cubicBezTo>
                    <a:pt x="661" y="70"/>
                    <a:pt x="661" y="70"/>
                    <a:pt x="661" y="70"/>
                  </a:cubicBezTo>
                  <a:cubicBezTo>
                    <a:pt x="665" y="70"/>
                    <a:pt x="669" y="71"/>
                    <a:pt x="672" y="72"/>
                  </a:cubicBezTo>
                  <a:cubicBezTo>
                    <a:pt x="675" y="74"/>
                    <a:pt x="677" y="76"/>
                    <a:pt x="677" y="77"/>
                  </a:cubicBezTo>
                  <a:cubicBezTo>
                    <a:pt x="678" y="77"/>
                    <a:pt x="678" y="77"/>
                    <a:pt x="678" y="77"/>
                  </a:cubicBezTo>
                  <a:cubicBezTo>
                    <a:pt x="678" y="78"/>
                    <a:pt x="677" y="79"/>
                    <a:pt x="675" y="80"/>
                  </a:cubicBezTo>
                  <a:cubicBezTo>
                    <a:pt x="674" y="81"/>
                    <a:pt x="671" y="82"/>
                    <a:pt x="668" y="82"/>
                  </a:cubicBezTo>
                  <a:cubicBezTo>
                    <a:pt x="668" y="82"/>
                    <a:pt x="667" y="82"/>
                    <a:pt x="667" y="82"/>
                  </a:cubicBezTo>
                  <a:cubicBezTo>
                    <a:pt x="663" y="82"/>
                    <a:pt x="660" y="81"/>
                    <a:pt x="657" y="80"/>
                  </a:cubicBezTo>
                  <a:cubicBezTo>
                    <a:pt x="654" y="78"/>
                    <a:pt x="651" y="76"/>
                    <a:pt x="651" y="76"/>
                  </a:cubicBezTo>
                  <a:cubicBezTo>
                    <a:pt x="651" y="75"/>
                    <a:pt x="651" y="75"/>
                    <a:pt x="651" y="75"/>
                  </a:cubicBezTo>
                  <a:cubicBezTo>
                    <a:pt x="651" y="75"/>
                    <a:pt x="651" y="73"/>
                    <a:pt x="653" y="72"/>
                  </a:cubicBezTo>
                  <a:moveTo>
                    <a:pt x="628" y="52"/>
                  </a:moveTo>
                  <a:cubicBezTo>
                    <a:pt x="628" y="52"/>
                    <a:pt x="628" y="52"/>
                    <a:pt x="628" y="52"/>
                  </a:cubicBezTo>
                  <a:cubicBezTo>
                    <a:pt x="629" y="52"/>
                    <a:pt x="630" y="52"/>
                    <a:pt x="631" y="52"/>
                  </a:cubicBezTo>
                  <a:cubicBezTo>
                    <a:pt x="635" y="52"/>
                    <a:pt x="638" y="53"/>
                    <a:pt x="641" y="54"/>
                  </a:cubicBezTo>
                  <a:cubicBezTo>
                    <a:pt x="643" y="55"/>
                    <a:pt x="645" y="57"/>
                    <a:pt x="646" y="57"/>
                  </a:cubicBezTo>
                  <a:cubicBezTo>
                    <a:pt x="646" y="57"/>
                    <a:pt x="646" y="58"/>
                    <a:pt x="646" y="58"/>
                  </a:cubicBezTo>
                  <a:cubicBezTo>
                    <a:pt x="646" y="58"/>
                    <a:pt x="646" y="60"/>
                    <a:pt x="644" y="61"/>
                  </a:cubicBezTo>
                  <a:cubicBezTo>
                    <a:pt x="642" y="62"/>
                    <a:pt x="640" y="63"/>
                    <a:pt x="637" y="64"/>
                  </a:cubicBezTo>
                  <a:cubicBezTo>
                    <a:pt x="636" y="64"/>
                    <a:pt x="635" y="64"/>
                    <a:pt x="635" y="64"/>
                  </a:cubicBezTo>
                  <a:cubicBezTo>
                    <a:pt x="631" y="64"/>
                    <a:pt x="628" y="63"/>
                    <a:pt x="625" y="62"/>
                  </a:cubicBezTo>
                  <a:cubicBezTo>
                    <a:pt x="622" y="61"/>
                    <a:pt x="620" y="59"/>
                    <a:pt x="619" y="58"/>
                  </a:cubicBezTo>
                  <a:cubicBezTo>
                    <a:pt x="619" y="58"/>
                    <a:pt x="619" y="58"/>
                    <a:pt x="619" y="58"/>
                  </a:cubicBezTo>
                  <a:cubicBezTo>
                    <a:pt x="619" y="57"/>
                    <a:pt x="622" y="53"/>
                    <a:pt x="628" y="52"/>
                  </a:cubicBezTo>
                  <a:moveTo>
                    <a:pt x="592" y="36"/>
                  </a:moveTo>
                  <a:cubicBezTo>
                    <a:pt x="594" y="36"/>
                    <a:pt x="596" y="36"/>
                    <a:pt x="597" y="36"/>
                  </a:cubicBezTo>
                  <a:cubicBezTo>
                    <a:pt x="600" y="36"/>
                    <a:pt x="603" y="36"/>
                    <a:pt x="606" y="37"/>
                  </a:cubicBezTo>
                  <a:cubicBezTo>
                    <a:pt x="608" y="38"/>
                    <a:pt x="610" y="39"/>
                    <a:pt x="611" y="40"/>
                  </a:cubicBezTo>
                  <a:cubicBezTo>
                    <a:pt x="611" y="40"/>
                    <a:pt x="611" y="40"/>
                    <a:pt x="611" y="40"/>
                  </a:cubicBezTo>
                  <a:cubicBezTo>
                    <a:pt x="611" y="42"/>
                    <a:pt x="608" y="46"/>
                    <a:pt x="602" y="47"/>
                  </a:cubicBezTo>
                  <a:cubicBezTo>
                    <a:pt x="601" y="47"/>
                    <a:pt x="599" y="48"/>
                    <a:pt x="597" y="47"/>
                  </a:cubicBezTo>
                  <a:cubicBezTo>
                    <a:pt x="591" y="47"/>
                    <a:pt x="586" y="45"/>
                    <a:pt x="584" y="43"/>
                  </a:cubicBezTo>
                  <a:cubicBezTo>
                    <a:pt x="584" y="43"/>
                    <a:pt x="584" y="43"/>
                    <a:pt x="584" y="43"/>
                  </a:cubicBezTo>
                  <a:cubicBezTo>
                    <a:pt x="584" y="41"/>
                    <a:pt x="586" y="38"/>
                    <a:pt x="592" y="36"/>
                  </a:cubicBezTo>
                  <a:moveTo>
                    <a:pt x="555" y="24"/>
                  </a:moveTo>
                  <a:cubicBezTo>
                    <a:pt x="558" y="23"/>
                    <a:pt x="561" y="23"/>
                    <a:pt x="564" y="23"/>
                  </a:cubicBezTo>
                  <a:cubicBezTo>
                    <a:pt x="568" y="23"/>
                    <a:pt x="573" y="25"/>
                    <a:pt x="574" y="26"/>
                  </a:cubicBezTo>
                  <a:cubicBezTo>
                    <a:pt x="574" y="26"/>
                    <a:pt x="574" y="26"/>
                    <a:pt x="574" y="27"/>
                  </a:cubicBezTo>
                  <a:cubicBezTo>
                    <a:pt x="574" y="28"/>
                    <a:pt x="572" y="32"/>
                    <a:pt x="566" y="34"/>
                  </a:cubicBezTo>
                  <a:cubicBezTo>
                    <a:pt x="564" y="35"/>
                    <a:pt x="561" y="35"/>
                    <a:pt x="558" y="35"/>
                  </a:cubicBezTo>
                  <a:cubicBezTo>
                    <a:pt x="553" y="35"/>
                    <a:pt x="549" y="33"/>
                    <a:pt x="548" y="32"/>
                  </a:cubicBezTo>
                  <a:cubicBezTo>
                    <a:pt x="548" y="32"/>
                    <a:pt x="548" y="32"/>
                    <a:pt x="548" y="31"/>
                  </a:cubicBezTo>
                  <a:cubicBezTo>
                    <a:pt x="547" y="30"/>
                    <a:pt x="550" y="26"/>
                    <a:pt x="555" y="24"/>
                  </a:cubicBezTo>
                  <a:moveTo>
                    <a:pt x="519" y="17"/>
                  </a:moveTo>
                  <a:cubicBezTo>
                    <a:pt x="519" y="17"/>
                    <a:pt x="519" y="17"/>
                    <a:pt x="519" y="17"/>
                  </a:cubicBezTo>
                  <a:cubicBezTo>
                    <a:pt x="522" y="15"/>
                    <a:pt x="526" y="14"/>
                    <a:pt x="530" y="14"/>
                  </a:cubicBezTo>
                  <a:cubicBezTo>
                    <a:pt x="533" y="14"/>
                    <a:pt x="537" y="16"/>
                    <a:pt x="538" y="16"/>
                  </a:cubicBezTo>
                  <a:cubicBezTo>
                    <a:pt x="538" y="17"/>
                    <a:pt x="538" y="17"/>
                    <a:pt x="538" y="17"/>
                  </a:cubicBezTo>
                  <a:cubicBezTo>
                    <a:pt x="538" y="19"/>
                    <a:pt x="536" y="23"/>
                    <a:pt x="531" y="25"/>
                  </a:cubicBezTo>
                  <a:cubicBezTo>
                    <a:pt x="528" y="26"/>
                    <a:pt x="524" y="27"/>
                    <a:pt x="520" y="27"/>
                  </a:cubicBezTo>
                  <a:cubicBezTo>
                    <a:pt x="517" y="27"/>
                    <a:pt x="513" y="26"/>
                    <a:pt x="513" y="25"/>
                  </a:cubicBezTo>
                  <a:cubicBezTo>
                    <a:pt x="513" y="25"/>
                    <a:pt x="512" y="25"/>
                    <a:pt x="512" y="24"/>
                  </a:cubicBezTo>
                  <a:cubicBezTo>
                    <a:pt x="512" y="22"/>
                    <a:pt x="514" y="19"/>
                    <a:pt x="519" y="17"/>
                  </a:cubicBezTo>
                  <a:moveTo>
                    <a:pt x="480" y="12"/>
                  </a:moveTo>
                  <a:cubicBezTo>
                    <a:pt x="484" y="10"/>
                    <a:pt x="489" y="9"/>
                    <a:pt x="493" y="9"/>
                  </a:cubicBezTo>
                  <a:cubicBezTo>
                    <a:pt x="496" y="9"/>
                    <a:pt x="498" y="10"/>
                    <a:pt x="499" y="10"/>
                  </a:cubicBezTo>
                  <a:cubicBezTo>
                    <a:pt x="499" y="10"/>
                    <a:pt x="499" y="10"/>
                    <a:pt x="499" y="11"/>
                  </a:cubicBezTo>
                  <a:cubicBezTo>
                    <a:pt x="499" y="13"/>
                    <a:pt x="497" y="17"/>
                    <a:pt x="493" y="19"/>
                  </a:cubicBezTo>
                  <a:cubicBezTo>
                    <a:pt x="489" y="22"/>
                    <a:pt x="484" y="22"/>
                    <a:pt x="480" y="22"/>
                  </a:cubicBezTo>
                  <a:cubicBezTo>
                    <a:pt x="478" y="22"/>
                    <a:pt x="476" y="22"/>
                    <a:pt x="475" y="21"/>
                  </a:cubicBezTo>
                  <a:cubicBezTo>
                    <a:pt x="475" y="21"/>
                    <a:pt x="474" y="21"/>
                    <a:pt x="474" y="20"/>
                  </a:cubicBezTo>
                  <a:cubicBezTo>
                    <a:pt x="474" y="18"/>
                    <a:pt x="476" y="15"/>
                    <a:pt x="480" y="12"/>
                  </a:cubicBezTo>
                  <a:moveTo>
                    <a:pt x="441" y="12"/>
                  </a:moveTo>
                  <a:cubicBezTo>
                    <a:pt x="441" y="12"/>
                    <a:pt x="441" y="12"/>
                    <a:pt x="441" y="12"/>
                  </a:cubicBezTo>
                  <a:cubicBezTo>
                    <a:pt x="446" y="9"/>
                    <a:pt x="452" y="7"/>
                    <a:pt x="456" y="7"/>
                  </a:cubicBezTo>
                  <a:cubicBezTo>
                    <a:pt x="458" y="7"/>
                    <a:pt x="459" y="7"/>
                    <a:pt x="459" y="8"/>
                  </a:cubicBezTo>
                  <a:cubicBezTo>
                    <a:pt x="460" y="8"/>
                    <a:pt x="460" y="8"/>
                    <a:pt x="460" y="9"/>
                  </a:cubicBezTo>
                  <a:cubicBezTo>
                    <a:pt x="460" y="11"/>
                    <a:pt x="458" y="15"/>
                    <a:pt x="455" y="18"/>
                  </a:cubicBezTo>
                  <a:cubicBezTo>
                    <a:pt x="450" y="21"/>
                    <a:pt x="444" y="22"/>
                    <a:pt x="440" y="22"/>
                  </a:cubicBezTo>
                  <a:cubicBezTo>
                    <a:pt x="439" y="22"/>
                    <a:pt x="437" y="22"/>
                    <a:pt x="437" y="22"/>
                  </a:cubicBezTo>
                  <a:cubicBezTo>
                    <a:pt x="436" y="21"/>
                    <a:pt x="436" y="21"/>
                    <a:pt x="436" y="20"/>
                  </a:cubicBezTo>
                  <a:cubicBezTo>
                    <a:pt x="436" y="18"/>
                    <a:pt x="438" y="15"/>
                    <a:pt x="441" y="12"/>
                  </a:cubicBezTo>
                  <a:moveTo>
                    <a:pt x="405" y="15"/>
                  </a:moveTo>
                  <a:cubicBezTo>
                    <a:pt x="405" y="15"/>
                    <a:pt x="405" y="15"/>
                    <a:pt x="405" y="15"/>
                  </a:cubicBezTo>
                  <a:cubicBezTo>
                    <a:pt x="409" y="11"/>
                    <a:pt x="416" y="9"/>
                    <a:pt x="420" y="9"/>
                  </a:cubicBezTo>
                  <a:cubicBezTo>
                    <a:pt x="421" y="9"/>
                    <a:pt x="422" y="9"/>
                    <a:pt x="422" y="9"/>
                  </a:cubicBezTo>
                  <a:cubicBezTo>
                    <a:pt x="423" y="10"/>
                    <a:pt x="423" y="10"/>
                    <a:pt x="423" y="12"/>
                  </a:cubicBezTo>
                  <a:cubicBezTo>
                    <a:pt x="423" y="14"/>
                    <a:pt x="422" y="17"/>
                    <a:pt x="419" y="20"/>
                  </a:cubicBezTo>
                  <a:cubicBezTo>
                    <a:pt x="414" y="24"/>
                    <a:pt x="406" y="26"/>
                    <a:pt x="403" y="26"/>
                  </a:cubicBezTo>
                  <a:cubicBezTo>
                    <a:pt x="402" y="26"/>
                    <a:pt x="401" y="26"/>
                    <a:pt x="401" y="26"/>
                  </a:cubicBezTo>
                  <a:cubicBezTo>
                    <a:pt x="401" y="26"/>
                    <a:pt x="400" y="25"/>
                    <a:pt x="400" y="23"/>
                  </a:cubicBezTo>
                  <a:cubicBezTo>
                    <a:pt x="400" y="21"/>
                    <a:pt x="401" y="18"/>
                    <a:pt x="405" y="15"/>
                  </a:cubicBezTo>
                  <a:moveTo>
                    <a:pt x="366" y="23"/>
                  </a:moveTo>
                  <a:cubicBezTo>
                    <a:pt x="371" y="18"/>
                    <a:pt x="379" y="15"/>
                    <a:pt x="382" y="15"/>
                  </a:cubicBezTo>
                  <a:cubicBezTo>
                    <a:pt x="383" y="15"/>
                    <a:pt x="383" y="15"/>
                    <a:pt x="383" y="15"/>
                  </a:cubicBezTo>
                  <a:cubicBezTo>
                    <a:pt x="384" y="15"/>
                    <a:pt x="384" y="15"/>
                    <a:pt x="384" y="16"/>
                  </a:cubicBezTo>
                  <a:cubicBezTo>
                    <a:pt x="384" y="16"/>
                    <a:pt x="384" y="17"/>
                    <a:pt x="384" y="18"/>
                  </a:cubicBezTo>
                  <a:cubicBezTo>
                    <a:pt x="384" y="20"/>
                    <a:pt x="383" y="23"/>
                    <a:pt x="381" y="26"/>
                  </a:cubicBezTo>
                  <a:cubicBezTo>
                    <a:pt x="376" y="31"/>
                    <a:pt x="368" y="34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3" y="33"/>
                    <a:pt x="363" y="33"/>
                  </a:cubicBezTo>
                  <a:cubicBezTo>
                    <a:pt x="363" y="33"/>
                    <a:pt x="363" y="32"/>
                    <a:pt x="363" y="31"/>
                  </a:cubicBezTo>
                  <a:cubicBezTo>
                    <a:pt x="363" y="29"/>
                    <a:pt x="364" y="26"/>
                    <a:pt x="366" y="23"/>
                  </a:cubicBezTo>
                  <a:moveTo>
                    <a:pt x="329" y="35"/>
                  </a:moveTo>
                  <a:cubicBezTo>
                    <a:pt x="331" y="32"/>
                    <a:pt x="334" y="29"/>
                    <a:pt x="337" y="27"/>
                  </a:cubicBezTo>
                  <a:cubicBezTo>
                    <a:pt x="340" y="26"/>
                    <a:pt x="343" y="25"/>
                    <a:pt x="345" y="25"/>
                  </a:cubicBezTo>
                  <a:cubicBezTo>
                    <a:pt x="345" y="25"/>
                    <a:pt x="345" y="25"/>
                    <a:pt x="345" y="25"/>
                  </a:cubicBezTo>
                  <a:cubicBezTo>
                    <a:pt x="345" y="25"/>
                    <a:pt x="345" y="25"/>
                    <a:pt x="346" y="26"/>
                  </a:cubicBezTo>
                  <a:cubicBezTo>
                    <a:pt x="346" y="26"/>
                    <a:pt x="346" y="27"/>
                    <a:pt x="346" y="28"/>
                  </a:cubicBezTo>
                  <a:cubicBezTo>
                    <a:pt x="346" y="30"/>
                    <a:pt x="345" y="33"/>
                    <a:pt x="343" y="36"/>
                  </a:cubicBezTo>
                  <a:cubicBezTo>
                    <a:pt x="341" y="39"/>
                    <a:pt x="338" y="41"/>
                    <a:pt x="335" y="43"/>
                  </a:cubicBezTo>
                  <a:cubicBezTo>
                    <a:pt x="332" y="44"/>
                    <a:pt x="329" y="45"/>
                    <a:pt x="328" y="45"/>
                  </a:cubicBezTo>
                  <a:cubicBezTo>
                    <a:pt x="328" y="45"/>
                    <a:pt x="328" y="45"/>
                    <a:pt x="328" y="45"/>
                  </a:cubicBezTo>
                  <a:cubicBezTo>
                    <a:pt x="328" y="45"/>
                    <a:pt x="328" y="45"/>
                    <a:pt x="328" y="45"/>
                  </a:cubicBezTo>
                  <a:cubicBezTo>
                    <a:pt x="327" y="45"/>
                    <a:pt x="327" y="45"/>
                    <a:pt x="327" y="45"/>
                  </a:cubicBezTo>
                  <a:cubicBezTo>
                    <a:pt x="327" y="45"/>
                    <a:pt x="327" y="45"/>
                    <a:pt x="327" y="44"/>
                  </a:cubicBezTo>
                  <a:cubicBezTo>
                    <a:pt x="326" y="44"/>
                    <a:pt x="326" y="43"/>
                    <a:pt x="326" y="42"/>
                  </a:cubicBezTo>
                  <a:cubicBezTo>
                    <a:pt x="326" y="40"/>
                    <a:pt x="327" y="37"/>
                    <a:pt x="329" y="35"/>
                  </a:cubicBezTo>
                  <a:moveTo>
                    <a:pt x="295" y="49"/>
                  </a:moveTo>
                  <a:cubicBezTo>
                    <a:pt x="297" y="46"/>
                    <a:pt x="300" y="43"/>
                    <a:pt x="303" y="41"/>
                  </a:cubicBezTo>
                  <a:cubicBezTo>
                    <a:pt x="306" y="39"/>
                    <a:pt x="309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38"/>
                    <a:pt x="311" y="38"/>
                    <a:pt x="311" y="39"/>
                  </a:cubicBezTo>
                  <a:cubicBezTo>
                    <a:pt x="312" y="39"/>
                    <a:pt x="312" y="40"/>
                    <a:pt x="312" y="42"/>
                  </a:cubicBezTo>
                  <a:cubicBezTo>
                    <a:pt x="312" y="44"/>
                    <a:pt x="311" y="46"/>
                    <a:pt x="310" y="49"/>
                  </a:cubicBezTo>
                  <a:cubicBezTo>
                    <a:pt x="308" y="52"/>
                    <a:pt x="305" y="55"/>
                    <a:pt x="302" y="57"/>
                  </a:cubicBezTo>
                  <a:cubicBezTo>
                    <a:pt x="299" y="59"/>
                    <a:pt x="296" y="60"/>
                    <a:pt x="295" y="60"/>
                  </a:cubicBezTo>
                  <a:cubicBezTo>
                    <a:pt x="295" y="60"/>
                    <a:pt x="295" y="60"/>
                    <a:pt x="295" y="60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3" y="58"/>
                    <a:pt x="293" y="57"/>
                    <a:pt x="293" y="55"/>
                  </a:cubicBezTo>
                  <a:cubicBezTo>
                    <a:pt x="293" y="54"/>
                    <a:pt x="294" y="51"/>
                    <a:pt x="295" y="49"/>
                  </a:cubicBezTo>
                  <a:moveTo>
                    <a:pt x="261" y="67"/>
                  </a:moveTo>
                  <a:cubicBezTo>
                    <a:pt x="261" y="67"/>
                    <a:pt x="261" y="67"/>
                    <a:pt x="261" y="67"/>
                  </a:cubicBezTo>
                  <a:cubicBezTo>
                    <a:pt x="262" y="64"/>
                    <a:pt x="265" y="61"/>
                    <a:pt x="268" y="58"/>
                  </a:cubicBezTo>
                  <a:cubicBezTo>
                    <a:pt x="270" y="56"/>
                    <a:pt x="274" y="55"/>
                    <a:pt x="275" y="55"/>
                  </a:cubicBezTo>
                  <a:cubicBezTo>
                    <a:pt x="275" y="55"/>
                    <a:pt x="275" y="55"/>
                    <a:pt x="276" y="56"/>
                  </a:cubicBezTo>
                  <a:cubicBezTo>
                    <a:pt x="276" y="57"/>
                    <a:pt x="277" y="58"/>
                    <a:pt x="277" y="60"/>
                  </a:cubicBezTo>
                  <a:cubicBezTo>
                    <a:pt x="277" y="61"/>
                    <a:pt x="276" y="64"/>
                    <a:pt x="275" y="66"/>
                  </a:cubicBezTo>
                  <a:cubicBezTo>
                    <a:pt x="273" y="69"/>
                    <a:pt x="271" y="72"/>
                    <a:pt x="268" y="74"/>
                  </a:cubicBezTo>
                  <a:cubicBezTo>
                    <a:pt x="265" y="77"/>
                    <a:pt x="262" y="78"/>
                    <a:pt x="261" y="78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0" y="77"/>
                  </a:cubicBezTo>
                  <a:cubicBezTo>
                    <a:pt x="260" y="76"/>
                    <a:pt x="259" y="75"/>
                    <a:pt x="259" y="73"/>
                  </a:cubicBezTo>
                  <a:cubicBezTo>
                    <a:pt x="259" y="71"/>
                    <a:pt x="260" y="69"/>
                    <a:pt x="261" y="67"/>
                  </a:cubicBezTo>
                  <a:moveTo>
                    <a:pt x="228" y="89"/>
                  </a:moveTo>
                  <a:cubicBezTo>
                    <a:pt x="229" y="85"/>
                    <a:pt x="232" y="82"/>
                    <a:pt x="234" y="79"/>
                  </a:cubicBezTo>
                  <a:cubicBezTo>
                    <a:pt x="237" y="77"/>
                    <a:pt x="240" y="75"/>
                    <a:pt x="241" y="75"/>
                  </a:cubicBezTo>
                  <a:cubicBezTo>
                    <a:pt x="241" y="75"/>
                    <a:pt x="241" y="75"/>
                    <a:pt x="241" y="75"/>
                  </a:cubicBezTo>
                  <a:cubicBezTo>
                    <a:pt x="241" y="75"/>
                    <a:pt x="242" y="75"/>
                    <a:pt x="242" y="76"/>
                  </a:cubicBezTo>
                  <a:cubicBezTo>
                    <a:pt x="243" y="77"/>
                    <a:pt x="243" y="79"/>
                    <a:pt x="243" y="81"/>
                  </a:cubicBezTo>
                  <a:cubicBezTo>
                    <a:pt x="243" y="82"/>
                    <a:pt x="243" y="84"/>
                    <a:pt x="242" y="86"/>
                  </a:cubicBezTo>
                  <a:cubicBezTo>
                    <a:pt x="241" y="90"/>
                    <a:pt x="239" y="93"/>
                    <a:pt x="236" y="95"/>
                  </a:cubicBezTo>
                  <a:cubicBezTo>
                    <a:pt x="234" y="98"/>
                    <a:pt x="231" y="99"/>
                    <a:pt x="230" y="99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29" y="99"/>
                    <a:pt x="229" y="99"/>
                    <a:pt x="228" y="98"/>
                  </a:cubicBezTo>
                  <a:cubicBezTo>
                    <a:pt x="228" y="97"/>
                    <a:pt x="227" y="96"/>
                    <a:pt x="227" y="94"/>
                  </a:cubicBezTo>
                  <a:cubicBezTo>
                    <a:pt x="227" y="92"/>
                    <a:pt x="227" y="90"/>
                    <a:pt x="228" y="89"/>
                  </a:cubicBezTo>
                  <a:moveTo>
                    <a:pt x="199" y="112"/>
                  </a:moveTo>
                  <a:cubicBezTo>
                    <a:pt x="199" y="112"/>
                    <a:pt x="199" y="112"/>
                    <a:pt x="199" y="112"/>
                  </a:cubicBezTo>
                  <a:cubicBezTo>
                    <a:pt x="200" y="108"/>
                    <a:pt x="202" y="104"/>
                    <a:pt x="205" y="102"/>
                  </a:cubicBezTo>
                  <a:cubicBezTo>
                    <a:pt x="207" y="99"/>
                    <a:pt x="210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1" y="97"/>
                    <a:pt x="211" y="97"/>
                  </a:cubicBezTo>
                  <a:cubicBezTo>
                    <a:pt x="211" y="97"/>
                    <a:pt x="212" y="97"/>
                    <a:pt x="213" y="98"/>
                  </a:cubicBezTo>
                  <a:cubicBezTo>
                    <a:pt x="213" y="99"/>
                    <a:pt x="214" y="101"/>
                    <a:pt x="214" y="103"/>
                  </a:cubicBezTo>
                  <a:cubicBezTo>
                    <a:pt x="214" y="105"/>
                    <a:pt x="214" y="106"/>
                    <a:pt x="213" y="108"/>
                  </a:cubicBezTo>
                  <a:cubicBezTo>
                    <a:pt x="212" y="111"/>
                    <a:pt x="210" y="115"/>
                    <a:pt x="208" y="117"/>
                  </a:cubicBezTo>
                  <a:cubicBezTo>
                    <a:pt x="206" y="120"/>
                    <a:pt x="203" y="122"/>
                    <a:pt x="202" y="122"/>
                  </a:cubicBezTo>
                  <a:cubicBezTo>
                    <a:pt x="202" y="122"/>
                    <a:pt x="202" y="122"/>
                    <a:pt x="202" y="122"/>
                  </a:cubicBezTo>
                  <a:cubicBezTo>
                    <a:pt x="201" y="122"/>
                    <a:pt x="201" y="122"/>
                    <a:pt x="200" y="121"/>
                  </a:cubicBezTo>
                  <a:cubicBezTo>
                    <a:pt x="199" y="120"/>
                    <a:pt x="199" y="118"/>
                    <a:pt x="199" y="116"/>
                  </a:cubicBezTo>
                  <a:cubicBezTo>
                    <a:pt x="199" y="114"/>
                    <a:pt x="199" y="113"/>
                    <a:pt x="199" y="112"/>
                  </a:cubicBezTo>
                  <a:moveTo>
                    <a:pt x="171" y="138"/>
                  </a:moveTo>
                  <a:cubicBezTo>
                    <a:pt x="171" y="138"/>
                    <a:pt x="171" y="138"/>
                    <a:pt x="171" y="138"/>
                  </a:cubicBezTo>
                  <a:cubicBezTo>
                    <a:pt x="171" y="135"/>
                    <a:pt x="173" y="131"/>
                    <a:pt x="175" y="128"/>
                  </a:cubicBezTo>
                  <a:cubicBezTo>
                    <a:pt x="178" y="125"/>
                    <a:pt x="180" y="123"/>
                    <a:pt x="181" y="123"/>
                  </a:cubicBezTo>
                  <a:cubicBezTo>
                    <a:pt x="181" y="123"/>
                    <a:pt x="181" y="123"/>
                    <a:pt x="182" y="123"/>
                  </a:cubicBezTo>
                  <a:cubicBezTo>
                    <a:pt x="182" y="123"/>
                    <a:pt x="183" y="123"/>
                    <a:pt x="184" y="124"/>
                  </a:cubicBezTo>
                  <a:cubicBezTo>
                    <a:pt x="184" y="126"/>
                    <a:pt x="185" y="128"/>
                    <a:pt x="185" y="130"/>
                  </a:cubicBezTo>
                  <a:cubicBezTo>
                    <a:pt x="185" y="131"/>
                    <a:pt x="185" y="132"/>
                    <a:pt x="185" y="133"/>
                  </a:cubicBezTo>
                  <a:cubicBezTo>
                    <a:pt x="184" y="137"/>
                    <a:pt x="182" y="140"/>
                    <a:pt x="180" y="143"/>
                  </a:cubicBezTo>
                  <a:cubicBezTo>
                    <a:pt x="178" y="146"/>
                    <a:pt x="175" y="148"/>
                    <a:pt x="174" y="149"/>
                  </a:cubicBezTo>
                  <a:cubicBezTo>
                    <a:pt x="174" y="149"/>
                    <a:pt x="174" y="149"/>
                    <a:pt x="174" y="149"/>
                  </a:cubicBezTo>
                  <a:cubicBezTo>
                    <a:pt x="174" y="149"/>
                    <a:pt x="173" y="148"/>
                    <a:pt x="172" y="147"/>
                  </a:cubicBezTo>
                  <a:cubicBezTo>
                    <a:pt x="171" y="146"/>
                    <a:pt x="171" y="143"/>
                    <a:pt x="171" y="141"/>
                  </a:cubicBezTo>
                  <a:cubicBezTo>
                    <a:pt x="171" y="140"/>
                    <a:pt x="171" y="139"/>
                    <a:pt x="171" y="138"/>
                  </a:cubicBezTo>
                  <a:moveTo>
                    <a:pt x="145" y="167"/>
                  </a:moveTo>
                  <a:cubicBezTo>
                    <a:pt x="145" y="167"/>
                    <a:pt x="145" y="167"/>
                    <a:pt x="145" y="167"/>
                  </a:cubicBezTo>
                  <a:cubicBezTo>
                    <a:pt x="145" y="163"/>
                    <a:pt x="147" y="160"/>
                    <a:pt x="149" y="157"/>
                  </a:cubicBezTo>
                  <a:cubicBezTo>
                    <a:pt x="150" y="153"/>
                    <a:pt x="153" y="151"/>
                    <a:pt x="154" y="151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54" y="151"/>
                    <a:pt x="156" y="151"/>
                    <a:pt x="156" y="153"/>
                  </a:cubicBezTo>
                  <a:cubicBezTo>
                    <a:pt x="157" y="154"/>
                    <a:pt x="158" y="157"/>
                    <a:pt x="158" y="160"/>
                  </a:cubicBezTo>
                  <a:cubicBezTo>
                    <a:pt x="158" y="160"/>
                    <a:pt x="158" y="161"/>
                    <a:pt x="158" y="161"/>
                  </a:cubicBezTo>
                  <a:cubicBezTo>
                    <a:pt x="158" y="165"/>
                    <a:pt x="156" y="169"/>
                    <a:pt x="154" y="172"/>
                  </a:cubicBezTo>
                  <a:cubicBezTo>
                    <a:pt x="152" y="174"/>
                    <a:pt x="150" y="177"/>
                    <a:pt x="149" y="177"/>
                  </a:cubicBezTo>
                  <a:cubicBezTo>
                    <a:pt x="149" y="177"/>
                    <a:pt x="149" y="177"/>
                    <a:pt x="148" y="177"/>
                  </a:cubicBezTo>
                  <a:cubicBezTo>
                    <a:pt x="148" y="177"/>
                    <a:pt x="147" y="177"/>
                    <a:pt x="146" y="175"/>
                  </a:cubicBezTo>
                  <a:cubicBezTo>
                    <a:pt x="145" y="174"/>
                    <a:pt x="145" y="171"/>
                    <a:pt x="145" y="169"/>
                  </a:cubicBezTo>
                  <a:cubicBezTo>
                    <a:pt x="145" y="168"/>
                    <a:pt x="145" y="168"/>
                    <a:pt x="145" y="167"/>
                  </a:cubicBezTo>
                  <a:moveTo>
                    <a:pt x="122" y="196"/>
                  </a:moveTo>
                  <a:cubicBezTo>
                    <a:pt x="122" y="192"/>
                    <a:pt x="123" y="188"/>
                    <a:pt x="125" y="185"/>
                  </a:cubicBezTo>
                  <a:cubicBezTo>
                    <a:pt x="127" y="182"/>
                    <a:pt x="129" y="180"/>
                    <a:pt x="130" y="179"/>
                  </a:cubicBezTo>
                  <a:cubicBezTo>
                    <a:pt x="130" y="179"/>
                    <a:pt x="130" y="179"/>
                    <a:pt x="130" y="179"/>
                  </a:cubicBezTo>
                  <a:cubicBezTo>
                    <a:pt x="130" y="179"/>
                    <a:pt x="130" y="179"/>
                    <a:pt x="131" y="179"/>
                  </a:cubicBezTo>
                  <a:cubicBezTo>
                    <a:pt x="131" y="179"/>
                    <a:pt x="132" y="180"/>
                    <a:pt x="133" y="181"/>
                  </a:cubicBezTo>
                  <a:cubicBezTo>
                    <a:pt x="134" y="183"/>
                    <a:pt x="135" y="185"/>
                    <a:pt x="135" y="188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5" y="193"/>
                    <a:pt x="133" y="197"/>
                    <a:pt x="132" y="200"/>
                  </a:cubicBezTo>
                  <a:cubicBezTo>
                    <a:pt x="130" y="203"/>
                    <a:pt x="128" y="205"/>
                    <a:pt x="127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6" y="206"/>
                    <a:pt x="125" y="205"/>
                    <a:pt x="124" y="204"/>
                  </a:cubicBezTo>
                  <a:cubicBezTo>
                    <a:pt x="123" y="202"/>
                    <a:pt x="122" y="199"/>
                    <a:pt x="122" y="196"/>
                  </a:cubicBezTo>
                  <a:cubicBezTo>
                    <a:pt x="122" y="196"/>
                    <a:pt x="122" y="196"/>
                    <a:pt x="122" y="196"/>
                  </a:cubicBezTo>
                  <a:moveTo>
                    <a:pt x="103" y="217"/>
                  </a:moveTo>
                  <a:cubicBezTo>
                    <a:pt x="104" y="214"/>
                    <a:pt x="106" y="212"/>
                    <a:pt x="107" y="211"/>
                  </a:cubicBezTo>
                  <a:cubicBezTo>
                    <a:pt x="107" y="211"/>
                    <a:pt x="107" y="211"/>
                    <a:pt x="108" y="211"/>
                  </a:cubicBezTo>
                  <a:cubicBezTo>
                    <a:pt x="108" y="211"/>
                    <a:pt x="109" y="212"/>
                    <a:pt x="111" y="213"/>
                  </a:cubicBezTo>
                  <a:cubicBezTo>
                    <a:pt x="112" y="215"/>
                    <a:pt x="113" y="217"/>
                    <a:pt x="113" y="221"/>
                  </a:cubicBezTo>
                  <a:cubicBezTo>
                    <a:pt x="113" y="221"/>
                    <a:pt x="113" y="221"/>
                    <a:pt x="113" y="222"/>
                  </a:cubicBezTo>
                  <a:cubicBezTo>
                    <a:pt x="113" y="225"/>
                    <a:pt x="112" y="229"/>
                    <a:pt x="110" y="232"/>
                  </a:cubicBezTo>
                  <a:cubicBezTo>
                    <a:pt x="109" y="235"/>
                    <a:pt x="107" y="237"/>
                    <a:pt x="106" y="238"/>
                  </a:cubicBezTo>
                  <a:cubicBezTo>
                    <a:pt x="106" y="238"/>
                    <a:pt x="106" y="238"/>
                    <a:pt x="106" y="238"/>
                  </a:cubicBezTo>
                  <a:cubicBezTo>
                    <a:pt x="105" y="238"/>
                    <a:pt x="104" y="237"/>
                    <a:pt x="103" y="236"/>
                  </a:cubicBezTo>
                  <a:cubicBezTo>
                    <a:pt x="102" y="234"/>
                    <a:pt x="101" y="232"/>
                    <a:pt x="100" y="229"/>
                  </a:cubicBezTo>
                  <a:cubicBezTo>
                    <a:pt x="100" y="228"/>
                    <a:pt x="100" y="228"/>
                    <a:pt x="100" y="227"/>
                  </a:cubicBezTo>
                  <a:cubicBezTo>
                    <a:pt x="101" y="224"/>
                    <a:pt x="102" y="220"/>
                    <a:pt x="103" y="217"/>
                  </a:cubicBezTo>
                  <a:moveTo>
                    <a:pt x="83" y="250"/>
                  </a:moveTo>
                  <a:cubicBezTo>
                    <a:pt x="84" y="247"/>
                    <a:pt x="86" y="245"/>
                    <a:pt x="87" y="245"/>
                  </a:cubicBezTo>
                  <a:cubicBezTo>
                    <a:pt x="87" y="245"/>
                    <a:pt x="87" y="245"/>
                    <a:pt x="87" y="245"/>
                  </a:cubicBezTo>
                  <a:cubicBezTo>
                    <a:pt x="87" y="245"/>
                    <a:pt x="87" y="245"/>
                    <a:pt x="87" y="245"/>
                  </a:cubicBezTo>
                  <a:cubicBezTo>
                    <a:pt x="88" y="244"/>
                    <a:pt x="89" y="245"/>
                    <a:pt x="90" y="247"/>
                  </a:cubicBezTo>
                  <a:cubicBezTo>
                    <a:pt x="91" y="248"/>
                    <a:pt x="92" y="251"/>
                    <a:pt x="93" y="254"/>
                  </a:cubicBezTo>
                  <a:cubicBezTo>
                    <a:pt x="93" y="255"/>
                    <a:pt x="93" y="255"/>
                    <a:pt x="93" y="256"/>
                  </a:cubicBezTo>
                  <a:cubicBezTo>
                    <a:pt x="93" y="260"/>
                    <a:pt x="92" y="263"/>
                    <a:pt x="91" y="266"/>
                  </a:cubicBezTo>
                  <a:cubicBezTo>
                    <a:pt x="90" y="269"/>
                    <a:pt x="88" y="271"/>
                    <a:pt x="87" y="271"/>
                  </a:cubicBezTo>
                  <a:cubicBezTo>
                    <a:pt x="87" y="271"/>
                    <a:pt x="87" y="271"/>
                    <a:pt x="87" y="271"/>
                  </a:cubicBezTo>
                  <a:cubicBezTo>
                    <a:pt x="86" y="271"/>
                    <a:pt x="85" y="271"/>
                    <a:pt x="84" y="269"/>
                  </a:cubicBezTo>
                  <a:cubicBezTo>
                    <a:pt x="83" y="268"/>
                    <a:pt x="82" y="266"/>
                    <a:pt x="81" y="263"/>
                  </a:cubicBezTo>
                  <a:cubicBezTo>
                    <a:pt x="81" y="262"/>
                    <a:pt x="81" y="261"/>
                    <a:pt x="81" y="260"/>
                  </a:cubicBezTo>
                  <a:cubicBezTo>
                    <a:pt x="81" y="256"/>
                    <a:pt x="82" y="253"/>
                    <a:pt x="83" y="250"/>
                  </a:cubicBezTo>
                  <a:moveTo>
                    <a:pt x="67" y="282"/>
                  </a:moveTo>
                  <a:cubicBezTo>
                    <a:pt x="68" y="280"/>
                    <a:pt x="69" y="278"/>
                    <a:pt x="70" y="277"/>
                  </a:cubicBezTo>
                  <a:cubicBezTo>
                    <a:pt x="70" y="277"/>
                    <a:pt x="70" y="277"/>
                    <a:pt x="70" y="277"/>
                  </a:cubicBezTo>
                  <a:cubicBezTo>
                    <a:pt x="71" y="277"/>
                    <a:pt x="72" y="278"/>
                    <a:pt x="73" y="279"/>
                  </a:cubicBezTo>
                  <a:cubicBezTo>
                    <a:pt x="75" y="281"/>
                    <a:pt x="76" y="283"/>
                    <a:pt x="76" y="286"/>
                  </a:cubicBezTo>
                  <a:cubicBezTo>
                    <a:pt x="77" y="287"/>
                    <a:pt x="77" y="288"/>
                    <a:pt x="77" y="290"/>
                  </a:cubicBezTo>
                  <a:cubicBezTo>
                    <a:pt x="77" y="293"/>
                    <a:pt x="76" y="296"/>
                    <a:pt x="75" y="299"/>
                  </a:cubicBezTo>
                  <a:cubicBezTo>
                    <a:pt x="74" y="301"/>
                    <a:pt x="73" y="303"/>
                    <a:pt x="72" y="304"/>
                  </a:cubicBezTo>
                  <a:cubicBezTo>
                    <a:pt x="72" y="304"/>
                    <a:pt x="72" y="304"/>
                    <a:pt x="71" y="304"/>
                  </a:cubicBezTo>
                  <a:cubicBezTo>
                    <a:pt x="70" y="304"/>
                    <a:pt x="66" y="301"/>
                    <a:pt x="65" y="296"/>
                  </a:cubicBezTo>
                  <a:cubicBezTo>
                    <a:pt x="65" y="294"/>
                    <a:pt x="65" y="293"/>
                    <a:pt x="65" y="291"/>
                  </a:cubicBezTo>
                  <a:cubicBezTo>
                    <a:pt x="65" y="288"/>
                    <a:pt x="66" y="285"/>
                    <a:pt x="67" y="282"/>
                  </a:cubicBezTo>
                  <a:moveTo>
                    <a:pt x="51" y="318"/>
                  </a:moveTo>
                  <a:cubicBezTo>
                    <a:pt x="52" y="315"/>
                    <a:pt x="53" y="314"/>
                    <a:pt x="54" y="313"/>
                  </a:cubicBezTo>
                  <a:cubicBezTo>
                    <a:pt x="54" y="313"/>
                    <a:pt x="54" y="313"/>
                    <a:pt x="54" y="313"/>
                  </a:cubicBezTo>
                  <a:cubicBezTo>
                    <a:pt x="56" y="313"/>
                    <a:pt x="60" y="316"/>
                    <a:pt x="61" y="321"/>
                  </a:cubicBezTo>
                  <a:cubicBezTo>
                    <a:pt x="61" y="323"/>
                    <a:pt x="62" y="325"/>
                    <a:pt x="62" y="327"/>
                  </a:cubicBezTo>
                  <a:cubicBezTo>
                    <a:pt x="62" y="333"/>
                    <a:pt x="59" y="338"/>
                    <a:pt x="58" y="339"/>
                  </a:cubicBezTo>
                  <a:cubicBezTo>
                    <a:pt x="58" y="340"/>
                    <a:pt x="58" y="340"/>
                    <a:pt x="57" y="340"/>
                  </a:cubicBezTo>
                  <a:cubicBezTo>
                    <a:pt x="56" y="340"/>
                    <a:pt x="52" y="337"/>
                    <a:pt x="51" y="332"/>
                  </a:cubicBezTo>
                  <a:cubicBezTo>
                    <a:pt x="50" y="330"/>
                    <a:pt x="50" y="328"/>
                    <a:pt x="50" y="325"/>
                  </a:cubicBezTo>
                  <a:cubicBezTo>
                    <a:pt x="50" y="323"/>
                    <a:pt x="51" y="320"/>
                    <a:pt x="51" y="318"/>
                  </a:cubicBezTo>
                  <a:moveTo>
                    <a:pt x="40" y="350"/>
                  </a:moveTo>
                  <a:cubicBezTo>
                    <a:pt x="40" y="350"/>
                    <a:pt x="41" y="350"/>
                    <a:pt x="41" y="350"/>
                  </a:cubicBezTo>
                  <a:cubicBezTo>
                    <a:pt x="43" y="350"/>
                    <a:pt x="47" y="352"/>
                    <a:pt x="48" y="358"/>
                  </a:cubicBezTo>
                  <a:cubicBezTo>
                    <a:pt x="49" y="360"/>
                    <a:pt x="49" y="362"/>
                    <a:pt x="49" y="365"/>
                  </a:cubicBezTo>
                  <a:cubicBezTo>
                    <a:pt x="49" y="370"/>
                    <a:pt x="47" y="375"/>
                    <a:pt x="46" y="376"/>
                  </a:cubicBezTo>
                  <a:cubicBezTo>
                    <a:pt x="46" y="376"/>
                    <a:pt x="46" y="376"/>
                    <a:pt x="45" y="376"/>
                  </a:cubicBezTo>
                  <a:cubicBezTo>
                    <a:pt x="44" y="376"/>
                    <a:pt x="40" y="374"/>
                    <a:pt x="38" y="369"/>
                  </a:cubicBezTo>
                  <a:cubicBezTo>
                    <a:pt x="38" y="366"/>
                    <a:pt x="37" y="364"/>
                    <a:pt x="37" y="361"/>
                  </a:cubicBezTo>
                  <a:cubicBezTo>
                    <a:pt x="37" y="356"/>
                    <a:pt x="39" y="351"/>
                    <a:pt x="40" y="350"/>
                  </a:cubicBezTo>
                  <a:moveTo>
                    <a:pt x="30" y="386"/>
                  </a:moveTo>
                  <a:cubicBezTo>
                    <a:pt x="30" y="386"/>
                    <a:pt x="30" y="386"/>
                    <a:pt x="30" y="386"/>
                  </a:cubicBezTo>
                  <a:cubicBezTo>
                    <a:pt x="30" y="385"/>
                    <a:pt x="30" y="385"/>
                    <a:pt x="31" y="385"/>
                  </a:cubicBezTo>
                  <a:cubicBezTo>
                    <a:pt x="32" y="385"/>
                    <a:pt x="36" y="387"/>
                    <a:pt x="38" y="393"/>
                  </a:cubicBezTo>
                  <a:cubicBezTo>
                    <a:pt x="39" y="395"/>
                    <a:pt x="40" y="399"/>
                    <a:pt x="40" y="402"/>
                  </a:cubicBezTo>
                  <a:cubicBezTo>
                    <a:pt x="39" y="406"/>
                    <a:pt x="38" y="410"/>
                    <a:pt x="37" y="411"/>
                  </a:cubicBezTo>
                  <a:cubicBezTo>
                    <a:pt x="37" y="411"/>
                    <a:pt x="37" y="411"/>
                    <a:pt x="36" y="411"/>
                  </a:cubicBezTo>
                  <a:cubicBezTo>
                    <a:pt x="35" y="411"/>
                    <a:pt x="31" y="409"/>
                    <a:pt x="29" y="404"/>
                  </a:cubicBezTo>
                  <a:cubicBezTo>
                    <a:pt x="28" y="401"/>
                    <a:pt x="27" y="398"/>
                    <a:pt x="28" y="394"/>
                  </a:cubicBezTo>
                  <a:cubicBezTo>
                    <a:pt x="28" y="390"/>
                    <a:pt x="29" y="386"/>
                    <a:pt x="30" y="386"/>
                  </a:cubicBezTo>
                  <a:moveTo>
                    <a:pt x="21" y="424"/>
                  </a:moveTo>
                  <a:cubicBezTo>
                    <a:pt x="21" y="423"/>
                    <a:pt x="21" y="423"/>
                    <a:pt x="22" y="423"/>
                  </a:cubicBezTo>
                  <a:cubicBezTo>
                    <a:pt x="24" y="423"/>
                    <a:pt x="28" y="425"/>
                    <a:pt x="30" y="430"/>
                  </a:cubicBezTo>
                  <a:cubicBezTo>
                    <a:pt x="31" y="433"/>
                    <a:pt x="32" y="437"/>
                    <a:pt x="32" y="441"/>
                  </a:cubicBezTo>
                  <a:cubicBezTo>
                    <a:pt x="32" y="444"/>
                    <a:pt x="31" y="448"/>
                    <a:pt x="30" y="449"/>
                  </a:cubicBezTo>
                  <a:cubicBezTo>
                    <a:pt x="30" y="449"/>
                    <a:pt x="30" y="449"/>
                    <a:pt x="29" y="449"/>
                  </a:cubicBezTo>
                  <a:cubicBezTo>
                    <a:pt x="27" y="449"/>
                    <a:pt x="24" y="447"/>
                    <a:pt x="21" y="442"/>
                  </a:cubicBezTo>
                  <a:cubicBezTo>
                    <a:pt x="20" y="439"/>
                    <a:pt x="19" y="435"/>
                    <a:pt x="19" y="431"/>
                  </a:cubicBezTo>
                  <a:cubicBezTo>
                    <a:pt x="19" y="428"/>
                    <a:pt x="20" y="424"/>
                    <a:pt x="21" y="424"/>
                  </a:cubicBezTo>
                  <a:moveTo>
                    <a:pt x="15" y="462"/>
                  </a:moveTo>
                  <a:cubicBezTo>
                    <a:pt x="15" y="462"/>
                    <a:pt x="15" y="462"/>
                    <a:pt x="15" y="462"/>
                  </a:cubicBezTo>
                  <a:cubicBezTo>
                    <a:pt x="15" y="462"/>
                    <a:pt x="15" y="462"/>
                    <a:pt x="16" y="462"/>
                  </a:cubicBezTo>
                  <a:cubicBezTo>
                    <a:pt x="18" y="462"/>
                    <a:pt x="21" y="464"/>
                    <a:pt x="24" y="468"/>
                  </a:cubicBezTo>
                  <a:cubicBezTo>
                    <a:pt x="26" y="472"/>
                    <a:pt x="26" y="477"/>
                    <a:pt x="26" y="481"/>
                  </a:cubicBezTo>
                  <a:cubicBezTo>
                    <a:pt x="26" y="484"/>
                    <a:pt x="26" y="486"/>
                    <a:pt x="25" y="487"/>
                  </a:cubicBezTo>
                  <a:cubicBezTo>
                    <a:pt x="25" y="487"/>
                    <a:pt x="25" y="487"/>
                    <a:pt x="24" y="487"/>
                  </a:cubicBezTo>
                  <a:cubicBezTo>
                    <a:pt x="22" y="487"/>
                    <a:pt x="19" y="485"/>
                    <a:pt x="16" y="481"/>
                  </a:cubicBezTo>
                  <a:cubicBezTo>
                    <a:pt x="14" y="477"/>
                    <a:pt x="13" y="472"/>
                    <a:pt x="13" y="468"/>
                  </a:cubicBezTo>
                  <a:cubicBezTo>
                    <a:pt x="13" y="465"/>
                    <a:pt x="14" y="463"/>
                    <a:pt x="15" y="462"/>
                  </a:cubicBezTo>
                  <a:moveTo>
                    <a:pt x="11" y="499"/>
                  </a:moveTo>
                  <a:cubicBezTo>
                    <a:pt x="11" y="499"/>
                    <a:pt x="11" y="499"/>
                    <a:pt x="11" y="499"/>
                  </a:cubicBezTo>
                  <a:cubicBezTo>
                    <a:pt x="11" y="499"/>
                    <a:pt x="11" y="498"/>
                    <a:pt x="12" y="498"/>
                  </a:cubicBezTo>
                  <a:cubicBezTo>
                    <a:pt x="14" y="498"/>
                    <a:pt x="18" y="500"/>
                    <a:pt x="20" y="505"/>
                  </a:cubicBezTo>
                  <a:cubicBezTo>
                    <a:pt x="23" y="508"/>
                    <a:pt x="24" y="514"/>
                    <a:pt x="24" y="518"/>
                  </a:cubicBezTo>
                  <a:cubicBezTo>
                    <a:pt x="23" y="520"/>
                    <a:pt x="23" y="522"/>
                    <a:pt x="23" y="523"/>
                  </a:cubicBezTo>
                  <a:cubicBezTo>
                    <a:pt x="22" y="523"/>
                    <a:pt x="22" y="523"/>
                    <a:pt x="21" y="523"/>
                  </a:cubicBezTo>
                  <a:cubicBezTo>
                    <a:pt x="19" y="523"/>
                    <a:pt x="16" y="522"/>
                    <a:pt x="13" y="517"/>
                  </a:cubicBezTo>
                  <a:cubicBezTo>
                    <a:pt x="11" y="513"/>
                    <a:pt x="10" y="508"/>
                    <a:pt x="10" y="504"/>
                  </a:cubicBezTo>
                  <a:cubicBezTo>
                    <a:pt x="10" y="501"/>
                    <a:pt x="10" y="500"/>
                    <a:pt x="11" y="499"/>
                  </a:cubicBezTo>
                  <a:moveTo>
                    <a:pt x="9" y="538"/>
                  </a:moveTo>
                  <a:cubicBezTo>
                    <a:pt x="9" y="538"/>
                    <a:pt x="9" y="537"/>
                    <a:pt x="11" y="537"/>
                  </a:cubicBezTo>
                  <a:cubicBezTo>
                    <a:pt x="13" y="537"/>
                    <a:pt x="16" y="539"/>
                    <a:pt x="19" y="543"/>
                  </a:cubicBezTo>
                  <a:cubicBezTo>
                    <a:pt x="22" y="547"/>
                    <a:pt x="23" y="554"/>
                    <a:pt x="23" y="558"/>
                  </a:cubicBezTo>
                  <a:cubicBezTo>
                    <a:pt x="23" y="559"/>
                    <a:pt x="22" y="561"/>
                    <a:pt x="22" y="561"/>
                  </a:cubicBezTo>
                  <a:cubicBezTo>
                    <a:pt x="22" y="561"/>
                    <a:pt x="22" y="562"/>
                    <a:pt x="21" y="562"/>
                  </a:cubicBezTo>
                  <a:cubicBezTo>
                    <a:pt x="19" y="562"/>
                    <a:pt x="15" y="560"/>
                    <a:pt x="13" y="556"/>
                  </a:cubicBezTo>
                  <a:cubicBezTo>
                    <a:pt x="9" y="552"/>
                    <a:pt x="8" y="546"/>
                    <a:pt x="8" y="542"/>
                  </a:cubicBezTo>
                  <a:cubicBezTo>
                    <a:pt x="8" y="540"/>
                    <a:pt x="9" y="539"/>
                    <a:pt x="9" y="538"/>
                  </a:cubicBezTo>
                  <a:moveTo>
                    <a:pt x="9" y="577"/>
                  </a:moveTo>
                  <a:cubicBezTo>
                    <a:pt x="9" y="577"/>
                    <a:pt x="10" y="577"/>
                    <a:pt x="11" y="577"/>
                  </a:cubicBezTo>
                  <a:cubicBezTo>
                    <a:pt x="13" y="577"/>
                    <a:pt x="16" y="578"/>
                    <a:pt x="19" y="582"/>
                  </a:cubicBezTo>
                  <a:cubicBezTo>
                    <a:pt x="23" y="586"/>
                    <a:pt x="25" y="593"/>
                    <a:pt x="24" y="597"/>
                  </a:cubicBezTo>
                  <a:cubicBezTo>
                    <a:pt x="24" y="598"/>
                    <a:pt x="24" y="599"/>
                    <a:pt x="24" y="599"/>
                  </a:cubicBezTo>
                  <a:cubicBezTo>
                    <a:pt x="24" y="600"/>
                    <a:pt x="23" y="600"/>
                    <a:pt x="22" y="600"/>
                  </a:cubicBezTo>
                  <a:cubicBezTo>
                    <a:pt x="20" y="600"/>
                    <a:pt x="17" y="599"/>
                    <a:pt x="14" y="595"/>
                  </a:cubicBezTo>
                  <a:cubicBezTo>
                    <a:pt x="11" y="591"/>
                    <a:pt x="9" y="584"/>
                    <a:pt x="9" y="580"/>
                  </a:cubicBezTo>
                  <a:cubicBezTo>
                    <a:pt x="9" y="579"/>
                    <a:pt x="9" y="578"/>
                    <a:pt x="9" y="577"/>
                  </a:cubicBezTo>
                  <a:moveTo>
                    <a:pt x="12" y="616"/>
                  </a:moveTo>
                  <a:cubicBezTo>
                    <a:pt x="12" y="615"/>
                    <a:pt x="12" y="614"/>
                    <a:pt x="12" y="614"/>
                  </a:cubicBezTo>
                  <a:cubicBezTo>
                    <a:pt x="12" y="614"/>
                    <a:pt x="12" y="614"/>
                    <a:pt x="12" y="614"/>
                  </a:cubicBezTo>
                  <a:cubicBezTo>
                    <a:pt x="12" y="614"/>
                    <a:pt x="12" y="613"/>
                    <a:pt x="14" y="613"/>
                  </a:cubicBezTo>
                  <a:cubicBezTo>
                    <a:pt x="16" y="613"/>
                    <a:pt x="19" y="615"/>
                    <a:pt x="22" y="618"/>
                  </a:cubicBezTo>
                  <a:cubicBezTo>
                    <a:pt x="26" y="622"/>
                    <a:pt x="28" y="630"/>
                    <a:pt x="28" y="634"/>
                  </a:cubicBezTo>
                  <a:cubicBezTo>
                    <a:pt x="28" y="634"/>
                    <a:pt x="28" y="635"/>
                    <a:pt x="28" y="636"/>
                  </a:cubicBezTo>
                  <a:cubicBezTo>
                    <a:pt x="28" y="636"/>
                    <a:pt x="27" y="636"/>
                    <a:pt x="26" y="636"/>
                  </a:cubicBezTo>
                  <a:cubicBezTo>
                    <a:pt x="24" y="636"/>
                    <a:pt x="21" y="635"/>
                    <a:pt x="18" y="632"/>
                  </a:cubicBezTo>
                  <a:cubicBezTo>
                    <a:pt x="14" y="627"/>
                    <a:pt x="12" y="620"/>
                    <a:pt x="12" y="616"/>
                  </a:cubicBezTo>
                  <a:moveTo>
                    <a:pt x="24" y="670"/>
                  </a:moveTo>
                  <a:cubicBezTo>
                    <a:pt x="19" y="666"/>
                    <a:pt x="16" y="658"/>
                    <a:pt x="17" y="654"/>
                  </a:cubicBezTo>
                  <a:cubicBezTo>
                    <a:pt x="17" y="654"/>
                    <a:pt x="17" y="653"/>
                    <a:pt x="17" y="653"/>
                  </a:cubicBezTo>
                  <a:cubicBezTo>
                    <a:pt x="17" y="653"/>
                    <a:pt x="17" y="653"/>
                    <a:pt x="17" y="653"/>
                  </a:cubicBezTo>
                  <a:cubicBezTo>
                    <a:pt x="17" y="653"/>
                    <a:pt x="18" y="652"/>
                    <a:pt x="19" y="652"/>
                  </a:cubicBezTo>
                  <a:cubicBezTo>
                    <a:pt x="21" y="652"/>
                    <a:pt x="24" y="653"/>
                    <a:pt x="27" y="656"/>
                  </a:cubicBezTo>
                  <a:cubicBezTo>
                    <a:pt x="32" y="661"/>
                    <a:pt x="34" y="668"/>
                    <a:pt x="34" y="672"/>
                  </a:cubicBezTo>
                  <a:cubicBezTo>
                    <a:pt x="34" y="673"/>
                    <a:pt x="34" y="673"/>
                    <a:pt x="34" y="673"/>
                  </a:cubicBezTo>
                  <a:cubicBezTo>
                    <a:pt x="34" y="674"/>
                    <a:pt x="34" y="674"/>
                    <a:pt x="32" y="674"/>
                  </a:cubicBezTo>
                  <a:cubicBezTo>
                    <a:pt x="30" y="674"/>
                    <a:pt x="27" y="673"/>
                    <a:pt x="24" y="670"/>
                  </a:cubicBezTo>
                  <a:moveTo>
                    <a:pt x="32" y="708"/>
                  </a:moveTo>
                  <a:cubicBezTo>
                    <a:pt x="27" y="704"/>
                    <a:pt x="24" y="696"/>
                    <a:pt x="24" y="692"/>
                  </a:cubicBezTo>
                  <a:cubicBezTo>
                    <a:pt x="24" y="692"/>
                    <a:pt x="24" y="692"/>
                    <a:pt x="24" y="691"/>
                  </a:cubicBezTo>
                  <a:cubicBezTo>
                    <a:pt x="24" y="691"/>
                    <a:pt x="24" y="691"/>
                    <a:pt x="24" y="691"/>
                  </a:cubicBezTo>
                  <a:cubicBezTo>
                    <a:pt x="24" y="691"/>
                    <a:pt x="24" y="691"/>
                    <a:pt x="25" y="691"/>
                  </a:cubicBezTo>
                  <a:cubicBezTo>
                    <a:pt x="25" y="690"/>
                    <a:pt x="26" y="690"/>
                    <a:pt x="27" y="690"/>
                  </a:cubicBezTo>
                  <a:cubicBezTo>
                    <a:pt x="29" y="690"/>
                    <a:pt x="32" y="691"/>
                    <a:pt x="35" y="694"/>
                  </a:cubicBezTo>
                  <a:cubicBezTo>
                    <a:pt x="40" y="698"/>
                    <a:pt x="43" y="707"/>
                    <a:pt x="43" y="710"/>
                  </a:cubicBezTo>
                  <a:cubicBezTo>
                    <a:pt x="43" y="710"/>
                    <a:pt x="43" y="711"/>
                    <a:pt x="43" y="711"/>
                  </a:cubicBezTo>
                  <a:cubicBezTo>
                    <a:pt x="42" y="711"/>
                    <a:pt x="42" y="711"/>
                    <a:pt x="42" y="711"/>
                  </a:cubicBezTo>
                  <a:cubicBezTo>
                    <a:pt x="42" y="712"/>
                    <a:pt x="41" y="712"/>
                    <a:pt x="40" y="712"/>
                  </a:cubicBezTo>
                  <a:cubicBezTo>
                    <a:pt x="38" y="712"/>
                    <a:pt x="35" y="711"/>
                    <a:pt x="32" y="708"/>
                  </a:cubicBezTo>
                  <a:moveTo>
                    <a:pt x="42" y="743"/>
                  </a:moveTo>
                  <a:cubicBezTo>
                    <a:pt x="37" y="739"/>
                    <a:pt x="33" y="731"/>
                    <a:pt x="33" y="728"/>
                  </a:cubicBezTo>
                  <a:cubicBezTo>
                    <a:pt x="33" y="728"/>
                    <a:pt x="33" y="727"/>
                    <a:pt x="33" y="727"/>
                  </a:cubicBezTo>
                  <a:cubicBezTo>
                    <a:pt x="33" y="727"/>
                    <a:pt x="33" y="727"/>
                    <a:pt x="33" y="727"/>
                  </a:cubicBezTo>
                  <a:cubicBezTo>
                    <a:pt x="33" y="727"/>
                    <a:pt x="34" y="727"/>
                    <a:pt x="34" y="726"/>
                  </a:cubicBezTo>
                  <a:cubicBezTo>
                    <a:pt x="34" y="726"/>
                    <a:pt x="35" y="726"/>
                    <a:pt x="36" y="726"/>
                  </a:cubicBezTo>
                  <a:cubicBezTo>
                    <a:pt x="38" y="726"/>
                    <a:pt x="41" y="727"/>
                    <a:pt x="44" y="729"/>
                  </a:cubicBezTo>
                  <a:cubicBezTo>
                    <a:pt x="47" y="731"/>
                    <a:pt x="49" y="734"/>
                    <a:pt x="51" y="737"/>
                  </a:cubicBezTo>
                  <a:cubicBezTo>
                    <a:pt x="52" y="740"/>
                    <a:pt x="53" y="743"/>
                    <a:pt x="53" y="745"/>
                  </a:cubicBezTo>
                  <a:cubicBezTo>
                    <a:pt x="53" y="745"/>
                    <a:pt x="53" y="745"/>
                    <a:pt x="53" y="745"/>
                  </a:cubicBezTo>
                  <a:cubicBezTo>
                    <a:pt x="53" y="745"/>
                    <a:pt x="53" y="746"/>
                    <a:pt x="52" y="746"/>
                  </a:cubicBezTo>
                  <a:cubicBezTo>
                    <a:pt x="52" y="746"/>
                    <a:pt x="51" y="747"/>
                    <a:pt x="50" y="747"/>
                  </a:cubicBezTo>
                  <a:cubicBezTo>
                    <a:pt x="48" y="747"/>
                    <a:pt x="45" y="746"/>
                    <a:pt x="42" y="743"/>
                  </a:cubicBezTo>
                  <a:moveTo>
                    <a:pt x="55" y="780"/>
                  </a:moveTo>
                  <a:cubicBezTo>
                    <a:pt x="52" y="778"/>
                    <a:pt x="50" y="775"/>
                    <a:pt x="48" y="772"/>
                  </a:cubicBezTo>
                  <a:cubicBezTo>
                    <a:pt x="46" y="769"/>
                    <a:pt x="45" y="766"/>
                    <a:pt x="45" y="765"/>
                  </a:cubicBezTo>
                  <a:cubicBezTo>
                    <a:pt x="45" y="765"/>
                    <a:pt x="45" y="765"/>
                    <a:pt x="45" y="765"/>
                  </a:cubicBezTo>
                  <a:cubicBezTo>
                    <a:pt x="45" y="764"/>
                    <a:pt x="45" y="764"/>
                    <a:pt x="46" y="764"/>
                  </a:cubicBezTo>
                  <a:cubicBezTo>
                    <a:pt x="47" y="763"/>
                    <a:pt x="48" y="763"/>
                    <a:pt x="49" y="763"/>
                  </a:cubicBezTo>
                  <a:cubicBezTo>
                    <a:pt x="51" y="763"/>
                    <a:pt x="54" y="764"/>
                    <a:pt x="56" y="766"/>
                  </a:cubicBezTo>
                  <a:cubicBezTo>
                    <a:pt x="59" y="768"/>
                    <a:pt x="62" y="771"/>
                    <a:pt x="63" y="774"/>
                  </a:cubicBezTo>
                  <a:cubicBezTo>
                    <a:pt x="65" y="777"/>
                    <a:pt x="66" y="780"/>
                    <a:pt x="66" y="781"/>
                  </a:cubicBezTo>
                  <a:cubicBezTo>
                    <a:pt x="66" y="781"/>
                    <a:pt x="66" y="781"/>
                    <a:pt x="66" y="781"/>
                  </a:cubicBezTo>
                  <a:cubicBezTo>
                    <a:pt x="66" y="782"/>
                    <a:pt x="66" y="782"/>
                    <a:pt x="65" y="782"/>
                  </a:cubicBezTo>
                  <a:cubicBezTo>
                    <a:pt x="65" y="782"/>
                    <a:pt x="64" y="783"/>
                    <a:pt x="62" y="783"/>
                  </a:cubicBezTo>
                  <a:cubicBezTo>
                    <a:pt x="60" y="783"/>
                    <a:pt x="58" y="782"/>
                    <a:pt x="55" y="780"/>
                  </a:cubicBezTo>
                  <a:moveTo>
                    <a:pt x="71" y="816"/>
                  </a:moveTo>
                  <a:cubicBezTo>
                    <a:pt x="68" y="814"/>
                    <a:pt x="65" y="811"/>
                    <a:pt x="63" y="808"/>
                  </a:cubicBezTo>
                  <a:cubicBezTo>
                    <a:pt x="61" y="805"/>
                    <a:pt x="60" y="802"/>
                    <a:pt x="60" y="801"/>
                  </a:cubicBezTo>
                  <a:cubicBezTo>
                    <a:pt x="60" y="801"/>
                    <a:pt x="60" y="801"/>
                    <a:pt x="60" y="801"/>
                  </a:cubicBezTo>
                  <a:cubicBezTo>
                    <a:pt x="60" y="801"/>
                    <a:pt x="60" y="801"/>
                    <a:pt x="60" y="801"/>
                  </a:cubicBezTo>
                  <a:cubicBezTo>
                    <a:pt x="60" y="801"/>
                    <a:pt x="60" y="800"/>
                    <a:pt x="61" y="800"/>
                  </a:cubicBezTo>
                  <a:cubicBezTo>
                    <a:pt x="61" y="800"/>
                    <a:pt x="62" y="799"/>
                    <a:pt x="64" y="799"/>
                  </a:cubicBezTo>
                  <a:cubicBezTo>
                    <a:pt x="64" y="799"/>
                    <a:pt x="64" y="799"/>
                    <a:pt x="64" y="799"/>
                  </a:cubicBezTo>
                  <a:cubicBezTo>
                    <a:pt x="66" y="799"/>
                    <a:pt x="68" y="800"/>
                    <a:pt x="71" y="801"/>
                  </a:cubicBezTo>
                  <a:cubicBezTo>
                    <a:pt x="74" y="803"/>
                    <a:pt x="77" y="806"/>
                    <a:pt x="79" y="809"/>
                  </a:cubicBezTo>
                  <a:cubicBezTo>
                    <a:pt x="81" y="812"/>
                    <a:pt x="82" y="815"/>
                    <a:pt x="81" y="816"/>
                  </a:cubicBezTo>
                  <a:cubicBezTo>
                    <a:pt x="81" y="816"/>
                    <a:pt x="81" y="816"/>
                    <a:pt x="81" y="816"/>
                  </a:cubicBezTo>
                  <a:cubicBezTo>
                    <a:pt x="81" y="817"/>
                    <a:pt x="81" y="817"/>
                    <a:pt x="81" y="817"/>
                  </a:cubicBezTo>
                  <a:cubicBezTo>
                    <a:pt x="80" y="818"/>
                    <a:pt x="79" y="818"/>
                    <a:pt x="78" y="818"/>
                  </a:cubicBezTo>
                  <a:cubicBezTo>
                    <a:pt x="76" y="818"/>
                    <a:pt x="73" y="817"/>
                    <a:pt x="71" y="816"/>
                  </a:cubicBezTo>
                  <a:close/>
                  <a:moveTo>
                    <a:pt x="87" y="849"/>
                  </a:moveTo>
                  <a:cubicBezTo>
                    <a:pt x="84" y="847"/>
                    <a:pt x="81" y="844"/>
                    <a:pt x="79" y="841"/>
                  </a:cubicBezTo>
                  <a:cubicBezTo>
                    <a:pt x="77" y="838"/>
                    <a:pt x="75" y="835"/>
                    <a:pt x="76" y="834"/>
                  </a:cubicBezTo>
                  <a:cubicBezTo>
                    <a:pt x="76" y="834"/>
                    <a:pt x="76" y="834"/>
                    <a:pt x="76" y="834"/>
                  </a:cubicBezTo>
                  <a:cubicBezTo>
                    <a:pt x="76" y="834"/>
                    <a:pt x="76" y="834"/>
                    <a:pt x="76" y="833"/>
                  </a:cubicBezTo>
                  <a:cubicBezTo>
                    <a:pt x="77" y="833"/>
                    <a:pt x="78" y="832"/>
                    <a:pt x="80" y="832"/>
                  </a:cubicBezTo>
                  <a:cubicBezTo>
                    <a:pt x="82" y="832"/>
                    <a:pt x="84" y="833"/>
                    <a:pt x="86" y="834"/>
                  </a:cubicBezTo>
                  <a:cubicBezTo>
                    <a:pt x="90" y="836"/>
                    <a:pt x="93" y="839"/>
                    <a:pt x="95" y="841"/>
                  </a:cubicBezTo>
                  <a:cubicBezTo>
                    <a:pt x="97" y="844"/>
                    <a:pt x="98" y="847"/>
                    <a:pt x="98" y="848"/>
                  </a:cubicBezTo>
                  <a:cubicBezTo>
                    <a:pt x="98" y="848"/>
                    <a:pt x="98" y="848"/>
                    <a:pt x="98" y="848"/>
                  </a:cubicBezTo>
                  <a:cubicBezTo>
                    <a:pt x="98" y="849"/>
                    <a:pt x="98" y="849"/>
                    <a:pt x="97" y="849"/>
                  </a:cubicBezTo>
                  <a:cubicBezTo>
                    <a:pt x="96" y="850"/>
                    <a:pt x="95" y="850"/>
                    <a:pt x="94" y="850"/>
                  </a:cubicBezTo>
                  <a:cubicBezTo>
                    <a:pt x="92" y="850"/>
                    <a:pt x="90" y="850"/>
                    <a:pt x="87" y="849"/>
                  </a:cubicBezTo>
                  <a:moveTo>
                    <a:pt x="108" y="882"/>
                  </a:moveTo>
                  <a:cubicBezTo>
                    <a:pt x="108" y="882"/>
                    <a:pt x="108" y="882"/>
                    <a:pt x="108" y="882"/>
                  </a:cubicBezTo>
                  <a:cubicBezTo>
                    <a:pt x="104" y="881"/>
                    <a:pt x="101" y="878"/>
                    <a:pt x="98" y="875"/>
                  </a:cubicBezTo>
                  <a:cubicBezTo>
                    <a:pt x="96" y="873"/>
                    <a:pt x="95" y="870"/>
                    <a:pt x="95" y="869"/>
                  </a:cubicBezTo>
                  <a:cubicBezTo>
                    <a:pt x="95" y="869"/>
                    <a:pt x="95" y="869"/>
                    <a:pt x="95" y="869"/>
                  </a:cubicBezTo>
                  <a:cubicBezTo>
                    <a:pt x="95" y="868"/>
                    <a:pt x="95" y="868"/>
                    <a:pt x="96" y="867"/>
                  </a:cubicBezTo>
                  <a:cubicBezTo>
                    <a:pt x="96" y="867"/>
                    <a:pt x="98" y="866"/>
                    <a:pt x="100" y="866"/>
                  </a:cubicBezTo>
                  <a:cubicBezTo>
                    <a:pt x="100" y="866"/>
                    <a:pt x="100" y="866"/>
                    <a:pt x="100" y="866"/>
                  </a:cubicBezTo>
                  <a:cubicBezTo>
                    <a:pt x="100" y="866"/>
                    <a:pt x="100" y="866"/>
                    <a:pt x="100" y="866"/>
                  </a:cubicBezTo>
                  <a:cubicBezTo>
                    <a:pt x="101" y="866"/>
                    <a:pt x="103" y="867"/>
                    <a:pt x="105" y="868"/>
                  </a:cubicBezTo>
                  <a:cubicBezTo>
                    <a:pt x="109" y="869"/>
                    <a:pt x="112" y="872"/>
                    <a:pt x="114" y="874"/>
                  </a:cubicBezTo>
                  <a:cubicBezTo>
                    <a:pt x="117" y="877"/>
                    <a:pt x="118" y="880"/>
                    <a:pt x="118" y="881"/>
                  </a:cubicBezTo>
                  <a:cubicBezTo>
                    <a:pt x="118" y="881"/>
                    <a:pt x="118" y="881"/>
                    <a:pt x="118" y="881"/>
                  </a:cubicBezTo>
                  <a:cubicBezTo>
                    <a:pt x="118" y="881"/>
                    <a:pt x="118" y="882"/>
                    <a:pt x="117" y="882"/>
                  </a:cubicBezTo>
                  <a:cubicBezTo>
                    <a:pt x="116" y="883"/>
                    <a:pt x="115" y="883"/>
                    <a:pt x="113" y="883"/>
                  </a:cubicBezTo>
                  <a:cubicBezTo>
                    <a:pt x="111" y="883"/>
                    <a:pt x="110" y="883"/>
                    <a:pt x="108" y="882"/>
                  </a:cubicBezTo>
                  <a:moveTo>
                    <a:pt x="130" y="914"/>
                  </a:moveTo>
                  <a:cubicBezTo>
                    <a:pt x="126" y="913"/>
                    <a:pt x="123" y="910"/>
                    <a:pt x="120" y="908"/>
                  </a:cubicBezTo>
                  <a:cubicBezTo>
                    <a:pt x="118" y="905"/>
                    <a:pt x="116" y="902"/>
                    <a:pt x="116" y="901"/>
                  </a:cubicBezTo>
                  <a:cubicBezTo>
                    <a:pt x="116" y="901"/>
                    <a:pt x="116" y="901"/>
                    <a:pt x="116" y="901"/>
                  </a:cubicBezTo>
                  <a:cubicBezTo>
                    <a:pt x="116" y="901"/>
                    <a:pt x="116" y="900"/>
                    <a:pt x="117" y="900"/>
                  </a:cubicBezTo>
                  <a:cubicBezTo>
                    <a:pt x="118" y="899"/>
                    <a:pt x="120" y="899"/>
                    <a:pt x="122" y="899"/>
                  </a:cubicBezTo>
                  <a:cubicBezTo>
                    <a:pt x="122" y="899"/>
                    <a:pt x="122" y="899"/>
                    <a:pt x="122" y="899"/>
                  </a:cubicBezTo>
                  <a:cubicBezTo>
                    <a:pt x="123" y="899"/>
                    <a:pt x="125" y="899"/>
                    <a:pt x="127" y="900"/>
                  </a:cubicBezTo>
                  <a:cubicBezTo>
                    <a:pt x="130" y="901"/>
                    <a:pt x="134" y="903"/>
                    <a:pt x="136" y="906"/>
                  </a:cubicBezTo>
                  <a:cubicBezTo>
                    <a:pt x="139" y="908"/>
                    <a:pt x="140" y="911"/>
                    <a:pt x="140" y="912"/>
                  </a:cubicBezTo>
                  <a:cubicBezTo>
                    <a:pt x="140" y="912"/>
                    <a:pt x="140" y="912"/>
                    <a:pt x="140" y="912"/>
                  </a:cubicBezTo>
                  <a:cubicBezTo>
                    <a:pt x="140" y="913"/>
                    <a:pt x="140" y="913"/>
                    <a:pt x="139" y="914"/>
                  </a:cubicBezTo>
                  <a:cubicBezTo>
                    <a:pt x="138" y="914"/>
                    <a:pt x="137" y="915"/>
                    <a:pt x="134" y="915"/>
                  </a:cubicBezTo>
                  <a:cubicBezTo>
                    <a:pt x="133" y="915"/>
                    <a:pt x="132" y="914"/>
                    <a:pt x="130" y="914"/>
                  </a:cubicBezTo>
                  <a:moveTo>
                    <a:pt x="162" y="942"/>
                  </a:moveTo>
                  <a:cubicBezTo>
                    <a:pt x="161" y="942"/>
                    <a:pt x="159" y="943"/>
                    <a:pt x="157" y="943"/>
                  </a:cubicBezTo>
                  <a:cubicBezTo>
                    <a:pt x="156" y="943"/>
                    <a:pt x="155" y="943"/>
                    <a:pt x="153" y="942"/>
                  </a:cubicBezTo>
                  <a:cubicBezTo>
                    <a:pt x="150" y="941"/>
                    <a:pt x="146" y="939"/>
                    <a:pt x="143" y="937"/>
                  </a:cubicBezTo>
                  <a:cubicBezTo>
                    <a:pt x="140" y="935"/>
                    <a:pt x="139" y="932"/>
                    <a:pt x="138" y="931"/>
                  </a:cubicBezTo>
                  <a:cubicBezTo>
                    <a:pt x="138" y="931"/>
                    <a:pt x="138" y="931"/>
                    <a:pt x="138" y="931"/>
                  </a:cubicBezTo>
                  <a:cubicBezTo>
                    <a:pt x="138" y="930"/>
                    <a:pt x="139" y="930"/>
                    <a:pt x="140" y="929"/>
                  </a:cubicBezTo>
                  <a:cubicBezTo>
                    <a:pt x="141" y="928"/>
                    <a:pt x="143" y="928"/>
                    <a:pt x="145" y="928"/>
                  </a:cubicBezTo>
                  <a:cubicBezTo>
                    <a:pt x="146" y="928"/>
                    <a:pt x="148" y="928"/>
                    <a:pt x="149" y="928"/>
                  </a:cubicBezTo>
                  <a:cubicBezTo>
                    <a:pt x="153" y="929"/>
                    <a:pt x="156" y="931"/>
                    <a:pt x="159" y="934"/>
                  </a:cubicBezTo>
                  <a:cubicBezTo>
                    <a:pt x="162" y="936"/>
                    <a:pt x="163" y="939"/>
                    <a:pt x="163" y="940"/>
                  </a:cubicBezTo>
                  <a:cubicBezTo>
                    <a:pt x="164" y="940"/>
                    <a:pt x="164" y="940"/>
                    <a:pt x="164" y="940"/>
                  </a:cubicBezTo>
                  <a:cubicBezTo>
                    <a:pt x="164" y="940"/>
                    <a:pt x="163" y="941"/>
                    <a:pt x="162" y="942"/>
                  </a:cubicBezTo>
                  <a:moveTo>
                    <a:pt x="189" y="969"/>
                  </a:moveTo>
                  <a:cubicBezTo>
                    <a:pt x="187" y="970"/>
                    <a:pt x="185" y="971"/>
                    <a:pt x="183" y="971"/>
                  </a:cubicBezTo>
                  <a:cubicBezTo>
                    <a:pt x="182" y="971"/>
                    <a:pt x="181" y="971"/>
                    <a:pt x="180" y="971"/>
                  </a:cubicBezTo>
                  <a:cubicBezTo>
                    <a:pt x="180" y="970"/>
                    <a:pt x="180" y="970"/>
                    <a:pt x="180" y="970"/>
                  </a:cubicBezTo>
                  <a:cubicBezTo>
                    <a:pt x="176" y="970"/>
                    <a:pt x="173" y="968"/>
                    <a:pt x="170" y="966"/>
                  </a:cubicBezTo>
                  <a:cubicBezTo>
                    <a:pt x="167" y="964"/>
                    <a:pt x="165" y="961"/>
                    <a:pt x="165" y="960"/>
                  </a:cubicBezTo>
                  <a:cubicBezTo>
                    <a:pt x="165" y="960"/>
                    <a:pt x="164" y="960"/>
                    <a:pt x="164" y="960"/>
                  </a:cubicBezTo>
                  <a:cubicBezTo>
                    <a:pt x="164" y="960"/>
                    <a:pt x="165" y="959"/>
                    <a:pt x="166" y="958"/>
                  </a:cubicBezTo>
                  <a:cubicBezTo>
                    <a:pt x="167" y="957"/>
                    <a:pt x="170" y="957"/>
                    <a:pt x="172" y="957"/>
                  </a:cubicBezTo>
                  <a:cubicBezTo>
                    <a:pt x="172" y="957"/>
                    <a:pt x="172" y="957"/>
                    <a:pt x="172" y="957"/>
                  </a:cubicBezTo>
                  <a:cubicBezTo>
                    <a:pt x="173" y="957"/>
                    <a:pt x="174" y="957"/>
                    <a:pt x="175" y="957"/>
                  </a:cubicBezTo>
                  <a:cubicBezTo>
                    <a:pt x="178" y="958"/>
                    <a:pt x="182" y="960"/>
                    <a:pt x="185" y="962"/>
                  </a:cubicBezTo>
                  <a:cubicBezTo>
                    <a:pt x="188" y="964"/>
                    <a:pt x="190" y="966"/>
                    <a:pt x="190" y="967"/>
                  </a:cubicBezTo>
                  <a:cubicBezTo>
                    <a:pt x="190" y="967"/>
                    <a:pt x="190" y="967"/>
                    <a:pt x="190" y="967"/>
                  </a:cubicBezTo>
                  <a:cubicBezTo>
                    <a:pt x="190" y="968"/>
                    <a:pt x="190" y="969"/>
                    <a:pt x="189" y="969"/>
                  </a:cubicBezTo>
                  <a:moveTo>
                    <a:pt x="217" y="995"/>
                  </a:moveTo>
                  <a:cubicBezTo>
                    <a:pt x="216" y="996"/>
                    <a:pt x="213" y="997"/>
                    <a:pt x="210" y="997"/>
                  </a:cubicBezTo>
                  <a:cubicBezTo>
                    <a:pt x="210" y="997"/>
                    <a:pt x="210" y="997"/>
                    <a:pt x="209" y="996"/>
                  </a:cubicBezTo>
                  <a:cubicBezTo>
                    <a:pt x="206" y="996"/>
                    <a:pt x="202" y="995"/>
                    <a:pt x="199" y="993"/>
                  </a:cubicBezTo>
                  <a:cubicBezTo>
                    <a:pt x="195" y="991"/>
                    <a:pt x="193" y="988"/>
                    <a:pt x="193" y="988"/>
                  </a:cubicBezTo>
                  <a:cubicBezTo>
                    <a:pt x="193" y="987"/>
                    <a:pt x="193" y="987"/>
                    <a:pt x="193" y="987"/>
                  </a:cubicBezTo>
                  <a:cubicBezTo>
                    <a:pt x="193" y="987"/>
                    <a:pt x="193" y="986"/>
                    <a:pt x="195" y="985"/>
                  </a:cubicBezTo>
                  <a:cubicBezTo>
                    <a:pt x="196" y="984"/>
                    <a:pt x="199" y="983"/>
                    <a:pt x="202" y="983"/>
                  </a:cubicBezTo>
                  <a:cubicBezTo>
                    <a:pt x="202" y="983"/>
                    <a:pt x="203" y="983"/>
                    <a:pt x="203" y="983"/>
                  </a:cubicBezTo>
                  <a:cubicBezTo>
                    <a:pt x="207" y="984"/>
                    <a:pt x="210" y="985"/>
                    <a:pt x="213" y="987"/>
                  </a:cubicBezTo>
                  <a:cubicBezTo>
                    <a:pt x="216" y="989"/>
                    <a:pt x="219" y="991"/>
                    <a:pt x="219" y="992"/>
                  </a:cubicBezTo>
                  <a:cubicBezTo>
                    <a:pt x="219" y="992"/>
                    <a:pt x="219" y="992"/>
                    <a:pt x="219" y="993"/>
                  </a:cubicBezTo>
                  <a:cubicBezTo>
                    <a:pt x="219" y="993"/>
                    <a:pt x="219" y="994"/>
                    <a:pt x="217" y="995"/>
                  </a:cubicBezTo>
                  <a:moveTo>
                    <a:pt x="246" y="1017"/>
                  </a:moveTo>
                  <a:cubicBezTo>
                    <a:pt x="244" y="1018"/>
                    <a:pt x="242" y="1018"/>
                    <a:pt x="239" y="1018"/>
                  </a:cubicBezTo>
                  <a:cubicBezTo>
                    <a:pt x="239" y="1018"/>
                    <a:pt x="239" y="1018"/>
                    <a:pt x="239" y="1018"/>
                  </a:cubicBezTo>
                  <a:cubicBezTo>
                    <a:pt x="235" y="1018"/>
                    <a:pt x="231" y="1017"/>
                    <a:pt x="228" y="1016"/>
                  </a:cubicBezTo>
                  <a:cubicBezTo>
                    <a:pt x="224" y="1014"/>
                    <a:pt x="222" y="1012"/>
                    <a:pt x="222" y="1011"/>
                  </a:cubicBezTo>
                  <a:cubicBezTo>
                    <a:pt x="222" y="1011"/>
                    <a:pt x="221" y="1011"/>
                    <a:pt x="221" y="1011"/>
                  </a:cubicBezTo>
                  <a:cubicBezTo>
                    <a:pt x="221" y="1010"/>
                    <a:pt x="222" y="1009"/>
                    <a:pt x="224" y="1008"/>
                  </a:cubicBezTo>
                  <a:cubicBezTo>
                    <a:pt x="225" y="1007"/>
                    <a:pt x="228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1" y="1006"/>
                    <a:pt x="231" y="1006"/>
                    <a:pt x="231" y="1006"/>
                  </a:cubicBezTo>
                  <a:cubicBezTo>
                    <a:pt x="232" y="1006"/>
                    <a:pt x="232" y="1006"/>
                    <a:pt x="232" y="1006"/>
                  </a:cubicBezTo>
                  <a:cubicBezTo>
                    <a:pt x="235" y="1006"/>
                    <a:pt x="239" y="1007"/>
                    <a:pt x="242" y="1009"/>
                  </a:cubicBezTo>
                  <a:cubicBezTo>
                    <a:pt x="245" y="1010"/>
                    <a:pt x="248" y="1012"/>
                    <a:pt x="248" y="1013"/>
                  </a:cubicBezTo>
                  <a:cubicBezTo>
                    <a:pt x="248" y="1013"/>
                    <a:pt x="248" y="1014"/>
                    <a:pt x="248" y="1014"/>
                  </a:cubicBezTo>
                  <a:cubicBezTo>
                    <a:pt x="248" y="1014"/>
                    <a:pt x="248" y="1016"/>
                    <a:pt x="246" y="1017"/>
                  </a:cubicBezTo>
                  <a:moveTo>
                    <a:pt x="279" y="1036"/>
                  </a:moveTo>
                  <a:cubicBezTo>
                    <a:pt x="277" y="1038"/>
                    <a:pt x="275" y="1039"/>
                    <a:pt x="272" y="1039"/>
                  </a:cubicBezTo>
                  <a:cubicBezTo>
                    <a:pt x="272" y="1039"/>
                    <a:pt x="272" y="1039"/>
                    <a:pt x="272" y="1039"/>
                  </a:cubicBezTo>
                  <a:cubicBezTo>
                    <a:pt x="271" y="1039"/>
                    <a:pt x="270" y="1039"/>
                    <a:pt x="269" y="1039"/>
                  </a:cubicBezTo>
                  <a:cubicBezTo>
                    <a:pt x="266" y="1039"/>
                    <a:pt x="262" y="1038"/>
                    <a:pt x="259" y="1037"/>
                  </a:cubicBezTo>
                  <a:cubicBezTo>
                    <a:pt x="257" y="1036"/>
                    <a:pt x="255" y="1034"/>
                    <a:pt x="254" y="1033"/>
                  </a:cubicBezTo>
                  <a:cubicBezTo>
                    <a:pt x="254" y="1033"/>
                    <a:pt x="254" y="1033"/>
                    <a:pt x="254" y="1032"/>
                  </a:cubicBezTo>
                  <a:cubicBezTo>
                    <a:pt x="254" y="1032"/>
                    <a:pt x="255" y="1031"/>
                    <a:pt x="256" y="1029"/>
                  </a:cubicBezTo>
                  <a:cubicBezTo>
                    <a:pt x="258" y="1028"/>
                    <a:pt x="260" y="1027"/>
                    <a:pt x="263" y="1027"/>
                  </a:cubicBezTo>
                  <a:cubicBezTo>
                    <a:pt x="265" y="1027"/>
                    <a:pt x="265" y="1027"/>
                    <a:pt x="265" y="1027"/>
                  </a:cubicBezTo>
                  <a:cubicBezTo>
                    <a:pt x="268" y="1027"/>
                    <a:pt x="272" y="1028"/>
                    <a:pt x="275" y="1029"/>
                  </a:cubicBezTo>
                  <a:cubicBezTo>
                    <a:pt x="278" y="1030"/>
                    <a:pt x="280" y="1032"/>
                    <a:pt x="281" y="1033"/>
                  </a:cubicBezTo>
                  <a:cubicBezTo>
                    <a:pt x="281" y="1033"/>
                    <a:pt x="281" y="1033"/>
                    <a:pt x="281" y="1034"/>
                  </a:cubicBezTo>
                  <a:cubicBezTo>
                    <a:pt x="281" y="1034"/>
                    <a:pt x="280" y="1035"/>
                    <a:pt x="279" y="1036"/>
                  </a:cubicBezTo>
                  <a:moveTo>
                    <a:pt x="307" y="1056"/>
                  </a:moveTo>
                  <a:cubicBezTo>
                    <a:pt x="305" y="1057"/>
                    <a:pt x="304" y="1057"/>
                    <a:pt x="302" y="1057"/>
                  </a:cubicBezTo>
                  <a:cubicBezTo>
                    <a:pt x="299" y="1057"/>
                    <a:pt x="296" y="1056"/>
                    <a:pt x="294" y="1055"/>
                  </a:cubicBezTo>
                  <a:cubicBezTo>
                    <a:pt x="291" y="1054"/>
                    <a:pt x="289" y="1053"/>
                    <a:pt x="289" y="1052"/>
                  </a:cubicBezTo>
                  <a:cubicBezTo>
                    <a:pt x="289" y="1052"/>
                    <a:pt x="288" y="1052"/>
                    <a:pt x="288" y="1051"/>
                  </a:cubicBezTo>
                  <a:cubicBezTo>
                    <a:pt x="288" y="1051"/>
                    <a:pt x="289" y="1049"/>
                    <a:pt x="291" y="1048"/>
                  </a:cubicBezTo>
                  <a:cubicBezTo>
                    <a:pt x="292" y="1047"/>
                    <a:pt x="294" y="1046"/>
                    <a:pt x="297" y="1045"/>
                  </a:cubicBezTo>
                  <a:cubicBezTo>
                    <a:pt x="298" y="1045"/>
                    <a:pt x="300" y="1045"/>
                    <a:pt x="301" y="1045"/>
                  </a:cubicBezTo>
                  <a:cubicBezTo>
                    <a:pt x="304" y="1045"/>
                    <a:pt x="307" y="1046"/>
                    <a:pt x="310" y="1047"/>
                  </a:cubicBezTo>
                  <a:cubicBezTo>
                    <a:pt x="313" y="1048"/>
                    <a:pt x="315" y="1049"/>
                    <a:pt x="315" y="1050"/>
                  </a:cubicBezTo>
                  <a:cubicBezTo>
                    <a:pt x="315" y="1050"/>
                    <a:pt x="315" y="1050"/>
                    <a:pt x="315" y="1050"/>
                  </a:cubicBezTo>
                  <a:cubicBezTo>
                    <a:pt x="316" y="1051"/>
                    <a:pt x="313" y="1055"/>
                    <a:pt x="307" y="1056"/>
                  </a:cubicBezTo>
                  <a:moveTo>
                    <a:pt x="341" y="1069"/>
                  </a:moveTo>
                  <a:cubicBezTo>
                    <a:pt x="339" y="1070"/>
                    <a:pt x="337" y="1070"/>
                    <a:pt x="334" y="1070"/>
                  </a:cubicBezTo>
                  <a:cubicBezTo>
                    <a:pt x="332" y="1070"/>
                    <a:pt x="329" y="1070"/>
                    <a:pt x="327" y="1069"/>
                  </a:cubicBezTo>
                  <a:cubicBezTo>
                    <a:pt x="325" y="1069"/>
                    <a:pt x="323" y="1068"/>
                    <a:pt x="323" y="1067"/>
                  </a:cubicBezTo>
                  <a:cubicBezTo>
                    <a:pt x="323" y="1067"/>
                    <a:pt x="322" y="1067"/>
                    <a:pt x="322" y="1066"/>
                  </a:cubicBezTo>
                  <a:cubicBezTo>
                    <a:pt x="322" y="1065"/>
                    <a:pt x="325" y="1061"/>
                    <a:pt x="331" y="1059"/>
                  </a:cubicBezTo>
                  <a:cubicBezTo>
                    <a:pt x="333" y="1059"/>
                    <a:pt x="335" y="1059"/>
                    <a:pt x="337" y="1059"/>
                  </a:cubicBezTo>
                  <a:cubicBezTo>
                    <a:pt x="343" y="1059"/>
                    <a:pt x="348" y="1061"/>
                    <a:pt x="349" y="1062"/>
                  </a:cubicBezTo>
                  <a:cubicBezTo>
                    <a:pt x="349" y="1062"/>
                    <a:pt x="349" y="1062"/>
                    <a:pt x="349" y="1063"/>
                  </a:cubicBezTo>
                  <a:cubicBezTo>
                    <a:pt x="349" y="1064"/>
                    <a:pt x="347" y="1068"/>
                    <a:pt x="341" y="1069"/>
                  </a:cubicBezTo>
                  <a:moveTo>
                    <a:pt x="379" y="1080"/>
                  </a:moveTo>
                  <a:cubicBezTo>
                    <a:pt x="376" y="1081"/>
                    <a:pt x="372" y="1081"/>
                    <a:pt x="369" y="1081"/>
                  </a:cubicBezTo>
                  <a:cubicBezTo>
                    <a:pt x="365" y="1081"/>
                    <a:pt x="361" y="1080"/>
                    <a:pt x="360" y="1079"/>
                  </a:cubicBezTo>
                  <a:cubicBezTo>
                    <a:pt x="360" y="1079"/>
                    <a:pt x="360" y="1079"/>
                    <a:pt x="360" y="1078"/>
                  </a:cubicBezTo>
                  <a:cubicBezTo>
                    <a:pt x="360" y="1076"/>
                    <a:pt x="362" y="1073"/>
                    <a:pt x="367" y="1071"/>
                  </a:cubicBezTo>
                  <a:cubicBezTo>
                    <a:pt x="370" y="1070"/>
                    <a:pt x="374" y="1069"/>
                    <a:pt x="377" y="1069"/>
                  </a:cubicBezTo>
                  <a:cubicBezTo>
                    <a:pt x="381" y="1069"/>
                    <a:pt x="385" y="1070"/>
                    <a:pt x="386" y="1071"/>
                  </a:cubicBezTo>
                  <a:cubicBezTo>
                    <a:pt x="386" y="1072"/>
                    <a:pt x="386" y="1072"/>
                    <a:pt x="386" y="1072"/>
                  </a:cubicBezTo>
                  <a:cubicBezTo>
                    <a:pt x="386" y="1074"/>
                    <a:pt x="384" y="1078"/>
                    <a:pt x="379" y="1080"/>
                  </a:cubicBezTo>
                  <a:moveTo>
                    <a:pt x="417" y="1086"/>
                  </a:moveTo>
                  <a:cubicBezTo>
                    <a:pt x="417" y="1086"/>
                    <a:pt x="417" y="1086"/>
                    <a:pt x="417" y="1086"/>
                  </a:cubicBezTo>
                  <a:cubicBezTo>
                    <a:pt x="414" y="1088"/>
                    <a:pt x="410" y="1089"/>
                    <a:pt x="406" y="1089"/>
                  </a:cubicBezTo>
                  <a:cubicBezTo>
                    <a:pt x="403" y="1089"/>
                    <a:pt x="400" y="1088"/>
                    <a:pt x="399" y="1087"/>
                  </a:cubicBezTo>
                  <a:cubicBezTo>
                    <a:pt x="399" y="1087"/>
                    <a:pt x="398" y="1087"/>
                    <a:pt x="398" y="1086"/>
                  </a:cubicBezTo>
                  <a:cubicBezTo>
                    <a:pt x="398" y="1084"/>
                    <a:pt x="400" y="1081"/>
                    <a:pt x="405" y="1078"/>
                  </a:cubicBezTo>
                  <a:cubicBezTo>
                    <a:pt x="409" y="1076"/>
                    <a:pt x="413" y="1076"/>
                    <a:pt x="417" y="1076"/>
                  </a:cubicBezTo>
                  <a:cubicBezTo>
                    <a:pt x="417" y="1076"/>
                    <a:pt x="417" y="1076"/>
                    <a:pt x="417" y="1076"/>
                  </a:cubicBezTo>
                  <a:cubicBezTo>
                    <a:pt x="420" y="1076"/>
                    <a:pt x="423" y="1076"/>
                    <a:pt x="423" y="1077"/>
                  </a:cubicBezTo>
                  <a:cubicBezTo>
                    <a:pt x="424" y="1077"/>
                    <a:pt x="424" y="1077"/>
                    <a:pt x="424" y="1078"/>
                  </a:cubicBezTo>
                  <a:cubicBezTo>
                    <a:pt x="424" y="1080"/>
                    <a:pt x="422" y="1083"/>
                    <a:pt x="417" y="1086"/>
                  </a:cubicBezTo>
                  <a:moveTo>
                    <a:pt x="454" y="1088"/>
                  </a:moveTo>
                  <a:cubicBezTo>
                    <a:pt x="450" y="1091"/>
                    <a:pt x="444" y="1092"/>
                    <a:pt x="440" y="1092"/>
                  </a:cubicBezTo>
                  <a:cubicBezTo>
                    <a:pt x="438" y="1092"/>
                    <a:pt x="436" y="1092"/>
                    <a:pt x="436" y="1091"/>
                  </a:cubicBezTo>
                  <a:cubicBezTo>
                    <a:pt x="435" y="1091"/>
                    <a:pt x="435" y="1091"/>
                    <a:pt x="435" y="1090"/>
                  </a:cubicBezTo>
                  <a:cubicBezTo>
                    <a:pt x="435" y="1088"/>
                    <a:pt x="437" y="1084"/>
                    <a:pt x="441" y="1082"/>
                  </a:cubicBezTo>
                  <a:cubicBezTo>
                    <a:pt x="445" y="1079"/>
                    <a:pt x="451" y="1078"/>
                    <a:pt x="455" y="1078"/>
                  </a:cubicBezTo>
                  <a:cubicBezTo>
                    <a:pt x="455" y="1078"/>
                    <a:pt x="455" y="1078"/>
                    <a:pt x="455" y="1078"/>
                  </a:cubicBezTo>
                  <a:cubicBezTo>
                    <a:pt x="457" y="1078"/>
                    <a:pt x="459" y="1078"/>
                    <a:pt x="459" y="1079"/>
                  </a:cubicBezTo>
                  <a:cubicBezTo>
                    <a:pt x="459" y="1079"/>
                    <a:pt x="459" y="1079"/>
                    <a:pt x="459" y="1079"/>
                  </a:cubicBezTo>
                  <a:cubicBezTo>
                    <a:pt x="459" y="1079"/>
                    <a:pt x="459" y="1079"/>
                    <a:pt x="459" y="1079"/>
                  </a:cubicBezTo>
                  <a:cubicBezTo>
                    <a:pt x="459" y="1079"/>
                    <a:pt x="460" y="1079"/>
                    <a:pt x="460" y="1080"/>
                  </a:cubicBezTo>
                  <a:cubicBezTo>
                    <a:pt x="460" y="1082"/>
                    <a:pt x="458" y="1086"/>
                    <a:pt x="454" y="1088"/>
                  </a:cubicBezTo>
                  <a:moveTo>
                    <a:pt x="493" y="1086"/>
                  </a:moveTo>
                  <a:cubicBezTo>
                    <a:pt x="489" y="1090"/>
                    <a:pt x="482" y="1092"/>
                    <a:pt x="478" y="1092"/>
                  </a:cubicBezTo>
                  <a:cubicBezTo>
                    <a:pt x="477" y="1092"/>
                    <a:pt x="476" y="1092"/>
                    <a:pt x="475" y="1092"/>
                  </a:cubicBezTo>
                  <a:cubicBezTo>
                    <a:pt x="475" y="1091"/>
                    <a:pt x="475" y="1091"/>
                    <a:pt x="475" y="1090"/>
                  </a:cubicBezTo>
                  <a:cubicBezTo>
                    <a:pt x="475" y="1088"/>
                    <a:pt x="476" y="1084"/>
                    <a:pt x="480" y="1082"/>
                  </a:cubicBezTo>
                  <a:cubicBezTo>
                    <a:pt x="484" y="1078"/>
                    <a:pt x="491" y="1076"/>
                    <a:pt x="495" y="1076"/>
                  </a:cubicBezTo>
                  <a:cubicBezTo>
                    <a:pt x="496" y="1076"/>
                    <a:pt x="497" y="1076"/>
                    <a:pt x="497" y="1076"/>
                  </a:cubicBezTo>
                  <a:cubicBezTo>
                    <a:pt x="498" y="1077"/>
                    <a:pt x="498" y="1077"/>
                    <a:pt x="498" y="1078"/>
                  </a:cubicBezTo>
                  <a:cubicBezTo>
                    <a:pt x="498" y="1080"/>
                    <a:pt x="497" y="1084"/>
                    <a:pt x="493" y="1086"/>
                  </a:cubicBezTo>
                  <a:moveTo>
                    <a:pt x="532" y="1081"/>
                  </a:moveTo>
                  <a:cubicBezTo>
                    <a:pt x="532" y="1081"/>
                    <a:pt x="532" y="1081"/>
                    <a:pt x="532" y="1081"/>
                  </a:cubicBezTo>
                  <a:cubicBezTo>
                    <a:pt x="528" y="1086"/>
                    <a:pt x="520" y="1088"/>
                    <a:pt x="516" y="1088"/>
                  </a:cubicBezTo>
                  <a:cubicBezTo>
                    <a:pt x="515" y="1088"/>
                    <a:pt x="515" y="1088"/>
                    <a:pt x="515" y="1088"/>
                  </a:cubicBezTo>
                  <a:cubicBezTo>
                    <a:pt x="514" y="1087"/>
                    <a:pt x="514" y="1087"/>
                    <a:pt x="514" y="1085"/>
                  </a:cubicBezTo>
                  <a:cubicBezTo>
                    <a:pt x="514" y="1083"/>
                    <a:pt x="515" y="1080"/>
                    <a:pt x="518" y="1077"/>
                  </a:cubicBezTo>
                  <a:cubicBezTo>
                    <a:pt x="522" y="1073"/>
                    <a:pt x="530" y="1070"/>
                    <a:pt x="534" y="1070"/>
                  </a:cubicBezTo>
                  <a:cubicBezTo>
                    <a:pt x="534" y="1070"/>
                    <a:pt x="535" y="1070"/>
                    <a:pt x="535" y="1070"/>
                  </a:cubicBezTo>
                  <a:cubicBezTo>
                    <a:pt x="535" y="1070"/>
                    <a:pt x="536" y="1071"/>
                    <a:pt x="536" y="1073"/>
                  </a:cubicBezTo>
                  <a:cubicBezTo>
                    <a:pt x="536" y="1075"/>
                    <a:pt x="535" y="1078"/>
                    <a:pt x="532" y="1081"/>
                  </a:cubicBezTo>
                  <a:moveTo>
                    <a:pt x="568" y="1072"/>
                  </a:moveTo>
                  <a:cubicBezTo>
                    <a:pt x="563" y="1077"/>
                    <a:pt x="555" y="1081"/>
                    <a:pt x="552" y="1080"/>
                  </a:cubicBezTo>
                  <a:cubicBezTo>
                    <a:pt x="551" y="1080"/>
                    <a:pt x="551" y="1080"/>
                    <a:pt x="551" y="1080"/>
                  </a:cubicBezTo>
                  <a:cubicBezTo>
                    <a:pt x="551" y="1080"/>
                    <a:pt x="551" y="1080"/>
                    <a:pt x="550" y="1080"/>
                  </a:cubicBezTo>
                  <a:cubicBezTo>
                    <a:pt x="550" y="1079"/>
                    <a:pt x="550" y="1079"/>
                    <a:pt x="550" y="1078"/>
                  </a:cubicBezTo>
                  <a:cubicBezTo>
                    <a:pt x="550" y="1075"/>
                    <a:pt x="551" y="1072"/>
                    <a:pt x="553" y="1070"/>
                  </a:cubicBezTo>
                  <a:cubicBezTo>
                    <a:pt x="557" y="1064"/>
                    <a:pt x="566" y="1061"/>
                    <a:pt x="569" y="1061"/>
                  </a:cubicBezTo>
                  <a:cubicBezTo>
                    <a:pt x="569" y="1061"/>
                    <a:pt x="569" y="1061"/>
                    <a:pt x="569" y="1061"/>
                  </a:cubicBezTo>
                  <a:cubicBezTo>
                    <a:pt x="569" y="1061"/>
                    <a:pt x="569" y="1061"/>
                    <a:pt x="569" y="1061"/>
                  </a:cubicBezTo>
                  <a:cubicBezTo>
                    <a:pt x="570" y="1061"/>
                    <a:pt x="570" y="1061"/>
                    <a:pt x="570" y="1062"/>
                  </a:cubicBezTo>
                  <a:cubicBezTo>
                    <a:pt x="570" y="1062"/>
                    <a:pt x="571" y="1063"/>
                    <a:pt x="571" y="1064"/>
                  </a:cubicBezTo>
                  <a:cubicBezTo>
                    <a:pt x="571" y="1066"/>
                    <a:pt x="570" y="1069"/>
                    <a:pt x="568" y="1072"/>
                  </a:cubicBezTo>
                  <a:moveTo>
                    <a:pt x="604" y="1058"/>
                  </a:moveTo>
                  <a:cubicBezTo>
                    <a:pt x="602" y="1061"/>
                    <a:pt x="599" y="1064"/>
                    <a:pt x="596" y="1066"/>
                  </a:cubicBezTo>
                  <a:cubicBezTo>
                    <a:pt x="593" y="1068"/>
                    <a:pt x="590" y="1069"/>
                    <a:pt x="589" y="1069"/>
                  </a:cubicBezTo>
                  <a:cubicBezTo>
                    <a:pt x="589" y="1069"/>
                    <a:pt x="589" y="1069"/>
                    <a:pt x="589" y="1069"/>
                  </a:cubicBezTo>
                  <a:cubicBezTo>
                    <a:pt x="588" y="1069"/>
                    <a:pt x="588" y="1069"/>
                    <a:pt x="588" y="1068"/>
                  </a:cubicBezTo>
                  <a:cubicBezTo>
                    <a:pt x="587" y="1067"/>
                    <a:pt x="587" y="1066"/>
                    <a:pt x="587" y="1065"/>
                  </a:cubicBezTo>
                  <a:cubicBezTo>
                    <a:pt x="587" y="1063"/>
                    <a:pt x="588" y="1061"/>
                    <a:pt x="590" y="1058"/>
                  </a:cubicBezTo>
                  <a:cubicBezTo>
                    <a:pt x="592" y="1055"/>
                    <a:pt x="595" y="1052"/>
                    <a:pt x="598" y="1050"/>
                  </a:cubicBezTo>
                  <a:cubicBezTo>
                    <a:pt x="601" y="1049"/>
                    <a:pt x="604" y="1048"/>
                    <a:pt x="605" y="1048"/>
                  </a:cubicBezTo>
                  <a:cubicBezTo>
                    <a:pt x="605" y="1048"/>
                    <a:pt x="605" y="1048"/>
                    <a:pt x="605" y="1048"/>
                  </a:cubicBezTo>
                  <a:cubicBezTo>
                    <a:pt x="605" y="1048"/>
                    <a:pt x="605" y="1048"/>
                    <a:pt x="605" y="1048"/>
                  </a:cubicBezTo>
                  <a:cubicBezTo>
                    <a:pt x="605" y="1048"/>
                    <a:pt x="606" y="1048"/>
                    <a:pt x="606" y="1049"/>
                  </a:cubicBezTo>
                  <a:cubicBezTo>
                    <a:pt x="606" y="1049"/>
                    <a:pt x="607" y="1050"/>
                    <a:pt x="607" y="1051"/>
                  </a:cubicBezTo>
                  <a:cubicBezTo>
                    <a:pt x="607" y="1053"/>
                    <a:pt x="606" y="1056"/>
                    <a:pt x="604" y="1058"/>
                  </a:cubicBezTo>
                  <a:moveTo>
                    <a:pt x="639" y="1042"/>
                  </a:moveTo>
                  <a:cubicBezTo>
                    <a:pt x="639" y="1042"/>
                    <a:pt x="639" y="1042"/>
                    <a:pt x="639" y="1042"/>
                  </a:cubicBezTo>
                  <a:cubicBezTo>
                    <a:pt x="638" y="1045"/>
                    <a:pt x="635" y="1048"/>
                    <a:pt x="632" y="1050"/>
                  </a:cubicBezTo>
                  <a:cubicBezTo>
                    <a:pt x="629" y="1052"/>
                    <a:pt x="626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5" y="1053"/>
                    <a:pt x="625" y="1053"/>
                  </a:cubicBezTo>
                  <a:cubicBezTo>
                    <a:pt x="625" y="1053"/>
                    <a:pt x="624" y="1053"/>
                    <a:pt x="624" y="1052"/>
                  </a:cubicBezTo>
                  <a:cubicBezTo>
                    <a:pt x="623" y="1052"/>
                    <a:pt x="623" y="1051"/>
                    <a:pt x="623" y="1049"/>
                  </a:cubicBezTo>
                  <a:cubicBezTo>
                    <a:pt x="623" y="1047"/>
                    <a:pt x="624" y="1045"/>
                    <a:pt x="625" y="1042"/>
                  </a:cubicBezTo>
                  <a:cubicBezTo>
                    <a:pt x="627" y="1039"/>
                    <a:pt x="630" y="1036"/>
                    <a:pt x="633" y="1034"/>
                  </a:cubicBezTo>
                  <a:cubicBezTo>
                    <a:pt x="635" y="1032"/>
                    <a:pt x="638" y="1031"/>
                    <a:pt x="639" y="1031"/>
                  </a:cubicBezTo>
                  <a:cubicBezTo>
                    <a:pt x="639" y="1031"/>
                    <a:pt x="639" y="1031"/>
                    <a:pt x="639" y="1031"/>
                  </a:cubicBezTo>
                  <a:cubicBezTo>
                    <a:pt x="639" y="1031"/>
                    <a:pt x="639" y="1031"/>
                    <a:pt x="639" y="1031"/>
                  </a:cubicBezTo>
                  <a:cubicBezTo>
                    <a:pt x="640" y="1031"/>
                    <a:pt x="640" y="1031"/>
                    <a:pt x="640" y="1032"/>
                  </a:cubicBezTo>
                  <a:cubicBezTo>
                    <a:pt x="641" y="1032"/>
                    <a:pt x="641" y="1034"/>
                    <a:pt x="641" y="1035"/>
                  </a:cubicBezTo>
                  <a:cubicBezTo>
                    <a:pt x="641" y="1037"/>
                    <a:pt x="641" y="1039"/>
                    <a:pt x="639" y="1042"/>
                  </a:cubicBezTo>
                  <a:moveTo>
                    <a:pt x="671" y="1023"/>
                  </a:moveTo>
                  <a:cubicBezTo>
                    <a:pt x="670" y="1026"/>
                    <a:pt x="667" y="1030"/>
                    <a:pt x="664" y="1032"/>
                  </a:cubicBezTo>
                  <a:cubicBezTo>
                    <a:pt x="664" y="1032"/>
                    <a:pt x="664" y="1032"/>
                    <a:pt x="663" y="1033"/>
                  </a:cubicBezTo>
                  <a:cubicBezTo>
                    <a:pt x="661" y="1035"/>
                    <a:pt x="659" y="1036"/>
                    <a:pt x="658" y="1036"/>
                  </a:cubicBezTo>
                  <a:cubicBezTo>
                    <a:pt x="658" y="1036"/>
                    <a:pt x="658" y="1036"/>
                    <a:pt x="658" y="1036"/>
                  </a:cubicBezTo>
                  <a:cubicBezTo>
                    <a:pt x="658" y="1036"/>
                    <a:pt x="658" y="1036"/>
                    <a:pt x="658" y="1036"/>
                  </a:cubicBezTo>
                  <a:cubicBezTo>
                    <a:pt x="657" y="1036"/>
                    <a:pt x="657" y="1036"/>
                    <a:pt x="656" y="1035"/>
                  </a:cubicBezTo>
                  <a:cubicBezTo>
                    <a:pt x="656" y="1034"/>
                    <a:pt x="655" y="1032"/>
                    <a:pt x="655" y="1030"/>
                  </a:cubicBezTo>
                  <a:cubicBezTo>
                    <a:pt x="655" y="1029"/>
                    <a:pt x="656" y="1027"/>
                    <a:pt x="657" y="1025"/>
                  </a:cubicBezTo>
                  <a:cubicBezTo>
                    <a:pt x="658" y="1021"/>
                    <a:pt x="661" y="1018"/>
                    <a:pt x="663" y="1016"/>
                  </a:cubicBezTo>
                  <a:cubicBezTo>
                    <a:pt x="666" y="1014"/>
                    <a:pt x="669" y="1012"/>
                    <a:pt x="670" y="1012"/>
                  </a:cubicBezTo>
                  <a:cubicBezTo>
                    <a:pt x="670" y="1012"/>
                    <a:pt x="670" y="1012"/>
                    <a:pt x="670" y="1012"/>
                  </a:cubicBezTo>
                  <a:cubicBezTo>
                    <a:pt x="670" y="1012"/>
                    <a:pt x="670" y="1012"/>
                    <a:pt x="670" y="1012"/>
                  </a:cubicBezTo>
                  <a:cubicBezTo>
                    <a:pt x="670" y="1012"/>
                    <a:pt x="671" y="1012"/>
                    <a:pt x="671" y="1013"/>
                  </a:cubicBezTo>
                  <a:cubicBezTo>
                    <a:pt x="672" y="1014"/>
                    <a:pt x="672" y="1015"/>
                    <a:pt x="672" y="1017"/>
                  </a:cubicBezTo>
                  <a:cubicBezTo>
                    <a:pt x="672" y="1019"/>
                    <a:pt x="672" y="1021"/>
                    <a:pt x="671" y="1023"/>
                  </a:cubicBezTo>
                  <a:moveTo>
                    <a:pt x="703" y="1000"/>
                  </a:moveTo>
                  <a:cubicBezTo>
                    <a:pt x="702" y="1003"/>
                    <a:pt x="699" y="1007"/>
                    <a:pt x="697" y="1010"/>
                  </a:cubicBezTo>
                  <a:cubicBezTo>
                    <a:pt x="694" y="1012"/>
                    <a:pt x="691" y="1014"/>
                    <a:pt x="690" y="1014"/>
                  </a:cubicBezTo>
                  <a:cubicBezTo>
                    <a:pt x="690" y="1014"/>
                    <a:pt x="690" y="1014"/>
                    <a:pt x="690" y="1014"/>
                  </a:cubicBezTo>
                  <a:cubicBezTo>
                    <a:pt x="690" y="1014"/>
                    <a:pt x="689" y="1014"/>
                    <a:pt x="689" y="1013"/>
                  </a:cubicBezTo>
                  <a:cubicBezTo>
                    <a:pt x="688" y="1012"/>
                    <a:pt x="688" y="1010"/>
                    <a:pt x="688" y="1008"/>
                  </a:cubicBezTo>
                  <a:cubicBezTo>
                    <a:pt x="688" y="1006"/>
                    <a:pt x="688" y="1005"/>
                    <a:pt x="689" y="1003"/>
                  </a:cubicBezTo>
                  <a:cubicBezTo>
                    <a:pt x="690" y="1000"/>
                    <a:pt x="692" y="996"/>
                    <a:pt x="694" y="994"/>
                  </a:cubicBezTo>
                  <a:cubicBezTo>
                    <a:pt x="697" y="991"/>
                    <a:pt x="700" y="990"/>
                    <a:pt x="701" y="989"/>
                  </a:cubicBezTo>
                  <a:cubicBezTo>
                    <a:pt x="701" y="989"/>
                    <a:pt x="701" y="989"/>
                    <a:pt x="701" y="989"/>
                  </a:cubicBezTo>
                  <a:cubicBezTo>
                    <a:pt x="701" y="989"/>
                    <a:pt x="702" y="990"/>
                    <a:pt x="702" y="991"/>
                  </a:cubicBezTo>
                  <a:cubicBezTo>
                    <a:pt x="703" y="992"/>
                    <a:pt x="703" y="993"/>
                    <a:pt x="703" y="995"/>
                  </a:cubicBezTo>
                  <a:cubicBezTo>
                    <a:pt x="703" y="997"/>
                    <a:pt x="703" y="998"/>
                    <a:pt x="703" y="1000"/>
                  </a:cubicBezTo>
                  <a:moveTo>
                    <a:pt x="732" y="974"/>
                  </a:moveTo>
                  <a:cubicBezTo>
                    <a:pt x="732" y="974"/>
                    <a:pt x="732" y="974"/>
                    <a:pt x="732" y="974"/>
                  </a:cubicBezTo>
                  <a:cubicBezTo>
                    <a:pt x="731" y="978"/>
                    <a:pt x="729" y="982"/>
                    <a:pt x="727" y="984"/>
                  </a:cubicBezTo>
                  <a:cubicBezTo>
                    <a:pt x="725" y="987"/>
                    <a:pt x="722" y="989"/>
                    <a:pt x="721" y="989"/>
                  </a:cubicBezTo>
                  <a:cubicBezTo>
                    <a:pt x="721" y="989"/>
                    <a:pt x="721" y="989"/>
                    <a:pt x="721" y="989"/>
                  </a:cubicBezTo>
                  <a:cubicBezTo>
                    <a:pt x="721" y="989"/>
                    <a:pt x="720" y="989"/>
                    <a:pt x="719" y="988"/>
                  </a:cubicBezTo>
                  <a:cubicBezTo>
                    <a:pt x="718" y="987"/>
                    <a:pt x="718" y="985"/>
                    <a:pt x="718" y="982"/>
                  </a:cubicBezTo>
                  <a:cubicBezTo>
                    <a:pt x="718" y="981"/>
                    <a:pt x="718" y="980"/>
                    <a:pt x="718" y="979"/>
                  </a:cubicBezTo>
                  <a:cubicBezTo>
                    <a:pt x="719" y="975"/>
                    <a:pt x="721" y="972"/>
                    <a:pt x="723" y="969"/>
                  </a:cubicBezTo>
                  <a:cubicBezTo>
                    <a:pt x="726" y="966"/>
                    <a:pt x="728" y="964"/>
                    <a:pt x="729" y="964"/>
                  </a:cubicBezTo>
                  <a:cubicBezTo>
                    <a:pt x="729" y="964"/>
                    <a:pt x="729" y="964"/>
                    <a:pt x="729" y="964"/>
                  </a:cubicBezTo>
                  <a:cubicBezTo>
                    <a:pt x="729" y="964"/>
                    <a:pt x="729" y="964"/>
                    <a:pt x="729" y="964"/>
                  </a:cubicBezTo>
                  <a:cubicBezTo>
                    <a:pt x="730" y="964"/>
                    <a:pt x="730" y="964"/>
                    <a:pt x="731" y="965"/>
                  </a:cubicBezTo>
                  <a:cubicBezTo>
                    <a:pt x="732" y="967"/>
                    <a:pt x="733" y="969"/>
                    <a:pt x="732" y="971"/>
                  </a:cubicBezTo>
                  <a:cubicBezTo>
                    <a:pt x="732" y="972"/>
                    <a:pt x="732" y="973"/>
                    <a:pt x="732" y="974"/>
                  </a:cubicBezTo>
                  <a:moveTo>
                    <a:pt x="758" y="948"/>
                  </a:moveTo>
                  <a:cubicBezTo>
                    <a:pt x="757" y="952"/>
                    <a:pt x="756" y="956"/>
                    <a:pt x="754" y="959"/>
                  </a:cubicBezTo>
                  <a:cubicBezTo>
                    <a:pt x="752" y="962"/>
                    <a:pt x="749" y="964"/>
                    <a:pt x="748" y="964"/>
                  </a:cubicBezTo>
                  <a:cubicBezTo>
                    <a:pt x="748" y="964"/>
                    <a:pt x="748" y="964"/>
                    <a:pt x="748" y="964"/>
                  </a:cubicBezTo>
                  <a:cubicBezTo>
                    <a:pt x="747" y="964"/>
                    <a:pt x="746" y="964"/>
                    <a:pt x="746" y="962"/>
                  </a:cubicBezTo>
                  <a:cubicBezTo>
                    <a:pt x="745" y="961"/>
                    <a:pt x="744" y="959"/>
                    <a:pt x="744" y="956"/>
                  </a:cubicBezTo>
                  <a:cubicBezTo>
                    <a:pt x="744" y="955"/>
                    <a:pt x="744" y="954"/>
                    <a:pt x="744" y="954"/>
                  </a:cubicBezTo>
                  <a:cubicBezTo>
                    <a:pt x="745" y="950"/>
                    <a:pt x="747" y="946"/>
                    <a:pt x="749" y="943"/>
                  </a:cubicBezTo>
                  <a:cubicBezTo>
                    <a:pt x="751" y="940"/>
                    <a:pt x="753" y="938"/>
                    <a:pt x="754" y="938"/>
                  </a:cubicBezTo>
                  <a:cubicBezTo>
                    <a:pt x="754" y="938"/>
                    <a:pt x="754" y="938"/>
                    <a:pt x="754" y="938"/>
                  </a:cubicBezTo>
                  <a:cubicBezTo>
                    <a:pt x="754" y="938"/>
                    <a:pt x="754" y="938"/>
                    <a:pt x="754" y="938"/>
                  </a:cubicBezTo>
                  <a:cubicBezTo>
                    <a:pt x="755" y="938"/>
                    <a:pt x="756" y="938"/>
                    <a:pt x="757" y="940"/>
                  </a:cubicBezTo>
                  <a:cubicBezTo>
                    <a:pt x="757" y="941"/>
                    <a:pt x="758" y="943"/>
                    <a:pt x="758" y="946"/>
                  </a:cubicBezTo>
                  <a:cubicBezTo>
                    <a:pt x="758" y="947"/>
                    <a:pt x="758" y="948"/>
                    <a:pt x="758" y="948"/>
                  </a:cubicBezTo>
                  <a:moveTo>
                    <a:pt x="783" y="918"/>
                  </a:moveTo>
                  <a:cubicBezTo>
                    <a:pt x="783" y="922"/>
                    <a:pt x="781" y="926"/>
                    <a:pt x="780" y="929"/>
                  </a:cubicBezTo>
                  <a:cubicBezTo>
                    <a:pt x="778" y="932"/>
                    <a:pt x="776" y="935"/>
                    <a:pt x="775" y="935"/>
                  </a:cubicBezTo>
                  <a:cubicBezTo>
                    <a:pt x="774" y="935"/>
                    <a:pt x="774" y="935"/>
                    <a:pt x="774" y="935"/>
                  </a:cubicBezTo>
                  <a:cubicBezTo>
                    <a:pt x="774" y="935"/>
                    <a:pt x="773" y="934"/>
                    <a:pt x="772" y="933"/>
                  </a:cubicBezTo>
                  <a:cubicBezTo>
                    <a:pt x="771" y="931"/>
                    <a:pt x="770" y="929"/>
                    <a:pt x="770" y="926"/>
                  </a:cubicBezTo>
                  <a:cubicBezTo>
                    <a:pt x="770" y="926"/>
                    <a:pt x="770" y="925"/>
                    <a:pt x="770" y="925"/>
                  </a:cubicBezTo>
                  <a:cubicBezTo>
                    <a:pt x="770" y="921"/>
                    <a:pt x="772" y="917"/>
                    <a:pt x="773" y="914"/>
                  </a:cubicBezTo>
                  <a:cubicBezTo>
                    <a:pt x="775" y="911"/>
                    <a:pt x="777" y="909"/>
                    <a:pt x="778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79" y="908"/>
                    <a:pt x="779" y="908"/>
                  </a:cubicBezTo>
                  <a:cubicBezTo>
                    <a:pt x="779" y="908"/>
                    <a:pt x="780" y="909"/>
                    <a:pt x="781" y="910"/>
                  </a:cubicBezTo>
                  <a:cubicBezTo>
                    <a:pt x="782" y="912"/>
                    <a:pt x="783" y="914"/>
                    <a:pt x="783" y="917"/>
                  </a:cubicBezTo>
                  <a:cubicBezTo>
                    <a:pt x="783" y="918"/>
                    <a:pt x="783" y="918"/>
                    <a:pt x="783" y="918"/>
                  </a:cubicBezTo>
                  <a:moveTo>
                    <a:pt x="806" y="888"/>
                  </a:moveTo>
                  <a:cubicBezTo>
                    <a:pt x="806" y="891"/>
                    <a:pt x="804" y="895"/>
                    <a:pt x="803" y="898"/>
                  </a:cubicBezTo>
                  <a:cubicBezTo>
                    <a:pt x="801" y="901"/>
                    <a:pt x="799" y="903"/>
                    <a:pt x="798" y="904"/>
                  </a:cubicBezTo>
                  <a:cubicBezTo>
                    <a:pt x="798" y="904"/>
                    <a:pt x="798" y="904"/>
                    <a:pt x="798" y="904"/>
                  </a:cubicBezTo>
                  <a:cubicBezTo>
                    <a:pt x="797" y="904"/>
                    <a:pt x="796" y="903"/>
                    <a:pt x="795" y="901"/>
                  </a:cubicBezTo>
                  <a:cubicBezTo>
                    <a:pt x="794" y="900"/>
                    <a:pt x="793" y="897"/>
                    <a:pt x="793" y="894"/>
                  </a:cubicBezTo>
                  <a:cubicBezTo>
                    <a:pt x="793" y="890"/>
                    <a:pt x="794" y="887"/>
                    <a:pt x="796" y="883"/>
                  </a:cubicBezTo>
                  <a:cubicBezTo>
                    <a:pt x="797" y="880"/>
                    <a:pt x="799" y="878"/>
                    <a:pt x="800" y="877"/>
                  </a:cubicBezTo>
                  <a:cubicBezTo>
                    <a:pt x="801" y="877"/>
                    <a:pt x="801" y="877"/>
                    <a:pt x="801" y="877"/>
                  </a:cubicBezTo>
                  <a:cubicBezTo>
                    <a:pt x="801" y="877"/>
                    <a:pt x="801" y="877"/>
                    <a:pt x="801" y="877"/>
                  </a:cubicBezTo>
                  <a:cubicBezTo>
                    <a:pt x="801" y="877"/>
                    <a:pt x="803" y="878"/>
                    <a:pt x="804" y="879"/>
                  </a:cubicBezTo>
                  <a:cubicBezTo>
                    <a:pt x="805" y="881"/>
                    <a:pt x="806" y="883"/>
                    <a:pt x="806" y="887"/>
                  </a:cubicBezTo>
                  <a:lnTo>
                    <a:pt x="806" y="888"/>
                  </a:lnTo>
                  <a:close/>
                  <a:moveTo>
                    <a:pt x="823" y="867"/>
                  </a:moveTo>
                  <a:cubicBezTo>
                    <a:pt x="822" y="870"/>
                    <a:pt x="820" y="873"/>
                    <a:pt x="819" y="873"/>
                  </a:cubicBezTo>
                  <a:cubicBezTo>
                    <a:pt x="819" y="873"/>
                    <a:pt x="819" y="873"/>
                    <a:pt x="818" y="873"/>
                  </a:cubicBezTo>
                  <a:cubicBezTo>
                    <a:pt x="818" y="873"/>
                    <a:pt x="817" y="873"/>
                    <a:pt x="815" y="871"/>
                  </a:cubicBezTo>
                  <a:cubicBezTo>
                    <a:pt x="814" y="869"/>
                    <a:pt x="813" y="867"/>
                    <a:pt x="813" y="864"/>
                  </a:cubicBezTo>
                  <a:cubicBezTo>
                    <a:pt x="813" y="863"/>
                    <a:pt x="813" y="862"/>
                    <a:pt x="813" y="862"/>
                  </a:cubicBezTo>
                  <a:cubicBezTo>
                    <a:pt x="813" y="858"/>
                    <a:pt x="814" y="855"/>
                    <a:pt x="815" y="852"/>
                  </a:cubicBezTo>
                  <a:cubicBezTo>
                    <a:pt x="817" y="849"/>
                    <a:pt x="818" y="847"/>
                    <a:pt x="819" y="846"/>
                  </a:cubicBezTo>
                  <a:cubicBezTo>
                    <a:pt x="819" y="846"/>
                    <a:pt x="819" y="846"/>
                    <a:pt x="820" y="846"/>
                  </a:cubicBezTo>
                  <a:cubicBezTo>
                    <a:pt x="820" y="846"/>
                    <a:pt x="820" y="846"/>
                    <a:pt x="820" y="846"/>
                  </a:cubicBezTo>
                  <a:cubicBezTo>
                    <a:pt x="820" y="846"/>
                    <a:pt x="822" y="847"/>
                    <a:pt x="823" y="848"/>
                  </a:cubicBezTo>
                  <a:cubicBezTo>
                    <a:pt x="824" y="850"/>
                    <a:pt x="825" y="852"/>
                    <a:pt x="825" y="855"/>
                  </a:cubicBezTo>
                  <a:cubicBezTo>
                    <a:pt x="825" y="856"/>
                    <a:pt x="825" y="857"/>
                    <a:pt x="825" y="857"/>
                  </a:cubicBezTo>
                  <a:cubicBezTo>
                    <a:pt x="825" y="861"/>
                    <a:pt x="824" y="864"/>
                    <a:pt x="823" y="867"/>
                  </a:cubicBezTo>
                  <a:moveTo>
                    <a:pt x="841" y="834"/>
                  </a:moveTo>
                  <a:cubicBezTo>
                    <a:pt x="840" y="836"/>
                    <a:pt x="839" y="838"/>
                    <a:pt x="838" y="839"/>
                  </a:cubicBezTo>
                  <a:cubicBezTo>
                    <a:pt x="838" y="839"/>
                    <a:pt x="838" y="839"/>
                    <a:pt x="838" y="839"/>
                  </a:cubicBezTo>
                  <a:cubicBezTo>
                    <a:pt x="838" y="839"/>
                    <a:pt x="838" y="839"/>
                    <a:pt x="838" y="839"/>
                  </a:cubicBezTo>
                  <a:cubicBezTo>
                    <a:pt x="837" y="839"/>
                    <a:pt x="836" y="838"/>
                    <a:pt x="834" y="837"/>
                  </a:cubicBezTo>
                  <a:cubicBezTo>
                    <a:pt x="833" y="835"/>
                    <a:pt x="832" y="833"/>
                    <a:pt x="832" y="830"/>
                  </a:cubicBezTo>
                  <a:cubicBezTo>
                    <a:pt x="832" y="829"/>
                    <a:pt x="832" y="828"/>
                    <a:pt x="832" y="827"/>
                  </a:cubicBezTo>
                  <a:cubicBezTo>
                    <a:pt x="832" y="824"/>
                    <a:pt x="832" y="820"/>
                    <a:pt x="833" y="818"/>
                  </a:cubicBezTo>
                  <a:cubicBezTo>
                    <a:pt x="834" y="815"/>
                    <a:pt x="836" y="813"/>
                    <a:pt x="837" y="812"/>
                  </a:cubicBezTo>
                  <a:cubicBezTo>
                    <a:pt x="837" y="812"/>
                    <a:pt x="837" y="812"/>
                    <a:pt x="837" y="812"/>
                  </a:cubicBezTo>
                  <a:cubicBezTo>
                    <a:pt x="838" y="812"/>
                    <a:pt x="842" y="815"/>
                    <a:pt x="843" y="821"/>
                  </a:cubicBezTo>
                  <a:cubicBezTo>
                    <a:pt x="843" y="822"/>
                    <a:pt x="843" y="823"/>
                    <a:pt x="843" y="825"/>
                  </a:cubicBezTo>
                  <a:cubicBezTo>
                    <a:pt x="843" y="828"/>
                    <a:pt x="842" y="831"/>
                    <a:pt x="841" y="834"/>
                  </a:cubicBezTo>
                  <a:moveTo>
                    <a:pt x="847" y="769"/>
                  </a:moveTo>
                  <a:cubicBezTo>
                    <a:pt x="845" y="775"/>
                    <a:pt x="843" y="781"/>
                    <a:pt x="841" y="790"/>
                  </a:cubicBezTo>
                  <a:cubicBezTo>
                    <a:pt x="841" y="790"/>
                    <a:pt x="841" y="790"/>
                    <a:pt x="841" y="790"/>
                  </a:cubicBezTo>
                  <a:cubicBezTo>
                    <a:pt x="841" y="792"/>
                    <a:pt x="841" y="792"/>
                    <a:pt x="841" y="792"/>
                  </a:cubicBezTo>
                  <a:cubicBezTo>
                    <a:pt x="840" y="792"/>
                    <a:pt x="840" y="792"/>
                    <a:pt x="840" y="792"/>
                  </a:cubicBezTo>
                  <a:cubicBezTo>
                    <a:pt x="835" y="799"/>
                    <a:pt x="829" y="808"/>
                    <a:pt x="826" y="823"/>
                  </a:cubicBezTo>
                  <a:cubicBezTo>
                    <a:pt x="826" y="824"/>
                    <a:pt x="826" y="824"/>
                    <a:pt x="826" y="824"/>
                  </a:cubicBezTo>
                  <a:cubicBezTo>
                    <a:pt x="825" y="825"/>
                    <a:pt x="825" y="825"/>
                    <a:pt x="825" y="825"/>
                  </a:cubicBezTo>
                  <a:cubicBezTo>
                    <a:pt x="825" y="826"/>
                    <a:pt x="825" y="826"/>
                    <a:pt x="825" y="826"/>
                  </a:cubicBezTo>
                  <a:cubicBezTo>
                    <a:pt x="818" y="831"/>
                    <a:pt x="813" y="840"/>
                    <a:pt x="808" y="855"/>
                  </a:cubicBezTo>
                  <a:cubicBezTo>
                    <a:pt x="808" y="856"/>
                    <a:pt x="808" y="856"/>
                    <a:pt x="808" y="856"/>
                  </a:cubicBezTo>
                  <a:cubicBezTo>
                    <a:pt x="807" y="857"/>
                    <a:pt x="807" y="857"/>
                    <a:pt x="807" y="857"/>
                  </a:cubicBezTo>
                  <a:cubicBezTo>
                    <a:pt x="807" y="858"/>
                    <a:pt x="807" y="858"/>
                    <a:pt x="807" y="858"/>
                  </a:cubicBezTo>
                  <a:cubicBezTo>
                    <a:pt x="804" y="860"/>
                    <a:pt x="801" y="863"/>
                    <a:pt x="798" y="867"/>
                  </a:cubicBezTo>
                  <a:cubicBezTo>
                    <a:pt x="799" y="867"/>
                    <a:pt x="799" y="867"/>
                    <a:pt x="799" y="867"/>
                  </a:cubicBezTo>
                  <a:cubicBezTo>
                    <a:pt x="797" y="869"/>
                    <a:pt x="797" y="869"/>
                    <a:pt x="797" y="869"/>
                  </a:cubicBezTo>
                  <a:cubicBezTo>
                    <a:pt x="794" y="874"/>
                    <a:pt x="791" y="880"/>
                    <a:pt x="788" y="888"/>
                  </a:cubicBezTo>
                  <a:cubicBezTo>
                    <a:pt x="788" y="888"/>
                    <a:pt x="788" y="888"/>
                    <a:pt x="788" y="888"/>
                  </a:cubicBezTo>
                  <a:cubicBezTo>
                    <a:pt x="787" y="890"/>
                    <a:pt x="787" y="890"/>
                    <a:pt x="787" y="890"/>
                  </a:cubicBezTo>
                  <a:cubicBezTo>
                    <a:pt x="786" y="890"/>
                    <a:pt x="786" y="890"/>
                    <a:pt x="786" y="890"/>
                  </a:cubicBezTo>
                  <a:cubicBezTo>
                    <a:pt x="779" y="895"/>
                    <a:pt x="773" y="903"/>
                    <a:pt x="766" y="917"/>
                  </a:cubicBezTo>
                  <a:cubicBezTo>
                    <a:pt x="766" y="917"/>
                    <a:pt x="766" y="917"/>
                    <a:pt x="766" y="917"/>
                  </a:cubicBezTo>
                  <a:cubicBezTo>
                    <a:pt x="765" y="919"/>
                    <a:pt x="765" y="919"/>
                    <a:pt x="765" y="919"/>
                  </a:cubicBezTo>
                  <a:cubicBezTo>
                    <a:pt x="764" y="919"/>
                    <a:pt x="764" y="919"/>
                    <a:pt x="764" y="919"/>
                  </a:cubicBezTo>
                  <a:cubicBezTo>
                    <a:pt x="757" y="923"/>
                    <a:pt x="750" y="931"/>
                    <a:pt x="742" y="945"/>
                  </a:cubicBezTo>
                  <a:cubicBezTo>
                    <a:pt x="742" y="945"/>
                    <a:pt x="742" y="945"/>
                    <a:pt x="742" y="945"/>
                  </a:cubicBezTo>
                  <a:cubicBezTo>
                    <a:pt x="741" y="946"/>
                    <a:pt x="741" y="946"/>
                    <a:pt x="741" y="946"/>
                  </a:cubicBezTo>
                  <a:cubicBezTo>
                    <a:pt x="740" y="947"/>
                    <a:pt x="740" y="947"/>
                    <a:pt x="740" y="947"/>
                  </a:cubicBezTo>
                  <a:cubicBezTo>
                    <a:pt x="737" y="948"/>
                    <a:pt x="733" y="951"/>
                    <a:pt x="730" y="954"/>
                  </a:cubicBezTo>
                  <a:cubicBezTo>
                    <a:pt x="730" y="954"/>
                    <a:pt x="730" y="954"/>
                    <a:pt x="730" y="954"/>
                  </a:cubicBezTo>
                  <a:cubicBezTo>
                    <a:pt x="728" y="955"/>
                    <a:pt x="728" y="955"/>
                    <a:pt x="728" y="955"/>
                  </a:cubicBezTo>
                  <a:cubicBezTo>
                    <a:pt x="724" y="959"/>
                    <a:pt x="719" y="964"/>
                    <a:pt x="715" y="972"/>
                  </a:cubicBezTo>
                  <a:cubicBezTo>
                    <a:pt x="715" y="972"/>
                    <a:pt x="715" y="972"/>
                    <a:pt x="715" y="972"/>
                  </a:cubicBezTo>
                  <a:cubicBezTo>
                    <a:pt x="713" y="973"/>
                    <a:pt x="713" y="973"/>
                    <a:pt x="713" y="973"/>
                  </a:cubicBezTo>
                  <a:cubicBezTo>
                    <a:pt x="713" y="973"/>
                    <a:pt x="713" y="973"/>
                    <a:pt x="713" y="973"/>
                  </a:cubicBezTo>
                  <a:cubicBezTo>
                    <a:pt x="705" y="976"/>
                    <a:pt x="697" y="983"/>
                    <a:pt x="687" y="995"/>
                  </a:cubicBezTo>
                  <a:cubicBezTo>
                    <a:pt x="687" y="995"/>
                    <a:pt x="687" y="995"/>
                    <a:pt x="687" y="995"/>
                  </a:cubicBezTo>
                  <a:cubicBezTo>
                    <a:pt x="685" y="996"/>
                    <a:pt x="685" y="996"/>
                    <a:pt x="685" y="996"/>
                  </a:cubicBezTo>
                  <a:cubicBezTo>
                    <a:pt x="685" y="996"/>
                    <a:pt x="685" y="996"/>
                    <a:pt x="685" y="996"/>
                  </a:cubicBezTo>
                  <a:cubicBezTo>
                    <a:pt x="677" y="999"/>
                    <a:pt x="668" y="1004"/>
                    <a:pt x="657" y="1016"/>
                  </a:cubicBezTo>
                  <a:cubicBezTo>
                    <a:pt x="657" y="1016"/>
                    <a:pt x="657" y="1016"/>
                    <a:pt x="657" y="1016"/>
                  </a:cubicBezTo>
                  <a:cubicBezTo>
                    <a:pt x="655" y="1017"/>
                    <a:pt x="655" y="1017"/>
                    <a:pt x="655" y="1017"/>
                  </a:cubicBezTo>
                  <a:cubicBezTo>
                    <a:pt x="655" y="1017"/>
                    <a:pt x="655" y="1017"/>
                    <a:pt x="655" y="1017"/>
                  </a:cubicBezTo>
                  <a:cubicBezTo>
                    <a:pt x="650" y="1018"/>
                    <a:pt x="646" y="1020"/>
                    <a:pt x="641" y="1022"/>
                  </a:cubicBezTo>
                  <a:cubicBezTo>
                    <a:pt x="641" y="1023"/>
                    <a:pt x="641" y="1023"/>
                    <a:pt x="641" y="1023"/>
                  </a:cubicBezTo>
                  <a:cubicBezTo>
                    <a:pt x="636" y="1025"/>
                    <a:pt x="630" y="1029"/>
                    <a:pt x="624" y="1035"/>
                  </a:cubicBezTo>
                  <a:cubicBezTo>
                    <a:pt x="624" y="1035"/>
                    <a:pt x="624" y="1035"/>
                    <a:pt x="624" y="1035"/>
                  </a:cubicBezTo>
                  <a:cubicBezTo>
                    <a:pt x="622" y="1036"/>
                    <a:pt x="622" y="1036"/>
                    <a:pt x="622" y="1036"/>
                  </a:cubicBezTo>
                  <a:cubicBezTo>
                    <a:pt x="622" y="1036"/>
                    <a:pt x="622" y="1036"/>
                    <a:pt x="622" y="1036"/>
                  </a:cubicBezTo>
                  <a:cubicBezTo>
                    <a:pt x="613" y="1036"/>
                    <a:pt x="604" y="1040"/>
                    <a:pt x="591" y="1049"/>
                  </a:cubicBezTo>
                  <a:cubicBezTo>
                    <a:pt x="591" y="1050"/>
                    <a:pt x="591" y="1050"/>
                    <a:pt x="591" y="1050"/>
                  </a:cubicBezTo>
                  <a:cubicBezTo>
                    <a:pt x="589" y="1050"/>
                    <a:pt x="589" y="1050"/>
                    <a:pt x="589" y="1050"/>
                  </a:cubicBezTo>
                  <a:cubicBezTo>
                    <a:pt x="588" y="1050"/>
                    <a:pt x="588" y="1050"/>
                    <a:pt x="588" y="1050"/>
                  </a:cubicBezTo>
                  <a:cubicBezTo>
                    <a:pt x="580" y="1050"/>
                    <a:pt x="570" y="1053"/>
                    <a:pt x="557" y="1061"/>
                  </a:cubicBezTo>
                  <a:cubicBezTo>
                    <a:pt x="556" y="1061"/>
                    <a:pt x="556" y="1061"/>
                    <a:pt x="556" y="1061"/>
                  </a:cubicBezTo>
                  <a:cubicBezTo>
                    <a:pt x="554" y="1062"/>
                    <a:pt x="554" y="1062"/>
                    <a:pt x="554" y="1062"/>
                  </a:cubicBezTo>
                  <a:cubicBezTo>
                    <a:pt x="554" y="1062"/>
                    <a:pt x="554" y="1062"/>
                    <a:pt x="554" y="1062"/>
                  </a:cubicBezTo>
                  <a:cubicBezTo>
                    <a:pt x="553" y="1062"/>
                    <a:pt x="552" y="1062"/>
                    <a:pt x="551" y="1062"/>
                  </a:cubicBezTo>
                  <a:cubicBezTo>
                    <a:pt x="548" y="1062"/>
                    <a:pt x="545" y="1062"/>
                    <a:pt x="542" y="1062"/>
                  </a:cubicBezTo>
                  <a:cubicBezTo>
                    <a:pt x="542" y="1063"/>
                    <a:pt x="542" y="1063"/>
                    <a:pt x="542" y="1063"/>
                  </a:cubicBezTo>
                  <a:cubicBezTo>
                    <a:pt x="539" y="1063"/>
                    <a:pt x="539" y="1063"/>
                    <a:pt x="539" y="1063"/>
                  </a:cubicBezTo>
                  <a:cubicBezTo>
                    <a:pt x="534" y="1064"/>
                    <a:pt x="527" y="1066"/>
                    <a:pt x="520" y="1070"/>
                  </a:cubicBezTo>
                  <a:cubicBezTo>
                    <a:pt x="519" y="1070"/>
                    <a:pt x="519" y="1070"/>
                    <a:pt x="519" y="1070"/>
                  </a:cubicBezTo>
                  <a:cubicBezTo>
                    <a:pt x="517" y="1070"/>
                    <a:pt x="517" y="1070"/>
                    <a:pt x="517" y="1070"/>
                  </a:cubicBezTo>
                  <a:cubicBezTo>
                    <a:pt x="517" y="1070"/>
                    <a:pt x="517" y="1070"/>
                    <a:pt x="517" y="1070"/>
                  </a:cubicBezTo>
                  <a:cubicBezTo>
                    <a:pt x="515" y="1069"/>
                    <a:pt x="512" y="1069"/>
                    <a:pt x="509" y="1069"/>
                  </a:cubicBezTo>
                  <a:cubicBezTo>
                    <a:pt x="502" y="1069"/>
                    <a:pt x="494" y="1070"/>
                    <a:pt x="484" y="1074"/>
                  </a:cubicBezTo>
                  <a:cubicBezTo>
                    <a:pt x="484" y="1074"/>
                    <a:pt x="484" y="1074"/>
                    <a:pt x="484" y="1074"/>
                  </a:cubicBezTo>
                  <a:cubicBezTo>
                    <a:pt x="482" y="1074"/>
                    <a:pt x="482" y="1074"/>
                    <a:pt x="482" y="1074"/>
                  </a:cubicBezTo>
                  <a:cubicBezTo>
                    <a:pt x="481" y="1074"/>
                    <a:pt x="481" y="1074"/>
                    <a:pt x="481" y="1074"/>
                  </a:cubicBezTo>
                  <a:cubicBezTo>
                    <a:pt x="477" y="1073"/>
                    <a:pt x="473" y="1072"/>
                    <a:pt x="468" y="1072"/>
                  </a:cubicBezTo>
                  <a:cubicBezTo>
                    <a:pt x="463" y="1072"/>
                    <a:pt x="456" y="1073"/>
                    <a:pt x="448" y="1075"/>
                  </a:cubicBezTo>
                  <a:cubicBezTo>
                    <a:pt x="447" y="1075"/>
                    <a:pt x="447" y="1075"/>
                    <a:pt x="447" y="1075"/>
                  </a:cubicBezTo>
                  <a:cubicBezTo>
                    <a:pt x="447" y="1075"/>
                    <a:pt x="447" y="1075"/>
                    <a:pt x="447" y="1075"/>
                  </a:cubicBezTo>
                  <a:cubicBezTo>
                    <a:pt x="445" y="1075"/>
                    <a:pt x="445" y="1075"/>
                    <a:pt x="445" y="1075"/>
                  </a:cubicBezTo>
                  <a:cubicBezTo>
                    <a:pt x="445" y="1074"/>
                    <a:pt x="445" y="1074"/>
                    <a:pt x="445" y="1074"/>
                  </a:cubicBezTo>
                  <a:cubicBezTo>
                    <a:pt x="442" y="1073"/>
                    <a:pt x="438" y="1072"/>
                    <a:pt x="433" y="1071"/>
                  </a:cubicBezTo>
                  <a:cubicBezTo>
                    <a:pt x="433" y="1072"/>
                    <a:pt x="433" y="1072"/>
                    <a:pt x="433" y="1072"/>
                  </a:cubicBezTo>
                  <a:cubicBezTo>
                    <a:pt x="431" y="1071"/>
                    <a:pt x="431" y="1071"/>
                    <a:pt x="431" y="1071"/>
                  </a:cubicBezTo>
                  <a:cubicBezTo>
                    <a:pt x="429" y="1071"/>
                    <a:pt x="426" y="1071"/>
                    <a:pt x="424" y="1071"/>
                  </a:cubicBezTo>
                  <a:cubicBezTo>
                    <a:pt x="420" y="1071"/>
                    <a:pt x="415" y="1071"/>
                    <a:pt x="410" y="1072"/>
                  </a:cubicBezTo>
                  <a:cubicBezTo>
                    <a:pt x="410" y="1072"/>
                    <a:pt x="410" y="1072"/>
                    <a:pt x="410" y="1072"/>
                  </a:cubicBezTo>
                  <a:cubicBezTo>
                    <a:pt x="408" y="1071"/>
                    <a:pt x="408" y="1071"/>
                    <a:pt x="408" y="1071"/>
                  </a:cubicBezTo>
                  <a:cubicBezTo>
                    <a:pt x="407" y="1071"/>
                    <a:pt x="407" y="1071"/>
                    <a:pt x="407" y="1071"/>
                  </a:cubicBezTo>
                  <a:cubicBezTo>
                    <a:pt x="400" y="1067"/>
                    <a:pt x="391" y="1065"/>
                    <a:pt x="377" y="1065"/>
                  </a:cubicBezTo>
                  <a:cubicBezTo>
                    <a:pt x="374" y="1065"/>
                    <a:pt x="374" y="1065"/>
                    <a:pt x="374" y="1065"/>
                  </a:cubicBezTo>
                  <a:cubicBezTo>
                    <a:pt x="374" y="1065"/>
                    <a:pt x="374" y="1065"/>
                    <a:pt x="374" y="1065"/>
                  </a:cubicBezTo>
                  <a:cubicBezTo>
                    <a:pt x="372" y="1065"/>
                    <a:pt x="372" y="1065"/>
                    <a:pt x="372" y="1065"/>
                  </a:cubicBezTo>
                  <a:cubicBezTo>
                    <a:pt x="372" y="1064"/>
                    <a:pt x="372" y="1064"/>
                    <a:pt x="372" y="1064"/>
                  </a:cubicBezTo>
                  <a:cubicBezTo>
                    <a:pt x="365" y="1059"/>
                    <a:pt x="355" y="1056"/>
                    <a:pt x="340" y="1055"/>
                  </a:cubicBezTo>
                  <a:cubicBezTo>
                    <a:pt x="339" y="1055"/>
                    <a:pt x="339" y="1055"/>
                    <a:pt x="339" y="1055"/>
                  </a:cubicBezTo>
                  <a:cubicBezTo>
                    <a:pt x="338" y="1054"/>
                    <a:pt x="338" y="1054"/>
                    <a:pt x="338" y="1054"/>
                  </a:cubicBezTo>
                  <a:cubicBezTo>
                    <a:pt x="337" y="1054"/>
                    <a:pt x="337" y="1054"/>
                    <a:pt x="337" y="1054"/>
                  </a:cubicBezTo>
                  <a:cubicBezTo>
                    <a:pt x="334" y="1051"/>
                    <a:pt x="331" y="1049"/>
                    <a:pt x="327" y="1047"/>
                  </a:cubicBezTo>
                  <a:cubicBezTo>
                    <a:pt x="326" y="1047"/>
                    <a:pt x="326" y="1047"/>
                    <a:pt x="326" y="1047"/>
                  </a:cubicBezTo>
                  <a:cubicBezTo>
                    <a:pt x="325" y="1046"/>
                    <a:pt x="325" y="1046"/>
                    <a:pt x="325" y="1046"/>
                  </a:cubicBezTo>
                  <a:cubicBezTo>
                    <a:pt x="319" y="1044"/>
                    <a:pt x="313" y="1042"/>
                    <a:pt x="304" y="1040"/>
                  </a:cubicBezTo>
                  <a:cubicBezTo>
                    <a:pt x="304" y="1040"/>
                    <a:pt x="304" y="1040"/>
                    <a:pt x="304" y="1040"/>
                  </a:cubicBezTo>
                  <a:cubicBezTo>
                    <a:pt x="302" y="1040"/>
                    <a:pt x="302" y="1040"/>
                    <a:pt x="302" y="1040"/>
                  </a:cubicBezTo>
                  <a:cubicBezTo>
                    <a:pt x="302" y="1039"/>
                    <a:pt x="302" y="1039"/>
                    <a:pt x="302" y="1039"/>
                  </a:cubicBezTo>
                  <a:cubicBezTo>
                    <a:pt x="296" y="1033"/>
                    <a:pt x="287" y="1028"/>
                    <a:pt x="272" y="1024"/>
                  </a:cubicBezTo>
                  <a:cubicBezTo>
                    <a:pt x="272" y="1024"/>
                    <a:pt x="272" y="1024"/>
                    <a:pt x="272" y="1024"/>
                  </a:cubicBezTo>
                  <a:cubicBezTo>
                    <a:pt x="270" y="1023"/>
                    <a:pt x="270" y="1023"/>
                    <a:pt x="270" y="1023"/>
                  </a:cubicBezTo>
                  <a:cubicBezTo>
                    <a:pt x="270" y="1022"/>
                    <a:pt x="270" y="1022"/>
                    <a:pt x="270" y="1022"/>
                  </a:cubicBezTo>
                  <a:cubicBezTo>
                    <a:pt x="265" y="1015"/>
                    <a:pt x="256" y="1010"/>
                    <a:pt x="242" y="1004"/>
                  </a:cubicBezTo>
                  <a:cubicBezTo>
                    <a:pt x="242" y="1004"/>
                    <a:pt x="242" y="1004"/>
                    <a:pt x="242" y="1004"/>
                  </a:cubicBezTo>
                  <a:cubicBezTo>
                    <a:pt x="240" y="1003"/>
                    <a:pt x="240" y="1003"/>
                    <a:pt x="240" y="1003"/>
                  </a:cubicBezTo>
                  <a:cubicBezTo>
                    <a:pt x="240" y="1002"/>
                    <a:pt x="240" y="1002"/>
                    <a:pt x="240" y="1002"/>
                  </a:cubicBezTo>
                  <a:cubicBezTo>
                    <a:pt x="237" y="999"/>
                    <a:pt x="234" y="995"/>
                    <a:pt x="230" y="992"/>
                  </a:cubicBezTo>
                  <a:cubicBezTo>
                    <a:pt x="229" y="992"/>
                    <a:pt x="229" y="992"/>
                    <a:pt x="229" y="992"/>
                  </a:cubicBezTo>
                  <a:cubicBezTo>
                    <a:pt x="225" y="988"/>
                    <a:pt x="219" y="984"/>
                    <a:pt x="212" y="980"/>
                  </a:cubicBezTo>
                  <a:cubicBezTo>
                    <a:pt x="211" y="980"/>
                    <a:pt x="211" y="980"/>
                    <a:pt x="211" y="980"/>
                  </a:cubicBezTo>
                  <a:cubicBezTo>
                    <a:pt x="210" y="979"/>
                    <a:pt x="210" y="979"/>
                    <a:pt x="210" y="979"/>
                  </a:cubicBezTo>
                  <a:cubicBezTo>
                    <a:pt x="210" y="979"/>
                    <a:pt x="210" y="979"/>
                    <a:pt x="210" y="979"/>
                  </a:cubicBezTo>
                  <a:cubicBezTo>
                    <a:pt x="206" y="971"/>
                    <a:pt x="199" y="964"/>
                    <a:pt x="185" y="956"/>
                  </a:cubicBezTo>
                  <a:cubicBezTo>
                    <a:pt x="185" y="956"/>
                    <a:pt x="185" y="956"/>
                    <a:pt x="185" y="956"/>
                  </a:cubicBezTo>
                  <a:cubicBezTo>
                    <a:pt x="183" y="954"/>
                    <a:pt x="183" y="954"/>
                    <a:pt x="183" y="954"/>
                  </a:cubicBezTo>
                  <a:cubicBezTo>
                    <a:pt x="183" y="954"/>
                    <a:pt x="183" y="954"/>
                    <a:pt x="183" y="954"/>
                  </a:cubicBezTo>
                  <a:cubicBezTo>
                    <a:pt x="180" y="946"/>
                    <a:pt x="173" y="938"/>
                    <a:pt x="160" y="929"/>
                  </a:cubicBezTo>
                  <a:cubicBezTo>
                    <a:pt x="160" y="929"/>
                    <a:pt x="160" y="929"/>
                    <a:pt x="160" y="929"/>
                  </a:cubicBezTo>
                  <a:cubicBezTo>
                    <a:pt x="159" y="927"/>
                    <a:pt x="159" y="927"/>
                    <a:pt x="159" y="927"/>
                  </a:cubicBezTo>
                  <a:cubicBezTo>
                    <a:pt x="158" y="927"/>
                    <a:pt x="158" y="927"/>
                    <a:pt x="158" y="927"/>
                  </a:cubicBezTo>
                  <a:cubicBezTo>
                    <a:pt x="157" y="923"/>
                    <a:pt x="155" y="919"/>
                    <a:pt x="152" y="915"/>
                  </a:cubicBezTo>
                  <a:cubicBezTo>
                    <a:pt x="150" y="912"/>
                    <a:pt x="150" y="912"/>
                    <a:pt x="150" y="912"/>
                  </a:cubicBezTo>
                  <a:cubicBezTo>
                    <a:pt x="147" y="908"/>
                    <a:pt x="142" y="904"/>
                    <a:pt x="136" y="899"/>
                  </a:cubicBezTo>
                  <a:cubicBezTo>
                    <a:pt x="136" y="899"/>
                    <a:pt x="136" y="899"/>
                    <a:pt x="136" y="899"/>
                  </a:cubicBezTo>
                  <a:cubicBezTo>
                    <a:pt x="135" y="897"/>
                    <a:pt x="135" y="897"/>
                    <a:pt x="135" y="897"/>
                  </a:cubicBezTo>
                  <a:cubicBezTo>
                    <a:pt x="135" y="897"/>
                    <a:pt x="135" y="897"/>
                    <a:pt x="135" y="897"/>
                  </a:cubicBezTo>
                  <a:cubicBezTo>
                    <a:pt x="132" y="888"/>
                    <a:pt x="127" y="879"/>
                    <a:pt x="116" y="869"/>
                  </a:cubicBezTo>
                  <a:cubicBezTo>
                    <a:pt x="116" y="868"/>
                    <a:pt x="116" y="868"/>
                    <a:pt x="116" y="868"/>
                  </a:cubicBezTo>
                  <a:cubicBezTo>
                    <a:pt x="114" y="867"/>
                    <a:pt x="114" y="867"/>
                    <a:pt x="114" y="867"/>
                  </a:cubicBezTo>
                  <a:cubicBezTo>
                    <a:pt x="114" y="866"/>
                    <a:pt x="114" y="866"/>
                    <a:pt x="114" y="866"/>
                  </a:cubicBezTo>
                  <a:cubicBezTo>
                    <a:pt x="113" y="858"/>
                    <a:pt x="108" y="849"/>
                    <a:pt x="97" y="837"/>
                  </a:cubicBezTo>
                  <a:cubicBezTo>
                    <a:pt x="97" y="837"/>
                    <a:pt x="97" y="837"/>
                    <a:pt x="97" y="837"/>
                  </a:cubicBezTo>
                  <a:cubicBezTo>
                    <a:pt x="96" y="835"/>
                    <a:pt x="96" y="835"/>
                    <a:pt x="96" y="835"/>
                  </a:cubicBezTo>
                  <a:cubicBezTo>
                    <a:pt x="96" y="834"/>
                    <a:pt x="96" y="834"/>
                    <a:pt x="96" y="834"/>
                  </a:cubicBezTo>
                  <a:cubicBezTo>
                    <a:pt x="96" y="831"/>
                    <a:pt x="94" y="827"/>
                    <a:pt x="93" y="822"/>
                  </a:cubicBezTo>
                  <a:cubicBezTo>
                    <a:pt x="92" y="822"/>
                    <a:pt x="92" y="822"/>
                    <a:pt x="92" y="822"/>
                  </a:cubicBezTo>
                  <a:cubicBezTo>
                    <a:pt x="92" y="820"/>
                    <a:pt x="92" y="820"/>
                    <a:pt x="92" y="820"/>
                  </a:cubicBezTo>
                  <a:cubicBezTo>
                    <a:pt x="89" y="815"/>
                    <a:pt x="86" y="809"/>
                    <a:pt x="80" y="802"/>
                  </a:cubicBezTo>
                  <a:cubicBezTo>
                    <a:pt x="80" y="802"/>
                    <a:pt x="80" y="802"/>
                    <a:pt x="80" y="802"/>
                  </a:cubicBezTo>
                  <a:cubicBezTo>
                    <a:pt x="79" y="800"/>
                    <a:pt x="79" y="800"/>
                    <a:pt x="79" y="800"/>
                  </a:cubicBezTo>
                  <a:cubicBezTo>
                    <a:pt x="79" y="800"/>
                    <a:pt x="79" y="800"/>
                    <a:pt x="79" y="800"/>
                  </a:cubicBezTo>
                  <a:cubicBezTo>
                    <a:pt x="79" y="791"/>
                    <a:pt x="75" y="782"/>
                    <a:pt x="66" y="768"/>
                  </a:cubicBezTo>
                  <a:cubicBezTo>
                    <a:pt x="66" y="768"/>
                    <a:pt x="66" y="768"/>
                    <a:pt x="66" y="768"/>
                  </a:cubicBezTo>
                  <a:cubicBezTo>
                    <a:pt x="65" y="766"/>
                    <a:pt x="65" y="766"/>
                    <a:pt x="65" y="766"/>
                  </a:cubicBezTo>
                  <a:cubicBezTo>
                    <a:pt x="65" y="766"/>
                    <a:pt x="65" y="766"/>
                    <a:pt x="65" y="766"/>
                  </a:cubicBezTo>
                  <a:cubicBezTo>
                    <a:pt x="65" y="757"/>
                    <a:pt x="63" y="747"/>
                    <a:pt x="54" y="734"/>
                  </a:cubicBezTo>
                  <a:cubicBezTo>
                    <a:pt x="54" y="733"/>
                    <a:pt x="54" y="733"/>
                    <a:pt x="54" y="733"/>
                  </a:cubicBezTo>
                  <a:cubicBezTo>
                    <a:pt x="54" y="731"/>
                    <a:pt x="54" y="731"/>
                    <a:pt x="54" y="731"/>
                  </a:cubicBezTo>
                  <a:cubicBezTo>
                    <a:pt x="54" y="731"/>
                    <a:pt x="54" y="731"/>
                    <a:pt x="54" y="731"/>
                  </a:cubicBezTo>
                  <a:cubicBezTo>
                    <a:pt x="54" y="730"/>
                    <a:pt x="54" y="729"/>
                    <a:pt x="54" y="728"/>
                  </a:cubicBezTo>
                  <a:cubicBezTo>
                    <a:pt x="54" y="725"/>
                    <a:pt x="53" y="722"/>
                    <a:pt x="53" y="718"/>
                  </a:cubicBezTo>
                  <a:cubicBezTo>
                    <a:pt x="53" y="718"/>
                    <a:pt x="53" y="718"/>
                    <a:pt x="53" y="718"/>
                  </a:cubicBezTo>
                  <a:cubicBezTo>
                    <a:pt x="52" y="716"/>
                    <a:pt x="52" y="716"/>
                    <a:pt x="52" y="716"/>
                  </a:cubicBezTo>
                  <a:cubicBezTo>
                    <a:pt x="51" y="710"/>
                    <a:pt x="48" y="704"/>
                    <a:pt x="44" y="696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4" y="694"/>
                    <a:pt x="44" y="694"/>
                    <a:pt x="44" y="694"/>
                  </a:cubicBezTo>
                  <a:cubicBezTo>
                    <a:pt x="44" y="694"/>
                    <a:pt x="44" y="694"/>
                    <a:pt x="44" y="694"/>
                  </a:cubicBezTo>
                  <a:cubicBezTo>
                    <a:pt x="44" y="692"/>
                    <a:pt x="44" y="691"/>
                    <a:pt x="44" y="689"/>
                  </a:cubicBezTo>
                  <a:cubicBezTo>
                    <a:pt x="44" y="681"/>
                    <a:pt x="42" y="672"/>
                    <a:pt x="37" y="660"/>
                  </a:cubicBezTo>
                  <a:cubicBezTo>
                    <a:pt x="37" y="660"/>
                    <a:pt x="37" y="660"/>
                    <a:pt x="37" y="660"/>
                  </a:cubicBezTo>
                  <a:cubicBezTo>
                    <a:pt x="36" y="658"/>
                    <a:pt x="36" y="658"/>
                    <a:pt x="36" y="658"/>
                  </a:cubicBezTo>
                  <a:cubicBezTo>
                    <a:pt x="37" y="658"/>
                    <a:pt x="37" y="658"/>
                    <a:pt x="37" y="658"/>
                  </a:cubicBezTo>
                  <a:cubicBezTo>
                    <a:pt x="37" y="655"/>
                    <a:pt x="37" y="653"/>
                    <a:pt x="37" y="650"/>
                  </a:cubicBezTo>
                  <a:cubicBezTo>
                    <a:pt x="37" y="643"/>
                    <a:pt x="36" y="634"/>
                    <a:pt x="32" y="624"/>
                  </a:cubicBezTo>
                  <a:cubicBezTo>
                    <a:pt x="32" y="624"/>
                    <a:pt x="32" y="624"/>
                    <a:pt x="32" y="624"/>
                  </a:cubicBezTo>
                  <a:cubicBezTo>
                    <a:pt x="31" y="622"/>
                    <a:pt x="31" y="622"/>
                    <a:pt x="31" y="622"/>
                  </a:cubicBezTo>
                  <a:cubicBezTo>
                    <a:pt x="31" y="621"/>
                    <a:pt x="31" y="621"/>
                    <a:pt x="31" y="621"/>
                  </a:cubicBezTo>
                  <a:cubicBezTo>
                    <a:pt x="32" y="618"/>
                    <a:pt x="33" y="615"/>
                    <a:pt x="33" y="611"/>
                  </a:cubicBezTo>
                  <a:cubicBezTo>
                    <a:pt x="33" y="610"/>
                    <a:pt x="33" y="609"/>
                    <a:pt x="33" y="609"/>
                  </a:cubicBezTo>
                  <a:cubicBezTo>
                    <a:pt x="32" y="609"/>
                    <a:pt x="32" y="609"/>
                    <a:pt x="32" y="609"/>
                  </a:cubicBezTo>
                  <a:cubicBezTo>
                    <a:pt x="32" y="606"/>
                    <a:pt x="32" y="606"/>
                    <a:pt x="32" y="606"/>
                  </a:cubicBezTo>
                  <a:cubicBezTo>
                    <a:pt x="32" y="600"/>
                    <a:pt x="31" y="594"/>
                    <a:pt x="28" y="585"/>
                  </a:cubicBezTo>
                  <a:cubicBezTo>
                    <a:pt x="28" y="585"/>
                    <a:pt x="28" y="585"/>
                    <a:pt x="28" y="585"/>
                  </a:cubicBezTo>
                  <a:cubicBezTo>
                    <a:pt x="28" y="585"/>
                    <a:pt x="28" y="585"/>
                    <a:pt x="28" y="585"/>
                  </a:cubicBezTo>
                  <a:cubicBezTo>
                    <a:pt x="28" y="583"/>
                    <a:pt x="28" y="583"/>
                    <a:pt x="28" y="583"/>
                  </a:cubicBezTo>
                  <a:cubicBezTo>
                    <a:pt x="28" y="583"/>
                    <a:pt x="28" y="583"/>
                    <a:pt x="28" y="583"/>
                  </a:cubicBezTo>
                  <a:cubicBezTo>
                    <a:pt x="30" y="579"/>
                    <a:pt x="30" y="574"/>
                    <a:pt x="30" y="569"/>
                  </a:cubicBezTo>
                  <a:cubicBezTo>
                    <a:pt x="30" y="563"/>
                    <a:pt x="29" y="556"/>
                    <a:pt x="27" y="549"/>
                  </a:cubicBezTo>
                  <a:cubicBezTo>
                    <a:pt x="27" y="548"/>
                    <a:pt x="27" y="548"/>
                    <a:pt x="27" y="548"/>
                  </a:cubicBezTo>
                  <a:cubicBezTo>
                    <a:pt x="27" y="548"/>
                    <a:pt x="27" y="548"/>
                    <a:pt x="27" y="548"/>
                  </a:cubicBezTo>
                  <a:cubicBezTo>
                    <a:pt x="27" y="546"/>
                    <a:pt x="27" y="546"/>
                    <a:pt x="27" y="546"/>
                  </a:cubicBezTo>
                  <a:cubicBezTo>
                    <a:pt x="28" y="546"/>
                    <a:pt x="28" y="546"/>
                    <a:pt x="28" y="546"/>
                  </a:cubicBezTo>
                  <a:cubicBezTo>
                    <a:pt x="29" y="541"/>
                    <a:pt x="30" y="536"/>
                    <a:pt x="30" y="529"/>
                  </a:cubicBezTo>
                  <a:cubicBezTo>
                    <a:pt x="30" y="524"/>
                    <a:pt x="30" y="518"/>
                    <a:pt x="29" y="512"/>
                  </a:cubicBezTo>
                  <a:cubicBezTo>
                    <a:pt x="29" y="511"/>
                    <a:pt x="29" y="511"/>
                    <a:pt x="29" y="511"/>
                  </a:cubicBezTo>
                  <a:cubicBezTo>
                    <a:pt x="29" y="510"/>
                    <a:pt x="29" y="510"/>
                    <a:pt x="29" y="510"/>
                  </a:cubicBezTo>
                  <a:cubicBezTo>
                    <a:pt x="29" y="509"/>
                    <a:pt x="29" y="509"/>
                    <a:pt x="29" y="509"/>
                  </a:cubicBezTo>
                  <a:cubicBezTo>
                    <a:pt x="31" y="505"/>
                    <a:pt x="32" y="500"/>
                    <a:pt x="32" y="495"/>
                  </a:cubicBezTo>
                  <a:cubicBezTo>
                    <a:pt x="32" y="495"/>
                    <a:pt x="32" y="495"/>
                    <a:pt x="32" y="495"/>
                  </a:cubicBezTo>
                  <a:cubicBezTo>
                    <a:pt x="33" y="492"/>
                    <a:pt x="33" y="489"/>
                    <a:pt x="33" y="486"/>
                  </a:cubicBezTo>
                  <a:cubicBezTo>
                    <a:pt x="33" y="482"/>
                    <a:pt x="33" y="478"/>
                    <a:pt x="32" y="473"/>
                  </a:cubicBezTo>
                  <a:cubicBezTo>
                    <a:pt x="32" y="473"/>
                    <a:pt x="32" y="473"/>
                    <a:pt x="32" y="473"/>
                  </a:cubicBezTo>
                  <a:cubicBezTo>
                    <a:pt x="32" y="471"/>
                    <a:pt x="32" y="471"/>
                    <a:pt x="32" y="471"/>
                  </a:cubicBezTo>
                  <a:cubicBezTo>
                    <a:pt x="32" y="471"/>
                    <a:pt x="32" y="471"/>
                    <a:pt x="32" y="471"/>
                  </a:cubicBezTo>
                  <a:cubicBezTo>
                    <a:pt x="36" y="464"/>
                    <a:pt x="38" y="456"/>
                    <a:pt x="38" y="444"/>
                  </a:cubicBezTo>
                  <a:cubicBezTo>
                    <a:pt x="38" y="442"/>
                    <a:pt x="38" y="439"/>
                    <a:pt x="38" y="437"/>
                  </a:cubicBezTo>
                  <a:cubicBezTo>
                    <a:pt x="38" y="437"/>
                    <a:pt x="38" y="437"/>
                    <a:pt x="38" y="437"/>
                  </a:cubicBezTo>
                  <a:cubicBezTo>
                    <a:pt x="38" y="435"/>
                    <a:pt x="38" y="435"/>
                    <a:pt x="38" y="435"/>
                  </a:cubicBezTo>
                  <a:cubicBezTo>
                    <a:pt x="38" y="434"/>
                    <a:pt x="38" y="434"/>
                    <a:pt x="38" y="434"/>
                  </a:cubicBezTo>
                  <a:cubicBezTo>
                    <a:pt x="43" y="427"/>
                    <a:pt x="45" y="417"/>
                    <a:pt x="45" y="401"/>
                  </a:cubicBezTo>
                  <a:cubicBezTo>
                    <a:pt x="45" y="401"/>
                    <a:pt x="45" y="401"/>
                    <a:pt x="45" y="401"/>
                  </a:cubicBezTo>
                  <a:cubicBezTo>
                    <a:pt x="45" y="401"/>
                    <a:pt x="45" y="401"/>
                    <a:pt x="45" y="401"/>
                  </a:cubicBezTo>
                  <a:cubicBezTo>
                    <a:pt x="46" y="399"/>
                    <a:pt x="46" y="399"/>
                    <a:pt x="46" y="399"/>
                  </a:cubicBezTo>
                  <a:cubicBezTo>
                    <a:pt x="46" y="398"/>
                    <a:pt x="46" y="398"/>
                    <a:pt x="46" y="398"/>
                  </a:cubicBezTo>
                  <a:cubicBezTo>
                    <a:pt x="48" y="395"/>
                    <a:pt x="50" y="391"/>
                    <a:pt x="52" y="387"/>
                  </a:cubicBezTo>
                  <a:cubicBezTo>
                    <a:pt x="51" y="387"/>
                    <a:pt x="51" y="387"/>
                    <a:pt x="51" y="387"/>
                  </a:cubicBezTo>
                  <a:cubicBezTo>
                    <a:pt x="52" y="385"/>
                    <a:pt x="52" y="385"/>
                    <a:pt x="52" y="385"/>
                  </a:cubicBezTo>
                  <a:cubicBezTo>
                    <a:pt x="54" y="379"/>
                    <a:pt x="55" y="372"/>
                    <a:pt x="56" y="364"/>
                  </a:cubicBezTo>
                  <a:cubicBezTo>
                    <a:pt x="56" y="363"/>
                    <a:pt x="56" y="363"/>
                    <a:pt x="56" y="363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6" y="361"/>
                    <a:pt x="56" y="361"/>
                    <a:pt x="56" y="361"/>
                  </a:cubicBezTo>
                  <a:cubicBezTo>
                    <a:pt x="62" y="355"/>
                    <a:pt x="66" y="345"/>
                    <a:pt x="68" y="329"/>
                  </a:cubicBezTo>
                  <a:cubicBezTo>
                    <a:pt x="68" y="329"/>
                    <a:pt x="68" y="329"/>
                    <a:pt x="68" y="329"/>
                  </a:cubicBezTo>
                  <a:cubicBezTo>
                    <a:pt x="68" y="327"/>
                    <a:pt x="68" y="327"/>
                    <a:pt x="68" y="327"/>
                  </a:cubicBezTo>
                  <a:cubicBezTo>
                    <a:pt x="69" y="327"/>
                    <a:pt x="69" y="327"/>
                    <a:pt x="69" y="327"/>
                  </a:cubicBezTo>
                  <a:cubicBezTo>
                    <a:pt x="74" y="320"/>
                    <a:pt x="79" y="311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3" y="293"/>
                    <a:pt x="83" y="293"/>
                    <a:pt x="83" y="293"/>
                  </a:cubicBezTo>
                  <a:cubicBezTo>
                    <a:pt x="83" y="293"/>
                    <a:pt x="83" y="293"/>
                    <a:pt x="83" y="293"/>
                  </a:cubicBezTo>
                  <a:cubicBezTo>
                    <a:pt x="86" y="290"/>
                    <a:pt x="89" y="287"/>
                    <a:pt x="91" y="282"/>
                  </a:cubicBezTo>
                  <a:cubicBezTo>
                    <a:pt x="91" y="282"/>
                    <a:pt x="91" y="282"/>
                    <a:pt x="91" y="282"/>
                  </a:cubicBezTo>
                  <a:cubicBezTo>
                    <a:pt x="92" y="281"/>
                    <a:pt x="92" y="281"/>
                    <a:pt x="92" y="281"/>
                  </a:cubicBezTo>
                  <a:cubicBezTo>
                    <a:pt x="94" y="275"/>
                    <a:pt x="97" y="269"/>
                    <a:pt x="99" y="261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59"/>
                    <a:pt x="100" y="259"/>
                    <a:pt x="100" y="259"/>
                  </a:cubicBezTo>
                  <a:cubicBezTo>
                    <a:pt x="100" y="259"/>
                    <a:pt x="100" y="259"/>
                    <a:pt x="100" y="259"/>
                  </a:cubicBezTo>
                  <a:cubicBezTo>
                    <a:pt x="107" y="253"/>
                    <a:pt x="113" y="244"/>
                    <a:pt x="118" y="229"/>
                  </a:cubicBezTo>
                  <a:cubicBezTo>
                    <a:pt x="118" y="229"/>
                    <a:pt x="118" y="229"/>
                    <a:pt x="118" y="229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26" y="222"/>
                    <a:pt x="133" y="214"/>
                    <a:pt x="139" y="199"/>
                  </a:cubicBezTo>
                  <a:cubicBezTo>
                    <a:pt x="139" y="199"/>
                    <a:pt x="139" y="199"/>
                    <a:pt x="139" y="199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3" y="195"/>
                    <a:pt x="147" y="192"/>
                    <a:pt x="150" y="189"/>
                  </a:cubicBezTo>
                  <a:cubicBezTo>
                    <a:pt x="150" y="189"/>
                    <a:pt x="150" y="189"/>
                    <a:pt x="150" y="189"/>
                  </a:cubicBezTo>
                  <a:cubicBezTo>
                    <a:pt x="151" y="187"/>
                    <a:pt x="151" y="187"/>
                    <a:pt x="151" y="187"/>
                  </a:cubicBezTo>
                  <a:cubicBezTo>
                    <a:pt x="155" y="182"/>
                    <a:pt x="159" y="177"/>
                    <a:pt x="163" y="169"/>
                  </a:cubicBezTo>
                  <a:cubicBezTo>
                    <a:pt x="163" y="169"/>
                    <a:pt x="163" y="169"/>
                    <a:pt x="163" y="169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7"/>
                    <a:pt x="164" y="167"/>
                    <a:pt x="164" y="167"/>
                  </a:cubicBezTo>
                  <a:cubicBezTo>
                    <a:pt x="172" y="163"/>
                    <a:pt x="180" y="156"/>
                    <a:pt x="188" y="143"/>
                  </a:cubicBezTo>
                  <a:cubicBezTo>
                    <a:pt x="188" y="142"/>
                    <a:pt x="188" y="142"/>
                    <a:pt x="188" y="142"/>
                  </a:cubicBezTo>
                  <a:cubicBezTo>
                    <a:pt x="189" y="141"/>
                    <a:pt x="189" y="141"/>
                    <a:pt x="189" y="141"/>
                  </a:cubicBezTo>
                  <a:cubicBezTo>
                    <a:pt x="190" y="141"/>
                    <a:pt x="190" y="141"/>
                    <a:pt x="190" y="141"/>
                  </a:cubicBezTo>
                  <a:cubicBezTo>
                    <a:pt x="197" y="137"/>
                    <a:pt x="205" y="131"/>
                    <a:pt x="215" y="118"/>
                  </a:cubicBezTo>
                  <a:cubicBezTo>
                    <a:pt x="215" y="118"/>
                    <a:pt x="215" y="118"/>
                    <a:pt x="215" y="118"/>
                  </a:cubicBezTo>
                  <a:cubicBezTo>
                    <a:pt x="216" y="117"/>
                    <a:pt x="216" y="117"/>
                    <a:pt x="216" y="117"/>
                  </a:cubicBezTo>
                  <a:cubicBezTo>
                    <a:pt x="216" y="117"/>
                    <a:pt x="216" y="117"/>
                    <a:pt x="216" y="117"/>
                  </a:cubicBezTo>
                  <a:cubicBezTo>
                    <a:pt x="220" y="115"/>
                    <a:pt x="224" y="113"/>
                    <a:pt x="228" y="111"/>
                  </a:cubicBezTo>
                  <a:cubicBezTo>
                    <a:pt x="228" y="111"/>
                    <a:pt x="228" y="111"/>
                    <a:pt x="228" y="111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34" y="106"/>
                    <a:pt x="239" y="101"/>
                    <a:pt x="245" y="95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247" y="94"/>
                    <a:pt x="247" y="94"/>
                    <a:pt x="247" y="94"/>
                  </a:cubicBezTo>
                  <a:cubicBezTo>
                    <a:pt x="247" y="94"/>
                    <a:pt x="247" y="94"/>
                    <a:pt x="247" y="94"/>
                  </a:cubicBezTo>
                  <a:cubicBezTo>
                    <a:pt x="255" y="91"/>
                    <a:pt x="264" y="87"/>
                    <a:pt x="276" y="76"/>
                  </a:cubicBezTo>
                  <a:cubicBezTo>
                    <a:pt x="276" y="75"/>
                    <a:pt x="276" y="75"/>
                    <a:pt x="276" y="75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86" y="73"/>
                    <a:pt x="296" y="69"/>
                    <a:pt x="308" y="59"/>
                  </a:cubicBezTo>
                  <a:cubicBezTo>
                    <a:pt x="308" y="59"/>
                    <a:pt x="308" y="59"/>
                    <a:pt x="308" y="59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4" y="58"/>
                    <a:pt x="318" y="57"/>
                    <a:pt x="323" y="55"/>
                  </a:cubicBezTo>
                  <a:cubicBezTo>
                    <a:pt x="325" y="55"/>
                    <a:pt x="325" y="55"/>
                    <a:pt x="325" y="55"/>
                  </a:cubicBezTo>
                  <a:cubicBezTo>
                    <a:pt x="330" y="53"/>
                    <a:pt x="336" y="50"/>
                    <a:pt x="343" y="45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5" y="44"/>
                    <a:pt x="345" y="44"/>
                    <a:pt x="345" y="44"/>
                  </a:cubicBezTo>
                  <a:cubicBezTo>
                    <a:pt x="346" y="44"/>
                    <a:pt x="346" y="44"/>
                    <a:pt x="346" y="44"/>
                  </a:cubicBezTo>
                  <a:cubicBezTo>
                    <a:pt x="346" y="44"/>
                    <a:pt x="346" y="44"/>
                    <a:pt x="347" y="44"/>
                  </a:cubicBezTo>
                  <a:cubicBezTo>
                    <a:pt x="355" y="44"/>
                    <a:pt x="365" y="42"/>
                    <a:pt x="378" y="35"/>
                  </a:cubicBezTo>
                  <a:cubicBezTo>
                    <a:pt x="378" y="35"/>
                    <a:pt x="378" y="35"/>
                    <a:pt x="378" y="35"/>
                  </a:cubicBezTo>
                  <a:cubicBezTo>
                    <a:pt x="380" y="35"/>
                    <a:pt x="380" y="35"/>
                    <a:pt x="380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2" y="35"/>
                    <a:pt x="384" y="35"/>
                    <a:pt x="386" y="35"/>
                  </a:cubicBezTo>
                  <a:cubicBezTo>
                    <a:pt x="394" y="35"/>
                    <a:pt x="402" y="34"/>
                    <a:pt x="414" y="29"/>
                  </a:cubicBezTo>
                  <a:cubicBezTo>
                    <a:pt x="414" y="29"/>
                    <a:pt x="414" y="29"/>
                    <a:pt x="414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9" y="30"/>
                    <a:pt x="423" y="30"/>
                    <a:pt x="427" y="30"/>
                  </a:cubicBezTo>
                  <a:cubicBezTo>
                    <a:pt x="427" y="30"/>
                    <a:pt x="428" y="30"/>
                    <a:pt x="429" y="30"/>
                  </a:cubicBezTo>
                  <a:cubicBezTo>
                    <a:pt x="431" y="30"/>
                    <a:pt x="431" y="30"/>
                    <a:pt x="431" y="30"/>
                  </a:cubicBezTo>
                  <a:cubicBezTo>
                    <a:pt x="437" y="29"/>
                    <a:pt x="443" y="29"/>
                    <a:pt x="451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9" y="28"/>
                    <a:pt x="464" y="29"/>
                    <a:pt x="471" y="29"/>
                  </a:cubicBezTo>
                  <a:cubicBezTo>
                    <a:pt x="476" y="29"/>
                    <a:pt x="481" y="29"/>
                    <a:pt x="488" y="27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90" y="28"/>
                    <a:pt x="490" y="28"/>
                    <a:pt x="490" y="28"/>
                  </a:cubicBezTo>
                  <a:cubicBezTo>
                    <a:pt x="490" y="28"/>
                    <a:pt x="490" y="28"/>
                    <a:pt x="490" y="28"/>
                  </a:cubicBezTo>
                  <a:cubicBezTo>
                    <a:pt x="496" y="31"/>
                    <a:pt x="504" y="33"/>
                    <a:pt x="515" y="33"/>
                  </a:cubicBezTo>
                  <a:cubicBezTo>
                    <a:pt x="517" y="33"/>
                    <a:pt x="520" y="32"/>
                    <a:pt x="523" y="32"/>
                  </a:cubicBezTo>
                  <a:cubicBezTo>
                    <a:pt x="524" y="32"/>
                    <a:pt x="524" y="32"/>
                    <a:pt x="524" y="32"/>
                  </a:cubicBezTo>
                  <a:cubicBezTo>
                    <a:pt x="526" y="33"/>
                    <a:pt x="526" y="33"/>
                    <a:pt x="526" y="33"/>
                  </a:cubicBezTo>
                  <a:cubicBezTo>
                    <a:pt x="526" y="33"/>
                    <a:pt x="526" y="33"/>
                    <a:pt x="526" y="33"/>
                  </a:cubicBezTo>
                  <a:cubicBezTo>
                    <a:pt x="529" y="35"/>
                    <a:pt x="533" y="37"/>
                    <a:pt x="538" y="38"/>
                  </a:cubicBezTo>
                  <a:cubicBezTo>
                    <a:pt x="538" y="38"/>
                    <a:pt x="538" y="38"/>
                    <a:pt x="538" y="38"/>
                  </a:cubicBezTo>
                  <a:cubicBezTo>
                    <a:pt x="540" y="38"/>
                    <a:pt x="540" y="38"/>
                    <a:pt x="540" y="38"/>
                  </a:cubicBezTo>
                  <a:cubicBezTo>
                    <a:pt x="545" y="40"/>
                    <a:pt x="552" y="41"/>
                    <a:pt x="560" y="41"/>
                  </a:cubicBezTo>
                  <a:cubicBezTo>
                    <a:pt x="560" y="41"/>
                    <a:pt x="560" y="41"/>
                    <a:pt x="560" y="41"/>
                  </a:cubicBezTo>
                  <a:cubicBezTo>
                    <a:pt x="562" y="42"/>
                    <a:pt x="562" y="42"/>
                    <a:pt x="562" y="42"/>
                  </a:cubicBezTo>
                  <a:cubicBezTo>
                    <a:pt x="563" y="42"/>
                    <a:pt x="563" y="42"/>
                    <a:pt x="563" y="42"/>
                  </a:cubicBezTo>
                  <a:cubicBezTo>
                    <a:pt x="569" y="47"/>
                    <a:pt x="579" y="51"/>
                    <a:pt x="594" y="53"/>
                  </a:cubicBezTo>
                  <a:cubicBezTo>
                    <a:pt x="595" y="53"/>
                    <a:pt x="595" y="53"/>
                    <a:pt x="595" y="53"/>
                  </a:cubicBezTo>
                  <a:cubicBezTo>
                    <a:pt x="596" y="54"/>
                    <a:pt x="596" y="54"/>
                    <a:pt x="596" y="54"/>
                  </a:cubicBezTo>
                  <a:cubicBezTo>
                    <a:pt x="597" y="54"/>
                    <a:pt x="597" y="54"/>
                    <a:pt x="597" y="54"/>
                  </a:cubicBezTo>
                  <a:cubicBezTo>
                    <a:pt x="603" y="60"/>
                    <a:pt x="612" y="65"/>
                    <a:pt x="627" y="68"/>
                  </a:cubicBezTo>
                  <a:cubicBezTo>
                    <a:pt x="628" y="68"/>
                    <a:pt x="628" y="68"/>
                    <a:pt x="628" y="68"/>
                  </a:cubicBezTo>
                  <a:cubicBezTo>
                    <a:pt x="629" y="69"/>
                    <a:pt x="629" y="69"/>
                    <a:pt x="629" y="69"/>
                  </a:cubicBezTo>
                  <a:cubicBezTo>
                    <a:pt x="630" y="70"/>
                    <a:pt x="630" y="70"/>
                    <a:pt x="630" y="70"/>
                  </a:cubicBezTo>
                  <a:cubicBezTo>
                    <a:pt x="632" y="72"/>
                    <a:pt x="635" y="75"/>
                    <a:pt x="639" y="78"/>
                  </a:cubicBezTo>
                  <a:cubicBezTo>
                    <a:pt x="639" y="78"/>
                    <a:pt x="639" y="78"/>
                    <a:pt x="639" y="78"/>
                  </a:cubicBezTo>
                  <a:cubicBezTo>
                    <a:pt x="641" y="79"/>
                    <a:pt x="641" y="79"/>
                    <a:pt x="641" y="79"/>
                  </a:cubicBezTo>
                  <a:cubicBezTo>
                    <a:pt x="646" y="82"/>
                    <a:pt x="652" y="85"/>
                    <a:pt x="660" y="87"/>
                  </a:cubicBezTo>
                  <a:cubicBezTo>
                    <a:pt x="660" y="87"/>
                    <a:pt x="660" y="87"/>
                    <a:pt x="660" y="87"/>
                  </a:cubicBezTo>
                  <a:cubicBezTo>
                    <a:pt x="662" y="89"/>
                    <a:pt x="662" y="89"/>
                    <a:pt x="662" y="89"/>
                  </a:cubicBezTo>
                  <a:cubicBezTo>
                    <a:pt x="662" y="89"/>
                    <a:pt x="662" y="89"/>
                    <a:pt x="662" y="89"/>
                  </a:cubicBezTo>
                  <a:cubicBezTo>
                    <a:pt x="667" y="96"/>
                    <a:pt x="676" y="102"/>
                    <a:pt x="690" y="109"/>
                  </a:cubicBezTo>
                  <a:cubicBezTo>
                    <a:pt x="690" y="109"/>
                    <a:pt x="690" y="109"/>
                    <a:pt x="690" y="109"/>
                  </a:cubicBezTo>
                  <a:cubicBezTo>
                    <a:pt x="692" y="110"/>
                    <a:pt x="692" y="110"/>
                    <a:pt x="692" y="110"/>
                  </a:cubicBezTo>
                  <a:cubicBezTo>
                    <a:pt x="692" y="110"/>
                    <a:pt x="692" y="110"/>
                    <a:pt x="692" y="110"/>
                  </a:cubicBezTo>
                  <a:cubicBezTo>
                    <a:pt x="696" y="117"/>
                    <a:pt x="704" y="125"/>
                    <a:pt x="718" y="132"/>
                  </a:cubicBezTo>
                  <a:cubicBezTo>
                    <a:pt x="718" y="132"/>
                    <a:pt x="718" y="132"/>
                    <a:pt x="718" y="132"/>
                  </a:cubicBezTo>
                  <a:cubicBezTo>
                    <a:pt x="719" y="134"/>
                    <a:pt x="719" y="134"/>
                    <a:pt x="719" y="134"/>
                  </a:cubicBezTo>
                  <a:cubicBezTo>
                    <a:pt x="720" y="134"/>
                    <a:pt x="720" y="134"/>
                    <a:pt x="720" y="134"/>
                  </a:cubicBezTo>
                  <a:cubicBezTo>
                    <a:pt x="721" y="137"/>
                    <a:pt x="723" y="141"/>
                    <a:pt x="727" y="144"/>
                  </a:cubicBezTo>
                  <a:cubicBezTo>
                    <a:pt x="729" y="146"/>
                    <a:pt x="729" y="146"/>
                    <a:pt x="729" y="146"/>
                  </a:cubicBezTo>
                  <a:cubicBezTo>
                    <a:pt x="733" y="151"/>
                    <a:pt x="738" y="155"/>
                    <a:pt x="745" y="159"/>
                  </a:cubicBezTo>
                  <a:cubicBezTo>
                    <a:pt x="745" y="159"/>
                    <a:pt x="745" y="159"/>
                    <a:pt x="745" y="159"/>
                  </a:cubicBezTo>
                  <a:cubicBezTo>
                    <a:pt x="746" y="161"/>
                    <a:pt x="746" y="161"/>
                    <a:pt x="746" y="161"/>
                  </a:cubicBezTo>
                  <a:cubicBezTo>
                    <a:pt x="746" y="161"/>
                    <a:pt x="746" y="161"/>
                    <a:pt x="746" y="161"/>
                  </a:cubicBezTo>
                  <a:cubicBezTo>
                    <a:pt x="749" y="169"/>
                    <a:pt x="756" y="177"/>
                    <a:pt x="768" y="187"/>
                  </a:cubicBezTo>
                  <a:cubicBezTo>
                    <a:pt x="769" y="187"/>
                    <a:pt x="769" y="187"/>
                    <a:pt x="769" y="187"/>
                  </a:cubicBezTo>
                  <a:cubicBezTo>
                    <a:pt x="770" y="189"/>
                    <a:pt x="770" y="189"/>
                    <a:pt x="770" y="189"/>
                  </a:cubicBezTo>
                  <a:cubicBezTo>
                    <a:pt x="770" y="189"/>
                    <a:pt x="770" y="189"/>
                    <a:pt x="770" y="189"/>
                  </a:cubicBezTo>
                  <a:cubicBezTo>
                    <a:pt x="773" y="197"/>
                    <a:pt x="778" y="206"/>
                    <a:pt x="790" y="216"/>
                  </a:cubicBezTo>
                  <a:cubicBezTo>
                    <a:pt x="790" y="217"/>
                    <a:pt x="790" y="217"/>
                    <a:pt x="790" y="217"/>
                  </a:cubicBezTo>
                  <a:cubicBezTo>
                    <a:pt x="791" y="218"/>
                    <a:pt x="791" y="218"/>
                    <a:pt x="791" y="218"/>
                  </a:cubicBezTo>
                  <a:cubicBezTo>
                    <a:pt x="792" y="219"/>
                    <a:pt x="792" y="219"/>
                    <a:pt x="792" y="219"/>
                  </a:cubicBezTo>
                  <a:cubicBezTo>
                    <a:pt x="792" y="223"/>
                    <a:pt x="794" y="228"/>
                    <a:pt x="797" y="232"/>
                  </a:cubicBezTo>
                  <a:cubicBezTo>
                    <a:pt x="797" y="232"/>
                    <a:pt x="797" y="232"/>
                    <a:pt x="797" y="232"/>
                  </a:cubicBezTo>
                  <a:cubicBezTo>
                    <a:pt x="801" y="237"/>
                    <a:pt x="804" y="243"/>
                    <a:pt x="810" y="249"/>
                  </a:cubicBezTo>
                  <a:cubicBezTo>
                    <a:pt x="811" y="249"/>
                    <a:pt x="811" y="249"/>
                    <a:pt x="811" y="249"/>
                  </a:cubicBezTo>
                  <a:cubicBezTo>
                    <a:pt x="812" y="251"/>
                    <a:pt x="812" y="251"/>
                    <a:pt x="812" y="251"/>
                  </a:cubicBezTo>
                  <a:cubicBezTo>
                    <a:pt x="812" y="251"/>
                    <a:pt x="812" y="251"/>
                    <a:pt x="812" y="251"/>
                  </a:cubicBezTo>
                  <a:cubicBezTo>
                    <a:pt x="813" y="260"/>
                    <a:pt x="817" y="269"/>
                    <a:pt x="828" y="281"/>
                  </a:cubicBezTo>
                  <a:cubicBezTo>
                    <a:pt x="828" y="282"/>
                    <a:pt x="828" y="282"/>
                    <a:pt x="828" y="282"/>
                  </a:cubicBezTo>
                  <a:cubicBezTo>
                    <a:pt x="829" y="283"/>
                    <a:pt x="829" y="283"/>
                    <a:pt x="829" y="283"/>
                  </a:cubicBezTo>
                  <a:cubicBezTo>
                    <a:pt x="829" y="284"/>
                    <a:pt x="829" y="284"/>
                    <a:pt x="829" y="284"/>
                  </a:cubicBezTo>
                  <a:cubicBezTo>
                    <a:pt x="830" y="292"/>
                    <a:pt x="834" y="302"/>
                    <a:pt x="843" y="315"/>
                  </a:cubicBezTo>
                  <a:cubicBezTo>
                    <a:pt x="843" y="315"/>
                    <a:pt x="843" y="315"/>
                    <a:pt x="843" y="315"/>
                  </a:cubicBezTo>
                  <a:cubicBezTo>
                    <a:pt x="844" y="317"/>
                    <a:pt x="844" y="317"/>
                    <a:pt x="844" y="317"/>
                  </a:cubicBezTo>
                  <a:cubicBezTo>
                    <a:pt x="844" y="317"/>
                    <a:pt x="844" y="317"/>
                    <a:pt x="844" y="317"/>
                  </a:cubicBezTo>
                  <a:cubicBezTo>
                    <a:pt x="844" y="322"/>
                    <a:pt x="845" y="326"/>
                    <a:pt x="847" y="332"/>
                  </a:cubicBezTo>
                  <a:cubicBezTo>
                    <a:pt x="847" y="332"/>
                    <a:pt x="847" y="332"/>
                    <a:pt x="847" y="332"/>
                  </a:cubicBezTo>
                  <a:cubicBezTo>
                    <a:pt x="849" y="337"/>
                    <a:pt x="852" y="344"/>
                    <a:pt x="857" y="351"/>
                  </a:cubicBezTo>
                  <a:cubicBezTo>
                    <a:pt x="857" y="351"/>
                    <a:pt x="857" y="351"/>
                    <a:pt x="857" y="351"/>
                  </a:cubicBezTo>
                  <a:cubicBezTo>
                    <a:pt x="857" y="353"/>
                    <a:pt x="857" y="353"/>
                    <a:pt x="857" y="353"/>
                  </a:cubicBezTo>
                  <a:cubicBezTo>
                    <a:pt x="857" y="353"/>
                    <a:pt x="857" y="353"/>
                    <a:pt x="857" y="353"/>
                  </a:cubicBezTo>
                  <a:cubicBezTo>
                    <a:pt x="857" y="355"/>
                    <a:pt x="857" y="355"/>
                    <a:pt x="857" y="355"/>
                  </a:cubicBezTo>
                  <a:cubicBezTo>
                    <a:pt x="857" y="363"/>
                    <a:pt x="860" y="373"/>
                    <a:pt x="867" y="386"/>
                  </a:cubicBezTo>
                  <a:cubicBezTo>
                    <a:pt x="867" y="386"/>
                    <a:pt x="867" y="386"/>
                    <a:pt x="867" y="386"/>
                  </a:cubicBezTo>
                  <a:cubicBezTo>
                    <a:pt x="868" y="388"/>
                    <a:pt x="868" y="388"/>
                    <a:pt x="868" y="388"/>
                  </a:cubicBezTo>
                  <a:cubicBezTo>
                    <a:pt x="868" y="388"/>
                    <a:pt x="868" y="388"/>
                    <a:pt x="868" y="388"/>
                  </a:cubicBezTo>
                  <a:cubicBezTo>
                    <a:pt x="868" y="390"/>
                    <a:pt x="868" y="391"/>
                    <a:pt x="868" y="392"/>
                  </a:cubicBezTo>
                  <a:cubicBezTo>
                    <a:pt x="868" y="400"/>
                    <a:pt x="870" y="410"/>
                    <a:pt x="876" y="422"/>
                  </a:cubicBezTo>
                  <a:cubicBezTo>
                    <a:pt x="876" y="422"/>
                    <a:pt x="876" y="422"/>
                    <a:pt x="876" y="422"/>
                  </a:cubicBezTo>
                  <a:cubicBezTo>
                    <a:pt x="876" y="424"/>
                    <a:pt x="876" y="424"/>
                    <a:pt x="876" y="424"/>
                  </a:cubicBezTo>
                  <a:cubicBezTo>
                    <a:pt x="876" y="424"/>
                    <a:pt x="876" y="424"/>
                    <a:pt x="876" y="424"/>
                  </a:cubicBezTo>
                  <a:cubicBezTo>
                    <a:pt x="876" y="426"/>
                    <a:pt x="876" y="429"/>
                    <a:pt x="876" y="431"/>
                  </a:cubicBezTo>
                  <a:cubicBezTo>
                    <a:pt x="876" y="433"/>
                    <a:pt x="876" y="436"/>
                    <a:pt x="877" y="439"/>
                  </a:cubicBezTo>
                  <a:cubicBezTo>
                    <a:pt x="877" y="439"/>
                    <a:pt x="877" y="439"/>
                    <a:pt x="877" y="439"/>
                  </a:cubicBezTo>
                  <a:cubicBezTo>
                    <a:pt x="878" y="445"/>
                    <a:pt x="879" y="452"/>
                    <a:pt x="882" y="460"/>
                  </a:cubicBezTo>
                  <a:cubicBezTo>
                    <a:pt x="882" y="460"/>
                    <a:pt x="882" y="460"/>
                    <a:pt x="882" y="460"/>
                  </a:cubicBezTo>
                  <a:cubicBezTo>
                    <a:pt x="883" y="462"/>
                    <a:pt x="883" y="462"/>
                    <a:pt x="883" y="462"/>
                  </a:cubicBezTo>
                  <a:cubicBezTo>
                    <a:pt x="883" y="462"/>
                    <a:pt x="883" y="462"/>
                    <a:pt x="883" y="462"/>
                  </a:cubicBezTo>
                  <a:cubicBezTo>
                    <a:pt x="882" y="465"/>
                    <a:pt x="882" y="468"/>
                    <a:pt x="882" y="472"/>
                  </a:cubicBezTo>
                  <a:cubicBezTo>
                    <a:pt x="882" y="479"/>
                    <a:pt x="883" y="487"/>
                    <a:pt x="887" y="496"/>
                  </a:cubicBezTo>
                  <a:cubicBezTo>
                    <a:pt x="887" y="497"/>
                    <a:pt x="887" y="497"/>
                    <a:pt x="887" y="497"/>
                  </a:cubicBezTo>
                  <a:cubicBezTo>
                    <a:pt x="887" y="499"/>
                    <a:pt x="887" y="499"/>
                    <a:pt x="887" y="499"/>
                  </a:cubicBezTo>
                  <a:cubicBezTo>
                    <a:pt x="887" y="499"/>
                    <a:pt x="887" y="499"/>
                    <a:pt x="887" y="499"/>
                  </a:cubicBezTo>
                  <a:cubicBezTo>
                    <a:pt x="886" y="502"/>
                    <a:pt x="885" y="506"/>
                    <a:pt x="885" y="511"/>
                  </a:cubicBezTo>
                  <a:cubicBezTo>
                    <a:pt x="885" y="517"/>
                    <a:pt x="886" y="524"/>
                    <a:pt x="889" y="533"/>
                  </a:cubicBezTo>
                  <a:cubicBezTo>
                    <a:pt x="889" y="534"/>
                    <a:pt x="889" y="534"/>
                    <a:pt x="889" y="534"/>
                  </a:cubicBezTo>
                  <a:cubicBezTo>
                    <a:pt x="889" y="534"/>
                    <a:pt x="889" y="534"/>
                    <a:pt x="889" y="534"/>
                  </a:cubicBezTo>
                  <a:cubicBezTo>
                    <a:pt x="889" y="535"/>
                    <a:pt x="889" y="535"/>
                    <a:pt x="889" y="535"/>
                  </a:cubicBezTo>
                  <a:cubicBezTo>
                    <a:pt x="889" y="536"/>
                    <a:pt x="889" y="536"/>
                    <a:pt x="889" y="536"/>
                  </a:cubicBezTo>
                  <a:cubicBezTo>
                    <a:pt x="887" y="539"/>
                    <a:pt x="886" y="544"/>
                    <a:pt x="886" y="549"/>
                  </a:cubicBezTo>
                  <a:cubicBezTo>
                    <a:pt x="887" y="549"/>
                    <a:pt x="887" y="549"/>
                    <a:pt x="887" y="549"/>
                  </a:cubicBezTo>
                  <a:cubicBezTo>
                    <a:pt x="886" y="551"/>
                    <a:pt x="886" y="551"/>
                    <a:pt x="886" y="551"/>
                  </a:cubicBezTo>
                  <a:cubicBezTo>
                    <a:pt x="886" y="552"/>
                    <a:pt x="886" y="553"/>
                    <a:pt x="886" y="554"/>
                  </a:cubicBezTo>
                  <a:cubicBezTo>
                    <a:pt x="886" y="559"/>
                    <a:pt x="887" y="565"/>
                    <a:pt x="889" y="572"/>
                  </a:cubicBezTo>
                  <a:cubicBezTo>
                    <a:pt x="889" y="572"/>
                    <a:pt x="889" y="572"/>
                    <a:pt x="889" y="572"/>
                  </a:cubicBezTo>
                  <a:cubicBezTo>
                    <a:pt x="889" y="572"/>
                    <a:pt x="889" y="572"/>
                    <a:pt x="889" y="572"/>
                  </a:cubicBezTo>
                  <a:cubicBezTo>
                    <a:pt x="889" y="574"/>
                    <a:pt x="889" y="574"/>
                    <a:pt x="889" y="574"/>
                  </a:cubicBezTo>
                  <a:cubicBezTo>
                    <a:pt x="888" y="574"/>
                    <a:pt x="888" y="574"/>
                    <a:pt x="888" y="574"/>
                  </a:cubicBezTo>
                  <a:cubicBezTo>
                    <a:pt x="886" y="580"/>
                    <a:pt x="885" y="586"/>
                    <a:pt x="885" y="594"/>
                  </a:cubicBezTo>
                  <a:cubicBezTo>
                    <a:pt x="885" y="598"/>
                    <a:pt x="885" y="603"/>
                    <a:pt x="886" y="609"/>
                  </a:cubicBezTo>
                  <a:cubicBezTo>
                    <a:pt x="886" y="609"/>
                    <a:pt x="886" y="609"/>
                    <a:pt x="886" y="609"/>
                  </a:cubicBezTo>
                  <a:cubicBezTo>
                    <a:pt x="886" y="611"/>
                    <a:pt x="886" y="611"/>
                    <a:pt x="886" y="611"/>
                  </a:cubicBezTo>
                  <a:cubicBezTo>
                    <a:pt x="886" y="611"/>
                    <a:pt x="886" y="611"/>
                    <a:pt x="886" y="611"/>
                  </a:cubicBezTo>
                  <a:cubicBezTo>
                    <a:pt x="883" y="617"/>
                    <a:pt x="881" y="625"/>
                    <a:pt x="881" y="635"/>
                  </a:cubicBezTo>
                  <a:cubicBezTo>
                    <a:pt x="881" y="638"/>
                    <a:pt x="881" y="641"/>
                    <a:pt x="882" y="645"/>
                  </a:cubicBezTo>
                  <a:cubicBezTo>
                    <a:pt x="882" y="645"/>
                    <a:pt x="882" y="645"/>
                    <a:pt x="882" y="645"/>
                  </a:cubicBezTo>
                  <a:cubicBezTo>
                    <a:pt x="882" y="647"/>
                    <a:pt x="882" y="647"/>
                    <a:pt x="882" y="647"/>
                  </a:cubicBezTo>
                  <a:cubicBezTo>
                    <a:pt x="881" y="648"/>
                    <a:pt x="881" y="648"/>
                    <a:pt x="881" y="648"/>
                  </a:cubicBezTo>
                  <a:cubicBezTo>
                    <a:pt x="879" y="651"/>
                    <a:pt x="878" y="655"/>
                    <a:pt x="877" y="660"/>
                  </a:cubicBezTo>
                  <a:cubicBezTo>
                    <a:pt x="877" y="660"/>
                    <a:pt x="877" y="660"/>
                    <a:pt x="877" y="660"/>
                  </a:cubicBezTo>
                  <a:cubicBezTo>
                    <a:pt x="877" y="662"/>
                    <a:pt x="877" y="662"/>
                    <a:pt x="877" y="662"/>
                  </a:cubicBezTo>
                  <a:cubicBezTo>
                    <a:pt x="875" y="666"/>
                    <a:pt x="875" y="672"/>
                    <a:pt x="875" y="678"/>
                  </a:cubicBezTo>
                  <a:cubicBezTo>
                    <a:pt x="875" y="680"/>
                    <a:pt x="875" y="681"/>
                    <a:pt x="875" y="683"/>
                  </a:cubicBezTo>
                  <a:cubicBezTo>
                    <a:pt x="875" y="683"/>
                    <a:pt x="875" y="683"/>
                    <a:pt x="875" y="683"/>
                  </a:cubicBezTo>
                  <a:cubicBezTo>
                    <a:pt x="875" y="685"/>
                    <a:pt x="875" y="685"/>
                    <a:pt x="875" y="685"/>
                  </a:cubicBezTo>
                  <a:cubicBezTo>
                    <a:pt x="874" y="686"/>
                    <a:pt x="874" y="686"/>
                    <a:pt x="874" y="686"/>
                  </a:cubicBezTo>
                  <a:cubicBezTo>
                    <a:pt x="870" y="693"/>
                    <a:pt x="867" y="703"/>
                    <a:pt x="866" y="719"/>
                  </a:cubicBezTo>
                  <a:cubicBezTo>
                    <a:pt x="866" y="719"/>
                    <a:pt x="866" y="719"/>
                    <a:pt x="866" y="719"/>
                  </a:cubicBezTo>
                  <a:cubicBezTo>
                    <a:pt x="866" y="721"/>
                    <a:pt x="866" y="721"/>
                    <a:pt x="866" y="721"/>
                  </a:cubicBezTo>
                  <a:cubicBezTo>
                    <a:pt x="865" y="721"/>
                    <a:pt x="865" y="721"/>
                    <a:pt x="865" y="721"/>
                  </a:cubicBezTo>
                  <a:cubicBezTo>
                    <a:pt x="860" y="728"/>
                    <a:pt x="856" y="738"/>
                    <a:pt x="855" y="754"/>
                  </a:cubicBezTo>
                  <a:cubicBezTo>
                    <a:pt x="855" y="754"/>
                    <a:pt x="855" y="754"/>
                    <a:pt x="855" y="754"/>
                  </a:cubicBezTo>
                  <a:cubicBezTo>
                    <a:pt x="855" y="756"/>
                    <a:pt x="855" y="756"/>
                    <a:pt x="855" y="756"/>
                  </a:cubicBezTo>
                  <a:cubicBezTo>
                    <a:pt x="854" y="756"/>
                    <a:pt x="854" y="756"/>
                    <a:pt x="854" y="756"/>
                  </a:cubicBezTo>
                  <a:cubicBezTo>
                    <a:pt x="852" y="759"/>
                    <a:pt x="850" y="763"/>
                    <a:pt x="848" y="767"/>
                  </a:cubicBezTo>
                  <a:lnTo>
                    <a:pt x="847" y="769"/>
                  </a:lnTo>
                  <a:close/>
                  <a:moveTo>
                    <a:pt x="858" y="799"/>
                  </a:moveTo>
                  <a:cubicBezTo>
                    <a:pt x="857" y="801"/>
                    <a:pt x="856" y="803"/>
                    <a:pt x="855" y="803"/>
                  </a:cubicBezTo>
                  <a:cubicBezTo>
                    <a:pt x="855" y="804"/>
                    <a:pt x="855" y="804"/>
                    <a:pt x="855" y="804"/>
                  </a:cubicBezTo>
                  <a:cubicBezTo>
                    <a:pt x="853" y="804"/>
                    <a:pt x="849" y="801"/>
                    <a:pt x="848" y="795"/>
                  </a:cubicBezTo>
                  <a:cubicBezTo>
                    <a:pt x="848" y="794"/>
                    <a:pt x="848" y="792"/>
                    <a:pt x="848" y="790"/>
                  </a:cubicBezTo>
                  <a:cubicBezTo>
                    <a:pt x="848" y="787"/>
                    <a:pt x="848" y="784"/>
                    <a:pt x="849" y="782"/>
                  </a:cubicBezTo>
                  <a:cubicBezTo>
                    <a:pt x="850" y="780"/>
                    <a:pt x="851" y="778"/>
                    <a:pt x="852" y="777"/>
                  </a:cubicBezTo>
                  <a:cubicBezTo>
                    <a:pt x="852" y="777"/>
                    <a:pt x="852" y="777"/>
                    <a:pt x="853" y="777"/>
                  </a:cubicBezTo>
                  <a:cubicBezTo>
                    <a:pt x="854" y="777"/>
                    <a:pt x="858" y="779"/>
                    <a:pt x="859" y="785"/>
                  </a:cubicBezTo>
                  <a:cubicBezTo>
                    <a:pt x="859" y="787"/>
                    <a:pt x="859" y="788"/>
                    <a:pt x="859" y="790"/>
                  </a:cubicBezTo>
                  <a:cubicBezTo>
                    <a:pt x="859" y="793"/>
                    <a:pt x="859" y="796"/>
                    <a:pt x="858" y="799"/>
                  </a:cubicBezTo>
                  <a:moveTo>
                    <a:pt x="869" y="769"/>
                  </a:moveTo>
                  <a:cubicBezTo>
                    <a:pt x="869" y="769"/>
                    <a:pt x="869" y="769"/>
                    <a:pt x="869" y="769"/>
                  </a:cubicBezTo>
                  <a:cubicBezTo>
                    <a:pt x="869" y="769"/>
                    <a:pt x="869" y="769"/>
                    <a:pt x="868" y="769"/>
                  </a:cubicBezTo>
                  <a:cubicBezTo>
                    <a:pt x="867" y="770"/>
                    <a:pt x="863" y="767"/>
                    <a:pt x="861" y="761"/>
                  </a:cubicBezTo>
                  <a:cubicBezTo>
                    <a:pt x="861" y="759"/>
                    <a:pt x="861" y="757"/>
                    <a:pt x="861" y="755"/>
                  </a:cubicBezTo>
                  <a:cubicBezTo>
                    <a:pt x="861" y="749"/>
                    <a:pt x="863" y="744"/>
                    <a:pt x="864" y="743"/>
                  </a:cubicBezTo>
                  <a:cubicBezTo>
                    <a:pt x="864" y="743"/>
                    <a:pt x="864" y="743"/>
                    <a:pt x="865" y="743"/>
                  </a:cubicBezTo>
                  <a:cubicBezTo>
                    <a:pt x="866" y="743"/>
                    <a:pt x="870" y="745"/>
                    <a:pt x="871" y="751"/>
                  </a:cubicBezTo>
                  <a:cubicBezTo>
                    <a:pt x="872" y="753"/>
                    <a:pt x="872" y="755"/>
                    <a:pt x="872" y="758"/>
                  </a:cubicBezTo>
                  <a:cubicBezTo>
                    <a:pt x="872" y="763"/>
                    <a:pt x="870" y="768"/>
                    <a:pt x="869" y="769"/>
                  </a:cubicBezTo>
                  <a:moveTo>
                    <a:pt x="881" y="732"/>
                  </a:moveTo>
                  <a:cubicBezTo>
                    <a:pt x="881" y="732"/>
                    <a:pt x="881" y="732"/>
                    <a:pt x="880" y="732"/>
                  </a:cubicBezTo>
                  <a:cubicBezTo>
                    <a:pt x="879" y="732"/>
                    <a:pt x="875" y="730"/>
                    <a:pt x="873" y="725"/>
                  </a:cubicBezTo>
                  <a:cubicBezTo>
                    <a:pt x="872" y="722"/>
                    <a:pt x="872" y="719"/>
                    <a:pt x="872" y="717"/>
                  </a:cubicBezTo>
                  <a:cubicBezTo>
                    <a:pt x="872" y="712"/>
                    <a:pt x="874" y="707"/>
                    <a:pt x="875" y="706"/>
                  </a:cubicBezTo>
                  <a:cubicBezTo>
                    <a:pt x="875" y="706"/>
                    <a:pt x="875" y="706"/>
                    <a:pt x="876" y="706"/>
                  </a:cubicBezTo>
                  <a:cubicBezTo>
                    <a:pt x="876" y="706"/>
                    <a:pt x="876" y="706"/>
                    <a:pt x="876" y="706"/>
                  </a:cubicBezTo>
                  <a:cubicBezTo>
                    <a:pt x="877" y="706"/>
                    <a:pt x="881" y="708"/>
                    <a:pt x="883" y="713"/>
                  </a:cubicBezTo>
                  <a:cubicBezTo>
                    <a:pt x="884" y="716"/>
                    <a:pt x="884" y="719"/>
                    <a:pt x="884" y="722"/>
                  </a:cubicBezTo>
                  <a:cubicBezTo>
                    <a:pt x="884" y="727"/>
                    <a:pt x="882" y="731"/>
                    <a:pt x="881" y="732"/>
                  </a:cubicBezTo>
                  <a:moveTo>
                    <a:pt x="891" y="694"/>
                  </a:moveTo>
                  <a:cubicBezTo>
                    <a:pt x="891" y="694"/>
                    <a:pt x="891" y="694"/>
                    <a:pt x="890" y="694"/>
                  </a:cubicBezTo>
                  <a:cubicBezTo>
                    <a:pt x="888" y="695"/>
                    <a:pt x="885" y="692"/>
                    <a:pt x="883" y="687"/>
                  </a:cubicBezTo>
                  <a:cubicBezTo>
                    <a:pt x="882" y="684"/>
                    <a:pt x="881" y="680"/>
                    <a:pt x="881" y="677"/>
                  </a:cubicBezTo>
                  <a:cubicBezTo>
                    <a:pt x="881" y="673"/>
                    <a:pt x="882" y="670"/>
                    <a:pt x="883" y="669"/>
                  </a:cubicBezTo>
                  <a:cubicBezTo>
                    <a:pt x="883" y="669"/>
                    <a:pt x="883" y="668"/>
                    <a:pt x="884" y="668"/>
                  </a:cubicBezTo>
                  <a:cubicBezTo>
                    <a:pt x="886" y="668"/>
                    <a:pt x="889" y="670"/>
                    <a:pt x="891" y="675"/>
                  </a:cubicBezTo>
                  <a:cubicBezTo>
                    <a:pt x="893" y="679"/>
                    <a:pt x="893" y="682"/>
                    <a:pt x="893" y="686"/>
                  </a:cubicBezTo>
                  <a:cubicBezTo>
                    <a:pt x="893" y="690"/>
                    <a:pt x="892" y="693"/>
                    <a:pt x="891" y="694"/>
                  </a:cubicBezTo>
                  <a:moveTo>
                    <a:pt x="898" y="658"/>
                  </a:moveTo>
                  <a:cubicBezTo>
                    <a:pt x="898" y="658"/>
                    <a:pt x="898" y="658"/>
                    <a:pt x="897" y="658"/>
                  </a:cubicBezTo>
                  <a:cubicBezTo>
                    <a:pt x="896" y="658"/>
                    <a:pt x="892" y="656"/>
                    <a:pt x="890" y="652"/>
                  </a:cubicBezTo>
                  <a:cubicBezTo>
                    <a:pt x="888" y="648"/>
                    <a:pt x="887" y="644"/>
                    <a:pt x="887" y="640"/>
                  </a:cubicBezTo>
                  <a:cubicBezTo>
                    <a:pt x="887" y="637"/>
                    <a:pt x="888" y="634"/>
                    <a:pt x="889" y="633"/>
                  </a:cubicBezTo>
                  <a:cubicBezTo>
                    <a:pt x="889" y="633"/>
                    <a:pt x="889" y="633"/>
                    <a:pt x="890" y="633"/>
                  </a:cubicBezTo>
                  <a:cubicBezTo>
                    <a:pt x="890" y="633"/>
                    <a:pt x="890" y="633"/>
                    <a:pt x="890" y="633"/>
                  </a:cubicBezTo>
                  <a:cubicBezTo>
                    <a:pt x="890" y="633"/>
                    <a:pt x="890" y="633"/>
                    <a:pt x="890" y="633"/>
                  </a:cubicBezTo>
                  <a:cubicBezTo>
                    <a:pt x="892" y="633"/>
                    <a:pt x="895" y="635"/>
                    <a:pt x="897" y="639"/>
                  </a:cubicBezTo>
                  <a:cubicBezTo>
                    <a:pt x="899" y="643"/>
                    <a:pt x="900" y="647"/>
                    <a:pt x="900" y="651"/>
                  </a:cubicBezTo>
                  <a:cubicBezTo>
                    <a:pt x="900" y="654"/>
                    <a:pt x="899" y="657"/>
                    <a:pt x="898" y="658"/>
                  </a:cubicBezTo>
                  <a:moveTo>
                    <a:pt x="904" y="619"/>
                  </a:moveTo>
                  <a:cubicBezTo>
                    <a:pt x="903" y="619"/>
                    <a:pt x="903" y="620"/>
                    <a:pt x="902" y="620"/>
                  </a:cubicBezTo>
                  <a:cubicBezTo>
                    <a:pt x="900" y="620"/>
                    <a:pt x="897" y="618"/>
                    <a:pt x="894" y="613"/>
                  </a:cubicBezTo>
                  <a:cubicBezTo>
                    <a:pt x="892" y="609"/>
                    <a:pt x="891" y="604"/>
                    <a:pt x="891" y="600"/>
                  </a:cubicBezTo>
                  <a:cubicBezTo>
                    <a:pt x="892" y="598"/>
                    <a:pt x="892" y="596"/>
                    <a:pt x="892" y="595"/>
                  </a:cubicBezTo>
                  <a:cubicBezTo>
                    <a:pt x="893" y="595"/>
                    <a:pt x="893" y="594"/>
                    <a:pt x="894" y="594"/>
                  </a:cubicBezTo>
                  <a:cubicBezTo>
                    <a:pt x="894" y="594"/>
                    <a:pt x="894" y="594"/>
                    <a:pt x="894" y="594"/>
                  </a:cubicBezTo>
                  <a:cubicBezTo>
                    <a:pt x="894" y="594"/>
                    <a:pt x="894" y="594"/>
                    <a:pt x="894" y="594"/>
                  </a:cubicBezTo>
                  <a:cubicBezTo>
                    <a:pt x="896" y="595"/>
                    <a:pt x="899" y="596"/>
                    <a:pt x="902" y="601"/>
                  </a:cubicBezTo>
                  <a:cubicBezTo>
                    <a:pt x="904" y="604"/>
                    <a:pt x="905" y="609"/>
                    <a:pt x="905" y="613"/>
                  </a:cubicBezTo>
                  <a:cubicBezTo>
                    <a:pt x="905" y="616"/>
                    <a:pt x="904" y="618"/>
                    <a:pt x="904" y="619"/>
                  </a:cubicBezTo>
                  <a:moveTo>
                    <a:pt x="907" y="580"/>
                  </a:moveTo>
                  <a:cubicBezTo>
                    <a:pt x="907" y="580"/>
                    <a:pt x="906" y="581"/>
                    <a:pt x="905" y="581"/>
                  </a:cubicBezTo>
                  <a:cubicBezTo>
                    <a:pt x="903" y="581"/>
                    <a:pt x="900" y="579"/>
                    <a:pt x="897" y="575"/>
                  </a:cubicBezTo>
                  <a:cubicBezTo>
                    <a:pt x="894" y="571"/>
                    <a:pt x="893" y="565"/>
                    <a:pt x="893" y="561"/>
                  </a:cubicBezTo>
                  <a:cubicBezTo>
                    <a:pt x="893" y="559"/>
                    <a:pt x="894" y="557"/>
                    <a:pt x="894" y="557"/>
                  </a:cubicBezTo>
                  <a:cubicBezTo>
                    <a:pt x="894" y="556"/>
                    <a:pt x="894" y="556"/>
                    <a:pt x="895" y="556"/>
                  </a:cubicBezTo>
                  <a:cubicBezTo>
                    <a:pt x="896" y="556"/>
                    <a:pt x="896" y="556"/>
                    <a:pt x="896" y="556"/>
                  </a:cubicBezTo>
                  <a:cubicBezTo>
                    <a:pt x="897" y="556"/>
                    <a:pt x="901" y="558"/>
                    <a:pt x="903" y="562"/>
                  </a:cubicBezTo>
                  <a:cubicBezTo>
                    <a:pt x="906" y="566"/>
                    <a:pt x="908" y="572"/>
                    <a:pt x="907" y="576"/>
                  </a:cubicBezTo>
                  <a:cubicBezTo>
                    <a:pt x="907" y="578"/>
                    <a:pt x="907" y="579"/>
                    <a:pt x="907" y="580"/>
                  </a:cubicBezTo>
                  <a:moveTo>
                    <a:pt x="907" y="543"/>
                  </a:moveTo>
                  <a:cubicBezTo>
                    <a:pt x="907" y="543"/>
                    <a:pt x="907" y="544"/>
                    <a:pt x="906" y="544"/>
                  </a:cubicBezTo>
                  <a:cubicBezTo>
                    <a:pt x="904" y="544"/>
                    <a:pt x="900" y="542"/>
                    <a:pt x="897" y="539"/>
                  </a:cubicBezTo>
                  <a:cubicBezTo>
                    <a:pt x="894" y="534"/>
                    <a:pt x="893" y="528"/>
                    <a:pt x="893" y="524"/>
                  </a:cubicBezTo>
                  <a:cubicBezTo>
                    <a:pt x="893" y="522"/>
                    <a:pt x="893" y="521"/>
                    <a:pt x="893" y="520"/>
                  </a:cubicBezTo>
                  <a:cubicBezTo>
                    <a:pt x="894" y="520"/>
                    <a:pt x="894" y="520"/>
                    <a:pt x="895" y="520"/>
                  </a:cubicBezTo>
                  <a:cubicBezTo>
                    <a:pt x="895" y="520"/>
                    <a:pt x="895" y="520"/>
                    <a:pt x="895" y="520"/>
                  </a:cubicBezTo>
                  <a:cubicBezTo>
                    <a:pt x="897" y="520"/>
                    <a:pt x="900" y="521"/>
                    <a:pt x="903" y="525"/>
                  </a:cubicBezTo>
                  <a:cubicBezTo>
                    <a:pt x="906" y="529"/>
                    <a:pt x="908" y="536"/>
                    <a:pt x="908" y="540"/>
                  </a:cubicBezTo>
                  <a:cubicBezTo>
                    <a:pt x="908" y="542"/>
                    <a:pt x="908" y="543"/>
                    <a:pt x="907" y="54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3" name="Freeform 213">
              <a:extLst>
                <a:ext uri="{FF2B5EF4-FFF2-40B4-BE49-F238E27FC236}">
                  <a16:creationId xmlns:a16="http://schemas.microsoft.com/office/drawing/2014/main" id="{9FD5F5B1-C668-4425-B51C-DD5E2D7F85F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72251" y="12673013"/>
              <a:ext cx="19050" cy="11112"/>
            </a:xfrm>
            <a:custGeom>
              <a:avLst/>
              <a:gdLst>
                <a:gd name="T0" fmla="*/ 0 w 30"/>
                <a:gd name="T1" fmla="*/ 10 h 17"/>
                <a:gd name="T2" fmla="*/ 0 w 30"/>
                <a:gd name="T3" fmla="*/ 10 h 17"/>
                <a:gd name="T4" fmla="*/ 0 w 30"/>
                <a:gd name="T5" fmla="*/ 8 h 17"/>
                <a:gd name="T6" fmla="*/ 13 w 30"/>
                <a:gd name="T7" fmla="*/ 0 h 17"/>
                <a:gd name="T8" fmla="*/ 13 w 30"/>
                <a:gd name="T9" fmla="*/ 0 h 17"/>
                <a:gd name="T10" fmla="*/ 13 w 30"/>
                <a:gd name="T11" fmla="*/ 0 h 17"/>
                <a:gd name="T12" fmla="*/ 13 w 30"/>
                <a:gd name="T13" fmla="*/ 0 h 17"/>
                <a:gd name="T14" fmla="*/ 13 w 30"/>
                <a:gd name="T15" fmla="*/ 1 h 17"/>
                <a:gd name="T16" fmla="*/ 14 w 30"/>
                <a:gd name="T17" fmla="*/ 1 h 17"/>
                <a:gd name="T18" fmla="*/ 17 w 30"/>
                <a:gd name="T19" fmla="*/ 1 h 17"/>
                <a:gd name="T20" fmla="*/ 17 w 30"/>
                <a:gd name="T21" fmla="*/ 1 h 17"/>
                <a:gd name="T22" fmla="*/ 30 w 30"/>
                <a:gd name="T23" fmla="*/ 8 h 17"/>
                <a:gd name="T24" fmla="*/ 29 w 30"/>
                <a:gd name="T25" fmla="*/ 10 h 17"/>
                <a:gd name="T26" fmla="*/ 15 w 30"/>
                <a:gd name="T27" fmla="*/ 17 h 17"/>
                <a:gd name="T28" fmla="*/ 0 w 30"/>
                <a:gd name="T29" fmla="*/ 10 h 17"/>
                <a:gd name="T30" fmla="*/ 14 w 30"/>
                <a:gd name="T31" fmla="*/ 14 h 17"/>
                <a:gd name="T32" fmla="*/ 24 w 30"/>
                <a:gd name="T33" fmla="*/ 9 h 17"/>
                <a:gd name="T34" fmla="*/ 24 w 30"/>
                <a:gd name="T35" fmla="*/ 9 h 17"/>
                <a:gd name="T36" fmla="*/ 14 w 30"/>
                <a:gd name="T37" fmla="*/ 3 h 17"/>
                <a:gd name="T38" fmla="*/ 14 w 30"/>
                <a:gd name="T39" fmla="*/ 3 h 17"/>
                <a:gd name="T40" fmla="*/ 4 w 30"/>
                <a:gd name="T41" fmla="*/ 9 h 17"/>
                <a:gd name="T42" fmla="*/ 14 w 30"/>
                <a:gd name="T4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17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5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15" y="17"/>
                    <a:pt x="15" y="17"/>
                    <a:pt x="15" y="17"/>
                  </a:cubicBezTo>
                  <a:lnTo>
                    <a:pt x="0" y="10"/>
                  </a:lnTo>
                  <a:close/>
                  <a:moveTo>
                    <a:pt x="14" y="14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14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4" name="Freeform 214">
              <a:extLst>
                <a:ext uri="{FF2B5EF4-FFF2-40B4-BE49-F238E27FC236}">
                  <a16:creationId xmlns:a16="http://schemas.microsoft.com/office/drawing/2014/main" id="{934990FE-ACEB-4C51-9394-8AF57FDBBE6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50026" y="12676188"/>
              <a:ext cx="19050" cy="11112"/>
            </a:xfrm>
            <a:custGeom>
              <a:avLst/>
              <a:gdLst>
                <a:gd name="T0" fmla="*/ 29 w 30"/>
                <a:gd name="T1" fmla="*/ 5 h 17"/>
                <a:gd name="T2" fmla="*/ 29 w 30"/>
                <a:gd name="T3" fmla="*/ 5 h 17"/>
                <a:gd name="T4" fmla="*/ 30 w 30"/>
                <a:gd name="T5" fmla="*/ 8 h 17"/>
                <a:gd name="T6" fmla="*/ 17 w 30"/>
                <a:gd name="T7" fmla="*/ 16 h 17"/>
                <a:gd name="T8" fmla="*/ 17 w 30"/>
                <a:gd name="T9" fmla="*/ 16 h 17"/>
                <a:gd name="T10" fmla="*/ 16 w 30"/>
                <a:gd name="T11" fmla="*/ 17 h 17"/>
                <a:gd name="T12" fmla="*/ 16 w 30"/>
                <a:gd name="T13" fmla="*/ 17 h 17"/>
                <a:gd name="T14" fmla="*/ 0 w 30"/>
                <a:gd name="T15" fmla="*/ 12 h 17"/>
                <a:gd name="T16" fmla="*/ 0 w 30"/>
                <a:gd name="T17" fmla="*/ 11 h 17"/>
                <a:gd name="T18" fmla="*/ 12 w 30"/>
                <a:gd name="T19" fmla="*/ 0 h 17"/>
                <a:gd name="T20" fmla="*/ 12 w 30"/>
                <a:gd name="T21" fmla="*/ 0 h 17"/>
                <a:gd name="T22" fmla="*/ 14 w 30"/>
                <a:gd name="T23" fmla="*/ 0 h 17"/>
                <a:gd name="T24" fmla="*/ 14 w 30"/>
                <a:gd name="T25" fmla="*/ 0 h 17"/>
                <a:gd name="T26" fmla="*/ 29 w 30"/>
                <a:gd name="T27" fmla="*/ 5 h 17"/>
                <a:gd name="T28" fmla="*/ 15 w 30"/>
                <a:gd name="T29" fmla="*/ 13 h 17"/>
                <a:gd name="T30" fmla="*/ 24 w 30"/>
                <a:gd name="T31" fmla="*/ 7 h 17"/>
                <a:gd name="T32" fmla="*/ 24 w 30"/>
                <a:gd name="T33" fmla="*/ 7 h 17"/>
                <a:gd name="T34" fmla="*/ 14 w 30"/>
                <a:gd name="T35" fmla="*/ 3 h 17"/>
                <a:gd name="T36" fmla="*/ 13 w 30"/>
                <a:gd name="T37" fmla="*/ 3 h 17"/>
                <a:gd name="T38" fmla="*/ 5 w 30"/>
                <a:gd name="T39" fmla="*/ 10 h 17"/>
                <a:gd name="T40" fmla="*/ 15 w 30"/>
                <a:gd name="T4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17">
                  <a:moveTo>
                    <a:pt x="29" y="5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6"/>
                    <a:pt x="16" y="16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29" y="5"/>
                  </a:lnTo>
                  <a:close/>
                  <a:moveTo>
                    <a:pt x="15" y="13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5" y="10"/>
                    <a:pt x="5" y="10"/>
                    <a:pt x="5" y="10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5" name="Freeform 215">
              <a:extLst>
                <a:ext uri="{FF2B5EF4-FFF2-40B4-BE49-F238E27FC236}">
                  <a16:creationId xmlns:a16="http://schemas.microsoft.com/office/drawing/2014/main" id="{53687268-A49B-4C93-8EDE-1E5B065792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34151" y="12684125"/>
              <a:ext cx="14288" cy="9525"/>
            </a:xfrm>
            <a:custGeom>
              <a:avLst/>
              <a:gdLst>
                <a:gd name="T0" fmla="*/ 20 w 21"/>
                <a:gd name="T1" fmla="*/ 3 h 15"/>
                <a:gd name="T2" fmla="*/ 20 w 21"/>
                <a:gd name="T3" fmla="*/ 3 h 15"/>
                <a:gd name="T4" fmla="*/ 5 w 21"/>
                <a:gd name="T5" fmla="*/ 0 h 15"/>
                <a:gd name="T6" fmla="*/ 5 w 21"/>
                <a:gd name="T7" fmla="*/ 0 h 15"/>
                <a:gd name="T8" fmla="*/ 4 w 21"/>
                <a:gd name="T9" fmla="*/ 0 h 15"/>
                <a:gd name="T10" fmla="*/ 4 w 21"/>
                <a:gd name="T11" fmla="*/ 0 h 15"/>
                <a:gd name="T12" fmla="*/ 3 w 21"/>
                <a:gd name="T13" fmla="*/ 1 h 15"/>
                <a:gd name="T14" fmla="*/ 0 w 21"/>
                <a:gd name="T15" fmla="*/ 4 h 15"/>
                <a:gd name="T16" fmla="*/ 0 w 21"/>
                <a:gd name="T17" fmla="*/ 6 h 15"/>
                <a:gd name="T18" fmla="*/ 1 w 21"/>
                <a:gd name="T19" fmla="*/ 10 h 15"/>
                <a:gd name="T20" fmla="*/ 2 w 21"/>
                <a:gd name="T21" fmla="*/ 13 h 15"/>
                <a:gd name="T22" fmla="*/ 2 w 21"/>
                <a:gd name="T23" fmla="*/ 13 h 15"/>
                <a:gd name="T24" fmla="*/ 4 w 21"/>
                <a:gd name="T25" fmla="*/ 15 h 15"/>
                <a:gd name="T26" fmla="*/ 8 w 21"/>
                <a:gd name="T27" fmla="*/ 15 h 15"/>
                <a:gd name="T28" fmla="*/ 9 w 21"/>
                <a:gd name="T29" fmla="*/ 15 h 15"/>
                <a:gd name="T30" fmla="*/ 10 w 21"/>
                <a:gd name="T31" fmla="*/ 15 h 15"/>
                <a:gd name="T32" fmla="*/ 10 w 21"/>
                <a:gd name="T33" fmla="*/ 15 h 15"/>
                <a:gd name="T34" fmla="*/ 21 w 21"/>
                <a:gd name="T35" fmla="*/ 5 h 15"/>
                <a:gd name="T36" fmla="*/ 20 w 21"/>
                <a:gd name="T37" fmla="*/ 3 h 15"/>
                <a:gd name="T38" fmla="*/ 8 w 21"/>
                <a:gd name="T39" fmla="*/ 13 h 15"/>
                <a:gd name="T40" fmla="*/ 5 w 21"/>
                <a:gd name="T41" fmla="*/ 12 h 15"/>
                <a:gd name="T42" fmla="*/ 4 w 21"/>
                <a:gd name="T43" fmla="*/ 9 h 15"/>
                <a:gd name="T44" fmla="*/ 3 w 21"/>
                <a:gd name="T45" fmla="*/ 4 h 15"/>
                <a:gd name="T46" fmla="*/ 4 w 21"/>
                <a:gd name="T47" fmla="*/ 3 h 15"/>
                <a:gd name="T48" fmla="*/ 5 w 21"/>
                <a:gd name="T49" fmla="*/ 3 h 15"/>
                <a:gd name="T50" fmla="*/ 15 w 21"/>
                <a:gd name="T51" fmla="*/ 5 h 15"/>
                <a:gd name="T52" fmla="*/ 15 w 21"/>
                <a:gd name="T53" fmla="*/ 6 h 15"/>
                <a:gd name="T54" fmla="*/ 8 w 21"/>
                <a:gd name="T5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" h="15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1" y="7"/>
                    <a:pt x="1" y="9"/>
                    <a:pt x="1" y="10"/>
                  </a:cubicBezTo>
                  <a:cubicBezTo>
                    <a:pt x="1" y="11"/>
                    <a:pt x="1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0" y="3"/>
                  </a:lnTo>
                  <a:close/>
                  <a:moveTo>
                    <a:pt x="8" y="13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0"/>
                    <a:pt x="4" y="9"/>
                  </a:cubicBezTo>
                  <a:cubicBezTo>
                    <a:pt x="3" y="7"/>
                    <a:pt x="3" y="5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6"/>
                    <a:pt x="15" y="6"/>
                    <a:pt x="15" y="6"/>
                  </a:cubicBezTo>
                  <a:lnTo>
                    <a:pt x="8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6" name="Freeform 216">
              <a:extLst>
                <a:ext uri="{FF2B5EF4-FFF2-40B4-BE49-F238E27FC236}">
                  <a16:creationId xmlns:a16="http://schemas.microsoft.com/office/drawing/2014/main" id="{EB46885C-62D2-4186-B6E1-9424D654B19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94476" y="12676188"/>
              <a:ext cx="19050" cy="11112"/>
            </a:xfrm>
            <a:custGeom>
              <a:avLst/>
              <a:gdLst>
                <a:gd name="T0" fmla="*/ 29 w 30"/>
                <a:gd name="T1" fmla="*/ 10 h 17"/>
                <a:gd name="T2" fmla="*/ 30 w 30"/>
                <a:gd name="T3" fmla="*/ 11 h 17"/>
                <a:gd name="T4" fmla="*/ 29 w 30"/>
                <a:gd name="T5" fmla="*/ 12 h 17"/>
                <a:gd name="T6" fmla="*/ 14 w 30"/>
                <a:gd name="T7" fmla="*/ 17 h 17"/>
                <a:gd name="T8" fmla="*/ 14 w 30"/>
                <a:gd name="T9" fmla="*/ 17 h 17"/>
                <a:gd name="T10" fmla="*/ 13 w 30"/>
                <a:gd name="T11" fmla="*/ 16 h 17"/>
                <a:gd name="T12" fmla="*/ 13 w 30"/>
                <a:gd name="T13" fmla="*/ 16 h 17"/>
                <a:gd name="T14" fmla="*/ 0 w 30"/>
                <a:gd name="T15" fmla="*/ 8 h 17"/>
                <a:gd name="T16" fmla="*/ 0 w 30"/>
                <a:gd name="T17" fmla="*/ 5 h 17"/>
                <a:gd name="T18" fmla="*/ 16 w 30"/>
                <a:gd name="T19" fmla="*/ 0 h 17"/>
                <a:gd name="T20" fmla="*/ 16 w 30"/>
                <a:gd name="T21" fmla="*/ 0 h 17"/>
                <a:gd name="T22" fmla="*/ 17 w 30"/>
                <a:gd name="T23" fmla="*/ 0 h 17"/>
                <a:gd name="T24" fmla="*/ 17 w 30"/>
                <a:gd name="T25" fmla="*/ 0 h 17"/>
                <a:gd name="T26" fmla="*/ 29 w 30"/>
                <a:gd name="T27" fmla="*/ 10 h 17"/>
                <a:gd name="T28" fmla="*/ 5 w 30"/>
                <a:gd name="T29" fmla="*/ 7 h 17"/>
                <a:gd name="T30" fmla="*/ 5 w 30"/>
                <a:gd name="T31" fmla="*/ 7 h 17"/>
                <a:gd name="T32" fmla="*/ 14 w 30"/>
                <a:gd name="T33" fmla="*/ 13 h 17"/>
                <a:gd name="T34" fmla="*/ 25 w 30"/>
                <a:gd name="T35" fmla="*/ 10 h 17"/>
                <a:gd name="T36" fmla="*/ 16 w 30"/>
                <a:gd name="T37" fmla="*/ 3 h 17"/>
                <a:gd name="T38" fmla="*/ 16 w 30"/>
                <a:gd name="T39" fmla="*/ 3 h 17"/>
                <a:gd name="T40" fmla="*/ 5 w 30"/>
                <a:gd name="T41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17">
                  <a:moveTo>
                    <a:pt x="29" y="10"/>
                  </a:moveTo>
                  <a:cubicBezTo>
                    <a:pt x="30" y="11"/>
                    <a:pt x="30" y="11"/>
                    <a:pt x="30" y="11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29" y="10"/>
                  </a:lnTo>
                  <a:close/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lnTo>
                    <a:pt x="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7" name="Freeform 217">
              <a:extLst>
                <a:ext uri="{FF2B5EF4-FFF2-40B4-BE49-F238E27FC236}">
                  <a16:creationId xmlns:a16="http://schemas.microsoft.com/office/drawing/2014/main" id="{1D7EE8EE-D347-4D26-B9AC-748A404B4BE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15113" y="12684125"/>
              <a:ext cx="14288" cy="9525"/>
            </a:xfrm>
            <a:custGeom>
              <a:avLst/>
              <a:gdLst>
                <a:gd name="T0" fmla="*/ 22 w 22"/>
                <a:gd name="T1" fmla="*/ 5 h 15"/>
                <a:gd name="T2" fmla="*/ 19 w 22"/>
                <a:gd name="T3" fmla="*/ 2 h 15"/>
                <a:gd name="T4" fmla="*/ 19 w 22"/>
                <a:gd name="T5" fmla="*/ 1 h 15"/>
                <a:gd name="T6" fmla="*/ 19 w 22"/>
                <a:gd name="T7" fmla="*/ 1 h 15"/>
                <a:gd name="T8" fmla="*/ 18 w 22"/>
                <a:gd name="T9" fmla="*/ 1 h 15"/>
                <a:gd name="T10" fmla="*/ 17 w 22"/>
                <a:gd name="T11" fmla="*/ 0 h 15"/>
                <a:gd name="T12" fmla="*/ 17 w 22"/>
                <a:gd name="T13" fmla="*/ 0 h 15"/>
                <a:gd name="T14" fmla="*/ 17 w 22"/>
                <a:gd name="T15" fmla="*/ 0 h 15"/>
                <a:gd name="T16" fmla="*/ 16 w 22"/>
                <a:gd name="T17" fmla="*/ 0 h 15"/>
                <a:gd name="T18" fmla="*/ 16 w 22"/>
                <a:gd name="T19" fmla="*/ 0 h 15"/>
                <a:gd name="T20" fmla="*/ 1 w 22"/>
                <a:gd name="T21" fmla="*/ 3 h 15"/>
                <a:gd name="T22" fmla="*/ 0 w 22"/>
                <a:gd name="T23" fmla="*/ 5 h 15"/>
                <a:gd name="T24" fmla="*/ 10 w 22"/>
                <a:gd name="T25" fmla="*/ 14 h 15"/>
                <a:gd name="T26" fmla="*/ 10 w 22"/>
                <a:gd name="T27" fmla="*/ 14 h 15"/>
                <a:gd name="T28" fmla="*/ 11 w 22"/>
                <a:gd name="T29" fmla="*/ 15 h 15"/>
                <a:gd name="T30" fmla="*/ 12 w 22"/>
                <a:gd name="T31" fmla="*/ 15 h 15"/>
                <a:gd name="T32" fmla="*/ 18 w 22"/>
                <a:gd name="T33" fmla="*/ 15 h 15"/>
                <a:gd name="T34" fmla="*/ 19 w 22"/>
                <a:gd name="T35" fmla="*/ 13 h 15"/>
                <a:gd name="T36" fmla="*/ 20 w 22"/>
                <a:gd name="T37" fmla="*/ 12 h 15"/>
                <a:gd name="T38" fmla="*/ 21 w 22"/>
                <a:gd name="T39" fmla="*/ 10 h 15"/>
                <a:gd name="T40" fmla="*/ 21 w 22"/>
                <a:gd name="T41" fmla="*/ 7 h 15"/>
                <a:gd name="T42" fmla="*/ 22 w 22"/>
                <a:gd name="T43" fmla="*/ 5 h 15"/>
                <a:gd name="T44" fmla="*/ 5 w 22"/>
                <a:gd name="T45" fmla="*/ 6 h 15"/>
                <a:gd name="T46" fmla="*/ 5 w 22"/>
                <a:gd name="T47" fmla="*/ 5 h 15"/>
                <a:gd name="T48" fmla="*/ 16 w 22"/>
                <a:gd name="T49" fmla="*/ 3 h 15"/>
                <a:gd name="T50" fmla="*/ 17 w 22"/>
                <a:gd name="T51" fmla="*/ 3 h 15"/>
                <a:gd name="T52" fmla="*/ 19 w 22"/>
                <a:gd name="T53" fmla="*/ 5 h 15"/>
                <a:gd name="T54" fmla="*/ 18 w 22"/>
                <a:gd name="T55" fmla="*/ 9 h 15"/>
                <a:gd name="T56" fmla="*/ 16 w 22"/>
                <a:gd name="T57" fmla="*/ 12 h 15"/>
                <a:gd name="T58" fmla="*/ 16 w 22"/>
                <a:gd name="T59" fmla="*/ 12 h 15"/>
                <a:gd name="T60" fmla="*/ 13 w 22"/>
                <a:gd name="T61" fmla="*/ 13 h 15"/>
                <a:gd name="T62" fmla="*/ 5 w 22"/>
                <a:gd name="T63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" h="15">
                  <a:moveTo>
                    <a:pt x="22" y="5"/>
                  </a:move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9" y="14"/>
                    <a:pt x="19" y="13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21" y="12"/>
                    <a:pt x="21" y="11"/>
                    <a:pt x="21" y="10"/>
                  </a:cubicBezTo>
                  <a:cubicBezTo>
                    <a:pt x="21" y="9"/>
                    <a:pt x="21" y="8"/>
                    <a:pt x="21" y="7"/>
                  </a:cubicBezTo>
                  <a:cubicBezTo>
                    <a:pt x="21" y="6"/>
                    <a:pt x="21" y="5"/>
                    <a:pt x="22" y="5"/>
                  </a:cubicBezTo>
                  <a:moveTo>
                    <a:pt x="5" y="6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6"/>
                    <a:pt x="18" y="8"/>
                    <a:pt x="18" y="9"/>
                  </a:cubicBezTo>
                  <a:cubicBezTo>
                    <a:pt x="17" y="11"/>
                    <a:pt x="17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5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8" name="Freeform 218">
              <a:extLst>
                <a:ext uri="{FF2B5EF4-FFF2-40B4-BE49-F238E27FC236}">
                  <a16:creationId xmlns:a16="http://schemas.microsoft.com/office/drawing/2014/main" id="{EAB35561-58D6-47ED-8035-E1DDC8CABA6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37326" y="12684125"/>
              <a:ext cx="90488" cy="17462"/>
            </a:xfrm>
            <a:custGeom>
              <a:avLst/>
              <a:gdLst>
                <a:gd name="T0" fmla="*/ 141 w 141"/>
                <a:gd name="T1" fmla="*/ 15 h 29"/>
                <a:gd name="T2" fmla="*/ 135 w 141"/>
                <a:gd name="T3" fmla="*/ 15 h 29"/>
                <a:gd name="T4" fmla="*/ 132 w 141"/>
                <a:gd name="T5" fmla="*/ 12 h 29"/>
                <a:gd name="T6" fmla="*/ 110 w 141"/>
                <a:gd name="T7" fmla="*/ 6 h 29"/>
                <a:gd name="T8" fmla="*/ 103 w 141"/>
                <a:gd name="T9" fmla="*/ 5 h 29"/>
                <a:gd name="T10" fmla="*/ 102 w 141"/>
                <a:gd name="T11" fmla="*/ 5 h 29"/>
                <a:gd name="T12" fmla="*/ 67 w 141"/>
                <a:gd name="T13" fmla="*/ 1 h 29"/>
                <a:gd name="T14" fmla="*/ 38 w 141"/>
                <a:gd name="T15" fmla="*/ 5 h 29"/>
                <a:gd name="T16" fmla="*/ 37 w 141"/>
                <a:gd name="T17" fmla="*/ 5 h 29"/>
                <a:gd name="T18" fmla="*/ 37 w 141"/>
                <a:gd name="T19" fmla="*/ 5 h 29"/>
                <a:gd name="T20" fmla="*/ 31 w 141"/>
                <a:gd name="T21" fmla="*/ 6 h 29"/>
                <a:gd name="T22" fmla="*/ 7 w 141"/>
                <a:gd name="T23" fmla="*/ 13 h 29"/>
                <a:gd name="T24" fmla="*/ 4 w 141"/>
                <a:gd name="T25" fmla="*/ 15 h 29"/>
                <a:gd name="T26" fmla="*/ 0 w 141"/>
                <a:gd name="T27" fmla="*/ 15 h 29"/>
                <a:gd name="T28" fmla="*/ 2 w 141"/>
                <a:gd name="T29" fmla="*/ 17 h 29"/>
                <a:gd name="T30" fmla="*/ 2 w 141"/>
                <a:gd name="T31" fmla="*/ 24 h 29"/>
                <a:gd name="T32" fmla="*/ 6 w 141"/>
                <a:gd name="T33" fmla="*/ 27 h 29"/>
                <a:gd name="T34" fmla="*/ 12 w 141"/>
                <a:gd name="T35" fmla="*/ 28 h 29"/>
                <a:gd name="T36" fmla="*/ 71 w 141"/>
                <a:gd name="T37" fmla="*/ 18 h 29"/>
                <a:gd name="T38" fmla="*/ 129 w 141"/>
                <a:gd name="T39" fmla="*/ 28 h 29"/>
                <a:gd name="T40" fmla="*/ 135 w 141"/>
                <a:gd name="T41" fmla="*/ 28 h 29"/>
                <a:gd name="T42" fmla="*/ 139 w 141"/>
                <a:gd name="T43" fmla="*/ 24 h 29"/>
                <a:gd name="T44" fmla="*/ 139 w 141"/>
                <a:gd name="T45" fmla="*/ 17 h 29"/>
                <a:gd name="T46" fmla="*/ 141 w 141"/>
                <a:gd name="T47" fmla="*/ 15 h 29"/>
                <a:gd name="T48" fmla="*/ 133 w 141"/>
                <a:gd name="T49" fmla="*/ 23 h 29"/>
                <a:gd name="T50" fmla="*/ 128 w 141"/>
                <a:gd name="T51" fmla="*/ 24 h 29"/>
                <a:gd name="T52" fmla="*/ 70 w 141"/>
                <a:gd name="T53" fmla="*/ 13 h 29"/>
                <a:gd name="T54" fmla="*/ 14 w 141"/>
                <a:gd name="T55" fmla="*/ 23 h 29"/>
                <a:gd name="T56" fmla="*/ 8 w 141"/>
                <a:gd name="T57" fmla="*/ 22 h 29"/>
                <a:gd name="T58" fmla="*/ 11 w 141"/>
                <a:gd name="T59" fmla="*/ 17 h 29"/>
                <a:gd name="T60" fmla="*/ 70 w 141"/>
                <a:gd name="T61" fmla="*/ 6 h 29"/>
                <a:gd name="T62" fmla="*/ 132 w 141"/>
                <a:gd name="T63" fmla="*/ 18 h 29"/>
                <a:gd name="T64" fmla="*/ 133 w 141"/>
                <a:gd name="T65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" h="29">
                  <a:moveTo>
                    <a:pt x="141" y="15"/>
                  </a:moveTo>
                  <a:cubicBezTo>
                    <a:pt x="135" y="15"/>
                    <a:pt x="135" y="15"/>
                    <a:pt x="135" y="15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27" y="11"/>
                    <a:pt x="113" y="7"/>
                    <a:pt x="110" y="6"/>
                  </a:cubicBezTo>
                  <a:cubicBezTo>
                    <a:pt x="109" y="6"/>
                    <a:pt x="106" y="6"/>
                    <a:pt x="103" y="5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93" y="3"/>
                    <a:pt x="79" y="0"/>
                    <a:pt x="67" y="1"/>
                  </a:cubicBezTo>
                  <a:cubicBezTo>
                    <a:pt x="56" y="1"/>
                    <a:pt x="45" y="3"/>
                    <a:pt x="38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4" y="6"/>
                    <a:pt x="31" y="6"/>
                    <a:pt x="31" y="6"/>
                  </a:cubicBezTo>
                  <a:cubicBezTo>
                    <a:pt x="27" y="7"/>
                    <a:pt x="9" y="12"/>
                    <a:pt x="7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2" y="17"/>
                    <a:pt x="2" y="17"/>
                  </a:cubicBezTo>
                  <a:cubicBezTo>
                    <a:pt x="2" y="17"/>
                    <a:pt x="0" y="21"/>
                    <a:pt x="2" y="24"/>
                  </a:cubicBezTo>
                  <a:cubicBezTo>
                    <a:pt x="2" y="25"/>
                    <a:pt x="7" y="28"/>
                    <a:pt x="6" y="27"/>
                  </a:cubicBezTo>
                  <a:cubicBezTo>
                    <a:pt x="5" y="27"/>
                    <a:pt x="10" y="29"/>
                    <a:pt x="12" y="28"/>
                  </a:cubicBezTo>
                  <a:cubicBezTo>
                    <a:pt x="28" y="21"/>
                    <a:pt x="55" y="19"/>
                    <a:pt x="71" y="18"/>
                  </a:cubicBezTo>
                  <a:cubicBezTo>
                    <a:pt x="95" y="17"/>
                    <a:pt x="118" y="24"/>
                    <a:pt x="129" y="28"/>
                  </a:cubicBezTo>
                  <a:cubicBezTo>
                    <a:pt x="133" y="29"/>
                    <a:pt x="133" y="28"/>
                    <a:pt x="135" y="28"/>
                  </a:cubicBezTo>
                  <a:cubicBezTo>
                    <a:pt x="136" y="27"/>
                    <a:pt x="138" y="25"/>
                    <a:pt x="139" y="24"/>
                  </a:cubicBezTo>
                  <a:cubicBezTo>
                    <a:pt x="141" y="21"/>
                    <a:pt x="139" y="17"/>
                    <a:pt x="139" y="17"/>
                  </a:cubicBezTo>
                  <a:cubicBezTo>
                    <a:pt x="139" y="17"/>
                    <a:pt x="140" y="16"/>
                    <a:pt x="141" y="15"/>
                  </a:cubicBezTo>
                  <a:moveTo>
                    <a:pt x="133" y="23"/>
                  </a:moveTo>
                  <a:cubicBezTo>
                    <a:pt x="132" y="25"/>
                    <a:pt x="129" y="25"/>
                    <a:pt x="128" y="24"/>
                  </a:cubicBezTo>
                  <a:cubicBezTo>
                    <a:pt x="123" y="22"/>
                    <a:pt x="96" y="14"/>
                    <a:pt x="70" y="13"/>
                  </a:cubicBezTo>
                  <a:cubicBezTo>
                    <a:pt x="45" y="14"/>
                    <a:pt x="18" y="21"/>
                    <a:pt x="14" y="23"/>
                  </a:cubicBezTo>
                  <a:cubicBezTo>
                    <a:pt x="12" y="24"/>
                    <a:pt x="9" y="24"/>
                    <a:pt x="8" y="22"/>
                  </a:cubicBezTo>
                  <a:cubicBezTo>
                    <a:pt x="7" y="20"/>
                    <a:pt x="9" y="18"/>
                    <a:pt x="11" y="17"/>
                  </a:cubicBezTo>
                  <a:cubicBezTo>
                    <a:pt x="16" y="15"/>
                    <a:pt x="46" y="7"/>
                    <a:pt x="70" y="6"/>
                  </a:cubicBezTo>
                  <a:cubicBezTo>
                    <a:pt x="98" y="7"/>
                    <a:pt x="117" y="12"/>
                    <a:pt x="132" y="18"/>
                  </a:cubicBezTo>
                  <a:cubicBezTo>
                    <a:pt x="134" y="19"/>
                    <a:pt x="134" y="22"/>
                    <a:pt x="133" y="2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599" name="Freeform 219">
              <a:extLst>
                <a:ext uri="{FF2B5EF4-FFF2-40B4-BE49-F238E27FC236}">
                  <a16:creationId xmlns:a16="http://schemas.microsoft.com/office/drawing/2014/main" id="{044F6ECE-638C-43D7-BA5D-667D18FB4A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78601" y="12601575"/>
              <a:ext cx="6350" cy="0"/>
            </a:xfrm>
            <a:custGeom>
              <a:avLst/>
              <a:gdLst>
                <a:gd name="T0" fmla="*/ 8 w 8"/>
                <a:gd name="T1" fmla="*/ 2 h 2"/>
                <a:gd name="T2" fmla="*/ 5 w 8"/>
                <a:gd name="T3" fmla="*/ 0 h 2"/>
                <a:gd name="T4" fmla="*/ 2 w 8"/>
                <a:gd name="T5" fmla="*/ 0 h 2"/>
                <a:gd name="T6" fmla="*/ 0 w 8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0" name="Freeform 220">
              <a:extLst>
                <a:ext uri="{FF2B5EF4-FFF2-40B4-BE49-F238E27FC236}">
                  <a16:creationId xmlns:a16="http://schemas.microsoft.com/office/drawing/2014/main" id="{9861A685-D4D7-4520-81F0-59473FED0CD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10338" y="12598400"/>
              <a:ext cx="142875" cy="88900"/>
            </a:xfrm>
            <a:custGeom>
              <a:avLst/>
              <a:gdLst>
                <a:gd name="T0" fmla="*/ 205 w 222"/>
                <a:gd name="T1" fmla="*/ 69 h 138"/>
                <a:gd name="T2" fmla="*/ 181 w 222"/>
                <a:gd name="T3" fmla="*/ 51 h 138"/>
                <a:gd name="T4" fmla="*/ 151 w 222"/>
                <a:gd name="T5" fmla="*/ 45 h 138"/>
                <a:gd name="T6" fmla="*/ 133 w 222"/>
                <a:gd name="T7" fmla="*/ 47 h 138"/>
                <a:gd name="T8" fmla="*/ 118 w 222"/>
                <a:gd name="T9" fmla="*/ 22 h 138"/>
                <a:gd name="T10" fmla="*/ 118 w 222"/>
                <a:gd name="T11" fmla="*/ 7 h 138"/>
                <a:gd name="T12" fmla="*/ 101 w 222"/>
                <a:gd name="T13" fmla="*/ 7 h 138"/>
                <a:gd name="T14" fmla="*/ 97 w 222"/>
                <a:gd name="T15" fmla="*/ 33 h 138"/>
                <a:gd name="T16" fmla="*/ 81 w 222"/>
                <a:gd name="T17" fmla="*/ 44 h 138"/>
                <a:gd name="T18" fmla="*/ 57 w 222"/>
                <a:gd name="T19" fmla="*/ 46 h 138"/>
                <a:gd name="T20" fmla="*/ 32 w 222"/>
                <a:gd name="T21" fmla="*/ 60 h 138"/>
                <a:gd name="T22" fmla="*/ 0 w 222"/>
                <a:gd name="T23" fmla="*/ 92 h 138"/>
                <a:gd name="T24" fmla="*/ 30 w 222"/>
                <a:gd name="T25" fmla="*/ 129 h 138"/>
                <a:gd name="T26" fmla="*/ 41 w 222"/>
                <a:gd name="T27" fmla="*/ 133 h 138"/>
                <a:gd name="T28" fmla="*/ 108 w 222"/>
                <a:gd name="T29" fmla="*/ 118 h 138"/>
                <a:gd name="T30" fmla="*/ 138 w 222"/>
                <a:gd name="T31" fmla="*/ 121 h 138"/>
                <a:gd name="T32" fmla="*/ 179 w 222"/>
                <a:gd name="T33" fmla="*/ 133 h 138"/>
                <a:gd name="T34" fmla="*/ 186 w 222"/>
                <a:gd name="T35" fmla="*/ 137 h 138"/>
                <a:gd name="T36" fmla="*/ 203 w 222"/>
                <a:gd name="T37" fmla="*/ 115 h 138"/>
                <a:gd name="T38" fmla="*/ 210 w 222"/>
                <a:gd name="T39" fmla="*/ 73 h 138"/>
                <a:gd name="T40" fmla="*/ 181 w 222"/>
                <a:gd name="T41" fmla="*/ 62 h 138"/>
                <a:gd name="T42" fmla="*/ 172 w 222"/>
                <a:gd name="T43" fmla="*/ 105 h 138"/>
                <a:gd name="T44" fmla="*/ 181 w 222"/>
                <a:gd name="T45" fmla="*/ 82 h 138"/>
                <a:gd name="T46" fmla="*/ 174 w 222"/>
                <a:gd name="T47" fmla="*/ 59 h 138"/>
                <a:gd name="T48" fmla="*/ 162 w 222"/>
                <a:gd name="T49" fmla="*/ 49 h 138"/>
                <a:gd name="T50" fmla="*/ 146 w 222"/>
                <a:gd name="T51" fmla="*/ 51 h 138"/>
                <a:gd name="T52" fmla="*/ 136 w 222"/>
                <a:gd name="T53" fmla="*/ 49 h 138"/>
                <a:gd name="T54" fmla="*/ 132 w 222"/>
                <a:gd name="T55" fmla="*/ 53 h 138"/>
                <a:gd name="T56" fmla="*/ 130 w 222"/>
                <a:gd name="T57" fmla="*/ 104 h 138"/>
                <a:gd name="T58" fmla="*/ 129 w 222"/>
                <a:gd name="T59" fmla="*/ 75 h 138"/>
                <a:gd name="T60" fmla="*/ 107 w 222"/>
                <a:gd name="T61" fmla="*/ 10 h 138"/>
                <a:gd name="T62" fmla="*/ 121 w 222"/>
                <a:gd name="T63" fmla="*/ 15 h 138"/>
                <a:gd name="T64" fmla="*/ 103 w 222"/>
                <a:gd name="T65" fmla="*/ 17 h 138"/>
                <a:gd name="T66" fmla="*/ 112 w 222"/>
                <a:gd name="T67" fmla="*/ 64 h 138"/>
                <a:gd name="T68" fmla="*/ 110 w 222"/>
                <a:gd name="T69" fmla="*/ 48 h 138"/>
                <a:gd name="T70" fmla="*/ 104 w 222"/>
                <a:gd name="T71" fmla="*/ 54 h 138"/>
                <a:gd name="T72" fmla="*/ 117 w 222"/>
                <a:gd name="T73" fmla="*/ 85 h 138"/>
                <a:gd name="T74" fmla="*/ 94 w 222"/>
                <a:gd name="T75" fmla="*/ 54 h 138"/>
                <a:gd name="T76" fmla="*/ 84 w 222"/>
                <a:gd name="T77" fmla="*/ 45 h 138"/>
                <a:gd name="T78" fmla="*/ 74 w 222"/>
                <a:gd name="T79" fmla="*/ 48 h 138"/>
                <a:gd name="T80" fmla="*/ 87 w 222"/>
                <a:gd name="T81" fmla="*/ 74 h 138"/>
                <a:gd name="T82" fmla="*/ 67 w 222"/>
                <a:gd name="T83" fmla="*/ 106 h 138"/>
                <a:gd name="T84" fmla="*/ 49 w 222"/>
                <a:gd name="T85" fmla="*/ 89 h 138"/>
                <a:gd name="T86" fmla="*/ 45 w 222"/>
                <a:gd name="T87" fmla="*/ 86 h 138"/>
                <a:gd name="T88" fmla="*/ 55 w 222"/>
                <a:gd name="T89" fmla="*/ 100 h 138"/>
                <a:gd name="T90" fmla="*/ 60 w 222"/>
                <a:gd name="T91" fmla="*/ 56 h 138"/>
                <a:gd name="T92" fmla="*/ 53 w 222"/>
                <a:gd name="T93" fmla="*/ 55 h 138"/>
                <a:gd name="T94" fmla="*/ 40 w 222"/>
                <a:gd name="T95" fmla="*/ 53 h 138"/>
                <a:gd name="T96" fmla="*/ 20 w 222"/>
                <a:gd name="T97" fmla="*/ 65 h 138"/>
                <a:gd name="T98" fmla="*/ 4 w 222"/>
                <a:gd name="T99" fmla="*/ 92 h 138"/>
                <a:gd name="T100" fmla="*/ 18 w 222"/>
                <a:gd name="T101" fmla="*/ 111 h 138"/>
                <a:gd name="T102" fmla="*/ 20 w 222"/>
                <a:gd name="T103" fmla="*/ 88 h 138"/>
                <a:gd name="T104" fmla="*/ 35 w 222"/>
                <a:gd name="T105" fmla="*/ 70 h 138"/>
                <a:gd name="T106" fmla="*/ 185 w 222"/>
                <a:gd name="T107" fmla="*/ 129 h 138"/>
                <a:gd name="T108" fmla="*/ 65 w 222"/>
                <a:gd name="T109" fmla="*/ 116 h 138"/>
                <a:gd name="T110" fmla="*/ 185 w 222"/>
                <a:gd name="T111" fmla="*/ 129 h 138"/>
                <a:gd name="T112" fmla="*/ 188 w 222"/>
                <a:gd name="T113" fmla="*/ 74 h 138"/>
                <a:gd name="T114" fmla="*/ 192 w 222"/>
                <a:gd name="T115" fmla="*/ 104 h 138"/>
                <a:gd name="T116" fmla="*/ 199 w 222"/>
                <a:gd name="T117" fmla="*/ 106 h 138"/>
                <a:gd name="T118" fmla="*/ 213 w 222"/>
                <a:gd name="T119" fmla="*/ 9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2" h="138">
                  <a:moveTo>
                    <a:pt x="222" y="92"/>
                  </a:moveTo>
                  <a:cubicBezTo>
                    <a:pt x="222" y="88"/>
                    <a:pt x="220" y="85"/>
                    <a:pt x="217" y="83"/>
                  </a:cubicBezTo>
                  <a:cubicBezTo>
                    <a:pt x="218" y="82"/>
                    <a:pt x="218" y="80"/>
                    <a:pt x="218" y="79"/>
                  </a:cubicBezTo>
                  <a:cubicBezTo>
                    <a:pt x="218" y="73"/>
                    <a:pt x="214" y="68"/>
                    <a:pt x="209" y="68"/>
                  </a:cubicBezTo>
                  <a:cubicBezTo>
                    <a:pt x="208" y="68"/>
                    <a:pt x="206" y="68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8"/>
                    <a:pt x="205" y="68"/>
                    <a:pt x="205" y="68"/>
                  </a:cubicBezTo>
                  <a:cubicBezTo>
                    <a:pt x="205" y="67"/>
                    <a:pt x="205" y="66"/>
                    <a:pt x="205" y="65"/>
                  </a:cubicBezTo>
                  <a:cubicBezTo>
                    <a:pt x="205" y="60"/>
                    <a:pt x="201" y="57"/>
                    <a:pt x="197" y="57"/>
                  </a:cubicBezTo>
                  <a:cubicBezTo>
                    <a:pt x="194" y="57"/>
                    <a:pt x="193" y="58"/>
                    <a:pt x="191" y="60"/>
                  </a:cubicBezTo>
                  <a:cubicBezTo>
                    <a:pt x="191" y="60"/>
                    <a:pt x="190" y="60"/>
                    <a:pt x="190" y="60"/>
                  </a:cubicBezTo>
                  <a:cubicBezTo>
                    <a:pt x="190" y="60"/>
                    <a:pt x="189" y="59"/>
                    <a:pt x="189" y="58"/>
                  </a:cubicBezTo>
                  <a:cubicBezTo>
                    <a:pt x="189" y="56"/>
                    <a:pt x="188" y="52"/>
                    <a:pt x="184" y="51"/>
                  </a:cubicBezTo>
                  <a:cubicBezTo>
                    <a:pt x="183" y="51"/>
                    <a:pt x="182" y="51"/>
                    <a:pt x="181" y="51"/>
                  </a:cubicBezTo>
                  <a:cubicBezTo>
                    <a:pt x="178" y="51"/>
                    <a:pt x="176" y="53"/>
                    <a:pt x="175" y="54"/>
                  </a:cubicBezTo>
                  <a:cubicBezTo>
                    <a:pt x="174" y="54"/>
                    <a:pt x="172" y="53"/>
                    <a:pt x="170" y="53"/>
                  </a:cubicBezTo>
                  <a:cubicBezTo>
                    <a:pt x="170" y="50"/>
                    <a:pt x="169" y="47"/>
                    <a:pt x="165" y="46"/>
                  </a:cubicBezTo>
                  <a:cubicBezTo>
                    <a:pt x="165" y="46"/>
                    <a:pt x="164" y="46"/>
                    <a:pt x="163" y="46"/>
                  </a:cubicBezTo>
                  <a:cubicBezTo>
                    <a:pt x="162" y="46"/>
                    <a:pt x="161" y="46"/>
                    <a:pt x="160" y="46"/>
                  </a:cubicBezTo>
                  <a:cubicBezTo>
                    <a:pt x="160" y="45"/>
                    <a:pt x="159" y="44"/>
                    <a:pt x="156" y="44"/>
                  </a:cubicBezTo>
                  <a:cubicBezTo>
                    <a:pt x="156" y="43"/>
                    <a:pt x="155" y="43"/>
                    <a:pt x="155" y="43"/>
                  </a:cubicBezTo>
                  <a:cubicBezTo>
                    <a:pt x="153" y="43"/>
                    <a:pt x="152" y="44"/>
                    <a:pt x="151" y="45"/>
                  </a:cubicBezTo>
                  <a:cubicBezTo>
                    <a:pt x="150" y="43"/>
                    <a:pt x="149" y="43"/>
                    <a:pt x="148" y="43"/>
                  </a:cubicBezTo>
                  <a:cubicBezTo>
                    <a:pt x="148" y="43"/>
                    <a:pt x="147" y="43"/>
                    <a:pt x="147" y="43"/>
                  </a:cubicBezTo>
                  <a:cubicBezTo>
                    <a:pt x="145" y="43"/>
                    <a:pt x="143" y="44"/>
                    <a:pt x="143" y="45"/>
                  </a:cubicBezTo>
                  <a:cubicBezTo>
                    <a:pt x="141" y="43"/>
                    <a:pt x="140" y="43"/>
                    <a:pt x="138" y="43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5" y="43"/>
                    <a:pt x="134" y="44"/>
                    <a:pt x="134" y="45"/>
                  </a:cubicBezTo>
                  <a:cubicBezTo>
                    <a:pt x="133" y="45"/>
                    <a:pt x="133" y="46"/>
                    <a:pt x="133" y="46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1" y="47"/>
                    <a:pt x="130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4" y="46"/>
                    <a:pt x="122" y="46"/>
                    <a:pt x="120" y="46"/>
                  </a:cubicBezTo>
                  <a:cubicBezTo>
                    <a:pt x="118" y="46"/>
                    <a:pt x="118" y="45"/>
                    <a:pt x="118" y="45"/>
                  </a:cubicBezTo>
                  <a:cubicBezTo>
                    <a:pt x="118" y="45"/>
                    <a:pt x="119" y="44"/>
                    <a:pt x="119" y="43"/>
                  </a:cubicBezTo>
                  <a:cubicBezTo>
                    <a:pt x="122" y="41"/>
                    <a:pt x="125" y="37"/>
                    <a:pt x="125" y="33"/>
                  </a:cubicBezTo>
                  <a:cubicBezTo>
                    <a:pt x="125" y="28"/>
                    <a:pt x="122" y="24"/>
                    <a:pt x="118" y="22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3" y="20"/>
                    <a:pt x="125" y="18"/>
                    <a:pt x="125" y="16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8"/>
                    <a:pt x="123" y="7"/>
                    <a:pt x="122" y="7"/>
                  </a:cubicBezTo>
                  <a:cubicBezTo>
                    <a:pt x="121" y="7"/>
                    <a:pt x="121" y="7"/>
                    <a:pt x="121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1"/>
                    <a:pt x="116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0"/>
                    <a:pt x="104" y="1"/>
                    <a:pt x="104" y="3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8" y="7"/>
                    <a:pt x="97" y="8"/>
                    <a:pt x="97" y="10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8"/>
                    <a:pt x="98" y="20"/>
                    <a:pt x="100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0" y="24"/>
                    <a:pt x="97" y="28"/>
                    <a:pt x="97" y="33"/>
                  </a:cubicBezTo>
                  <a:cubicBezTo>
                    <a:pt x="97" y="37"/>
                    <a:pt x="99" y="41"/>
                    <a:pt x="102" y="43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03" y="45"/>
                    <a:pt x="103" y="45"/>
                    <a:pt x="101" y="46"/>
                  </a:cubicBezTo>
                  <a:cubicBezTo>
                    <a:pt x="100" y="46"/>
                    <a:pt x="97" y="46"/>
                    <a:pt x="94" y="47"/>
                  </a:cubicBezTo>
                  <a:cubicBezTo>
                    <a:pt x="93" y="47"/>
                    <a:pt x="92" y="47"/>
                    <a:pt x="90" y="47"/>
                  </a:cubicBezTo>
                  <a:cubicBezTo>
                    <a:pt x="89" y="44"/>
                    <a:pt x="87" y="43"/>
                    <a:pt x="85" y="42"/>
                  </a:cubicBezTo>
                  <a:cubicBezTo>
                    <a:pt x="85" y="42"/>
                    <a:pt x="85" y="42"/>
                    <a:pt x="84" y="42"/>
                  </a:cubicBezTo>
                  <a:cubicBezTo>
                    <a:pt x="83" y="42"/>
                    <a:pt x="82" y="43"/>
                    <a:pt x="81" y="44"/>
                  </a:cubicBezTo>
                  <a:cubicBezTo>
                    <a:pt x="81" y="44"/>
                    <a:pt x="81" y="44"/>
                    <a:pt x="80" y="44"/>
                  </a:cubicBezTo>
                  <a:cubicBezTo>
                    <a:pt x="79" y="43"/>
                    <a:pt x="78" y="42"/>
                    <a:pt x="76" y="42"/>
                  </a:cubicBezTo>
                  <a:cubicBezTo>
                    <a:pt x="74" y="42"/>
                    <a:pt x="72" y="44"/>
                    <a:pt x="72" y="45"/>
                  </a:cubicBezTo>
                  <a:cubicBezTo>
                    <a:pt x="71" y="45"/>
                    <a:pt x="69" y="44"/>
                    <a:pt x="67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4" y="44"/>
                    <a:pt x="63" y="45"/>
                    <a:pt x="62" y="46"/>
                  </a:cubicBezTo>
                  <a:cubicBezTo>
                    <a:pt x="61" y="46"/>
                    <a:pt x="61" y="46"/>
                    <a:pt x="60" y="46"/>
                  </a:cubicBezTo>
                  <a:cubicBezTo>
                    <a:pt x="59" y="46"/>
                    <a:pt x="58" y="46"/>
                    <a:pt x="57" y="46"/>
                  </a:cubicBezTo>
                  <a:cubicBezTo>
                    <a:pt x="54" y="47"/>
                    <a:pt x="53" y="49"/>
                    <a:pt x="53" y="52"/>
                  </a:cubicBezTo>
                  <a:cubicBezTo>
                    <a:pt x="51" y="53"/>
                    <a:pt x="48" y="54"/>
                    <a:pt x="46" y="55"/>
                  </a:cubicBezTo>
                  <a:cubicBezTo>
                    <a:pt x="45" y="52"/>
                    <a:pt x="42" y="50"/>
                    <a:pt x="40" y="50"/>
                  </a:cubicBezTo>
                  <a:cubicBezTo>
                    <a:pt x="39" y="50"/>
                    <a:pt x="38" y="50"/>
                    <a:pt x="38" y="51"/>
                  </a:cubicBezTo>
                  <a:cubicBezTo>
                    <a:pt x="35" y="52"/>
                    <a:pt x="33" y="54"/>
                    <a:pt x="33" y="58"/>
                  </a:cubicBezTo>
                  <a:cubicBezTo>
                    <a:pt x="33" y="59"/>
                    <a:pt x="33" y="59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0" y="58"/>
                    <a:pt x="29" y="57"/>
                    <a:pt x="26" y="57"/>
                  </a:cubicBezTo>
                  <a:cubicBezTo>
                    <a:pt x="21" y="57"/>
                    <a:pt x="17" y="60"/>
                    <a:pt x="17" y="64"/>
                  </a:cubicBezTo>
                  <a:cubicBezTo>
                    <a:pt x="17" y="65"/>
                    <a:pt x="17" y="66"/>
                    <a:pt x="17" y="67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7" y="68"/>
                    <a:pt x="16" y="68"/>
                    <a:pt x="15" y="68"/>
                  </a:cubicBezTo>
                  <a:cubicBezTo>
                    <a:pt x="10" y="68"/>
                    <a:pt x="4" y="71"/>
                    <a:pt x="4" y="77"/>
                  </a:cubicBezTo>
                  <a:cubicBezTo>
                    <a:pt x="4" y="79"/>
                    <a:pt x="4" y="81"/>
                    <a:pt x="5" y="82"/>
                  </a:cubicBezTo>
                  <a:cubicBezTo>
                    <a:pt x="2" y="84"/>
                    <a:pt x="0" y="88"/>
                    <a:pt x="0" y="92"/>
                  </a:cubicBezTo>
                  <a:cubicBezTo>
                    <a:pt x="0" y="97"/>
                    <a:pt x="4" y="103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6"/>
                    <a:pt x="10" y="107"/>
                  </a:cubicBezTo>
                  <a:cubicBezTo>
                    <a:pt x="10" y="112"/>
                    <a:pt x="14" y="115"/>
                    <a:pt x="19" y="116"/>
                  </a:cubicBezTo>
                  <a:cubicBezTo>
                    <a:pt x="19" y="121"/>
                    <a:pt x="24" y="125"/>
                    <a:pt x="29" y="125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9" y="126"/>
                    <a:pt x="30" y="127"/>
                    <a:pt x="31" y="128"/>
                  </a:cubicBezTo>
                  <a:cubicBezTo>
                    <a:pt x="30" y="128"/>
                    <a:pt x="30" y="129"/>
                    <a:pt x="30" y="129"/>
                  </a:cubicBezTo>
                  <a:cubicBezTo>
                    <a:pt x="30" y="131"/>
                    <a:pt x="30" y="132"/>
                    <a:pt x="31" y="133"/>
                  </a:cubicBezTo>
                  <a:cubicBezTo>
                    <a:pt x="32" y="134"/>
                    <a:pt x="34" y="135"/>
                    <a:pt x="35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0" y="133"/>
                    <a:pt x="40" y="133"/>
                    <a:pt x="40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3" y="133"/>
                    <a:pt x="43" y="133"/>
                    <a:pt x="43" y="133"/>
                  </a:cubicBezTo>
                  <a:cubicBezTo>
                    <a:pt x="51" y="130"/>
                    <a:pt x="52" y="129"/>
                    <a:pt x="61" y="127"/>
                  </a:cubicBezTo>
                  <a:cubicBezTo>
                    <a:pt x="65" y="125"/>
                    <a:pt x="69" y="124"/>
                    <a:pt x="73" y="123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9" y="122"/>
                    <a:pt x="82" y="121"/>
                    <a:pt x="84" y="121"/>
                  </a:cubicBezTo>
                  <a:cubicBezTo>
                    <a:pt x="92" y="119"/>
                    <a:pt x="104" y="118"/>
                    <a:pt x="108" y="118"/>
                  </a:cubicBezTo>
                  <a:cubicBezTo>
                    <a:pt x="108" y="118"/>
                    <a:pt x="109" y="118"/>
                    <a:pt x="109" y="118"/>
                  </a:cubicBezTo>
                  <a:cubicBezTo>
                    <a:pt x="109" y="118"/>
                    <a:pt x="109" y="118"/>
                    <a:pt x="109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12" y="118"/>
                    <a:pt x="112" y="118"/>
                    <a:pt x="112" y="118"/>
                  </a:cubicBezTo>
                  <a:cubicBezTo>
                    <a:pt x="120" y="119"/>
                    <a:pt x="132" y="120"/>
                    <a:pt x="138" y="121"/>
                  </a:cubicBezTo>
                  <a:cubicBezTo>
                    <a:pt x="140" y="121"/>
                    <a:pt x="143" y="122"/>
                    <a:pt x="146" y="122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51" y="124"/>
                    <a:pt x="156" y="125"/>
                    <a:pt x="162" y="127"/>
                  </a:cubicBezTo>
                  <a:cubicBezTo>
                    <a:pt x="170" y="129"/>
                    <a:pt x="172" y="130"/>
                    <a:pt x="179" y="133"/>
                  </a:cubicBezTo>
                  <a:cubicBezTo>
                    <a:pt x="180" y="133"/>
                    <a:pt x="180" y="133"/>
                    <a:pt x="180" y="133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4" y="138"/>
                    <a:pt x="184" y="138"/>
                    <a:pt x="184" y="138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5" y="138"/>
                    <a:pt x="185" y="138"/>
                    <a:pt x="185" y="138"/>
                  </a:cubicBezTo>
                  <a:cubicBezTo>
                    <a:pt x="186" y="137"/>
                    <a:pt x="186" y="137"/>
                    <a:pt x="186" y="137"/>
                  </a:cubicBezTo>
                  <a:cubicBezTo>
                    <a:pt x="186" y="137"/>
                    <a:pt x="187" y="136"/>
                    <a:pt x="187" y="135"/>
                  </a:cubicBezTo>
                  <a:cubicBezTo>
                    <a:pt x="188" y="135"/>
                    <a:pt x="188" y="135"/>
                    <a:pt x="188" y="135"/>
                  </a:cubicBezTo>
                  <a:cubicBezTo>
                    <a:pt x="189" y="135"/>
                    <a:pt x="191" y="134"/>
                    <a:pt x="192" y="133"/>
                  </a:cubicBezTo>
                  <a:cubicBezTo>
                    <a:pt x="192" y="132"/>
                    <a:pt x="193" y="131"/>
                    <a:pt x="193" y="129"/>
                  </a:cubicBezTo>
                  <a:cubicBezTo>
                    <a:pt x="193" y="129"/>
                    <a:pt x="193" y="128"/>
                    <a:pt x="192" y="128"/>
                  </a:cubicBezTo>
                  <a:cubicBezTo>
                    <a:pt x="193" y="127"/>
                    <a:pt x="194" y="126"/>
                    <a:pt x="194" y="125"/>
                  </a:cubicBezTo>
                  <a:cubicBezTo>
                    <a:pt x="194" y="125"/>
                    <a:pt x="194" y="125"/>
                    <a:pt x="194" y="125"/>
                  </a:cubicBezTo>
                  <a:cubicBezTo>
                    <a:pt x="199" y="124"/>
                    <a:pt x="203" y="120"/>
                    <a:pt x="203" y="115"/>
                  </a:cubicBezTo>
                  <a:cubicBezTo>
                    <a:pt x="209" y="115"/>
                    <a:pt x="213" y="110"/>
                    <a:pt x="213" y="105"/>
                  </a:cubicBezTo>
                  <a:cubicBezTo>
                    <a:pt x="213" y="104"/>
                    <a:pt x="212" y="103"/>
                    <a:pt x="212" y="103"/>
                  </a:cubicBezTo>
                  <a:cubicBezTo>
                    <a:pt x="218" y="102"/>
                    <a:pt x="222" y="98"/>
                    <a:pt x="222" y="92"/>
                  </a:cubicBezTo>
                  <a:moveTo>
                    <a:pt x="210" y="73"/>
                  </a:moveTo>
                  <a:cubicBezTo>
                    <a:pt x="212" y="73"/>
                    <a:pt x="214" y="75"/>
                    <a:pt x="214" y="77"/>
                  </a:cubicBezTo>
                  <a:cubicBezTo>
                    <a:pt x="214" y="80"/>
                    <a:pt x="212" y="82"/>
                    <a:pt x="210" y="82"/>
                  </a:cubicBezTo>
                  <a:cubicBezTo>
                    <a:pt x="207" y="82"/>
                    <a:pt x="205" y="80"/>
                    <a:pt x="205" y="77"/>
                  </a:cubicBezTo>
                  <a:cubicBezTo>
                    <a:pt x="205" y="75"/>
                    <a:pt x="207" y="73"/>
                    <a:pt x="210" y="73"/>
                  </a:cubicBezTo>
                  <a:moveTo>
                    <a:pt x="197" y="61"/>
                  </a:moveTo>
                  <a:cubicBezTo>
                    <a:pt x="200" y="61"/>
                    <a:pt x="202" y="63"/>
                    <a:pt x="202" y="65"/>
                  </a:cubicBezTo>
                  <a:cubicBezTo>
                    <a:pt x="202" y="68"/>
                    <a:pt x="200" y="70"/>
                    <a:pt x="197" y="70"/>
                  </a:cubicBezTo>
                  <a:cubicBezTo>
                    <a:pt x="194" y="70"/>
                    <a:pt x="192" y="68"/>
                    <a:pt x="192" y="65"/>
                  </a:cubicBezTo>
                  <a:cubicBezTo>
                    <a:pt x="192" y="63"/>
                    <a:pt x="194" y="61"/>
                    <a:pt x="197" y="61"/>
                  </a:cubicBezTo>
                  <a:moveTo>
                    <a:pt x="181" y="54"/>
                  </a:moveTo>
                  <a:cubicBezTo>
                    <a:pt x="183" y="54"/>
                    <a:pt x="185" y="56"/>
                    <a:pt x="185" y="58"/>
                  </a:cubicBezTo>
                  <a:cubicBezTo>
                    <a:pt x="185" y="60"/>
                    <a:pt x="183" y="62"/>
                    <a:pt x="181" y="62"/>
                  </a:cubicBezTo>
                  <a:cubicBezTo>
                    <a:pt x="178" y="62"/>
                    <a:pt x="177" y="60"/>
                    <a:pt x="177" y="58"/>
                  </a:cubicBezTo>
                  <a:cubicBezTo>
                    <a:pt x="177" y="56"/>
                    <a:pt x="178" y="54"/>
                    <a:pt x="181" y="54"/>
                  </a:cubicBezTo>
                  <a:moveTo>
                    <a:pt x="169" y="94"/>
                  </a:moveTo>
                  <a:cubicBezTo>
                    <a:pt x="169" y="91"/>
                    <a:pt x="171" y="89"/>
                    <a:pt x="174" y="89"/>
                  </a:cubicBezTo>
                  <a:cubicBezTo>
                    <a:pt x="176" y="89"/>
                    <a:pt x="178" y="91"/>
                    <a:pt x="178" y="94"/>
                  </a:cubicBezTo>
                  <a:cubicBezTo>
                    <a:pt x="178" y="96"/>
                    <a:pt x="176" y="98"/>
                    <a:pt x="174" y="98"/>
                  </a:cubicBezTo>
                  <a:cubicBezTo>
                    <a:pt x="171" y="98"/>
                    <a:pt x="169" y="96"/>
                    <a:pt x="169" y="94"/>
                  </a:cubicBezTo>
                  <a:moveTo>
                    <a:pt x="172" y="105"/>
                  </a:moveTo>
                  <a:cubicBezTo>
                    <a:pt x="172" y="108"/>
                    <a:pt x="170" y="110"/>
                    <a:pt x="167" y="110"/>
                  </a:cubicBezTo>
                  <a:cubicBezTo>
                    <a:pt x="165" y="110"/>
                    <a:pt x="163" y="108"/>
                    <a:pt x="163" y="105"/>
                  </a:cubicBezTo>
                  <a:cubicBezTo>
                    <a:pt x="163" y="102"/>
                    <a:pt x="165" y="100"/>
                    <a:pt x="167" y="100"/>
                  </a:cubicBezTo>
                  <a:cubicBezTo>
                    <a:pt x="170" y="100"/>
                    <a:pt x="172" y="102"/>
                    <a:pt x="172" y="105"/>
                  </a:cubicBezTo>
                  <a:moveTo>
                    <a:pt x="177" y="86"/>
                  </a:moveTo>
                  <a:cubicBezTo>
                    <a:pt x="174" y="86"/>
                    <a:pt x="172" y="84"/>
                    <a:pt x="172" y="82"/>
                  </a:cubicBezTo>
                  <a:cubicBezTo>
                    <a:pt x="172" y="79"/>
                    <a:pt x="174" y="77"/>
                    <a:pt x="177" y="77"/>
                  </a:cubicBezTo>
                  <a:cubicBezTo>
                    <a:pt x="179" y="77"/>
                    <a:pt x="181" y="79"/>
                    <a:pt x="181" y="82"/>
                  </a:cubicBezTo>
                  <a:cubicBezTo>
                    <a:pt x="181" y="84"/>
                    <a:pt x="179" y="86"/>
                    <a:pt x="177" y="86"/>
                  </a:cubicBezTo>
                  <a:moveTo>
                    <a:pt x="175" y="64"/>
                  </a:moveTo>
                  <a:cubicBezTo>
                    <a:pt x="178" y="64"/>
                    <a:pt x="180" y="66"/>
                    <a:pt x="180" y="69"/>
                  </a:cubicBezTo>
                  <a:cubicBezTo>
                    <a:pt x="180" y="71"/>
                    <a:pt x="178" y="73"/>
                    <a:pt x="175" y="73"/>
                  </a:cubicBezTo>
                  <a:cubicBezTo>
                    <a:pt x="173" y="73"/>
                    <a:pt x="171" y="71"/>
                    <a:pt x="171" y="69"/>
                  </a:cubicBezTo>
                  <a:cubicBezTo>
                    <a:pt x="171" y="66"/>
                    <a:pt x="173" y="64"/>
                    <a:pt x="175" y="64"/>
                  </a:cubicBezTo>
                  <a:moveTo>
                    <a:pt x="169" y="55"/>
                  </a:moveTo>
                  <a:cubicBezTo>
                    <a:pt x="172" y="55"/>
                    <a:pt x="174" y="57"/>
                    <a:pt x="174" y="59"/>
                  </a:cubicBezTo>
                  <a:cubicBezTo>
                    <a:pt x="174" y="62"/>
                    <a:pt x="172" y="64"/>
                    <a:pt x="169" y="64"/>
                  </a:cubicBezTo>
                  <a:cubicBezTo>
                    <a:pt x="167" y="64"/>
                    <a:pt x="165" y="62"/>
                    <a:pt x="165" y="59"/>
                  </a:cubicBezTo>
                  <a:cubicBezTo>
                    <a:pt x="165" y="57"/>
                    <a:pt x="167" y="55"/>
                    <a:pt x="169" y="55"/>
                  </a:cubicBezTo>
                  <a:moveTo>
                    <a:pt x="162" y="49"/>
                  </a:moveTo>
                  <a:cubicBezTo>
                    <a:pt x="164" y="49"/>
                    <a:pt x="166" y="50"/>
                    <a:pt x="166" y="52"/>
                  </a:cubicBezTo>
                  <a:cubicBezTo>
                    <a:pt x="166" y="55"/>
                    <a:pt x="164" y="56"/>
                    <a:pt x="162" y="56"/>
                  </a:cubicBezTo>
                  <a:cubicBezTo>
                    <a:pt x="160" y="56"/>
                    <a:pt x="158" y="55"/>
                    <a:pt x="158" y="52"/>
                  </a:cubicBezTo>
                  <a:cubicBezTo>
                    <a:pt x="158" y="50"/>
                    <a:pt x="160" y="49"/>
                    <a:pt x="162" y="49"/>
                  </a:cubicBezTo>
                  <a:moveTo>
                    <a:pt x="154" y="46"/>
                  </a:moveTo>
                  <a:cubicBezTo>
                    <a:pt x="156" y="46"/>
                    <a:pt x="157" y="48"/>
                    <a:pt x="157" y="49"/>
                  </a:cubicBezTo>
                  <a:cubicBezTo>
                    <a:pt x="157" y="51"/>
                    <a:pt x="156" y="53"/>
                    <a:pt x="154" y="53"/>
                  </a:cubicBezTo>
                  <a:cubicBezTo>
                    <a:pt x="152" y="53"/>
                    <a:pt x="151" y="51"/>
                    <a:pt x="151" y="49"/>
                  </a:cubicBezTo>
                  <a:cubicBezTo>
                    <a:pt x="151" y="48"/>
                    <a:pt x="152" y="46"/>
                    <a:pt x="154" y="46"/>
                  </a:cubicBezTo>
                  <a:moveTo>
                    <a:pt x="146" y="45"/>
                  </a:moveTo>
                  <a:cubicBezTo>
                    <a:pt x="148" y="45"/>
                    <a:pt x="149" y="46"/>
                    <a:pt x="149" y="48"/>
                  </a:cubicBezTo>
                  <a:cubicBezTo>
                    <a:pt x="149" y="49"/>
                    <a:pt x="148" y="51"/>
                    <a:pt x="146" y="51"/>
                  </a:cubicBezTo>
                  <a:cubicBezTo>
                    <a:pt x="145" y="51"/>
                    <a:pt x="144" y="49"/>
                    <a:pt x="144" y="48"/>
                  </a:cubicBezTo>
                  <a:cubicBezTo>
                    <a:pt x="144" y="46"/>
                    <a:pt x="145" y="45"/>
                    <a:pt x="146" y="45"/>
                  </a:cubicBezTo>
                  <a:moveTo>
                    <a:pt x="138" y="45"/>
                  </a:moveTo>
                  <a:cubicBezTo>
                    <a:pt x="139" y="45"/>
                    <a:pt x="140" y="46"/>
                    <a:pt x="140" y="48"/>
                  </a:cubicBezTo>
                  <a:cubicBezTo>
                    <a:pt x="140" y="49"/>
                    <a:pt x="140" y="49"/>
                    <a:pt x="139" y="50"/>
                  </a:cubicBezTo>
                  <a:cubicBezTo>
                    <a:pt x="139" y="50"/>
                    <a:pt x="139" y="50"/>
                    <a:pt x="138" y="50"/>
                  </a:cubicBezTo>
                  <a:cubicBezTo>
                    <a:pt x="138" y="50"/>
                    <a:pt x="138" y="50"/>
                    <a:pt x="138" y="50"/>
                  </a:cubicBezTo>
                  <a:cubicBezTo>
                    <a:pt x="137" y="50"/>
                    <a:pt x="136" y="50"/>
                    <a:pt x="136" y="49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5" y="49"/>
                    <a:pt x="135" y="48"/>
                    <a:pt x="135" y="48"/>
                  </a:cubicBezTo>
                  <a:cubicBezTo>
                    <a:pt x="135" y="46"/>
                    <a:pt x="136" y="45"/>
                    <a:pt x="138" y="45"/>
                  </a:cubicBezTo>
                  <a:moveTo>
                    <a:pt x="130" y="104"/>
                  </a:moveTo>
                  <a:cubicBezTo>
                    <a:pt x="133" y="98"/>
                    <a:pt x="134" y="89"/>
                    <a:pt x="134" y="80"/>
                  </a:cubicBezTo>
                  <a:cubicBezTo>
                    <a:pt x="134" y="71"/>
                    <a:pt x="133" y="62"/>
                    <a:pt x="132" y="54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2" y="54"/>
                    <a:pt x="132" y="53"/>
                    <a:pt x="132" y="53"/>
                  </a:cubicBezTo>
                  <a:cubicBezTo>
                    <a:pt x="134" y="53"/>
                    <a:pt x="142" y="55"/>
                    <a:pt x="150" y="56"/>
                  </a:cubicBezTo>
                  <a:cubicBezTo>
                    <a:pt x="159" y="59"/>
                    <a:pt x="160" y="61"/>
                    <a:pt x="162" y="63"/>
                  </a:cubicBezTo>
                  <a:cubicBezTo>
                    <a:pt x="163" y="65"/>
                    <a:pt x="166" y="73"/>
                    <a:pt x="166" y="77"/>
                  </a:cubicBezTo>
                  <a:cubicBezTo>
                    <a:pt x="166" y="77"/>
                    <a:pt x="166" y="77"/>
                    <a:pt x="166" y="78"/>
                  </a:cubicBezTo>
                  <a:cubicBezTo>
                    <a:pt x="165" y="85"/>
                    <a:pt x="165" y="92"/>
                    <a:pt x="155" y="108"/>
                  </a:cubicBezTo>
                  <a:cubicBezTo>
                    <a:pt x="155" y="109"/>
                    <a:pt x="154" y="109"/>
                    <a:pt x="154" y="109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8" y="107"/>
                    <a:pt x="133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moveTo>
                    <a:pt x="120" y="102"/>
                  </a:moveTo>
                  <a:cubicBezTo>
                    <a:pt x="122" y="99"/>
                    <a:pt x="124" y="87"/>
                    <a:pt x="123" y="75"/>
                  </a:cubicBezTo>
                  <a:cubicBezTo>
                    <a:pt x="123" y="65"/>
                    <a:pt x="123" y="55"/>
                    <a:pt x="123" y="55"/>
                  </a:cubicBezTo>
                  <a:cubicBezTo>
                    <a:pt x="123" y="53"/>
                    <a:pt x="123" y="50"/>
                    <a:pt x="124" y="50"/>
                  </a:cubicBezTo>
                  <a:cubicBezTo>
                    <a:pt x="125" y="50"/>
                    <a:pt x="126" y="52"/>
                    <a:pt x="126" y="54"/>
                  </a:cubicBezTo>
                  <a:cubicBezTo>
                    <a:pt x="127" y="54"/>
                    <a:pt x="129" y="65"/>
                    <a:pt x="129" y="75"/>
                  </a:cubicBezTo>
                  <a:cubicBezTo>
                    <a:pt x="129" y="87"/>
                    <a:pt x="127" y="99"/>
                    <a:pt x="124" y="103"/>
                  </a:cubicBezTo>
                  <a:cubicBezTo>
                    <a:pt x="123" y="104"/>
                    <a:pt x="123" y="105"/>
                    <a:pt x="122" y="104"/>
                  </a:cubicBezTo>
                  <a:cubicBezTo>
                    <a:pt x="121" y="103"/>
                    <a:pt x="120" y="103"/>
                    <a:pt x="120" y="102"/>
                  </a:cubicBezTo>
                  <a:moveTo>
                    <a:pt x="103" y="17"/>
                  </a:moveTo>
                  <a:cubicBezTo>
                    <a:pt x="101" y="17"/>
                    <a:pt x="101" y="16"/>
                    <a:pt x="101" y="15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1"/>
                    <a:pt x="101" y="10"/>
                    <a:pt x="103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4"/>
                    <a:pt x="108" y="3"/>
                    <a:pt x="109" y="3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4" y="3"/>
                    <a:pt x="115" y="4"/>
                    <a:pt x="115" y="5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20" y="10"/>
                    <a:pt x="121" y="11"/>
                    <a:pt x="121" y="12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1" y="16"/>
                    <a:pt x="120" y="17"/>
                    <a:pt x="119" y="17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5" y="20"/>
                    <a:pt x="114" y="21"/>
                    <a:pt x="112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8" y="21"/>
                    <a:pt x="107" y="20"/>
                    <a:pt x="107" y="19"/>
                  </a:cubicBezTo>
                  <a:cubicBezTo>
                    <a:pt x="107" y="17"/>
                    <a:pt x="107" y="17"/>
                    <a:pt x="107" y="17"/>
                  </a:cubicBezTo>
                  <a:lnTo>
                    <a:pt x="103" y="17"/>
                  </a:lnTo>
                  <a:close/>
                  <a:moveTo>
                    <a:pt x="102" y="33"/>
                  </a:moveTo>
                  <a:cubicBezTo>
                    <a:pt x="102" y="28"/>
                    <a:pt x="106" y="25"/>
                    <a:pt x="111" y="25"/>
                  </a:cubicBezTo>
                  <a:cubicBezTo>
                    <a:pt x="116" y="25"/>
                    <a:pt x="120" y="28"/>
                    <a:pt x="120" y="33"/>
                  </a:cubicBezTo>
                  <a:cubicBezTo>
                    <a:pt x="120" y="38"/>
                    <a:pt x="116" y="42"/>
                    <a:pt x="111" y="42"/>
                  </a:cubicBezTo>
                  <a:cubicBezTo>
                    <a:pt x="106" y="42"/>
                    <a:pt x="102" y="38"/>
                    <a:pt x="102" y="33"/>
                  </a:cubicBezTo>
                  <a:moveTo>
                    <a:pt x="110" y="64"/>
                  </a:moveTo>
                  <a:cubicBezTo>
                    <a:pt x="110" y="64"/>
                    <a:pt x="110" y="64"/>
                    <a:pt x="110" y="64"/>
                  </a:cubicBezTo>
                  <a:cubicBezTo>
                    <a:pt x="111" y="64"/>
                    <a:pt x="112" y="64"/>
                    <a:pt x="112" y="64"/>
                  </a:cubicBezTo>
                  <a:cubicBezTo>
                    <a:pt x="115" y="65"/>
                    <a:pt x="117" y="67"/>
                    <a:pt x="117" y="70"/>
                  </a:cubicBezTo>
                  <a:cubicBezTo>
                    <a:pt x="117" y="73"/>
                    <a:pt x="115" y="75"/>
                    <a:pt x="112" y="76"/>
                  </a:cubicBezTo>
                  <a:cubicBezTo>
                    <a:pt x="111" y="76"/>
                    <a:pt x="111" y="76"/>
                    <a:pt x="110" y="7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07" y="75"/>
                    <a:pt x="104" y="73"/>
                    <a:pt x="104" y="70"/>
                  </a:cubicBezTo>
                  <a:cubicBezTo>
                    <a:pt x="104" y="67"/>
                    <a:pt x="107" y="64"/>
                    <a:pt x="110" y="64"/>
                  </a:cubicBezTo>
                  <a:moveTo>
                    <a:pt x="104" y="54"/>
                  </a:moveTo>
                  <a:cubicBezTo>
                    <a:pt x="104" y="51"/>
                    <a:pt x="107" y="49"/>
                    <a:pt x="110" y="48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11" y="48"/>
                    <a:pt x="112" y="48"/>
                    <a:pt x="112" y="48"/>
                  </a:cubicBezTo>
                  <a:cubicBezTo>
                    <a:pt x="112" y="48"/>
                    <a:pt x="112" y="49"/>
                    <a:pt x="112" y="49"/>
                  </a:cubicBezTo>
                  <a:cubicBezTo>
                    <a:pt x="115" y="49"/>
                    <a:pt x="117" y="52"/>
                    <a:pt x="117" y="54"/>
                  </a:cubicBezTo>
                  <a:cubicBezTo>
                    <a:pt x="117" y="57"/>
                    <a:pt x="115" y="59"/>
                    <a:pt x="112" y="60"/>
                  </a:cubicBezTo>
                  <a:cubicBezTo>
                    <a:pt x="112" y="60"/>
                    <a:pt x="111" y="60"/>
                    <a:pt x="111" y="60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07" y="60"/>
                    <a:pt x="104" y="57"/>
                    <a:pt x="104" y="54"/>
                  </a:cubicBezTo>
                  <a:moveTo>
                    <a:pt x="112" y="91"/>
                  </a:moveTo>
                  <a:cubicBezTo>
                    <a:pt x="111" y="91"/>
                    <a:pt x="111" y="91"/>
                    <a:pt x="111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1"/>
                    <a:pt x="105" y="88"/>
                    <a:pt x="105" y="85"/>
                  </a:cubicBezTo>
                  <a:cubicBezTo>
                    <a:pt x="105" y="82"/>
                    <a:pt x="107" y="80"/>
                    <a:pt x="110" y="79"/>
                  </a:cubicBezTo>
                  <a:cubicBezTo>
                    <a:pt x="110" y="79"/>
                    <a:pt x="110" y="79"/>
                    <a:pt x="111" y="79"/>
                  </a:cubicBezTo>
                  <a:cubicBezTo>
                    <a:pt x="111" y="79"/>
                    <a:pt x="111" y="79"/>
                    <a:pt x="112" y="79"/>
                  </a:cubicBezTo>
                  <a:cubicBezTo>
                    <a:pt x="115" y="80"/>
                    <a:pt x="117" y="82"/>
                    <a:pt x="117" y="85"/>
                  </a:cubicBezTo>
                  <a:cubicBezTo>
                    <a:pt x="117" y="88"/>
                    <a:pt x="115" y="91"/>
                    <a:pt x="112" y="91"/>
                  </a:cubicBezTo>
                  <a:moveTo>
                    <a:pt x="117" y="101"/>
                  </a:moveTo>
                  <a:cubicBezTo>
                    <a:pt x="117" y="104"/>
                    <a:pt x="114" y="107"/>
                    <a:pt x="111" y="107"/>
                  </a:cubicBezTo>
                  <a:cubicBezTo>
                    <a:pt x="107" y="107"/>
                    <a:pt x="105" y="104"/>
                    <a:pt x="105" y="101"/>
                  </a:cubicBezTo>
                  <a:cubicBezTo>
                    <a:pt x="105" y="97"/>
                    <a:pt x="107" y="95"/>
                    <a:pt x="111" y="95"/>
                  </a:cubicBezTo>
                  <a:cubicBezTo>
                    <a:pt x="114" y="95"/>
                    <a:pt x="117" y="97"/>
                    <a:pt x="117" y="101"/>
                  </a:cubicBezTo>
                  <a:moveTo>
                    <a:pt x="93" y="75"/>
                  </a:moveTo>
                  <a:cubicBezTo>
                    <a:pt x="93" y="65"/>
                    <a:pt x="94" y="55"/>
                    <a:pt x="94" y="54"/>
                  </a:cubicBezTo>
                  <a:cubicBezTo>
                    <a:pt x="95" y="53"/>
                    <a:pt x="96" y="50"/>
                    <a:pt x="98" y="50"/>
                  </a:cubicBezTo>
                  <a:cubicBezTo>
                    <a:pt x="99" y="50"/>
                    <a:pt x="98" y="53"/>
                    <a:pt x="98" y="55"/>
                  </a:cubicBezTo>
                  <a:cubicBezTo>
                    <a:pt x="98" y="55"/>
                    <a:pt x="99" y="66"/>
                    <a:pt x="98" y="75"/>
                  </a:cubicBezTo>
                  <a:cubicBezTo>
                    <a:pt x="98" y="88"/>
                    <a:pt x="100" y="99"/>
                    <a:pt x="101" y="102"/>
                  </a:cubicBezTo>
                  <a:cubicBezTo>
                    <a:pt x="102" y="103"/>
                    <a:pt x="101" y="103"/>
                    <a:pt x="100" y="104"/>
                  </a:cubicBezTo>
                  <a:cubicBezTo>
                    <a:pt x="99" y="105"/>
                    <a:pt x="98" y="104"/>
                    <a:pt x="98" y="103"/>
                  </a:cubicBezTo>
                  <a:cubicBezTo>
                    <a:pt x="95" y="99"/>
                    <a:pt x="93" y="87"/>
                    <a:pt x="93" y="75"/>
                  </a:cubicBezTo>
                  <a:moveTo>
                    <a:pt x="84" y="45"/>
                  </a:moveTo>
                  <a:cubicBezTo>
                    <a:pt x="85" y="45"/>
                    <a:pt x="87" y="46"/>
                    <a:pt x="87" y="48"/>
                  </a:cubicBezTo>
                  <a:cubicBezTo>
                    <a:pt x="87" y="49"/>
                    <a:pt x="85" y="50"/>
                    <a:pt x="84" y="50"/>
                  </a:cubicBezTo>
                  <a:cubicBezTo>
                    <a:pt x="83" y="50"/>
                    <a:pt x="82" y="49"/>
                    <a:pt x="82" y="48"/>
                  </a:cubicBezTo>
                  <a:cubicBezTo>
                    <a:pt x="82" y="46"/>
                    <a:pt x="83" y="45"/>
                    <a:pt x="84" y="45"/>
                  </a:cubicBezTo>
                  <a:moveTo>
                    <a:pt x="77" y="45"/>
                  </a:moveTo>
                  <a:cubicBezTo>
                    <a:pt x="78" y="45"/>
                    <a:pt x="80" y="46"/>
                    <a:pt x="80" y="48"/>
                  </a:cubicBezTo>
                  <a:cubicBezTo>
                    <a:pt x="80" y="49"/>
                    <a:pt x="78" y="51"/>
                    <a:pt x="77" y="51"/>
                  </a:cubicBezTo>
                  <a:cubicBezTo>
                    <a:pt x="75" y="51"/>
                    <a:pt x="74" y="49"/>
                    <a:pt x="74" y="48"/>
                  </a:cubicBezTo>
                  <a:cubicBezTo>
                    <a:pt x="74" y="46"/>
                    <a:pt x="75" y="45"/>
                    <a:pt x="77" y="45"/>
                  </a:cubicBezTo>
                  <a:moveTo>
                    <a:pt x="74" y="57"/>
                  </a:moveTo>
                  <a:cubicBezTo>
                    <a:pt x="82" y="55"/>
                    <a:pt x="87" y="54"/>
                    <a:pt x="88" y="54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4"/>
                    <a:pt x="89" y="54"/>
                    <a:pt x="89" y="55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90" y="55"/>
                    <a:pt x="90" y="56"/>
                    <a:pt x="90" y="56"/>
                  </a:cubicBezTo>
                  <a:cubicBezTo>
                    <a:pt x="88" y="62"/>
                    <a:pt x="87" y="68"/>
                    <a:pt x="87" y="74"/>
                  </a:cubicBezTo>
                  <a:cubicBezTo>
                    <a:pt x="87" y="87"/>
                    <a:pt x="90" y="98"/>
                    <a:pt x="92" y="102"/>
                  </a:cubicBezTo>
                  <a:cubicBezTo>
                    <a:pt x="92" y="102"/>
                    <a:pt x="92" y="102"/>
                    <a:pt x="92" y="102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89" y="104"/>
                    <a:pt x="72" y="106"/>
                    <a:pt x="69" y="107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7"/>
                    <a:pt x="68" y="107"/>
                    <a:pt x="68" y="106"/>
                  </a:cubicBezTo>
                  <a:cubicBezTo>
                    <a:pt x="68" y="106"/>
                    <a:pt x="67" y="106"/>
                    <a:pt x="67" y="106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1" y="95"/>
                    <a:pt x="59" y="88"/>
                    <a:pt x="58" y="73"/>
                  </a:cubicBezTo>
                  <a:cubicBezTo>
                    <a:pt x="58" y="69"/>
                    <a:pt x="60" y="63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4" y="60"/>
                    <a:pt x="67" y="58"/>
                    <a:pt x="74" y="57"/>
                  </a:cubicBezTo>
                  <a:moveTo>
                    <a:pt x="49" y="89"/>
                  </a:moveTo>
                  <a:cubicBezTo>
                    <a:pt x="52" y="89"/>
                    <a:pt x="54" y="91"/>
                    <a:pt x="54" y="93"/>
                  </a:cubicBezTo>
                  <a:cubicBezTo>
                    <a:pt x="54" y="96"/>
                    <a:pt x="52" y="98"/>
                    <a:pt x="49" y="98"/>
                  </a:cubicBezTo>
                  <a:cubicBezTo>
                    <a:pt x="47" y="98"/>
                    <a:pt x="45" y="96"/>
                    <a:pt x="45" y="93"/>
                  </a:cubicBezTo>
                  <a:cubicBezTo>
                    <a:pt x="45" y="91"/>
                    <a:pt x="47" y="89"/>
                    <a:pt x="49" y="89"/>
                  </a:cubicBezTo>
                  <a:moveTo>
                    <a:pt x="41" y="81"/>
                  </a:moveTo>
                  <a:cubicBezTo>
                    <a:pt x="41" y="78"/>
                    <a:pt x="43" y="76"/>
                    <a:pt x="45" y="76"/>
                  </a:cubicBezTo>
                  <a:cubicBezTo>
                    <a:pt x="48" y="76"/>
                    <a:pt x="50" y="78"/>
                    <a:pt x="50" y="81"/>
                  </a:cubicBezTo>
                  <a:cubicBezTo>
                    <a:pt x="50" y="84"/>
                    <a:pt x="48" y="86"/>
                    <a:pt x="45" y="86"/>
                  </a:cubicBezTo>
                  <a:cubicBezTo>
                    <a:pt x="43" y="86"/>
                    <a:pt x="41" y="84"/>
                    <a:pt x="41" y="81"/>
                  </a:cubicBezTo>
                  <a:moveTo>
                    <a:pt x="55" y="100"/>
                  </a:moveTo>
                  <a:cubicBezTo>
                    <a:pt x="58" y="100"/>
                    <a:pt x="60" y="102"/>
                    <a:pt x="60" y="105"/>
                  </a:cubicBezTo>
                  <a:cubicBezTo>
                    <a:pt x="60" y="108"/>
                    <a:pt x="58" y="110"/>
                    <a:pt x="55" y="110"/>
                  </a:cubicBezTo>
                  <a:cubicBezTo>
                    <a:pt x="55" y="110"/>
                    <a:pt x="54" y="110"/>
                    <a:pt x="54" y="109"/>
                  </a:cubicBezTo>
                  <a:cubicBezTo>
                    <a:pt x="52" y="109"/>
                    <a:pt x="52" y="108"/>
                    <a:pt x="51" y="107"/>
                  </a:cubicBezTo>
                  <a:cubicBezTo>
                    <a:pt x="51" y="107"/>
                    <a:pt x="50" y="106"/>
                    <a:pt x="50" y="105"/>
                  </a:cubicBezTo>
                  <a:cubicBezTo>
                    <a:pt x="50" y="102"/>
                    <a:pt x="53" y="100"/>
                    <a:pt x="55" y="100"/>
                  </a:cubicBezTo>
                  <a:moveTo>
                    <a:pt x="68" y="46"/>
                  </a:moveTo>
                  <a:cubicBezTo>
                    <a:pt x="70" y="46"/>
                    <a:pt x="71" y="48"/>
                    <a:pt x="71" y="49"/>
                  </a:cubicBezTo>
                  <a:cubicBezTo>
                    <a:pt x="71" y="51"/>
                    <a:pt x="70" y="53"/>
                    <a:pt x="68" y="53"/>
                  </a:cubicBezTo>
                  <a:cubicBezTo>
                    <a:pt x="66" y="53"/>
                    <a:pt x="65" y="51"/>
                    <a:pt x="65" y="49"/>
                  </a:cubicBezTo>
                  <a:cubicBezTo>
                    <a:pt x="65" y="48"/>
                    <a:pt x="66" y="46"/>
                    <a:pt x="68" y="46"/>
                  </a:cubicBezTo>
                  <a:moveTo>
                    <a:pt x="60" y="49"/>
                  </a:moveTo>
                  <a:cubicBezTo>
                    <a:pt x="62" y="49"/>
                    <a:pt x="64" y="50"/>
                    <a:pt x="64" y="52"/>
                  </a:cubicBezTo>
                  <a:cubicBezTo>
                    <a:pt x="64" y="55"/>
                    <a:pt x="62" y="56"/>
                    <a:pt x="60" y="56"/>
                  </a:cubicBezTo>
                  <a:cubicBezTo>
                    <a:pt x="59" y="56"/>
                    <a:pt x="58" y="56"/>
                    <a:pt x="58" y="56"/>
                  </a:cubicBezTo>
                  <a:cubicBezTo>
                    <a:pt x="57" y="55"/>
                    <a:pt x="56" y="54"/>
                    <a:pt x="56" y="52"/>
                  </a:cubicBezTo>
                  <a:cubicBezTo>
                    <a:pt x="56" y="50"/>
                    <a:pt x="58" y="49"/>
                    <a:pt x="60" y="49"/>
                  </a:cubicBezTo>
                  <a:moveTo>
                    <a:pt x="53" y="55"/>
                  </a:moveTo>
                  <a:cubicBezTo>
                    <a:pt x="55" y="55"/>
                    <a:pt x="57" y="57"/>
                    <a:pt x="57" y="59"/>
                  </a:cubicBezTo>
                  <a:cubicBezTo>
                    <a:pt x="57" y="62"/>
                    <a:pt x="55" y="63"/>
                    <a:pt x="53" y="63"/>
                  </a:cubicBezTo>
                  <a:cubicBezTo>
                    <a:pt x="50" y="63"/>
                    <a:pt x="49" y="62"/>
                    <a:pt x="49" y="59"/>
                  </a:cubicBezTo>
                  <a:cubicBezTo>
                    <a:pt x="49" y="57"/>
                    <a:pt x="50" y="55"/>
                    <a:pt x="53" y="55"/>
                  </a:cubicBezTo>
                  <a:moveTo>
                    <a:pt x="46" y="64"/>
                  </a:moveTo>
                  <a:cubicBezTo>
                    <a:pt x="47" y="64"/>
                    <a:pt x="47" y="64"/>
                    <a:pt x="48" y="64"/>
                  </a:cubicBezTo>
                  <a:cubicBezTo>
                    <a:pt x="50" y="65"/>
                    <a:pt x="51" y="67"/>
                    <a:pt x="51" y="69"/>
                  </a:cubicBezTo>
                  <a:cubicBezTo>
                    <a:pt x="51" y="71"/>
                    <a:pt x="49" y="74"/>
                    <a:pt x="46" y="74"/>
                  </a:cubicBezTo>
                  <a:cubicBezTo>
                    <a:pt x="44" y="74"/>
                    <a:pt x="42" y="72"/>
                    <a:pt x="42" y="70"/>
                  </a:cubicBezTo>
                  <a:cubicBezTo>
                    <a:pt x="42" y="69"/>
                    <a:pt x="42" y="69"/>
                    <a:pt x="42" y="69"/>
                  </a:cubicBezTo>
                  <a:cubicBezTo>
                    <a:pt x="42" y="66"/>
                    <a:pt x="44" y="64"/>
                    <a:pt x="46" y="64"/>
                  </a:cubicBezTo>
                  <a:moveTo>
                    <a:pt x="40" y="53"/>
                  </a:moveTo>
                  <a:cubicBezTo>
                    <a:pt x="42" y="53"/>
                    <a:pt x="44" y="55"/>
                    <a:pt x="44" y="58"/>
                  </a:cubicBezTo>
                  <a:cubicBezTo>
                    <a:pt x="44" y="60"/>
                    <a:pt x="42" y="62"/>
                    <a:pt x="40" y="62"/>
                  </a:cubicBezTo>
                  <a:cubicBezTo>
                    <a:pt x="38" y="62"/>
                    <a:pt x="36" y="60"/>
                    <a:pt x="36" y="58"/>
                  </a:cubicBezTo>
                  <a:cubicBezTo>
                    <a:pt x="36" y="55"/>
                    <a:pt x="38" y="53"/>
                    <a:pt x="40" y="53"/>
                  </a:cubicBezTo>
                  <a:moveTo>
                    <a:pt x="25" y="61"/>
                  </a:moveTo>
                  <a:cubicBezTo>
                    <a:pt x="28" y="61"/>
                    <a:pt x="30" y="63"/>
                    <a:pt x="30" y="65"/>
                  </a:cubicBezTo>
                  <a:cubicBezTo>
                    <a:pt x="30" y="68"/>
                    <a:pt x="28" y="70"/>
                    <a:pt x="25" y="70"/>
                  </a:cubicBezTo>
                  <a:cubicBezTo>
                    <a:pt x="23" y="70"/>
                    <a:pt x="20" y="68"/>
                    <a:pt x="20" y="65"/>
                  </a:cubicBezTo>
                  <a:cubicBezTo>
                    <a:pt x="20" y="63"/>
                    <a:pt x="23" y="61"/>
                    <a:pt x="25" y="61"/>
                  </a:cubicBezTo>
                  <a:moveTo>
                    <a:pt x="12" y="73"/>
                  </a:moveTo>
                  <a:cubicBezTo>
                    <a:pt x="15" y="73"/>
                    <a:pt x="17" y="75"/>
                    <a:pt x="17" y="77"/>
                  </a:cubicBezTo>
                  <a:cubicBezTo>
                    <a:pt x="17" y="80"/>
                    <a:pt x="15" y="82"/>
                    <a:pt x="12" y="82"/>
                  </a:cubicBezTo>
                  <a:cubicBezTo>
                    <a:pt x="10" y="82"/>
                    <a:pt x="8" y="80"/>
                    <a:pt x="8" y="77"/>
                  </a:cubicBezTo>
                  <a:cubicBezTo>
                    <a:pt x="8" y="75"/>
                    <a:pt x="10" y="73"/>
                    <a:pt x="12" y="73"/>
                  </a:cubicBezTo>
                  <a:moveTo>
                    <a:pt x="9" y="97"/>
                  </a:moveTo>
                  <a:cubicBezTo>
                    <a:pt x="7" y="97"/>
                    <a:pt x="4" y="95"/>
                    <a:pt x="4" y="92"/>
                  </a:cubicBezTo>
                  <a:cubicBezTo>
                    <a:pt x="4" y="90"/>
                    <a:pt x="7" y="88"/>
                    <a:pt x="9" y="88"/>
                  </a:cubicBezTo>
                  <a:cubicBezTo>
                    <a:pt x="12" y="88"/>
                    <a:pt x="14" y="90"/>
                    <a:pt x="14" y="92"/>
                  </a:cubicBezTo>
                  <a:cubicBezTo>
                    <a:pt x="14" y="95"/>
                    <a:pt x="12" y="97"/>
                    <a:pt x="9" y="97"/>
                  </a:cubicBezTo>
                  <a:moveTo>
                    <a:pt x="18" y="111"/>
                  </a:moveTo>
                  <a:cubicBezTo>
                    <a:pt x="15" y="111"/>
                    <a:pt x="13" y="109"/>
                    <a:pt x="13" y="106"/>
                  </a:cubicBezTo>
                  <a:cubicBezTo>
                    <a:pt x="13" y="104"/>
                    <a:pt x="15" y="101"/>
                    <a:pt x="18" y="101"/>
                  </a:cubicBezTo>
                  <a:cubicBezTo>
                    <a:pt x="20" y="101"/>
                    <a:pt x="22" y="104"/>
                    <a:pt x="22" y="106"/>
                  </a:cubicBezTo>
                  <a:cubicBezTo>
                    <a:pt x="22" y="109"/>
                    <a:pt x="20" y="111"/>
                    <a:pt x="18" y="111"/>
                  </a:cubicBezTo>
                  <a:moveTo>
                    <a:pt x="28" y="121"/>
                  </a:moveTo>
                  <a:cubicBezTo>
                    <a:pt x="26" y="121"/>
                    <a:pt x="24" y="119"/>
                    <a:pt x="24" y="116"/>
                  </a:cubicBezTo>
                  <a:cubicBezTo>
                    <a:pt x="24" y="114"/>
                    <a:pt x="26" y="112"/>
                    <a:pt x="28" y="112"/>
                  </a:cubicBezTo>
                  <a:cubicBezTo>
                    <a:pt x="31" y="112"/>
                    <a:pt x="33" y="114"/>
                    <a:pt x="33" y="116"/>
                  </a:cubicBezTo>
                  <a:cubicBezTo>
                    <a:pt x="33" y="119"/>
                    <a:pt x="31" y="121"/>
                    <a:pt x="28" y="121"/>
                  </a:cubicBezTo>
                  <a:moveTo>
                    <a:pt x="28" y="101"/>
                  </a:moveTo>
                  <a:cubicBezTo>
                    <a:pt x="27" y="100"/>
                    <a:pt x="24" y="96"/>
                    <a:pt x="22" y="93"/>
                  </a:cubicBezTo>
                  <a:cubicBezTo>
                    <a:pt x="20" y="91"/>
                    <a:pt x="20" y="89"/>
                    <a:pt x="20" y="88"/>
                  </a:cubicBezTo>
                  <a:cubicBezTo>
                    <a:pt x="20" y="86"/>
                    <a:pt x="21" y="85"/>
                    <a:pt x="22" y="83"/>
                  </a:cubicBezTo>
                  <a:cubicBezTo>
                    <a:pt x="23" y="80"/>
                    <a:pt x="23" y="80"/>
                    <a:pt x="25" y="78"/>
                  </a:cubicBezTo>
                  <a:cubicBezTo>
                    <a:pt x="26" y="77"/>
                    <a:pt x="26" y="76"/>
                    <a:pt x="31" y="73"/>
                  </a:cubicBezTo>
                  <a:cubicBezTo>
                    <a:pt x="32" y="72"/>
                    <a:pt x="33" y="71"/>
                    <a:pt x="34" y="70"/>
                  </a:cubicBezTo>
                  <a:cubicBezTo>
                    <a:pt x="34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2"/>
                    <a:pt x="35" y="73"/>
                    <a:pt x="35" y="75"/>
                  </a:cubicBezTo>
                  <a:cubicBezTo>
                    <a:pt x="35" y="89"/>
                    <a:pt x="38" y="101"/>
                    <a:pt x="50" y="113"/>
                  </a:cubicBezTo>
                  <a:cubicBezTo>
                    <a:pt x="49" y="114"/>
                    <a:pt x="47" y="115"/>
                    <a:pt x="46" y="115"/>
                  </a:cubicBezTo>
                  <a:cubicBezTo>
                    <a:pt x="44" y="116"/>
                    <a:pt x="42" y="117"/>
                    <a:pt x="41" y="118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8"/>
                    <a:pt x="41" y="117"/>
                    <a:pt x="41" y="116"/>
                  </a:cubicBezTo>
                  <a:cubicBezTo>
                    <a:pt x="39" y="112"/>
                    <a:pt x="31" y="104"/>
                    <a:pt x="28" y="101"/>
                  </a:cubicBezTo>
                  <a:moveTo>
                    <a:pt x="185" y="129"/>
                  </a:moveTo>
                  <a:cubicBezTo>
                    <a:pt x="185" y="130"/>
                    <a:pt x="183" y="131"/>
                    <a:pt x="182" y="130"/>
                  </a:cubicBezTo>
                  <a:cubicBezTo>
                    <a:pt x="182" y="130"/>
                    <a:pt x="171" y="125"/>
                    <a:pt x="155" y="121"/>
                  </a:cubicBezTo>
                  <a:cubicBezTo>
                    <a:pt x="138" y="117"/>
                    <a:pt x="128" y="115"/>
                    <a:pt x="111" y="114"/>
                  </a:cubicBezTo>
                  <a:cubicBezTo>
                    <a:pt x="94" y="115"/>
                    <a:pt x="83" y="117"/>
                    <a:pt x="66" y="121"/>
                  </a:cubicBezTo>
                  <a:cubicBezTo>
                    <a:pt x="50" y="125"/>
                    <a:pt x="40" y="130"/>
                    <a:pt x="40" y="130"/>
                  </a:cubicBezTo>
                  <a:cubicBezTo>
                    <a:pt x="39" y="131"/>
                    <a:pt x="37" y="130"/>
                    <a:pt x="37" y="129"/>
                  </a:cubicBezTo>
                  <a:cubicBezTo>
                    <a:pt x="36" y="128"/>
                    <a:pt x="36" y="127"/>
                    <a:pt x="38" y="126"/>
                  </a:cubicBezTo>
                  <a:cubicBezTo>
                    <a:pt x="38" y="126"/>
                    <a:pt x="49" y="120"/>
                    <a:pt x="65" y="116"/>
                  </a:cubicBezTo>
                  <a:cubicBezTo>
                    <a:pt x="82" y="112"/>
                    <a:pt x="92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30" y="110"/>
                    <a:pt x="140" y="112"/>
                    <a:pt x="157" y="116"/>
                  </a:cubicBezTo>
                  <a:cubicBezTo>
                    <a:pt x="173" y="120"/>
                    <a:pt x="184" y="126"/>
                    <a:pt x="184" y="126"/>
                  </a:cubicBezTo>
                  <a:cubicBezTo>
                    <a:pt x="185" y="127"/>
                    <a:pt x="186" y="128"/>
                    <a:pt x="185" y="129"/>
                  </a:cubicBezTo>
                  <a:moveTo>
                    <a:pt x="184" y="113"/>
                  </a:moveTo>
                  <a:cubicBezTo>
                    <a:pt x="183" y="114"/>
                    <a:pt x="183" y="115"/>
                    <a:pt x="182" y="116"/>
                  </a:cubicBezTo>
                  <a:cubicBezTo>
                    <a:pt x="182" y="117"/>
                    <a:pt x="181" y="117"/>
                    <a:pt x="181" y="117"/>
                  </a:cubicBezTo>
                  <a:cubicBezTo>
                    <a:pt x="181" y="117"/>
                    <a:pt x="178" y="117"/>
                    <a:pt x="176" y="116"/>
                  </a:cubicBezTo>
                  <a:cubicBezTo>
                    <a:pt x="174" y="115"/>
                    <a:pt x="172" y="114"/>
                    <a:pt x="172" y="114"/>
                  </a:cubicBezTo>
                  <a:cubicBezTo>
                    <a:pt x="172" y="114"/>
                    <a:pt x="173" y="113"/>
                    <a:pt x="173" y="112"/>
                  </a:cubicBezTo>
                  <a:cubicBezTo>
                    <a:pt x="178" y="108"/>
                    <a:pt x="183" y="99"/>
                    <a:pt x="184" y="94"/>
                  </a:cubicBezTo>
                  <a:cubicBezTo>
                    <a:pt x="187" y="86"/>
                    <a:pt x="188" y="80"/>
                    <a:pt x="188" y="74"/>
                  </a:cubicBezTo>
                  <a:cubicBezTo>
                    <a:pt x="188" y="74"/>
                    <a:pt x="188" y="73"/>
                    <a:pt x="188" y="72"/>
                  </a:cubicBezTo>
                  <a:cubicBezTo>
                    <a:pt x="188" y="71"/>
                    <a:pt x="187" y="70"/>
                    <a:pt x="187" y="70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90" y="71"/>
                    <a:pt x="195" y="75"/>
                    <a:pt x="197" y="77"/>
                  </a:cubicBezTo>
                  <a:cubicBezTo>
                    <a:pt x="200" y="79"/>
                    <a:pt x="201" y="81"/>
                    <a:pt x="202" y="84"/>
                  </a:cubicBezTo>
                  <a:cubicBezTo>
                    <a:pt x="203" y="86"/>
                    <a:pt x="203" y="87"/>
                    <a:pt x="203" y="87"/>
                  </a:cubicBezTo>
                  <a:cubicBezTo>
                    <a:pt x="203" y="89"/>
                    <a:pt x="202" y="90"/>
                    <a:pt x="201" y="92"/>
                  </a:cubicBezTo>
                  <a:cubicBezTo>
                    <a:pt x="199" y="96"/>
                    <a:pt x="196" y="100"/>
                    <a:pt x="192" y="104"/>
                  </a:cubicBezTo>
                  <a:cubicBezTo>
                    <a:pt x="188" y="109"/>
                    <a:pt x="185" y="112"/>
                    <a:pt x="184" y="113"/>
                  </a:cubicBezTo>
                  <a:moveTo>
                    <a:pt x="193" y="121"/>
                  </a:moveTo>
                  <a:cubicBezTo>
                    <a:pt x="191" y="121"/>
                    <a:pt x="189" y="119"/>
                    <a:pt x="189" y="116"/>
                  </a:cubicBezTo>
                  <a:cubicBezTo>
                    <a:pt x="189" y="114"/>
                    <a:pt x="191" y="112"/>
                    <a:pt x="193" y="112"/>
                  </a:cubicBezTo>
                  <a:cubicBezTo>
                    <a:pt x="196" y="112"/>
                    <a:pt x="198" y="114"/>
                    <a:pt x="198" y="116"/>
                  </a:cubicBezTo>
                  <a:cubicBezTo>
                    <a:pt x="198" y="119"/>
                    <a:pt x="196" y="121"/>
                    <a:pt x="193" y="121"/>
                  </a:cubicBezTo>
                  <a:moveTo>
                    <a:pt x="204" y="111"/>
                  </a:moveTo>
                  <a:cubicBezTo>
                    <a:pt x="201" y="111"/>
                    <a:pt x="199" y="108"/>
                    <a:pt x="199" y="106"/>
                  </a:cubicBezTo>
                  <a:cubicBezTo>
                    <a:pt x="199" y="103"/>
                    <a:pt x="201" y="101"/>
                    <a:pt x="204" y="101"/>
                  </a:cubicBezTo>
                  <a:cubicBezTo>
                    <a:pt x="206" y="101"/>
                    <a:pt x="208" y="103"/>
                    <a:pt x="208" y="106"/>
                  </a:cubicBezTo>
                  <a:cubicBezTo>
                    <a:pt x="208" y="108"/>
                    <a:pt x="206" y="111"/>
                    <a:pt x="204" y="111"/>
                  </a:cubicBezTo>
                  <a:moveTo>
                    <a:pt x="213" y="97"/>
                  </a:moveTo>
                  <a:cubicBezTo>
                    <a:pt x="210" y="97"/>
                    <a:pt x="208" y="95"/>
                    <a:pt x="208" y="92"/>
                  </a:cubicBezTo>
                  <a:cubicBezTo>
                    <a:pt x="208" y="90"/>
                    <a:pt x="210" y="88"/>
                    <a:pt x="213" y="88"/>
                  </a:cubicBezTo>
                  <a:cubicBezTo>
                    <a:pt x="215" y="88"/>
                    <a:pt x="217" y="90"/>
                    <a:pt x="217" y="92"/>
                  </a:cubicBezTo>
                  <a:cubicBezTo>
                    <a:pt x="217" y="95"/>
                    <a:pt x="215" y="97"/>
                    <a:pt x="213" y="9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1" name="Freeform 221">
              <a:extLst>
                <a:ext uri="{FF2B5EF4-FFF2-40B4-BE49-F238E27FC236}">
                  <a16:creationId xmlns:a16="http://schemas.microsoft.com/office/drawing/2014/main" id="{7793822F-C965-4968-9CD7-461C14A897C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42088" y="12839700"/>
              <a:ext cx="79375" cy="46037"/>
            </a:xfrm>
            <a:custGeom>
              <a:avLst/>
              <a:gdLst>
                <a:gd name="T0" fmla="*/ 107 w 125"/>
                <a:gd name="T1" fmla="*/ 12 h 72"/>
                <a:gd name="T2" fmla="*/ 90 w 125"/>
                <a:gd name="T3" fmla="*/ 27 h 72"/>
                <a:gd name="T4" fmla="*/ 84 w 125"/>
                <a:gd name="T5" fmla="*/ 34 h 72"/>
                <a:gd name="T6" fmla="*/ 81 w 125"/>
                <a:gd name="T7" fmla="*/ 21 h 72"/>
                <a:gd name="T8" fmla="*/ 72 w 125"/>
                <a:gd name="T9" fmla="*/ 10 h 72"/>
                <a:gd name="T10" fmla="*/ 63 w 125"/>
                <a:gd name="T11" fmla="*/ 0 h 72"/>
                <a:gd name="T12" fmla="*/ 54 w 125"/>
                <a:gd name="T13" fmla="*/ 9 h 72"/>
                <a:gd name="T14" fmla="*/ 44 w 125"/>
                <a:gd name="T15" fmla="*/ 20 h 72"/>
                <a:gd name="T16" fmla="*/ 41 w 125"/>
                <a:gd name="T17" fmla="*/ 33 h 72"/>
                <a:gd name="T18" fmla="*/ 35 w 125"/>
                <a:gd name="T19" fmla="*/ 26 h 72"/>
                <a:gd name="T20" fmla="*/ 19 w 125"/>
                <a:gd name="T21" fmla="*/ 11 h 72"/>
                <a:gd name="T22" fmla="*/ 2 w 125"/>
                <a:gd name="T23" fmla="*/ 16 h 72"/>
                <a:gd name="T24" fmla="*/ 28 w 125"/>
                <a:gd name="T25" fmla="*/ 62 h 72"/>
                <a:gd name="T26" fmla="*/ 61 w 125"/>
                <a:gd name="T27" fmla="*/ 72 h 72"/>
                <a:gd name="T28" fmla="*/ 65 w 125"/>
                <a:gd name="T29" fmla="*/ 72 h 72"/>
                <a:gd name="T30" fmla="*/ 110 w 125"/>
                <a:gd name="T31" fmla="*/ 31 h 72"/>
                <a:gd name="T32" fmla="*/ 70 w 125"/>
                <a:gd name="T33" fmla="*/ 15 h 72"/>
                <a:gd name="T34" fmla="*/ 72 w 125"/>
                <a:gd name="T35" fmla="*/ 26 h 72"/>
                <a:gd name="T36" fmla="*/ 70 w 125"/>
                <a:gd name="T37" fmla="*/ 15 h 72"/>
                <a:gd name="T38" fmla="*/ 56 w 125"/>
                <a:gd name="T39" fmla="*/ 15 h 72"/>
                <a:gd name="T40" fmla="*/ 54 w 125"/>
                <a:gd name="T41" fmla="*/ 25 h 72"/>
                <a:gd name="T42" fmla="*/ 21 w 125"/>
                <a:gd name="T43" fmla="*/ 25 h 72"/>
                <a:gd name="T44" fmla="*/ 16 w 125"/>
                <a:gd name="T45" fmla="*/ 16 h 72"/>
                <a:gd name="T46" fmla="*/ 32 w 125"/>
                <a:gd name="T47" fmla="*/ 21 h 72"/>
                <a:gd name="T48" fmla="*/ 29 w 125"/>
                <a:gd name="T49" fmla="*/ 28 h 72"/>
                <a:gd name="T50" fmla="*/ 30 w 125"/>
                <a:gd name="T51" fmla="*/ 50 h 72"/>
                <a:gd name="T52" fmla="*/ 40 w 125"/>
                <a:gd name="T53" fmla="*/ 45 h 72"/>
                <a:gd name="T54" fmla="*/ 26 w 125"/>
                <a:gd name="T55" fmla="*/ 41 h 72"/>
                <a:gd name="T56" fmla="*/ 52 w 125"/>
                <a:gd name="T57" fmla="*/ 41 h 72"/>
                <a:gd name="T58" fmla="*/ 59 w 125"/>
                <a:gd name="T59" fmla="*/ 47 h 72"/>
                <a:gd name="T60" fmla="*/ 29 w 125"/>
                <a:gd name="T61" fmla="*/ 52 h 72"/>
                <a:gd name="T62" fmla="*/ 35 w 125"/>
                <a:gd name="T63" fmla="*/ 64 h 72"/>
                <a:gd name="T64" fmla="*/ 38 w 125"/>
                <a:gd name="T65" fmla="*/ 59 h 72"/>
                <a:gd name="T66" fmla="*/ 39 w 125"/>
                <a:gd name="T67" fmla="*/ 63 h 72"/>
                <a:gd name="T68" fmla="*/ 42 w 125"/>
                <a:gd name="T69" fmla="*/ 58 h 72"/>
                <a:gd name="T70" fmla="*/ 53 w 125"/>
                <a:gd name="T71" fmla="*/ 68 h 72"/>
                <a:gd name="T72" fmla="*/ 53 w 125"/>
                <a:gd name="T73" fmla="*/ 57 h 72"/>
                <a:gd name="T74" fmla="*/ 56 w 125"/>
                <a:gd name="T75" fmla="*/ 68 h 72"/>
                <a:gd name="T76" fmla="*/ 59 w 125"/>
                <a:gd name="T77" fmla="*/ 68 h 72"/>
                <a:gd name="T78" fmla="*/ 58 w 125"/>
                <a:gd name="T79" fmla="*/ 9 h 72"/>
                <a:gd name="T80" fmla="*/ 67 w 125"/>
                <a:gd name="T81" fmla="*/ 12 h 72"/>
                <a:gd name="T82" fmla="*/ 61 w 125"/>
                <a:gd name="T83" fmla="*/ 15 h 72"/>
                <a:gd name="T84" fmla="*/ 63 w 125"/>
                <a:gd name="T85" fmla="*/ 57 h 72"/>
                <a:gd name="T86" fmla="*/ 74 w 125"/>
                <a:gd name="T87" fmla="*/ 68 h 72"/>
                <a:gd name="T88" fmla="*/ 74 w 125"/>
                <a:gd name="T89" fmla="*/ 58 h 72"/>
                <a:gd name="T90" fmla="*/ 78 w 125"/>
                <a:gd name="T91" fmla="*/ 68 h 72"/>
                <a:gd name="T92" fmla="*/ 82 w 125"/>
                <a:gd name="T93" fmla="*/ 67 h 72"/>
                <a:gd name="T94" fmla="*/ 85 w 125"/>
                <a:gd name="T95" fmla="*/ 64 h 72"/>
                <a:gd name="T96" fmla="*/ 86 w 125"/>
                <a:gd name="T97" fmla="*/ 60 h 72"/>
                <a:gd name="T98" fmla="*/ 90 w 125"/>
                <a:gd name="T99" fmla="*/ 65 h 72"/>
                <a:gd name="T100" fmla="*/ 84 w 125"/>
                <a:gd name="T101" fmla="*/ 46 h 72"/>
                <a:gd name="T102" fmla="*/ 94 w 125"/>
                <a:gd name="T103" fmla="*/ 52 h 72"/>
                <a:gd name="T104" fmla="*/ 66 w 125"/>
                <a:gd name="T105" fmla="*/ 53 h 72"/>
                <a:gd name="T106" fmla="*/ 76 w 125"/>
                <a:gd name="T107" fmla="*/ 45 h 72"/>
                <a:gd name="T108" fmla="*/ 66 w 125"/>
                <a:gd name="T109" fmla="*/ 36 h 72"/>
                <a:gd name="T110" fmla="*/ 104 w 125"/>
                <a:gd name="T111" fmla="*/ 27 h 72"/>
                <a:gd name="T112" fmla="*/ 93 w 125"/>
                <a:gd name="T113" fmla="*/ 24 h 72"/>
                <a:gd name="T114" fmla="*/ 100 w 125"/>
                <a:gd name="T115" fmla="*/ 21 h 72"/>
                <a:gd name="T116" fmla="*/ 114 w 125"/>
                <a:gd name="T117" fmla="*/ 1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5" h="72">
                  <a:moveTo>
                    <a:pt x="125" y="16"/>
                  </a:moveTo>
                  <a:cubicBezTo>
                    <a:pt x="124" y="13"/>
                    <a:pt x="117" y="11"/>
                    <a:pt x="114" y="11"/>
                  </a:cubicBezTo>
                  <a:cubicBezTo>
                    <a:pt x="111" y="11"/>
                    <a:pt x="109" y="11"/>
                    <a:pt x="107" y="12"/>
                  </a:cubicBezTo>
                  <a:cubicBezTo>
                    <a:pt x="105" y="14"/>
                    <a:pt x="100" y="17"/>
                    <a:pt x="100" y="17"/>
                  </a:cubicBezTo>
                  <a:cubicBezTo>
                    <a:pt x="97" y="17"/>
                    <a:pt x="88" y="15"/>
                    <a:pt x="87" y="21"/>
                  </a:cubicBezTo>
                  <a:cubicBezTo>
                    <a:pt x="87" y="23"/>
                    <a:pt x="89" y="26"/>
                    <a:pt x="90" y="27"/>
                  </a:cubicBezTo>
                  <a:cubicBezTo>
                    <a:pt x="91" y="28"/>
                    <a:pt x="92" y="29"/>
                    <a:pt x="92" y="30"/>
                  </a:cubicBezTo>
                  <a:cubicBezTo>
                    <a:pt x="92" y="30"/>
                    <a:pt x="92" y="30"/>
                    <a:pt x="90" y="31"/>
                  </a:cubicBezTo>
                  <a:cubicBezTo>
                    <a:pt x="87" y="33"/>
                    <a:pt x="84" y="34"/>
                    <a:pt x="84" y="34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76" y="32"/>
                    <a:pt x="77" y="33"/>
                    <a:pt x="74" y="30"/>
                  </a:cubicBezTo>
                  <a:cubicBezTo>
                    <a:pt x="78" y="28"/>
                    <a:pt x="81" y="25"/>
                    <a:pt x="81" y="21"/>
                  </a:cubicBezTo>
                  <a:cubicBezTo>
                    <a:pt x="81" y="15"/>
                    <a:pt x="77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1"/>
                    <a:pt x="72" y="10"/>
                    <a:pt x="72" y="10"/>
                  </a:cubicBezTo>
                  <a:cubicBezTo>
                    <a:pt x="72" y="5"/>
                    <a:pt x="68" y="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1"/>
                    <a:pt x="54" y="4"/>
                    <a:pt x="54" y="9"/>
                  </a:cubicBezTo>
                  <a:cubicBezTo>
                    <a:pt x="54" y="10"/>
                    <a:pt x="54" y="10"/>
                    <a:pt x="54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9" y="10"/>
                    <a:pt x="44" y="15"/>
                    <a:pt x="44" y="20"/>
                  </a:cubicBezTo>
                  <a:cubicBezTo>
                    <a:pt x="44" y="24"/>
                    <a:pt x="47" y="28"/>
                    <a:pt x="51" y="29"/>
                  </a:cubicBezTo>
                  <a:cubicBezTo>
                    <a:pt x="48" y="32"/>
                    <a:pt x="49" y="31"/>
                    <a:pt x="43" y="32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38" y="32"/>
                    <a:pt x="35" y="30"/>
                  </a:cubicBezTo>
                  <a:cubicBezTo>
                    <a:pt x="33" y="29"/>
                    <a:pt x="33" y="29"/>
                    <a:pt x="33" y="28"/>
                  </a:cubicBezTo>
                  <a:cubicBezTo>
                    <a:pt x="33" y="28"/>
                    <a:pt x="34" y="27"/>
                    <a:pt x="35" y="26"/>
                  </a:cubicBezTo>
                  <a:cubicBezTo>
                    <a:pt x="36" y="25"/>
                    <a:pt x="38" y="22"/>
                    <a:pt x="38" y="20"/>
                  </a:cubicBezTo>
                  <a:cubicBezTo>
                    <a:pt x="37" y="14"/>
                    <a:pt x="29" y="16"/>
                    <a:pt x="25" y="16"/>
                  </a:cubicBezTo>
                  <a:cubicBezTo>
                    <a:pt x="25" y="16"/>
                    <a:pt x="20" y="12"/>
                    <a:pt x="19" y="11"/>
                  </a:cubicBezTo>
                  <a:cubicBezTo>
                    <a:pt x="17" y="9"/>
                    <a:pt x="14" y="9"/>
                    <a:pt x="12" y="9"/>
                  </a:cubicBezTo>
                  <a:cubicBezTo>
                    <a:pt x="9" y="9"/>
                    <a:pt x="2" y="10"/>
                    <a:pt x="1" y="13"/>
                  </a:cubicBezTo>
                  <a:cubicBezTo>
                    <a:pt x="0" y="14"/>
                    <a:pt x="1" y="16"/>
                    <a:pt x="2" y="16"/>
                  </a:cubicBezTo>
                  <a:cubicBezTo>
                    <a:pt x="4" y="17"/>
                    <a:pt x="10" y="23"/>
                    <a:pt x="15" y="29"/>
                  </a:cubicBezTo>
                  <a:cubicBezTo>
                    <a:pt x="19" y="34"/>
                    <a:pt x="23" y="44"/>
                    <a:pt x="24" y="48"/>
                  </a:cubicBezTo>
                  <a:cubicBezTo>
                    <a:pt x="24" y="48"/>
                    <a:pt x="28" y="62"/>
                    <a:pt x="28" y="62"/>
                  </a:cubicBezTo>
                  <a:cubicBezTo>
                    <a:pt x="28" y="69"/>
                    <a:pt x="46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77" y="72"/>
                    <a:pt x="95" y="70"/>
                    <a:pt x="96" y="64"/>
                  </a:cubicBezTo>
                  <a:cubicBezTo>
                    <a:pt x="96" y="63"/>
                    <a:pt x="100" y="50"/>
                    <a:pt x="100" y="50"/>
                  </a:cubicBezTo>
                  <a:cubicBezTo>
                    <a:pt x="101" y="45"/>
                    <a:pt x="106" y="36"/>
                    <a:pt x="110" y="31"/>
                  </a:cubicBezTo>
                  <a:cubicBezTo>
                    <a:pt x="115" y="25"/>
                    <a:pt x="121" y="19"/>
                    <a:pt x="123" y="19"/>
                  </a:cubicBezTo>
                  <a:cubicBezTo>
                    <a:pt x="125" y="18"/>
                    <a:pt x="125" y="17"/>
                    <a:pt x="125" y="16"/>
                  </a:cubicBezTo>
                  <a:moveTo>
                    <a:pt x="70" y="15"/>
                  </a:moveTo>
                  <a:cubicBezTo>
                    <a:pt x="71" y="15"/>
                    <a:pt x="71" y="15"/>
                    <a:pt x="72" y="15"/>
                  </a:cubicBezTo>
                  <a:cubicBezTo>
                    <a:pt x="75" y="15"/>
                    <a:pt x="77" y="17"/>
                    <a:pt x="77" y="20"/>
                  </a:cubicBezTo>
                  <a:cubicBezTo>
                    <a:pt x="77" y="23"/>
                    <a:pt x="75" y="26"/>
                    <a:pt x="72" y="26"/>
                  </a:cubicBezTo>
                  <a:cubicBezTo>
                    <a:pt x="69" y="26"/>
                    <a:pt x="66" y="23"/>
                    <a:pt x="66" y="20"/>
                  </a:cubicBezTo>
                  <a:cubicBezTo>
                    <a:pt x="66" y="19"/>
                    <a:pt x="67" y="19"/>
                    <a:pt x="67" y="18"/>
                  </a:cubicBezTo>
                  <a:cubicBezTo>
                    <a:pt x="68" y="17"/>
                    <a:pt x="69" y="16"/>
                    <a:pt x="70" y="15"/>
                  </a:cubicBezTo>
                  <a:moveTo>
                    <a:pt x="48" y="20"/>
                  </a:moveTo>
                  <a:cubicBezTo>
                    <a:pt x="48" y="17"/>
                    <a:pt x="51" y="14"/>
                    <a:pt x="54" y="15"/>
                  </a:cubicBezTo>
                  <a:cubicBezTo>
                    <a:pt x="54" y="15"/>
                    <a:pt x="55" y="15"/>
                    <a:pt x="56" y="15"/>
                  </a:cubicBezTo>
                  <a:cubicBezTo>
                    <a:pt x="56" y="16"/>
                    <a:pt x="57" y="17"/>
                    <a:pt x="59" y="18"/>
                  </a:cubicBezTo>
                  <a:cubicBezTo>
                    <a:pt x="59" y="18"/>
                    <a:pt x="59" y="19"/>
                    <a:pt x="59" y="20"/>
                  </a:cubicBezTo>
                  <a:cubicBezTo>
                    <a:pt x="59" y="23"/>
                    <a:pt x="57" y="26"/>
                    <a:pt x="54" y="25"/>
                  </a:cubicBezTo>
                  <a:cubicBezTo>
                    <a:pt x="51" y="25"/>
                    <a:pt x="48" y="23"/>
                    <a:pt x="48" y="20"/>
                  </a:cubicBezTo>
                  <a:moveTo>
                    <a:pt x="24" y="32"/>
                  </a:moveTo>
                  <a:cubicBezTo>
                    <a:pt x="23" y="31"/>
                    <a:pt x="25" y="24"/>
                    <a:pt x="21" y="25"/>
                  </a:cubicBezTo>
                  <a:cubicBezTo>
                    <a:pt x="17" y="26"/>
                    <a:pt x="12" y="17"/>
                    <a:pt x="6" y="14"/>
                  </a:cubicBezTo>
                  <a:cubicBezTo>
                    <a:pt x="7" y="14"/>
                    <a:pt x="10" y="13"/>
                    <a:pt x="11" y="13"/>
                  </a:cubicBezTo>
                  <a:cubicBezTo>
                    <a:pt x="13" y="13"/>
                    <a:pt x="14" y="15"/>
                    <a:pt x="16" y="16"/>
                  </a:cubicBezTo>
                  <a:cubicBezTo>
                    <a:pt x="17" y="17"/>
                    <a:pt x="19" y="19"/>
                    <a:pt x="21" y="19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8" y="20"/>
                    <a:pt x="31" y="20"/>
                    <a:pt x="32" y="21"/>
                  </a:cubicBezTo>
                  <a:cubicBezTo>
                    <a:pt x="32" y="21"/>
                    <a:pt x="33" y="22"/>
                    <a:pt x="33" y="22"/>
                  </a:cubicBezTo>
                  <a:cubicBezTo>
                    <a:pt x="33" y="23"/>
                    <a:pt x="33" y="23"/>
                    <a:pt x="32" y="23"/>
                  </a:cubicBezTo>
                  <a:cubicBezTo>
                    <a:pt x="31" y="24"/>
                    <a:pt x="29" y="26"/>
                    <a:pt x="29" y="28"/>
                  </a:cubicBezTo>
                  <a:cubicBezTo>
                    <a:pt x="31" y="34"/>
                    <a:pt x="26" y="35"/>
                    <a:pt x="24" y="32"/>
                  </a:cubicBezTo>
                  <a:moveTo>
                    <a:pt x="29" y="52"/>
                  </a:moveTo>
                  <a:cubicBezTo>
                    <a:pt x="30" y="51"/>
                    <a:pt x="30" y="51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3" y="50"/>
                    <a:pt x="37" y="49"/>
                  </a:cubicBezTo>
                  <a:cubicBezTo>
                    <a:pt x="39" y="48"/>
                    <a:pt x="40" y="47"/>
                    <a:pt x="40" y="45"/>
                  </a:cubicBezTo>
                  <a:cubicBezTo>
                    <a:pt x="40" y="43"/>
                    <a:pt x="38" y="42"/>
                    <a:pt x="36" y="42"/>
                  </a:cubicBezTo>
                  <a:cubicBezTo>
                    <a:pt x="34" y="43"/>
                    <a:pt x="30" y="44"/>
                    <a:pt x="28" y="45"/>
                  </a:cubicBezTo>
                  <a:cubicBezTo>
                    <a:pt x="27" y="44"/>
                    <a:pt x="27" y="43"/>
                    <a:pt x="26" y="41"/>
                  </a:cubicBezTo>
                  <a:cubicBezTo>
                    <a:pt x="32" y="38"/>
                    <a:pt x="45" y="36"/>
                    <a:pt x="59" y="36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0" y="41"/>
                    <a:pt x="49" y="42"/>
                    <a:pt x="49" y="44"/>
                  </a:cubicBezTo>
                  <a:cubicBezTo>
                    <a:pt x="49" y="46"/>
                    <a:pt x="50" y="47"/>
                    <a:pt x="52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9" y="53"/>
                    <a:pt x="37" y="54"/>
                    <a:pt x="31" y="58"/>
                  </a:cubicBezTo>
                  <a:cubicBezTo>
                    <a:pt x="30" y="56"/>
                    <a:pt x="30" y="53"/>
                    <a:pt x="29" y="52"/>
                  </a:cubicBezTo>
                  <a:moveTo>
                    <a:pt x="39" y="63"/>
                  </a:moveTo>
                  <a:cubicBezTo>
                    <a:pt x="39" y="64"/>
                    <a:pt x="39" y="65"/>
                    <a:pt x="38" y="65"/>
                  </a:cubicBezTo>
                  <a:cubicBezTo>
                    <a:pt x="37" y="65"/>
                    <a:pt x="36" y="65"/>
                    <a:pt x="35" y="64"/>
                  </a:cubicBezTo>
                  <a:cubicBezTo>
                    <a:pt x="34" y="64"/>
                    <a:pt x="34" y="63"/>
                    <a:pt x="33" y="62"/>
                  </a:cubicBezTo>
                  <a:cubicBezTo>
                    <a:pt x="34" y="62"/>
                    <a:pt x="34" y="61"/>
                    <a:pt x="35" y="60"/>
                  </a:cubicBezTo>
                  <a:cubicBezTo>
                    <a:pt x="36" y="59"/>
                    <a:pt x="37" y="59"/>
                    <a:pt x="38" y="59"/>
                  </a:cubicBezTo>
                  <a:cubicBezTo>
                    <a:pt x="39" y="60"/>
                    <a:pt x="39" y="60"/>
                    <a:pt x="39" y="61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3"/>
                    <a:pt x="39" y="63"/>
                    <a:pt x="39" y="63"/>
                  </a:cubicBezTo>
                  <a:moveTo>
                    <a:pt x="45" y="67"/>
                  </a:moveTo>
                  <a:cubicBezTo>
                    <a:pt x="44" y="67"/>
                    <a:pt x="43" y="66"/>
                    <a:pt x="42" y="66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3" y="58"/>
                    <a:pt x="44" y="58"/>
                    <a:pt x="46" y="58"/>
                  </a:cubicBezTo>
                  <a:lnTo>
                    <a:pt x="45" y="67"/>
                  </a:lnTo>
                  <a:close/>
                  <a:moveTo>
                    <a:pt x="53" y="68"/>
                  </a:moveTo>
                  <a:cubicBezTo>
                    <a:pt x="51" y="68"/>
                    <a:pt x="50" y="68"/>
                    <a:pt x="49" y="6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1" y="57"/>
                    <a:pt x="52" y="57"/>
                    <a:pt x="53" y="57"/>
                  </a:cubicBezTo>
                  <a:lnTo>
                    <a:pt x="53" y="68"/>
                  </a:lnTo>
                  <a:close/>
                  <a:moveTo>
                    <a:pt x="59" y="68"/>
                  </a:moveTo>
                  <a:cubicBezTo>
                    <a:pt x="60" y="68"/>
                    <a:pt x="56" y="68"/>
                    <a:pt x="56" y="68"/>
                  </a:cubicBezTo>
                  <a:cubicBezTo>
                    <a:pt x="56" y="57"/>
                    <a:pt x="56" y="57"/>
                    <a:pt x="56" y="57"/>
                  </a:cubicBezTo>
                  <a:cubicBezTo>
                    <a:pt x="56" y="57"/>
                    <a:pt x="58" y="57"/>
                    <a:pt x="59" y="57"/>
                  </a:cubicBezTo>
                  <a:lnTo>
                    <a:pt x="59" y="68"/>
                  </a:lnTo>
                  <a:close/>
                  <a:moveTo>
                    <a:pt x="61" y="15"/>
                  </a:moveTo>
                  <a:cubicBezTo>
                    <a:pt x="60" y="14"/>
                    <a:pt x="59" y="13"/>
                    <a:pt x="59" y="12"/>
                  </a:cubicBezTo>
                  <a:cubicBezTo>
                    <a:pt x="58" y="11"/>
                    <a:pt x="58" y="10"/>
                    <a:pt x="58" y="9"/>
                  </a:cubicBezTo>
                  <a:cubicBezTo>
                    <a:pt x="58" y="7"/>
                    <a:pt x="60" y="4"/>
                    <a:pt x="63" y="4"/>
                  </a:cubicBezTo>
                  <a:cubicBezTo>
                    <a:pt x="66" y="4"/>
                    <a:pt x="68" y="7"/>
                    <a:pt x="68" y="10"/>
                  </a:cubicBezTo>
                  <a:cubicBezTo>
                    <a:pt x="68" y="11"/>
                    <a:pt x="68" y="11"/>
                    <a:pt x="67" y="12"/>
                  </a:cubicBezTo>
                  <a:cubicBezTo>
                    <a:pt x="66" y="14"/>
                    <a:pt x="65" y="14"/>
                    <a:pt x="64" y="15"/>
                  </a:cubicBezTo>
                  <a:cubicBezTo>
                    <a:pt x="64" y="15"/>
                    <a:pt x="63" y="15"/>
                    <a:pt x="63" y="15"/>
                  </a:cubicBezTo>
                  <a:cubicBezTo>
                    <a:pt x="62" y="15"/>
                    <a:pt x="62" y="15"/>
                    <a:pt x="61" y="15"/>
                  </a:cubicBezTo>
                  <a:moveTo>
                    <a:pt x="68" y="68"/>
                  </a:moveTo>
                  <a:cubicBezTo>
                    <a:pt x="63" y="68"/>
                    <a:pt x="63" y="68"/>
                    <a:pt x="63" y="68"/>
                  </a:cubicBezTo>
                  <a:cubicBezTo>
                    <a:pt x="63" y="65"/>
                    <a:pt x="63" y="57"/>
                    <a:pt x="63" y="57"/>
                  </a:cubicBezTo>
                  <a:cubicBezTo>
                    <a:pt x="64" y="57"/>
                    <a:pt x="67" y="57"/>
                    <a:pt x="68" y="57"/>
                  </a:cubicBezTo>
                  <a:lnTo>
                    <a:pt x="68" y="68"/>
                  </a:lnTo>
                  <a:close/>
                  <a:moveTo>
                    <a:pt x="74" y="68"/>
                  </a:moveTo>
                  <a:cubicBezTo>
                    <a:pt x="73" y="68"/>
                    <a:pt x="72" y="68"/>
                    <a:pt x="71" y="68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2" y="57"/>
                    <a:pt x="73" y="58"/>
                    <a:pt x="74" y="58"/>
                  </a:cubicBezTo>
                  <a:lnTo>
                    <a:pt x="74" y="68"/>
                  </a:lnTo>
                  <a:close/>
                  <a:moveTo>
                    <a:pt x="82" y="67"/>
                  </a:moveTo>
                  <a:cubicBezTo>
                    <a:pt x="81" y="67"/>
                    <a:pt x="80" y="67"/>
                    <a:pt x="78" y="6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80" y="58"/>
                    <a:pt x="81" y="59"/>
                    <a:pt x="82" y="59"/>
                  </a:cubicBezTo>
                  <a:lnTo>
                    <a:pt x="82" y="67"/>
                  </a:lnTo>
                  <a:close/>
                  <a:moveTo>
                    <a:pt x="90" y="65"/>
                  </a:moveTo>
                  <a:cubicBezTo>
                    <a:pt x="89" y="66"/>
                    <a:pt x="87" y="66"/>
                    <a:pt x="86" y="66"/>
                  </a:cubicBezTo>
                  <a:cubicBezTo>
                    <a:pt x="86" y="66"/>
                    <a:pt x="86" y="65"/>
                    <a:pt x="85" y="64"/>
                  </a:cubicBezTo>
                  <a:cubicBezTo>
                    <a:pt x="85" y="64"/>
                    <a:pt x="85" y="64"/>
                    <a:pt x="85" y="63"/>
                  </a:cubicBezTo>
                  <a:cubicBezTo>
                    <a:pt x="85" y="63"/>
                    <a:pt x="85" y="63"/>
                    <a:pt x="85" y="62"/>
                  </a:cubicBezTo>
                  <a:cubicBezTo>
                    <a:pt x="85" y="61"/>
                    <a:pt x="86" y="61"/>
                    <a:pt x="86" y="60"/>
                  </a:cubicBezTo>
                  <a:cubicBezTo>
                    <a:pt x="87" y="60"/>
                    <a:pt x="88" y="60"/>
                    <a:pt x="89" y="61"/>
                  </a:cubicBezTo>
                  <a:cubicBezTo>
                    <a:pt x="90" y="62"/>
                    <a:pt x="91" y="62"/>
                    <a:pt x="91" y="63"/>
                  </a:cubicBezTo>
                  <a:cubicBezTo>
                    <a:pt x="91" y="64"/>
                    <a:pt x="90" y="65"/>
                    <a:pt x="90" y="65"/>
                  </a:cubicBezTo>
                  <a:moveTo>
                    <a:pt x="97" y="47"/>
                  </a:moveTo>
                  <a:cubicBezTo>
                    <a:pt x="94" y="45"/>
                    <a:pt x="90" y="44"/>
                    <a:pt x="88" y="43"/>
                  </a:cubicBezTo>
                  <a:cubicBezTo>
                    <a:pt x="87" y="43"/>
                    <a:pt x="85" y="44"/>
                    <a:pt x="84" y="46"/>
                  </a:cubicBezTo>
                  <a:cubicBezTo>
                    <a:pt x="84" y="48"/>
                    <a:pt x="85" y="49"/>
                    <a:pt x="87" y="50"/>
                  </a:cubicBezTo>
                  <a:cubicBezTo>
                    <a:pt x="91" y="51"/>
                    <a:pt x="94" y="52"/>
                    <a:pt x="94" y="53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94" y="52"/>
                    <a:pt x="95" y="53"/>
                  </a:cubicBezTo>
                  <a:cubicBezTo>
                    <a:pt x="94" y="55"/>
                    <a:pt x="94" y="57"/>
                    <a:pt x="93" y="59"/>
                  </a:cubicBezTo>
                  <a:cubicBezTo>
                    <a:pt x="87" y="55"/>
                    <a:pt x="75" y="53"/>
                    <a:pt x="66" y="53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5" y="42"/>
                    <a:pt x="73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80" y="37"/>
                    <a:pt x="93" y="39"/>
                    <a:pt x="98" y="43"/>
                  </a:cubicBezTo>
                  <a:cubicBezTo>
                    <a:pt x="98" y="44"/>
                    <a:pt x="97" y="45"/>
                    <a:pt x="97" y="47"/>
                  </a:cubicBezTo>
                  <a:moveTo>
                    <a:pt x="104" y="27"/>
                  </a:moveTo>
                  <a:cubicBezTo>
                    <a:pt x="101" y="25"/>
                    <a:pt x="102" y="32"/>
                    <a:pt x="101" y="34"/>
                  </a:cubicBezTo>
                  <a:cubicBezTo>
                    <a:pt x="99" y="37"/>
                    <a:pt x="94" y="36"/>
                    <a:pt x="96" y="30"/>
                  </a:cubicBezTo>
                  <a:cubicBezTo>
                    <a:pt x="96" y="27"/>
                    <a:pt x="94" y="25"/>
                    <a:pt x="93" y="24"/>
                  </a:cubicBezTo>
                  <a:cubicBezTo>
                    <a:pt x="93" y="24"/>
                    <a:pt x="92" y="24"/>
                    <a:pt x="93" y="23"/>
                  </a:cubicBezTo>
                  <a:cubicBezTo>
                    <a:pt x="93" y="23"/>
                    <a:pt x="93" y="23"/>
                    <a:pt x="93" y="22"/>
                  </a:cubicBezTo>
                  <a:cubicBezTo>
                    <a:pt x="95" y="22"/>
                    <a:pt x="98" y="21"/>
                    <a:pt x="100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6" y="21"/>
                    <a:pt x="108" y="19"/>
                    <a:pt x="110" y="18"/>
                  </a:cubicBezTo>
                  <a:cubicBezTo>
                    <a:pt x="111" y="16"/>
                    <a:pt x="113" y="15"/>
                    <a:pt x="114" y="15"/>
                  </a:cubicBezTo>
                  <a:cubicBezTo>
                    <a:pt x="116" y="15"/>
                    <a:pt x="118" y="16"/>
                    <a:pt x="120" y="16"/>
                  </a:cubicBezTo>
                  <a:cubicBezTo>
                    <a:pt x="114" y="19"/>
                    <a:pt x="109" y="28"/>
                    <a:pt x="104" y="2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2" name="Freeform 222">
              <a:extLst>
                <a:ext uri="{FF2B5EF4-FFF2-40B4-BE49-F238E27FC236}">
                  <a16:creationId xmlns:a16="http://schemas.microsoft.com/office/drawing/2014/main" id="{BE02E96D-15F5-4A70-BBDB-F4582A0390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89701" y="12763500"/>
              <a:ext cx="79375" cy="47625"/>
            </a:xfrm>
            <a:custGeom>
              <a:avLst/>
              <a:gdLst>
                <a:gd name="T0" fmla="*/ 105 w 124"/>
                <a:gd name="T1" fmla="*/ 6 h 74"/>
                <a:gd name="T2" fmla="*/ 91 w 124"/>
                <a:gd name="T3" fmla="*/ 23 h 74"/>
                <a:gd name="T4" fmla="*/ 86 w 124"/>
                <a:gd name="T5" fmla="*/ 30 h 74"/>
                <a:gd name="T6" fmla="*/ 81 w 124"/>
                <a:gd name="T7" fmla="*/ 18 h 74"/>
                <a:gd name="T8" fmla="*/ 70 w 124"/>
                <a:gd name="T9" fmla="*/ 8 h 74"/>
                <a:gd name="T10" fmla="*/ 60 w 124"/>
                <a:gd name="T11" fmla="*/ 0 h 74"/>
                <a:gd name="T12" fmla="*/ 53 w 124"/>
                <a:gd name="T13" fmla="*/ 12 h 74"/>
                <a:gd name="T14" fmla="*/ 53 w 124"/>
                <a:gd name="T15" fmla="*/ 31 h 74"/>
                <a:gd name="T16" fmla="*/ 37 w 124"/>
                <a:gd name="T17" fmla="*/ 34 h 74"/>
                <a:gd name="T18" fmla="*/ 39 w 124"/>
                <a:gd name="T19" fmla="*/ 24 h 74"/>
                <a:gd name="T20" fmla="*/ 11 w 124"/>
                <a:gd name="T21" fmla="*/ 18 h 74"/>
                <a:gd name="T22" fmla="*/ 17 w 124"/>
                <a:gd name="T23" fmla="*/ 37 h 74"/>
                <a:gd name="T24" fmla="*/ 66 w 124"/>
                <a:gd name="T25" fmla="*/ 72 h 74"/>
                <a:gd name="T26" fmla="*/ 71 w 124"/>
                <a:gd name="T27" fmla="*/ 72 h 74"/>
                <a:gd name="T28" fmla="*/ 103 w 124"/>
                <a:gd name="T29" fmla="*/ 58 h 74"/>
                <a:gd name="T30" fmla="*/ 122 w 124"/>
                <a:gd name="T31" fmla="*/ 9 h 74"/>
                <a:gd name="T32" fmla="*/ 69 w 124"/>
                <a:gd name="T33" fmla="*/ 14 h 74"/>
                <a:gd name="T34" fmla="*/ 73 w 124"/>
                <a:gd name="T35" fmla="*/ 24 h 74"/>
                <a:gd name="T36" fmla="*/ 61 w 124"/>
                <a:gd name="T37" fmla="*/ 4 h 74"/>
                <a:gd name="T38" fmla="*/ 63 w 124"/>
                <a:gd name="T39" fmla="*/ 15 h 74"/>
                <a:gd name="T40" fmla="*/ 57 w 124"/>
                <a:gd name="T41" fmla="*/ 13 h 74"/>
                <a:gd name="T42" fmla="*/ 48 w 124"/>
                <a:gd name="T43" fmla="*/ 22 h 74"/>
                <a:gd name="T44" fmla="*/ 58 w 124"/>
                <a:gd name="T45" fmla="*/ 18 h 74"/>
                <a:gd name="T46" fmla="*/ 48 w 124"/>
                <a:gd name="T47" fmla="*/ 22 h 74"/>
                <a:gd name="T48" fmla="*/ 6 w 124"/>
                <a:gd name="T49" fmla="*/ 23 h 74"/>
                <a:gd name="T50" fmla="*/ 22 w 124"/>
                <a:gd name="T51" fmla="*/ 26 h 74"/>
                <a:gd name="T52" fmla="*/ 34 w 124"/>
                <a:gd name="T53" fmla="*/ 27 h 74"/>
                <a:gd name="T54" fmla="*/ 27 w 124"/>
                <a:gd name="T55" fmla="*/ 38 h 74"/>
                <a:gd name="T56" fmla="*/ 39 w 124"/>
                <a:gd name="T57" fmla="*/ 66 h 74"/>
                <a:gd name="T58" fmla="*/ 45 w 124"/>
                <a:gd name="T59" fmla="*/ 65 h 74"/>
                <a:gd name="T60" fmla="*/ 45 w 124"/>
                <a:gd name="T61" fmla="*/ 69 h 74"/>
                <a:gd name="T62" fmla="*/ 52 w 124"/>
                <a:gd name="T63" fmla="*/ 60 h 74"/>
                <a:gd name="T64" fmla="*/ 37 w 124"/>
                <a:gd name="T65" fmla="*/ 62 h 74"/>
                <a:gd name="T66" fmla="*/ 35 w 124"/>
                <a:gd name="T67" fmla="*/ 56 h 74"/>
                <a:gd name="T68" fmla="*/ 40 w 124"/>
                <a:gd name="T69" fmla="*/ 46 h 74"/>
                <a:gd name="T70" fmla="*/ 62 w 124"/>
                <a:gd name="T71" fmla="*/ 36 h 74"/>
                <a:gd name="T72" fmla="*/ 53 w 124"/>
                <a:gd name="T73" fmla="*/ 46 h 74"/>
                <a:gd name="T74" fmla="*/ 64 w 124"/>
                <a:gd name="T75" fmla="*/ 53 h 74"/>
                <a:gd name="T76" fmla="*/ 56 w 124"/>
                <a:gd name="T77" fmla="*/ 59 h 74"/>
                <a:gd name="T78" fmla="*/ 57 w 124"/>
                <a:gd name="T79" fmla="*/ 69 h 74"/>
                <a:gd name="T80" fmla="*/ 66 w 124"/>
                <a:gd name="T81" fmla="*/ 57 h 74"/>
                <a:gd name="T82" fmla="*/ 71 w 124"/>
                <a:gd name="T83" fmla="*/ 68 h 74"/>
                <a:gd name="T84" fmla="*/ 76 w 124"/>
                <a:gd name="T85" fmla="*/ 67 h 74"/>
                <a:gd name="T86" fmla="*/ 77 w 124"/>
                <a:gd name="T87" fmla="*/ 56 h 74"/>
                <a:gd name="T88" fmla="*/ 79 w 124"/>
                <a:gd name="T89" fmla="*/ 66 h 74"/>
                <a:gd name="T90" fmla="*/ 88 w 124"/>
                <a:gd name="T91" fmla="*/ 55 h 74"/>
                <a:gd name="T92" fmla="*/ 97 w 124"/>
                <a:gd name="T93" fmla="*/ 60 h 74"/>
                <a:gd name="T94" fmla="*/ 92 w 124"/>
                <a:gd name="T95" fmla="*/ 59 h 74"/>
                <a:gd name="T96" fmla="*/ 96 w 124"/>
                <a:gd name="T97" fmla="*/ 56 h 74"/>
                <a:gd name="T98" fmla="*/ 101 w 124"/>
                <a:gd name="T99" fmla="*/ 41 h 74"/>
                <a:gd name="T100" fmla="*/ 91 w 124"/>
                <a:gd name="T101" fmla="*/ 46 h 74"/>
                <a:gd name="T102" fmla="*/ 100 w 124"/>
                <a:gd name="T103" fmla="*/ 47 h 74"/>
                <a:gd name="T104" fmla="*/ 70 w 124"/>
                <a:gd name="T105" fmla="*/ 47 h 74"/>
                <a:gd name="T106" fmla="*/ 76 w 124"/>
                <a:gd name="T107" fmla="*/ 40 h 74"/>
                <a:gd name="T108" fmla="*/ 102 w 124"/>
                <a:gd name="T109" fmla="*/ 37 h 74"/>
                <a:gd name="T110" fmla="*/ 103 w 124"/>
                <a:gd name="T111" fmla="*/ 28 h 74"/>
                <a:gd name="T112" fmla="*/ 93 w 124"/>
                <a:gd name="T113" fmla="*/ 19 h 74"/>
                <a:gd name="T114" fmla="*/ 104 w 124"/>
                <a:gd name="T115" fmla="*/ 14 h 74"/>
                <a:gd name="T116" fmla="*/ 118 w 124"/>
                <a:gd name="T11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4" h="74">
                  <a:moveTo>
                    <a:pt x="124" y="6"/>
                  </a:moveTo>
                  <a:cubicBezTo>
                    <a:pt x="122" y="3"/>
                    <a:pt x="115" y="3"/>
                    <a:pt x="112" y="3"/>
                  </a:cubicBezTo>
                  <a:cubicBezTo>
                    <a:pt x="109" y="4"/>
                    <a:pt x="107" y="4"/>
                    <a:pt x="105" y="6"/>
                  </a:cubicBezTo>
                  <a:cubicBezTo>
                    <a:pt x="104" y="7"/>
                    <a:pt x="99" y="11"/>
                    <a:pt x="99" y="11"/>
                  </a:cubicBezTo>
                  <a:cubicBezTo>
                    <a:pt x="96" y="12"/>
                    <a:pt x="87" y="11"/>
                    <a:pt x="87" y="17"/>
                  </a:cubicBezTo>
                  <a:cubicBezTo>
                    <a:pt x="87" y="19"/>
                    <a:pt x="90" y="22"/>
                    <a:pt x="91" y="23"/>
                  </a:cubicBezTo>
                  <a:cubicBezTo>
                    <a:pt x="92" y="23"/>
                    <a:pt x="93" y="24"/>
                    <a:pt x="93" y="25"/>
                  </a:cubicBezTo>
                  <a:cubicBezTo>
                    <a:pt x="93" y="25"/>
                    <a:pt x="93" y="26"/>
                    <a:pt x="92" y="26"/>
                  </a:cubicBezTo>
                  <a:cubicBezTo>
                    <a:pt x="89" y="29"/>
                    <a:pt x="86" y="30"/>
                    <a:pt x="86" y="30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78" y="29"/>
                    <a:pt x="79" y="31"/>
                    <a:pt x="76" y="28"/>
                  </a:cubicBezTo>
                  <a:cubicBezTo>
                    <a:pt x="79" y="26"/>
                    <a:pt x="82" y="22"/>
                    <a:pt x="81" y="18"/>
                  </a:cubicBezTo>
                  <a:cubicBezTo>
                    <a:pt x="80" y="12"/>
                    <a:pt x="76" y="9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9"/>
                    <a:pt x="70" y="9"/>
                    <a:pt x="70" y="8"/>
                  </a:cubicBezTo>
                  <a:cubicBezTo>
                    <a:pt x="69" y="4"/>
                    <a:pt x="65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59" y="0"/>
                  </a:cubicBezTo>
                  <a:cubicBezTo>
                    <a:pt x="55" y="2"/>
                    <a:pt x="52" y="6"/>
                    <a:pt x="52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47" y="13"/>
                    <a:pt x="44" y="18"/>
                    <a:pt x="44" y="23"/>
                  </a:cubicBezTo>
                  <a:cubicBezTo>
                    <a:pt x="45" y="27"/>
                    <a:pt x="48" y="30"/>
                    <a:pt x="53" y="31"/>
                  </a:cubicBezTo>
                  <a:cubicBezTo>
                    <a:pt x="51" y="35"/>
                    <a:pt x="51" y="33"/>
                    <a:pt x="46" y="35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0" y="36"/>
                    <a:pt x="37" y="34"/>
                  </a:cubicBezTo>
                  <a:cubicBezTo>
                    <a:pt x="35" y="34"/>
                    <a:pt x="35" y="33"/>
                    <a:pt x="35" y="33"/>
                  </a:cubicBezTo>
                  <a:cubicBezTo>
                    <a:pt x="35" y="32"/>
                    <a:pt x="36" y="31"/>
                    <a:pt x="36" y="31"/>
                  </a:cubicBezTo>
                  <a:cubicBezTo>
                    <a:pt x="37" y="30"/>
                    <a:pt x="39" y="26"/>
                    <a:pt x="39" y="24"/>
                  </a:cubicBezTo>
                  <a:cubicBezTo>
                    <a:pt x="37" y="18"/>
                    <a:pt x="29" y="22"/>
                    <a:pt x="25" y="22"/>
                  </a:cubicBezTo>
                  <a:cubicBezTo>
                    <a:pt x="25" y="22"/>
                    <a:pt x="20" y="19"/>
                    <a:pt x="18" y="18"/>
                  </a:cubicBezTo>
                  <a:cubicBezTo>
                    <a:pt x="16" y="17"/>
                    <a:pt x="13" y="17"/>
                    <a:pt x="11" y="18"/>
                  </a:cubicBezTo>
                  <a:cubicBezTo>
                    <a:pt x="8" y="18"/>
                    <a:pt x="1" y="20"/>
                    <a:pt x="1" y="23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4" y="27"/>
                    <a:pt x="12" y="31"/>
                    <a:pt x="17" y="37"/>
                  </a:cubicBezTo>
                  <a:cubicBezTo>
                    <a:pt x="22" y="41"/>
                    <a:pt x="27" y="50"/>
                    <a:pt x="29" y="54"/>
                  </a:cubicBezTo>
                  <a:cubicBezTo>
                    <a:pt x="29" y="54"/>
                    <a:pt x="35" y="67"/>
                    <a:pt x="35" y="67"/>
                  </a:cubicBezTo>
                  <a:cubicBezTo>
                    <a:pt x="37" y="74"/>
                    <a:pt x="55" y="74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85" y="69"/>
                    <a:pt x="103" y="65"/>
                    <a:pt x="103" y="58"/>
                  </a:cubicBezTo>
                  <a:cubicBezTo>
                    <a:pt x="103" y="57"/>
                    <a:pt x="104" y="43"/>
                    <a:pt x="104" y="43"/>
                  </a:cubicBezTo>
                  <a:cubicBezTo>
                    <a:pt x="105" y="39"/>
                    <a:pt x="108" y="29"/>
                    <a:pt x="111" y="23"/>
                  </a:cubicBezTo>
                  <a:cubicBezTo>
                    <a:pt x="115" y="17"/>
                    <a:pt x="121" y="10"/>
                    <a:pt x="122" y="9"/>
                  </a:cubicBezTo>
                  <a:cubicBezTo>
                    <a:pt x="124" y="8"/>
                    <a:pt x="124" y="7"/>
                    <a:pt x="124" y="6"/>
                  </a:cubicBezTo>
                  <a:moveTo>
                    <a:pt x="67" y="17"/>
                  </a:moveTo>
                  <a:cubicBezTo>
                    <a:pt x="68" y="16"/>
                    <a:pt x="69" y="15"/>
                    <a:pt x="69" y="14"/>
                  </a:cubicBezTo>
                  <a:cubicBezTo>
                    <a:pt x="70" y="14"/>
                    <a:pt x="70" y="14"/>
                    <a:pt x="71" y="14"/>
                  </a:cubicBezTo>
                  <a:cubicBezTo>
                    <a:pt x="74" y="13"/>
                    <a:pt x="77" y="15"/>
                    <a:pt x="77" y="18"/>
                  </a:cubicBezTo>
                  <a:cubicBezTo>
                    <a:pt x="78" y="21"/>
                    <a:pt x="76" y="24"/>
                    <a:pt x="73" y="24"/>
                  </a:cubicBezTo>
                  <a:cubicBezTo>
                    <a:pt x="70" y="25"/>
                    <a:pt x="67" y="23"/>
                    <a:pt x="66" y="20"/>
                  </a:cubicBezTo>
                  <a:cubicBezTo>
                    <a:pt x="66" y="19"/>
                    <a:pt x="66" y="18"/>
                    <a:pt x="67" y="17"/>
                  </a:cubicBezTo>
                  <a:moveTo>
                    <a:pt x="61" y="4"/>
                  </a:moveTo>
                  <a:cubicBezTo>
                    <a:pt x="63" y="4"/>
                    <a:pt x="66" y="6"/>
                    <a:pt x="66" y="9"/>
                  </a:cubicBezTo>
                  <a:cubicBezTo>
                    <a:pt x="66" y="10"/>
                    <a:pt x="66" y="11"/>
                    <a:pt x="66" y="12"/>
                  </a:cubicBezTo>
                  <a:cubicBezTo>
                    <a:pt x="65" y="13"/>
                    <a:pt x="65" y="14"/>
                    <a:pt x="63" y="15"/>
                  </a:cubicBezTo>
                  <a:cubicBezTo>
                    <a:pt x="63" y="15"/>
                    <a:pt x="63" y="15"/>
                    <a:pt x="62" y="15"/>
                  </a:cubicBezTo>
                  <a:cubicBezTo>
                    <a:pt x="62" y="15"/>
                    <a:pt x="61" y="15"/>
                    <a:pt x="61" y="15"/>
                  </a:cubicBezTo>
                  <a:cubicBezTo>
                    <a:pt x="59" y="15"/>
                    <a:pt x="58" y="14"/>
                    <a:pt x="57" y="13"/>
                  </a:cubicBezTo>
                  <a:cubicBezTo>
                    <a:pt x="57" y="12"/>
                    <a:pt x="57" y="11"/>
                    <a:pt x="56" y="10"/>
                  </a:cubicBezTo>
                  <a:cubicBezTo>
                    <a:pt x="56" y="8"/>
                    <a:pt x="58" y="5"/>
                    <a:pt x="61" y="4"/>
                  </a:cubicBezTo>
                  <a:moveTo>
                    <a:pt x="48" y="22"/>
                  </a:moveTo>
                  <a:cubicBezTo>
                    <a:pt x="48" y="19"/>
                    <a:pt x="50" y="17"/>
                    <a:pt x="53" y="16"/>
                  </a:cubicBezTo>
                  <a:cubicBezTo>
                    <a:pt x="54" y="16"/>
                    <a:pt x="54" y="16"/>
                    <a:pt x="55" y="16"/>
                  </a:cubicBezTo>
                  <a:cubicBezTo>
                    <a:pt x="56" y="17"/>
                    <a:pt x="57" y="18"/>
                    <a:pt x="58" y="18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60" y="24"/>
                    <a:pt x="58" y="26"/>
                    <a:pt x="55" y="27"/>
                  </a:cubicBezTo>
                  <a:cubicBezTo>
                    <a:pt x="52" y="27"/>
                    <a:pt x="49" y="25"/>
                    <a:pt x="48" y="22"/>
                  </a:cubicBezTo>
                  <a:moveTo>
                    <a:pt x="27" y="38"/>
                  </a:moveTo>
                  <a:cubicBezTo>
                    <a:pt x="25" y="37"/>
                    <a:pt x="26" y="30"/>
                    <a:pt x="22" y="32"/>
                  </a:cubicBezTo>
                  <a:cubicBezTo>
                    <a:pt x="18" y="34"/>
                    <a:pt x="12" y="25"/>
                    <a:pt x="6" y="23"/>
                  </a:cubicBezTo>
                  <a:cubicBezTo>
                    <a:pt x="7" y="23"/>
                    <a:pt x="9" y="22"/>
                    <a:pt x="11" y="22"/>
                  </a:cubicBezTo>
                  <a:cubicBezTo>
                    <a:pt x="12" y="21"/>
                    <a:pt x="14" y="22"/>
                    <a:pt x="16" y="24"/>
                  </a:cubicBezTo>
                  <a:cubicBezTo>
                    <a:pt x="18" y="25"/>
                    <a:pt x="20" y="26"/>
                    <a:pt x="22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8" y="26"/>
                    <a:pt x="31" y="26"/>
                    <a:pt x="33" y="26"/>
                  </a:cubicBezTo>
                  <a:cubicBezTo>
                    <a:pt x="33" y="26"/>
                    <a:pt x="34" y="27"/>
                    <a:pt x="34" y="27"/>
                  </a:cubicBezTo>
                  <a:cubicBezTo>
                    <a:pt x="34" y="28"/>
                    <a:pt x="34" y="28"/>
                    <a:pt x="33" y="28"/>
                  </a:cubicBezTo>
                  <a:cubicBezTo>
                    <a:pt x="32" y="29"/>
                    <a:pt x="30" y="32"/>
                    <a:pt x="31" y="34"/>
                  </a:cubicBezTo>
                  <a:cubicBezTo>
                    <a:pt x="34" y="39"/>
                    <a:pt x="29" y="41"/>
                    <a:pt x="27" y="38"/>
                  </a:cubicBezTo>
                  <a:moveTo>
                    <a:pt x="45" y="69"/>
                  </a:moveTo>
                  <a:cubicBezTo>
                    <a:pt x="44" y="69"/>
                    <a:pt x="43" y="69"/>
                    <a:pt x="41" y="68"/>
                  </a:cubicBezTo>
                  <a:cubicBezTo>
                    <a:pt x="41" y="68"/>
                    <a:pt x="40" y="67"/>
                    <a:pt x="39" y="66"/>
                  </a:cubicBezTo>
                  <a:cubicBezTo>
                    <a:pt x="40" y="66"/>
                    <a:pt x="40" y="65"/>
                    <a:pt x="41" y="64"/>
                  </a:cubicBezTo>
                  <a:cubicBezTo>
                    <a:pt x="42" y="63"/>
                    <a:pt x="43" y="63"/>
                    <a:pt x="44" y="63"/>
                  </a:cubicBezTo>
                  <a:cubicBezTo>
                    <a:pt x="44" y="63"/>
                    <a:pt x="45" y="64"/>
                    <a:pt x="45" y="65"/>
                  </a:cubicBezTo>
                  <a:cubicBezTo>
                    <a:pt x="45" y="65"/>
                    <a:pt x="45" y="65"/>
                    <a:pt x="45" y="66"/>
                  </a:cubicBezTo>
                  <a:cubicBezTo>
                    <a:pt x="45" y="66"/>
                    <a:pt x="45" y="66"/>
                    <a:pt x="45" y="67"/>
                  </a:cubicBezTo>
                  <a:cubicBezTo>
                    <a:pt x="45" y="68"/>
                    <a:pt x="45" y="68"/>
                    <a:pt x="45" y="69"/>
                  </a:cubicBezTo>
                  <a:moveTo>
                    <a:pt x="49" y="69"/>
                  </a:moveTo>
                  <a:cubicBezTo>
                    <a:pt x="48" y="61"/>
                    <a:pt x="48" y="61"/>
                    <a:pt x="48" y="61"/>
                  </a:cubicBezTo>
                  <a:cubicBezTo>
                    <a:pt x="49" y="61"/>
                    <a:pt x="51" y="60"/>
                    <a:pt x="52" y="60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2" y="69"/>
                    <a:pt x="51" y="69"/>
                    <a:pt x="49" y="69"/>
                  </a:cubicBezTo>
                  <a:moveTo>
                    <a:pt x="37" y="62"/>
                  </a:moveTo>
                  <a:cubicBezTo>
                    <a:pt x="37" y="60"/>
                    <a:pt x="36" y="58"/>
                    <a:pt x="35" y="56"/>
                  </a:cubicBezTo>
                  <a:cubicBezTo>
                    <a:pt x="35" y="56"/>
                    <a:pt x="36" y="56"/>
                    <a:pt x="36" y="55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6" y="56"/>
                    <a:pt x="38" y="54"/>
                    <a:pt x="42" y="53"/>
                  </a:cubicBezTo>
                  <a:cubicBezTo>
                    <a:pt x="44" y="52"/>
                    <a:pt x="45" y="50"/>
                    <a:pt x="44" y="48"/>
                  </a:cubicBezTo>
                  <a:cubicBezTo>
                    <a:pt x="44" y="47"/>
                    <a:pt x="42" y="46"/>
                    <a:pt x="40" y="46"/>
                  </a:cubicBezTo>
                  <a:cubicBezTo>
                    <a:pt x="38" y="47"/>
                    <a:pt x="35" y="49"/>
                    <a:pt x="32" y="51"/>
                  </a:cubicBezTo>
                  <a:cubicBezTo>
                    <a:pt x="32" y="49"/>
                    <a:pt x="31" y="48"/>
                    <a:pt x="30" y="47"/>
                  </a:cubicBezTo>
                  <a:cubicBezTo>
                    <a:pt x="36" y="43"/>
                    <a:pt x="48" y="39"/>
                    <a:pt x="62" y="36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4" y="43"/>
                    <a:pt x="53" y="44"/>
                    <a:pt x="53" y="46"/>
                  </a:cubicBezTo>
                  <a:cubicBezTo>
                    <a:pt x="53" y="48"/>
                    <a:pt x="55" y="49"/>
                    <a:pt x="56" y="49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55" y="55"/>
                    <a:pt x="43" y="58"/>
                    <a:pt x="37" y="62"/>
                  </a:cubicBezTo>
                  <a:moveTo>
                    <a:pt x="57" y="69"/>
                  </a:moveTo>
                  <a:cubicBezTo>
                    <a:pt x="56" y="59"/>
                    <a:pt x="56" y="59"/>
                    <a:pt x="56" y="59"/>
                  </a:cubicBezTo>
                  <a:cubicBezTo>
                    <a:pt x="57" y="59"/>
                    <a:pt x="58" y="58"/>
                    <a:pt x="59" y="58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59" y="69"/>
                    <a:pt x="58" y="69"/>
                    <a:pt x="57" y="69"/>
                  </a:cubicBezTo>
                  <a:moveTo>
                    <a:pt x="64" y="69"/>
                  </a:moveTo>
                  <a:cubicBezTo>
                    <a:pt x="62" y="57"/>
                    <a:pt x="62" y="57"/>
                    <a:pt x="62" y="57"/>
                  </a:cubicBezTo>
                  <a:cubicBezTo>
                    <a:pt x="62" y="57"/>
                    <a:pt x="65" y="57"/>
                    <a:pt x="66" y="57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4" y="69"/>
                    <a:pt x="64" y="69"/>
                  </a:cubicBezTo>
                  <a:moveTo>
                    <a:pt x="71" y="68"/>
                  </a:moveTo>
                  <a:cubicBezTo>
                    <a:pt x="71" y="65"/>
                    <a:pt x="70" y="57"/>
                    <a:pt x="69" y="56"/>
                  </a:cubicBezTo>
                  <a:cubicBezTo>
                    <a:pt x="70" y="56"/>
                    <a:pt x="73" y="56"/>
                    <a:pt x="74" y="5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7"/>
                    <a:pt x="72" y="68"/>
                    <a:pt x="71" y="68"/>
                  </a:cubicBezTo>
                  <a:moveTo>
                    <a:pt x="79" y="66"/>
                  </a:moveTo>
                  <a:cubicBezTo>
                    <a:pt x="77" y="56"/>
                    <a:pt x="77" y="56"/>
                    <a:pt x="77" y="56"/>
                  </a:cubicBezTo>
                  <a:cubicBezTo>
                    <a:pt x="78" y="55"/>
                    <a:pt x="79" y="55"/>
                    <a:pt x="80" y="55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1" y="66"/>
                    <a:pt x="80" y="66"/>
                    <a:pt x="79" y="66"/>
                  </a:cubicBezTo>
                  <a:moveTo>
                    <a:pt x="86" y="64"/>
                  </a:moveTo>
                  <a:cubicBezTo>
                    <a:pt x="84" y="55"/>
                    <a:pt x="84" y="55"/>
                    <a:pt x="84" y="55"/>
                  </a:cubicBezTo>
                  <a:cubicBezTo>
                    <a:pt x="86" y="55"/>
                    <a:pt x="87" y="55"/>
                    <a:pt x="88" y="55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8" y="64"/>
                    <a:pt x="87" y="64"/>
                    <a:pt x="86" y="64"/>
                  </a:cubicBezTo>
                  <a:moveTo>
                    <a:pt x="97" y="60"/>
                  </a:moveTo>
                  <a:cubicBezTo>
                    <a:pt x="96" y="61"/>
                    <a:pt x="95" y="62"/>
                    <a:pt x="94" y="62"/>
                  </a:cubicBezTo>
                  <a:cubicBezTo>
                    <a:pt x="93" y="61"/>
                    <a:pt x="93" y="61"/>
                    <a:pt x="92" y="60"/>
                  </a:cubicBezTo>
                  <a:cubicBezTo>
                    <a:pt x="92" y="60"/>
                    <a:pt x="92" y="59"/>
                    <a:pt x="92" y="59"/>
                  </a:cubicBezTo>
                  <a:cubicBezTo>
                    <a:pt x="92" y="59"/>
                    <a:pt x="92" y="58"/>
                    <a:pt x="92" y="58"/>
                  </a:cubicBezTo>
                  <a:cubicBezTo>
                    <a:pt x="92" y="57"/>
                    <a:pt x="92" y="56"/>
                    <a:pt x="93" y="56"/>
                  </a:cubicBezTo>
                  <a:cubicBezTo>
                    <a:pt x="94" y="55"/>
                    <a:pt x="95" y="56"/>
                    <a:pt x="96" y="56"/>
                  </a:cubicBezTo>
                  <a:cubicBezTo>
                    <a:pt x="97" y="57"/>
                    <a:pt x="98" y="57"/>
                    <a:pt x="98" y="58"/>
                  </a:cubicBezTo>
                  <a:cubicBezTo>
                    <a:pt x="98" y="59"/>
                    <a:pt x="97" y="60"/>
                    <a:pt x="97" y="60"/>
                  </a:cubicBezTo>
                  <a:moveTo>
                    <a:pt x="101" y="41"/>
                  </a:moveTo>
                  <a:cubicBezTo>
                    <a:pt x="98" y="40"/>
                    <a:pt x="94" y="39"/>
                    <a:pt x="92" y="39"/>
                  </a:cubicBezTo>
                  <a:cubicBezTo>
                    <a:pt x="90" y="39"/>
                    <a:pt x="89" y="40"/>
                    <a:pt x="88" y="42"/>
                  </a:cubicBezTo>
                  <a:cubicBezTo>
                    <a:pt x="88" y="44"/>
                    <a:pt x="90" y="45"/>
                    <a:pt x="91" y="46"/>
                  </a:cubicBezTo>
                  <a:cubicBezTo>
                    <a:pt x="96" y="46"/>
                    <a:pt x="99" y="47"/>
                    <a:pt x="99" y="47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7"/>
                    <a:pt x="99" y="47"/>
                    <a:pt x="100" y="47"/>
                  </a:cubicBezTo>
                  <a:cubicBezTo>
                    <a:pt x="99" y="49"/>
                    <a:pt x="99" y="52"/>
                    <a:pt x="99" y="53"/>
                  </a:cubicBezTo>
                  <a:cubicBezTo>
                    <a:pt x="93" y="51"/>
                    <a:pt x="80" y="51"/>
                    <a:pt x="71" y="52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9" y="46"/>
                    <a:pt x="80" y="44"/>
                    <a:pt x="80" y="42"/>
                  </a:cubicBezTo>
                  <a:cubicBezTo>
                    <a:pt x="79" y="41"/>
                    <a:pt x="78" y="39"/>
                    <a:pt x="76" y="40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82" y="34"/>
                    <a:pt x="95" y="34"/>
                    <a:pt x="102" y="37"/>
                  </a:cubicBezTo>
                  <a:cubicBezTo>
                    <a:pt x="101" y="38"/>
                    <a:pt x="101" y="40"/>
                    <a:pt x="101" y="41"/>
                  </a:cubicBezTo>
                  <a:moveTo>
                    <a:pt x="105" y="20"/>
                  </a:moveTo>
                  <a:cubicBezTo>
                    <a:pt x="101" y="19"/>
                    <a:pt x="103" y="26"/>
                    <a:pt x="103" y="28"/>
                  </a:cubicBezTo>
                  <a:cubicBezTo>
                    <a:pt x="101" y="31"/>
                    <a:pt x="96" y="31"/>
                    <a:pt x="97" y="24"/>
                  </a:cubicBezTo>
                  <a:cubicBezTo>
                    <a:pt x="97" y="22"/>
                    <a:pt x="95" y="20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3" y="18"/>
                    <a:pt x="93" y="18"/>
                    <a:pt x="93" y="17"/>
                  </a:cubicBezTo>
                  <a:cubicBezTo>
                    <a:pt x="95" y="17"/>
                    <a:pt x="98" y="16"/>
                    <a:pt x="100" y="15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6" y="14"/>
                    <a:pt x="107" y="12"/>
                    <a:pt x="109" y="10"/>
                  </a:cubicBezTo>
                  <a:cubicBezTo>
                    <a:pt x="110" y="9"/>
                    <a:pt x="112" y="7"/>
                    <a:pt x="113" y="7"/>
                  </a:cubicBezTo>
                  <a:cubicBezTo>
                    <a:pt x="115" y="7"/>
                    <a:pt x="117" y="7"/>
                    <a:pt x="118" y="7"/>
                  </a:cubicBezTo>
                  <a:cubicBezTo>
                    <a:pt x="113" y="11"/>
                    <a:pt x="109" y="21"/>
                    <a:pt x="105" y="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3" name="Freeform 223">
              <a:extLst>
                <a:ext uri="{FF2B5EF4-FFF2-40B4-BE49-F238E27FC236}">
                  <a16:creationId xmlns:a16="http://schemas.microsoft.com/office/drawing/2014/main" id="{41AEAFCA-CEA4-41EE-A05C-42D25ACBA91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94476" y="12763500"/>
              <a:ext cx="79375" cy="47625"/>
            </a:xfrm>
            <a:custGeom>
              <a:avLst/>
              <a:gdLst>
                <a:gd name="T0" fmla="*/ 98 w 123"/>
                <a:gd name="T1" fmla="*/ 21 h 74"/>
                <a:gd name="T2" fmla="*/ 88 w 123"/>
                <a:gd name="T3" fmla="*/ 33 h 74"/>
                <a:gd name="T4" fmla="*/ 78 w 123"/>
                <a:gd name="T5" fmla="*/ 34 h 74"/>
                <a:gd name="T6" fmla="*/ 71 w 123"/>
                <a:gd name="T7" fmla="*/ 12 h 74"/>
                <a:gd name="T8" fmla="*/ 64 w 123"/>
                <a:gd name="T9" fmla="*/ 0 h 74"/>
                <a:gd name="T10" fmla="*/ 63 w 123"/>
                <a:gd name="T11" fmla="*/ 0 h 74"/>
                <a:gd name="T12" fmla="*/ 53 w 123"/>
                <a:gd name="T13" fmla="*/ 9 h 74"/>
                <a:gd name="T14" fmla="*/ 48 w 123"/>
                <a:gd name="T15" fmla="*/ 27 h 74"/>
                <a:gd name="T16" fmla="*/ 32 w 123"/>
                <a:gd name="T17" fmla="*/ 26 h 74"/>
                <a:gd name="T18" fmla="*/ 36 w 123"/>
                <a:gd name="T19" fmla="*/ 17 h 74"/>
                <a:gd name="T20" fmla="*/ 11 w 123"/>
                <a:gd name="T21" fmla="*/ 3 h 74"/>
                <a:gd name="T22" fmla="*/ 12 w 123"/>
                <a:gd name="T23" fmla="*/ 23 h 74"/>
                <a:gd name="T24" fmla="*/ 50 w 123"/>
                <a:gd name="T25" fmla="*/ 71 h 74"/>
                <a:gd name="T26" fmla="*/ 54 w 123"/>
                <a:gd name="T27" fmla="*/ 72 h 74"/>
                <a:gd name="T28" fmla="*/ 88 w 123"/>
                <a:gd name="T29" fmla="*/ 67 h 74"/>
                <a:gd name="T30" fmla="*/ 121 w 123"/>
                <a:gd name="T31" fmla="*/ 26 h 74"/>
                <a:gd name="T32" fmla="*/ 70 w 123"/>
                <a:gd name="T33" fmla="*/ 16 h 74"/>
                <a:gd name="T34" fmla="*/ 64 w 123"/>
                <a:gd name="T35" fmla="*/ 20 h 74"/>
                <a:gd name="T36" fmla="*/ 70 w 123"/>
                <a:gd name="T37" fmla="*/ 16 h 74"/>
                <a:gd name="T38" fmla="*/ 67 w 123"/>
                <a:gd name="T39" fmla="*/ 10 h 74"/>
                <a:gd name="T40" fmla="*/ 61 w 123"/>
                <a:gd name="T41" fmla="*/ 15 h 74"/>
                <a:gd name="T42" fmla="*/ 57 w 123"/>
                <a:gd name="T43" fmla="*/ 9 h 74"/>
                <a:gd name="T44" fmla="*/ 54 w 123"/>
                <a:gd name="T45" fmla="*/ 14 h 74"/>
                <a:gd name="T46" fmla="*/ 51 w 123"/>
                <a:gd name="T47" fmla="*/ 24 h 74"/>
                <a:gd name="T48" fmla="*/ 19 w 123"/>
                <a:gd name="T49" fmla="*/ 19 h 74"/>
                <a:gd name="T50" fmla="*/ 15 w 123"/>
                <a:gd name="T51" fmla="*/ 10 h 74"/>
                <a:gd name="T52" fmla="*/ 30 w 123"/>
                <a:gd name="T53" fmla="*/ 17 h 74"/>
                <a:gd name="T54" fmla="*/ 27 w 123"/>
                <a:gd name="T55" fmla="*/ 24 h 74"/>
                <a:gd name="T56" fmla="*/ 31 w 123"/>
                <a:gd name="T57" fmla="*/ 59 h 74"/>
                <a:gd name="T58" fmla="*/ 25 w 123"/>
                <a:gd name="T59" fmla="*/ 58 h 74"/>
                <a:gd name="T60" fmla="*/ 31 w 123"/>
                <a:gd name="T61" fmla="*/ 57 h 74"/>
                <a:gd name="T62" fmla="*/ 34 w 123"/>
                <a:gd name="T63" fmla="*/ 63 h 74"/>
                <a:gd name="T64" fmla="*/ 38 w 123"/>
                <a:gd name="T65" fmla="*/ 64 h 74"/>
                <a:gd name="T66" fmla="*/ 43 w 123"/>
                <a:gd name="T67" fmla="*/ 55 h 74"/>
                <a:gd name="T68" fmla="*/ 52 w 123"/>
                <a:gd name="T69" fmla="*/ 67 h 74"/>
                <a:gd name="T70" fmla="*/ 54 w 123"/>
                <a:gd name="T71" fmla="*/ 56 h 74"/>
                <a:gd name="T72" fmla="*/ 47 w 123"/>
                <a:gd name="T73" fmla="*/ 39 h 74"/>
                <a:gd name="T74" fmla="*/ 53 w 123"/>
                <a:gd name="T75" fmla="*/ 46 h 74"/>
                <a:gd name="T76" fmla="*/ 24 w 123"/>
                <a:gd name="T77" fmla="*/ 47 h 74"/>
                <a:gd name="T78" fmla="*/ 32 w 123"/>
                <a:gd name="T79" fmla="*/ 45 h 74"/>
                <a:gd name="T80" fmla="*/ 23 w 123"/>
                <a:gd name="T81" fmla="*/ 40 h 74"/>
                <a:gd name="T82" fmla="*/ 54 w 123"/>
                <a:gd name="T83" fmla="*/ 40 h 74"/>
                <a:gd name="T84" fmla="*/ 58 w 123"/>
                <a:gd name="T85" fmla="*/ 57 h 74"/>
                <a:gd name="T86" fmla="*/ 66 w 123"/>
                <a:gd name="T87" fmla="*/ 69 h 74"/>
                <a:gd name="T88" fmla="*/ 68 w 123"/>
                <a:gd name="T89" fmla="*/ 58 h 74"/>
                <a:gd name="T90" fmla="*/ 70 w 123"/>
                <a:gd name="T91" fmla="*/ 69 h 74"/>
                <a:gd name="T92" fmla="*/ 74 w 123"/>
                <a:gd name="T93" fmla="*/ 69 h 74"/>
                <a:gd name="T94" fmla="*/ 78 w 123"/>
                <a:gd name="T95" fmla="*/ 66 h 74"/>
                <a:gd name="T96" fmla="*/ 80 w 123"/>
                <a:gd name="T97" fmla="*/ 62 h 74"/>
                <a:gd name="T98" fmla="*/ 82 w 123"/>
                <a:gd name="T99" fmla="*/ 68 h 74"/>
                <a:gd name="T100" fmla="*/ 79 w 123"/>
                <a:gd name="T101" fmla="*/ 48 h 74"/>
                <a:gd name="T102" fmla="*/ 88 w 123"/>
                <a:gd name="T103" fmla="*/ 55 h 74"/>
                <a:gd name="T104" fmla="*/ 60 w 123"/>
                <a:gd name="T105" fmla="*/ 53 h 74"/>
                <a:gd name="T106" fmla="*/ 71 w 123"/>
                <a:gd name="T107" fmla="*/ 46 h 74"/>
                <a:gd name="T108" fmla="*/ 62 w 123"/>
                <a:gd name="T109" fmla="*/ 36 h 74"/>
                <a:gd name="T110" fmla="*/ 101 w 123"/>
                <a:gd name="T111" fmla="*/ 31 h 74"/>
                <a:gd name="T112" fmla="*/ 90 w 123"/>
                <a:gd name="T113" fmla="*/ 27 h 74"/>
                <a:gd name="T114" fmla="*/ 98 w 123"/>
                <a:gd name="T115" fmla="*/ 25 h 74"/>
                <a:gd name="T116" fmla="*/ 113 w 123"/>
                <a:gd name="T117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3" h="74">
                  <a:moveTo>
                    <a:pt x="113" y="17"/>
                  </a:moveTo>
                  <a:cubicBezTo>
                    <a:pt x="110" y="17"/>
                    <a:pt x="108" y="16"/>
                    <a:pt x="105" y="18"/>
                  </a:cubicBezTo>
                  <a:cubicBezTo>
                    <a:pt x="104" y="19"/>
                    <a:pt x="98" y="21"/>
                    <a:pt x="98" y="21"/>
                  </a:cubicBezTo>
                  <a:cubicBezTo>
                    <a:pt x="95" y="21"/>
                    <a:pt x="87" y="18"/>
                    <a:pt x="85" y="24"/>
                  </a:cubicBezTo>
                  <a:cubicBezTo>
                    <a:pt x="84" y="25"/>
                    <a:pt x="86" y="29"/>
                    <a:pt x="87" y="30"/>
                  </a:cubicBezTo>
                  <a:cubicBezTo>
                    <a:pt x="88" y="31"/>
                    <a:pt x="88" y="32"/>
                    <a:pt x="88" y="33"/>
                  </a:cubicBezTo>
                  <a:cubicBezTo>
                    <a:pt x="88" y="33"/>
                    <a:pt x="88" y="33"/>
                    <a:pt x="87" y="34"/>
                  </a:cubicBezTo>
                  <a:cubicBezTo>
                    <a:pt x="84" y="35"/>
                    <a:pt x="80" y="36"/>
                    <a:pt x="80" y="36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3" y="33"/>
                    <a:pt x="73" y="34"/>
                    <a:pt x="71" y="30"/>
                  </a:cubicBezTo>
                  <a:cubicBezTo>
                    <a:pt x="75" y="30"/>
                    <a:pt x="78" y="27"/>
                    <a:pt x="79" y="22"/>
                  </a:cubicBezTo>
                  <a:cubicBezTo>
                    <a:pt x="80" y="17"/>
                    <a:pt x="76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1"/>
                    <a:pt x="71" y="11"/>
                    <a:pt x="71" y="10"/>
                  </a:cubicBezTo>
                  <a:cubicBezTo>
                    <a:pt x="72" y="6"/>
                    <a:pt x="69" y="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8" y="0"/>
                    <a:pt x="54" y="3"/>
                    <a:pt x="53" y="8"/>
                  </a:cubicBezTo>
                  <a:cubicBezTo>
                    <a:pt x="53" y="8"/>
                    <a:pt x="53" y="9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48" y="8"/>
                    <a:pt x="43" y="12"/>
                    <a:pt x="42" y="17"/>
                  </a:cubicBezTo>
                  <a:cubicBezTo>
                    <a:pt x="42" y="21"/>
                    <a:pt x="44" y="25"/>
                    <a:pt x="48" y="27"/>
                  </a:cubicBezTo>
                  <a:cubicBezTo>
                    <a:pt x="45" y="30"/>
                    <a:pt x="46" y="29"/>
                    <a:pt x="40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0"/>
                    <a:pt x="34" y="28"/>
                    <a:pt x="32" y="26"/>
                  </a:cubicBezTo>
                  <a:cubicBezTo>
                    <a:pt x="31" y="25"/>
                    <a:pt x="31" y="25"/>
                    <a:pt x="31" y="24"/>
                  </a:cubicBezTo>
                  <a:cubicBezTo>
                    <a:pt x="31" y="24"/>
                    <a:pt x="31" y="23"/>
                    <a:pt x="32" y="22"/>
                  </a:cubicBezTo>
                  <a:cubicBezTo>
                    <a:pt x="34" y="22"/>
                    <a:pt x="36" y="18"/>
                    <a:pt x="36" y="17"/>
                  </a:cubicBezTo>
                  <a:cubicBezTo>
                    <a:pt x="36" y="10"/>
                    <a:pt x="28" y="12"/>
                    <a:pt x="24" y="11"/>
                  </a:cubicBezTo>
                  <a:cubicBezTo>
                    <a:pt x="24" y="11"/>
                    <a:pt x="20" y="6"/>
                    <a:pt x="18" y="5"/>
                  </a:cubicBezTo>
                  <a:cubicBezTo>
                    <a:pt x="17" y="3"/>
                    <a:pt x="14" y="3"/>
                    <a:pt x="11" y="3"/>
                  </a:cubicBezTo>
                  <a:cubicBezTo>
                    <a:pt x="9" y="2"/>
                    <a:pt x="1" y="3"/>
                    <a:pt x="0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3" y="10"/>
                    <a:pt x="8" y="16"/>
                    <a:pt x="12" y="23"/>
                  </a:cubicBezTo>
                  <a:cubicBezTo>
                    <a:pt x="16" y="28"/>
                    <a:pt x="18" y="38"/>
                    <a:pt x="19" y="43"/>
                  </a:cubicBezTo>
                  <a:cubicBezTo>
                    <a:pt x="19" y="43"/>
                    <a:pt x="21" y="57"/>
                    <a:pt x="21" y="57"/>
                  </a:cubicBezTo>
                  <a:cubicBezTo>
                    <a:pt x="21" y="64"/>
                    <a:pt x="38" y="69"/>
                    <a:pt x="50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69" y="73"/>
                    <a:pt x="87" y="74"/>
                    <a:pt x="88" y="67"/>
                  </a:cubicBezTo>
                  <a:cubicBezTo>
                    <a:pt x="89" y="66"/>
                    <a:pt x="94" y="54"/>
                    <a:pt x="94" y="54"/>
                  </a:cubicBezTo>
                  <a:cubicBezTo>
                    <a:pt x="96" y="50"/>
                    <a:pt x="101" y="41"/>
                    <a:pt x="106" y="36"/>
                  </a:cubicBezTo>
                  <a:cubicBezTo>
                    <a:pt x="112" y="31"/>
                    <a:pt x="119" y="26"/>
                    <a:pt x="121" y="26"/>
                  </a:cubicBezTo>
                  <a:cubicBezTo>
                    <a:pt x="123" y="25"/>
                    <a:pt x="123" y="24"/>
                    <a:pt x="123" y="23"/>
                  </a:cubicBezTo>
                  <a:cubicBezTo>
                    <a:pt x="123" y="20"/>
                    <a:pt x="116" y="17"/>
                    <a:pt x="113" y="17"/>
                  </a:cubicBezTo>
                  <a:moveTo>
                    <a:pt x="70" y="16"/>
                  </a:moveTo>
                  <a:cubicBezTo>
                    <a:pt x="73" y="16"/>
                    <a:pt x="76" y="19"/>
                    <a:pt x="75" y="22"/>
                  </a:cubicBezTo>
                  <a:cubicBezTo>
                    <a:pt x="75" y="25"/>
                    <a:pt x="72" y="27"/>
                    <a:pt x="69" y="27"/>
                  </a:cubicBezTo>
                  <a:cubicBezTo>
                    <a:pt x="66" y="26"/>
                    <a:pt x="64" y="23"/>
                    <a:pt x="64" y="20"/>
                  </a:cubicBezTo>
                  <a:cubicBezTo>
                    <a:pt x="64" y="19"/>
                    <a:pt x="65" y="19"/>
                    <a:pt x="65" y="18"/>
                  </a:cubicBezTo>
                  <a:cubicBezTo>
                    <a:pt x="66" y="17"/>
                    <a:pt x="68" y="17"/>
                    <a:pt x="68" y="16"/>
                  </a:cubicBezTo>
                  <a:cubicBezTo>
                    <a:pt x="69" y="16"/>
                    <a:pt x="70" y="16"/>
                    <a:pt x="70" y="16"/>
                  </a:cubicBezTo>
                  <a:moveTo>
                    <a:pt x="57" y="9"/>
                  </a:moveTo>
                  <a:cubicBezTo>
                    <a:pt x="58" y="6"/>
                    <a:pt x="60" y="4"/>
                    <a:pt x="63" y="4"/>
                  </a:cubicBezTo>
                  <a:cubicBezTo>
                    <a:pt x="66" y="5"/>
                    <a:pt x="67" y="7"/>
                    <a:pt x="67" y="10"/>
                  </a:cubicBezTo>
                  <a:cubicBezTo>
                    <a:pt x="67" y="11"/>
                    <a:pt x="67" y="12"/>
                    <a:pt x="66" y="12"/>
                  </a:cubicBezTo>
                  <a:cubicBezTo>
                    <a:pt x="65" y="13"/>
                    <a:pt x="64" y="14"/>
                    <a:pt x="63" y="14"/>
                  </a:cubicBezTo>
                  <a:cubicBezTo>
                    <a:pt x="62" y="15"/>
                    <a:pt x="62" y="15"/>
                    <a:pt x="61" y="15"/>
                  </a:cubicBezTo>
                  <a:cubicBezTo>
                    <a:pt x="61" y="14"/>
                    <a:pt x="60" y="14"/>
                    <a:pt x="60" y="14"/>
                  </a:cubicBezTo>
                  <a:cubicBezTo>
                    <a:pt x="59" y="13"/>
                    <a:pt x="58" y="12"/>
                    <a:pt x="58" y="11"/>
                  </a:cubicBezTo>
                  <a:cubicBezTo>
                    <a:pt x="57" y="10"/>
                    <a:pt x="57" y="9"/>
                    <a:pt x="57" y="9"/>
                  </a:cubicBezTo>
                  <a:moveTo>
                    <a:pt x="46" y="18"/>
                  </a:moveTo>
                  <a:cubicBezTo>
                    <a:pt x="47" y="15"/>
                    <a:pt x="50" y="13"/>
                    <a:pt x="53" y="13"/>
                  </a:cubicBezTo>
                  <a:cubicBezTo>
                    <a:pt x="53" y="13"/>
                    <a:pt x="54" y="13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22"/>
                    <a:pt x="54" y="24"/>
                    <a:pt x="51" y="24"/>
                  </a:cubicBezTo>
                  <a:cubicBezTo>
                    <a:pt x="48" y="24"/>
                    <a:pt x="46" y="21"/>
                    <a:pt x="46" y="18"/>
                  </a:cubicBezTo>
                  <a:moveTo>
                    <a:pt x="21" y="27"/>
                  </a:moveTo>
                  <a:cubicBezTo>
                    <a:pt x="20" y="25"/>
                    <a:pt x="22" y="19"/>
                    <a:pt x="19" y="19"/>
                  </a:cubicBezTo>
                  <a:cubicBezTo>
                    <a:pt x="14" y="20"/>
                    <a:pt x="11" y="10"/>
                    <a:pt x="5" y="7"/>
                  </a:cubicBezTo>
                  <a:cubicBezTo>
                    <a:pt x="7" y="6"/>
                    <a:pt x="9" y="6"/>
                    <a:pt x="11" y="7"/>
                  </a:cubicBezTo>
                  <a:cubicBezTo>
                    <a:pt x="12" y="7"/>
                    <a:pt x="13" y="8"/>
                    <a:pt x="15" y="10"/>
                  </a:cubicBezTo>
                  <a:cubicBezTo>
                    <a:pt x="16" y="11"/>
                    <a:pt x="18" y="13"/>
                    <a:pt x="20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6" y="15"/>
                    <a:pt x="29" y="16"/>
                    <a:pt x="30" y="17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9" y="20"/>
                    <a:pt x="26" y="21"/>
                    <a:pt x="27" y="24"/>
                  </a:cubicBezTo>
                  <a:cubicBezTo>
                    <a:pt x="28" y="30"/>
                    <a:pt x="23" y="31"/>
                    <a:pt x="21" y="27"/>
                  </a:cubicBezTo>
                  <a:moveTo>
                    <a:pt x="31" y="58"/>
                  </a:moveTo>
                  <a:cubicBezTo>
                    <a:pt x="31" y="59"/>
                    <a:pt x="31" y="59"/>
                    <a:pt x="31" y="59"/>
                  </a:cubicBezTo>
                  <a:cubicBezTo>
                    <a:pt x="31" y="60"/>
                    <a:pt x="30" y="61"/>
                    <a:pt x="30" y="61"/>
                  </a:cubicBezTo>
                  <a:cubicBezTo>
                    <a:pt x="29" y="61"/>
                    <a:pt x="28" y="61"/>
                    <a:pt x="27" y="60"/>
                  </a:cubicBezTo>
                  <a:cubicBezTo>
                    <a:pt x="26" y="59"/>
                    <a:pt x="26" y="58"/>
                    <a:pt x="25" y="58"/>
                  </a:cubicBezTo>
                  <a:cubicBezTo>
                    <a:pt x="26" y="57"/>
                    <a:pt x="27" y="56"/>
                    <a:pt x="27" y="56"/>
                  </a:cubicBezTo>
                  <a:cubicBezTo>
                    <a:pt x="28" y="55"/>
                    <a:pt x="30" y="55"/>
                    <a:pt x="31" y="55"/>
                  </a:cubicBezTo>
                  <a:cubicBezTo>
                    <a:pt x="31" y="56"/>
                    <a:pt x="31" y="56"/>
                    <a:pt x="31" y="57"/>
                  </a:cubicBezTo>
                  <a:cubicBezTo>
                    <a:pt x="31" y="58"/>
                    <a:pt x="31" y="58"/>
                    <a:pt x="31" y="58"/>
                  </a:cubicBezTo>
                  <a:moveTo>
                    <a:pt x="38" y="64"/>
                  </a:moveTo>
                  <a:cubicBezTo>
                    <a:pt x="37" y="64"/>
                    <a:pt x="35" y="63"/>
                    <a:pt x="34" y="63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7" y="55"/>
                    <a:pt x="38" y="55"/>
                    <a:pt x="39" y="55"/>
                  </a:cubicBezTo>
                  <a:lnTo>
                    <a:pt x="38" y="64"/>
                  </a:lnTo>
                  <a:close/>
                  <a:moveTo>
                    <a:pt x="45" y="66"/>
                  </a:moveTo>
                  <a:cubicBezTo>
                    <a:pt x="44" y="66"/>
                    <a:pt x="43" y="65"/>
                    <a:pt x="42" y="6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4" y="55"/>
                    <a:pt x="45" y="55"/>
                    <a:pt x="46" y="55"/>
                  </a:cubicBezTo>
                  <a:lnTo>
                    <a:pt x="45" y="66"/>
                  </a:lnTo>
                  <a:close/>
                  <a:moveTo>
                    <a:pt x="52" y="67"/>
                  </a:moveTo>
                  <a:cubicBezTo>
                    <a:pt x="52" y="67"/>
                    <a:pt x="49" y="67"/>
                    <a:pt x="48" y="66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3" y="56"/>
                    <a:pt x="54" y="56"/>
                  </a:cubicBezTo>
                  <a:cubicBezTo>
                    <a:pt x="54" y="56"/>
                    <a:pt x="53" y="64"/>
                    <a:pt x="52" y="67"/>
                  </a:cubicBezTo>
                  <a:moveTo>
                    <a:pt x="54" y="40"/>
                  </a:moveTo>
                  <a:cubicBezTo>
                    <a:pt x="47" y="39"/>
                    <a:pt x="47" y="39"/>
                    <a:pt x="47" y="39"/>
                  </a:cubicBezTo>
                  <a:cubicBezTo>
                    <a:pt x="46" y="39"/>
                    <a:pt x="44" y="40"/>
                    <a:pt x="44" y="42"/>
                  </a:cubicBezTo>
                  <a:cubicBezTo>
                    <a:pt x="44" y="44"/>
                    <a:pt x="45" y="45"/>
                    <a:pt x="47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44" y="51"/>
                    <a:pt x="31" y="50"/>
                    <a:pt x="25" y="53"/>
                  </a:cubicBezTo>
                  <a:cubicBezTo>
                    <a:pt x="24" y="51"/>
                    <a:pt x="24" y="49"/>
                    <a:pt x="24" y="47"/>
                  </a:cubicBezTo>
                  <a:cubicBezTo>
                    <a:pt x="24" y="47"/>
                    <a:pt x="25" y="46"/>
                    <a:pt x="25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5" y="46"/>
                    <a:pt x="28" y="45"/>
                    <a:pt x="32" y="45"/>
                  </a:cubicBezTo>
                  <a:cubicBezTo>
                    <a:pt x="34" y="45"/>
                    <a:pt x="35" y="43"/>
                    <a:pt x="35" y="42"/>
                  </a:cubicBezTo>
                  <a:cubicBezTo>
                    <a:pt x="35" y="40"/>
                    <a:pt x="33" y="39"/>
                    <a:pt x="32" y="39"/>
                  </a:cubicBezTo>
                  <a:cubicBezTo>
                    <a:pt x="30" y="39"/>
                    <a:pt x="26" y="39"/>
                    <a:pt x="23" y="40"/>
                  </a:cubicBezTo>
                  <a:cubicBezTo>
                    <a:pt x="23" y="39"/>
                    <a:pt x="22" y="38"/>
                    <a:pt x="22" y="36"/>
                  </a:cubicBezTo>
                  <a:cubicBezTo>
                    <a:pt x="28" y="34"/>
                    <a:pt x="41" y="33"/>
                    <a:pt x="55" y="35"/>
                  </a:cubicBezTo>
                  <a:lnTo>
                    <a:pt x="54" y="40"/>
                  </a:lnTo>
                  <a:close/>
                  <a:moveTo>
                    <a:pt x="60" y="68"/>
                  </a:moveTo>
                  <a:cubicBezTo>
                    <a:pt x="60" y="68"/>
                    <a:pt x="56" y="68"/>
                    <a:pt x="56" y="68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9" y="57"/>
                    <a:pt x="61" y="57"/>
                    <a:pt x="62" y="57"/>
                  </a:cubicBezTo>
                  <a:lnTo>
                    <a:pt x="60" y="68"/>
                  </a:lnTo>
                  <a:close/>
                  <a:moveTo>
                    <a:pt x="66" y="69"/>
                  </a:moveTo>
                  <a:cubicBezTo>
                    <a:pt x="65" y="69"/>
                    <a:pt x="64" y="69"/>
                    <a:pt x="63" y="68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6" y="58"/>
                    <a:pt x="67" y="58"/>
                    <a:pt x="68" y="58"/>
                  </a:cubicBezTo>
                  <a:lnTo>
                    <a:pt x="66" y="69"/>
                  </a:lnTo>
                  <a:close/>
                  <a:moveTo>
                    <a:pt x="74" y="69"/>
                  </a:moveTo>
                  <a:cubicBezTo>
                    <a:pt x="73" y="69"/>
                    <a:pt x="72" y="69"/>
                    <a:pt x="70" y="69"/>
                  </a:cubicBezTo>
                  <a:cubicBezTo>
                    <a:pt x="72" y="59"/>
                    <a:pt x="72" y="59"/>
                    <a:pt x="72" y="59"/>
                  </a:cubicBezTo>
                  <a:cubicBezTo>
                    <a:pt x="73" y="60"/>
                    <a:pt x="74" y="60"/>
                    <a:pt x="75" y="61"/>
                  </a:cubicBezTo>
                  <a:lnTo>
                    <a:pt x="74" y="69"/>
                  </a:lnTo>
                  <a:close/>
                  <a:moveTo>
                    <a:pt x="82" y="68"/>
                  </a:moveTo>
                  <a:cubicBezTo>
                    <a:pt x="81" y="68"/>
                    <a:pt x="80" y="69"/>
                    <a:pt x="79" y="68"/>
                  </a:cubicBezTo>
                  <a:cubicBezTo>
                    <a:pt x="78" y="68"/>
                    <a:pt x="78" y="67"/>
                    <a:pt x="78" y="66"/>
                  </a:cubicBezTo>
                  <a:cubicBezTo>
                    <a:pt x="78" y="66"/>
                    <a:pt x="78" y="65"/>
                    <a:pt x="78" y="65"/>
                  </a:cubicBezTo>
                  <a:cubicBezTo>
                    <a:pt x="78" y="65"/>
                    <a:pt x="78" y="64"/>
                    <a:pt x="78" y="64"/>
                  </a:cubicBezTo>
                  <a:cubicBezTo>
                    <a:pt x="79" y="63"/>
                    <a:pt x="79" y="63"/>
                    <a:pt x="80" y="62"/>
                  </a:cubicBezTo>
                  <a:cubicBezTo>
                    <a:pt x="81" y="62"/>
                    <a:pt x="82" y="63"/>
                    <a:pt x="83" y="64"/>
                  </a:cubicBezTo>
                  <a:cubicBezTo>
                    <a:pt x="83" y="64"/>
                    <a:pt x="84" y="65"/>
                    <a:pt x="84" y="66"/>
                  </a:cubicBezTo>
                  <a:cubicBezTo>
                    <a:pt x="84" y="67"/>
                    <a:pt x="83" y="67"/>
                    <a:pt x="82" y="68"/>
                  </a:cubicBezTo>
                  <a:moveTo>
                    <a:pt x="91" y="50"/>
                  </a:moveTo>
                  <a:cubicBezTo>
                    <a:pt x="89" y="48"/>
                    <a:pt x="85" y="47"/>
                    <a:pt x="83" y="46"/>
                  </a:cubicBezTo>
                  <a:cubicBezTo>
                    <a:pt x="82" y="45"/>
                    <a:pt x="80" y="46"/>
                    <a:pt x="79" y="48"/>
                  </a:cubicBezTo>
                  <a:cubicBezTo>
                    <a:pt x="79" y="50"/>
                    <a:pt x="79" y="51"/>
                    <a:pt x="81" y="52"/>
                  </a:cubicBezTo>
                  <a:cubicBezTo>
                    <a:pt x="85" y="54"/>
                    <a:pt x="88" y="55"/>
                    <a:pt x="88" y="56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8" y="55"/>
                    <a:pt x="88" y="56"/>
                    <a:pt x="89" y="56"/>
                  </a:cubicBezTo>
                  <a:cubicBezTo>
                    <a:pt x="88" y="58"/>
                    <a:pt x="87" y="60"/>
                    <a:pt x="86" y="62"/>
                  </a:cubicBezTo>
                  <a:cubicBezTo>
                    <a:pt x="81" y="57"/>
                    <a:pt x="69" y="54"/>
                    <a:pt x="60" y="53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9" y="49"/>
                    <a:pt x="70" y="48"/>
                    <a:pt x="71" y="46"/>
                  </a:cubicBezTo>
                  <a:cubicBezTo>
                    <a:pt x="71" y="44"/>
                    <a:pt x="70" y="42"/>
                    <a:pt x="68" y="42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76" y="38"/>
                    <a:pt x="88" y="42"/>
                    <a:pt x="93" y="46"/>
                  </a:cubicBezTo>
                  <a:cubicBezTo>
                    <a:pt x="93" y="48"/>
                    <a:pt x="92" y="49"/>
                    <a:pt x="91" y="50"/>
                  </a:cubicBezTo>
                  <a:moveTo>
                    <a:pt x="101" y="31"/>
                  </a:moveTo>
                  <a:cubicBezTo>
                    <a:pt x="98" y="30"/>
                    <a:pt x="98" y="36"/>
                    <a:pt x="97" y="38"/>
                  </a:cubicBezTo>
                  <a:cubicBezTo>
                    <a:pt x="94" y="41"/>
                    <a:pt x="89" y="39"/>
                    <a:pt x="92" y="33"/>
                  </a:cubicBezTo>
                  <a:cubicBezTo>
                    <a:pt x="93" y="31"/>
                    <a:pt x="91" y="29"/>
                    <a:pt x="90" y="27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90" y="26"/>
                    <a:pt x="90" y="26"/>
                    <a:pt x="91" y="26"/>
                  </a:cubicBezTo>
                  <a:cubicBezTo>
                    <a:pt x="92" y="25"/>
                    <a:pt x="95" y="25"/>
                    <a:pt x="98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4" y="25"/>
                    <a:pt x="106" y="24"/>
                    <a:pt x="108" y="23"/>
                  </a:cubicBezTo>
                  <a:cubicBezTo>
                    <a:pt x="109" y="22"/>
                    <a:pt x="111" y="21"/>
                    <a:pt x="113" y="21"/>
                  </a:cubicBezTo>
                  <a:cubicBezTo>
                    <a:pt x="114" y="21"/>
                    <a:pt x="116" y="22"/>
                    <a:pt x="118" y="23"/>
                  </a:cubicBezTo>
                  <a:cubicBezTo>
                    <a:pt x="111" y="25"/>
                    <a:pt x="105" y="33"/>
                    <a:pt x="101" y="3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4" name="Freeform 224">
              <a:extLst>
                <a:ext uri="{FF2B5EF4-FFF2-40B4-BE49-F238E27FC236}">
                  <a16:creationId xmlns:a16="http://schemas.microsoft.com/office/drawing/2014/main" id="{73F0D6F4-D820-4DE4-8074-00CAF002A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18263" y="12547600"/>
              <a:ext cx="85725" cy="66675"/>
            </a:xfrm>
            <a:custGeom>
              <a:avLst/>
              <a:gdLst>
                <a:gd name="T0" fmla="*/ 116 w 133"/>
                <a:gd name="T1" fmla="*/ 8 h 104"/>
                <a:gd name="T2" fmla="*/ 19 w 133"/>
                <a:gd name="T3" fmla="*/ 73 h 104"/>
                <a:gd name="T4" fmla="*/ 28 w 133"/>
                <a:gd name="T5" fmla="*/ 92 h 104"/>
                <a:gd name="T6" fmla="*/ 131 w 133"/>
                <a:gd name="T7" fmla="*/ 4 h 104"/>
                <a:gd name="T8" fmla="*/ 129 w 133"/>
                <a:gd name="T9" fmla="*/ 2 h 104"/>
                <a:gd name="T10" fmla="*/ 26 w 133"/>
                <a:gd name="T11" fmla="*/ 86 h 104"/>
                <a:gd name="T12" fmla="*/ 22 w 133"/>
                <a:gd name="T13" fmla="*/ 78 h 104"/>
                <a:gd name="T14" fmla="*/ 116 w 133"/>
                <a:gd name="T15" fmla="*/ 9 h 104"/>
                <a:gd name="T16" fmla="*/ 116 w 133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04">
                  <a:moveTo>
                    <a:pt x="116" y="8"/>
                  </a:moveTo>
                  <a:cubicBezTo>
                    <a:pt x="115" y="8"/>
                    <a:pt x="35" y="61"/>
                    <a:pt x="19" y="73"/>
                  </a:cubicBezTo>
                  <a:cubicBezTo>
                    <a:pt x="0" y="86"/>
                    <a:pt x="15" y="104"/>
                    <a:pt x="28" y="92"/>
                  </a:cubicBezTo>
                  <a:cubicBezTo>
                    <a:pt x="36" y="86"/>
                    <a:pt x="127" y="7"/>
                    <a:pt x="131" y="4"/>
                  </a:cubicBezTo>
                  <a:cubicBezTo>
                    <a:pt x="133" y="2"/>
                    <a:pt x="132" y="0"/>
                    <a:pt x="129" y="2"/>
                  </a:cubicBezTo>
                  <a:cubicBezTo>
                    <a:pt x="126" y="5"/>
                    <a:pt x="29" y="84"/>
                    <a:pt x="26" y="86"/>
                  </a:cubicBezTo>
                  <a:cubicBezTo>
                    <a:pt x="21" y="90"/>
                    <a:pt x="15" y="83"/>
                    <a:pt x="22" y="78"/>
                  </a:cubicBezTo>
                  <a:cubicBezTo>
                    <a:pt x="30" y="72"/>
                    <a:pt x="117" y="8"/>
                    <a:pt x="116" y="9"/>
                  </a:cubicBezTo>
                  <a:cubicBezTo>
                    <a:pt x="115" y="10"/>
                    <a:pt x="117" y="7"/>
                    <a:pt x="116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5" name="Freeform 225">
              <a:extLst>
                <a:ext uri="{FF2B5EF4-FFF2-40B4-BE49-F238E27FC236}">
                  <a16:creationId xmlns:a16="http://schemas.microsoft.com/office/drawing/2014/main" id="{C79D97A2-E4B9-42DB-A9F9-CEB97E65F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27788" y="12520613"/>
              <a:ext cx="79375" cy="47625"/>
            </a:xfrm>
            <a:custGeom>
              <a:avLst/>
              <a:gdLst>
                <a:gd name="T0" fmla="*/ 108 w 123"/>
                <a:gd name="T1" fmla="*/ 5 h 75"/>
                <a:gd name="T2" fmla="*/ 18 w 123"/>
                <a:gd name="T3" fmla="*/ 49 h 75"/>
                <a:gd name="T4" fmla="*/ 24 w 123"/>
                <a:gd name="T5" fmla="*/ 66 h 75"/>
                <a:gd name="T6" fmla="*/ 122 w 123"/>
                <a:gd name="T7" fmla="*/ 3 h 75"/>
                <a:gd name="T8" fmla="*/ 121 w 123"/>
                <a:gd name="T9" fmla="*/ 1 h 75"/>
                <a:gd name="T10" fmla="*/ 22 w 123"/>
                <a:gd name="T11" fmla="*/ 60 h 75"/>
                <a:gd name="T12" fmla="*/ 20 w 123"/>
                <a:gd name="T13" fmla="*/ 54 h 75"/>
                <a:gd name="T14" fmla="*/ 108 w 123"/>
                <a:gd name="T15" fmla="*/ 6 h 75"/>
                <a:gd name="T16" fmla="*/ 108 w 123"/>
                <a:gd name="T17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75">
                  <a:moveTo>
                    <a:pt x="108" y="5"/>
                  </a:moveTo>
                  <a:cubicBezTo>
                    <a:pt x="107" y="5"/>
                    <a:pt x="33" y="41"/>
                    <a:pt x="18" y="49"/>
                  </a:cubicBezTo>
                  <a:cubicBezTo>
                    <a:pt x="0" y="58"/>
                    <a:pt x="11" y="75"/>
                    <a:pt x="24" y="66"/>
                  </a:cubicBezTo>
                  <a:cubicBezTo>
                    <a:pt x="31" y="61"/>
                    <a:pt x="118" y="5"/>
                    <a:pt x="122" y="3"/>
                  </a:cubicBezTo>
                  <a:cubicBezTo>
                    <a:pt x="123" y="2"/>
                    <a:pt x="123" y="0"/>
                    <a:pt x="121" y="1"/>
                  </a:cubicBezTo>
                  <a:cubicBezTo>
                    <a:pt x="117" y="3"/>
                    <a:pt x="25" y="59"/>
                    <a:pt x="22" y="60"/>
                  </a:cubicBezTo>
                  <a:cubicBezTo>
                    <a:pt x="17" y="63"/>
                    <a:pt x="13" y="57"/>
                    <a:pt x="20" y="54"/>
                  </a:cubicBezTo>
                  <a:cubicBezTo>
                    <a:pt x="27" y="49"/>
                    <a:pt x="109" y="5"/>
                    <a:pt x="108" y="6"/>
                  </a:cubicBezTo>
                  <a:cubicBezTo>
                    <a:pt x="107" y="7"/>
                    <a:pt x="109" y="4"/>
                    <a:pt x="108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6" name="Freeform 226">
              <a:extLst>
                <a:ext uri="{FF2B5EF4-FFF2-40B4-BE49-F238E27FC236}">
                  <a16:creationId xmlns:a16="http://schemas.microsoft.com/office/drawing/2014/main" id="{25A03622-C603-4CC3-86DE-ED84DE94A6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42076" y="12495213"/>
              <a:ext cx="63500" cy="25400"/>
            </a:xfrm>
            <a:custGeom>
              <a:avLst/>
              <a:gdLst>
                <a:gd name="T0" fmla="*/ 85 w 100"/>
                <a:gd name="T1" fmla="*/ 2 h 38"/>
                <a:gd name="T2" fmla="*/ 19 w 100"/>
                <a:gd name="T3" fmla="*/ 14 h 38"/>
                <a:gd name="T4" fmla="*/ 20 w 100"/>
                <a:gd name="T5" fmla="*/ 32 h 38"/>
                <a:gd name="T6" fmla="*/ 98 w 100"/>
                <a:gd name="T7" fmla="*/ 3 h 38"/>
                <a:gd name="T8" fmla="*/ 98 w 100"/>
                <a:gd name="T9" fmla="*/ 1 h 38"/>
                <a:gd name="T10" fmla="*/ 21 w 100"/>
                <a:gd name="T11" fmla="*/ 27 h 38"/>
                <a:gd name="T12" fmla="*/ 19 w 100"/>
                <a:gd name="T13" fmla="*/ 19 h 38"/>
                <a:gd name="T14" fmla="*/ 85 w 100"/>
                <a:gd name="T15" fmla="*/ 3 h 38"/>
                <a:gd name="T16" fmla="*/ 85 w 100"/>
                <a:gd name="T17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38">
                  <a:moveTo>
                    <a:pt x="85" y="2"/>
                  </a:moveTo>
                  <a:cubicBezTo>
                    <a:pt x="84" y="2"/>
                    <a:pt x="36" y="10"/>
                    <a:pt x="19" y="14"/>
                  </a:cubicBezTo>
                  <a:cubicBezTo>
                    <a:pt x="0" y="19"/>
                    <a:pt x="6" y="38"/>
                    <a:pt x="20" y="32"/>
                  </a:cubicBezTo>
                  <a:cubicBezTo>
                    <a:pt x="28" y="30"/>
                    <a:pt x="94" y="4"/>
                    <a:pt x="98" y="3"/>
                  </a:cubicBezTo>
                  <a:cubicBezTo>
                    <a:pt x="100" y="2"/>
                    <a:pt x="100" y="0"/>
                    <a:pt x="98" y="1"/>
                  </a:cubicBezTo>
                  <a:cubicBezTo>
                    <a:pt x="94" y="2"/>
                    <a:pt x="24" y="26"/>
                    <a:pt x="21" y="27"/>
                  </a:cubicBezTo>
                  <a:cubicBezTo>
                    <a:pt x="15" y="28"/>
                    <a:pt x="13" y="21"/>
                    <a:pt x="19" y="19"/>
                  </a:cubicBezTo>
                  <a:cubicBezTo>
                    <a:pt x="28" y="17"/>
                    <a:pt x="86" y="2"/>
                    <a:pt x="85" y="3"/>
                  </a:cubicBezTo>
                  <a:cubicBezTo>
                    <a:pt x="83" y="3"/>
                    <a:pt x="86" y="1"/>
                    <a:pt x="85" y="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7" name="Freeform 227">
              <a:extLst>
                <a:ext uri="{FF2B5EF4-FFF2-40B4-BE49-F238E27FC236}">
                  <a16:creationId xmlns:a16="http://schemas.microsoft.com/office/drawing/2014/main" id="{A3CA9481-3A5F-473E-AD50-2D8D769085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42088" y="12552363"/>
              <a:ext cx="25400" cy="49212"/>
            </a:xfrm>
            <a:custGeom>
              <a:avLst/>
              <a:gdLst>
                <a:gd name="T0" fmla="*/ 32 w 39"/>
                <a:gd name="T1" fmla="*/ 8 h 76"/>
                <a:gd name="T2" fmla="*/ 5 w 39"/>
                <a:gd name="T3" fmla="*/ 61 h 76"/>
                <a:gd name="T4" fmla="*/ 15 w 39"/>
                <a:gd name="T5" fmla="*/ 67 h 76"/>
                <a:gd name="T6" fmla="*/ 38 w 39"/>
                <a:gd name="T7" fmla="*/ 2 h 76"/>
                <a:gd name="T8" fmla="*/ 37 w 39"/>
                <a:gd name="T9" fmla="*/ 1 h 76"/>
                <a:gd name="T10" fmla="*/ 12 w 39"/>
                <a:gd name="T11" fmla="*/ 64 h 76"/>
                <a:gd name="T12" fmla="*/ 8 w 39"/>
                <a:gd name="T13" fmla="*/ 62 h 76"/>
                <a:gd name="T14" fmla="*/ 33 w 39"/>
                <a:gd name="T15" fmla="*/ 9 h 76"/>
                <a:gd name="T16" fmla="*/ 32 w 39"/>
                <a:gd name="T17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32" y="8"/>
                  </a:moveTo>
                  <a:cubicBezTo>
                    <a:pt x="32" y="9"/>
                    <a:pt x="9" y="50"/>
                    <a:pt x="5" y="61"/>
                  </a:cubicBezTo>
                  <a:cubicBezTo>
                    <a:pt x="0" y="72"/>
                    <a:pt x="12" y="76"/>
                    <a:pt x="15" y="67"/>
                  </a:cubicBezTo>
                  <a:cubicBezTo>
                    <a:pt x="17" y="61"/>
                    <a:pt x="37" y="4"/>
                    <a:pt x="38" y="2"/>
                  </a:cubicBezTo>
                  <a:cubicBezTo>
                    <a:pt x="39" y="0"/>
                    <a:pt x="37" y="0"/>
                    <a:pt x="37" y="1"/>
                  </a:cubicBezTo>
                  <a:cubicBezTo>
                    <a:pt x="36" y="4"/>
                    <a:pt x="13" y="62"/>
                    <a:pt x="12" y="64"/>
                  </a:cubicBezTo>
                  <a:cubicBezTo>
                    <a:pt x="11" y="68"/>
                    <a:pt x="6" y="66"/>
                    <a:pt x="8" y="62"/>
                  </a:cubicBezTo>
                  <a:cubicBezTo>
                    <a:pt x="10" y="57"/>
                    <a:pt x="33" y="8"/>
                    <a:pt x="33" y="9"/>
                  </a:cubicBezTo>
                  <a:cubicBezTo>
                    <a:pt x="33" y="10"/>
                    <a:pt x="33" y="8"/>
                    <a:pt x="32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8" name="Freeform 228">
              <a:extLst>
                <a:ext uri="{FF2B5EF4-FFF2-40B4-BE49-F238E27FC236}">
                  <a16:creationId xmlns:a16="http://schemas.microsoft.com/office/drawing/2014/main" id="{B369053A-400C-4E2C-865B-13EEC0DFE2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24626" y="12558713"/>
              <a:ext cx="26988" cy="47625"/>
            </a:xfrm>
            <a:custGeom>
              <a:avLst/>
              <a:gdLst>
                <a:gd name="T0" fmla="*/ 35 w 42"/>
                <a:gd name="T1" fmla="*/ 9 h 75"/>
                <a:gd name="T2" fmla="*/ 5 w 42"/>
                <a:gd name="T3" fmla="*/ 59 h 75"/>
                <a:gd name="T4" fmla="*/ 15 w 42"/>
                <a:gd name="T5" fmla="*/ 66 h 75"/>
                <a:gd name="T6" fmla="*/ 42 w 42"/>
                <a:gd name="T7" fmla="*/ 3 h 75"/>
                <a:gd name="T8" fmla="*/ 40 w 42"/>
                <a:gd name="T9" fmla="*/ 2 h 75"/>
                <a:gd name="T10" fmla="*/ 12 w 42"/>
                <a:gd name="T11" fmla="*/ 63 h 75"/>
                <a:gd name="T12" fmla="*/ 8 w 42"/>
                <a:gd name="T13" fmla="*/ 61 h 75"/>
                <a:gd name="T14" fmla="*/ 36 w 42"/>
                <a:gd name="T15" fmla="*/ 9 h 75"/>
                <a:gd name="T16" fmla="*/ 35 w 42"/>
                <a:gd name="T17" fmla="*/ 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5">
                  <a:moveTo>
                    <a:pt x="35" y="9"/>
                  </a:moveTo>
                  <a:cubicBezTo>
                    <a:pt x="35" y="9"/>
                    <a:pt x="10" y="49"/>
                    <a:pt x="5" y="59"/>
                  </a:cubicBezTo>
                  <a:cubicBezTo>
                    <a:pt x="0" y="71"/>
                    <a:pt x="11" y="75"/>
                    <a:pt x="15" y="66"/>
                  </a:cubicBezTo>
                  <a:cubicBezTo>
                    <a:pt x="17" y="61"/>
                    <a:pt x="41" y="5"/>
                    <a:pt x="42" y="3"/>
                  </a:cubicBezTo>
                  <a:cubicBezTo>
                    <a:pt x="42" y="1"/>
                    <a:pt x="41" y="0"/>
                    <a:pt x="40" y="2"/>
                  </a:cubicBezTo>
                  <a:cubicBezTo>
                    <a:pt x="39" y="4"/>
                    <a:pt x="13" y="61"/>
                    <a:pt x="12" y="63"/>
                  </a:cubicBezTo>
                  <a:cubicBezTo>
                    <a:pt x="11" y="67"/>
                    <a:pt x="6" y="65"/>
                    <a:pt x="8" y="61"/>
                  </a:cubicBezTo>
                  <a:cubicBezTo>
                    <a:pt x="10" y="56"/>
                    <a:pt x="36" y="8"/>
                    <a:pt x="36" y="9"/>
                  </a:cubicBezTo>
                  <a:cubicBezTo>
                    <a:pt x="36" y="10"/>
                    <a:pt x="36" y="8"/>
                    <a:pt x="35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09" name="Freeform 229">
              <a:extLst>
                <a:ext uri="{FF2B5EF4-FFF2-40B4-BE49-F238E27FC236}">
                  <a16:creationId xmlns:a16="http://schemas.microsoft.com/office/drawing/2014/main" id="{F6826B79-700C-4E0F-81F6-D4BEE93CB7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11938" y="12560300"/>
              <a:ext cx="26988" cy="47625"/>
            </a:xfrm>
            <a:custGeom>
              <a:avLst/>
              <a:gdLst>
                <a:gd name="T0" fmla="*/ 6 w 42"/>
                <a:gd name="T1" fmla="*/ 8 h 75"/>
                <a:gd name="T2" fmla="*/ 37 w 42"/>
                <a:gd name="T3" fmla="*/ 59 h 75"/>
                <a:gd name="T4" fmla="*/ 27 w 42"/>
                <a:gd name="T5" fmla="*/ 66 h 75"/>
                <a:gd name="T6" fmla="*/ 0 w 42"/>
                <a:gd name="T7" fmla="*/ 2 h 75"/>
                <a:gd name="T8" fmla="*/ 2 w 42"/>
                <a:gd name="T9" fmla="*/ 2 h 75"/>
                <a:gd name="T10" fmla="*/ 30 w 42"/>
                <a:gd name="T11" fmla="*/ 63 h 75"/>
                <a:gd name="T12" fmla="*/ 34 w 42"/>
                <a:gd name="T13" fmla="*/ 61 h 75"/>
                <a:gd name="T14" fmla="*/ 6 w 42"/>
                <a:gd name="T15" fmla="*/ 9 h 75"/>
                <a:gd name="T16" fmla="*/ 6 w 42"/>
                <a:gd name="T17" fmla="*/ 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5">
                  <a:moveTo>
                    <a:pt x="6" y="8"/>
                  </a:moveTo>
                  <a:cubicBezTo>
                    <a:pt x="7" y="9"/>
                    <a:pt x="32" y="49"/>
                    <a:pt x="37" y="59"/>
                  </a:cubicBezTo>
                  <a:cubicBezTo>
                    <a:pt x="42" y="70"/>
                    <a:pt x="30" y="75"/>
                    <a:pt x="27" y="66"/>
                  </a:cubicBezTo>
                  <a:cubicBezTo>
                    <a:pt x="25" y="60"/>
                    <a:pt x="1" y="5"/>
                    <a:pt x="0" y="2"/>
                  </a:cubicBezTo>
                  <a:cubicBezTo>
                    <a:pt x="0" y="1"/>
                    <a:pt x="1" y="0"/>
                    <a:pt x="2" y="2"/>
                  </a:cubicBezTo>
                  <a:cubicBezTo>
                    <a:pt x="3" y="4"/>
                    <a:pt x="29" y="61"/>
                    <a:pt x="30" y="63"/>
                  </a:cubicBezTo>
                  <a:cubicBezTo>
                    <a:pt x="31" y="66"/>
                    <a:pt x="36" y="65"/>
                    <a:pt x="34" y="61"/>
                  </a:cubicBezTo>
                  <a:cubicBezTo>
                    <a:pt x="31" y="56"/>
                    <a:pt x="6" y="8"/>
                    <a:pt x="6" y="9"/>
                  </a:cubicBezTo>
                  <a:cubicBezTo>
                    <a:pt x="6" y="10"/>
                    <a:pt x="6" y="8"/>
                    <a:pt x="6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0" name="Freeform 230">
              <a:extLst>
                <a:ext uri="{FF2B5EF4-FFF2-40B4-BE49-F238E27FC236}">
                  <a16:creationId xmlns:a16="http://schemas.microsoft.com/office/drawing/2014/main" id="{59DBD566-C7E4-490E-920D-3A5200B06B4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26213" y="12553950"/>
              <a:ext cx="22225" cy="31750"/>
            </a:xfrm>
            <a:custGeom>
              <a:avLst/>
              <a:gdLst>
                <a:gd name="T0" fmla="*/ 28 w 34"/>
                <a:gd name="T1" fmla="*/ 5 h 49"/>
                <a:gd name="T2" fmla="*/ 5 w 34"/>
                <a:gd name="T3" fmla="*/ 38 h 49"/>
                <a:gd name="T4" fmla="*/ 12 w 34"/>
                <a:gd name="T5" fmla="*/ 43 h 49"/>
                <a:gd name="T6" fmla="*/ 33 w 34"/>
                <a:gd name="T7" fmla="*/ 1 h 49"/>
                <a:gd name="T8" fmla="*/ 32 w 34"/>
                <a:gd name="T9" fmla="*/ 1 h 49"/>
                <a:gd name="T10" fmla="*/ 10 w 34"/>
                <a:gd name="T11" fmla="*/ 41 h 49"/>
                <a:gd name="T12" fmla="*/ 7 w 34"/>
                <a:gd name="T13" fmla="*/ 40 h 49"/>
                <a:gd name="T14" fmla="*/ 29 w 34"/>
                <a:gd name="T15" fmla="*/ 6 h 49"/>
                <a:gd name="T16" fmla="*/ 28 w 34"/>
                <a:gd name="T17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49">
                  <a:moveTo>
                    <a:pt x="28" y="5"/>
                  </a:moveTo>
                  <a:cubicBezTo>
                    <a:pt x="28" y="6"/>
                    <a:pt x="9" y="32"/>
                    <a:pt x="5" y="38"/>
                  </a:cubicBezTo>
                  <a:cubicBezTo>
                    <a:pt x="0" y="46"/>
                    <a:pt x="10" y="49"/>
                    <a:pt x="12" y="43"/>
                  </a:cubicBezTo>
                  <a:cubicBezTo>
                    <a:pt x="14" y="39"/>
                    <a:pt x="33" y="3"/>
                    <a:pt x="33" y="1"/>
                  </a:cubicBezTo>
                  <a:cubicBezTo>
                    <a:pt x="34" y="0"/>
                    <a:pt x="33" y="0"/>
                    <a:pt x="32" y="1"/>
                  </a:cubicBezTo>
                  <a:cubicBezTo>
                    <a:pt x="31" y="2"/>
                    <a:pt x="11" y="40"/>
                    <a:pt x="10" y="41"/>
                  </a:cubicBezTo>
                  <a:cubicBezTo>
                    <a:pt x="9" y="43"/>
                    <a:pt x="5" y="42"/>
                    <a:pt x="7" y="40"/>
                  </a:cubicBezTo>
                  <a:cubicBezTo>
                    <a:pt x="9" y="36"/>
                    <a:pt x="29" y="5"/>
                    <a:pt x="29" y="6"/>
                  </a:cubicBezTo>
                  <a:cubicBezTo>
                    <a:pt x="29" y="6"/>
                    <a:pt x="29" y="5"/>
                    <a:pt x="28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1" name="Freeform 231">
              <a:extLst>
                <a:ext uri="{FF2B5EF4-FFF2-40B4-BE49-F238E27FC236}">
                  <a16:creationId xmlns:a16="http://schemas.microsoft.com/office/drawing/2014/main" id="{33455C49-7B3C-47F3-8AE7-025DC08DC6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08751" y="12555538"/>
              <a:ext cx="22225" cy="22225"/>
            </a:xfrm>
            <a:custGeom>
              <a:avLst/>
              <a:gdLst>
                <a:gd name="T0" fmla="*/ 26 w 34"/>
                <a:gd name="T1" fmla="*/ 6 h 35"/>
                <a:gd name="T2" fmla="*/ 8 w 34"/>
                <a:gd name="T3" fmla="*/ 18 h 35"/>
                <a:gd name="T4" fmla="*/ 16 w 34"/>
                <a:gd name="T5" fmla="*/ 28 h 35"/>
                <a:gd name="T6" fmla="*/ 33 w 34"/>
                <a:gd name="T7" fmla="*/ 3 h 35"/>
                <a:gd name="T8" fmla="*/ 32 w 34"/>
                <a:gd name="T9" fmla="*/ 2 h 35"/>
                <a:gd name="T10" fmla="*/ 14 w 34"/>
                <a:gd name="T11" fmla="*/ 24 h 35"/>
                <a:gd name="T12" fmla="*/ 11 w 34"/>
                <a:gd name="T13" fmla="*/ 21 h 35"/>
                <a:gd name="T14" fmla="*/ 26 w 34"/>
                <a:gd name="T15" fmla="*/ 7 h 35"/>
                <a:gd name="T16" fmla="*/ 26 w 34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5">
                  <a:moveTo>
                    <a:pt x="26" y="6"/>
                  </a:moveTo>
                  <a:cubicBezTo>
                    <a:pt x="25" y="7"/>
                    <a:pt x="16" y="10"/>
                    <a:pt x="8" y="18"/>
                  </a:cubicBezTo>
                  <a:cubicBezTo>
                    <a:pt x="0" y="27"/>
                    <a:pt x="9" y="35"/>
                    <a:pt x="16" y="28"/>
                  </a:cubicBezTo>
                  <a:cubicBezTo>
                    <a:pt x="19" y="23"/>
                    <a:pt x="32" y="5"/>
                    <a:pt x="33" y="3"/>
                  </a:cubicBezTo>
                  <a:cubicBezTo>
                    <a:pt x="34" y="2"/>
                    <a:pt x="33" y="0"/>
                    <a:pt x="32" y="2"/>
                  </a:cubicBezTo>
                  <a:cubicBezTo>
                    <a:pt x="31" y="4"/>
                    <a:pt x="15" y="23"/>
                    <a:pt x="14" y="24"/>
                  </a:cubicBezTo>
                  <a:cubicBezTo>
                    <a:pt x="11" y="27"/>
                    <a:pt x="7" y="24"/>
                    <a:pt x="11" y="21"/>
                  </a:cubicBezTo>
                  <a:cubicBezTo>
                    <a:pt x="14" y="17"/>
                    <a:pt x="26" y="6"/>
                    <a:pt x="26" y="7"/>
                  </a:cubicBezTo>
                  <a:cubicBezTo>
                    <a:pt x="25" y="8"/>
                    <a:pt x="26" y="6"/>
                    <a:pt x="26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2" name="Freeform 232">
              <a:extLst>
                <a:ext uri="{FF2B5EF4-FFF2-40B4-BE49-F238E27FC236}">
                  <a16:creationId xmlns:a16="http://schemas.microsoft.com/office/drawing/2014/main" id="{903E4B14-80C6-471C-94B0-24929CA51A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83351" y="12472988"/>
              <a:ext cx="34925" cy="11112"/>
            </a:xfrm>
            <a:custGeom>
              <a:avLst/>
              <a:gdLst>
                <a:gd name="T0" fmla="*/ 42 w 55"/>
                <a:gd name="T1" fmla="*/ 8 h 17"/>
                <a:gd name="T2" fmla="*/ 16 w 55"/>
                <a:gd name="T3" fmla="*/ 1 h 17"/>
                <a:gd name="T4" fmla="*/ 13 w 55"/>
                <a:gd name="T5" fmla="*/ 16 h 17"/>
                <a:gd name="T6" fmla="*/ 53 w 55"/>
                <a:gd name="T7" fmla="*/ 13 h 17"/>
                <a:gd name="T8" fmla="*/ 53 w 55"/>
                <a:gd name="T9" fmla="*/ 11 h 17"/>
                <a:gd name="T10" fmla="*/ 15 w 55"/>
                <a:gd name="T11" fmla="*/ 11 h 17"/>
                <a:gd name="T12" fmla="*/ 16 w 55"/>
                <a:gd name="T13" fmla="*/ 5 h 17"/>
                <a:gd name="T14" fmla="*/ 42 w 55"/>
                <a:gd name="T15" fmla="*/ 9 h 17"/>
                <a:gd name="T16" fmla="*/ 42 w 55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7">
                  <a:moveTo>
                    <a:pt x="42" y="8"/>
                  </a:moveTo>
                  <a:cubicBezTo>
                    <a:pt x="41" y="8"/>
                    <a:pt x="31" y="2"/>
                    <a:pt x="16" y="1"/>
                  </a:cubicBezTo>
                  <a:cubicBezTo>
                    <a:pt x="0" y="0"/>
                    <a:pt x="0" y="17"/>
                    <a:pt x="13" y="16"/>
                  </a:cubicBezTo>
                  <a:cubicBezTo>
                    <a:pt x="20" y="16"/>
                    <a:pt x="49" y="13"/>
                    <a:pt x="53" y="13"/>
                  </a:cubicBezTo>
                  <a:cubicBezTo>
                    <a:pt x="55" y="13"/>
                    <a:pt x="55" y="11"/>
                    <a:pt x="53" y="11"/>
                  </a:cubicBezTo>
                  <a:cubicBezTo>
                    <a:pt x="50" y="11"/>
                    <a:pt x="17" y="12"/>
                    <a:pt x="15" y="11"/>
                  </a:cubicBezTo>
                  <a:cubicBezTo>
                    <a:pt x="10" y="11"/>
                    <a:pt x="10" y="5"/>
                    <a:pt x="16" y="5"/>
                  </a:cubicBezTo>
                  <a:cubicBezTo>
                    <a:pt x="23" y="6"/>
                    <a:pt x="43" y="9"/>
                    <a:pt x="42" y="9"/>
                  </a:cubicBezTo>
                  <a:cubicBezTo>
                    <a:pt x="41" y="9"/>
                    <a:pt x="43" y="8"/>
                    <a:pt x="42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3" name="Freeform 233">
              <a:extLst>
                <a:ext uri="{FF2B5EF4-FFF2-40B4-BE49-F238E27FC236}">
                  <a16:creationId xmlns:a16="http://schemas.microsoft.com/office/drawing/2014/main" id="{A08427E5-E90E-4530-82F2-DFB05A6DF1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83351" y="12455525"/>
              <a:ext cx="34925" cy="12700"/>
            </a:xfrm>
            <a:custGeom>
              <a:avLst/>
              <a:gdLst>
                <a:gd name="T0" fmla="*/ 43 w 55"/>
                <a:gd name="T1" fmla="*/ 13 h 19"/>
                <a:gd name="T2" fmla="*/ 18 w 55"/>
                <a:gd name="T3" fmla="*/ 3 h 19"/>
                <a:gd name="T4" fmla="*/ 13 w 55"/>
                <a:gd name="T5" fmla="*/ 17 h 19"/>
                <a:gd name="T6" fmla="*/ 52 w 55"/>
                <a:gd name="T7" fmla="*/ 19 h 19"/>
                <a:gd name="T8" fmla="*/ 53 w 55"/>
                <a:gd name="T9" fmla="*/ 17 h 19"/>
                <a:gd name="T10" fmla="*/ 15 w 55"/>
                <a:gd name="T11" fmla="*/ 13 h 19"/>
                <a:gd name="T12" fmla="*/ 17 w 55"/>
                <a:gd name="T13" fmla="*/ 7 h 19"/>
                <a:gd name="T14" fmla="*/ 42 w 55"/>
                <a:gd name="T15" fmla="*/ 14 h 19"/>
                <a:gd name="T16" fmla="*/ 43 w 55"/>
                <a:gd name="T17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9">
                  <a:moveTo>
                    <a:pt x="43" y="13"/>
                  </a:moveTo>
                  <a:cubicBezTo>
                    <a:pt x="42" y="13"/>
                    <a:pt x="32" y="6"/>
                    <a:pt x="18" y="3"/>
                  </a:cubicBezTo>
                  <a:cubicBezTo>
                    <a:pt x="1" y="0"/>
                    <a:pt x="0" y="16"/>
                    <a:pt x="13" y="17"/>
                  </a:cubicBezTo>
                  <a:cubicBezTo>
                    <a:pt x="20" y="18"/>
                    <a:pt x="49" y="19"/>
                    <a:pt x="52" y="19"/>
                  </a:cubicBezTo>
                  <a:cubicBezTo>
                    <a:pt x="54" y="19"/>
                    <a:pt x="55" y="17"/>
                    <a:pt x="53" y="17"/>
                  </a:cubicBezTo>
                  <a:cubicBezTo>
                    <a:pt x="49" y="17"/>
                    <a:pt x="18" y="13"/>
                    <a:pt x="15" y="13"/>
                  </a:cubicBezTo>
                  <a:cubicBezTo>
                    <a:pt x="10" y="12"/>
                    <a:pt x="11" y="6"/>
                    <a:pt x="17" y="7"/>
                  </a:cubicBezTo>
                  <a:cubicBezTo>
                    <a:pt x="24" y="8"/>
                    <a:pt x="43" y="14"/>
                    <a:pt x="42" y="14"/>
                  </a:cubicBezTo>
                  <a:cubicBezTo>
                    <a:pt x="41" y="14"/>
                    <a:pt x="44" y="14"/>
                    <a:pt x="43" y="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4" name="Freeform 234">
              <a:extLst>
                <a:ext uri="{FF2B5EF4-FFF2-40B4-BE49-F238E27FC236}">
                  <a16:creationId xmlns:a16="http://schemas.microsoft.com/office/drawing/2014/main" id="{7D3D0760-B201-4825-A336-42382A5097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11926" y="12439650"/>
              <a:ext cx="26988" cy="15875"/>
            </a:xfrm>
            <a:custGeom>
              <a:avLst/>
              <a:gdLst>
                <a:gd name="T0" fmla="*/ 33 w 42"/>
                <a:gd name="T1" fmla="*/ 18 h 26"/>
                <a:gd name="T2" fmla="*/ 22 w 42"/>
                <a:gd name="T3" fmla="*/ 8 h 26"/>
                <a:gd name="T4" fmla="*/ 12 w 42"/>
                <a:gd name="T5" fmla="*/ 16 h 26"/>
                <a:gd name="T6" fmla="*/ 39 w 42"/>
                <a:gd name="T7" fmla="*/ 26 h 26"/>
                <a:gd name="T8" fmla="*/ 40 w 42"/>
                <a:gd name="T9" fmla="*/ 24 h 26"/>
                <a:gd name="T10" fmla="*/ 16 w 42"/>
                <a:gd name="T11" fmla="*/ 14 h 26"/>
                <a:gd name="T12" fmla="*/ 20 w 42"/>
                <a:gd name="T13" fmla="*/ 10 h 26"/>
                <a:gd name="T14" fmla="*/ 32 w 42"/>
                <a:gd name="T15" fmla="*/ 19 h 26"/>
                <a:gd name="T16" fmla="*/ 33 w 42"/>
                <a:gd name="T17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6">
                  <a:moveTo>
                    <a:pt x="33" y="18"/>
                  </a:moveTo>
                  <a:cubicBezTo>
                    <a:pt x="32" y="18"/>
                    <a:pt x="34" y="14"/>
                    <a:pt x="22" y="8"/>
                  </a:cubicBezTo>
                  <a:cubicBezTo>
                    <a:pt x="9" y="0"/>
                    <a:pt x="0" y="11"/>
                    <a:pt x="12" y="16"/>
                  </a:cubicBezTo>
                  <a:cubicBezTo>
                    <a:pt x="18" y="19"/>
                    <a:pt x="36" y="24"/>
                    <a:pt x="39" y="26"/>
                  </a:cubicBezTo>
                  <a:cubicBezTo>
                    <a:pt x="40" y="26"/>
                    <a:pt x="42" y="25"/>
                    <a:pt x="40" y="24"/>
                  </a:cubicBezTo>
                  <a:cubicBezTo>
                    <a:pt x="37" y="23"/>
                    <a:pt x="18" y="15"/>
                    <a:pt x="16" y="14"/>
                  </a:cubicBezTo>
                  <a:cubicBezTo>
                    <a:pt x="12" y="12"/>
                    <a:pt x="15" y="8"/>
                    <a:pt x="20" y="10"/>
                  </a:cubicBezTo>
                  <a:cubicBezTo>
                    <a:pt x="26" y="13"/>
                    <a:pt x="33" y="19"/>
                    <a:pt x="32" y="19"/>
                  </a:cubicBezTo>
                  <a:cubicBezTo>
                    <a:pt x="31" y="18"/>
                    <a:pt x="33" y="19"/>
                    <a:pt x="33" y="1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5" name="Freeform 235">
              <a:extLst>
                <a:ext uri="{FF2B5EF4-FFF2-40B4-BE49-F238E27FC236}">
                  <a16:creationId xmlns:a16="http://schemas.microsoft.com/office/drawing/2014/main" id="{DA3FA0BC-4640-48EE-8A06-F657131597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29388" y="12422188"/>
              <a:ext cx="30163" cy="25400"/>
            </a:xfrm>
            <a:custGeom>
              <a:avLst/>
              <a:gdLst>
                <a:gd name="T0" fmla="*/ 38 w 46"/>
                <a:gd name="T1" fmla="*/ 29 h 40"/>
                <a:gd name="T2" fmla="*/ 19 w 46"/>
                <a:gd name="T3" fmla="*/ 10 h 40"/>
                <a:gd name="T4" fmla="*/ 9 w 46"/>
                <a:gd name="T5" fmla="*/ 22 h 40"/>
                <a:gd name="T6" fmla="*/ 44 w 46"/>
                <a:gd name="T7" fmla="*/ 39 h 40"/>
                <a:gd name="T8" fmla="*/ 45 w 46"/>
                <a:gd name="T9" fmla="*/ 37 h 40"/>
                <a:gd name="T10" fmla="*/ 13 w 46"/>
                <a:gd name="T11" fmla="*/ 18 h 40"/>
                <a:gd name="T12" fmla="*/ 16 w 46"/>
                <a:gd name="T13" fmla="*/ 13 h 40"/>
                <a:gd name="T14" fmla="*/ 38 w 46"/>
                <a:gd name="T15" fmla="*/ 29 h 40"/>
                <a:gd name="T16" fmla="*/ 38 w 46"/>
                <a:gd name="T17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40">
                  <a:moveTo>
                    <a:pt x="38" y="29"/>
                  </a:moveTo>
                  <a:cubicBezTo>
                    <a:pt x="38" y="28"/>
                    <a:pt x="29" y="19"/>
                    <a:pt x="19" y="10"/>
                  </a:cubicBezTo>
                  <a:cubicBezTo>
                    <a:pt x="7" y="0"/>
                    <a:pt x="0" y="15"/>
                    <a:pt x="9" y="22"/>
                  </a:cubicBezTo>
                  <a:cubicBezTo>
                    <a:pt x="15" y="25"/>
                    <a:pt x="41" y="37"/>
                    <a:pt x="44" y="39"/>
                  </a:cubicBezTo>
                  <a:cubicBezTo>
                    <a:pt x="45" y="40"/>
                    <a:pt x="46" y="38"/>
                    <a:pt x="45" y="37"/>
                  </a:cubicBezTo>
                  <a:cubicBezTo>
                    <a:pt x="42" y="35"/>
                    <a:pt x="15" y="20"/>
                    <a:pt x="13" y="18"/>
                  </a:cubicBezTo>
                  <a:cubicBezTo>
                    <a:pt x="9" y="16"/>
                    <a:pt x="12" y="10"/>
                    <a:pt x="16" y="13"/>
                  </a:cubicBezTo>
                  <a:cubicBezTo>
                    <a:pt x="21" y="18"/>
                    <a:pt x="39" y="30"/>
                    <a:pt x="38" y="29"/>
                  </a:cubicBezTo>
                  <a:cubicBezTo>
                    <a:pt x="37" y="29"/>
                    <a:pt x="39" y="30"/>
                    <a:pt x="38" y="2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6" name="Freeform 236">
              <a:extLst>
                <a:ext uri="{FF2B5EF4-FFF2-40B4-BE49-F238E27FC236}">
                  <a16:creationId xmlns:a16="http://schemas.microsoft.com/office/drawing/2014/main" id="{543E6FDB-5224-44FD-B640-0B1C326DBB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48438" y="12417425"/>
              <a:ext cx="19050" cy="19050"/>
            </a:xfrm>
            <a:custGeom>
              <a:avLst/>
              <a:gdLst>
                <a:gd name="T0" fmla="*/ 24 w 28"/>
                <a:gd name="T1" fmla="*/ 22 h 30"/>
                <a:gd name="T2" fmla="*/ 13 w 28"/>
                <a:gd name="T3" fmla="*/ 8 h 30"/>
                <a:gd name="T4" fmla="*/ 6 w 28"/>
                <a:gd name="T5" fmla="*/ 14 h 30"/>
                <a:gd name="T6" fmla="*/ 26 w 28"/>
                <a:gd name="T7" fmla="*/ 29 h 30"/>
                <a:gd name="T8" fmla="*/ 27 w 28"/>
                <a:gd name="T9" fmla="*/ 28 h 30"/>
                <a:gd name="T10" fmla="*/ 8 w 28"/>
                <a:gd name="T11" fmla="*/ 12 h 30"/>
                <a:gd name="T12" fmla="*/ 11 w 28"/>
                <a:gd name="T13" fmla="*/ 10 h 30"/>
                <a:gd name="T14" fmla="*/ 23 w 28"/>
                <a:gd name="T15" fmla="*/ 22 h 30"/>
                <a:gd name="T16" fmla="*/ 24 w 28"/>
                <a:gd name="T17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0">
                  <a:moveTo>
                    <a:pt x="24" y="22"/>
                  </a:moveTo>
                  <a:cubicBezTo>
                    <a:pt x="23" y="22"/>
                    <a:pt x="19" y="15"/>
                    <a:pt x="13" y="8"/>
                  </a:cubicBezTo>
                  <a:cubicBezTo>
                    <a:pt x="7" y="0"/>
                    <a:pt x="0" y="8"/>
                    <a:pt x="6" y="14"/>
                  </a:cubicBezTo>
                  <a:cubicBezTo>
                    <a:pt x="9" y="17"/>
                    <a:pt x="24" y="28"/>
                    <a:pt x="26" y="29"/>
                  </a:cubicBezTo>
                  <a:cubicBezTo>
                    <a:pt x="27" y="30"/>
                    <a:pt x="28" y="29"/>
                    <a:pt x="27" y="28"/>
                  </a:cubicBezTo>
                  <a:cubicBezTo>
                    <a:pt x="25" y="27"/>
                    <a:pt x="9" y="14"/>
                    <a:pt x="8" y="12"/>
                  </a:cubicBezTo>
                  <a:cubicBezTo>
                    <a:pt x="6" y="10"/>
                    <a:pt x="9" y="7"/>
                    <a:pt x="11" y="10"/>
                  </a:cubicBezTo>
                  <a:cubicBezTo>
                    <a:pt x="14" y="13"/>
                    <a:pt x="24" y="23"/>
                    <a:pt x="23" y="22"/>
                  </a:cubicBezTo>
                  <a:cubicBezTo>
                    <a:pt x="23" y="22"/>
                    <a:pt x="24" y="23"/>
                    <a:pt x="24" y="2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7" name="Freeform 237">
              <a:extLst>
                <a:ext uri="{FF2B5EF4-FFF2-40B4-BE49-F238E27FC236}">
                  <a16:creationId xmlns:a16="http://schemas.microsoft.com/office/drawing/2014/main" id="{98B77CF1-4D2B-44E7-B061-96EA37A8E2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77013" y="12414250"/>
              <a:ext cx="6350" cy="19050"/>
            </a:xfrm>
            <a:custGeom>
              <a:avLst/>
              <a:gdLst>
                <a:gd name="T0" fmla="*/ 7 w 11"/>
                <a:gd name="T1" fmla="*/ 20 h 28"/>
                <a:gd name="T2" fmla="*/ 10 w 11"/>
                <a:gd name="T3" fmla="*/ 10 h 28"/>
                <a:gd name="T4" fmla="*/ 0 w 11"/>
                <a:gd name="T5" fmla="*/ 9 h 28"/>
                <a:gd name="T6" fmla="*/ 3 w 11"/>
                <a:gd name="T7" fmla="*/ 27 h 28"/>
                <a:gd name="T8" fmla="*/ 5 w 11"/>
                <a:gd name="T9" fmla="*/ 27 h 28"/>
                <a:gd name="T10" fmla="*/ 3 w 11"/>
                <a:gd name="T11" fmla="*/ 9 h 28"/>
                <a:gd name="T12" fmla="*/ 7 w 11"/>
                <a:gd name="T13" fmla="*/ 10 h 28"/>
                <a:gd name="T14" fmla="*/ 6 w 11"/>
                <a:gd name="T15" fmla="*/ 20 h 28"/>
                <a:gd name="T16" fmla="*/ 7 w 11"/>
                <a:gd name="T17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8">
                  <a:moveTo>
                    <a:pt x="7" y="20"/>
                  </a:moveTo>
                  <a:cubicBezTo>
                    <a:pt x="7" y="20"/>
                    <a:pt x="9" y="19"/>
                    <a:pt x="10" y="10"/>
                  </a:cubicBezTo>
                  <a:cubicBezTo>
                    <a:pt x="11" y="0"/>
                    <a:pt x="0" y="1"/>
                    <a:pt x="0" y="9"/>
                  </a:cubicBezTo>
                  <a:cubicBezTo>
                    <a:pt x="0" y="13"/>
                    <a:pt x="3" y="25"/>
                    <a:pt x="3" y="27"/>
                  </a:cubicBezTo>
                  <a:cubicBezTo>
                    <a:pt x="3" y="28"/>
                    <a:pt x="5" y="28"/>
                    <a:pt x="5" y="27"/>
                  </a:cubicBezTo>
                  <a:cubicBezTo>
                    <a:pt x="5" y="25"/>
                    <a:pt x="3" y="11"/>
                    <a:pt x="3" y="9"/>
                  </a:cubicBezTo>
                  <a:cubicBezTo>
                    <a:pt x="3" y="6"/>
                    <a:pt x="7" y="6"/>
                    <a:pt x="7" y="10"/>
                  </a:cubicBezTo>
                  <a:cubicBezTo>
                    <a:pt x="7" y="14"/>
                    <a:pt x="6" y="21"/>
                    <a:pt x="6" y="20"/>
                  </a:cubicBezTo>
                  <a:cubicBezTo>
                    <a:pt x="6" y="20"/>
                    <a:pt x="7" y="21"/>
                    <a:pt x="7" y="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8" name="Freeform 238">
              <a:extLst>
                <a:ext uri="{FF2B5EF4-FFF2-40B4-BE49-F238E27FC236}">
                  <a16:creationId xmlns:a16="http://schemas.microsoft.com/office/drawing/2014/main" id="{828A7262-DBC1-4606-A655-E2AD68C637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96051" y="12525375"/>
              <a:ext cx="25400" cy="19050"/>
            </a:xfrm>
            <a:custGeom>
              <a:avLst/>
              <a:gdLst>
                <a:gd name="T0" fmla="*/ 29 w 38"/>
                <a:gd name="T1" fmla="*/ 5 h 30"/>
                <a:gd name="T2" fmla="*/ 10 w 38"/>
                <a:gd name="T3" fmla="*/ 13 h 30"/>
                <a:gd name="T4" fmla="*/ 16 w 38"/>
                <a:gd name="T5" fmla="*/ 24 h 30"/>
                <a:gd name="T6" fmla="*/ 37 w 38"/>
                <a:gd name="T7" fmla="*/ 2 h 30"/>
                <a:gd name="T8" fmla="*/ 36 w 38"/>
                <a:gd name="T9" fmla="*/ 1 h 30"/>
                <a:gd name="T10" fmla="*/ 14 w 38"/>
                <a:gd name="T11" fmla="*/ 20 h 30"/>
                <a:gd name="T12" fmla="*/ 12 w 38"/>
                <a:gd name="T13" fmla="*/ 16 h 30"/>
                <a:gd name="T14" fmla="*/ 29 w 38"/>
                <a:gd name="T15" fmla="*/ 5 h 30"/>
                <a:gd name="T16" fmla="*/ 29 w 38"/>
                <a:gd name="T17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0">
                  <a:moveTo>
                    <a:pt x="29" y="5"/>
                  </a:moveTo>
                  <a:cubicBezTo>
                    <a:pt x="28" y="5"/>
                    <a:pt x="19" y="6"/>
                    <a:pt x="10" y="13"/>
                  </a:cubicBezTo>
                  <a:cubicBezTo>
                    <a:pt x="0" y="21"/>
                    <a:pt x="8" y="30"/>
                    <a:pt x="16" y="24"/>
                  </a:cubicBezTo>
                  <a:cubicBezTo>
                    <a:pt x="20" y="20"/>
                    <a:pt x="35" y="4"/>
                    <a:pt x="37" y="2"/>
                  </a:cubicBezTo>
                  <a:cubicBezTo>
                    <a:pt x="38" y="1"/>
                    <a:pt x="38" y="0"/>
                    <a:pt x="36" y="1"/>
                  </a:cubicBezTo>
                  <a:cubicBezTo>
                    <a:pt x="35" y="3"/>
                    <a:pt x="16" y="19"/>
                    <a:pt x="14" y="20"/>
                  </a:cubicBezTo>
                  <a:cubicBezTo>
                    <a:pt x="11" y="22"/>
                    <a:pt x="8" y="19"/>
                    <a:pt x="12" y="16"/>
                  </a:cubicBezTo>
                  <a:cubicBezTo>
                    <a:pt x="16" y="13"/>
                    <a:pt x="30" y="5"/>
                    <a:pt x="29" y="5"/>
                  </a:cubicBezTo>
                  <a:cubicBezTo>
                    <a:pt x="29" y="6"/>
                    <a:pt x="30" y="4"/>
                    <a:pt x="29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19" name="Freeform 239">
              <a:extLst>
                <a:ext uri="{FF2B5EF4-FFF2-40B4-BE49-F238E27FC236}">
                  <a16:creationId xmlns:a16="http://schemas.microsoft.com/office/drawing/2014/main" id="{751815F8-5FF4-471D-B7A1-D0A8D64781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02401" y="12598400"/>
              <a:ext cx="15875" cy="23812"/>
            </a:xfrm>
            <a:custGeom>
              <a:avLst/>
              <a:gdLst>
                <a:gd name="T0" fmla="*/ 18 w 24"/>
                <a:gd name="T1" fmla="*/ 7 h 37"/>
                <a:gd name="T2" fmla="*/ 6 w 24"/>
                <a:gd name="T3" fmla="*/ 20 h 37"/>
                <a:gd name="T4" fmla="*/ 12 w 24"/>
                <a:gd name="T5" fmla="*/ 29 h 37"/>
                <a:gd name="T6" fmla="*/ 23 w 24"/>
                <a:gd name="T7" fmla="*/ 2 h 37"/>
                <a:gd name="T8" fmla="*/ 22 w 24"/>
                <a:gd name="T9" fmla="*/ 1 h 37"/>
                <a:gd name="T10" fmla="*/ 11 w 24"/>
                <a:gd name="T11" fmla="*/ 26 h 37"/>
                <a:gd name="T12" fmla="*/ 8 w 24"/>
                <a:gd name="T13" fmla="*/ 22 h 37"/>
                <a:gd name="T14" fmla="*/ 18 w 24"/>
                <a:gd name="T15" fmla="*/ 7 h 37"/>
                <a:gd name="T16" fmla="*/ 18 w 24"/>
                <a:gd name="T1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7">
                  <a:moveTo>
                    <a:pt x="18" y="7"/>
                  </a:moveTo>
                  <a:cubicBezTo>
                    <a:pt x="17" y="7"/>
                    <a:pt x="11" y="11"/>
                    <a:pt x="6" y="20"/>
                  </a:cubicBezTo>
                  <a:cubicBezTo>
                    <a:pt x="0" y="30"/>
                    <a:pt x="8" y="37"/>
                    <a:pt x="12" y="29"/>
                  </a:cubicBezTo>
                  <a:cubicBezTo>
                    <a:pt x="14" y="24"/>
                    <a:pt x="22" y="4"/>
                    <a:pt x="23" y="2"/>
                  </a:cubicBezTo>
                  <a:cubicBezTo>
                    <a:pt x="24" y="1"/>
                    <a:pt x="23" y="0"/>
                    <a:pt x="22" y="1"/>
                  </a:cubicBezTo>
                  <a:cubicBezTo>
                    <a:pt x="21" y="3"/>
                    <a:pt x="11" y="24"/>
                    <a:pt x="11" y="26"/>
                  </a:cubicBezTo>
                  <a:cubicBezTo>
                    <a:pt x="9" y="29"/>
                    <a:pt x="6" y="26"/>
                    <a:pt x="8" y="22"/>
                  </a:cubicBezTo>
                  <a:cubicBezTo>
                    <a:pt x="10" y="18"/>
                    <a:pt x="18" y="6"/>
                    <a:pt x="18" y="7"/>
                  </a:cubicBezTo>
                  <a:cubicBezTo>
                    <a:pt x="18" y="8"/>
                    <a:pt x="18" y="6"/>
                    <a:pt x="18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0" name="Freeform 240">
              <a:extLst>
                <a:ext uri="{FF2B5EF4-FFF2-40B4-BE49-F238E27FC236}">
                  <a16:creationId xmlns:a16="http://schemas.microsoft.com/office/drawing/2014/main" id="{04AB7572-7F1F-4B8B-B630-34917EFD03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32551" y="12549188"/>
              <a:ext cx="85725" cy="103187"/>
            </a:xfrm>
            <a:custGeom>
              <a:avLst/>
              <a:gdLst>
                <a:gd name="T0" fmla="*/ 118 w 133"/>
                <a:gd name="T1" fmla="*/ 11 h 159"/>
                <a:gd name="T2" fmla="*/ 15 w 133"/>
                <a:gd name="T3" fmla="*/ 128 h 159"/>
                <a:gd name="T4" fmla="*/ 29 w 133"/>
                <a:gd name="T5" fmla="*/ 144 h 159"/>
                <a:gd name="T6" fmla="*/ 131 w 133"/>
                <a:gd name="T7" fmla="*/ 4 h 159"/>
                <a:gd name="T8" fmla="*/ 129 w 133"/>
                <a:gd name="T9" fmla="*/ 2 h 159"/>
                <a:gd name="T10" fmla="*/ 25 w 133"/>
                <a:gd name="T11" fmla="*/ 138 h 159"/>
                <a:gd name="T12" fmla="*/ 19 w 133"/>
                <a:gd name="T13" fmla="*/ 132 h 159"/>
                <a:gd name="T14" fmla="*/ 118 w 133"/>
                <a:gd name="T15" fmla="*/ 13 h 159"/>
                <a:gd name="T16" fmla="*/ 118 w 133"/>
                <a:gd name="T17" fmla="*/ 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59">
                  <a:moveTo>
                    <a:pt x="118" y="11"/>
                  </a:moveTo>
                  <a:cubicBezTo>
                    <a:pt x="117" y="12"/>
                    <a:pt x="29" y="113"/>
                    <a:pt x="15" y="128"/>
                  </a:cubicBezTo>
                  <a:cubicBezTo>
                    <a:pt x="0" y="145"/>
                    <a:pt x="19" y="159"/>
                    <a:pt x="29" y="144"/>
                  </a:cubicBezTo>
                  <a:cubicBezTo>
                    <a:pt x="35" y="136"/>
                    <a:pt x="129" y="8"/>
                    <a:pt x="131" y="4"/>
                  </a:cubicBezTo>
                  <a:cubicBezTo>
                    <a:pt x="133" y="2"/>
                    <a:pt x="131" y="0"/>
                    <a:pt x="129" y="2"/>
                  </a:cubicBezTo>
                  <a:cubicBezTo>
                    <a:pt x="126" y="6"/>
                    <a:pt x="28" y="136"/>
                    <a:pt x="25" y="138"/>
                  </a:cubicBezTo>
                  <a:cubicBezTo>
                    <a:pt x="21" y="144"/>
                    <a:pt x="14" y="139"/>
                    <a:pt x="19" y="132"/>
                  </a:cubicBezTo>
                  <a:cubicBezTo>
                    <a:pt x="26" y="125"/>
                    <a:pt x="119" y="11"/>
                    <a:pt x="118" y="13"/>
                  </a:cubicBezTo>
                  <a:cubicBezTo>
                    <a:pt x="117" y="14"/>
                    <a:pt x="119" y="10"/>
                    <a:pt x="118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1" name="Freeform 241">
              <a:extLst>
                <a:ext uri="{FF2B5EF4-FFF2-40B4-BE49-F238E27FC236}">
                  <a16:creationId xmlns:a16="http://schemas.microsoft.com/office/drawing/2014/main" id="{C72A93A2-5095-40B6-A7B7-1F7BF1A18D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00801" y="12501563"/>
              <a:ext cx="128588" cy="65087"/>
            </a:xfrm>
            <a:custGeom>
              <a:avLst/>
              <a:gdLst>
                <a:gd name="T0" fmla="*/ 183 w 201"/>
                <a:gd name="T1" fmla="*/ 4 h 103"/>
                <a:gd name="T2" fmla="*/ 21 w 201"/>
                <a:gd name="T3" fmla="*/ 73 h 103"/>
                <a:gd name="T4" fmla="*/ 26 w 201"/>
                <a:gd name="T5" fmla="*/ 94 h 103"/>
                <a:gd name="T6" fmla="*/ 199 w 201"/>
                <a:gd name="T7" fmla="*/ 4 h 103"/>
                <a:gd name="T8" fmla="*/ 198 w 201"/>
                <a:gd name="T9" fmla="*/ 1 h 103"/>
                <a:gd name="T10" fmla="*/ 26 w 201"/>
                <a:gd name="T11" fmla="*/ 87 h 103"/>
                <a:gd name="T12" fmla="*/ 23 w 201"/>
                <a:gd name="T13" fmla="*/ 79 h 103"/>
                <a:gd name="T14" fmla="*/ 183 w 201"/>
                <a:gd name="T15" fmla="*/ 6 h 103"/>
                <a:gd name="T16" fmla="*/ 183 w 201"/>
                <a:gd name="T17" fmla="*/ 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103">
                  <a:moveTo>
                    <a:pt x="183" y="4"/>
                  </a:moveTo>
                  <a:cubicBezTo>
                    <a:pt x="182" y="5"/>
                    <a:pt x="40" y="65"/>
                    <a:pt x="21" y="73"/>
                  </a:cubicBezTo>
                  <a:cubicBezTo>
                    <a:pt x="0" y="82"/>
                    <a:pt x="11" y="103"/>
                    <a:pt x="26" y="94"/>
                  </a:cubicBezTo>
                  <a:cubicBezTo>
                    <a:pt x="35" y="89"/>
                    <a:pt x="194" y="6"/>
                    <a:pt x="199" y="4"/>
                  </a:cubicBezTo>
                  <a:cubicBezTo>
                    <a:pt x="201" y="2"/>
                    <a:pt x="200" y="0"/>
                    <a:pt x="198" y="1"/>
                  </a:cubicBezTo>
                  <a:cubicBezTo>
                    <a:pt x="193" y="3"/>
                    <a:pt x="29" y="86"/>
                    <a:pt x="26" y="87"/>
                  </a:cubicBezTo>
                  <a:cubicBezTo>
                    <a:pt x="19" y="90"/>
                    <a:pt x="15" y="83"/>
                    <a:pt x="23" y="79"/>
                  </a:cubicBezTo>
                  <a:cubicBezTo>
                    <a:pt x="32" y="75"/>
                    <a:pt x="184" y="5"/>
                    <a:pt x="183" y="6"/>
                  </a:cubicBezTo>
                  <a:cubicBezTo>
                    <a:pt x="182" y="7"/>
                    <a:pt x="185" y="4"/>
                    <a:pt x="183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2" name="Freeform 242">
              <a:extLst>
                <a:ext uri="{FF2B5EF4-FFF2-40B4-BE49-F238E27FC236}">
                  <a16:creationId xmlns:a16="http://schemas.microsoft.com/office/drawing/2014/main" id="{34F43D79-E28E-4F9B-A68E-B9519ACC5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91276" y="12542838"/>
              <a:ext cx="128588" cy="142875"/>
            </a:xfrm>
            <a:custGeom>
              <a:avLst/>
              <a:gdLst>
                <a:gd name="T0" fmla="*/ 187 w 202"/>
                <a:gd name="T1" fmla="*/ 11 h 224"/>
                <a:gd name="T2" fmla="*/ 15 w 202"/>
                <a:gd name="T3" fmla="*/ 193 h 224"/>
                <a:gd name="T4" fmla="*/ 29 w 202"/>
                <a:gd name="T5" fmla="*/ 209 h 224"/>
                <a:gd name="T6" fmla="*/ 201 w 202"/>
                <a:gd name="T7" fmla="*/ 4 h 224"/>
                <a:gd name="T8" fmla="*/ 198 w 202"/>
                <a:gd name="T9" fmla="*/ 2 h 224"/>
                <a:gd name="T10" fmla="*/ 25 w 202"/>
                <a:gd name="T11" fmla="*/ 204 h 224"/>
                <a:gd name="T12" fmla="*/ 20 w 202"/>
                <a:gd name="T13" fmla="*/ 197 h 224"/>
                <a:gd name="T14" fmla="*/ 187 w 202"/>
                <a:gd name="T15" fmla="*/ 12 h 224"/>
                <a:gd name="T16" fmla="*/ 187 w 202"/>
                <a:gd name="T17" fmla="*/ 1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" h="224">
                  <a:moveTo>
                    <a:pt x="187" y="11"/>
                  </a:moveTo>
                  <a:cubicBezTo>
                    <a:pt x="185" y="12"/>
                    <a:pt x="30" y="178"/>
                    <a:pt x="15" y="193"/>
                  </a:cubicBezTo>
                  <a:cubicBezTo>
                    <a:pt x="0" y="210"/>
                    <a:pt x="18" y="224"/>
                    <a:pt x="29" y="209"/>
                  </a:cubicBezTo>
                  <a:cubicBezTo>
                    <a:pt x="35" y="202"/>
                    <a:pt x="198" y="8"/>
                    <a:pt x="201" y="4"/>
                  </a:cubicBezTo>
                  <a:cubicBezTo>
                    <a:pt x="202" y="2"/>
                    <a:pt x="200" y="0"/>
                    <a:pt x="198" y="2"/>
                  </a:cubicBezTo>
                  <a:cubicBezTo>
                    <a:pt x="196" y="6"/>
                    <a:pt x="28" y="201"/>
                    <a:pt x="25" y="204"/>
                  </a:cubicBezTo>
                  <a:cubicBezTo>
                    <a:pt x="21" y="209"/>
                    <a:pt x="14" y="204"/>
                    <a:pt x="20" y="197"/>
                  </a:cubicBezTo>
                  <a:cubicBezTo>
                    <a:pt x="26" y="190"/>
                    <a:pt x="188" y="11"/>
                    <a:pt x="187" y="12"/>
                  </a:cubicBezTo>
                  <a:cubicBezTo>
                    <a:pt x="186" y="14"/>
                    <a:pt x="188" y="10"/>
                    <a:pt x="187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3" name="Freeform 243">
              <a:extLst>
                <a:ext uri="{FF2B5EF4-FFF2-40B4-BE49-F238E27FC236}">
                  <a16:creationId xmlns:a16="http://schemas.microsoft.com/office/drawing/2014/main" id="{AE890D2E-71A3-44B8-99FF-E9778F884A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50038" y="12544425"/>
              <a:ext cx="85725" cy="66675"/>
            </a:xfrm>
            <a:custGeom>
              <a:avLst/>
              <a:gdLst>
                <a:gd name="T0" fmla="*/ 17 w 133"/>
                <a:gd name="T1" fmla="*/ 8 h 104"/>
                <a:gd name="T2" fmla="*/ 114 w 133"/>
                <a:gd name="T3" fmla="*/ 73 h 104"/>
                <a:gd name="T4" fmla="*/ 105 w 133"/>
                <a:gd name="T5" fmla="*/ 92 h 104"/>
                <a:gd name="T6" fmla="*/ 2 w 133"/>
                <a:gd name="T7" fmla="*/ 4 h 104"/>
                <a:gd name="T8" fmla="*/ 4 w 133"/>
                <a:gd name="T9" fmla="*/ 1 h 104"/>
                <a:gd name="T10" fmla="*/ 107 w 133"/>
                <a:gd name="T11" fmla="*/ 85 h 104"/>
                <a:gd name="T12" fmla="*/ 111 w 133"/>
                <a:gd name="T13" fmla="*/ 78 h 104"/>
                <a:gd name="T14" fmla="*/ 17 w 133"/>
                <a:gd name="T15" fmla="*/ 9 h 104"/>
                <a:gd name="T16" fmla="*/ 17 w 133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04">
                  <a:moveTo>
                    <a:pt x="17" y="8"/>
                  </a:moveTo>
                  <a:cubicBezTo>
                    <a:pt x="19" y="8"/>
                    <a:pt x="98" y="61"/>
                    <a:pt x="114" y="73"/>
                  </a:cubicBezTo>
                  <a:cubicBezTo>
                    <a:pt x="133" y="86"/>
                    <a:pt x="119" y="104"/>
                    <a:pt x="105" y="92"/>
                  </a:cubicBezTo>
                  <a:cubicBezTo>
                    <a:pt x="98" y="85"/>
                    <a:pt x="6" y="7"/>
                    <a:pt x="2" y="4"/>
                  </a:cubicBezTo>
                  <a:cubicBezTo>
                    <a:pt x="0" y="2"/>
                    <a:pt x="1" y="0"/>
                    <a:pt x="4" y="1"/>
                  </a:cubicBezTo>
                  <a:cubicBezTo>
                    <a:pt x="7" y="4"/>
                    <a:pt x="104" y="83"/>
                    <a:pt x="107" y="85"/>
                  </a:cubicBezTo>
                  <a:cubicBezTo>
                    <a:pt x="113" y="89"/>
                    <a:pt x="118" y="83"/>
                    <a:pt x="111" y="78"/>
                  </a:cubicBezTo>
                  <a:cubicBezTo>
                    <a:pt x="104" y="72"/>
                    <a:pt x="16" y="8"/>
                    <a:pt x="17" y="9"/>
                  </a:cubicBezTo>
                  <a:cubicBezTo>
                    <a:pt x="18" y="10"/>
                    <a:pt x="16" y="7"/>
                    <a:pt x="17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4" name="Freeform 244">
              <a:extLst>
                <a:ext uri="{FF2B5EF4-FFF2-40B4-BE49-F238E27FC236}">
                  <a16:creationId xmlns:a16="http://schemas.microsoft.com/office/drawing/2014/main" id="{A6402B98-9369-4DD2-ACF2-7D7044ADC2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51626" y="12517438"/>
              <a:ext cx="79375" cy="49212"/>
            </a:xfrm>
            <a:custGeom>
              <a:avLst/>
              <a:gdLst>
                <a:gd name="T0" fmla="*/ 16 w 124"/>
                <a:gd name="T1" fmla="*/ 5 h 75"/>
                <a:gd name="T2" fmla="*/ 106 w 124"/>
                <a:gd name="T3" fmla="*/ 49 h 75"/>
                <a:gd name="T4" fmla="*/ 100 w 124"/>
                <a:gd name="T5" fmla="*/ 67 h 75"/>
                <a:gd name="T6" fmla="*/ 2 w 124"/>
                <a:gd name="T7" fmla="*/ 4 h 75"/>
                <a:gd name="T8" fmla="*/ 3 w 124"/>
                <a:gd name="T9" fmla="*/ 1 h 75"/>
                <a:gd name="T10" fmla="*/ 101 w 124"/>
                <a:gd name="T11" fmla="*/ 61 h 75"/>
                <a:gd name="T12" fmla="*/ 104 w 124"/>
                <a:gd name="T13" fmla="*/ 54 h 75"/>
                <a:gd name="T14" fmla="*/ 16 w 124"/>
                <a:gd name="T15" fmla="*/ 6 h 75"/>
                <a:gd name="T16" fmla="*/ 16 w 124"/>
                <a:gd name="T17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75">
                  <a:moveTo>
                    <a:pt x="16" y="5"/>
                  </a:moveTo>
                  <a:cubicBezTo>
                    <a:pt x="17" y="6"/>
                    <a:pt x="90" y="41"/>
                    <a:pt x="106" y="49"/>
                  </a:cubicBezTo>
                  <a:cubicBezTo>
                    <a:pt x="124" y="58"/>
                    <a:pt x="113" y="75"/>
                    <a:pt x="100" y="67"/>
                  </a:cubicBezTo>
                  <a:cubicBezTo>
                    <a:pt x="93" y="62"/>
                    <a:pt x="6" y="6"/>
                    <a:pt x="2" y="4"/>
                  </a:cubicBezTo>
                  <a:cubicBezTo>
                    <a:pt x="0" y="2"/>
                    <a:pt x="1" y="0"/>
                    <a:pt x="3" y="1"/>
                  </a:cubicBezTo>
                  <a:cubicBezTo>
                    <a:pt x="7" y="4"/>
                    <a:pt x="99" y="60"/>
                    <a:pt x="101" y="61"/>
                  </a:cubicBezTo>
                  <a:cubicBezTo>
                    <a:pt x="107" y="64"/>
                    <a:pt x="110" y="58"/>
                    <a:pt x="104" y="54"/>
                  </a:cubicBezTo>
                  <a:cubicBezTo>
                    <a:pt x="97" y="50"/>
                    <a:pt x="14" y="6"/>
                    <a:pt x="16" y="6"/>
                  </a:cubicBezTo>
                  <a:cubicBezTo>
                    <a:pt x="17" y="7"/>
                    <a:pt x="14" y="5"/>
                    <a:pt x="16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5" name="Freeform 245">
              <a:extLst>
                <a:ext uri="{FF2B5EF4-FFF2-40B4-BE49-F238E27FC236}">
                  <a16:creationId xmlns:a16="http://schemas.microsoft.com/office/drawing/2014/main" id="{8607CD5A-E978-4353-89C8-B4AF08585D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50038" y="12496800"/>
              <a:ext cx="65088" cy="23812"/>
            </a:xfrm>
            <a:custGeom>
              <a:avLst/>
              <a:gdLst>
                <a:gd name="T0" fmla="*/ 15 w 101"/>
                <a:gd name="T1" fmla="*/ 1 h 38"/>
                <a:gd name="T2" fmla="*/ 82 w 101"/>
                <a:gd name="T3" fmla="*/ 14 h 38"/>
                <a:gd name="T4" fmla="*/ 80 w 101"/>
                <a:gd name="T5" fmla="*/ 32 h 38"/>
                <a:gd name="T6" fmla="*/ 2 w 101"/>
                <a:gd name="T7" fmla="*/ 3 h 38"/>
                <a:gd name="T8" fmla="*/ 2 w 101"/>
                <a:gd name="T9" fmla="*/ 0 h 38"/>
                <a:gd name="T10" fmla="*/ 79 w 101"/>
                <a:gd name="T11" fmla="*/ 26 h 38"/>
                <a:gd name="T12" fmla="*/ 81 w 101"/>
                <a:gd name="T13" fmla="*/ 19 h 38"/>
                <a:gd name="T14" fmla="*/ 16 w 101"/>
                <a:gd name="T15" fmla="*/ 2 h 38"/>
                <a:gd name="T16" fmla="*/ 15 w 101"/>
                <a:gd name="T17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38">
                  <a:moveTo>
                    <a:pt x="15" y="1"/>
                  </a:moveTo>
                  <a:cubicBezTo>
                    <a:pt x="16" y="1"/>
                    <a:pt x="64" y="10"/>
                    <a:pt x="82" y="14"/>
                  </a:cubicBezTo>
                  <a:cubicBezTo>
                    <a:pt x="101" y="19"/>
                    <a:pt x="94" y="38"/>
                    <a:pt x="80" y="32"/>
                  </a:cubicBezTo>
                  <a:cubicBezTo>
                    <a:pt x="72" y="29"/>
                    <a:pt x="6" y="4"/>
                    <a:pt x="2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6" y="2"/>
                    <a:pt x="76" y="26"/>
                    <a:pt x="79" y="26"/>
                  </a:cubicBezTo>
                  <a:cubicBezTo>
                    <a:pt x="85" y="28"/>
                    <a:pt x="88" y="21"/>
                    <a:pt x="81" y="19"/>
                  </a:cubicBezTo>
                  <a:cubicBezTo>
                    <a:pt x="73" y="17"/>
                    <a:pt x="14" y="2"/>
                    <a:pt x="16" y="2"/>
                  </a:cubicBezTo>
                  <a:cubicBezTo>
                    <a:pt x="17" y="3"/>
                    <a:pt x="14" y="1"/>
                    <a:pt x="15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6" name="Freeform 246">
              <a:extLst>
                <a:ext uri="{FF2B5EF4-FFF2-40B4-BE49-F238E27FC236}">
                  <a16:creationId xmlns:a16="http://schemas.microsoft.com/office/drawing/2014/main" id="{A9913839-04FD-4538-90ED-776BA0F5F8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96063" y="12552363"/>
              <a:ext cx="25400" cy="49212"/>
            </a:xfrm>
            <a:custGeom>
              <a:avLst/>
              <a:gdLst>
                <a:gd name="T0" fmla="*/ 6 w 38"/>
                <a:gd name="T1" fmla="*/ 8 h 76"/>
                <a:gd name="T2" fmla="*/ 33 w 38"/>
                <a:gd name="T3" fmla="*/ 61 h 76"/>
                <a:gd name="T4" fmla="*/ 23 w 38"/>
                <a:gd name="T5" fmla="*/ 67 h 76"/>
                <a:gd name="T6" fmla="*/ 0 w 38"/>
                <a:gd name="T7" fmla="*/ 2 h 76"/>
                <a:gd name="T8" fmla="*/ 2 w 38"/>
                <a:gd name="T9" fmla="*/ 1 h 76"/>
                <a:gd name="T10" fmla="*/ 26 w 38"/>
                <a:gd name="T11" fmla="*/ 64 h 76"/>
                <a:gd name="T12" fmla="*/ 30 w 38"/>
                <a:gd name="T13" fmla="*/ 62 h 76"/>
                <a:gd name="T14" fmla="*/ 6 w 38"/>
                <a:gd name="T15" fmla="*/ 9 h 76"/>
                <a:gd name="T16" fmla="*/ 6 w 38"/>
                <a:gd name="T17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76">
                  <a:moveTo>
                    <a:pt x="6" y="8"/>
                  </a:moveTo>
                  <a:cubicBezTo>
                    <a:pt x="7" y="9"/>
                    <a:pt x="29" y="50"/>
                    <a:pt x="33" y="61"/>
                  </a:cubicBezTo>
                  <a:cubicBezTo>
                    <a:pt x="38" y="72"/>
                    <a:pt x="26" y="76"/>
                    <a:pt x="23" y="67"/>
                  </a:cubicBezTo>
                  <a:cubicBezTo>
                    <a:pt x="22" y="61"/>
                    <a:pt x="1" y="4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4"/>
                    <a:pt x="25" y="62"/>
                    <a:pt x="26" y="64"/>
                  </a:cubicBezTo>
                  <a:cubicBezTo>
                    <a:pt x="28" y="68"/>
                    <a:pt x="32" y="66"/>
                    <a:pt x="30" y="62"/>
                  </a:cubicBezTo>
                  <a:cubicBezTo>
                    <a:pt x="28" y="57"/>
                    <a:pt x="5" y="8"/>
                    <a:pt x="6" y="9"/>
                  </a:cubicBezTo>
                  <a:cubicBezTo>
                    <a:pt x="6" y="10"/>
                    <a:pt x="6" y="8"/>
                    <a:pt x="6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7" name="Freeform 247">
              <a:extLst>
                <a:ext uri="{FF2B5EF4-FFF2-40B4-BE49-F238E27FC236}">
                  <a16:creationId xmlns:a16="http://schemas.microsoft.com/office/drawing/2014/main" id="{1D8E42A0-479F-4AE1-B1FE-231EA574C1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18288" y="12557125"/>
              <a:ext cx="20638" cy="31750"/>
            </a:xfrm>
            <a:custGeom>
              <a:avLst/>
              <a:gdLst>
                <a:gd name="T0" fmla="*/ 5 w 33"/>
                <a:gd name="T1" fmla="*/ 6 h 50"/>
                <a:gd name="T2" fmla="*/ 29 w 33"/>
                <a:gd name="T3" fmla="*/ 39 h 50"/>
                <a:gd name="T4" fmla="*/ 21 w 33"/>
                <a:gd name="T5" fmla="*/ 44 h 50"/>
                <a:gd name="T6" fmla="*/ 0 w 33"/>
                <a:gd name="T7" fmla="*/ 2 h 50"/>
                <a:gd name="T8" fmla="*/ 1 w 33"/>
                <a:gd name="T9" fmla="*/ 1 h 50"/>
                <a:gd name="T10" fmla="*/ 23 w 33"/>
                <a:gd name="T11" fmla="*/ 42 h 50"/>
                <a:gd name="T12" fmla="*/ 26 w 33"/>
                <a:gd name="T13" fmla="*/ 40 h 50"/>
                <a:gd name="T14" fmla="*/ 5 w 33"/>
                <a:gd name="T15" fmla="*/ 6 h 50"/>
                <a:gd name="T16" fmla="*/ 5 w 33"/>
                <a:gd name="T17" fmla="*/ 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50">
                  <a:moveTo>
                    <a:pt x="5" y="6"/>
                  </a:moveTo>
                  <a:cubicBezTo>
                    <a:pt x="5" y="6"/>
                    <a:pt x="25" y="32"/>
                    <a:pt x="29" y="39"/>
                  </a:cubicBezTo>
                  <a:cubicBezTo>
                    <a:pt x="33" y="47"/>
                    <a:pt x="24" y="50"/>
                    <a:pt x="21" y="44"/>
                  </a:cubicBezTo>
                  <a:cubicBezTo>
                    <a:pt x="20" y="40"/>
                    <a:pt x="1" y="4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3"/>
                    <a:pt x="23" y="41"/>
                    <a:pt x="23" y="42"/>
                  </a:cubicBezTo>
                  <a:cubicBezTo>
                    <a:pt x="24" y="44"/>
                    <a:pt x="28" y="43"/>
                    <a:pt x="26" y="40"/>
                  </a:cubicBezTo>
                  <a:cubicBezTo>
                    <a:pt x="25" y="37"/>
                    <a:pt x="4" y="6"/>
                    <a:pt x="5" y="6"/>
                  </a:cubicBezTo>
                  <a:cubicBezTo>
                    <a:pt x="5" y="7"/>
                    <a:pt x="5" y="5"/>
                    <a:pt x="5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8" name="Freeform 248">
              <a:extLst>
                <a:ext uri="{FF2B5EF4-FFF2-40B4-BE49-F238E27FC236}">
                  <a16:creationId xmlns:a16="http://schemas.microsoft.com/office/drawing/2014/main" id="{BD090057-C044-4F5C-8C38-C6D84E4DE1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27813" y="12555538"/>
              <a:ext cx="22225" cy="22225"/>
            </a:xfrm>
            <a:custGeom>
              <a:avLst/>
              <a:gdLst>
                <a:gd name="T0" fmla="*/ 9 w 35"/>
                <a:gd name="T1" fmla="*/ 6 h 35"/>
                <a:gd name="T2" fmla="*/ 26 w 35"/>
                <a:gd name="T3" fmla="*/ 18 h 35"/>
                <a:gd name="T4" fmla="*/ 19 w 35"/>
                <a:gd name="T5" fmla="*/ 27 h 35"/>
                <a:gd name="T6" fmla="*/ 1 w 35"/>
                <a:gd name="T7" fmla="*/ 2 h 35"/>
                <a:gd name="T8" fmla="*/ 2 w 35"/>
                <a:gd name="T9" fmla="*/ 1 h 35"/>
                <a:gd name="T10" fmla="*/ 21 w 35"/>
                <a:gd name="T11" fmla="*/ 24 h 35"/>
                <a:gd name="T12" fmla="*/ 24 w 35"/>
                <a:gd name="T13" fmla="*/ 20 h 35"/>
                <a:gd name="T14" fmla="*/ 9 w 35"/>
                <a:gd name="T15" fmla="*/ 7 h 35"/>
                <a:gd name="T16" fmla="*/ 9 w 35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5">
                  <a:moveTo>
                    <a:pt x="9" y="6"/>
                  </a:moveTo>
                  <a:cubicBezTo>
                    <a:pt x="10" y="7"/>
                    <a:pt x="18" y="10"/>
                    <a:pt x="26" y="18"/>
                  </a:cubicBezTo>
                  <a:cubicBezTo>
                    <a:pt x="35" y="27"/>
                    <a:pt x="25" y="35"/>
                    <a:pt x="19" y="27"/>
                  </a:cubicBezTo>
                  <a:cubicBezTo>
                    <a:pt x="16" y="23"/>
                    <a:pt x="3" y="4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3"/>
                    <a:pt x="20" y="22"/>
                    <a:pt x="21" y="24"/>
                  </a:cubicBezTo>
                  <a:cubicBezTo>
                    <a:pt x="23" y="27"/>
                    <a:pt x="27" y="24"/>
                    <a:pt x="24" y="20"/>
                  </a:cubicBezTo>
                  <a:cubicBezTo>
                    <a:pt x="20" y="16"/>
                    <a:pt x="8" y="6"/>
                    <a:pt x="9" y="7"/>
                  </a:cubicBezTo>
                  <a:cubicBezTo>
                    <a:pt x="9" y="8"/>
                    <a:pt x="8" y="6"/>
                    <a:pt x="9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29" name="Freeform 249">
              <a:extLst>
                <a:ext uri="{FF2B5EF4-FFF2-40B4-BE49-F238E27FC236}">
                  <a16:creationId xmlns:a16="http://schemas.microsoft.com/office/drawing/2014/main" id="{9252A66C-20F2-4409-B229-C32490D6380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42101" y="12472988"/>
              <a:ext cx="34925" cy="11112"/>
            </a:xfrm>
            <a:custGeom>
              <a:avLst/>
              <a:gdLst>
                <a:gd name="T0" fmla="*/ 12 w 55"/>
                <a:gd name="T1" fmla="*/ 8 h 17"/>
                <a:gd name="T2" fmla="*/ 38 w 55"/>
                <a:gd name="T3" fmla="*/ 1 h 17"/>
                <a:gd name="T4" fmla="*/ 41 w 55"/>
                <a:gd name="T5" fmla="*/ 16 h 17"/>
                <a:gd name="T6" fmla="*/ 2 w 55"/>
                <a:gd name="T7" fmla="*/ 13 h 17"/>
                <a:gd name="T8" fmla="*/ 2 w 55"/>
                <a:gd name="T9" fmla="*/ 11 h 17"/>
                <a:gd name="T10" fmla="*/ 40 w 55"/>
                <a:gd name="T11" fmla="*/ 12 h 17"/>
                <a:gd name="T12" fmla="*/ 39 w 55"/>
                <a:gd name="T13" fmla="*/ 6 h 17"/>
                <a:gd name="T14" fmla="*/ 13 w 55"/>
                <a:gd name="T15" fmla="*/ 9 h 17"/>
                <a:gd name="T16" fmla="*/ 12 w 55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7">
                  <a:moveTo>
                    <a:pt x="12" y="8"/>
                  </a:moveTo>
                  <a:cubicBezTo>
                    <a:pt x="13" y="8"/>
                    <a:pt x="24" y="2"/>
                    <a:pt x="38" y="1"/>
                  </a:cubicBezTo>
                  <a:cubicBezTo>
                    <a:pt x="55" y="0"/>
                    <a:pt x="54" y="17"/>
                    <a:pt x="41" y="16"/>
                  </a:cubicBezTo>
                  <a:cubicBezTo>
                    <a:pt x="34" y="16"/>
                    <a:pt x="5" y="13"/>
                    <a:pt x="2" y="13"/>
                  </a:cubicBezTo>
                  <a:cubicBezTo>
                    <a:pt x="0" y="13"/>
                    <a:pt x="0" y="11"/>
                    <a:pt x="2" y="11"/>
                  </a:cubicBezTo>
                  <a:cubicBezTo>
                    <a:pt x="5" y="11"/>
                    <a:pt x="37" y="12"/>
                    <a:pt x="40" y="12"/>
                  </a:cubicBezTo>
                  <a:cubicBezTo>
                    <a:pt x="45" y="12"/>
                    <a:pt x="45" y="5"/>
                    <a:pt x="39" y="6"/>
                  </a:cubicBezTo>
                  <a:cubicBezTo>
                    <a:pt x="32" y="6"/>
                    <a:pt x="11" y="9"/>
                    <a:pt x="13" y="9"/>
                  </a:cubicBezTo>
                  <a:cubicBezTo>
                    <a:pt x="14" y="9"/>
                    <a:pt x="11" y="9"/>
                    <a:pt x="12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0" name="Freeform 250">
              <a:extLst>
                <a:ext uri="{FF2B5EF4-FFF2-40B4-BE49-F238E27FC236}">
                  <a16:creationId xmlns:a16="http://schemas.microsoft.com/office/drawing/2014/main" id="{A899A814-EAFA-45FC-96AB-D22ED8DC46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43688" y="12455525"/>
              <a:ext cx="34925" cy="12700"/>
            </a:xfrm>
            <a:custGeom>
              <a:avLst/>
              <a:gdLst>
                <a:gd name="T0" fmla="*/ 12 w 55"/>
                <a:gd name="T1" fmla="*/ 14 h 20"/>
                <a:gd name="T2" fmla="*/ 37 w 55"/>
                <a:gd name="T3" fmla="*/ 3 h 20"/>
                <a:gd name="T4" fmla="*/ 42 w 55"/>
                <a:gd name="T5" fmla="*/ 18 h 20"/>
                <a:gd name="T6" fmla="*/ 2 w 55"/>
                <a:gd name="T7" fmla="*/ 19 h 20"/>
                <a:gd name="T8" fmla="*/ 2 w 55"/>
                <a:gd name="T9" fmla="*/ 17 h 20"/>
                <a:gd name="T10" fmla="*/ 40 w 55"/>
                <a:gd name="T11" fmla="*/ 13 h 20"/>
                <a:gd name="T12" fmla="*/ 38 w 55"/>
                <a:gd name="T13" fmla="*/ 7 h 20"/>
                <a:gd name="T14" fmla="*/ 12 w 55"/>
                <a:gd name="T15" fmla="*/ 14 h 20"/>
                <a:gd name="T16" fmla="*/ 12 w 55"/>
                <a:gd name="T17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0">
                  <a:moveTo>
                    <a:pt x="12" y="14"/>
                  </a:moveTo>
                  <a:cubicBezTo>
                    <a:pt x="13" y="13"/>
                    <a:pt x="22" y="6"/>
                    <a:pt x="37" y="3"/>
                  </a:cubicBezTo>
                  <a:cubicBezTo>
                    <a:pt x="53" y="0"/>
                    <a:pt x="55" y="17"/>
                    <a:pt x="42" y="18"/>
                  </a:cubicBezTo>
                  <a:cubicBezTo>
                    <a:pt x="35" y="18"/>
                    <a:pt x="6" y="19"/>
                    <a:pt x="2" y="19"/>
                  </a:cubicBezTo>
                  <a:cubicBezTo>
                    <a:pt x="0" y="20"/>
                    <a:pt x="0" y="18"/>
                    <a:pt x="2" y="17"/>
                  </a:cubicBezTo>
                  <a:cubicBezTo>
                    <a:pt x="5" y="17"/>
                    <a:pt x="37" y="14"/>
                    <a:pt x="40" y="13"/>
                  </a:cubicBezTo>
                  <a:cubicBezTo>
                    <a:pt x="45" y="12"/>
                    <a:pt x="44" y="6"/>
                    <a:pt x="38" y="7"/>
                  </a:cubicBezTo>
                  <a:cubicBezTo>
                    <a:pt x="31" y="8"/>
                    <a:pt x="11" y="14"/>
                    <a:pt x="12" y="14"/>
                  </a:cubicBezTo>
                  <a:cubicBezTo>
                    <a:pt x="14" y="14"/>
                    <a:pt x="11" y="14"/>
                    <a:pt x="12" y="1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1" name="Freeform 251">
              <a:extLst>
                <a:ext uri="{FF2B5EF4-FFF2-40B4-BE49-F238E27FC236}">
                  <a16:creationId xmlns:a16="http://schemas.microsoft.com/office/drawing/2014/main" id="{D6491CCF-94EA-46CE-B1C6-0B56F1E7B3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21463" y="12439650"/>
              <a:ext cx="26988" cy="15875"/>
            </a:xfrm>
            <a:custGeom>
              <a:avLst/>
              <a:gdLst>
                <a:gd name="T0" fmla="*/ 10 w 42"/>
                <a:gd name="T1" fmla="*/ 18 h 26"/>
                <a:gd name="T2" fmla="*/ 20 w 42"/>
                <a:gd name="T3" fmla="*/ 8 h 26"/>
                <a:gd name="T4" fmla="*/ 31 w 42"/>
                <a:gd name="T5" fmla="*/ 16 h 26"/>
                <a:gd name="T6" fmla="*/ 3 w 42"/>
                <a:gd name="T7" fmla="*/ 26 h 26"/>
                <a:gd name="T8" fmla="*/ 2 w 42"/>
                <a:gd name="T9" fmla="*/ 24 h 26"/>
                <a:gd name="T10" fmla="*/ 27 w 42"/>
                <a:gd name="T11" fmla="*/ 14 h 26"/>
                <a:gd name="T12" fmla="*/ 23 w 42"/>
                <a:gd name="T13" fmla="*/ 10 h 26"/>
                <a:gd name="T14" fmla="*/ 11 w 42"/>
                <a:gd name="T15" fmla="*/ 19 h 26"/>
                <a:gd name="T16" fmla="*/ 10 w 42"/>
                <a:gd name="T17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6">
                  <a:moveTo>
                    <a:pt x="10" y="18"/>
                  </a:moveTo>
                  <a:cubicBezTo>
                    <a:pt x="10" y="18"/>
                    <a:pt x="8" y="14"/>
                    <a:pt x="20" y="8"/>
                  </a:cubicBezTo>
                  <a:cubicBezTo>
                    <a:pt x="33" y="0"/>
                    <a:pt x="42" y="11"/>
                    <a:pt x="31" y="16"/>
                  </a:cubicBezTo>
                  <a:cubicBezTo>
                    <a:pt x="24" y="19"/>
                    <a:pt x="7" y="24"/>
                    <a:pt x="3" y="26"/>
                  </a:cubicBezTo>
                  <a:cubicBezTo>
                    <a:pt x="2" y="26"/>
                    <a:pt x="0" y="25"/>
                    <a:pt x="2" y="24"/>
                  </a:cubicBezTo>
                  <a:cubicBezTo>
                    <a:pt x="5" y="23"/>
                    <a:pt x="25" y="15"/>
                    <a:pt x="27" y="14"/>
                  </a:cubicBezTo>
                  <a:cubicBezTo>
                    <a:pt x="31" y="12"/>
                    <a:pt x="28" y="8"/>
                    <a:pt x="23" y="10"/>
                  </a:cubicBezTo>
                  <a:cubicBezTo>
                    <a:pt x="17" y="13"/>
                    <a:pt x="10" y="19"/>
                    <a:pt x="11" y="19"/>
                  </a:cubicBezTo>
                  <a:cubicBezTo>
                    <a:pt x="12" y="18"/>
                    <a:pt x="9" y="19"/>
                    <a:pt x="10" y="1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2" name="Freeform 252">
              <a:extLst>
                <a:ext uri="{FF2B5EF4-FFF2-40B4-BE49-F238E27FC236}">
                  <a16:creationId xmlns:a16="http://schemas.microsoft.com/office/drawing/2014/main" id="{436A0D2E-7DFB-4644-BEDC-F34164646D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02413" y="12422188"/>
              <a:ext cx="30163" cy="25400"/>
            </a:xfrm>
            <a:custGeom>
              <a:avLst/>
              <a:gdLst>
                <a:gd name="T0" fmla="*/ 8 w 47"/>
                <a:gd name="T1" fmla="*/ 29 h 40"/>
                <a:gd name="T2" fmla="*/ 28 w 47"/>
                <a:gd name="T3" fmla="*/ 10 h 40"/>
                <a:gd name="T4" fmla="*/ 37 w 47"/>
                <a:gd name="T5" fmla="*/ 22 h 40"/>
                <a:gd name="T6" fmla="*/ 2 w 47"/>
                <a:gd name="T7" fmla="*/ 39 h 40"/>
                <a:gd name="T8" fmla="*/ 1 w 47"/>
                <a:gd name="T9" fmla="*/ 37 h 40"/>
                <a:gd name="T10" fmla="*/ 34 w 47"/>
                <a:gd name="T11" fmla="*/ 18 h 40"/>
                <a:gd name="T12" fmla="*/ 30 w 47"/>
                <a:gd name="T13" fmla="*/ 13 h 40"/>
                <a:gd name="T14" fmla="*/ 9 w 47"/>
                <a:gd name="T15" fmla="*/ 29 h 40"/>
                <a:gd name="T16" fmla="*/ 8 w 47"/>
                <a:gd name="T17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40">
                  <a:moveTo>
                    <a:pt x="8" y="29"/>
                  </a:moveTo>
                  <a:cubicBezTo>
                    <a:pt x="9" y="28"/>
                    <a:pt x="17" y="19"/>
                    <a:pt x="28" y="10"/>
                  </a:cubicBezTo>
                  <a:cubicBezTo>
                    <a:pt x="39" y="0"/>
                    <a:pt x="47" y="15"/>
                    <a:pt x="37" y="22"/>
                  </a:cubicBezTo>
                  <a:cubicBezTo>
                    <a:pt x="32" y="25"/>
                    <a:pt x="5" y="37"/>
                    <a:pt x="2" y="39"/>
                  </a:cubicBezTo>
                  <a:cubicBezTo>
                    <a:pt x="1" y="40"/>
                    <a:pt x="0" y="38"/>
                    <a:pt x="1" y="37"/>
                  </a:cubicBezTo>
                  <a:cubicBezTo>
                    <a:pt x="4" y="35"/>
                    <a:pt x="32" y="20"/>
                    <a:pt x="34" y="18"/>
                  </a:cubicBezTo>
                  <a:cubicBezTo>
                    <a:pt x="37" y="16"/>
                    <a:pt x="34" y="10"/>
                    <a:pt x="30" y="13"/>
                  </a:cubicBezTo>
                  <a:cubicBezTo>
                    <a:pt x="25" y="18"/>
                    <a:pt x="8" y="30"/>
                    <a:pt x="9" y="29"/>
                  </a:cubicBezTo>
                  <a:cubicBezTo>
                    <a:pt x="10" y="29"/>
                    <a:pt x="7" y="30"/>
                    <a:pt x="8" y="2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3" name="Freeform 253">
              <a:extLst>
                <a:ext uri="{FF2B5EF4-FFF2-40B4-BE49-F238E27FC236}">
                  <a16:creationId xmlns:a16="http://schemas.microsoft.com/office/drawing/2014/main" id="{F8D77891-325D-422A-B272-4F36B3F8E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92888" y="12414250"/>
              <a:ext cx="17463" cy="20637"/>
            </a:xfrm>
            <a:custGeom>
              <a:avLst/>
              <a:gdLst>
                <a:gd name="T0" fmla="*/ 4 w 27"/>
                <a:gd name="T1" fmla="*/ 23 h 31"/>
                <a:gd name="T2" fmla="*/ 14 w 27"/>
                <a:gd name="T3" fmla="*/ 8 h 31"/>
                <a:gd name="T4" fmla="*/ 21 w 27"/>
                <a:gd name="T5" fmla="*/ 15 h 31"/>
                <a:gd name="T6" fmla="*/ 1 w 27"/>
                <a:gd name="T7" fmla="*/ 30 h 31"/>
                <a:gd name="T8" fmla="*/ 1 w 27"/>
                <a:gd name="T9" fmla="*/ 29 h 31"/>
                <a:gd name="T10" fmla="*/ 19 w 27"/>
                <a:gd name="T11" fmla="*/ 13 h 31"/>
                <a:gd name="T12" fmla="*/ 16 w 27"/>
                <a:gd name="T13" fmla="*/ 10 h 31"/>
                <a:gd name="T14" fmla="*/ 4 w 27"/>
                <a:gd name="T15" fmla="*/ 23 h 31"/>
                <a:gd name="T16" fmla="*/ 4 w 27"/>
                <a:gd name="T1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1">
                  <a:moveTo>
                    <a:pt x="4" y="23"/>
                  </a:moveTo>
                  <a:cubicBezTo>
                    <a:pt x="4" y="22"/>
                    <a:pt x="9" y="16"/>
                    <a:pt x="14" y="8"/>
                  </a:cubicBezTo>
                  <a:cubicBezTo>
                    <a:pt x="20" y="0"/>
                    <a:pt x="27" y="9"/>
                    <a:pt x="21" y="15"/>
                  </a:cubicBezTo>
                  <a:cubicBezTo>
                    <a:pt x="18" y="18"/>
                    <a:pt x="3" y="29"/>
                    <a:pt x="1" y="30"/>
                  </a:cubicBezTo>
                  <a:cubicBezTo>
                    <a:pt x="1" y="31"/>
                    <a:pt x="0" y="30"/>
                    <a:pt x="1" y="29"/>
                  </a:cubicBezTo>
                  <a:cubicBezTo>
                    <a:pt x="2" y="28"/>
                    <a:pt x="18" y="14"/>
                    <a:pt x="19" y="13"/>
                  </a:cubicBezTo>
                  <a:cubicBezTo>
                    <a:pt x="21" y="11"/>
                    <a:pt x="18" y="8"/>
                    <a:pt x="16" y="10"/>
                  </a:cubicBezTo>
                  <a:cubicBezTo>
                    <a:pt x="13" y="14"/>
                    <a:pt x="4" y="24"/>
                    <a:pt x="4" y="23"/>
                  </a:cubicBezTo>
                  <a:cubicBezTo>
                    <a:pt x="5" y="23"/>
                    <a:pt x="3" y="24"/>
                    <a:pt x="4" y="2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4" name="Freeform 254">
              <a:extLst>
                <a:ext uri="{FF2B5EF4-FFF2-40B4-BE49-F238E27FC236}">
                  <a16:creationId xmlns:a16="http://schemas.microsoft.com/office/drawing/2014/main" id="{EBDFA37F-92F5-4EFA-82AA-8B997448AB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38926" y="12523788"/>
              <a:ext cx="25400" cy="19050"/>
            </a:xfrm>
            <a:custGeom>
              <a:avLst/>
              <a:gdLst>
                <a:gd name="T0" fmla="*/ 9 w 39"/>
                <a:gd name="T1" fmla="*/ 4 h 30"/>
                <a:gd name="T2" fmla="*/ 29 w 39"/>
                <a:gd name="T3" fmla="*/ 13 h 30"/>
                <a:gd name="T4" fmla="*/ 23 w 39"/>
                <a:gd name="T5" fmla="*/ 23 h 30"/>
                <a:gd name="T6" fmla="*/ 1 w 39"/>
                <a:gd name="T7" fmla="*/ 2 h 30"/>
                <a:gd name="T8" fmla="*/ 2 w 39"/>
                <a:gd name="T9" fmla="*/ 1 h 30"/>
                <a:gd name="T10" fmla="*/ 24 w 39"/>
                <a:gd name="T11" fmla="*/ 20 h 30"/>
                <a:gd name="T12" fmla="*/ 27 w 39"/>
                <a:gd name="T13" fmla="*/ 16 h 30"/>
                <a:gd name="T14" fmla="*/ 9 w 39"/>
                <a:gd name="T15" fmla="*/ 5 h 30"/>
                <a:gd name="T16" fmla="*/ 9 w 39"/>
                <a:gd name="T1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0">
                  <a:moveTo>
                    <a:pt x="9" y="4"/>
                  </a:moveTo>
                  <a:cubicBezTo>
                    <a:pt x="10" y="5"/>
                    <a:pt x="19" y="6"/>
                    <a:pt x="29" y="13"/>
                  </a:cubicBezTo>
                  <a:cubicBezTo>
                    <a:pt x="39" y="21"/>
                    <a:pt x="30" y="30"/>
                    <a:pt x="23" y="23"/>
                  </a:cubicBezTo>
                  <a:cubicBezTo>
                    <a:pt x="19" y="20"/>
                    <a:pt x="3" y="4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2"/>
                    <a:pt x="23" y="19"/>
                    <a:pt x="24" y="20"/>
                  </a:cubicBezTo>
                  <a:cubicBezTo>
                    <a:pt x="27" y="22"/>
                    <a:pt x="30" y="19"/>
                    <a:pt x="27" y="16"/>
                  </a:cubicBezTo>
                  <a:cubicBezTo>
                    <a:pt x="22" y="12"/>
                    <a:pt x="9" y="4"/>
                    <a:pt x="9" y="5"/>
                  </a:cubicBezTo>
                  <a:cubicBezTo>
                    <a:pt x="10" y="6"/>
                    <a:pt x="9" y="4"/>
                    <a:pt x="9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5" name="Freeform 255">
              <a:extLst>
                <a:ext uri="{FF2B5EF4-FFF2-40B4-BE49-F238E27FC236}">
                  <a16:creationId xmlns:a16="http://schemas.microsoft.com/office/drawing/2014/main" id="{FBC22526-3FB5-4AEA-8800-B21BEB5636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43688" y="12596813"/>
              <a:ext cx="15875" cy="25400"/>
            </a:xfrm>
            <a:custGeom>
              <a:avLst/>
              <a:gdLst>
                <a:gd name="T0" fmla="*/ 6 w 24"/>
                <a:gd name="T1" fmla="*/ 7 h 38"/>
                <a:gd name="T2" fmla="*/ 18 w 24"/>
                <a:gd name="T3" fmla="*/ 21 h 38"/>
                <a:gd name="T4" fmla="*/ 12 w 24"/>
                <a:gd name="T5" fmla="*/ 29 h 38"/>
                <a:gd name="T6" fmla="*/ 0 w 24"/>
                <a:gd name="T7" fmla="*/ 2 h 38"/>
                <a:gd name="T8" fmla="*/ 1 w 24"/>
                <a:gd name="T9" fmla="*/ 1 h 38"/>
                <a:gd name="T10" fmla="*/ 13 w 24"/>
                <a:gd name="T11" fmla="*/ 26 h 38"/>
                <a:gd name="T12" fmla="*/ 16 w 24"/>
                <a:gd name="T13" fmla="*/ 23 h 38"/>
                <a:gd name="T14" fmla="*/ 6 w 24"/>
                <a:gd name="T15" fmla="*/ 8 h 38"/>
                <a:gd name="T16" fmla="*/ 6 w 24"/>
                <a:gd name="T17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8">
                  <a:moveTo>
                    <a:pt x="6" y="7"/>
                  </a:moveTo>
                  <a:cubicBezTo>
                    <a:pt x="6" y="7"/>
                    <a:pt x="13" y="12"/>
                    <a:pt x="18" y="21"/>
                  </a:cubicBezTo>
                  <a:cubicBezTo>
                    <a:pt x="24" y="31"/>
                    <a:pt x="16" y="38"/>
                    <a:pt x="12" y="29"/>
                  </a:cubicBezTo>
                  <a:cubicBezTo>
                    <a:pt x="10" y="24"/>
                    <a:pt x="1" y="5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3"/>
                    <a:pt x="12" y="24"/>
                    <a:pt x="13" y="26"/>
                  </a:cubicBezTo>
                  <a:cubicBezTo>
                    <a:pt x="15" y="29"/>
                    <a:pt x="18" y="26"/>
                    <a:pt x="16" y="23"/>
                  </a:cubicBezTo>
                  <a:cubicBezTo>
                    <a:pt x="14" y="18"/>
                    <a:pt x="5" y="7"/>
                    <a:pt x="6" y="8"/>
                  </a:cubicBezTo>
                  <a:cubicBezTo>
                    <a:pt x="6" y="8"/>
                    <a:pt x="5" y="6"/>
                    <a:pt x="6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6" name="Freeform 256">
              <a:extLst>
                <a:ext uri="{FF2B5EF4-FFF2-40B4-BE49-F238E27FC236}">
                  <a16:creationId xmlns:a16="http://schemas.microsoft.com/office/drawing/2014/main" id="{A8DE2748-7FC0-4644-A82A-DCE50E49F9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40513" y="12552363"/>
              <a:ext cx="84138" cy="101600"/>
            </a:xfrm>
            <a:custGeom>
              <a:avLst/>
              <a:gdLst>
                <a:gd name="T0" fmla="*/ 15 w 132"/>
                <a:gd name="T1" fmla="*/ 11 h 159"/>
                <a:gd name="T2" fmla="*/ 117 w 132"/>
                <a:gd name="T3" fmla="*/ 128 h 159"/>
                <a:gd name="T4" fmla="*/ 104 w 132"/>
                <a:gd name="T5" fmla="*/ 144 h 159"/>
                <a:gd name="T6" fmla="*/ 1 w 132"/>
                <a:gd name="T7" fmla="*/ 4 h 159"/>
                <a:gd name="T8" fmla="*/ 3 w 132"/>
                <a:gd name="T9" fmla="*/ 2 h 159"/>
                <a:gd name="T10" fmla="*/ 107 w 132"/>
                <a:gd name="T11" fmla="*/ 138 h 159"/>
                <a:gd name="T12" fmla="*/ 113 w 132"/>
                <a:gd name="T13" fmla="*/ 132 h 159"/>
                <a:gd name="T14" fmla="*/ 14 w 132"/>
                <a:gd name="T15" fmla="*/ 13 h 159"/>
                <a:gd name="T16" fmla="*/ 15 w 132"/>
                <a:gd name="T17" fmla="*/ 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59">
                  <a:moveTo>
                    <a:pt x="15" y="11"/>
                  </a:moveTo>
                  <a:cubicBezTo>
                    <a:pt x="16" y="12"/>
                    <a:pt x="104" y="113"/>
                    <a:pt x="117" y="128"/>
                  </a:cubicBezTo>
                  <a:cubicBezTo>
                    <a:pt x="132" y="145"/>
                    <a:pt x="114" y="159"/>
                    <a:pt x="104" y="144"/>
                  </a:cubicBezTo>
                  <a:cubicBezTo>
                    <a:pt x="98" y="136"/>
                    <a:pt x="4" y="8"/>
                    <a:pt x="1" y="4"/>
                  </a:cubicBezTo>
                  <a:cubicBezTo>
                    <a:pt x="0" y="2"/>
                    <a:pt x="1" y="0"/>
                    <a:pt x="3" y="2"/>
                  </a:cubicBezTo>
                  <a:cubicBezTo>
                    <a:pt x="6" y="6"/>
                    <a:pt x="105" y="136"/>
                    <a:pt x="107" y="138"/>
                  </a:cubicBezTo>
                  <a:cubicBezTo>
                    <a:pt x="111" y="144"/>
                    <a:pt x="118" y="139"/>
                    <a:pt x="113" y="132"/>
                  </a:cubicBezTo>
                  <a:cubicBezTo>
                    <a:pt x="107" y="125"/>
                    <a:pt x="14" y="11"/>
                    <a:pt x="14" y="13"/>
                  </a:cubicBezTo>
                  <a:cubicBezTo>
                    <a:pt x="15" y="14"/>
                    <a:pt x="14" y="10"/>
                    <a:pt x="15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7" name="Freeform 257">
              <a:extLst>
                <a:ext uri="{FF2B5EF4-FFF2-40B4-BE49-F238E27FC236}">
                  <a16:creationId xmlns:a16="http://schemas.microsoft.com/office/drawing/2014/main" id="{8470AE1B-062A-47D9-B8BC-5B7C5D21B7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34163" y="12499975"/>
              <a:ext cx="128588" cy="65087"/>
            </a:xfrm>
            <a:custGeom>
              <a:avLst/>
              <a:gdLst>
                <a:gd name="T0" fmla="*/ 18 w 201"/>
                <a:gd name="T1" fmla="*/ 5 h 103"/>
                <a:gd name="T2" fmla="*/ 180 w 201"/>
                <a:gd name="T3" fmla="*/ 74 h 103"/>
                <a:gd name="T4" fmla="*/ 175 w 201"/>
                <a:gd name="T5" fmla="*/ 95 h 103"/>
                <a:gd name="T6" fmla="*/ 3 w 201"/>
                <a:gd name="T7" fmla="*/ 4 h 103"/>
                <a:gd name="T8" fmla="*/ 4 w 201"/>
                <a:gd name="T9" fmla="*/ 2 h 103"/>
                <a:gd name="T10" fmla="*/ 176 w 201"/>
                <a:gd name="T11" fmla="*/ 88 h 103"/>
                <a:gd name="T12" fmla="*/ 178 w 201"/>
                <a:gd name="T13" fmla="*/ 80 h 103"/>
                <a:gd name="T14" fmla="*/ 18 w 201"/>
                <a:gd name="T15" fmla="*/ 6 h 103"/>
                <a:gd name="T16" fmla="*/ 18 w 201"/>
                <a:gd name="T17" fmla="*/ 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103">
                  <a:moveTo>
                    <a:pt x="18" y="5"/>
                  </a:moveTo>
                  <a:cubicBezTo>
                    <a:pt x="20" y="5"/>
                    <a:pt x="162" y="66"/>
                    <a:pt x="180" y="74"/>
                  </a:cubicBezTo>
                  <a:cubicBezTo>
                    <a:pt x="201" y="83"/>
                    <a:pt x="191" y="103"/>
                    <a:pt x="175" y="95"/>
                  </a:cubicBezTo>
                  <a:cubicBezTo>
                    <a:pt x="166" y="90"/>
                    <a:pt x="7" y="7"/>
                    <a:pt x="3" y="4"/>
                  </a:cubicBezTo>
                  <a:cubicBezTo>
                    <a:pt x="0" y="3"/>
                    <a:pt x="1" y="0"/>
                    <a:pt x="4" y="2"/>
                  </a:cubicBezTo>
                  <a:cubicBezTo>
                    <a:pt x="8" y="4"/>
                    <a:pt x="172" y="86"/>
                    <a:pt x="176" y="88"/>
                  </a:cubicBezTo>
                  <a:cubicBezTo>
                    <a:pt x="182" y="91"/>
                    <a:pt x="186" y="83"/>
                    <a:pt x="178" y="80"/>
                  </a:cubicBezTo>
                  <a:cubicBezTo>
                    <a:pt x="169" y="76"/>
                    <a:pt x="17" y="6"/>
                    <a:pt x="18" y="6"/>
                  </a:cubicBezTo>
                  <a:cubicBezTo>
                    <a:pt x="20" y="7"/>
                    <a:pt x="17" y="5"/>
                    <a:pt x="18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8" name="Freeform 258">
              <a:extLst>
                <a:ext uri="{FF2B5EF4-FFF2-40B4-BE49-F238E27FC236}">
                  <a16:creationId xmlns:a16="http://schemas.microsoft.com/office/drawing/2014/main" id="{DBA3BF91-BD81-4542-89D5-797A39F96D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37338" y="12544425"/>
              <a:ext cx="130175" cy="144462"/>
            </a:xfrm>
            <a:custGeom>
              <a:avLst/>
              <a:gdLst>
                <a:gd name="T0" fmla="*/ 16 w 203"/>
                <a:gd name="T1" fmla="*/ 11 h 224"/>
                <a:gd name="T2" fmla="*/ 187 w 203"/>
                <a:gd name="T3" fmla="*/ 193 h 224"/>
                <a:gd name="T4" fmla="*/ 174 w 203"/>
                <a:gd name="T5" fmla="*/ 209 h 224"/>
                <a:gd name="T6" fmla="*/ 2 w 203"/>
                <a:gd name="T7" fmla="*/ 4 h 224"/>
                <a:gd name="T8" fmla="*/ 4 w 203"/>
                <a:gd name="T9" fmla="*/ 2 h 224"/>
                <a:gd name="T10" fmla="*/ 177 w 203"/>
                <a:gd name="T11" fmla="*/ 204 h 224"/>
                <a:gd name="T12" fmla="*/ 183 w 203"/>
                <a:gd name="T13" fmla="*/ 197 h 224"/>
                <a:gd name="T14" fmla="*/ 16 w 203"/>
                <a:gd name="T15" fmla="*/ 12 h 224"/>
                <a:gd name="T16" fmla="*/ 16 w 203"/>
                <a:gd name="T17" fmla="*/ 1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3" h="224">
                  <a:moveTo>
                    <a:pt x="16" y="11"/>
                  </a:moveTo>
                  <a:cubicBezTo>
                    <a:pt x="17" y="12"/>
                    <a:pt x="173" y="178"/>
                    <a:pt x="187" y="193"/>
                  </a:cubicBezTo>
                  <a:cubicBezTo>
                    <a:pt x="203" y="209"/>
                    <a:pt x="185" y="224"/>
                    <a:pt x="174" y="209"/>
                  </a:cubicBezTo>
                  <a:cubicBezTo>
                    <a:pt x="168" y="202"/>
                    <a:pt x="5" y="8"/>
                    <a:pt x="2" y="4"/>
                  </a:cubicBezTo>
                  <a:cubicBezTo>
                    <a:pt x="0" y="2"/>
                    <a:pt x="2" y="0"/>
                    <a:pt x="4" y="2"/>
                  </a:cubicBezTo>
                  <a:cubicBezTo>
                    <a:pt x="7" y="6"/>
                    <a:pt x="175" y="201"/>
                    <a:pt x="177" y="204"/>
                  </a:cubicBezTo>
                  <a:cubicBezTo>
                    <a:pt x="182" y="209"/>
                    <a:pt x="188" y="203"/>
                    <a:pt x="183" y="197"/>
                  </a:cubicBezTo>
                  <a:cubicBezTo>
                    <a:pt x="176" y="190"/>
                    <a:pt x="15" y="11"/>
                    <a:pt x="16" y="12"/>
                  </a:cubicBezTo>
                  <a:cubicBezTo>
                    <a:pt x="16" y="14"/>
                    <a:pt x="15" y="10"/>
                    <a:pt x="16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39" name="Freeform 259">
              <a:extLst>
                <a:ext uri="{FF2B5EF4-FFF2-40B4-BE49-F238E27FC236}">
                  <a16:creationId xmlns:a16="http://schemas.microsoft.com/office/drawing/2014/main" id="{08C0DFD9-5D04-40DB-A1CD-2C7B6E7D646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02388" y="12688888"/>
              <a:ext cx="176213" cy="292100"/>
            </a:xfrm>
            <a:custGeom>
              <a:avLst/>
              <a:gdLst>
                <a:gd name="T0" fmla="*/ 172 w 275"/>
                <a:gd name="T1" fmla="*/ 345 h 456"/>
                <a:gd name="T2" fmla="*/ 136 w 275"/>
                <a:gd name="T3" fmla="*/ 201 h 456"/>
                <a:gd name="T4" fmla="*/ 38 w 275"/>
                <a:gd name="T5" fmla="*/ 11 h 456"/>
                <a:gd name="T6" fmla="*/ 42 w 275"/>
                <a:gd name="T7" fmla="*/ 98 h 456"/>
                <a:gd name="T8" fmla="*/ 12 w 275"/>
                <a:gd name="T9" fmla="*/ 105 h 456"/>
                <a:gd name="T10" fmla="*/ 18 w 275"/>
                <a:gd name="T11" fmla="*/ 158 h 456"/>
                <a:gd name="T12" fmla="*/ 61 w 275"/>
                <a:gd name="T13" fmla="*/ 218 h 456"/>
                <a:gd name="T14" fmla="*/ 25 w 275"/>
                <a:gd name="T15" fmla="*/ 251 h 456"/>
                <a:gd name="T16" fmla="*/ 7 w 275"/>
                <a:gd name="T17" fmla="*/ 277 h 456"/>
                <a:gd name="T18" fmla="*/ 60 w 275"/>
                <a:gd name="T19" fmla="*/ 304 h 456"/>
                <a:gd name="T20" fmla="*/ 50 w 275"/>
                <a:gd name="T21" fmla="*/ 344 h 456"/>
                <a:gd name="T22" fmla="*/ 119 w 275"/>
                <a:gd name="T23" fmla="*/ 380 h 456"/>
                <a:gd name="T24" fmla="*/ 133 w 275"/>
                <a:gd name="T25" fmla="*/ 393 h 456"/>
                <a:gd name="T26" fmla="*/ 179 w 275"/>
                <a:gd name="T27" fmla="*/ 410 h 456"/>
                <a:gd name="T28" fmla="*/ 255 w 275"/>
                <a:gd name="T29" fmla="*/ 391 h 456"/>
                <a:gd name="T30" fmla="*/ 37 w 275"/>
                <a:gd name="T31" fmla="*/ 291 h 456"/>
                <a:gd name="T32" fmla="*/ 76 w 275"/>
                <a:gd name="T33" fmla="*/ 289 h 456"/>
                <a:gd name="T34" fmla="*/ 8 w 275"/>
                <a:gd name="T35" fmla="*/ 268 h 456"/>
                <a:gd name="T36" fmla="*/ 51 w 275"/>
                <a:gd name="T37" fmla="*/ 259 h 456"/>
                <a:gd name="T38" fmla="*/ 83 w 275"/>
                <a:gd name="T39" fmla="*/ 275 h 456"/>
                <a:gd name="T40" fmla="*/ 85 w 275"/>
                <a:gd name="T41" fmla="*/ 290 h 456"/>
                <a:gd name="T42" fmla="*/ 85 w 275"/>
                <a:gd name="T43" fmla="*/ 296 h 456"/>
                <a:gd name="T44" fmla="*/ 104 w 275"/>
                <a:gd name="T45" fmla="*/ 323 h 456"/>
                <a:gd name="T46" fmla="*/ 153 w 275"/>
                <a:gd name="T47" fmla="*/ 359 h 456"/>
                <a:gd name="T48" fmla="*/ 104 w 275"/>
                <a:gd name="T49" fmla="*/ 310 h 456"/>
                <a:gd name="T50" fmla="*/ 91 w 275"/>
                <a:gd name="T51" fmla="*/ 349 h 456"/>
                <a:gd name="T52" fmla="*/ 138 w 275"/>
                <a:gd name="T53" fmla="*/ 364 h 456"/>
                <a:gd name="T54" fmla="*/ 123 w 275"/>
                <a:gd name="T55" fmla="*/ 361 h 456"/>
                <a:gd name="T56" fmla="*/ 112 w 275"/>
                <a:gd name="T57" fmla="*/ 376 h 456"/>
                <a:gd name="T58" fmla="*/ 116 w 275"/>
                <a:gd name="T59" fmla="*/ 376 h 456"/>
                <a:gd name="T60" fmla="*/ 167 w 275"/>
                <a:gd name="T61" fmla="*/ 375 h 456"/>
                <a:gd name="T62" fmla="*/ 143 w 275"/>
                <a:gd name="T63" fmla="*/ 387 h 456"/>
                <a:gd name="T64" fmla="*/ 246 w 275"/>
                <a:gd name="T65" fmla="*/ 419 h 456"/>
                <a:gd name="T66" fmla="*/ 236 w 275"/>
                <a:gd name="T67" fmla="*/ 447 h 456"/>
                <a:gd name="T68" fmla="*/ 216 w 275"/>
                <a:gd name="T69" fmla="*/ 412 h 456"/>
                <a:gd name="T70" fmla="*/ 162 w 275"/>
                <a:gd name="T71" fmla="*/ 404 h 456"/>
                <a:gd name="T72" fmla="*/ 259 w 275"/>
                <a:gd name="T73" fmla="*/ 409 h 456"/>
                <a:gd name="T74" fmla="*/ 256 w 275"/>
                <a:gd name="T75" fmla="*/ 418 h 456"/>
                <a:gd name="T76" fmla="*/ 165 w 275"/>
                <a:gd name="T77" fmla="*/ 368 h 456"/>
                <a:gd name="T78" fmla="*/ 136 w 275"/>
                <a:gd name="T79" fmla="*/ 320 h 456"/>
                <a:gd name="T80" fmla="*/ 95 w 275"/>
                <a:gd name="T81" fmla="*/ 285 h 456"/>
                <a:gd name="T82" fmla="*/ 86 w 275"/>
                <a:gd name="T83" fmla="*/ 258 h 456"/>
                <a:gd name="T84" fmla="*/ 78 w 275"/>
                <a:gd name="T85" fmla="*/ 208 h 456"/>
                <a:gd name="T86" fmla="*/ 60 w 275"/>
                <a:gd name="T87" fmla="*/ 166 h 456"/>
                <a:gd name="T88" fmla="*/ 59 w 275"/>
                <a:gd name="T89" fmla="*/ 148 h 456"/>
                <a:gd name="T90" fmla="*/ 67 w 275"/>
                <a:gd name="T91" fmla="*/ 136 h 456"/>
                <a:gd name="T92" fmla="*/ 31 w 275"/>
                <a:gd name="T93" fmla="*/ 46 h 456"/>
                <a:gd name="T94" fmla="*/ 37 w 275"/>
                <a:gd name="T95" fmla="*/ 51 h 456"/>
                <a:gd name="T96" fmla="*/ 40 w 275"/>
                <a:gd name="T97" fmla="*/ 16 h 456"/>
                <a:gd name="T98" fmla="*/ 129 w 275"/>
                <a:gd name="T99" fmla="*/ 204 h 456"/>
                <a:gd name="T100" fmla="*/ 176 w 275"/>
                <a:gd name="T101" fmla="*/ 36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5" h="456">
                  <a:moveTo>
                    <a:pt x="236" y="369"/>
                  </a:moveTo>
                  <a:cubicBezTo>
                    <a:pt x="227" y="364"/>
                    <a:pt x="227" y="364"/>
                    <a:pt x="227" y="364"/>
                  </a:cubicBezTo>
                  <a:cubicBezTo>
                    <a:pt x="221" y="362"/>
                    <a:pt x="210" y="359"/>
                    <a:pt x="203" y="358"/>
                  </a:cubicBezTo>
                  <a:cubicBezTo>
                    <a:pt x="194" y="358"/>
                    <a:pt x="194" y="358"/>
                    <a:pt x="194" y="358"/>
                  </a:cubicBezTo>
                  <a:cubicBezTo>
                    <a:pt x="180" y="358"/>
                    <a:pt x="175" y="350"/>
                    <a:pt x="172" y="345"/>
                  </a:cubicBezTo>
                  <a:cubicBezTo>
                    <a:pt x="166" y="335"/>
                    <a:pt x="165" y="325"/>
                    <a:pt x="154" y="308"/>
                  </a:cubicBezTo>
                  <a:cubicBezTo>
                    <a:pt x="137" y="289"/>
                    <a:pt x="137" y="289"/>
                    <a:pt x="137" y="289"/>
                  </a:cubicBezTo>
                  <a:cubicBezTo>
                    <a:pt x="131" y="284"/>
                    <a:pt x="130" y="279"/>
                    <a:pt x="130" y="271"/>
                  </a:cubicBezTo>
                  <a:cubicBezTo>
                    <a:pt x="132" y="253"/>
                    <a:pt x="132" y="253"/>
                    <a:pt x="132" y="253"/>
                  </a:cubicBezTo>
                  <a:cubicBezTo>
                    <a:pt x="135" y="236"/>
                    <a:pt x="139" y="220"/>
                    <a:pt x="136" y="201"/>
                  </a:cubicBezTo>
                  <a:cubicBezTo>
                    <a:pt x="133" y="171"/>
                    <a:pt x="111" y="142"/>
                    <a:pt x="99" y="125"/>
                  </a:cubicBezTo>
                  <a:cubicBezTo>
                    <a:pt x="91" y="115"/>
                    <a:pt x="86" y="107"/>
                    <a:pt x="81" y="101"/>
                  </a:cubicBezTo>
                  <a:cubicBezTo>
                    <a:pt x="81" y="101"/>
                    <a:pt x="65" y="78"/>
                    <a:pt x="58" y="56"/>
                  </a:cubicBezTo>
                  <a:cubicBezTo>
                    <a:pt x="51" y="35"/>
                    <a:pt x="47" y="23"/>
                    <a:pt x="46" y="12"/>
                  </a:cubicBezTo>
                  <a:cubicBezTo>
                    <a:pt x="46" y="0"/>
                    <a:pt x="39" y="10"/>
                    <a:pt x="38" y="11"/>
                  </a:cubicBezTo>
                  <a:cubicBezTo>
                    <a:pt x="37" y="13"/>
                    <a:pt x="34" y="19"/>
                    <a:pt x="34" y="21"/>
                  </a:cubicBezTo>
                  <a:cubicBezTo>
                    <a:pt x="33" y="22"/>
                    <a:pt x="32" y="23"/>
                    <a:pt x="32" y="23"/>
                  </a:cubicBezTo>
                  <a:cubicBezTo>
                    <a:pt x="32" y="23"/>
                    <a:pt x="29" y="23"/>
                    <a:pt x="27" y="28"/>
                  </a:cubicBezTo>
                  <a:cubicBezTo>
                    <a:pt x="27" y="28"/>
                    <a:pt x="21" y="45"/>
                    <a:pt x="27" y="65"/>
                  </a:cubicBezTo>
                  <a:cubicBezTo>
                    <a:pt x="34" y="85"/>
                    <a:pt x="40" y="96"/>
                    <a:pt x="42" y="98"/>
                  </a:cubicBezTo>
                  <a:cubicBezTo>
                    <a:pt x="43" y="99"/>
                    <a:pt x="42" y="100"/>
                    <a:pt x="42" y="100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98"/>
                    <a:pt x="27" y="95"/>
                    <a:pt x="20" y="95"/>
                  </a:cubicBezTo>
                  <a:cubicBezTo>
                    <a:pt x="13" y="94"/>
                    <a:pt x="12" y="96"/>
                    <a:pt x="9" y="98"/>
                  </a:cubicBezTo>
                  <a:cubicBezTo>
                    <a:pt x="7" y="100"/>
                    <a:pt x="6" y="101"/>
                    <a:pt x="12" y="105"/>
                  </a:cubicBezTo>
                  <a:cubicBezTo>
                    <a:pt x="17" y="109"/>
                    <a:pt x="41" y="129"/>
                    <a:pt x="50" y="145"/>
                  </a:cubicBezTo>
                  <a:cubicBezTo>
                    <a:pt x="59" y="160"/>
                    <a:pt x="54" y="156"/>
                    <a:pt x="52" y="155"/>
                  </a:cubicBezTo>
                  <a:cubicBezTo>
                    <a:pt x="50" y="155"/>
                    <a:pt x="42" y="150"/>
                    <a:pt x="32" y="149"/>
                  </a:cubicBezTo>
                  <a:cubicBezTo>
                    <a:pt x="23" y="148"/>
                    <a:pt x="20" y="148"/>
                    <a:pt x="16" y="151"/>
                  </a:cubicBezTo>
                  <a:cubicBezTo>
                    <a:pt x="14" y="153"/>
                    <a:pt x="15" y="156"/>
                    <a:pt x="18" y="158"/>
                  </a:cubicBezTo>
                  <a:cubicBezTo>
                    <a:pt x="18" y="158"/>
                    <a:pt x="44" y="175"/>
                    <a:pt x="48" y="178"/>
                  </a:cubicBezTo>
                  <a:cubicBezTo>
                    <a:pt x="51" y="180"/>
                    <a:pt x="52" y="183"/>
                    <a:pt x="50" y="182"/>
                  </a:cubicBezTo>
                  <a:cubicBezTo>
                    <a:pt x="47" y="182"/>
                    <a:pt x="39" y="182"/>
                    <a:pt x="36" y="183"/>
                  </a:cubicBezTo>
                  <a:cubicBezTo>
                    <a:pt x="33" y="185"/>
                    <a:pt x="32" y="188"/>
                    <a:pt x="35" y="191"/>
                  </a:cubicBezTo>
                  <a:cubicBezTo>
                    <a:pt x="37" y="194"/>
                    <a:pt x="50" y="204"/>
                    <a:pt x="61" y="218"/>
                  </a:cubicBezTo>
                  <a:cubicBezTo>
                    <a:pt x="73" y="235"/>
                    <a:pt x="75" y="244"/>
                    <a:pt x="78" y="249"/>
                  </a:cubicBezTo>
                  <a:cubicBezTo>
                    <a:pt x="81" y="255"/>
                    <a:pt x="81" y="256"/>
                    <a:pt x="76" y="253"/>
                  </a:cubicBezTo>
                  <a:cubicBezTo>
                    <a:pt x="71" y="249"/>
                    <a:pt x="58" y="243"/>
                    <a:pt x="53" y="243"/>
                  </a:cubicBezTo>
                  <a:cubicBezTo>
                    <a:pt x="48" y="243"/>
                    <a:pt x="33" y="244"/>
                    <a:pt x="27" y="246"/>
                  </a:cubicBezTo>
                  <a:cubicBezTo>
                    <a:pt x="21" y="249"/>
                    <a:pt x="21" y="250"/>
                    <a:pt x="25" y="251"/>
                  </a:cubicBezTo>
                  <a:cubicBezTo>
                    <a:pt x="30" y="253"/>
                    <a:pt x="32" y="254"/>
                    <a:pt x="34" y="255"/>
                  </a:cubicBezTo>
                  <a:cubicBezTo>
                    <a:pt x="37" y="256"/>
                    <a:pt x="34" y="256"/>
                    <a:pt x="32" y="256"/>
                  </a:cubicBezTo>
                  <a:cubicBezTo>
                    <a:pt x="29" y="256"/>
                    <a:pt x="22" y="255"/>
                    <a:pt x="13" y="259"/>
                  </a:cubicBezTo>
                  <a:cubicBezTo>
                    <a:pt x="4" y="263"/>
                    <a:pt x="3" y="268"/>
                    <a:pt x="2" y="272"/>
                  </a:cubicBezTo>
                  <a:cubicBezTo>
                    <a:pt x="0" y="276"/>
                    <a:pt x="2" y="278"/>
                    <a:pt x="7" y="277"/>
                  </a:cubicBezTo>
                  <a:cubicBezTo>
                    <a:pt x="11" y="276"/>
                    <a:pt x="33" y="276"/>
                    <a:pt x="39" y="278"/>
                  </a:cubicBezTo>
                  <a:cubicBezTo>
                    <a:pt x="45" y="280"/>
                    <a:pt x="47" y="282"/>
                    <a:pt x="44" y="282"/>
                  </a:cubicBezTo>
                  <a:cubicBezTo>
                    <a:pt x="41" y="283"/>
                    <a:pt x="35" y="287"/>
                    <a:pt x="31" y="291"/>
                  </a:cubicBezTo>
                  <a:cubicBezTo>
                    <a:pt x="28" y="294"/>
                    <a:pt x="24" y="298"/>
                    <a:pt x="28" y="297"/>
                  </a:cubicBezTo>
                  <a:cubicBezTo>
                    <a:pt x="32" y="297"/>
                    <a:pt x="41" y="296"/>
                    <a:pt x="60" y="304"/>
                  </a:cubicBezTo>
                  <a:cubicBezTo>
                    <a:pt x="79" y="312"/>
                    <a:pt x="96" y="325"/>
                    <a:pt x="102" y="331"/>
                  </a:cubicBezTo>
                  <a:cubicBezTo>
                    <a:pt x="109" y="336"/>
                    <a:pt x="107" y="337"/>
                    <a:pt x="104" y="336"/>
                  </a:cubicBezTo>
                  <a:cubicBezTo>
                    <a:pt x="100" y="335"/>
                    <a:pt x="90" y="331"/>
                    <a:pt x="81" y="332"/>
                  </a:cubicBezTo>
                  <a:cubicBezTo>
                    <a:pt x="73" y="332"/>
                    <a:pt x="58" y="334"/>
                    <a:pt x="52" y="338"/>
                  </a:cubicBezTo>
                  <a:cubicBezTo>
                    <a:pt x="46" y="342"/>
                    <a:pt x="46" y="344"/>
                    <a:pt x="50" y="344"/>
                  </a:cubicBezTo>
                  <a:cubicBezTo>
                    <a:pt x="54" y="344"/>
                    <a:pt x="79" y="351"/>
                    <a:pt x="88" y="354"/>
                  </a:cubicBezTo>
                  <a:cubicBezTo>
                    <a:pt x="98" y="357"/>
                    <a:pt x="108" y="362"/>
                    <a:pt x="114" y="365"/>
                  </a:cubicBezTo>
                  <a:cubicBezTo>
                    <a:pt x="119" y="368"/>
                    <a:pt x="108" y="372"/>
                    <a:pt x="104" y="375"/>
                  </a:cubicBezTo>
                  <a:cubicBezTo>
                    <a:pt x="100" y="379"/>
                    <a:pt x="104" y="379"/>
                    <a:pt x="106" y="380"/>
                  </a:cubicBezTo>
                  <a:cubicBezTo>
                    <a:pt x="109" y="381"/>
                    <a:pt x="119" y="378"/>
                    <a:pt x="119" y="380"/>
                  </a:cubicBezTo>
                  <a:cubicBezTo>
                    <a:pt x="120" y="382"/>
                    <a:pt x="113" y="383"/>
                    <a:pt x="109" y="390"/>
                  </a:cubicBezTo>
                  <a:cubicBezTo>
                    <a:pt x="105" y="396"/>
                    <a:pt x="101" y="401"/>
                    <a:pt x="101" y="407"/>
                  </a:cubicBezTo>
                  <a:cubicBezTo>
                    <a:pt x="100" y="412"/>
                    <a:pt x="103" y="408"/>
                    <a:pt x="105" y="407"/>
                  </a:cubicBezTo>
                  <a:cubicBezTo>
                    <a:pt x="106" y="405"/>
                    <a:pt x="116" y="400"/>
                    <a:pt x="120" y="398"/>
                  </a:cubicBezTo>
                  <a:cubicBezTo>
                    <a:pt x="124" y="396"/>
                    <a:pt x="130" y="394"/>
                    <a:pt x="133" y="393"/>
                  </a:cubicBezTo>
                  <a:cubicBezTo>
                    <a:pt x="136" y="392"/>
                    <a:pt x="130" y="401"/>
                    <a:pt x="132" y="404"/>
                  </a:cubicBezTo>
                  <a:cubicBezTo>
                    <a:pt x="135" y="407"/>
                    <a:pt x="142" y="405"/>
                    <a:pt x="146" y="403"/>
                  </a:cubicBezTo>
                  <a:cubicBezTo>
                    <a:pt x="151" y="400"/>
                    <a:pt x="157" y="396"/>
                    <a:pt x="159" y="398"/>
                  </a:cubicBezTo>
                  <a:cubicBezTo>
                    <a:pt x="161" y="400"/>
                    <a:pt x="153" y="406"/>
                    <a:pt x="158" y="410"/>
                  </a:cubicBezTo>
                  <a:cubicBezTo>
                    <a:pt x="163" y="414"/>
                    <a:pt x="179" y="410"/>
                    <a:pt x="179" y="410"/>
                  </a:cubicBezTo>
                  <a:cubicBezTo>
                    <a:pt x="219" y="408"/>
                    <a:pt x="232" y="433"/>
                    <a:pt x="233" y="440"/>
                  </a:cubicBezTo>
                  <a:cubicBezTo>
                    <a:pt x="234" y="446"/>
                    <a:pt x="228" y="448"/>
                    <a:pt x="224" y="449"/>
                  </a:cubicBezTo>
                  <a:cubicBezTo>
                    <a:pt x="221" y="451"/>
                    <a:pt x="226" y="455"/>
                    <a:pt x="241" y="456"/>
                  </a:cubicBezTo>
                  <a:cubicBezTo>
                    <a:pt x="249" y="456"/>
                    <a:pt x="263" y="454"/>
                    <a:pt x="269" y="437"/>
                  </a:cubicBezTo>
                  <a:cubicBezTo>
                    <a:pt x="275" y="422"/>
                    <a:pt x="257" y="395"/>
                    <a:pt x="255" y="391"/>
                  </a:cubicBezTo>
                  <a:cubicBezTo>
                    <a:pt x="252" y="386"/>
                    <a:pt x="245" y="376"/>
                    <a:pt x="236" y="369"/>
                  </a:cubicBezTo>
                  <a:moveTo>
                    <a:pt x="104" y="323"/>
                  </a:moveTo>
                  <a:cubicBezTo>
                    <a:pt x="94" y="316"/>
                    <a:pt x="94" y="316"/>
                    <a:pt x="94" y="316"/>
                  </a:cubicBezTo>
                  <a:cubicBezTo>
                    <a:pt x="88" y="310"/>
                    <a:pt x="64" y="296"/>
                    <a:pt x="57" y="295"/>
                  </a:cubicBezTo>
                  <a:cubicBezTo>
                    <a:pt x="55" y="294"/>
                    <a:pt x="44" y="292"/>
                    <a:pt x="37" y="291"/>
                  </a:cubicBezTo>
                  <a:cubicBezTo>
                    <a:pt x="39" y="291"/>
                    <a:pt x="41" y="289"/>
                    <a:pt x="45" y="288"/>
                  </a:cubicBezTo>
                  <a:cubicBezTo>
                    <a:pt x="47" y="287"/>
                    <a:pt x="47" y="287"/>
                    <a:pt x="47" y="287"/>
                  </a:cubicBezTo>
                  <a:cubicBezTo>
                    <a:pt x="56" y="285"/>
                    <a:pt x="65" y="286"/>
                    <a:pt x="74" y="290"/>
                  </a:cubicBezTo>
                  <a:cubicBezTo>
                    <a:pt x="76" y="291"/>
                    <a:pt x="76" y="291"/>
                    <a:pt x="76" y="291"/>
                  </a:cubicBezTo>
                  <a:cubicBezTo>
                    <a:pt x="76" y="289"/>
                    <a:pt x="76" y="289"/>
                    <a:pt x="76" y="289"/>
                  </a:cubicBezTo>
                  <a:cubicBezTo>
                    <a:pt x="77" y="286"/>
                    <a:pt x="71" y="282"/>
                    <a:pt x="60" y="276"/>
                  </a:cubicBezTo>
                  <a:cubicBezTo>
                    <a:pt x="57" y="275"/>
                    <a:pt x="57" y="275"/>
                    <a:pt x="57" y="275"/>
                  </a:cubicBezTo>
                  <a:cubicBezTo>
                    <a:pt x="56" y="274"/>
                    <a:pt x="55" y="274"/>
                    <a:pt x="55" y="274"/>
                  </a:cubicBezTo>
                  <a:cubicBezTo>
                    <a:pt x="44" y="270"/>
                    <a:pt x="14" y="272"/>
                    <a:pt x="9" y="272"/>
                  </a:cubicBezTo>
                  <a:cubicBezTo>
                    <a:pt x="4" y="272"/>
                    <a:pt x="10" y="268"/>
                    <a:pt x="8" y="268"/>
                  </a:cubicBezTo>
                  <a:cubicBezTo>
                    <a:pt x="10" y="265"/>
                    <a:pt x="17" y="260"/>
                    <a:pt x="39" y="263"/>
                  </a:cubicBezTo>
                  <a:cubicBezTo>
                    <a:pt x="39" y="263"/>
                    <a:pt x="56" y="266"/>
                    <a:pt x="56" y="264"/>
                  </a:cubicBezTo>
                  <a:cubicBezTo>
                    <a:pt x="57" y="264"/>
                    <a:pt x="57" y="264"/>
                    <a:pt x="57" y="263"/>
                  </a:cubicBezTo>
                  <a:cubicBezTo>
                    <a:pt x="57" y="263"/>
                    <a:pt x="56" y="262"/>
                    <a:pt x="56" y="261"/>
                  </a:cubicBezTo>
                  <a:cubicBezTo>
                    <a:pt x="51" y="259"/>
                    <a:pt x="51" y="259"/>
                    <a:pt x="51" y="259"/>
                  </a:cubicBezTo>
                  <a:cubicBezTo>
                    <a:pt x="46" y="257"/>
                    <a:pt x="40" y="254"/>
                    <a:pt x="35" y="250"/>
                  </a:cubicBezTo>
                  <a:cubicBezTo>
                    <a:pt x="35" y="246"/>
                    <a:pt x="56" y="249"/>
                    <a:pt x="56" y="249"/>
                  </a:cubicBezTo>
                  <a:cubicBezTo>
                    <a:pt x="63" y="251"/>
                    <a:pt x="72" y="255"/>
                    <a:pt x="77" y="261"/>
                  </a:cubicBezTo>
                  <a:cubicBezTo>
                    <a:pt x="79" y="263"/>
                    <a:pt x="80" y="264"/>
                    <a:pt x="81" y="267"/>
                  </a:cubicBezTo>
                  <a:cubicBezTo>
                    <a:pt x="82" y="270"/>
                    <a:pt x="83" y="273"/>
                    <a:pt x="83" y="275"/>
                  </a:cubicBezTo>
                  <a:cubicBezTo>
                    <a:pt x="83" y="275"/>
                    <a:pt x="83" y="275"/>
                    <a:pt x="82" y="275"/>
                  </a:cubicBezTo>
                  <a:cubicBezTo>
                    <a:pt x="78" y="273"/>
                    <a:pt x="73" y="276"/>
                    <a:pt x="73" y="276"/>
                  </a:cubicBezTo>
                  <a:cubicBezTo>
                    <a:pt x="73" y="278"/>
                    <a:pt x="75" y="279"/>
                    <a:pt x="75" y="280"/>
                  </a:cubicBezTo>
                  <a:cubicBezTo>
                    <a:pt x="78" y="283"/>
                    <a:pt x="83" y="287"/>
                    <a:pt x="89" y="291"/>
                  </a:cubicBezTo>
                  <a:cubicBezTo>
                    <a:pt x="87" y="290"/>
                    <a:pt x="86" y="290"/>
                    <a:pt x="85" y="290"/>
                  </a:cubicBezTo>
                  <a:cubicBezTo>
                    <a:pt x="85" y="290"/>
                    <a:pt x="83" y="291"/>
                    <a:pt x="83" y="292"/>
                  </a:cubicBezTo>
                  <a:cubicBezTo>
                    <a:pt x="83" y="292"/>
                    <a:pt x="83" y="292"/>
                    <a:pt x="83" y="292"/>
                  </a:cubicBezTo>
                  <a:cubicBezTo>
                    <a:pt x="83" y="293"/>
                    <a:pt x="83" y="294"/>
                    <a:pt x="83" y="294"/>
                  </a:cubicBezTo>
                  <a:cubicBezTo>
                    <a:pt x="84" y="295"/>
                    <a:pt x="84" y="295"/>
                    <a:pt x="84" y="295"/>
                  </a:cubicBezTo>
                  <a:cubicBezTo>
                    <a:pt x="85" y="296"/>
                    <a:pt x="85" y="296"/>
                    <a:pt x="85" y="296"/>
                  </a:cubicBezTo>
                  <a:cubicBezTo>
                    <a:pt x="87" y="297"/>
                    <a:pt x="93" y="301"/>
                    <a:pt x="94" y="303"/>
                  </a:cubicBezTo>
                  <a:cubicBezTo>
                    <a:pt x="94" y="303"/>
                    <a:pt x="94" y="310"/>
                    <a:pt x="104" y="317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9" y="329"/>
                    <a:pt x="139" y="349"/>
                    <a:pt x="129" y="350"/>
                  </a:cubicBezTo>
                  <a:cubicBezTo>
                    <a:pt x="128" y="349"/>
                    <a:pt x="115" y="339"/>
                    <a:pt x="104" y="323"/>
                  </a:cubicBezTo>
                  <a:moveTo>
                    <a:pt x="90" y="288"/>
                  </a:moveTo>
                  <a:cubicBezTo>
                    <a:pt x="114" y="295"/>
                    <a:pt x="128" y="325"/>
                    <a:pt x="136" y="329"/>
                  </a:cubicBezTo>
                  <a:cubicBezTo>
                    <a:pt x="155" y="355"/>
                    <a:pt x="155" y="355"/>
                    <a:pt x="155" y="355"/>
                  </a:cubicBezTo>
                  <a:cubicBezTo>
                    <a:pt x="155" y="355"/>
                    <a:pt x="153" y="358"/>
                    <a:pt x="153" y="359"/>
                  </a:cubicBezTo>
                  <a:cubicBezTo>
                    <a:pt x="153" y="359"/>
                    <a:pt x="153" y="359"/>
                    <a:pt x="153" y="359"/>
                  </a:cubicBezTo>
                  <a:cubicBezTo>
                    <a:pt x="149" y="360"/>
                    <a:pt x="149" y="360"/>
                    <a:pt x="149" y="360"/>
                  </a:cubicBezTo>
                  <a:cubicBezTo>
                    <a:pt x="146" y="361"/>
                    <a:pt x="135" y="343"/>
                    <a:pt x="131" y="337"/>
                  </a:cubicBezTo>
                  <a:cubicBezTo>
                    <a:pt x="126" y="330"/>
                    <a:pt x="126" y="330"/>
                    <a:pt x="126" y="330"/>
                  </a:cubicBezTo>
                  <a:cubicBezTo>
                    <a:pt x="124" y="327"/>
                    <a:pt x="118" y="322"/>
                    <a:pt x="113" y="318"/>
                  </a:cubicBezTo>
                  <a:cubicBezTo>
                    <a:pt x="109" y="314"/>
                    <a:pt x="105" y="311"/>
                    <a:pt x="104" y="310"/>
                  </a:cubicBezTo>
                  <a:cubicBezTo>
                    <a:pt x="104" y="310"/>
                    <a:pt x="103" y="310"/>
                    <a:pt x="103" y="309"/>
                  </a:cubicBezTo>
                  <a:cubicBezTo>
                    <a:pt x="103" y="309"/>
                    <a:pt x="103" y="307"/>
                    <a:pt x="103" y="307"/>
                  </a:cubicBezTo>
                  <a:cubicBezTo>
                    <a:pt x="102" y="302"/>
                    <a:pt x="102" y="302"/>
                    <a:pt x="102" y="302"/>
                  </a:cubicBezTo>
                  <a:cubicBezTo>
                    <a:pt x="95" y="298"/>
                    <a:pt x="92" y="289"/>
                    <a:pt x="90" y="288"/>
                  </a:cubicBezTo>
                  <a:moveTo>
                    <a:pt x="91" y="349"/>
                  </a:moveTo>
                  <a:cubicBezTo>
                    <a:pt x="90" y="348"/>
                    <a:pt x="87" y="348"/>
                    <a:pt x="80" y="346"/>
                  </a:cubicBezTo>
                  <a:cubicBezTo>
                    <a:pt x="74" y="345"/>
                    <a:pt x="63" y="342"/>
                    <a:pt x="59" y="340"/>
                  </a:cubicBezTo>
                  <a:cubicBezTo>
                    <a:pt x="63" y="339"/>
                    <a:pt x="76" y="336"/>
                    <a:pt x="101" y="341"/>
                  </a:cubicBezTo>
                  <a:cubicBezTo>
                    <a:pt x="106" y="342"/>
                    <a:pt x="115" y="345"/>
                    <a:pt x="121" y="349"/>
                  </a:cubicBezTo>
                  <a:cubicBezTo>
                    <a:pt x="124" y="351"/>
                    <a:pt x="136" y="360"/>
                    <a:pt x="138" y="364"/>
                  </a:cubicBezTo>
                  <a:cubicBezTo>
                    <a:pt x="138" y="364"/>
                    <a:pt x="138" y="365"/>
                    <a:pt x="138" y="365"/>
                  </a:cubicBezTo>
                  <a:cubicBezTo>
                    <a:pt x="138" y="365"/>
                    <a:pt x="137" y="366"/>
                    <a:pt x="137" y="366"/>
                  </a:cubicBezTo>
                  <a:cubicBezTo>
                    <a:pt x="131" y="369"/>
                    <a:pt x="131" y="369"/>
                    <a:pt x="131" y="369"/>
                  </a:cubicBezTo>
                  <a:cubicBezTo>
                    <a:pt x="130" y="369"/>
                    <a:pt x="129" y="368"/>
                    <a:pt x="128" y="367"/>
                  </a:cubicBezTo>
                  <a:cubicBezTo>
                    <a:pt x="123" y="361"/>
                    <a:pt x="123" y="361"/>
                    <a:pt x="123" y="361"/>
                  </a:cubicBezTo>
                  <a:cubicBezTo>
                    <a:pt x="115" y="353"/>
                    <a:pt x="104" y="351"/>
                    <a:pt x="99" y="348"/>
                  </a:cubicBezTo>
                  <a:cubicBezTo>
                    <a:pt x="97" y="348"/>
                    <a:pt x="96" y="348"/>
                    <a:pt x="96" y="348"/>
                  </a:cubicBezTo>
                  <a:cubicBezTo>
                    <a:pt x="94" y="348"/>
                    <a:pt x="93" y="350"/>
                    <a:pt x="91" y="349"/>
                  </a:cubicBezTo>
                  <a:moveTo>
                    <a:pt x="116" y="376"/>
                  </a:moveTo>
                  <a:cubicBezTo>
                    <a:pt x="112" y="376"/>
                    <a:pt x="112" y="376"/>
                    <a:pt x="112" y="376"/>
                  </a:cubicBezTo>
                  <a:cubicBezTo>
                    <a:pt x="114" y="373"/>
                    <a:pt x="114" y="373"/>
                    <a:pt x="114" y="373"/>
                  </a:cubicBezTo>
                  <a:cubicBezTo>
                    <a:pt x="117" y="371"/>
                    <a:pt x="118" y="368"/>
                    <a:pt x="121" y="369"/>
                  </a:cubicBezTo>
                  <a:cubicBezTo>
                    <a:pt x="123" y="370"/>
                    <a:pt x="123" y="370"/>
                    <a:pt x="123" y="370"/>
                  </a:cubicBezTo>
                  <a:cubicBezTo>
                    <a:pt x="124" y="371"/>
                    <a:pt x="127" y="373"/>
                    <a:pt x="126" y="375"/>
                  </a:cubicBezTo>
                  <a:cubicBezTo>
                    <a:pt x="125" y="377"/>
                    <a:pt x="124" y="377"/>
                    <a:pt x="116" y="376"/>
                  </a:cubicBezTo>
                  <a:moveTo>
                    <a:pt x="123" y="391"/>
                  </a:moveTo>
                  <a:cubicBezTo>
                    <a:pt x="111" y="398"/>
                    <a:pt x="112" y="397"/>
                    <a:pt x="110" y="398"/>
                  </a:cubicBezTo>
                  <a:cubicBezTo>
                    <a:pt x="109" y="390"/>
                    <a:pt x="143" y="364"/>
                    <a:pt x="156" y="363"/>
                  </a:cubicBezTo>
                  <a:cubicBezTo>
                    <a:pt x="157" y="362"/>
                    <a:pt x="158" y="366"/>
                    <a:pt x="160" y="369"/>
                  </a:cubicBezTo>
                  <a:cubicBezTo>
                    <a:pt x="161" y="371"/>
                    <a:pt x="167" y="375"/>
                    <a:pt x="167" y="375"/>
                  </a:cubicBezTo>
                  <a:cubicBezTo>
                    <a:pt x="168" y="376"/>
                    <a:pt x="184" y="380"/>
                    <a:pt x="185" y="380"/>
                  </a:cubicBezTo>
                  <a:cubicBezTo>
                    <a:pt x="181" y="381"/>
                    <a:pt x="147" y="376"/>
                    <a:pt x="123" y="391"/>
                  </a:cubicBezTo>
                  <a:moveTo>
                    <a:pt x="151" y="394"/>
                  </a:moveTo>
                  <a:cubicBezTo>
                    <a:pt x="151" y="394"/>
                    <a:pt x="143" y="402"/>
                    <a:pt x="136" y="400"/>
                  </a:cubicBezTo>
                  <a:cubicBezTo>
                    <a:pt x="130" y="398"/>
                    <a:pt x="140" y="390"/>
                    <a:pt x="143" y="387"/>
                  </a:cubicBezTo>
                  <a:cubicBezTo>
                    <a:pt x="151" y="383"/>
                    <a:pt x="179" y="382"/>
                    <a:pt x="192" y="384"/>
                  </a:cubicBezTo>
                  <a:cubicBezTo>
                    <a:pt x="204" y="385"/>
                    <a:pt x="218" y="388"/>
                    <a:pt x="225" y="392"/>
                  </a:cubicBezTo>
                  <a:cubicBezTo>
                    <a:pt x="235" y="397"/>
                    <a:pt x="246" y="405"/>
                    <a:pt x="250" y="416"/>
                  </a:cubicBezTo>
                  <a:cubicBezTo>
                    <a:pt x="255" y="426"/>
                    <a:pt x="255" y="434"/>
                    <a:pt x="251" y="433"/>
                  </a:cubicBezTo>
                  <a:cubicBezTo>
                    <a:pt x="248" y="431"/>
                    <a:pt x="252" y="432"/>
                    <a:pt x="246" y="419"/>
                  </a:cubicBezTo>
                  <a:cubicBezTo>
                    <a:pt x="243" y="414"/>
                    <a:pt x="242" y="409"/>
                    <a:pt x="228" y="401"/>
                  </a:cubicBezTo>
                  <a:cubicBezTo>
                    <a:pt x="202" y="392"/>
                    <a:pt x="202" y="392"/>
                    <a:pt x="202" y="392"/>
                  </a:cubicBezTo>
                  <a:cubicBezTo>
                    <a:pt x="193" y="391"/>
                    <a:pt x="170" y="387"/>
                    <a:pt x="151" y="394"/>
                  </a:cubicBezTo>
                  <a:moveTo>
                    <a:pt x="241" y="449"/>
                  </a:moveTo>
                  <a:cubicBezTo>
                    <a:pt x="237" y="450"/>
                    <a:pt x="236" y="447"/>
                    <a:pt x="236" y="447"/>
                  </a:cubicBezTo>
                  <a:cubicBezTo>
                    <a:pt x="236" y="446"/>
                    <a:pt x="236" y="446"/>
                    <a:pt x="237" y="445"/>
                  </a:cubicBezTo>
                  <a:cubicBezTo>
                    <a:pt x="239" y="443"/>
                    <a:pt x="239" y="441"/>
                    <a:pt x="239" y="439"/>
                  </a:cubicBezTo>
                  <a:cubicBezTo>
                    <a:pt x="239" y="435"/>
                    <a:pt x="236" y="430"/>
                    <a:pt x="233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28" y="420"/>
                    <a:pt x="222" y="415"/>
                    <a:pt x="216" y="412"/>
                  </a:cubicBezTo>
                  <a:cubicBezTo>
                    <a:pt x="211" y="409"/>
                    <a:pt x="204" y="407"/>
                    <a:pt x="198" y="406"/>
                  </a:cubicBezTo>
                  <a:cubicBezTo>
                    <a:pt x="196" y="406"/>
                    <a:pt x="196" y="406"/>
                    <a:pt x="196" y="406"/>
                  </a:cubicBezTo>
                  <a:cubicBezTo>
                    <a:pt x="190" y="404"/>
                    <a:pt x="181" y="405"/>
                    <a:pt x="174" y="406"/>
                  </a:cubicBezTo>
                  <a:cubicBezTo>
                    <a:pt x="169" y="406"/>
                    <a:pt x="163" y="407"/>
                    <a:pt x="162" y="406"/>
                  </a:cubicBezTo>
                  <a:cubicBezTo>
                    <a:pt x="162" y="405"/>
                    <a:pt x="162" y="405"/>
                    <a:pt x="162" y="404"/>
                  </a:cubicBezTo>
                  <a:cubicBezTo>
                    <a:pt x="163" y="402"/>
                    <a:pt x="167" y="399"/>
                    <a:pt x="172" y="397"/>
                  </a:cubicBezTo>
                  <a:cubicBezTo>
                    <a:pt x="175" y="396"/>
                    <a:pt x="204" y="391"/>
                    <a:pt x="230" y="409"/>
                  </a:cubicBezTo>
                  <a:cubicBezTo>
                    <a:pt x="236" y="413"/>
                    <a:pt x="248" y="429"/>
                    <a:pt x="248" y="440"/>
                  </a:cubicBezTo>
                  <a:cubicBezTo>
                    <a:pt x="248" y="443"/>
                    <a:pt x="244" y="448"/>
                    <a:pt x="241" y="449"/>
                  </a:cubicBezTo>
                  <a:moveTo>
                    <a:pt x="259" y="409"/>
                  </a:moveTo>
                  <a:cubicBezTo>
                    <a:pt x="266" y="419"/>
                    <a:pt x="265" y="428"/>
                    <a:pt x="263" y="435"/>
                  </a:cubicBezTo>
                  <a:cubicBezTo>
                    <a:pt x="263" y="438"/>
                    <a:pt x="261" y="441"/>
                    <a:pt x="260" y="443"/>
                  </a:cubicBezTo>
                  <a:cubicBezTo>
                    <a:pt x="251" y="453"/>
                    <a:pt x="242" y="452"/>
                    <a:pt x="251" y="443"/>
                  </a:cubicBezTo>
                  <a:cubicBezTo>
                    <a:pt x="251" y="443"/>
                    <a:pt x="257" y="437"/>
                    <a:pt x="258" y="428"/>
                  </a:cubicBezTo>
                  <a:cubicBezTo>
                    <a:pt x="258" y="424"/>
                    <a:pt x="257" y="421"/>
                    <a:pt x="256" y="418"/>
                  </a:cubicBezTo>
                  <a:cubicBezTo>
                    <a:pt x="254" y="413"/>
                    <a:pt x="249" y="405"/>
                    <a:pt x="246" y="401"/>
                  </a:cubicBezTo>
                  <a:cubicBezTo>
                    <a:pt x="237" y="391"/>
                    <a:pt x="230" y="387"/>
                    <a:pt x="217" y="383"/>
                  </a:cubicBezTo>
                  <a:cubicBezTo>
                    <a:pt x="207" y="379"/>
                    <a:pt x="197" y="377"/>
                    <a:pt x="189" y="376"/>
                  </a:cubicBezTo>
                  <a:cubicBezTo>
                    <a:pt x="183" y="375"/>
                    <a:pt x="183" y="375"/>
                    <a:pt x="183" y="375"/>
                  </a:cubicBezTo>
                  <a:cubicBezTo>
                    <a:pt x="176" y="374"/>
                    <a:pt x="169" y="374"/>
                    <a:pt x="165" y="368"/>
                  </a:cubicBezTo>
                  <a:cubicBezTo>
                    <a:pt x="162" y="362"/>
                    <a:pt x="162" y="362"/>
                    <a:pt x="162" y="362"/>
                  </a:cubicBezTo>
                  <a:cubicBezTo>
                    <a:pt x="159" y="358"/>
                    <a:pt x="157" y="353"/>
                    <a:pt x="154" y="347"/>
                  </a:cubicBezTo>
                  <a:cubicBezTo>
                    <a:pt x="154" y="346"/>
                    <a:pt x="153" y="345"/>
                    <a:pt x="153" y="343"/>
                  </a:cubicBezTo>
                  <a:cubicBezTo>
                    <a:pt x="149" y="337"/>
                    <a:pt x="144" y="331"/>
                    <a:pt x="139" y="325"/>
                  </a:cubicBezTo>
                  <a:cubicBezTo>
                    <a:pt x="136" y="320"/>
                    <a:pt x="136" y="320"/>
                    <a:pt x="136" y="320"/>
                  </a:cubicBezTo>
                  <a:cubicBezTo>
                    <a:pt x="123" y="305"/>
                    <a:pt x="123" y="305"/>
                    <a:pt x="123" y="305"/>
                  </a:cubicBezTo>
                  <a:cubicBezTo>
                    <a:pt x="121" y="303"/>
                    <a:pt x="121" y="303"/>
                    <a:pt x="121" y="303"/>
                  </a:cubicBezTo>
                  <a:cubicBezTo>
                    <a:pt x="117" y="299"/>
                    <a:pt x="114" y="295"/>
                    <a:pt x="108" y="293"/>
                  </a:cubicBezTo>
                  <a:cubicBezTo>
                    <a:pt x="103" y="291"/>
                    <a:pt x="101" y="290"/>
                    <a:pt x="97" y="286"/>
                  </a:cubicBezTo>
                  <a:cubicBezTo>
                    <a:pt x="95" y="285"/>
                    <a:pt x="95" y="285"/>
                    <a:pt x="95" y="285"/>
                  </a:cubicBezTo>
                  <a:cubicBezTo>
                    <a:pt x="90" y="280"/>
                    <a:pt x="90" y="280"/>
                    <a:pt x="90" y="280"/>
                  </a:cubicBezTo>
                  <a:cubicBezTo>
                    <a:pt x="88" y="277"/>
                    <a:pt x="87" y="274"/>
                    <a:pt x="87" y="270"/>
                  </a:cubicBezTo>
                  <a:cubicBezTo>
                    <a:pt x="87" y="270"/>
                    <a:pt x="87" y="270"/>
                    <a:pt x="87" y="270"/>
                  </a:cubicBezTo>
                  <a:cubicBezTo>
                    <a:pt x="86" y="262"/>
                    <a:pt x="86" y="262"/>
                    <a:pt x="86" y="262"/>
                  </a:cubicBezTo>
                  <a:cubicBezTo>
                    <a:pt x="86" y="258"/>
                    <a:pt x="86" y="258"/>
                    <a:pt x="86" y="258"/>
                  </a:cubicBezTo>
                  <a:cubicBezTo>
                    <a:pt x="84" y="245"/>
                    <a:pt x="72" y="220"/>
                    <a:pt x="60" y="206"/>
                  </a:cubicBezTo>
                  <a:cubicBezTo>
                    <a:pt x="57" y="203"/>
                    <a:pt x="44" y="192"/>
                    <a:pt x="40" y="189"/>
                  </a:cubicBezTo>
                  <a:cubicBezTo>
                    <a:pt x="41" y="189"/>
                    <a:pt x="44" y="188"/>
                    <a:pt x="46" y="188"/>
                  </a:cubicBezTo>
                  <a:cubicBezTo>
                    <a:pt x="50" y="188"/>
                    <a:pt x="56" y="189"/>
                    <a:pt x="60" y="192"/>
                  </a:cubicBezTo>
                  <a:cubicBezTo>
                    <a:pt x="60" y="192"/>
                    <a:pt x="76" y="209"/>
                    <a:pt x="78" y="208"/>
                  </a:cubicBezTo>
                  <a:cubicBezTo>
                    <a:pt x="79" y="208"/>
                    <a:pt x="80" y="207"/>
                    <a:pt x="80" y="205"/>
                  </a:cubicBezTo>
                  <a:cubicBezTo>
                    <a:pt x="80" y="204"/>
                    <a:pt x="80" y="203"/>
                    <a:pt x="79" y="201"/>
                  </a:cubicBezTo>
                  <a:cubicBezTo>
                    <a:pt x="77" y="198"/>
                    <a:pt x="71" y="192"/>
                    <a:pt x="52" y="175"/>
                  </a:cubicBezTo>
                  <a:cubicBezTo>
                    <a:pt x="33" y="159"/>
                    <a:pt x="18" y="157"/>
                    <a:pt x="25" y="155"/>
                  </a:cubicBezTo>
                  <a:cubicBezTo>
                    <a:pt x="32" y="156"/>
                    <a:pt x="48" y="155"/>
                    <a:pt x="60" y="166"/>
                  </a:cubicBezTo>
                  <a:cubicBezTo>
                    <a:pt x="65" y="171"/>
                    <a:pt x="75" y="180"/>
                    <a:pt x="78" y="184"/>
                  </a:cubicBezTo>
                  <a:cubicBezTo>
                    <a:pt x="82" y="188"/>
                    <a:pt x="84" y="187"/>
                    <a:pt x="84" y="187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5" y="158"/>
                    <a:pt x="61" y="153"/>
                    <a:pt x="59" y="148"/>
                  </a:cubicBezTo>
                  <a:cubicBezTo>
                    <a:pt x="56" y="143"/>
                    <a:pt x="54" y="137"/>
                    <a:pt x="50" y="132"/>
                  </a:cubicBezTo>
                  <a:cubicBezTo>
                    <a:pt x="47" y="128"/>
                    <a:pt x="37" y="120"/>
                    <a:pt x="28" y="112"/>
                  </a:cubicBezTo>
                  <a:cubicBezTo>
                    <a:pt x="23" y="108"/>
                    <a:pt x="18" y="103"/>
                    <a:pt x="16" y="101"/>
                  </a:cubicBezTo>
                  <a:cubicBezTo>
                    <a:pt x="21" y="101"/>
                    <a:pt x="40" y="106"/>
                    <a:pt x="47" y="112"/>
                  </a:cubicBezTo>
                  <a:cubicBezTo>
                    <a:pt x="47" y="112"/>
                    <a:pt x="64" y="131"/>
                    <a:pt x="67" y="136"/>
                  </a:cubicBezTo>
                  <a:cubicBezTo>
                    <a:pt x="69" y="138"/>
                    <a:pt x="71" y="139"/>
                    <a:pt x="73" y="138"/>
                  </a:cubicBezTo>
                  <a:cubicBezTo>
                    <a:pt x="74" y="138"/>
                    <a:pt x="74" y="137"/>
                    <a:pt x="74" y="136"/>
                  </a:cubicBezTo>
                  <a:cubicBezTo>
                    <a:pt x="74" y="135"/>
                    <a:pt x="74" y="134"/>
                    <a:pt x="73" y="132"/>
                  </a:cubicBezTo>
                  <a:cubicBezTo>
                    <a:pt x="65" y="122"/>
                    <a:pt x="44" y="88"/>
                    <a:pt x="41" y="83"/>
                  </a:cubicBezTo>
                  <a:cubicBezTo>
                    <a:pt x="36" y="73"/>
                    <a:pt x="33" y="61"/>
                    <a:pt x="31" y="46"/>
                  </a:cubicBezTo>
                  <a:cubicBezTo>
                    <a:pt x="30" y="46"/>
                    <a:pt x="30" y="45"/>
                    <a:pt x="30" y="43"/>
                  </a:cubicBezTo>
                  <a:cubicBezTo>
                    <a:pt x="30" y="39"/>
                    <a:pt x="31" y="33"/>
                    <a:pt x="31" y="31"/>
                  </a:cubicBezTo>
                  <a:cubicBezTo>
                    <a:pt x="32" y="33"/>
                    <a:pt x="33" y="37"/>
                    <a:pt x="33" y="40"/>
                  </a:cubicBezTo>
                  <a:cubicBezTo>
                    <a:pt x="33" y="44"/>
                    <a:pt x="33" y="47"/>
                    <a:pt x="34" y="48"/>
                  </a:cubicBezTo>
                  <a:cubicBezTo>
                    <a:pt x="34" y="48"/>
                    <a:pt x="37" y="51"/>
                    <a:pt x="37" y="51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1"/>
                    <a:pt x="38" y="27"/>
                    <a:pt x="39" y="22"/>
                  </a:cubicBezTo>
                  <a:cubicBezTo>
                    <a:pt x="39" y="21"/>
                    <a:pt x="40" y="16"/>
                    <a:pt x="40" y="16"/>
                  </a:cubicBezTo>
                  <a:cubicBezTo>
                    <a:pt x="41" y="16"/>
                    <a:pt x="43" y="16"/>
                    <a:pt x="43" y="16"/>
                  </a:cubicBezTo>
                  <a:cubicBezTo>
                    <a:pt x="43" y="17"/>
                    <a:pt x="44" y="19"/>
                    <a:pt x="44" y="21"/>
                  </a:cubicBezTo>
                  <a:cubicBezTo>
                    <a:pt x="42" y="43"/>
                    <a:pt x="53" y="64"/>
                    <a:pt x="54" y="65"/>
                  </a:cubicBezTo>
                  <a:cubicBezTo>
                    <a:pt x="69" y="96"/>
                    <a:pt x="74" y="103"/>
                    <a:pt x="95" y="131"/>
                  </a:cubicBezTo>
                  <a:cubicBezTo>
                    <a:pt x="111" y="151"/>
                    <a:pt x="126" y="179"/>
                    <a:pt x="129" y="204"/>
                  </a:cubicBezTo>
                  <a:cubicBezTo>
                    <a:pt x="132" y="226"/>
                    <a:pt x="126" y="255"/>
                    <a:pt x="123" y="267"/>
                  </a:cubicBezTo>
                  <a:cubicBezTo>
                    <a:pt x="121" y="278"/>
                    <a:pt x="126" y="287"/>
                    <a:pt x="127" y="287"/>
                  </a:cubicBezTo>
                  <a:cubicBezTo>
                    <a:pt x="133" y="297"/>
                    <a:pt x="133" y="293"/>
                    <a:pt x="145" y="308"/>
                  </a:cubicBezTo>
                  <a:cubicBezTo>
                    <a:pt x="153" y="318"/>
                    <a:pt x="159" y="334"/>
                    <a:pt x="163" y="343"/>
                  </a:cubicBezTo>
                  <a:cubicBezTo>
                    <a:pt x="167" y="350"/>
                    <a:pt x="172" y="356"/>
                    <a:pt x="176" y="360"/>
                  </a:cubicBezTo>
                  <a:cubicBezTo>
                    <a:pt x="182" y="366"/>
                    <a:pt x="186" y="366"/>
                    <a:pt x="195" y="367"/>
                  </a:cubicBezTo>
                  <a:cubicBezTo>
                    <a:pt x="217" y="369"/>
                    <a:pt x="217" y="369"/>
                    <a:pt x="217" y="369"/>
                  </a:cubicBezTo>
                  <a:cubicBezTo>
                    <a:pt x="244" y="374"/>
                    <a:pt x="249" y="393"/>
                    <a:pt x="259" y="40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0" name="Freeform 260">
              <a:extLst>
                <a:ext uri="{FF2B5EF4-FFF2-40B4-BE49-F238E27FC236}">
                  <a16:creationId xmlns:a16="http://schemas.microsoft.com/office/drawing/2014/main" id="{4438E711-4E02-46C4-A2CD-8C3D26C2829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84951" y="12688888"/>
              <a:ext cx="174625" cy="290512"/>
            </a:xfrm>
            <a:custGeom>
              <a:avLst/>
              <a:gdLst>
                <a:gd name="T0" fmla="*/ 42 w 274"/>
                <a:gd name="T1" fmla="*/ 439 h 455"/>
                <a:gd name="T2" fmla="*/ 143 w 274"/>
                <a:gd name="T3" fmla="*/ 403 h 455"/>
                <a:gd name="T4" fmla="*/ 166 w 274"/>
                <a:gd name="T5" fmla="*/ 389 h 455"/>
                <a:gd name="T6" fmla="*/ 186 w 274"/>
                <a:gd name="T7" fmla="*/ 354 h 455"/>
                <a:gd name="T8" fmla="*/ 172 w 274"/>
                <a:gd name="T9" fmla="*/ 330 h 455"/>
                <a:gd name="T10" fmla="*/ 236 w 274"/>
                <a:gd name="T11" fmla="*/ 278 h 455"/>
                <a:gd name="T12" fmla="*/ 241 w 274"/>
                <a:gd name="T13" fmla="*/ 255 h 455"/>
                <a:gd name="T14" fmla="*/ 197 w 274"/>
                <a:gd name="T15" fmla="*/ 249 h 455"/>
                <a:gd name="T16" fmla="*/ 227 w 274"/>
                <a:gd name="T17" fmla="*/ 177 h 455"/>
                <a:gd name="T18" fmla="*/ 225 w 274"/>
                <a:gd name="T19" fmla="*/ 145 h 455"/>
                <a:gd name="T20" fmla="*/ 232 w 274"/>
                <a:gd name="T21" fmla="*/ 100 h 455"/>
                <a:gd name="T22" fmla="*/ 241 w 274"/>
                <a:gd name="T23" fmla="*/ 18 h 455"/>
                <a:gd name="T24" fmla="*/ 178 w 274"/>
                <a:gd name="T25" fmla="*/ 121 h 455"/>
                <a:gd name="T26" fmla="*/ 143 w 274"/>
                <a:gd name="T27" fmla="*/ 255 h 455"/>
                <a:gd name="T28" fmla="*/ 106 w 274"/>
                <a:gd name="T29" fmla="*/ 338 h 455"/>
                <a:gd name="T30" fmla="*/ 16 w 274"/>
                <a:gd name="T31" fmla="*/ 442 h 455"/>
                <a:gd name="T32" fmla="*/ 100 w 274"/>
                <a:gd name="T33" fmla="*/ 360 h 455"/>
                <a:gd name="T34" fmla="*/ 147 w 274"/>
                <a:gd name="T35" fmla="*/ 204 h 455"/>
                <a:gd name="T36" fmla="*/ 237 w 274"/>
                <a:gd name="T37" fmla="*/ 18 h 455"/>
                <a:gd name="T38" fmla="*/ 239 w 274"/>
                <a:gd name="T39" fmla="*/ 51 h 455"/>
                <a:gd name="T40" fmla="*/ 245 w 274"/>
                <a:gd name="T41" fmla="*/ 47 h 455"/>
                <a:gd name="T42" fmla="*/ 208 w 274"/>
                <a:gd name="T43" fmla="*/ 136 h 455"/>
                <a:gd name="T44" fmla="*/ 217 w 274"/>
                <a:gd name="T45" fmla="*/ 148 h 455"/>
                <a:gd name="T46" fmla="*/ 216 w 274"/>
                <a:gd name="T47" fmla="*/ 166 h 455"/>
                <a:gd name="T48" fmla="*/ 199 w 274"/>
                <a:gd name="T49" fmla="*/ 205 h 455"/>
                <a:gd name="T50" fmla="*/ 190 w 274"/>
                <a:gd name="T51" fmla="*/ 258 h 455"/>
                <a:gd name="T52" fmla="*/ 180 w 274"/>
                <a:gd name="T53" fmla="*/ 285 h 455"/>
                <a:gd name="T54" fmla="*/ 140 w 274"/>
                <a:gd name="T55" fmla="*/ 320 h 455"/>
                <a:gd name="T56" fmla="*/ 111 w 274"/>
                <a:gd name="T57" fmla="*/ 368 h 455"/>
                <a:gd name="T58" fmla="*/ 20 w 274"/>
                <a:gd name="T59" fmla="*/ 417 h 455"/>
                <a:gd name="T60" fmla="*/ 171 w 274"/>
                <a:gd name="T61" fmla="*/ 309 h 455"/>
                <a:gd name="T62" fmla="*/ 127 w 274"/>
                <a:gd name="T63" fmla="*/ 360 h 455"/>
                <a:gd name="T64" fmla="*/ 185 w 274"/>
                <a:gd name="T65" fmla="*/ 289 h 455"/>
                <a:gd name="T66" fmla="*/ 78 w 274"/>
                <a:gd name="T67" fmla="*/ 405 h 455"/>
                <a:gd name="T68" fmla="*/ 39 w 274"/>
                <a:gd name="T69" fmla="*/ 444 h 455"/>
                <a:gd name="T70" fmla="*/ 104 w 274"/>
                <a:gd name="T71" fmla="*/ 397 h 455"/>
                <a:gd name="T72" fmla="*/ 124 w 274"/>
                <a:gd name="T73" fmla="*/ 393 h 455"/>
                <a:gd name="T74" fmla="*/ 26 w 274"/>
                <a:gd name="T75" fmla="*/ 415 h 455"/>
                <a:gd name="T76" fmla="*/ 166 w 274"/>
                <a:gd name="T77" fmla="*/ 398 h 455"/>
                <a:gd name="T78" fmla="*/ 120 w 274"/>
                <a:gd name="T79" fmla="*/ 362 h 455"/>
                <a:gd name="T80" fmla="*/ 150 w 274"/>
                <a:gd name="T81" fmla="*/ 373 h 455"/>
                <a:gd name="T82" fmla="*/ 216 w 274"/>
                <a:gd name="T83" fmla="*/ 340 h 455"/>
                <a:gd name="T84" fmla="*/ 147 w 274"/>
                <a:gd name="T85" fmla="*/ 366 h 455"/>
                <a:gd name="T86" fmla="*/ 155 w 274"/>
                <a:gd name="T87" fmla="*/ 348 h 455"/>
                <a:gd name="T88" fmla="*/ 215 w 274"/>
                <a:gd name="T89" fmla="*/ 276 h 455"/>
                <a:gd name="T90" fmla="*/ 230 w 274"/>
                <a:gd name="T91" fmla="*/ 287 h 455"/>
                <a:gd name="T92" fmla="*/ 147 w 274"/>
                <a:gd name="T93" fmla="*/ 349 h 455"/>
                <a:gd name="T94" fmla="*/ 192 w 274"/>
                <a:gd name="T95" fmla="*/ 295 h 455"/>
                <a:gd name="T96" fmla="*/ 187 w 274"/>
                <a:gd name="T97" fmla="*/ 291 h 455"/>
                <a:gd name="T98" fmla="*/ 195 w 274"/>
                <a:gd name="T99" fmla="*/ 266 h 455"/>
                <a:gd name="T100" fmla="*/ 220 w 274"/>
                <a:gd name="T101" fmla="*/ 261 h 455"/>
                <a:gd name="T102" fmla="*/ 266 w 274"/>
                <a:gd name="T103" fmla="*/ 272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4" h="455">
                  <a:moveTo>
                    <a:pt x="18" y="392"/>
                  </a:moveTo>
                  <a:cubicBezTo>
                    <a:pt x="17" y="396"/>
                    <a:pt x="0" y="421"/>
                    <a:pt x="6" y="437"/>
                  </a:cubicBezTo>
                  <a:cubicBezTo>
                    <a:pt x="13" y="453"/>
                    <a:pt x="26" y="455"/>
                    <a:pt x="35" y="455"/>
                  </a:cubicBezTo>
                  <a:cubicBezTo>
                    <a:pt x="49" y="454"/>
                    <a:pt x="54" y="450"/>
                    <a:pt x="51" y="449"/>
                  </a:cubicBezTo>
                  <a:cubicBezTo>
                    <a:pt x="47" y="447"/>
                    <a:pt x="41" y="445"/>
                    <a:pt x="42" y="439"/>
                  </a:cubicBezTo>
                  <a:cubicBezTo>
                    <a:pt x="43" y="433"/>
                    <a:pt x="56" y="407"/>
                    <a:pt x="96" y="410"/>
                  </a:cubicBezTo>
                  <a:cubicBezTo>
                    <a:pt x="96" y="410"/>
                    <a:pt x="112" y="414"/>
                    <a:pt x="117" y="410"/>
                  </a:cubicBezTo>
                  <a:cubicBezTo>
                    <a:pt x="122" y="406"/>
                    <a:pt x="114" y="399"/>
                    <a:pt x="116" y="397"/>
                  </a:cubicBezTo>
                  <a:cubicBezTo>
                    <a:pt x="118" y="395"/>
                    <a:pt x="124" y="400"/>
                    <a:pt x="129" y="402"/>
                  </a:cubicBezTo>
                  <a:cubicBezTo>
                    <a:pt x="133" y="405"/>
                    <a:pt x="140" y="406"/>
                    <a:pt x="143" y="403"/>
                  </a:cubicBezTo>
                  <a:cubicBezTo>
                    <a:pt x="145" y="400"/>
                    <a:pt x="139" y="392"/>
                    <a:pt x="142" y="392"/>
                  </a:cubicBezTo>
                  <a:cubicBezTo>
                    <a:pt x="145" y="393"/>
                    <a:pt x="151" y="396"/>
                    <a:pt x="155" y="398"/>
                  </a:cubicBezTo>
                  <a:cubicBezTo>
                    <a:pt x="159" y="400"/>
                    <a:pt x="169" y="404"/>
                    <a:pt x="170" y="406"/>
                  </a:cubicBezTo>
                  <a:cubicBezTo>
                    <a:pt x="172" y="408"/>
                    <a:pt x="175" y="412"/>
                    <a:pt x="174" y="406"/>
                  </a:cubicBezTo>
                  <a:cubicBezTo>
                    <a:pt x="174" y="400"/>
                    <a:pt x="170" y="396"/>
                    <a:pt x="166" y="389"/>
                  </a:cubicBezTo>
                  <a:cubicBezTo>
                    <a:pt x="162" y="383"/>
                    <a:pt x="155" y="382"/>
                    <a:pt x="156" y="380"/>
                  </a:cubicBezTo>
                  <a:cubicBezTo>
                    <a:pt x="156" y="378"/>
                    <a:pt x="165" y="379"/>
                    <a:pt x="167" y="378"/>
                  </a:cubicBezTo>
                  <a:cubicBezTo>
                    <a:pt x="170" y="378"/>
                    <a:pt x="176" y="378"/>
                    <a:pt x="173" y="375"/>
                  </a:cubicBezTo>
                  <a:cubicBezTo>
                    <a:pt x="169" y="372"/>
                    <a:pt x="158" y="365"/>
                    <a:pt x="161" y="364"/>
                  </a:cubicBezTo>
                  <a:cubicBezTo>
                    <a:pt x="167" y="362"/>
                    <a:pt x="177" y="357"/>
                    <a:pt x="186" y="354"/>
                  </a:cubicBezTo>
                  <a:cubicBezTo>
                    <a:pt x="196" y="351"/>
                    <a:pt x="221" y="343"/>
                    <a:pt x="225" y="343"/>
                  </a:cubicBezTo>
                  <a:cubicBezTo>
                    <a:pt x="228" y="343"/>
                    <a:pt x="229" y="342"/>
                    <a:pt x="223" y="337"/>
                  </a:cubicBezTo>
                  <a:cubicBezTo>
                    <a:pt x="216" y="333"/>
                    <a:pt x="202" y="332"/>
                    <a:pt x="193" y="331"/>
                  </a:cubicBezTo>
                  <a:cubicBezTo>
                    <a:pt x="185" y="331"/>
                    <a:pt x="175" y="335"/>
                    <a:pt x="171" y="336"/>
                  </a:cubicBezTo>
                  <a:cubicBezTo>
                    <a:pt x="168" y="337"/>
                    <a:pt x="166" y="336"/>
                    <a:pt x="172" y="330"/>
                  </a:cubicBezTo>
                  <a:cubicBezTo>
                    <a:pt x="179" y="324"/>
                    <a:pt x="196" y="312"/>
                    <a:pt x="215" y="304"/>
                  </a:cubicBezTo>
                  <a:cubicBezTo>
                    <a:pt x="234" y="295"/>
                    <a:pt x="243" y="296"/>
                    <a:pt x="247" y="297"/>
                  </a:cubicBezTo>
                  <a:cubicBezTo>
                    <a:pt x="251" y="297"/>
                    <a:pt x="247" y="294"/>
                    <a:pt x="244" y="290"/>
                  </a:cubicBezTo>
                  <a:cubicBezTo>
                    <a:pt x="240" y="286"/>
                    <a:pt x="234" y="282"/>
                    <a:pt x="231" y="282"/>
                  </a:cubicBezTo>
                  <a:cubicBezTo>
                    <a:pt x="228" y="282"/>
                    <a:pt x="230" y="280"/>
                    <a:pt x="236" y="278"/>
                  </a:cubicBezTo>
                  <a:cubicBezTo>
                    <a:pt x="242" y="276"/>
                    <a:pt x="263" y="276"/>
                    <a:pt x="268" y="277"/>
                  </a:cubicBezTo>
                  <a:cubicBezTo>
                    <a:pt x="272" y="277"/>
                    <a:pt x="274" y="276"/>
                    <a:pt x="273" y="272"/>
                  </a:cubicBezTo>
                  <a:cubicBezTo>
                    <a:pt x="271" y="267"/>
                    <a:pt x="270" y="263"/>
                    <a:pt x="262" y="259"/>
                  </a:cubicBezTo>
                  <a:cubicBezTo>
                    <a:pt x="253" y="254"/>
                    <a:pt x="246" y="256"/>
                    <a:pt x="243" y="256"/>
                  </a:cubicBezTo>
                  <a:cubicBezTo>
                    <a:pt x="241" y="256"/>
                    <a:pt x="238" y="256"/>
                    <a:pt x="241" y="255"/>
                  </a:cubicBezTo>
                  <a:cubicBezTo>
                    <a:pt x="243" y="254"/>
                    <a:pt x="245" y="253"/>
                    <a:pt x="250" y="251"/>
                  </a:cubicBezTo>
                  <a:cubicBezTo>
                    <a:pt x="254" y="250"/>
                    <a:pt x="254" y="248"/>
                    <a:pt x="248" y="246"/>
                  </a:cubicBezTo>
                  <a:cubicBezTo>
                    <a:pt x="241" y="243"/>
                    <a:pt x="227" y="243"/>
                    <a:pt x="222" y="243"/>
                  </a:cubicBezTo>
                  <a:cubicBezTo>
                    <a:pt x="217" y="243"/>
                    <a:pt x="204" y="249"/>
                    <a:pt x="199" y="252"/>
                  </a:cubicBezTo>
                  <a:cubicBezTo>
                    <a:pt x="194" y="256"/>
                    <a:pt x="193" y="255"/>
                    <a:pt x="197" y="249"/>
                  </a:cubicBezTo>
                  <a:cubicBezTo>
                    <a:pt x="200" y="243"/>
                    <a:pt x="202" y="234"/>
                    <a:pt x="214" y="218"/>
                  </a:cubicBezTo>
                  <a:cubicBezTo>
                    <a:pt x="225" y="203"/>
                    <a:pt x="237" y="194"/>
                    <a:pt x="240" y="191"/>
                  </a:cubicBezTo>
                  <a:cubicBezTo>
                    <a:pt x="243" y="188"/>
                    <a:pt x="242" y="185"/>
                    <a:pt x="239" y="183"/>
                  </a:cubicBezTo>
                  <a:cubicBezTo>
                    <a:pt x="236" y="182"/>
                    <a:pt x="228" y="182"/>
                    <a:pt x="225" y="182"/>
                  </a:cubicBezTo>
                  <a:cubicBezTo>
                    <a:pt x="223" y="182"/>
                    <a:pt x="224" y="180"/>
                    <a:pt x="227" y="177"/>
                  </a:cubicBezTo>
                  <a:cubicBezTo>
                    <a:pt x="231" y="175"/>
                    <a:pt x="257" y="158"/>
                    <a:pt x="257" y="158"/>
                  </a:cubicBezTo>
                  <a:cubicBezTo>
                    <a:pt x="260" y="156"/>
                    <a:pt x="261" y="153"/>
                    <a:pt x="259" y="151"/>
                  </a:cubicBezTo>
                  <a:cubicBezTo>
                    <a:pt x="255" y="147"/>
                    <a:pt x="252" y="148"/>
                    <a:pt x="243" y="149"/>
                  </a:cubicBezTo>
                  <a:cubicBezTo>
                    <a:pt x="232" y="150"/>
                    <a:pt x="225" y="155"/>
                    <a:pt x="223" y="155"/>
                  </a:cubicBezTo>
                  <a:cubicBezTo>
                    <a:pt x="220" y="156"/>
                    <a:pt x="216" y="160"/>
                    <a:pt x="225" y="145"/>
                  </a:cubicBezTo>
                  <a:cubicBezTo>
                    <a:pt x="234" y="129"/>
                    <a:pt x="258" y="109"/>
                    <a:pt x="263" y="105"/>
                  </a:cubicBezTo>
                  <a:cubicBezTo>
                    <a:pt x="269" y="101"/>
                    <a:pt x="268" y="100"/>
                    <a:pt x="265" y="98"/>
                  </a:cubicBezTo>
                  <a:cubicBezTo>
                    <a:pt x="263" y="96"/>
                    <a:pt x="261" y="94"/>
                    <a:pt x="255" y="95"/>
                  </a:cubicBezTo>
                  <a:cubicBezTo>
                    <a:pt x="248" y="95"/>
                    <a:pt x="237" y="98"/>
                    <a:pt x="237" y="98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2" y="100"/>
                    <a:pt x="232" y="99"/>
                    <a:pt x="233" y="98"/>
                  </a:cubicBezTo>
                  <a:cubicBezTo>
                    <a:pt x="234" y="96"/>
                    <a:pt x="241" y="85"/>
                    <a:pt x="248" y="65"/>
                  </a:cubicBezTo>
                  <a:cubicBezTo>
                    <a:pt x="254" y="45"/>
                    <a:pt x="248" y="28"/>
                    <a:pt x="248" y="28"/>
                  </a:cubicBezTo>
                  <a:cubicBezTo>
                    <a:pt x="246" y="23"/>
                    <a:pt x="243" y="24"/>
                    <a:pt x="243" y="24"/>
                  </a:cubicBezTo>
                  <a:cubicBezTo>
                    <a:pt x="243" y="24"/>
                    <a:pt x="242" y="20"/>
                    <a:pt x="241" y="18"/>
                  </a:cubicBezTo>
                  <a:cubicBezTo>
                    <a:pt x="240" y="17"/>
                    <a:pt x="238" y="12"/>
                    <a:pt x="237" y="10"/>
                  </a:cubicBezTo>
                  <a:cubicBezTo>
                    <a:pt x="237" y="9"/>
                    <a:pt x="229" y="0"/>
                    <a:pt x="228" y="12"/>
                  </a:cubicBezTo>
                  <a:cubicBezTo>
                    <a:pt x="228" y="23"/>
                    <a:pt x="224" y="37"/>
                    <a:pt x="217" y="58"/>
                  </a:cubicBezTo>
                  <a:cubicBezTo>
                    <a:pt x="210" y="80"/>
                    <a:pt x="194" y="101"/>
                    <a:pt x="194" y="101"/>
                  </a:cubicBezTo>
                  <a:cubicBezTo>
                    <a:pt x="185" y="112"/>
                    <a:pt x="181" y="117"/>
                    <a:pt x="178" y="121"/>
                  </a:cubicBezTo>
                  <a:cubicBezTo>
                    <a:pt x="167" y="138"/>
                    <a:pt x="159" y="147"/>
                    <a:pt x="156" y="155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1" y="188"/>
                    <a:pt x="139" y="193"/>
                    <a:pt x="138" y="209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9" y="236"/>
                    <a:pt x="141" y="245"/>
                    <a:pt x="143" y="255"/>
                  </a:cubicBezTo>
                  <a:cubicBezTo>
                    <a:pt x="144" y="269"/>
                    <a:pt x="144" y="269"/>
                    <a:pt x="144" y="269"/>
                  </a:cubicBezTo>
                  <a:cubicBezTo>
                    <a:pt x="145" y="277"/>
                    <a:pt x="143" y="283"/>
                    <a:pt x="136" y="289"/>
                  </a:cubicBezTo>
                  <a:cubicBezTo>
                    <a:pt x="129" y="296"/>
                    <a:pt x="129" y="296"/>
                    <a:pt x="129" y="296"/>
                  </a:cubicBezTo>
                  <a:cubicBezTo>
                    <a:pt x="123" y="305"/>
                    <a:pt x="113" y="322"/>
                    <a:pt x="110" y="328"/>
                  </a:cubicBezTo>
                  <a:cubicBezTo>
                    <a:pt x="106" y="338"/>
                    <a:pt x="106" y="338"/>
                    <a:pt x="106" y="338"/>
                  </a:cubicBezTo>
                  <a:cubicBezTo>
                    <a:pt x="100" y="348"/>
                    <a:pt x="97" y="357"/>
                    <a:pt x="83" y="358"/>
                  </a:cubicBezTo>
                  <a:cubicBezTo>
                    <a:pt x="59" y="361"/>
                    <a:pt x="59" y="361"/>
                    <a:pt x="59" y="361"/>
                  </a:cubicBezTo>
                  <a:cubicBezTo>
                    <a:pt x="42" y="364"/>
                    <a:pt x="37" y="372"/>
                    <a:pt x="31" y="376"/>
                  </a:cubicBezTo>
                  <a:cubicBezTo>
                    <a:pt x="25" y="383"/>
                    <a:pt x="20" y="388"/>
                    <a:pt x="18" y="392"/>
                  </a:cubicBezTo>
                  <a:moveTo>
                    <a:pt x="16" y="442"/>
                  </a:moveTo>
                  <a:cubicBezTo>
                    <a:pt x="15" y="440"/>
                    <a:pt x="13" y="438"/>
                    <a:pt x="13" y="434"/>
                  </a:cubicBezTo>
                  <a:cubicBezTo>
                    <a:pt x="11" y="428"/>
                    <a:pt x="11" y="419"/>
                    <a:pt x="17" y="408"/>
                  </a:cubicBezTo>
                  <a:cubicBezTo>
                    <a:pt x="27" y="392"/>
                    <a:pt x="32" y="374"/>
                    <a:pt x="59" y="369"/>
                  </a:cubicBezTo>
                  <a:cubicBezTo>
                    <a:pt x="81" y="366"/>
                    <a:pt x="81" y="366"/>
                    <a:pt x="81" y="366"/>
                  </a:cubicBezTo>
                  <a:cubicBezTo>
                    <a:pt x="90" y="366"/>
                    <a:pt x="94" y="365"/>
                    <a:pt x="100" y="360"/>
                  </a:cubicBezTo>
                  <a:cubicBezTo>
                    <a:pt x="104" y="355"/>
                    <a:pt x="109" y="349"/>
                    <a:pt x="112" y="342"/>
                  </a:cubicBezTo>
                  <a:cubicBezTo>
                    <a:pt x="116" y="333"/>
                    <a:pt x="123" y="318"/>
                    <a:pt x="131" y="308"/>
                  </a:cubicBezTo>
                  <a:cubicBezTo>
                    <a:pt x="143" y="292"/>
                    <a:pt x="143" y="297"/>
                    <a:pt x="149" y="287"/>
                  </a:cubicBezTo>
                  <a:cubicBezTo>
                    <a:pt x="149" y="286"/>
                    <a:pt x="155" y="277"/>
                    <a:pt x="153" y="267"/>
                  </a:cubicBezTo>
                  <a:cubicBezTo>
                    <a:pt x="150" y="254"/>
                    <a:pt x="143" y="226"/>
                    <a:pt x="147" y="204"/>
                  </a:cubicBezTo>
                  <a:cubicBezTo>
                    <a:pt x="150" y="179"/>
                    <a:pt x="164" y="151"/>
                    <a:pt x="180" y="131"/>
                  </a:cubicBezTo>
                  <a:cubicBezTo>
                    <a:pt x="201" y="103"/>
                    <a:pt x="207" y="96"/>
                    <a:pt x="222" y="65"/>
                  </a:cubicBezTo>
                  <a:cubicBezTo>
                    <a:pt x="222" y="65"/>
                    <a:pt x="233" y="43"/>
                    <a:pt x="231" y="21"/>
                  </a:cubicBezTo>
                  <a:cubicBezTo>
                    <a:pt x="231" y="19"/>
                    <a:pt x="233" y="18"/>
                    <a:pt x="234" y="18"/>
                  </a:cubicBezTo>
                  <a:cubicBezTo>
                    <a:pt x="234" y="16"/>
                    <a:pt x="237" y="18"/>
                    <a:pt x="237" y="18"/>
                  </a:cubicBezTo>
                  <a:cubicBezTo>
                    <a:pt x="237" y="19"/>
                    <a:pt x="238" y="20"/>
                    <a:pt x="238" y="21"/>
                  </a:cubicBezTo>
                  <a:cubicBezTo>
                    <a:pt x="238" y="26"/>
                    <a:pt x="238" y="31"/>
                    <a:pt x="238" y="36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6" y="50"/>
                    <a:pt x="236" y="50"/>
                    <a:pt x="236" y="50"/>
                  </a:cubicBezTo>
                  <a:cubicBezTo>
                    <a:pt x="239" y="51"/>
                    <a:pt x="239" y="51"/>
                    <a:pt x="239" y="51"/>
                  </a:cubicBezTo>
                  <a:cubicBezTo>
                    <a:pt x="239" y="51"/>
                    <a:pt x="241" y="48"/>
                    <a:pt x="241" y="48"/>
                  </a:cubicBezTo>
                  <a:cubicBezTo>
                    <a:pt x="242" y="47"/>
                    <a:pt x="242" y="44"/>
                    <a:pt x="243" y="40"/>
                  </a:cubicBezTo>
                  <a:cubicBezTo>
                    <a:pt x="243" y="38"/>
                    <a:pt x="243" y="35"/>
                    <a:pt x="244" y="33"/>
                  </a:cubicBezTo>
                  <a:cubicBezTo>
                    <a:pt x="245" y="36"/>
                    <a:pt x="245" y="39"/>
                    <a:pt x="245" y="43"/>
                  </a:cubicBezTo>
                  <a:cubicBezTo>
                    <a:pt x="245" y="45"/>
                    <a:pt x="245" y="46"/>
                    <a:pt x="245" y="47"/>
                  </a:cubicBezTo>
                  <a:cubicBezTo>
                    <a:pt x="243" y="61"/>
                    <a:pt x="239" y="73"/>
                    <a:pt x="234" y="83"/>
                  </a:cubicBezTo>
                  <a:cubicBezTo>
                    <a:pt x="231" y="88"/>
                    <a:pt x="210" y="122"/>
                    <a:pt x="203" y="132"/>
                  </a:cubicBezTo>
                  <a:cubicBezTo>
                    <a:pt x="202" y="134"/>
                    <a:pt x="202" y="135"/>
                    <a:pt x="202" y="136"/>
                  </a:cubicBezTo>
                  <a:cubicBezTo>
                    <a:pt x="202" y="137"/>
                    <a:pt x="202" y="138"/>
                    <a:pt x="202" y="138"/>
                  </a:cubicBezTo>
                  <a:cubicBezTo>
                    <a:pt x="204" y="139"/>
                    <a:pt x="207" y="138"/>
                    <a:pt x="208" y="136"/>
                  </a:cubicBezTo>
                  <a:cubicBezTo>
                    <a:pt x="212" y="131"/>
                    <a:pt x="228" y="112"/>
                    <a:pt x="228" y="112"/>
                  </a:cubicBezTo>
                  <a:cubicBezTo>
                    <a:pt x="235" y="106"/>
                    <a:pt x="254" y="101"/>
                    <a:pt x="260" y="101"/>
                  </a:cubicBezTo>
                  <a:cubicBezTo>
                    <a:pt x="258" y="103"/>
                    <a:pt x="252" y="108"/>
                    <a:pt x="247" y="112"/>
                  </a:cubicBezTo>
                  <a:cubicBezTo>
                    <a:pt x="238" y="120"/>
                    <a:pt x="228" y="128"/>
                    <a:pt x="226" y="132"/>
                  </a:cubicBezTo>
                  <a:cubicBezTo>
                    <a:pt x="222" y="137"/>
                    <a:pt x="219" y="143"/>
                    <a:pt x="217" y="148"/>
                  </a:cubicBezTo>
                  <a:cubicBezTo>
                    <a:pt x="214" y="153"/>
                    <a:pt x="210" y="158"/>
                    <a:pt x="207" y="163"/>
                  </a:cubicBezTo>
                  <a:cubicBezTo>
                    <a:pt x="195" y="177"/>
                    <a:pt x="195" y="177"/>
                    <a:pt x="195" y="177"/>
                  </a:cubicBezTo>
                  <a:cubicBezTo>
                    <a:pt x="189" y="187"/>
                    <a:pt x="189" y="187"/>
                    <a:pt x="189" y="187"/>
                  </a:cubicBezTo>
                  <a:cubicBezTo>
                    <a:pt x="189" y="187"/>
                    <a:pt x="191" y="189"/>
                    <a:pt x="195" y="184"/>
                  </a:cubicBezTo>
                  <a:cubicBezTo>
                    <a:pt x="199" y="180"/>
                    <a:pt x="210" y="171"/>
                    <a:pt x="216" y="166"/>
                  </a:cubicBezTo>
                  <a:cubicBezTo>
                    <a:pt x="228" y="155"/>
                    <a:pt x="243" y="156"/>
                    <a:pt x="251" y="155"/>
                  </a:cubicBezTo>
                  <a:cubicBezTo>
                    <a:pt x="257" y="157"/>
                    <a:pt x="242" y="159"/>
                    <a:pt x="223" y="175"/>
                  </a:cubicBezTo>
                  <a:cubicBezTo>
                    <a:pt x="204" y="191"/>
                    <a:pt x="198" y="198"/>
                    <a:pt x="197" y="201"/>
                  </a:cubicBezTo>
                  <a:cubicBezTo>
                    <a:pt x="196" y="203"/>
                    <a:pt x="196" y="204"/>
                    <a:pt x="196" y="205"/>
                  </a:cubicBezTo>
                  <a:cubicBezTo>
                    <a:pt x="196" y="207"/>
                    <a:pt x="198" y="205"/>
                    <a:pt x="199" y="205"/>
                  </a:cubicBezTo>
                  <a:cubicBezTo>
                    <a:pt x="203" y="202"/>
                    <a:pt x="216" y="191"/>
                    <a:pt x="216" y="191"/>
                  </a:cubicBezTo>
                  <a:cubicBezTo>
                    <a:pt x="219" y="189"/>
                    <a:pt x="226" y="188"/>
                    <a:pt x="229" y="188"/>
                  </a:cubicBezTo>
                  <a:cubicBezTo>
                    <a:pt x="231" y="188"/>
                    <a:pt x="234" y="188"/>
                    <a:pt x="236" y="189"/>
                  </a:cubicBezTo>
                  <a:cubicBezTo>
                    <a:pt x="232" y="192"/>
                    <a:pt x="219" y="202"/>
                    <a:pt x="216" y="206"/>
                  </a:cubicBezTo>
                  <a:cubicBezTo>
                    <a:pt x="204" y="220"/>
                    <a:pt x="192" y="244"/>
                    <a:pt x="190" y="258"/>
                  </a:cubicBezTo>
                  <a:cubicBezTo>
                    <a:pt x="189" y="262"/>
                    <a:pt x="189" y="262"/>
                    <a:pt x="189" y="262"/>
                  </a:cubicBezTo>
                  <a:cubicBezTo>
                    <a:pt x="188" y="270"/>
                    <a:pt x="188" y="270"/>
                    <a:pt x="188" y="270"/>
                  </a:cubicBezTo>
                  <a:cubicBezTo>
                    <a:pt x="188" y="270"/>
                    <a:pt x="188" y="270"/>
                    <a:pt x="188" y="270"/>
                  </a:cubicBezTo>
                  <a:cubicBezTo>
                    <a:pt x="188" y="274"/>
                    <a:pt x="188" y="277"/>
                    <a:pt x="186" y="280"/>
                  </a:cubicBezTo>
                  <a:cubicBezTo>
                    <a:pt x="180" y="285"/>
                    <a:pt x="180" y="285"/>
                    <a:pt x="180" y="285"/>
                  </a:cubicBezTo>
                  <a:cubicBezTo>
                    <a:pt x="179" y="286"/>
                    <a:pt x="179" y="286"/>
                    <a:pt x="179" y="286"/>
                  </a:cubicBezTo>
                  <a:cubicBezTo>
                    <a:pt x="175" y="289"/>
                    <a:pt x="172" y="291"/>
                    <a:pt x="168" y="293"/>
                  </a:cubicBezTo>
                  <a:cubicBezTo>
                    <a:pt x="162" y="294"/>
                    <a:pt x="158" y="299"/>
                    <a:pt x="155" y="303"/>
                  </a:cubicBezTo>
                  <a:cubicBezTo>
                    <a:pt x="153" y="305"/>
                    <a:pt x="153" y="305"/>
                    <a:pt x="153" y="305"/>
                  </a:cubicBezTo>
                  <a:cubicBezTo>
                    <a:pt x="140" y="320"/>
                    <a:pt x="140" y="320"/>
                    <a:pt x="140" y="320"/>
                  </a:cubicBezTo>
                  <a:cubicBezTo>
                    <a:pt x="137" y="324"/>
                    <a:pt x="137" y="324"/>
                    <a:pt x="137" y="324"/>
                  </a:cubicBezTo>
                  <a:cubicBezTo>
                    <a:pt x="132" y="330"/>
                    <a:pt x="127" y="336"/>
                    <a:pt x="123" y="343"/>
                  </a:cubicBezTo>
                  <a:cubicBezTo>
                    <a:pt x="122" y="344"/>
                    <a:pt x="122" y="345"/>
                    <a:pt x="121" y="346"/>
                  </a:cubicBezTo>
                  <a:cubicBezTo>
                    <a:pt x="119" y="352"/>
                    <a:pt x="117" y="357"/>
                    <a:pt x="113" y="361"/>
                  </a:cubicBezTo>
                  <a:cubicBezTo>
                    <a:pt x="111" y="368"/>
                    <a:pt x="111" y="368"/>
                    <a:pt x="111" y="368"/>
                  </a:cubicBezTo>
                  <a:cubicBezTo>
                    <a:pt x="107" y="373"/>
                    <a:pt x="100" y="374"/>
                    <a:pt x="93" y="374"/>
                  </a:cubicBezTo>
                  <a:cubicBezTo>
                    <a:pt x="87" y="375"/>
                    <a:pt x="87" y="375"/>
                    <a:pt x="87" y="375"/>
                  </a:cubicBezTo>
                  <a:cubicBezTo>
                    <a:pt x="78" y="376"/>
                    <a:pt x="69" y="379"/>
                    <a:pt x="59" y="382"/>
                  </a:cubicBezTo>
                  <a:cubicBezTo>
                    <a:pt x="46" y="387"/>
                    <a:pt x="39" y="391"/>
                    <a:pt x="30" y="401"/>
                  </a:cubicBezTo>
                  <a:cubicBezTo>
                    <a:pt x="27" y="404"/>
                    <a:pt x="22" y="412"/>
                    <a:pt x="20" y="417"/>
                  </a:cubicBezTo>
                  <a:cubicBezTo>
                    <a:pt x="19" y="420"/>
                    <a:pt x="18" y="424"/>
                    <a:pt x="18" y="428"/>
                  </a:cubicBezTo>
                  <a:cubicBezTo>
                    <a:pt x="19" y="437"/>
                    <a:pt x="25" y="442"/>
                    <a:pt x="25" y="443"/>
                  </a:cubicBezTo>
                  <a:cubicBezTo>
                    <a:pt x="34" y="451"/>
                    <a:pt x="25" y="452"/>
                    <a:pt x="16" y="442"/>
                  </a:cubicBezTo>
                  <a:moveTo>
                    <a:pt x="171" y="307"/>
                  </a:moveTo>
                  <a:cubicBezTo>
                    <a:pt x="171" y="308"/>
                    <a:pt x="171" y="309"/>
                    <a:pt x="171" y="309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71" y="310"/>
                    <a:pt x="167" y="314"/>
                    <a:pt x="163" y="317"/>
                  </a:cubicBezTo>
                  <a:cubicBezTo>
                    <a:pt x="158" y="322"/>
                    <a:pt x="152" y="327"/>
                    <a:pt x="150" y="330"/>
                  </a:cubicBezTo>
                  <a:cubicBezTo>
                    <a:pt x="145" y="337"/>
                    <a:pt x="145" y="337"/>
                    <a:pt x="145" y="337"/>
                  </a:cubicBezTo>
                  <a:cubicBezTo>
                    <a:pt x="141" y="343"/>
                    <a:pt x="130" y="361"/>
                    <a:pt x="127" y="360"/>
                  </a:cubicBezTo>
                  <a:cubicBezTo>
                    <a:pt x="123" y="358"/>
                    <a:pt x="123" y="358"/>
                    <a:pt x="123" y="358"/>
                  </a:cubicBezTo>
                  <a:cubicBezTo>
                    <a:pt x="123" y="358"/>
                    <a:pt x="123" y="358"/>
                    <a:pt x="123" y="358"/>
                  </a:cubicBezTo>
                  <a:cubicBezTo>
                    <a:pt x="123" y="358"/>
                    <a:pt x="121" y="354"/>
                    <a:pt x="121" y="354"/>
                  </a:cubicBezTo>
                  <a:cubicBezTo>
                    <a:pt x="139" y="329"/>
                    <a:pt x="139" y="329"/>
                    <a:pt x="139" y="329"/>
                  </a:cubicBezTo>
                  <a:cubicBezTo>
                    <a:pt x="148" y="324"/>
                    <a:pt x="161" y="296"/>
                    <a:pt x="185" y="289"/>
                  </a:cubicBezTo>
                  <a:cubicBezTo>
                    <a:pt x="183" y="290"/>
                    <a:pt x="177" y="300"/>
                    <a:pt x="170" y="304"/>
                  </a:cubicBezTo>
                  <a:lnTo>
                    <a:pt x="171" y="307"/>
                  </a:lnTo>
                  <a:close/>
                  <a:moveTo>
                    <a:pt x="102" y="405"/>
                  </a:moveTo>
                  <a:cubicBezTo>
                    <a:pt x="94" y="404"/>
                    <a:pt x="86" y="403"/>
                    <a:pt x="80" y="405"/>
                  </a:cubicBezTo>
                  <a:cubicBezTo>
                    <a:pt x="78" y="405"/>
                    <a:pt x="78" y="405"/>
                    <a:pt x="78" y="405"/>
                  </a:cubicBezTo>
                  <a:cubicBezTo>
                    <a:pt x="72" y="407"/>
                    <a:pt x="65" y="408"/>
                    <a:pt x="60" y="411"/>
                  </a:cubicBezTo>
                  <a:cubicBezTo>
                    <a:pt x="53" y="415"/>
                    <a:pt x="48" y="419"/>
                    <a:pt x="44" y="425"/>
                  </a:cubicBezTo>
                  <a:cubicBezTo>
                    <a:pt x="43" y="426"/>
                    <a:pt x="43" y="426"/>
                    <a:pt x="43" y="426"/>
                  </a:cubicBezTo>
                  <a:cubicBezTo>
                    <a:pt x="40" y="429"/>
                    <a:pt x="37" y="434"/>
                    <a:pt x="37" y="439"/>
                  </a:cubicBezTo>
                  <a:cubicBezTo>
                    <a:pt x="37" y="441"/>
                    <a:pt x="37" y="443"/>
                    <a:pt x="39" y="444"/>
                  </a:cubicBezTo>
                  <a:cubicBezTo>
                    <a:pt x="40" y="445"/>
                    <a:pt x="40" y="446"/>
                    <a:pt x="40" y="446"/>
                  </a:cubicBezTo>
                  <a:cubicBezTo>
                    <a:pt x="40" y="446"/>
                    <a:pt x="39" y="449"/>
                    <a:pt x="35" y="448"/>
                  </a:cubicBezTo>
                  <a:cubicBezTo>
                    <a:pt x="32" y="447"/>
                    <a:pt x="28" y="442"/>
                    <a:pt x="28" y="440"/>
                  </a:cubicBezTo>
                  <a:cubicBezTo>
                    <a:pt x="28" y="428"/>
                    <a:pt x="40" y="412"/>
                    <a:pt x="46" y="408"/>
                  </a:cubicBezTo>
                  <a:cubicBezTo>
                    <a:pt x="72" y="391"/>
                    <a:pt x="101" y="395"/>
                    <a:pt x="104" y="397"/>
                  </a:cubicBezTo>
                  <a:cubicBezTo>
                    <a:pt x="108" y="398"/>
                    <a:pt x="113" y="401"/>
                    <a:pt x="114" y="403"/>
                  </a:cubicBezTo>
                  <a:cubicBezTo>
                    <a:pt x="114" y="404"/>
                    <a:pt x="114" y="404"/>
                    <a:pt x="114" y="405"/>
                  </a:cubicBezTo>
                  <a:cubicBezTo>
                    <a:pt x="113" y="406"/>
                    <a:pt x="106" y="405"/>
                    <a:pt x="102" y="405"/>
                  </a:cubicBezTo>
                  <a:moveTo>
                    <a:pt x="139" y="399"/>
                  </a:moveTo>
                  <a:cubicBezTo>
                    <a:pt x="133" y="401"/>
                    <a:pt x="124" y="393"/>
                    <a:pt x="124" y="393"/>
                  </a:cubicBezTo>
                  <a:cubicBezTo>
                    <a:pt x="106" y="387"/>
                    <a:pt x="83" y="391"/>
                    <a:pt x="74" y="392"/>
                  </a:cubicBezTo>
                  <a:cubicBezTo>
                    <a:pt x="48" y="401"/>
                    <a:pt x="48" y="401"/>
                    <a:pt x="48" y="401"/>
                  </a:cubicBezTo>
                  <a:cubicBezTo>
                    <a:pt x="34" y="409"/>
                    <a:pt x="33" y="414"/>
                    <a:pt x="30" y="419"/>
                  </a:cubicBezTo>
                  <a:cubicBezTo>
                    <a:pt x="24" y="431"/>
                    <a:pt x="28" y="430"/>
                    <a:pt x="25" y="431"/>
                  </a:cubicBezTo>
                  <a:cubicBezTo>
                    <a:pt x="21" y="433"/>
                    <a:pt x="21" y="425"/>
                    <a:pt x="26" y="415"/>
                  </a:cubicBezTo>
                  <a:cubicBezTo>
                    <a:pt x="30" y="405"/>
                    <a:pt x="41" y="396"/>
                    <a:pt x="51" y="391"/>
                  </a:cubicBezTo>
                  <a:cubicBezTo>
                    <a:pt x="58" y="388"/>
                    <a:pt x="72" y="385"/>
                    <a:pt x="84" y="383"/>
                  </a:cubicBezTo>
                  <a:cubicBezTo>
                    <a:pt x="96" y="381"/>
                    <a:pt x="125" y="382"/>
                    <a:pt x="132" y="387"/>
                  </a:cubicBezTo>
                  <a:cubicBezTo>
                    <a:pt x="135" y="389"/>
                    <a:pt x="146" y="397"/>
                    <a:pt x="139" y="399"/>
                  </a:cubicBezTo>
                  <a:moveTo>
                    <a:pt x="166" y="398"/>
                  </a:moveTo>
                  <a:cubicBezTo>
                    <a:pt x="163" y="396"/>
                    <a:pt x="165" y="398"/>
                    <a:pt x="152" y="390"/>
                  </a:cubicBezTo>
                  <a:cubicBezTo>
                    <a:pt x="129" y="376"/>
                    <a:pt x="95" y="380"/>
                    <a:pt x="90" y="380"/>
                  </a:cubicBezTo>
                  <a:cubicBezTo>
                    <a:pt x="92" y="379"/>
                    <a:pt x="108" y="375"/>
                    <a:pt x="109" y="375"/>
                  </a:cubicBezTo>
                  <a:cubicBezTo>
                    <a:pt x="109" y="375"/>
                    <a:pt x="115" y="371"/>
                    <a:pt x="116" y="368"/>
                  </a:cubicBezTo>
                  <a:cubicBezTo>
                    <a:pt x="117" y="366"/>
                    <a:pt x="118" y="362"/>
                    <a:pt x="120" y="362"/>
                  </a:cubicBezTo>
                  <a:cubicBezTo>
                    <a:pt x="133" y="363"/>
                    <a:pt x="167" y="389"/>
                    <a:pt x="166" y="398"/>
                  </a:cubicBezTo>
                  <a:moveTo>
                    <a:pt x="160" y="372"/>
                  </a:moveTo>
                  <a:cubicBezTo>
                    <a:pt x="162" y="375"/>
                    <a:pt x="162" y="375"/>
                    <a:pt x="162" y="375"/>
                  </a:cubicBezTo>
                  <a:cubicBezTo>
                    <a:pt x="159" y="375"/>
                    <a:pt x="159" y="375"/>
                    <a:pt x="159" y="375"/>
                  </a:cubicBezTo>
                  <a:cubicBezTo>
                    <a:pt x="152" y="375"/>
                    <a:pt x="151" y="375"/>
                    <a:pt x="150" y="373"/>
                  </a:cubicBezTo>
                  <a:cubicBezTo>
                    <a:pt x="148" y="371"/>
                    <a:pt x="151" y="369"/>
                    <a:pt x="152" y="368"/>
                  </a:cubicBezTo>
                  <a:cubicBezTo>
                    <a:pt x="154" y="367"/>
                    <a:pt x="154" y="367"/>
                    <a:pt x="154" y="367"/>
                  </a:cubicBezTo>
                  <a:cubicBezTo>
                    <a:pt x="157" y="366"/>
                    <a:pt x="158" y="370"/>
                    <a:pt x="160" y="372"/>
                  </a:cubicBezTo>
                  <a:moveTo>
                    <a:pt x="175" y="341"/>
                  </a:moveTo>
                  <a:cubicBezTo>
                    <a:pt x="200" y="335"/>
                    <a:pt x="213" y="338"/>
                    <a:pt x="216" y="340"/>
                  </a:cubicBezTo>
                  <a:cubicBezTo>
                    <a:pt x="213" y="341"/>
                    <a:pt x="202" y="344"/>
                    <a:pt x="195" y="345"/>
                  </a:cubicBezTo>
                  <a:cubicBezTo>
                    <a:pt x="189" y="347"/>
                    <a:pt x="186" y="348"/>
                    <a:pt x="184" y="348"/>
                  </a:cubicBezTo>
                  <a:cubicBezTo>
                    <a:pt x="182" y="350"/>
                    <a:pt x="181" y="349"/>
                    <a:pt x="178" y="349"/>
                  </a:cubicBezTo>
                  <a:cubicBezTo>
                    <a:pt x="176" y="348"/>
                    <a:pt x="177" y="349"/>
                    <a:pt x="173" y="350"/>
                  </a:cubicBezTo>
                  <a:cubicBezTo>
                    <a:pt x="167" y="352"/>
                    <a:pt x="155" y="359"/>
                    <a:pt x="147" y="366"/>
                  </a:cubicBezTo>
                  <a:cubicBezTo>
                    <a:pt x="145" y="368"/>
                    <a:pt x="145" y="368"/>
                    <a:pt x="145" y="368"/>
                  </a:cubicBezTo>
                  <a:cubicBezTo>
                    <a:pt x="144" y="369"/>
                    <a:pt x="140" y="365"/>
                    <a:pt x="139" y="365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39" y="365"/>
                    <a:pt x="138" y="364"/>
                    <a:pt x="137" y="363"/>
                  </a:cubicBezTo>
                  <a:cubicBezTo>
                    <a:pt x="140" y="359"/>
                    <a:pt x="151" y="350"/>
                    <a:pt x="155" y="348"/>
                  </a:cubicBezTo>
                  <a:cubicBezTo>
                    <a:pt x="161" y="344"/>
                    <a:pt x="169" y="342"/>
                    <a:pt x="175" y="341"/>
                  </a:cubicBezTo>
                  <a:moveTo>
                    <a:pt x="266" y="272"/>
                  </a:moveTo>
                  <a:cubicBezTo>
                    <a:pt x="262" y="272"/>
                    <a:pt x="232" y="269"/>
                    <a:pt x="221" y="273"/>
                  </a:cubicBezTo>
                  <a:cubicBezTo>
                    <a:pt x="220" y="273"/>
                    <a:pt x="219" y="274"/>
                    <a:pt x="219" y="274"/>
                  </a:cubicBezTo>
                  <a:cubicBezTo>
                    <a:pt x="215" y="276"/>
                    <a:pt x="215" y="276"/>
                    <a:pt x="215" y="276"/>
                  </a:cubicBezTo>
                  <a:cubicBezTo>
                    <a:pt x="204" y="282"/>
                    <a:pt x="199" y="285"/>
                    <a:pt x="199" y="288"/>
                  </a:cubicBezTo>
                  <a:cubicBezTo>
                    <a:pt x="200" y="290"/>
                    <a:pt x="200" y="290"/>
                    <a:pt x="200" y="290"/>
                  </a:cubicBezTo>
                  <a:cubicBezTo>
                    <a:pt x="201" y="290"/>
                    <a:pt x="201" y="290"/>
                    <a:pt x="201" y="290"/>
                  </a:cubicBezTo>
                  <a:cubicBezTo>
                    <a:pt x="211" y="285"/>
                    <a:pt x="220" y="284"/>
                    <a:pt x="229" y="287"/>
                  </a:cubicBezTo>
                  <a:cubicBezTo>
                    <a:pt x="230" y="287"/>
                    <a:pt x="230" y="287"/>
                    <a:pt x="230" y="287"/>
                  </a:cubicBezTo>
                  <a:cubicBezTo>
                    <a:pt x="234" y="289"/>
                    <a:pt x="237" y="290"/>
                    <a:pt x="238" y="291"/>
                  </a:cubicBezTo>
                  <a:cubicBezTo>
                    <a:pt x="231" y="291"/>
                    <a:pt x="221" y="293"/>
                    <a:pt x="218" y="294"/>
                  </a:cubicBezTo>
                  <a:cubicBezTo>
                    <a:pt x="212" y="296"/>
                    <a:pt x="187" y="310"/>
                    <a:pt x="181" y="315"/>
                  </a:cubicBezTo>
                  <a:cubicBezTo>
                    <a:pt x="172" y="323"/>
                    <a:pt x="172" y="323"/>
                    <a:pt x="172" y="323"/>
                  </a:cubicBezTo>
                  <a:cubicBezTo>
                    <a:pt x="161" y="338"/>
                    <a:pt x="148" y="349"/>
                    <a:pt x="147" y="349"/>
                  </a:cubicBezTo>
                  <a:cubicBezTo>
                    <a:pt x="137" y="349"/>
                    <a:pt x="157" y="329"/>
                    <a:pt x="160" y="325"/>
                  </a:cubicBezTo>
                  <a:cubicBezTo>
                    <a:pt x="171" y="317"/>
                    <a:pt x="171" y="317"/>
                    <a:pt x="171" y="317"/>
                  </a:cubicBezTo>
                  <a:cubicBezTo>
                    <a:pt x="181" y="310"/>
                    <a:pt x="182" y="303"/>
                    <a:pt x="182" y="302"/>
                  </a:cubicBezTo>
                  <a:cubicBezTo>
                    <a:pt x="183" y="300"/>
                    <a:pt x="189" y="296"/>
                    <a:pt x="191" y="296"/>
                  </a:cubicBezTo>
                  <a:cubicBezTo>
                    <a:pt x="192" y="295"/>
                    <a:pt x="192" y="295"/>
                    <a:pt x="192" y="295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93"/>
                    <a:pt x="193" y="293"/>
                    <a:pt x="193" y="292"/>
                  </a:cubicBezTo>
                  <a:cubicBezTo>
                    <a:pt x="193" y="292"/>
                    <a:pt x="193" y="291"/>
                    <a:pt x="193" y="291"/>
                  </a:cubicBezTo>
                  <a:cubicBezTo>
                    <a:pt x="192" y="290"/>
                    <a:pt x="191" y="290"/>
                    <a:pt x="191" y="290"/>
                  </a:cubicBezTo>
                  <a:cubicBezTo>
                    <a:pt x="190" y="290"/>
                    <a:pt x="189" y="290"/>
                    <a:pt x="187" y="291"/>
                  </a:cubicBezTo>
                  <a:cubicBezTo>
                    <a:pt x="192" y="287"/>
                    <a:pt x="198" y="283"/>
                    <a:pt x="200" y="280"/>
                  </a:cubicBezTo>
                  <a:cubicBezTo>
                    <a:pt x="201" y="279"/>
                    <a:pt x="202" y="277"/>
                    <a:pt x="202" y="276"/>
                  </a:cubicBezTo>
                  <a:cubicBezTo>
                    <a:pt x="202" y="275"/>
                    <a:pt x="198" y="273"/>
                    <a:pt x="193" y="275"/>
                  </a:cubicBezTo>
                  <a:cubicBezTo>
                    <a:pt x="193" y="275"/>
                    <a:pt x="193" y="275"/>
                    <a:pt x="193" y="274"/>
                  </a:cubicBezTo>
                  <a:cubicBezTo>
                    <a:pt x="193" y="273"/>
                    <a:pt x="193" y="270"/>
                    <a:pt x="195" y="266"/>
                  </a:cubicBezTo>
                  <a:cubicBezTo>
                    <a:pt x="196" y="264"/>
                    <a:pt x="197" y="262"/>
                    <a:pt x="199" y="261"/>
                  </a:cubicBezTo>
                  <a:cubicBezTo>
                    <a:pt x="204" y="255"/>
                    <a:pt x="213" y="251"/>
                    <a:pt x="220" y="248"/>
                  </a:cubicBezTo>
                  <a:cubicBezTo>
                    <a:pt x="220" y="248"/>
                    <a:pt x="240" y="246"/>
                    <a:pt x="241" y="250"/>
                  </a:cubicBezTo>
                  <a:cubicBezTo>
                    <a:pt x="235" y="253"/>
                    <a:pt x="229" y="256"/>
                    <a:pt x="225" y="258"/>
                  </a:cubicBezTo>
                  <a:cubicBezTo>
                    <a:pt x="220" y="261"/>
                    <a:pt x="220" y="261"/>
                    <a:pt x="220" y="261"/>
                  </a:cubicBezTo>
                  <a:cubicBezTo>
                    <a:pt x="219" y="262"/>
                    <a:pt x="219" y="262"/>
                    <a:pt x="219" y="263"/>
                  </a:cubicBezTo>
                  <a:cubicBezTo>
                    <a:pt x="219" y="263"/>
                    <a:pt x="219" y="263"/>
                    <a:pt x="219" y="264"/>
                  </a:cubicBezTo>
                  <a:cubicBezTo>
                    <a:pt x="220" y="265"/>
                    <a:pt x="237" y="263"/>
                    <a:pt x="237" y="263"/>
                  </a:cubicBezTo>
                  <a:cubicBezTo>
                    <a:pt x="259" y="260"/>
                    <a:pt x="265" y="265"/>
                    <a:pt x="268" y="268"/>
                  </a:cubicBezTo>
                  <a:cubicBezTo>
                    <a:pt x="266" y="268"/>
                    <a:pt x="271" y="272"/>
                    <a:pt x="266" y="27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1" name="Freeform 261">
              <a:extLst>
                <a:ext uri="{FF2B5EF4-FFF2-40B4-BE49-F238E27FC236}">
                  <a16:creationId xmlns:a16="http://schemas.microsoft.com/office/drawing/2014/main" id="{A14E3471-486E-4A16-9EB6-9E4D538A99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53188" y="12779375"/>
              <a:ext cx="28575" cy="88900"/>
            </a:xfrm>
            <a:custGeom>
              <a:avLst/>
              <a:gdLst>
                <a:gd name="T0" fmla="*/ 39 w 46"/>
                <a:gd name="T1" fmla="*/ 62 h 140"/>
                <a:gd name="T2" fmla="*/ 2 w 46"/>
                <a:gd name="T3" fmla="*/ 0 h 140"/>
                <a:gd name="T4" fmla="*/ 0 w 46"/>
                <a:gd name="T5" fmla="*/ 0 h 140"/>
                <a:gd name="T6" fmla="*/ 7 w 46"/>
                <a:gd name="T7" fmla="*/ 12 h 140"/>
                <a:gd name="T8" fmla="*/ 36 w 46"/>
                <a:gd name="T9" fmla="*/ 79 h 140"/>
                <a:gd name="T10" fmla="*/ 28 w 46"/>
                <a:gd name="T11" fmla="*/ 136 h 140"/>
                <a:gd name="T12" fmla="*/ 32 w 46"/>
                <a:gd name="T13" fmla="*/ 139 h 140"/>
                <a:gd name="T14" fmla="*/ 39 w 46"/>
                <a:gd name="T15" fmla="*/ 6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140">
                  <a:moveTo>
                    <a:pt x="39" y="62"/>
                  </a:moveTo>
                  <a:cubicBezTo>
                    <a:pt x="35" y="35"/>
                    <a:pt x="6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3" y="6"/>
                    <a:pt x="7" y="12"/>
                  </a:cubicBezTo>
                  <a:cubicBezTo>
                    <a:pt x="32" y="44"/>
                    <a:pt x="34" y="62"/>
                    <a:pt x="36" y="79"/>
                  </a:cubicBezTo>
                  <a:cubicBezTo>
                    <a:pt x="38" y="98"/>
                    <a:pt x="31" y="132"/>
                    <a:pt x="28" y="136"/>
                  </a:cubicBezTo>
                  <a:cubicBezTo>
                    <a:pt x="26" y="140"/>
                    <a:pt x="30" y="140"/>
                    <a:pt x="32" y="139"/>
                  </a:cubicBezTo>
                  <a:cubicBezTo>
                    <a:pt x="34" y="136"/>
                    <a:pt x="46" y="103"/>
                    <a:pt x="39" y="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2" name="Freeform 262">
              <a:extLst>
                <a:ext uri="{FF2B5EF4-FFF2-40B4-BE49-F238E27FC236}">
                  <a16:creationId xmlns:a16="http://schemas.microsoft.com/office/drawing/2014/main" id="{13980FEE-1F42-4C25-A8E5-C5D8637773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53188" y="12819063"/>
              <a:ext cx="11113" cy="46037"/>
            </a:xfrm>
            <a:custGeom>
              <a:avLst/>
              <a:gdLst>
                <a:gd name="T0" fmla="*/ 2 w 18"/>
                <a:gd name="T1" fmla="*/ 7 h 71"/>
                <a:gd name="T2" fmla="*/ 11 w 18"/>
                <a:gd name="T3" fmla="*/ 33 h 71"/>
                <a:gd name="T4" fmla="*/ 12 w 18"/>
                <a:gd name="T5" fmla="*/ 66 h 71"/>
                <a:gd name="T6" fmla="*/ 15 w 18"/>
                <a:gd name="T7" fmla="*/ 67 h 71"/>
                <a:gd name="T8" fmla="*/ 16 w 18"/>
                <a:gd name="T9" fmla="*/ 32 h 71"/>
                <a:gd name="T10" fmla="*/ 6 w 18"/>
                <a:gd name="T11" fmla="*/ 4 h 71"/>
                <a:gd name="T12" fmla="*/ 2 w 18"/>
                <a:gd name="T1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71">
                  <a:moveTo>
                    <a:pt x="2" y="7"/>
                  </a:moveTo>
                  <a:cubicBezTo>
                    <a:pt x="6" y="13"/>
                    <a:pt x="11" y="29"/>
                    <a:pt x="11" y="33"/>
                  </a:cubicBezTo>
                  <a:cubicBezTo>
                    <a:pt x="12" y="52"/>
                    <a:pt x="13" y="61"/>
                    <a:pt x="12" y="66"/>
                  </a:cubicBezTo>
                  <a:cubicBezTo>
                    <a:pt x="11" y="71"/>
                    <a:pt x="15" y="71"/>
                    <a:pt x="15" y="67"/>
                  </a:cubicBezTo>
                  <a:cubicBezTo>
                    <a:pt x="15" y="59"/>
                    <a:pt x="18" y="56"/>
                    <a:pt x="16" y="32"/>
                  </a:cubicBezTo>
                  <a:cubicBezTo>
                    <a:pt x="16" y="25"/>
                    <a:pt x="11" y="11"/>
                    <a:pt x="6" y="4"/>
                  </a:cubicBezTo>
                  <a:cubicBezTo>
                    <a:pt x="3" y="0"/>
                    <a:pt x="0" y="4"/>
                    <a:pt x="2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3" name="Freeform 263">
              <a:extLst>
                <a:ext uri="{FF2B5EF4-FFF2-40B4-BE49-F238E27FC236}">
                  <a16:creationId xmlns:a16="http://schemas.microsoft.com/office/drawing/2014/main" id="{72D9BEDD-60AA-4FAD-B51C-56225E0041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59538" y="12809538"/>
              <a:ext cx="12700" cy="57150"/>
            </a:xfrm>
            <a:custGeom>
              <a:avLst/>
              <a:gdLst>
                <a:gd name="T0" fmla="*/ 2 w 21"/>
                <a:gd name="T1" fmla="*/ 7 h 89"/>
                <a:gd name="T2" fmla="*/ 13 w 21"/>
                <a:gd name="T3" fmla="*/ 34 h 89"/>
                <a:gd name="T4" fmla="*/ 11 w 21"/>
                <a:gd name="T5" fmla="*/ 84 h 89"/>
                <a:gd name="T6" fmla="*/ 14 w 21"/>
                <a:gd name="T7" fmla="*/ 86 h 89"/>
                <a:gd name="T8" fmla="*/ 18 w 21"/>
                <a:gd name="T9" fmla="*/ 33 h 89"/>
                <a:gd name="T10" fmla="*/ 6 w 21"/>
                <a:gd name="T11" fmla="*/ 4 h 89"/>
                <a:gd name="T12" fmla="*/ 2 w 21"/>
                <a:gd name="T13" fmla="*/ 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89">
                  <a:moveTo>
                    <a:pt x="2" y="7"/>
                  </a:moveTo>
                  <a:cubicBezTo>
                    <a:pt x="6" y="13"/>
                    <a:pt x="13" y="30"/>
                    <a:pt x="13" y="34"/>
                  </a:cubicBezTo>
                  <a:cubicBezTo>
                    <a:pt x="15" y="65"/>
                    <a:pt x="11" y="79"/>
                    <a:pt x="11" y="84"/>
                  </a:cubicBezTo>
                  <a:cubicBezTo>
                    <a:pt x="10" y="89"/>
                    <a:pt x="14" y="89"/>
                    <a:pt x="14" y="86"/>
                  </a:cubicBezTo>
                  <a:cubicBezTo>
                    <a:pt x="14" y="77"/>
                    <a:pt x="21" y="61"/>
                    <a:pt x="18" y="33"/>
                  </a:cubicBezTo>
                  <a:cubicBezTo>
                    <a:pt x="17" y="26"/>
                    <a:pt x="11" y="11"/>
                    <a:pt x="6" y="4"/>
                  </a:cubicBezTo>
                  <a:cubicBezTo>
                    <a:pt x="3" y="0"/>
                    <a:pt x="0" y="4"/>
                    <a:pt x="2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4" name="Freeform 264">
              <a:extLst>
                <a:ext uri="{FF2B5EF4-FFF2-40B4-BE49-F238E27FC236}">
                  <a16:creationId xmlns:a16="http://schemas.microsoft.com/office/drawing/2014/main" id="{337E020D-4C08-4A39-84F7-7F38189992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80201" y="12779375"/>
              <a:ext cx="30163" cy="88900"/>
            </a:xfrm>
            <a:custGeom>
              <a:avLst/>
              <a:gdLst>
                <a:gd name="T0" fmla="*/ 7 w 46"/>
                <a:gd name="T1" fmla="*/ 62 h 140"/>
                <a:gd name="T2" fmla="*/ 44 w 46"/>
                <a:gd name="T3" fmla="*/ 0 h 140"/>
                <a:gd name="T4" fmla="*/ 46 w 46"/>
                <a:gd name="T5" fmla="*/ 0 h 140"/>
                <a:gd name="T6" fmla="*/ 39 w 46"/>
                <a:gd name="T7" fmla="*/ 12 h 140"/>
                <a:gd name="T8" fmla="*/ 10 w 46"/>
                <a:gd name="T9" fmla="*/ 79 h 140"/>
                <a:gd name="T10" fmla="*/ 18 w 46"/>
                <a:gd name="T11" fmla="*/ 136 h 140"/>
                <a:gd name="T12" fmla="*/ 14 w 46"/>
                <a:gd name="T13" fmla="*/ 139 h 140"/>
                <a:gd name="T14" fmla="*/ 7 w 46"/>
                <a:gd name="T15" fmla="*/ 6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140">
                  <a:moveTo>
                    <a:pt x="7" y="62"/>
                  </a:moveTo>
                  <a:cubicBezTo>
                    <a:pt x="11" y="35"/>
                    <a:pt x="40" y="0"/>
                    <a:pt x="44" y="0"/>
                  </a:cubicBezTo>
                  <a:cubicBezTo>
                    <a:pt x="45" y="0"/>
                    <a:pt x="46" y="0"/>
                    <a:pt x="46" y="0"/>
                  </a:cubicBezTo>
                  <a:cubicBezTo>
                    <a:pt x="46" y="2"/>
                    <a:pt x="43" y="6"/>
                    <a:pt x="39" y="12"/>
                  </a:cubicBezTo>
                  <a:cubicBezTo>
                    <a:pt x="14" y="44"/>
                    <a:pt x="12" y="62"/>
                    <a:pt x="10" y="79"/>
                  </a:cubicBezTo>
                  <a:cubicBezTo>
                    <a:pt x="8" y="98"/>
                    <a:pt x="15" y="132"/>
                    <a:pt x="18" y="136"/>
                  </a:cubicBezTo>
                  <a:cubicBezTo>
                    <a:pt x="20" y="140"/>
                    <a:pt x="16" y="140"/>
                    <a:pt x="14" y="139"/>
                  </a:cubicBezTo>
                  <a:cubicBezTo>
                    <a:pt x="12" y="136"/>
                    <a:pt x="0" y="103"/>
                    <a:pt x="7" y="6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5" name="Freeform 265">
              <a:extLst>
                <a:ext uri="{FF2B5EF4-FFF2-40B4-BE49-F238E27FC236}">
                  <a16:creationId xmlns:a16="http://schemas.microsoft.com/office/drawing/2014/main" id="{6BAC1771-C196-4E7E-B51A-946F0FB1C4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97663" y="12819063"/>
              <a:ext cx="11113" cy="46037"/>
            </a:xfrm>
            <a:custGeom>
              <a:avLst/>
              <a:gdLst>
                <a:gd name="T0" fmla="*/ 16 w 18"/>
                <a:gd name="T1" fmla="*/ 7 h 71"/>
                <a:gd name="T2" fmla="*/ 7 w 18"/>
                <a:gd name="T3" fmla="*/ 33 h 71"/>
                <a:gd name="T4" fmla="*/ 6 w 18"/>
                <a:gd name="T5" fmla="*/ 66 h 71"/>
                <a:gd name="T6" fmla="*/ 3 w 18"/>
                <a:gd name="T7" fmla="*/ 67 h 71"/>
                <a:gd name="T8" fmla="*/ 2 w 18"/>
                <a:gd name="T9" fmla="*/ 32 h 71"/>
                <a:gd name="T10" fmla="*/ 12 w 18"/>
                <a:gd name="T11" fmla="*/ 4 h 71"/>
                <a:gd name="T12" fmla="*/ 16 w 18"/>
                <a:gd name="T1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71">
                  <a:moveTo>
                    <a:pt x="16" y="7"/>
                  </a:moveTo>
                  <a:cubicBezTo>
                    <a:pt x="12" y="13"/>
                    <a:pt x="7" y="29"/>
                    <a:pt x="7" y="33"/>
                  </a:cubicBezTo>
                  <a:cubicBezTo>
                    <a:pt x="6" y="52"/>
                    <a:pt x="5" y="61"/>
                    <a:pt x="6" y="66"/>
                  </a:cubicBezTo>
                  <a:cubicBezTo>
                    <a:pt x="7" y="71"/>
                    <a:pt x="3" y="71"/>
                    <a:pt x="3" y="67"/>
                  </a:cubicBezTo>
                  <a:cubicBezTo>
                    <a:pt x="3" y="59"/>
                    <a:pt x="0" y="56"/>
                    <a:pt x="2" y="32"/>
                  </a:cubicBezTo>
                  <a:cubicBezTo>
                    <a:pt x="2" y="25"/>
                    <a:pt x="8" y="11"/>
                    <a:pt x="12" y="4"/>
                  </a:cubicBezTo>
                  <a:cubicBezTo>
                    <a:pt x="15" y="0"/>
                    <a:pt x="18" y="4"/>
                    <a:pt x="16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6" name="Freeform 266">
              <a:extLst>
                <a:ext uri="{FF2B5EF4-FFF2-40B4-BE49-F238E27FC236}">
                  <a16:creationId xmlns:a16="http://schemas.microsoft.com/office/drawing/2014/main" id="{C8F26DD0-E2A5-48EA-8717-962C7AB27B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89726" y="12809538"/>
              <a:ext cx="12700" cy="57150"/>
            </a:xfrm>
            <a:custGeom>
              <a:avLst/>
              <a:gdLst>
                <a:gd name="T0" fmla="*/ 19 w 21"/>
                <a:gd name="T1" fmla="*/ 7 h 89"/>
                <a:gd name="T2" fmla="*/ 8 w 21"/>
                <a:gd name="T3" fmla="*/ 34 h 89"/>
                <a:gd name="T4" fmla="*/ 10 w 21"/>
                <a:gd name="T5" fmla="*/ 84 h 89"/>
                <a:gd name="T6" fmla="*/ 7 w 21"/>
                <a:gd name="T7" fmla="*/ 86 h 89"/>
                <a:gd name="T8" fmla="*/ 3 w 21"/>
                <a:gd name="T9" fmla="*/ 33 h 89"/>
                <a:gd name="T10" fmla="*/ 15 w 21"/>
                <a:gd name="T11" fmla="*/ 4 h 89"/>
                <a:gd name="T12" fmla="*/ 19 w 21"/>
                <a:gd name="T13" fmla="*/ 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89">
                  <a:moveTo>
                    <a:pt x="19" y="7"/>
                  </a:moveTo>
                  <a:cubicBezTo>
                    <a:pt x="15" y="13"/>
                    <a:pt x="8" y="30"/>
                    <a:pt x="8" y="34"/>
                  </a:cubicBezTo>
                  <a:cubicBezTo>
                    <a:pt x="6" y="65"/>
                    <a:pt x="10" y="79"/>
                    <a:pt x="10" y="84"/>
                  </a:cubicBezTo>
                  <a:cubicBezTo>
                    <a:pt x="11" y="89"/>
                    <a:pt x="7" y="89"/>
                    <a:pt x="7" y="86"/>
                  </a:cubicBezTo>
                  <a:cubicBezTo>
                    <a:pt x="7" y="77"/>
                    <a:pt x="0" y="61"/>
                    <a:pt x="3" y="33"/>
                  </a:cubicBezTo>
                  <a:cubicBezTo>
                    <a:pt x="4" y="26"/>
                    <a:pt x="11" y="11"/>
                    <a:pt x="15" y="4"/>
                  </a:cubicBezTo>
                  <a:cubicBezTo>
                    <a:pt x="18" y="0"/>
                    <a:pt x="21" y="4"/>
                    <a:pt x="19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7" name="Freeform 267">
              <a:extLst>
                <a:ext uri="{FF2B5EF4-FFF2-40B4-BE49-F238E27FC236}">
                  <a16:creationId xmlns:a16="http://schemas.microsoft.com/office/drawing/2014/main" id="{AD5BE0B0-B8E4-4271-89BE-5AB07A877E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46826" y="12776200"/>
              <a:ext cx="52388" cy="53975"/>
            </a:xfrm>
            <a:custGeom>
              <a:avLst/>
              <a:gdLst>
                <a:gd name="T0" fmla="*/ 79 w 81"/>
                <a:gd name="T1" fmla="*/ 60 h 83"/>
                <a:gd name="T2" fmla="*/ 67 w 81"/>
                <a:gd name="T3" fmla="*/ 55 h 83"/>
                <a:gd name="T4" fmla="*/ 31 w 81"/>
                <a:gd name="T5" fmla="*/ 71 h 83"/>
                <a:gd name="T6" fmla="*/ 26 w 81"/>
                <a:gd name="T7" fmla="*/ 82 h 83"/>
                <a:gd name="T8" fmla="*/ 24 w 81"/>
                <a:gd name="T9" fmla="*/ 83 h 83"/>
                <a:gd name="T10" fmla="*/ 13 w 81"/>
                <a:gd name="T11" fmla="*/ 58 h 83"/>
                <a:gd name="T12" fmla="*/ 15 w 81"/>
                <a:gd name="T13" fmla="*/ 57 h 83"/>
                <a:gd name="T14" fmla="*/ 26 w 81"/>
                <a:gd name="T15" fmla="*/ 60 h 83"/>
                <a:gd name="T16" fmla="*/ 43 w 81"/>
                <a:gd name="T17" fmla="*/ 53 h 83"/>
                <a:gd name="T18" fmla="*/ 43 w 81"/>
                <a:gd name="T19" fmla="*/ 53 h 83"/>
                <a:gd name="T20" fmla="*/ 17 w 81"/>
                <a:gd name="T21" fmla="*/ 45 h 83"/>
                <a:gd name="T22" fmla="*/ 11 w 81"/>
                <a:gd name="T23" fmla="*/ 44 h 83"/>
                <a:gd name="T24" fmla="*/ 12 w 81"/>
                <a:gd name="T25" fmla="*/ 50 h 83"/>
                <a:gd name="T26" fmla="*/ 10 w 81"/>
                <a:gd name="T27" fmla="*/ 51 h 83"/>
                <a:gd name="T28" fmla="*/ 0 w 81"/>
                <a:gd name="T29" fmla="*/ 28 h 83"/>
                <a:gd name="T30" fmla="*/ 2 w 81"/>
                <a:gd name="T31" fmla="*/ 27 h 83"/>
                <a:gd name="T32" fmla="*/ 16 w 81"/>
                <a:gd name="T33" fmla="*/ 38 h 83"/>
                <a:gd name="T34" fmla="*/ 37 w 81"/>
                <a:gd name="T35" fmla="*/ 45 h 83"/>
                <a:gd name="T36" fmla="*/ 52 w 81"/>
                <a:gd name="T37" fmla="*/ 18 h 83"/>
                <a:gd name="T38" fmla="*/ 54 w 81"/>
                <a:gd name="T39" fmla="*/ 1 h 83"/>
                <a:gd name="T40" fmla="*/ 56 w 81"/>
                <a:gd name="T41" fmla="*/ 0 h 83"/>
                <a:gd name="T42" fmla="*/ 68 w 81"/>
                <a:gd name="T43" fmla="*/ 28 h 83"/>
                <a:gd name="T44" fmla="*/ 65 w 81"/>
                <a:gd name="T45" fmla="*/ 28 h 83"/>
                <a:gd name="T46" fmla="*/ 61 w 81"/>
                <a:gd name="T47" fmla="*/ 24 h 83"/>
                <a:gd name="T48" fmla="*/ 58 w 81"/>
                <a:gd name="T49" fmla="*/ 29 h 83"/>
                <a:gd name="T50" fmla="*/ 44 w 81"/>
                <a:gd name="T51" fmla="*/ 52 h 83"/>
                <a:gd name="T52" fmla="*/ 44 w 81"/>
                <a:gd name="T53" fmla="*/ 53 h 83"/>
                <a:gd name="T54" fmla="*/ 63 w 81"/>
                <a:gd name="T55" fmla="*/ 45 h 83"/>
                <a:gd name="T56" fmla="*/ 68 w 81"/>
                <a:gd name="T57" fmla="*/ 35 h 83"/>
                <a:gd name="T58" fmla="*/ 70 w 81"/>
                <a:gd name="T59" fmla="*/ 34 h 83"/>
                <a:gd name="T60" fmla="*/ 81 w 81"/>
                <a:gd name="T61" fmla="*/ 59 h 83"/>
                <a:gd name="T62" fmla="*/ 79 w 81"/>
                <a:gd name="T63" fmla="*/ 6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" h="83">
                  <a:moveTo>
                    <a:pt x="79" y="60"/>
                  </a:moveTo>
                  <a:cubicBezTo>
                    <a:pt x="76" y="53"/>
                    <a:pt x="74" y="52"/>
                    <a:pt x="67" y="55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4" y="74"/>
                    <a:pt x="23" y="76"/>
                    <a:pt x="26" y="82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8" y="63"/>
                    <a:pt x="19" y="63"/>
                    <a:pt x="26" y="60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5" y="44"/>
                    <a:pt x="12" y="43"/>
                    <a:pt x="11" y="44"/>
                  </a:cubicBezTo>
                  <a:cubicBezTo>
                    <a:pt x="10" y="44"/>
                    <a:pt x="11" y="46"/>
                    <a:pt x="12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5" y="34"/>
                    <a:pt x="9" y="36"/>
                    <a:pt x="16" y="3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4" y="14"/>
                    <a:pt x="57" y="8"/>
                    <a:pt x="54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5"/>
                    <a:pt x="63" y="23"/>
                    <a:pt x="61" y="24"/>
                  </a:cubicBezTo>
                  <a:cubicBezTo>
                    <a:pt x="60" y="25"/>
                    <a:pt x="59" y="26"/>
                    <a:pt x="58" y="29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70" y="42"/>
                    <a:pt x="70" y="40"/>
                    <a:pt x="68" y="35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81" y="59"/>
                    <a:pt x="81" y="59"/>
                    <a:pt x="81" y="59"/>
                  </a:cubicBezTo>
                  <a:lnTo>
                    <a:pt x="79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8" name="Freeform 268">
              <a:extLst>
                <a:ext uri="{FF2B5EF4-FFF2-40B4-BE49-F238E27FC236}">
                  <a16:creationId xmlns:a16="http://schemas.microsoft.com/office/drawing/2014/main" id="{257084D1-0495-48FB-A541-05F20338BE0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46826" y="12776200"/>
              <a:ext cx="52388" cy="53975"/>
            </a:xfrm>
            <a:custGeom>
              <a:avLst/>
              <a:gdLst>
                <a:gd name="T0" fmla="*/ 15 w 81"/>
                <a:gd name="T1" fmla="*/ 57 h 84"/>
                <a:gd name="T2" fmla="*/ 20 w 81"/>
                <a:gd name="T3" fmla="*/ 62 h 84"/>
                <a:gd name="T4" fmla="*/ 43 w 81"/>
                <a:gd name="T5" fmla="*/ 53 h 84"/>
                <a:gd name="T6" fmla="*/ 12 w 81"/>
                <a:gd name="T7" fmla="*/ 44 h 84"/>
                <a:gd name="T8" fmla="*/ 11 w 81"/>
                <a:gd name="T9" fmla="*/ 45 h 84"/>
                <a:gd name="T10" fmla="*/ 13 w 81"/>
                <a:gd name="T11" fmla="*/ 50 h 84"/>
                <a:gd name="T12" fmla="*/ 0 w 81"/>
                <a:gd name="T13" fmla="*/ 28 h 84"/>
                <a:gd name="T14" fmla="*/ 3 w 81"/>
                <a:gd name="T15" fmla="*/ 27 h 84"/>
                <a:gd name="T16" fmla="*/ 37 w 81"/>
                <a:gd name="T17" fmla="*/ 45 h 84"/>
                <a:gd name="T18" fmla="*/ 55 w 81"/>
                <a:gd name="T19" fmla="*/ 8 h 84"/>
                <a:gd name="T20" fmla="*/ 53 w 81"/>
                <a:gd name="T21" fmla="*/ 1 h 84"/>
                <a:gd name="T22" fmla="*/ 68 w 81"/>
                <a:gd name="T23" fmla="*/ 28 h 84"/>
                <a:gd name="T24" fmla="*/ 65 w 81"/>
                <a:gd name="T25" fmla="*/ 29 h 84"/>
                <a:gd name="T26" fmla="*/ 61 w 81"/>
                <a:gd name="T27" fmla="*/ 24 h 84"/>
                <a:gd name="T28" fmla="*/ 45 w 81"/>
                <a:gd name="T29" fmla="*/ 52 h 84"/>
                <a:gd name="T30" fmla="*/ 69 w 81"/>
                <a:gd name="T31" fmla="*/ 39 h 84"/>
                <a:gd name="T32" fmla="*/ 68 w 81"/>
                <a:gd name="T33" fmla="*/ 34 h 84"/>
                <a:gd name="T34" fmla="*/ 81 w 81"/>
                <a:gd name="T35" fmla="*/ 59 h 84"/>
                <a:gd name="T36" fmla="*/ 79 w 81"/>
                <a:gd name="T37" fmla="*/ 60 h 84"/>
                <a:gd name="T38" fmla="*/ 73 w 81"/>
                <a:gd name="T39" fmla="*/ 54 h 84"/>
                <a:gd name="T40" fmla="*/ 31 w 81"/>
                <a:gd name="T41" fmla="*/ 71 h 84"/>
                <a:gd name="T42" fmla="*/ 26 w 81"/>
                <a:gd name="T43" fmla="*/ 82 h 84"/>
                <a:gd name="T44" fmla="*/ 24 w 81"/>
                <a:gd name="T45" fmla="*/ 84 h 84"/>
                <a:gd name="T46" fmla="*/ 14 w 81"/>
                <a:gd name="T47" fmla="*/ 58 h 84"/>
                <a:gd name="T48" fmla="*/ 26 w 81"/>
                <a:gd name="T49" fmla="*/ 82 h 84"/>
                <a:gd name="T50" fmla="*/ 31 w 81"/>
                <a:gd name="T51" fmla="*/ 71 h 84"/>
                <a:gd name="T52" fmla="*/ 73 w 81"/>
                <a:gd name="T53" fmla="*/ 53 h 84"/>
                <a:gd name="T54" fmla="*/ 81 w 81"/>
                <a:gd name="T55" fmla="*/ 59 h 84"/>
                <a:gd name="T56" fmla="*/ 68 w 81"/>
                <a:gd name="T57" fmla="*/ 35 h 84"/>
                <a:gd name="T58" fmla="*/ 63 w 81"/>
                <a:gd name="T59" fmla="*/ 45 h 84"/>
                <a:gd name="T60" fmla="*/ 44 w 81"/>
                <a:gd name="T61" fmla="*/ 53 h 84"/>
                <a:gd name="T62" fmla="*/ 57 w 81"/>
                <a:gd name="T63" fmla="*/ 29 h 84"/>
                <a:gd name="T64" fmla="*/ 62 w 81"/>
                <a:gd name="T65" fmla="*/ 24 h 84"/>
                <a:gd name="T66" fmla="*/ 67 w 81"/>
                <a:gd name="T67" fmla="*/ 27 h 84"/>
                <a:gd name="T68" fmla="*/ 54 w 81"/>
                <a:gd name="T69" fmla="*/ 1 h 84"/>
                <a:gd name="T70" fmla="*/ 52 w 81"/>
                <a:gd name="T71" fmla="*/ 18 h 84"/>
                <a:gd name="T72" fmla="*/ 16 w 81"/>
                <a:gd name="T73" fmla="*/ 39 h 84"/>
                <a:gd name="T74" fmla="*/ 1 w 81"/>
                <a:gd name="T75" fmla="*/ 28 h 84"/>
                <a:gd name="T76" fmla="*/ 12 w 81"/>
                <a:gd name="T77" fmla="*/ 50 h 84"/>
                <a:gd name="T78" fmla="*/ 11 w 81"/>
                <a:gd name="T79" fmla="*/ 43 h 84"/>
                <a:gd name="T80" fmla="*/ 17 w 81"/>
                <a:gd name="T81" fmla="*/ 45 h 84"/>
                <a:gd name="T82" fmla="*/ 44 w 81"/>
                <a:gd name="T83" fmla="*/ 53 h 84"/>
                <a:gd name="T84" fmla="*/ 26 w 81"/>
                <a:gd name="T85" fmla="*/ 61 h 84"/>
                <a:gd name="T86" fmla="*/ 15 w 81"/>
                <a:gd name="T87" fmla="*/ 58 h 84"/>
                <a:gd name="T88" fmla="*/ 79 w 81"/>
                <a:gd name="T89" fmla="*/ 6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1" h="84">
                  <a:moveTo>
                    <a:pt x="13" y="58"/>
                  </a:moveTo>
                  <a:cubicBezTo>
                    <a:pt x="15" y="57"/>
                    <a:pt x="15" y="57"/>
                    <a:pt x="15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60"/>
                    <a:pt x="18" y="62"/>
                    <a:pt x="20" y="62"/>
                  </a:cubicBezTo>
                  <a:cubicBezTo>
                    <a:pt x="22" y="62"/>
                    <a:pt x="24" y="61"/>
                    <a:pt x="26" y="60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3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4"/>
                    <a:pt x="11" y="44"/>
                    <a:pt x="11" y="45"/>
                  </a:cubicBezTo>
                  <a:cubicBezTo>
                    <a:pt x="11" y="46"/>
                    <a:pt x="12" y="48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6" y="34"/>
                    <a:pt x="9" y="36"/>
                    <a:pt x="17" y="3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5"/>
                    <a:pt x="55" y="12"/>
                    <a:pt x="55" y="8"/>
                  </a:cubicBezTo>
                  <a:cubicBezTo>
                    <a:pt x="55" y="5"/>
                    <a:pt x="54" y="3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6"/>
                    <a:pt x="63" y="24"/>
                    <a:pt x="62" y="24"/>
                  </a:cubicBezTo>
                  <a:cubicBezTo>
                    <a:pt x="62" y="24"/>
                    <a:pt x="61" y="24"/>
                    <a:pt x="61" y="24"/>
                  </a:cubicBezTo>
                  <a:cubicBezTo>
                    <a:pt x="60" y="25"/>
                    <a:pt x="59" y="26"/>
                    <a:pt x="58" y="29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7" y="42"/>
                    <a:pt x="69" y="41"/>
                    <a:pt x="69" y="39"/>
                  </a:cubicBezTo>
                  <a:cubicBezTo>
                    <a:pt x="69" y="38"/>
                    <a:pt x="69" y="36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7" y="56"/>
                    <a:pt x="75" y="54"/>
                    <a:pt x="73" y="54"/>
                  </a:cubicBezTo>
                  <a:cubicBezTo>
                    <a:pt x="72" y="54"/>
                    <a:pt x="70" y="54"/>
                    <a:pt x="68" y="55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6" y="73"/>
                    <a:pt x="25" y="74"/>
                    <a:pt x="25" y="77"/>
                  </a:cubicBezTo>
                  <a:cubicBezTo>
                    <a:pt x="25" y="78"/>
                    <a:pt x="25" y="80"/>
                    <a:pt x="26" y="82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4" y="84"/>
                    <a:pt x="24" y="84"/>
                    <a:pt x="24" y="84"/>
                  </a:cubicBezTo>
                  <a:lnTo>
                    <a:pt x="13" y="58"/>
                  </a:lnTo>
                  <a:close/>
                  <a:moveTo>
                    <a:pt x="14" y="58"/>
                  </a:moveTo>
                  <a:cubicBezTo>
                    <a:pt x="24" y="83"/>
                    <a:pt x="24" y="83"/>
                    <a:pt x="24" y="83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5" y="80"/>
                    <a:pt x="24" y="78"/>
                    <a:pt x="24" y="77"/>
                  </a:cubicBezTo>
                  <a:cubicBezTo>
                    <a:pt x="24" y="74"/>
                    <a:pt x="26" y="72"/>
                    <a:pt x="31" y="71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0" y="54"/>
                    <a:pt x="71" y="53"/>
                    <a:pt x="73" y="53"/>
                  </a:cubicBezTo>
                  <a:cubicBezTo>
                    <a:pt x="76" y="53"/>
                    <a:pt x="77" y="55"/>
                    <a:pt x="79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36"/>
                    <a:pt x="70" y="38"/>
                    <a:pt x="70" y="39"/>
                  </a:cubicBezTo>
                  <a:cubicBezTo>
                    <a:pt x="70" y="42"/>
                    <a:pt x="68" y="43"/>
                    <a:pt x="63" y="4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9" y="26"/>
                    <a:pt x="60" y="24"/>
                    <a:pt x="61" y="24"/>
                  </a:cubicBezTo>
                  <a:cubicBezTo>
                    <a:pt x="61" y="24"/>
                    <a:pt x="61" y="24"/>
                    <a:pt x="62" y="24"/>
                  </a:cubicBezTo>
                  <a:cubicBezTo>
                    <a:pt x="63" y="24"/>
                    <a:pt x="65" y="26"/>
                    <a:pt x="66" y="28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5" y="3"/>
                    <a:pt x="55" y="6"/>
                    <a:pt x="55" y="8"/>
                  </a:cubicBezTo>
                  <a:cubicBezTo>
                    <a:pt x="55" y="12"/>
                    <a:pt x="54" y="15"/>
                    <a:pt x="52" y="18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9" y="36"/>
                    <a:pt x="5" y="34"/>
                    <a:pt x="2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1" y="48"/>
                    <a:pt x="10" y="46"/>
                    <a:pt x="10" y="45"/>
                  </a:cubicBezTo>
                  <a:cubicBezTo>
                    <a:pt x="10" y="44"/>
                    <a:pt x="11" y="44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4" y="43"/>
                    <a:pt x="16" y="44"/>
                    <a:pt x="17" y="45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8" y="62"/>
                    <a:pt x="17" y="61"/>
                    <a:pt x="15" y="58"/>
                  </a:cubicBezTo>
                  <a:lnTo>
                    <a:pt x="14" y="58"/>
                  </a:lnTo>
                  <a:close/>
                  <a:moveTo>
                    <a:pt x="79" y="60"/>
                  </a:moveTo>
                  <a:cubicBezTo>
                    <a:pt x="79" y="60"/>
                    <a:pt x="79" y="60"/>
                    <a:pt x="79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49" name="Freeform 269">
              <a:extLst>
                <a:ext uri="{FF2B5EF4-FFF2-40B4-BE49-F238E27FC236}">
                  <a16:creationId xmlns:a16="http://schemas.microsoft.com/office/drawing/2014/main" id="{6A9B88C4-07F2-431D-B017-1AF5D4A3CA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34126" y="12741275"/>
              <a:ext cx="46038" cy="44450"/>
            </a:xfrm>
            <a:custGeom>
              <a:avLst/>
              <a:gdLst>
                <a:gd name="T0" fmla="*/ 43 w 74"/>
                <a:gd name="T1" fmla="*/ 2 h 70"/>
                <a:gd name="T2" fmla="*/ 70 w 74"/>
                <a:gd name="T3" fmla="*/ 21 h 70"/>
                <a:gd name="T4" fmla="*/ 56 w 74"/>
                <a:gd name="T5" fmla="*/ 51 h 70"/>
                <a:gd name="T6" fmla="*/ 26 w 74"/>
                <a:gd name="T7" fmla="*/ 59 h 70"/>
                <a:gd name="T8" fmla="*/ 20 w 74"/>
                <a:gd name="T9" fmla="*/ 69 h 70"/>
                <a:gd name="T10" fmla="*/ 18 w 74"/>
                <a:gd name="T11" fmla="*/ 70 h 70"/>
                <a:gd name="T12" fmla="*/ 10 w 74"/>
                <a:gd name="T13" fmla="*/ 42 h 70"/>
                <a:gd name="T14" fmla="*/ 12 w 74"/>
                <a:gd name="T15" fmla="*/ 41 h 70"/>
                <a:gd name="T16" fmla="*/ 23 w 74"/>
                <a:gd name="T17" fmla="*/ 48 h 70"/>
                <a:gd name="T18" fmla="*/ 53 w 74"/>
                <a:gd name="T19" fmla="*/ 40 h 70"/>
                <a:gd name="T20" fmla="*/ 65 w 74"/>
                <a:gd name="T21" fmla="*/ 21 h 70"/>
                <a:gd name="T22" fmla="*/ 45 w 74"/>
                <a:gd name="T23" fmla="*/ 10 h 70"/>
                <a:gd name="T24" fmla="*/ 15 w 74"/>
                <a:gd name="T25" fmla="*/ 18 h 70"/>
                <a:gd name="T26" fmla="*/ 9 w 74"/>
                <a:gd name="T27" fmla="*/ 29 h 70"/>
                <a:gd name="T28" fmla="*/ 7 w 74"/>
                <a:gd name="T29" fmla="*/ 29 h 70"/>
                <a:gd name="T30" fmla="*/ 0 w 74"/>
                <a:gd name="T31" fmla="*/ 5 h 70"/>
                <a:gd name="T32" fmla="*/ 2 w 74"/>
                <a:gd name="T33" fmla="*/ 4 h 70"/>
                <a:gd name="T34" fmla="*/ 13 w 74"/>
                <a:gd name="T35" fmla="*/ 11 h 70"/>
                <a:gd name="T36" fmla="*/ 43 w 74"/>
                <a:gd name="T3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70">
                  <a:moveTo>
                    <a:pt x="43" y="2"/>
                  </a:moveTo>
                  <a:cubicBezTo>
                    <a:pt x="53" y="0"/>
                    <a:pt x="64" y="1"/>
                    <a:pt x="70" y="21"/>
                  </a:cubicBezTo>
                  <a:cubicBezTo>
                    <a:pt x="74" y="39"/>
                    <a:pt x="69" y="47"/>
                    <a:pt x="56" y="5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19" y="61"/>
                    <a:pt x="18" y="62"/>
                    <a:pt x="20" y="69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4" y="48"/>
                    <a:pt x="16" y="50"/>
                    <a:pt x="23" y="48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62" y="37"/>
                    <a:pt x="69" y="34"/>
                    <a:pt x="65" y="21"/>
                  </a:cubicBezTo>
                  <a:cubicBezTo>
                    <a:pt x="62" y="9"/>
                    <a:pt x="56" y="7"/>
                    <a:pt x="45" y="10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8" y="20"/>
                    <a:pt x="7" y="22"/>
                    <a:pt x="9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11"/>
                    <a:pt x="6" y="12"/>
                    <a:pt x="13" y="11"/>
                  </a:cubicBezTo>
                  <a:lnTo>
                    <a:pt x="4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0" name="Freeform 270">
              <a:extLst>
                <a:ext uri="{FF2B5EF4-FFF2-40B4-BE49-F238E27FC236}">
                  <a16:creationId xmlns:a16="http://schemas.microsoft.com/office/drawing/2014/main" id="{FE216AED-EFD0-4E8B-A2FE-E38945A6054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34126" y="12741275"/>
              <a:ext cx="46038" cy="44450"/>
            </a:xfrm>
            <a:custGeom>
              <a:avLst/>
              <a:gdLst>
                <a:gd name="T0" fmla="*/ 10 w 72"/>
                <a:gd name="T1" fmla="*/ 41 h 69"/>
                <a:gd name="T2" fmla="*/ 12 w 72"/>
                <a:gd name="T3" fmla="*/ 40 h 69"/>
                <a:gd name="T4" fmla="*/ 13 w 72"/>
                <a:gd name="T5" fmla="*/ 40 h 69"/>
                <a:gd name="T6" fmla="*/ 18 w 72"/>
                <a:gd name="T7" fmla="*/ 47 h 69"/>
                <a:gd name="T8" fmla="*/ 23 w 72"/>
                <a:gd name="T9" fmla="*/ 46 h 69"/>
                <a:gd name="T10" fmla="*/ 53 w 72"/>
                <a:gd name="T11" fmla="*/ 38 h 69"/>
                <a:gd name="T12" fmla="*/ 66 w 72"/>
                <a:gd name="T13" fmla="*/ 26 h 69"/>
                <a:gd name="T14" fmla="*/ 65 w 72"/>
                <a:gd name="T15" fmla="*/ 20 h 69"/>
                <a:gd name="T16" fmla="*/ 53 w 72"/>
                <a:gd name="T17" fmla="*/ 8 h 69"/>
                <a:gd name="T18" fmla="*/ 45 w 72"/>
                <a:gd name="T19" fmla="*/ 9 h 69"/>
                <a:gd name="T20" fmla="*/ 15 w 72"/>
                <a:gd name="T21" fmla="*/ 17 h 69"/>
                <a:gd name="T22" fmla="*/ 8 w 72"/>
                <a:gd name="T23" fmla="*/ 23 h 69"/>
                <a:gd name="T24" fmla="*/ 9 w 72"/>
                <a:gd name="T25" fmla="*/ 28 h 69"/>
                <a:gd name="T26" fmla="*/ 9 w 72"/>
                <a:gd name="T27" fmla="*/ 28 h 69"/>
                <a:gd name="T28" fmla="*/ 6 w 72"/>
                <a:gd name="T29" fmla="*/ 29 h 69"/>
                <a:gd name="T30" fmla="*/ 0 w 72"/>
                <a:gd name="T31" fmla="*/ 4 h 69"/>
                <a:gd name="T32" fmla="*/ 3 w 72"/>
                <a:gd name="T33" fmla="*/ 3 h 69"/>
                <a:gd name="T34" fmla="*/ 3 w 72"/>
                <a:gd name="T35" fmla="*/ 3 h 69"/>
                <a:gd name="T36" fmla="*/ 8 w 72"/>
                <a:gd name="T37" fmla="*/ 10 h 69"/>
                <a:gd name="T38" fmla="*/ 13 w 72"/>
                <a:gd name="T39" fmla="*/ 9 h 69"/>
                <a:gd name="T40" fmla="*/ 43 w 72"/>
                <a:gd name="T41" fmla="*/ 1 h 69"/>
                <a:gd name="T42" fmla="*/ 51 w 72"/>
                <a:gd name="T43" fmla="*/ 0 h 69"/>
                <a:gd name="T44" fmla="*/ 70 w 72"/>
                <a:gd name="T45" fmla="*/ 20 h 69"/>
                <a:gd name="T46" fmla="*/ 72 w 72"/>
                <a:gd name="T47" fmla="*/ 31 h 69"/>
                <a:gd name="T48" fmla="*/ 56 w 72"/>
                <a:gd name="T49" fmla="*/ 50 h 69"/>
                <a:gd name="T50" fmla="*/ 26 w 72"/>
                <a:gd name="T51" fmla="*/ 58 h 69"/>
                <a:gd name="T52" fmla="*/ 19 w 72"/>
                <a:gd name="T53" fmla="*/ 64 h 69"/>
                <a:gd name="T54" fmla="*/ 20 w 72"/>
                <a:gd name="T55" fmla="*/ 68 h 69"/>
                <a:gd name="T56" fmla="*/ 20 w 72"/>
                <a:gd name="T57" fmla="*/ 69 h 69"/>
                <a:gd name="T58" fmla="*/ 17 w 72"/>
                <a:gd name="T59" fmla="*/ 69 h 69"/>
                <a:gd name="T60" fmla="*/ 10 w 72"/>
                <a:gd name="T61" fmla="*/ 41 h 69"/>
                <a:gd name="T62" fmla="*/ 10 w 72"/>
                <a:gd name="T63" fmla="*/ 41 h 69"/>
                <a:gd name="T64" fmla="*/ 18 w 72"/>
                <a:gd name="T65" fmla="*/ 69 h 69"/>
                <a:gd name="T66" fmla="*/ 19 w 72"/>
                <a:gd name="T67" fmla="*/ 68 h 69"/>
                <a:gd name="T68" fmla="*/ 19 w 72"/>
                <a:gd name="T69" fmla="*/ 64 h 69"/>
                <a:gd name="T70" fmla="*/ 26 w 72"/>
                <a:gd name="T71" fmla="*/ 57 h 69"/>
                <a:gd name="T72" fmla="*/ 56 w 72"/>
                <a:gd name="T73" fmla="*/ 49 h 69"/>
                <a:gd name="T74" fmla="*/ 71 w 72"/>
                <a:gd name="T75" fmla="*/ 31 h 69"/>
                <a:gd name="T76" fmla="*/ 69 w 72"/>
                <a:gd name="T77" fmla="*/ 20 h 69"/>
                <a:gd name="T78" fmla="*/ 51 w 72"/>
                <a:gd name="T79" fmla="*/ 1 h 69"/>
                <a:gd name="T80" fmla="*/ 43 w 72"/>
                <a:gd name="T81" fmla="*/ 2 h 69"/>
                <a:gd name="T82" fmla="*/ 13 w 72"/>
                <a:gd name="T83" fmla="*/ 10 h 69"/>
                <a:gd name="T84" fmla="*/ 8 w 72"/>
                <a:gd name="T85" fmla="*/ 11 h 69"/>
                <a:gd name="T86" fmla="*/ 2 w 72"/>
                <a:gd name="T87" fmla="*/ 4 h 69"/>
                <a:gd name="T88" fmla="*/ 0 w 72"/>
                <a:gd name="T89" fmla="*/ 4 h 69"/>
                <a:gd name="T90" fmla="*/ 7 w 72"/>
                <a:gd name="T91" fmla="*/ 28 h 69"/>
                <a:gd name="T92" fmla="*/ 8 w 72"/>
                <a:gd name="T93" fmla="*/ 27 h 69"/>
                <a:gd name="T94" fmla="*/ 8 w 72"/>
                <a:gd name="T95" fmla="*/ 23 h 69"/>
                <a:gd name="T96" fmla="*/ 15 w 72"/>
                <a:gd name="T97" fmla="*/ 17 h 69"/>
                <a:gd name="T98" fmla="*/ 45 w 72"/>
                <a:gd name="T99" fmla="*/ 8 h 69"/>
                <a:gd name="T100" fmla="*/ 53 w 72"/>
                <a:gd name="T101" fmla="*/ 7 h 69"/>
                <a:gd name="T102" fmla="*/ 65 w 72"/>
                <a:gd name="T103" fmla="*/ 20 h 69"/>
                <a:gd name="T104" fmla="*/ 66 w 72"/>
                <a:gd name="T105" fmla="*/ 26 h 69"/>
                <a:gd name="T106" fmla="*/ 53 w 72"/>
                <a:gd name="T107" fmla="*/ 39 h 69"/>
                <a:gd name="T108" fmla="*/ 23 w 72"/>
                <a:gd name="T109" fmla="*/ 47 h 69"/>
                <a:gd name="T110" fmla="*/ 18 w 72"/>
                <a:gd name="T111" fmla="*/ 48 h 69"/>
                <a:gd name="T112" fmla="*/ 12 w 72"/>
                <a:gd name="T113" fmla="*/ 41 h 69"/>
                <a:gd name="T114" fmla="*/ 10 w 72"/>
                <a:gd name="T115" fmla="*/ 4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69">
                  <a:moveTo>
                    <a:pt x="10" y="41"/>
                  </a:moveTo>
                  <a:cubicBezTo>
                    <a:pt x="12" y="40"/>
                    <a:pt x="12" y="40"/>
                    <a:pt x="12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4" y="45"/>
                    <a:pt x="15" y="47"/>
                    <a:pt x="18" y="47"/>
                  </a:cubicBezTo>
                  <a:cubicBezTo>
                    <a:pt x="19" y="47"/>
                    <a:pt x="21" y="47"/>
                    <a:pt x="23" y="4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60" y="36"/>
                    <a:pt x="66" y="34"/>
                    <a:pt x="66" y="26"/>
                  </a:cubicBezTo>
                  <a:cubicBezTo>
                    <a:pt x="66" y="24"/>
                    <a:pt x="65" y="22"/>
                    <a:pt x="65" y="20"/>
                  </a:cubicBezTo>
                  <a:cubicBezTo>
                    <a:pt x="62" y="11"/>
                    <a:pt x="59" y="8"/>
                    <a:pt x="53" y="8"/>
                  </a:cubicBezTo>
                  <a:cubicBezTo>
                    <a:pt x="50" y="8"/>
                    <a:pt x="48" y="8"/>
                    <a:pt x="45" y="9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0" y="19"/>
                    <a:pt x="8" y="20"/>
                    <a:pt x="8" y="23"/>
                  </a:cubicBezTo>
                  <a:cubicBezTo>
                    <a:pt x="8" y="24"/>
                    <a:pt x="9" y="26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8"/>
                    <a:pt x="5" y="10"/>
                    <a:pt x="8" y="10"/>
                  </a:cubicBezTo>
                  <a:cubicBezTo>
                    <a:pt x="9" y="10"/>
                    <a:pt x="11" y="10"/>
                    <a:pt x="13" y="9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5" y="1"/>
                    <a:pt x="48" y="0"/>
                    <a:pt x="51" y="0"/>
                  </a:cubicBezTo>
                  <a:cubicBezTo>
                    <a:pt x="58" y="0"/>
                    <a:pt x="66" y="5"/>
                    <a:pt x="70" y="20"/>
                  </a:cubicBezTo>
                  <a:cubicBezTo>
                    <a:pt x="71" y="24"/>
                    <a:pt x="72" y="28"/>
                    <a:pt x="72" y="31"/>
                  </a:cubicBezTo>
                  <a:cubicBezTo>
                    <a:pt x="72" y="42"/>
                    <a:pt x="66" y="47"/>
                    <a:pt x="56" y="50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1" y="59"/>
                    <a:pt x="19" y="61"/>
                    <a:pt x="19" y="64"/>
                  </a:cubicBezTo>
                  <a:cubicBezTo>
                    <a:pt x="19" y="65"/>
                    <a:pt x="20" y="66"/>
                    <a:pt x="20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17" y="69"/>
                    <a:pt x="17" y="69"/>
                    <a:pt x="17" y="69"/>
                  </a:cubicBezTo>
                  <a:lnTo>
                    <a:pt x="10" y="41"/>
                  </a:lnTo>
                  <a:close/>
                  <a:moveTo>
                    <a:pt x="10" y="41"/>
                  </a:moveTo>
                  <a:cubicBezTo>
                    <a:pt x="18" y="69"/>
                    <a:pt x="18" y="69"/>
                    <a:pt x="18" y="69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6"/>
                    <a:pt x="19" y="65"/>
                    <a:pt x="19" y="64"/>
                  </a:cubicBezTo>
                  <a:cubicBezTo>
                    <a:pt x="19" y="60"/>
                    <a:pt x="21" y="59"/>
                    <a:pt x="26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66" y="47"/>
                    <a:pt x="71" y="41"/>
                    <a:pt x="71" y="31"/>
                  </a:cubicBezTo>
                  <a:cubicBezTo>
                    <a:pt x="71" y="28"/>
                    <a:pt x="70" y="24"/>
                    <a:pt x="69" y="20"/>
                  </a:cubicBezTo>
                  <a:cubicBezTo>
                    <a:pt x="65" y="5"/>
                    <a:pt x="58" y="1"/>
                    <a:pt x="51" y="1"/>
                  </a:cubicBezTo>
                  <a:cubicBezTo>
                    <a:pt x="48" y="1"/>
                    <a:pt x="46" y="1"/>
                    <a:pt x="43" y="2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10"/>
                    <a:pt x="10" y="11"/>
                    <a:pt x="8" y="11"/>
                  </a:cubicBezTo>
                  <a:cubicBezTo>
                    <a:pt x="5" y="11"/>
                    <a:pt x="3" y="9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8" y="19"/>
                    <a:pt x="10" y="18"/>
                    <a:pt x="15" y="1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8" y="8"/>
                    <a:pt x="50" y="7"/>
                    <a:pt x="53" y="7"/>
                  </a:cubicBezTo>
                  <a:cubicBezTo>
                    <a:pt x="59" y="7"/>
                    <a:pt x="63" y="11"/>
                    <a:pt x="65" y="20"/>
                  </a:cubicBezTo>
                  <a:cubicBezTo>
                    <a:pt x="66" y="22"/>
                    <a:pt x="66" y="24"/>
                    <a:pt x="66" y="26"/>
                  </a:cubicBezTo>
                  <a:cubicBezTo>
                    <a:pt x="66" y="34"/>
                    <a:pt x="60" y="37"/>
                    <a:pt x="53" y="39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1" y="47"/>
                    <a:pt x="19" y="48"/>
                    <a:pt x="18" y="48"/>
                  </a:cubicBezTo>
                  <a:cubicBezTo>
                    <a:pt x="15" y="48"/>
                    <a:pt x="13" y="46"/>
                    <a:pt x="12" y="41"/>
                  </a:cubicBezTo>
                  <a:lnTo>
                    <a:pt x="10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1" name="Freeform 271">
              <a:extLst>
                <a:ext uri="{FF2B5EF4-FFF2-40B4-BE49-F238E27FC236}">
                  <a16:creationId xmlns:a16="http://schemas.microsoft.com/office/drawing/2014/main" id="{1EA1BBC1-6499-4750-ABB6-C190A42388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26188" y="12690475"/>
              <a:ext cx="44450" cy="42862"/>
            </a:xfrm>
            <a:custGeom>
              <a:avLst/>
              <a:gdLst>
                <a:gd name="T0" fmla="*/ 67 w 70"/>
                <a:gd name="T1" fmla="*/ 61 h 68"/>
                <a:gd name="T2" fmla="*/ 58 w 70"/>
                <a:gd name="T3" fmla="*/ 54 h 68"/>
                <a:gd name="T4" fmla="*/ 18 w 70"/>
                <a:gd name="T5" fmla="*/ 58 h 68"/>
                <a:gd name="T6" fmla="*/ 10 w 70"/>
                <a:gd name="T7" fmla="*/ 68 h 68"/>
                <a:gd name="T8" fmla="*/ 8 w 70"/>
                <a:gd name="T9" fmla="*/ 68 h 68"/>
                <a:gd name="T10" fmla="*/ 6 w 70"/>
                <a:gd name="T11" fmla="*/ 48 h 68"/>
                <a:gd name="T12" fmla="*/ 52 w 70"/>
                <a:gd name="T13" fmla="*/ 10 h 68"/>
                <a:gd name="T14" fmla="*/ 52 w 70"/>
                <a:gd name="T15" fmla="*/ 10 h 68"/>
                <a:gd name="T16" fmla="*/ 13 w 70"/>
                <a:gd name="T17" fmla="*/ 14 h 68"/>
                <a:gd name="T18" fmla="*/ 5 w 70"/>
                <a:gd name="T19" fmla="*/ 24 h 68"/>
                <a:gd name="T20" fmla="*/ 3 w 70"/>
                <a:gd name="T21" fmla="*/ 24 h 68"/>
                <a:gd name="T22" fmla="*/ 0 w 70"/>
                <a:gd name="T23" fmla="*/ 0 h 68"/>
                <a:gd name="T24" fmla="*/ 3 w 70"/>
                <a:gd name="T25" fmla="*/ 0 h 68"/>
                <a:gd name="T26" fmla="*/ 12 w 70"/>
                <a:gd name="T27" fmla="*/ 8 h 68"/>
                <a:gd name="T28" fmla="*/ 63 w 70"/>
                <a:gd name="T29" fmla="*/ 2 h 68"/>
                <a:gd name="T30" fmla="*/ 64 w 70"/>
                <a:gd name="T31" fmla="*/ 12 h 68"/>
                <a:gd name="T32" fmla="*/ 16 w 70"/>
                <a:gd name="T33" fmla="*/ 52 h 68"/>
                <a:gd name="T34" fmla="*/ 16 w 70"/>
                <a:gd name="T35" fmla="*/ 52 h 68"/>
                <a:gd name="T36" fmla="*/ 57 w 70"/>
                <a:gd name="T37" fmla="*/ 47 h 68"/>
                <a:gd name="T38" fmla="*/ 65 w 70"/>
                <a:gd name="T39" fmla="*/ 37 h 68"/>
                <a:gd name="T40" fmla="*/ 67 w 70"/>
                <a:gd name="T41" fmla="*/ 37 h 68"/>
                <a:gd name="T42" fmla="*/ 70 w 70"/>
                <a:gd name="T43" fmla="*/ 61 h 68"/>
                <a:gd name="T44" fmla="*/ 67 w 70"/>
                <a:gd name="T45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" h="68">
                  <a:moveTo>
                    <a:pt x="67" y="61"/>
                  </a:moveTo>
                  <a:cubicBezTo>
                    <a:pt x="67" y="54"/>
                    <a:pt x="65" y="53"/>
                    <a:pt x="58" y="54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1" y="59"/>
                    <a:pt x="10" y="61"/>
                    <a:pt x="10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6" y="15"/>
                    <a:pt x="5" y="17"/>
                    <a:pt x="5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8"/>
                    <a:pt x="5" y="9"/>
                    <a:pt x="12" y="8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64" y="46"/>
                    <a:pt x="66" y="45"/>
                    <a:pt x="65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70" y="61"/>
                    <a:pt x="70" y="61"/>
                    <a:pt x="70" y="61"/>
                  </a:cubicBezTo>
                  <a:lnTo>
                    <a:pt x="67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2" name="Freeform 272">
              <a:extLst>
                <a:ext uri="{FF2B5EF4-FFF2-40B4-BE49-F238E27FC236}">
                  <a16:creationId xmlns:a16="http://schemas.microsoft.com/office/drawing/2014/main" id="{9C84BBCA-1147-41CE-A7E9-DE2BE147EFF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26188" y="12690475"/>
              <a:ext cx="44450" cy="44450"/>
            </a:xfrm>
            <a:custGeom>
              <a:avLst/>
              <a:gdLst>
                <a:gd name="T0" fmla="*/ 51 w 70"/>
                <a:gd name="T1" fmla="*/ 10 h 69"/>
                <a:gd name="T2" fmla="*/ 6 w 70"/>
                <a:gd name="T3" fmla="*/ 21 h 69"/>
                <a:gd name="T4" fmla="*/ 6 w 70"/>
                <a:gd name="T5" fmla="*/ 24 h 69"/>
                <a:gd name="T6" fmla="*/ 0 w 70"/>
                <a:gd name="T7" fmla="*/ 0 h 69"/>
                <a:gd name="T8" fmla="*/ 3 w 70"/>
                <a:gd name="T9" fmla="*/ 0 h 69"/>
                <a:gd name="T10" fmla="*/ 12 w 70"/>
                <a:gd name="T11" fmla="*/ 8 h 69"/>
                <a:gd name="T12" fmla="*/ 64 w 70"/>
                <a:gd name="T13" fmla="*/ 12 h 69"/>
                <a:gd name="T14" fmla="*/ 57 w 70"/>
                <a:gd name="T15" fmla="*/ 47 h 69"/>
                <a:gd name="T16" fmla="*/ 64 w 70"/>
                <a:gd name="T17" fmla="*/ 37 h 69"/>
                <a:gd name="T18" fmla="*/ 67 w 70"/>
                <a:gd name="T19" fmla="*/ 37 h 69"/>
                <a:gd name="T20" fmla="*/ 68 w 70"/>
                <a:gd name="T21" fmla="*/ 62 h 69"/>
                <a:gd name="T22" fmla="*/ 67 w 70"/>
                <a:gd name="T23" fmla="*/ 61 h 69"/>
                <a:gd name="T24" fmla="*/ 58 w 70"/>
                <a:gd name="T25" fmla="*/ 54 h 69"/>
                <a:gd name="T26" fmla="*/ 11 w 70"/>
                <a:gd name="T27" fmla="*/ 65 h 69"/>
                <a:gd name="T28" fmla="*/ 11 w 70"/>
                <a:gd name="T29" fmla="*/ 68 h 69"/>
                <a:gd name="T30" fmla="*/ 5 w 70"/>
                <a:gd name="T31" fmla="*/ 48 h 69"/>
                <a:gd name="T32" fmla="*/ 52 w 70"/>
                <a:gd name="T33" fmla="*/ 10 h 69"/>
                <a:gd name="T34" fmla="*/ 8 w 70"/>
                <a:gd name="T35" fmla="*/ 68 h 69"/>
                <a:gd name="T36" fmla="*/ 10 w 70"/>
                <a:gd name="T37" fmla="*/ 65 h 69"/>
                <a:gd name="T38" fmla="*/ 58 w 70"/>
                <a:gd name="T39" fmla="*/ 53 h 69"/>
                <a:gd name="T40" fmla="*/ 68 w 70"/>
                <a:gd name="T41" fmla="*/ 61 h 69"/>
                <a:gd name="T42" fmla="*/ 67 w 70"/>
                <a:gd name="T43" fmla="*/ 37 h 69"/>
                <a:gd name="T44" fmla="*/ 65 w 70"/>
                <a:gd name="T45" fmla="*/ 41 h 69"/>
                <a:gd name="T46" fmla="*/ 15 w 70"/>
                <a:gd name="T47" fmla="*/ 52 h 69"/>
                <a:gd name="T48" fmla="*/ 15 w 70"/>
                <a:gd name="T49" fmla="*/ 52 h 69"/>
                <a:gd name="T50" fmla="*/ 63 w 70"/>
                <a:gd name="T51" fmla="*/ 2 h 69"/>
                <a:gd name="T52" fmla="*/ 9 w 70"/>
                <a:gd name="T53" fmla="*/ 8 h 69"/>
                <a:gd name="T54" fmla="*/ 1 w 70"/>
                <a:gd name="T55" fmla="*/ 1 h 69"/>
                <a:gd name="T56" fmla="*/ 5 w 70"/>
                <a:gd name="T57" fmla="*/ 24 h 69"/>
                <a:gd name="T58" fmla="*/ 13 w 70"/>
                <a:gd name="T59" fmla="*/ 14 h 69"/>
                <a:gd name="T60" fmla="*/ 67 w 70"/>
                <a:gd name="T61" fmla="*/ 61 h 69"/>
                <a:gd name="T62" fmla="*/ 67 w 70"/>
                <a:gd name="T63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" h="69">
                  <a:moveTo>
                    <a:pt x="5" y="48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7" y="15"/>
                    <a:pt x="6" y="16"/>
                    <a:pt x="6" y="21"/>
                  </a:cubicBezTo>
                  <a:cubicBezTo>
                    <a:pt x="6" y="22"/>
                    <a:pt x="6" y="23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6"/>
                    <a:pt x="5" y="8"/>
                    <a:pt x="9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63" y="46"/>
                    <a:pt x="65" y="45"/>
                    <a:pt x="65" y="41"/>
                  </a:cubicBezTo>
                  <a:cubicBezTo>
                    <a:pt x="65" y="40"/>
                    <a:pt x="65" y="39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6" y="55"/>
                    <a:pt x="65" y="54"/>
                    <a:pt x="61" y="54"/>
                  </a:cubicBezTo>
                  <a:cubicBezTo>
                    <a:pt x="60" y="54"/>
                    <a:pt x="59" y="54"/>
                    <a:pt x="58" y="54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2" y="59"/>
                    <a:pt x="11" y="60"/>
                    <a:pt x="11" y="65"/>
                  </a:cubicBezTo>
                  <a:cubicBezTo>
                    <a:pt x="11" y="66"/>
                    <a:pt x="11" y="67"/>
                    <a:pt x="11" y="68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8" y="69"/>
                    <a:pt x="8" y="69"/>
                    <a:pt x="8" y="69"/>
                  </a:cubicBezTo>
                  <a:lnTo>
                    <a:pt x="5" y="48"/>
                  </a:lnTo>
                  <a:close/>
                  <a:moveTo>
                    <a:pt x="52" y="10"/>
                  </a:moveTo>
                  <a:cubicBezTo>
                    <a:pt x="52" y="10"/>
                    <a:pt x="52" y="10"/>
                    <a:pt x="52" y="10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6"/>
                    <a:pt x="10" y="65"/>
                    <a:pt x="10" y="65"/>
                  </a:cubicBezTo>
                  <a:cubicBezTo>
                    <a:pt x="10" y="60"/>
                    <a:pt x="12" y="58"/>
                    <a:pt x="18" y="58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9" y="53"/>
                    <a:pt x="60" y="53"/>
                    <a:pt x="61" y="53"/>
                  </a:cubicBezTo>
                  <a:cubicBezTo>
                    <a:pt x="66" y="53"/>
                    <a:pt x="67" y="55"/>
                    <a:pt x="68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9"/>
                    <a:pt x="65" y="40"/>
                    <a:pt x="65" y="41"/>
                  </a:cubicBezTo>
                  <a:cubicBezTo>
                    <a:pt x="65" y="45"/>
                    <a:pt x="63" y="47"/>
                    <a:pt x="57" y="47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0" y="8"/>
                    <a:pt x="9" y="8"/>
                  </a:cubicBezTo>
                  <a:cubicBezTo>
                    <a:pt x="4" y="9"/>
                    <a:pt x="3" y="6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5" y="22"/>
                    <a:pt x="5" y="21"/>
                  </a:cubicBezTo>
                  <a:cubicBezTo>
                    <a:pt x="5" y="16"/>
                    <a:pt x="7" y="15"/>
                    <a:pt x="13" y="14"/>
                  </a:cubicBezTo>
                  <a:cubicBezTo>
                    <a:pt x="52" y="10"/>
                    <a:pt x="52" y="10"/>
                    <a:pt x="52" y="10"/>
                  </a:cubicBezTo>
                  <a:close/>
                  <a:moveTo>
                    <a:pt x="67" y="61"/>
                  </a:moveTo>
                  <a:cubicBezTo>
                    <a:pt x="68" y="61"/>
                    <a:pt x="68" y="61"/>
                    <a:pt x="68" y="61"/>
                  </a:cubicBezTo>
                  <a:lnTo>
                    <a:pt x="67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3" name="Freeform 273">
              <a:extLst>
                <a:ext uri="{FF2B5EF4-FFF2-40B4-BE49-F238E27FC236}">
                  <a16:creationId xmlns:a16="http://schemas.microsoft.com/office/drawing/2014/main" id="{9FF2FA9A-DA90-48A4-864D-72FF5A0FA9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26188" y="12638088"/>
              <a:ext cx="41275" cy="41275"/>
            </a:xfrm>
            <a:custGeom>
              <a:avLst/>
              <a:gdLst>
                <a:gd name="T0" fmla="*/ 62 w 65"/>
                <a:gd name="T1" fmla="*/ 9 h 63"/>
                <a:gd name="T2" fmla="*/ 65 w 65"/>
                <a:gd name="T3" fmla="*/ 34 h 63"/>
                <a:gd name="T4" fmla="*/ 32 w 65"/>
                <a:gd name="T5" fmla="*/ 63 h 63"/>
                <a:gd name="T6" fmla="*/ 1 w 65"/>
                <a:gd name="T7" fmla="*/ 32 h 63"/>
                <a:gd name="T8" fmla="*/ 4 w 65"/>
                <a:gd name="T9" fmla="*/ 11 h 63"/>
                <a:gd name="T10" fmla="*/ 19 w 65"/>
                <a:gd name="T11" fmla="*/ 10 h 63"/>
                <a:gd name="T12" fmla="*/ 19 w 65"/>
                <a:gd name="T13" fmla="*/ 13 h 63"/>
                <a:gd name="T14" fmla="*/ 5 w 65"/>
                <a:gd name="T15" fmla="*/ 32 h 63"/>
                <a:gd name="T16" fmla="*/ 32 w 65"/>
                <a:gd name="T17" fmla="*/ 50 h 63"/>
                <a:gd name="T18" fmla="*/ 60 w 65"/>
                <a:gd name="T19" fmla="*/ 29 h 63"/>
                <a:gd name="T20" fmla="*/ 59 w 65"/>
                <a:gd name="T21" fmla="*/ 20 h 63"/>
                <a:gd name="T22" fmla="*/ 40 w 65"/>
                <a:gd name="T23" fmla="*/ 20 h 63"/>
                <a:gd name="T24" fmla="*/ 31 w 65"/>
                <a:gd name="T25" fmla="*/ 27 h 63"/>
                <a:gd name="T26" fmla="*/ 29 w 65"/>
                <a:gd name="T27" fmla="*/ 27 h 63"/>
                <a:gd name="T28" fmla="*/ 30 w 65"/>
                <a:gd name="T29" fmla="*/ 0 h 63"/>
                <a:gd name="T30" fmla="*/ 32 w 65"/>
                <a:gd name="T31" fmla="*/ 0 h 63"/>
                <a:gd name="T32" fmla="*/ 41 w 65"/>
                <a:gd name="T33" fmla="*/ 8 h 63"/>
                <a:gd name="T34" fmla="*/ 62 w 65"/>
                <a:gd name="T35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3">
                  <a:moveTo>
                    <a:pt x="62" y="9"/>
                  </a:moveTo>
                  <a:cubicBezTo>
                    <a:pt x="63" y="15"/>
                    <a:pt x="65" y="21"/>
                    <a:pt x="65" y="34"/>
                  </a:cubicBezTo>
                  <a:cubicBezTo>
                    <a:pt x="64" y="58"/>
                    <a:pt x="46" y="63"/>
                    <a:pt x="32" y="63"/>
                  </a:cubicBezTo>
                  <a:cubicBezTo>
                    <a:pt x="13" y="62"/>
                    <a:pt x="0" y="56"/>
                    <a:pt x="1" y="32"/>
                  </a:cubicBezTo>
                  <a:cubicBezTo>
                    <a:pt x="1" y="23"/>
                    <a:pt x="3" y="15"/>
                    <a:pt x="4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4" y="15"/>
                    <a:pt x="6" y="18"/>
                    <a:pt x="5" y="32"/>
                  </a:cubicBezTo>
                  <a:cubicBezTo>
                    <a:pt x="5" y="48"/>
                    <a:pt x="20" y="50"/>
                    <a:pt x="32" y="50"/>
                  </a:cubicBezTo>
                  <a:cubicBezTo>
                    <a:pt x="48" y="51"/>
                    <a:pt x="60" y="47"/>
                    <a:pt x="60" y="29"/>
                  </a:cubicBezTo>
                  <a:cubicBezTo>
                    <a:pt x="60" y="26"/>
                    <a:pt x="60" y="23"/>
                    <a:pt x="59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3" y="19"/>
                    <a:pt x="32" y="21"/>
                    <a:pt x="31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7"/>
                    <a:pt x="33" y="8"/>
                    <a:pt x="41" y="8"/>
                  </a:cubicBezTo>
                  <a:lnTo>
                    <a:pt x="6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4" name="Freeform 274">
              <a:extLst>
                <a:ext uri="{FF2B5EF4-FFF2-40B4-BE49-F238E27FC236}">
                  <a16:creationId xmlns:a16="http://schemas.microsoft.com/office/drawing/2014/main" id="{5B810F9D-4220-4E7D-8896-7587E23BAE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26188" y="12638088"/>
              <a:ext cx="41275" cy="41275"/>
            </a:xfrm>
            <a:custGeom>
              <a:avLst/>
              <a:gdLst>
                <a:gd name="T0" fmla="*/ 33 w 65"/>
                <a:gd name="T1" fmla="*/ 64 h 64"/>
                <a:gd name="T2" fmla="*/ 32 w 65"/>
                <a:gd name="T3" fmla="*/ 64 h 64"/>
                <a:gd name="T4" fmla="*/ 0 w 65"/>
                <a:gd name="T5" fmla="*/ 35 h 64"/>
                <a:gd name="T6" fmla="*/ 0 w 65"/>
                <a:gd name="T7" fmla="*/ 33 h 64"/>
                <a:gd name="T8" fmla="*/ 4 w 65"/>
                <a:gd name="T9" fmla="*/ 12 h 64"/>
                <a:gd name="T10" fmla="*/ 4 w 65"/>
                <a:gd name="T11" fmla="*/ 11 h 64"/>
                <a:gd name="T12" fmla="*/ 19 w 65"/>
                <a:gd name="T13" fmla="*/ 11 h 64"/>
                <a:gd name="T14" fmla="*/ 19 w 65"/>
                <a:gd name="T15" fmla="*/ 15 h 64"/>
                <a:gd name="T16" fmla="*/ 19 w 65"/>
                <a:gd name="T17" fmla="*/ 15 h 64"/>
                <a:gd name="T18" fmla="*/ 6 w 65"/>
                <a:gd name="T19" fmla="*/ 33 h 64"/>
                <a:gd name="T20" fmla="*/ 6 w 65"/>
                <a:gd name="T21" fmla="*/ 34 h 64"/>
                <a:gd name="T22" fmla="*/ 32 w 65"/>
                <a:gd name="T23" fmla="*/ 51 h 64"/>
                <a:gd name="T24" fmla="*/ 34 w 65"/>
                <a:gd name="T25" fmla="*/ 51 h 64"/>
                <a:gd name="T26" fmla="*/ 60 w 65"/>
                <a:gd name="T27" fmla="*/ 30 h 64"/>
                <a:gd name="T28" fmla="*/ 60 w 65"/>
                <a:gd name="T29" fmla="*/ 30 h 64"/>
                <a:gd name="T30" fmla="*/ 59 w 65"/>
                <a:gd name="T31" fmla="*/ 21 h 64"/>
                <a:gd name="T32" fmla="*/ 40 w 65"/>
                <a:gd name="T33" fmla="*/ 21 h 64"/>
                <a:gd name="T34" fmla="*/ 39 w 65"/>
                <a:gd name="T35" fmla="*/ 21 h 64"/>
                <a:gd name="T36" fmla="*/ 32 w 65"/>
                <a:gd name="T37" fmla="*/ 28 h 64"/>
                <a:gd name="T38" fmla="*/ 32 w 65"/>
                <a:gd name="T39" fmla="*/ 29 h 64"/>
                <a:gd name="T40" fmla="*/ 29 w 65"/>
                <a:gd name="T41" fmla="*/ 29 h 64"/>
                <a:gd name="T42" fmla="*/ 29 w 65"/>
                <a:gd name="T43" fmla="*/ 0 h 64"/>
                <a:gd name="T44" fmla="*/ 32 w 65"/>
                <a:gd name="T45" fmla="*/ 0 h 64"/>
                <a:gd name="T46" fmla="*/ 32 w 65"/>
                <a:gd name="T47" fmla="*/ 1 h 64"/>
                <a:gd name="T48" fmla="*/ 32 w 65"/>
                <a:gd name="T49" fmla="*/ 2 h 64"/>
                <a:gd name="T50" fmla="*/ 41 w 65"/>
                <a:gd name="T51" fmla="*/ 9 h 64"/>
                <a:gd name="T52" fmla="*/ 62 w 65"/>
                <a:gd name="T53" fmla="*/ 9 h 64"/>
                <a:gd name="T54" fmla="*/ 62 w 65"/>
                <a:gd name="T55" fmla="*/ 10 h 64"/>
                <a:gd name="T56" fmla="*/ 62 w 65"/>
                <a:gd name="T57" fmla="*/ 9 h 64"/>
                <a:gd name="T58" fmla="*/ 62 w 65"/>
                <a:gd name="T59" fmla="*/ 9 h 64"/>
                <a:gd name="T60" fmla="*/ 62 w 65"/>
                <a:gd name="T61" fmla="*/ 10 h 64"/>
                <a:gd name="T62" fmla="*/ 65 w 65"/>
                <a:gd name="T63" fmla="*/ 32 h 64"/>
                <a:gd name="T64" fmla="*/ 65 w 65"/>
                <a:gd name="T65" fmla="*/ 35 h 64"/>
                <a:gd name="T66" fmla="*/ 34 w 65"/>
                <a:gd name="T67" fmla="*/ 64 h 64"/>
                <a:gd name="T68" fmla="*/ 33 w 65"/>
                <a:gd name="T69" fmla="*/ 64 h 64"/>
                <a:gd name="T70" fmla="*/ 1 w 65"/>
                <a:gd name="T71" fmla="*/ 34 h 64"/>
                <a:gd name="T72" fmla="*/ 1 w 65"/>
                <a:gd name="T73" fmla="*/ 35 h 64"/>
                <a:gd name="T74" fmla="*/ 32 w 65"/>
                <a:gd name="T75" fmla="*/ 63 h 64"/>
                <a:gd name="T76" fmla="*/ 33 w 65"/>
                <a:gd name="T77" fmla="*/ 63 h 64"/>
                <a:gd name="T78" fmla="*/ 64 w 65"/>
                <a:gd name="T79" fmla="*/ 35 h 64"/>
                <a:gd name="T80" fmla="*/ 64 w 65"/>
                <a:gd name="T81" fmla="*/ 32 h 64"/>
                <a:gd name="T82" fmla="*/ 61 w 65"/>
                <a:gd name="T83" fmla="*/ 10 h 64"/>
                <a:gd name="T84" fmla="*/ 41 w 65"/>
                <a:gd name="T85" fmla="*/ 9 h 64"/>
                <a:gd name="T86" fmla="*/ 32 w 65"/>
                <a:gd name="T87" fmla="*/ 2 h 64"/>
                <a:gd name="T88" fmla="*/ 32 w 65"/>
                <a:gd name="T89" fmla="*/ 1 h 64"/>
                <a:gd name="T90" fmla="*/ 30 w 65"/>
                <a:gd name="T91" fmla="*/ 1 h 64"/>
                <a:gd name="T92" fmla="*/ 29 w 65"/>
                <a:gd name="T93" fmla="*/ 28 h 64"/>
                <a:gd name="T94" fmla="*/ 31 w 65"/>
                <a:gd name="T95" fmla="*/ 28 h 64"/>
                <a:gd name="T96" fmla="*/ 39 w 65"/>
                <a:gd name="T97" fmla="*/ 20 h 64"/>
                <a:gd name="T98" fmla="*/ 40 w 65"/>
                <a:gd name="T99" fmla="*/ 20 h 64"/>
                <a:gd name="T100" fmla="*/ 59 w 65"/>
                <a:gd name="T101" fmla="*/ 21 h 64"/>
                <a:gd name="T102" fmla="*/ 59 w 65"/>
                <a:gd name="T103" fmla="*/ 21 h 64"/>
                <a:gd name="T104" fmla="*/ 61 w 65"/>
                <a:gd name="T105" fmla="*/ 30 h 64"/>
                <a:gd name="T106" fmla="*/ 61 w 65"/>
                <a:gd name="T107" fmla="*/ 31 h 64"/>
                <a:gd name="T108" fmla="*/ 34 w 65"/>
                <a:gd name="T109" fmla="*/ 52 h 64"/>
                <a:gd name="T110" fmla="*/ 32 w 65"/>
                <a:gd name="T111" fmla="*/ 52 h 64"/>
                <a:gd name="T112" fmla="*/ 5 w 65"/>
                <a:gd name="T113" fmla="*/ 34 h 64"/>
                <a:gd name="T114" fmla="*/ 5 w 65"/>
                <a:gd name="T115" fmla="*/ 33 h 64"/>
                <a:gd name="T116" fmla="*/ 18 w 65"/>
                <a:gd name="T117" fmla="*/ 14 h 64"/>
                <a:gd name="T118" fmla="*/ 18 w 65"/>
                <a:gd name="T119" fmla="*/ 12 h 64"/>
                <a:gd name="T120" fmla="*/ 4 w 65"/>
                <a:gd name="T121" fmla="*/ 12 h 64"/>
                <a:gd name="T122" fmla="*/ 1 w 65"/>
                <a:gd name="T123" fmla="*/ 3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5" h="64">
                  <a:moveTo>
                    <a:pt x="33" y="64"/>
                  </a:moveTo>
                  <a:cubicBezTo>
                    <a:pt x="32" y="64"/>
                    <a:pt x="32" y="64"/>
                    <a:pt x="32" y="64"/>
                  </a:cubicBezTo>
                  <a:cubicBezTo>
                    <a:pt x="13" y="63"/>
                    <a:pt x="0" y="57"/>
                    <a:pt x="0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24"/>
                    <a:pt x="2" y="16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4" y="16"/>
                    <a:pt x="6" y="19"/>
                    <a:pt x="6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49"/>
                    <a:pt x="20" y="51"/>
                    <a:pt x="32" y="51"/>
                  </a:cubicBezTo>
                  <a:cubicBezTo>
                    <a:pt x="33" y="51"/>
                    <a:pt x="34" y="51"/>
                    <a:pt x="34" y="51"/>
                  </a:cubicBezTo>
                  <a:cubicBezTo>
                    <a:pt x="49" y="51"/>
                    <a:pt x="59" y="47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27"/>
                    <a:pt x="59" y="24"/>
                    <a:pt x="59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3" y="21"/>
                    <a:pt x="32" y="22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2"/>
                  </a:cubicBezTo>
                  <a:cubicBezTo>
                    <a:pt x="33" y="8"/>
                    <a:pt x="34" y="9"/>
                    <a:pt x="41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3" y="15"/>
                    <a:pt x="65" y="21"/>
                    <a:pt x="65" y="32"/>
                  </a:cubicBezTo>
                  <a:cubicBezTo>
                    <a:pt x="65" y="33"/>
                    <a:pt x="65" y="34"/>
                    <a:pt x="65" y="35"/>
                  </a:cubicBezTo>
                  <a:cubicBezTo>
                    <a:pt x="64" y="58"/>
                    <a:pt x="48" y="64"/>
                    <a:pt x="34" y="64"/>
                  </a:cubicBezTo>
                  <a:lnTo>
                    <a:pt x="33" y="64"/>
                  </a:lnTo>
                  <a:close/>
                  <a:moveTo>
                    <a:pt x="1" y="34"/>
                  </a:moveTo>
                  <a:cubicBezTo>
                    <a:pt x="1" y="34"/>
                    <a:pt x="1" y="35"/>
                    <a:pt x="1" y="35"/>
                  </a:cubicBezTo>
                  <a:cubicBezTo>
                    <a:pt x="1" y="57"/>
                    <a:pt x="13" y="63"/>
                    <a:pt x="32" y="63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47" y="63"/>
                    <a:pt x="64" y="58"/>
                    <a:pt x="64" y="35"/>
                  </a:cubicBezTo>
                  <a:cubicBezTo>
                    <a:pt x="64" y="34"/>
                    <a:pt x="64" y="33"/>
                    <a:pt x="64" y="32"/>
                  </a:cubicBezTo>
                  <a:cubicBezTo>
                    <a:pt x="64" y="21"/>
                    <a:pt x="63" y="15"/>
                    <a:pt x="61" y="10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4" y="9"/>
                    <a:pt x="32" y="8"/>
                    <a:pt x="32" y="2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2"/>
                    <a:pt x="33" y="20"/>
                    <a:pt x="39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4"/>
                    <a:pt x="61" y="27"/>
                    <a:pt x="61" y="30"/>
                  </a:cubicBezTo>
                  <a:cubicBezTo>
                    <a:pt x="61" y="30"/>
                    <a:pt x="61" y="30"/>
                    <a:pt x="61" y="31"/>
                  </a:cubicBezTo>
                  <a:cubicBezTo>
                    <a:pt x="60" y="47"/>
                    <a:pt x="49" y="52"/>
                    <a:pt x="34" y="52"/>
                  </a:cubicBezTo>
                  <a:cubicBezTo>
                    <a:pt x="34" y="52"/>
                    <a:pt x="33" y="52"/>
                    <a:pt x="32" y="52"/>
                  </a:cubicBezTo>
                  <a:cubicBezTo>
                    <a:pt x="20" y="51"/>
                    <a:pt x="5" y="49"/>
                    <a:pt x="5" y="34"/>
                  </a:cubicBezTo>
                  <a:cubicBezTo>
                    <a:pt x="5" y="34"/>
                    <a:pt x="5" y="33"/>
                    <a:pt x="5" y="33"/>
                  </a:cubicBezTo>
                  <a:cubicBezTo>
                    <a:pt x="5" y="19"/>
                    <a:pt x="14" y="16"/>
                    <a:pt x="18" y="14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7"/>
                    <a:pt x="1" y="24"/>
                    <a:pt x="1" y="3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5" name="Freeform 275">
              <a:extLst>
                <a:ext uri="{FF2B5EF4-FFF2-40B4-BE49-F238E27FC236}">
                  <a16:creationId xmlns:a16="http://schemas.microsoft.com/office/drawing/2014/main" id="{038907CD-5140-4DD2-9299-BC50E84139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29363" y="12598400"/>
              <a:ext cx="44450" cy="33337"/>
            </a:xfrm>
            <a:custGeom>
              <a:avLst/>
              <a:gdLst>
                <a:gd name="T0" fmla="*/ 59 w 69"/>
                <a:gd name="T1" fmla="*/ 52 h 53"/>
                <a:gd name="T2" fmla="*/ 52 w 69"/>
                <a:gd name="T3" fmla="*/ 42 h 53"/>
                <a:gd name="T4" fmla="*/ 12 w 69"/>
                <a:gd name="T5" fmla="*/ 35 h 53"/>
                <a:gd name="T6" fmla="*/ 2 w 69"/>
                <a:gd name="T7" fmla="*/ 43 h 53"/>
                <a:gd name="T8" fmla="*/ 0 w 69"/>
                <a:gd name="T9" fmla="*/ 42 h 53"/>
                <a:gd name="T10" fmla="*/ 5 w 69"/>
                <a:gd name="T11" fmla="*/ 14 h 53"/>
                <a:gd name="T12" fmla="*/ 7 w 69"/>
                <a:gd name="T13" fmla="*/ 14 h 53"/>
                <a:gd name="T14" fmla="*/ 14 w 69"/>
                <a:gd name="T15" fmla="*/ 24 h 53"/>
                <a:gd name="T16" fmla="*/ 54 w 69"/>
                <a:gd name="T17" fmla="*/ 31 h 53"/>
                <a:gd name="T18" fmla="*/ 61 w 69"/>
                <a:gd name="T19" fmla="*/ 25 h 53"/>
                <a:gd name="T20" fmla="*/ 63 w 69"/>
                <a:gd name="T21" fmla="*/ 18 h 53"/>
                <a:gd name="T22" fmla="*/ 54 w 69"/>
                <a:gd name="T23" fmla="*/ 3 h 53"/>
                <a:gd name="T24" fmla="*/ 55 w 69"/>
                <a:gd name="T25" fmla="*/ 0 h 53"/>
                <a:gd name="T26" fmla="*/ 69 w 69"/>
                <a:gd name="T27" fmla="*/ 3 h 53"/>
                <a:gd name="T28" fmla="*/ 61 w 69"/>
                <a:gd name="T29" fmla="*/ 53 h 53"/>
                <a:gd name="T30" fmla="*/ 59 w 69"/>
                <a:gd name="T31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53">
                  <a:moveTo>
                    <a:pt x="59" y="52"/>
                  </a:moveTo>
                  <a:cubicBezTo>
                    <a:pt x="60" y="45"/>
                    <a:pt x="59" y="43"/>
                    <a:pt x="52" y="42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5" y="34"/>
                    <a:pt x="3" y="36"/>
                    <a:pt x="2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21"/>
                    <a:pt x="7" y="23"/>
                    <a:pt x="14" y="24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9" y="32"/>
                    <a:pt x="60" y="31"/>
                    <a:pt x="61" y="25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4" y="9"/>
                    <a:pt x="61" y="6"/>
                    <a:pt x="54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1" y="53"/>
                    <a:pt x="61" y="53"/>
                    <a:pt x="61" y="53"/>
                  </a:cubicBezTo>
                  <a:lnTo>
                    <a:pt x="59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6" name="Freeform 276">
              <a:extLst>
                <a:ext uri="{FF2B5EF4-FFF2-40B4-BE49-F238E27FC236}">
                  <a16:creationId xmlns:a16="http://schemas.microsoft.com/office/drawing/2014/main" id="{43CDD251-B8C6-4C22-B8BA-AA2862ABA13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29363" y="12598400"/>
              <a:ext cx="44450" cy="33337"/>
            </a:xfrm>
            <a:custGeom>
              <a:avLst/>
              <a:gdLst>
                <a:gd name="T0" fmla="*/ 59 w 70"/>
                <a:gd name="T1" fmla="*/ 52 h 53"/>
                <a:gd name="T2" fmla="*/ 59 w 70"/>
                <a:gd name="T3" fmla="*/ 52 h 53"/>
                <a:gd name="T4" fmla="*/ 59 w 70"/>
                <a:gd name="T5" fmla="*/ 52 h 53"/>
                <a:gd name="T6" fmla="*/ 59 w 70"/>
                <a:gd name="T7" fmla="*/ 52 h 53"/>
                <a:gd name="T8" fmla="*/ 59 w 70"/>
                <a:gd name="T9" fmla="*/ 52 h 53"/>
                <a:gd name="T10" fmla="*/ 58 w 70"/>
                <a:gd name="T11" fmla="*/ 52 h 53"/>
                <a:gd name="T12" fmla="*/ 59 w 70"/>
                <a:gd name="T13" fmla="*/ 52 h 53"/>
                <a:gd name="T14" fmla="*/ 59 w 70"/>
                <a:gd name="T15" fmla="*/ 48 h 53"/>
                <a:gd name="T16" fmla="*/ 52 w 70"/>
                <a:gd name="T17" fmla="*/ 42 h 53"/>
                <a:gd name="T18" fmla="*/ 12 w 70"/>
                <a:gd name="T19" fmla="*/ 36 h 53"/>
                <a:gd name="T20" fmla="*/ 8 w 70"/>
                <a:gd name="T21" fmla="*/ 35 h 53"/>
                <a:gd name="T22" fmla="*/ 3 w 70"/>
                <a:gd name="T23" fmla="*/ 43 h 53"/>
                <a:gd name="T24" fmla="*/ 3 w 70"/>
                <a:gd name="T25" fmla="*/ 43 h 53"/>
                <a:gd name="T26" fmla="*/ 0 w 70"/>
                <a:gd name="T27" fmla="*/ 43 h 53"/>
                <a:gd name="T28" fmla="*/ 4 w 70"/>
                <a:gd name="T29" fmla="*/ 13 h 53"/>
                <a:gd name="T30" fmla="*/ 7 w 70"/>
                <a:gd name="T31" fmla="*/ 14 h 53"/>
                <a:gd name="T32" fmla="*/ 7 w 70"/>
                <a:gd name="T33" fmla="*/ 14 h 53"/>
                <a:gd name="T34" fmla="*/ 7 w 70"/>
                <a:gd name="T35" fmla="*/ 18 h 53"/>
                <a:gd name="T36" fmla="*/ 14 w 70"/>
                <a:gd name="T37" fmla="*/ 24 h 53"/>
                <a:gd name="T38" fmla="*/ 54 w 70"/>
                <a:gd name="T39" fmla="*/ 31 h 53"/>
                <a:gd name="T40" fmla="*/ 57 w 70"/>
                <a:gd name="T41" fmla="*/ 31 h 53"/>
                <a:gd name="T42" fmla="*/ 61 w 70"/>
                <a:gd name="T43" fmla="*/ 25 h 53"/>
                <a:gd name="T44" fmla="*/ 62 w 70"/>
                <a:gd name="T45" fmla="*/ 17 h 53"/>
                <a:gd name="T46" fmla="*/ 63 w 70"/>
                <a:gd name="T47" fmla="*/ 14 h 53"/>
                <a:gd name="T48" fmla="*/ 54 w 70"/>
                <a:gd name="T49" fmla="*/ 3 h 53"/>
                <a:gd name="T50" fmla="*/ 54 w 70"/>
                <a:gd name="T51" fmla="*/ 3 h 53"/>
                <a:gd name="T52" fmla="*/ 55 w 70"/>
                <a:gd name="T53" fmla="*/ 0 h 53"/>
                <a:gd name="T54" fmla="*/ 70 w 70"/>
                <a:gd name="T55" fmla="*/ 3 h 53"/>
                <a:gd name="T56" fmla="*/ 61 w 70"/>
                <a:gd name="T57" fmla="*/ 53 h 53"/>
                <a:gd name="T58" fmla="*/ 59 w 70"/>
                <a:gd name="T59" fmla="*/ 52 h 53"/>
                <a:gd name="T60" fmla="*/ 61 w 70"/>
                <a:gd name="T61" fmla="*/ 52 h 53"/>
                <a:gd name="T62" fmla="*/ 69 w 70"/>
                <a:gd name="T63" fmla="*/ 3 h 53"/>
                <a:gd name="T64" fmla="*/ 55 w 70"/>
                <a:gd name="T65" fmla="*/ 0 h 53"/>
                <a:gd name="T66" fmla="*/ 55 w 70"/>
                <a:gd name="T67" fmla="*/ 3 h 53"/>
                <a:gd name="T68" fmla="*/ 63 w 70"/>
                <a:gd name="T69" fmla="*/ 14 h 53"/>
                <a:gd name="T70" fmla="*/ 63 w 70"/>
                <a:gd name="T71" fmla="*/ 18 h 53"/>
                <a:gd name="T72" fmla="*/ 62 w 70"/>
                <a:gd name="T73" fmla="*/ 25 h 53"/>
                <a:gd name="T74" fmla="*/ 57 w 70"/>
                <a:gd name="T75" fmla="*/ 31 h 53"/>
                <a:gd name="T76" fmla="*/ 54 w 70"/>
                <a:gd name="T77" fmla="*/ 31 h 53"/>
                <a:gd name="T78" fmla="*/ 14 w 70"/>
                <a:gd name="T79" fmla="*/ 25 h 53"/>
                <a:gd name="T80" fmla="*/ 6 w 70"/>
                <a:gd name="T81" fmla="*/ 18 h 53"/>
                <a:gd name="T82" fmla="*/ 7 w 70"/>
                <a:gd name="T83" fmla="*/ 14 h 53"/>
                <a:gd name="T84" fmla="*/ 5 w 70"/>
                <a:gd name="T85" fmla="*/ 14 h 53"/>
                <a:gd name="T86" fmla="*/ 0 w 70"/>
                <a:gd name="T87" fmla="*/ 42 h 53"/>
                <a:gd name="T88" fmla="*/ 2 w 70"/>
                <a:gd name="T89" fmla="*/ 42 h 53"/>
                <a:gd name="T90" fmla="*/ 8 w 70"/>
                <a:gd name="T91" fmla="*/ 35 h 53"/>
                <a:gd name="T92" fmla="*/ 12 w 70"/>
                <a:gd name="T93" fmla="*/ 35 h 53"/>
                <a:gd name="T94" fmla="*/ 52 w 70"/>
                <a:gd name="T95" fmla="*/ 42 h 53"/>
                <a:gd name="T96" fmla="*/ 60 w 70"/>
                <a:gd name="T97" fmla="*/ 48 h 53"/>
                <a:gd name="T98" fmla="*/ 59 w 70"/>
                <a:gd name="T99" fmla="*/ 52 h 53"/>
                <a:gd name="T100" fmla="*/ 61 w 70"/>
                <a:gd name="T101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0" h="53">
                  <a:moveTo>
                    <a:pt x="59" y="52"/>
                  </a:move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1"/>
                    <a:pt x="59" y="49"/>
                    <a:pt x="59" y="48"/>
                  </a:cubicBezTo>
                  <a:cubicBezTo>
                    <a:pt x="59" y="44"/>
                    <a:pt x="57" y="43"/>
                    <a:pt x="52" y="42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6"/>
                    <a:pt x="9" y="35"/>
                    <a:pt x="8" y="35"/>
                  </a:cubicBezTo>
                  <a:cubicBezTo>
                    <a:pt x="5" y="35"/>
                    <a:pt x="4" y="37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6"/>
                    <a:pt x="7" y="17"/>
                    <a:pt x="7" y="18"/>
                  </a:cubicBezTo>
                  <a:cubicBezTo>
                    <a:pt x="7" y="22"/>
                    <a:pt x="9" y="23"/>
                    <a:pt x="14" y="24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5" y="31"/>
                    <a:pt x="56" y="31"/>
                    <a:pt x="57" y="31"/>
                  </a:cubicBezTo>
                  <a:cubicBezTo>
                    <a:pt x="59" y="31"/>
                    <a:pt x="60" y="30"/>
                    <a:pt x="61" y="25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3" y="16"/>
                    <a:pt x="63" y="15"/>
                    <a:pt x="63" y="14"/>
                  </a:cubicBezTo>
                  <a:cubicBezTo>
                    <a:pt x="63" y="8"/>
                    <a:pt x="60" y="6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1" y="53"/>
                    <a:pt x="61" y="53"/>
                    <a:pt x="61" y="53"/>
                  </a:cubicBezTo>
                  <a:lnTo>
                    <a:pt x="59" y="52"/>
                  </a:lnTo>
                  <a:close/>
                  <a:moveTo>
                    <a:pt x="61" y="52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60" y="5"/>
                    <a:pt x="63" y="8"/>
                    <a:pt x="63" y="14"/>
                  </a:cubicBezTo>
                  <a:cubicBezTo>
                    <a:pt x="63" y="15"/>
                    <a:pt x="63" y="16"/>
                    <a:pt x="63" y="18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1" y="30"/>
                    <a:pt x="60" y="31"/>
                    <a:pt x="57" y="31"/>
                  </a:cubicBezTo>
                  <a:cubicBezTo>
                    <a:pt x="56" y="31"/>
                    <a:pt x="55" y="31"/>
                    <a:pt x="54" y="3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8" y="24"/>
                    <a:pt x="6" y="22"/>
                    <a:pt x="6" y="18"/>
                  </a:cubicBezTo>
                  <a:cubicBezTo>
                    <a:pt x="6" y="17"/>
                    <a:pt x="6" y="16"/>
                    <a:pt x="7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37"/>
                    <a:pt x="4" y="35"/>
                    <a:pt x="8" y="35"/>
                  </a:cubicBezTo>
                  <a:cubicBezTo>
                    <a:pt x="10" y="35"/>
                    <a:pt x="11" y="35"/>
                    <a:pt x="12" y="3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7" y="43"/>
                    <a:pt x="60" y="44"/>
                    <a:pt x="60" y="48"/>
                  </a:cubicBezTo>
                  <a:cubicBezTo>
                    <a:pt x="60" y="49"/>
                    <a:pt x="59" y="50"/>
                    <a:pt x="59" y="52"/>
                  </a:cubicBezTo>
                  <a:lnTo>
                    <a:pt x="6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7" name="Freeform 277">
              <a:extLst>
                <a:ext uri="{FF2B5EF4-FFF2-40B4-BE49-F238E27FC236}">
                  <a16:creationId xmlns:a16="http://schemas.microsoft.com/office/drawing/2014/main" id="{EC482701-21FF-46BE-94EA-F562F5A925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69051" y="12579350"/>
              <a:ext cx="9525" cy="9525"/>
            </a:xfrm>
            <a:custGeom>
              <a:avLst/>
              <a:gdLst>
                <a:gd name="T0" fmla="*/ 6 w 15"/>
                <a:gd name="T1" fmla="*/ 15 h 16"/>
                <a:gd name="T2" fmla="*/ 1 w 15"/>
                <a:gd name="T3" fmla="*/ 6 h 16"/>
                <a:gd name="T4" fmla="*/ 10 w 15"/>
                <a:gd name="T5" fmla="*/ 1 h 16"/>
                <a:gd name="T6" fmla="*/ 14 w 15"/>
                <a:gd name="T7" fmla="*/ 10 h 16"/>
                <a:gd name="T8" fmla="*/ 6 w 15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6" y="15"/>
                  </a:moveTo>
                  <a:cubicBezTo>
                    <a:pt x="2" y="14"/>
                    <a:pt x="0" y="10"/>
                    <a:pt x="1" y="6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3" y="2"/>
                    <a:pt x="15" y="6"/>
                    <a:pt x="14" y="10"/>
                  </a:cubicBezTo>
                  <a:cubicBezTo>
                    <a:pt x="13" y="14"/>
                    <a:pt x="9" y="16"/>
                    <a:pt x="6" y="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8" name="Freeform 278">
              <a:extLst>
                <a:ext uri="{FF2B5EF4-FFF2-40B4-BE49-F238E27FC236}">
                  <a16:creationId xmlns:a16="http://schemas.microsoft.com/office/drawing/2014/main" id="{283068EC-7D9F-4213-A018-8FBDD3E2D0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69051" y="12579350"/>
              <a:ext cx="9525" cy="9525"/>
            </a:xfrm>
            <a:custGeom>
              <a:avLst/>
              <a:gdLst>
                <a:gd name="T0" fmla="*/ 5 w 14"/>
                <a:gd name="T1" fmla="*/ 15 h 15"/>
                <a:gd name="T2" fmla="*/ 5 w 14"/>
                <a:gd name="T3" fmla="*/ 14 h 15"/>
                <a:gd name="T4" fmla="*/ 5 w 14"/>
                <a:gd name="T5" fmla="*/ 14 h 15"/>
                <a:gd name="T6" fmla="*/ 6 w 14"/>
                <a:gd name="T7" fmla="*/ 14 h 15"/>
                <a:gd name="T8" fmla="*/ 13 w 14"/>
                <a:gd name="T9" fmla="*/ 9 h 15"/>
                <a:gd name="T10" fmla="*/ 13 w 14"/>
                <a:gd name="T11" fmla="*/ 7 h 15"/>
                <a:gd name="T12" fmla="*/ 9 w 14"/>
                <a:gd name="T13" fmla="*/ 0 h 15"/>
                <a:gd name="T14" fmla="*/ 7 w 14"/>
                <a:gd name="T15" fmla="*/ 0 h 15"/>
                <a:gd name="T16" fmla="*/ 1 w 14"/>
                <a:gd name="T17" fmla="*/ 6 h 15"/>
                <a:gd name="T18" fmla="*/ 1 w 14"/>
                <a:gd name="T19" fmla="*/ 7 h 15"/>
                <a:gd name="T20" fmla="*/ 5 w 14"/>
                <a:gd name="T21" fmla="*/ 14 h 15"/>
                <a:gd name="T22" fmla="*/ 5 w 14"/>
                <a:gd name="T23" fmla="*/ 14 h 15"/>
                <a:gd name="T24" fmla="*/ 5 w 14"/>
                <a:gd name="T25" fmla="*/ 15 h 15"/>
                <a:gd name="T26" fmla="*/ 0 w 14"/>
                <a:gd name="T27" fmla="*/ 7 h 15"/>
                <a:gd name="T28" fmla="*/ 0 w 14"/>
                <a:gd name="T29" fmla="*/ 5 h 15"/>
                <a:gd name="T30" fmla="*/ 7 w 14"/>
                <a:gd name="T31" fmla="*/ 0 h 15"/>
                <a:gd name="T32" fmla="*/ 9 w 14"/>
                <a:gd name="T33" fmla="*/ 0 h 15"/>
                <a:gd name="T34" fmla="*/ 14 w 14"/>
                <a:gd name="T35" fmla="*/ 7 h 15"/>
                <a:gd name="T36" fmla="*/ 14 w 14"/>
                <a:gd name="T37" fmla="*/ 9 h 15"/>
                <a:gd name="T38" fmla="*/ 6 w 14"/>
                <a:gd name="T39" fmla="*/ 15 h 15"/>
                <a:gd name="T40" fmla="*/ 5 w 14"/>
                <a:gd name="T4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15">
                  <a:moveTo>
                    <a:pt x="5" y="15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9" y="14"/>
                    <a:pt x="12" y="12"/>
                    <a:pt x="13" y="9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3" y="4"/>
                    <a:pt x="11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4" y="0"/>
                    <a:pt x="2" y="2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10"/>
                    <a:pt x="2" y="13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4"/>
                    <a:pt x="0" y="11"/>
                    <a:pt x="0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12" y="1"/>
                    <a:pt x="14" y="3"/>
                    <a:pt x="14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3" y="12"/>
                    <a:pt x="10" y="15"/>
                    <a:pt x="6" y="15"/>
                  </a:cubicBezTo>
                  <a:cubicBezTo>
                    <a:pt x="6" y="15"/>
                    <a:pt x="5" y="15"/>
                    <a:pt x="5" y="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59" name="Freeform 279">
              <a:extLst>
                <a:ext uri="{FF2B5EF4-FFF2-40B4-BE49-F238E27FC236}">
                  <a16:creationId xmlns:a16="http://schemas.microsoft.com/office/drawing/2014/main" id="{F50B954E-9E74-4598-9500-66991EBA65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42063" y="12514263"/>
              <a:ext cx="47625" cy="46037"/>
            </a:xfrm>
            <a:custGeom>
              <a:avLst/>
              <a:gdLst>
                <a:gd name="T0" fmla="*/ 15 w 73"/>
                <a:gd name="T1" fmla="*/ 63 h 71"/>
                <a:gd name="T2" fmla="*/ 2 w 73"/>
                <a:gd name="T3" fmla="*/ 71 h 71"/>
                <a:gd name="T4" fmla="*/ 0 w 73"/>
                <a:gd name="T5" fmla="*/ 70 h 71"/>
                <a:gd name="T6" fmla="*/ 11 w 73"/>
                <a:gd name="T7" fmla="*/ 42 h 71"/>
                <a:gd name="T8" fmla="*/ 13 w 73"/>
                <a:gd name="T9" fmla="*/ 43 h 71"/>
                <a:gd name="T10" fmla="*/ 13 w 73"/>
                <a:gd name="T11" fmla="*/ 51 h 71"/>
                <a:gd name="T12" fmla="*/ 18 w 73"/>
                <a:gd name="T13" fmla="*/ 52 h 71"/>
                <a:gd name="T14" fmla="*/ 61 w 73"/>
                <a:gd name="T15" fmla="*/ 52 h 71"/>
                <a:gd name="T16" fmla="*/ 61 w 73"/>
                <a:gd name="T17" fmla="*/ 52 h 71"/>
                <a:gd name="T18" fmla="*/ 30 w 73"/>
                <a:gd name="T19" fmla="*/ 22 h 71"/>
                <a:gd name="T20" fmla="*/ 26 w 73"/>
                <a:gd name="T21" fmla="*/ 19 h 71"/>
                <a:gd name="T22" fmla="*/ 20 w 73"/>
                <a:gd name="T23" fmla="*/ 25 h 71"/>
                <a:gd name="T24" fmla="*/ 18 w 73"/>
                <a:gd name="T25" fmla="*/ 24 h 71"/>
                <a:gd name="T26" fmla="*/ 27 w 73"/>
                <a:gd name="T27" fmla="*/ 0 h 71"/>
                <a:gd name="T28" fmla="*/ 29 w 73"/>
                <a:gd name="T29" fmla="*/ 1 h 71"/>
                <a:gd name="T30" fmla="*/ 32 w 73"/>
                <a:gd name="T31" fmla="*/ 15 h 71"/>
                <a:gd name="T32" fmla="*/ 73 w 73"/>
                <a:gd name="T33" fmla="*/ 54 h 71"/>
                <a:gd name="T34" fmla="*/ 69 w 73"/>
                <a:gd name="T35" fmla="*/ 62 h 71"/>
                <a:gd name="T36" fmla="*/ 15 w 73"/>
                <a:gd name="T37" fmla="*/ 6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71">
                  <a:moveTo>
                    <a:pt x="15" y="63"/>
                  </a:moveTo>
                  <a:cubicBezTo>
                    <a:pt x="7" y="63"/>
                    <a:pt x="5" y="63"/>
                    <a:pt x="2" y="71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1" y="48"/>
                    <a:pt x="11" y="50"/>
                    <a:pt x="13" y="51"/>
                  </a:cubicBezTo>
                  <a:cubicBezTo>
                    <a:pt x="14" y="52"/>
                    <a:pt x="16" y="52"/>
                    <a:pt x="18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8" y="20"/>
                    <a:pt x="27" y="19"/>
                    <a:pt x="26" y="19"/>
                  </a:cubicBezTo>
                  <a:cubicBezTo>
                    <a:pt x="24" y="18"/>
                    <a:pt x="22" y="19"/>
                    <a:pt x="20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7" y="8"/>
                    <a:pt x="27" y="10"/>
                    <a:pt x="32" y="1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69" y="62"/>
                    <a:pt x="69" y="62"/>
                    <a:pt x="69" y="62"/>
                  </a:cubicBezTo>
                  <a:lnTo>
                    <a:pt x="15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0" name="Freeform 280">
              <a:extLst>
                <a:ext uri="{FF2B5EF4-FFF2-40B4-BE49-F238E27FC236}">
                  <a16:creationId xmlns:a16="http://schemas.microsoft.com/office/drawing/2014/main" id="{C75D8EA6-0855-477C-B1F8-4E2BB6B2B61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42063" y="12514263"/>
              <a:ext cx="47625" cy="46037"/>
            </a:xfrm>
            <a:custGeom>
              <a:avLst/>
              <a:gdLst>
                <a:gd name="T0" fmla="*/ 0 w 73"/>
                <a:gd name="T1" fmla="*/ 70 h 71"/>
                <a:gd name="T2" fmla="*/ 10 w 73"/>
                <a:gd name="T3" fmla="*/ 42 h 71"/>
                <a:gd name="T4" fmla="*/ 13 w 73"/>
                <a:gd name="T5" fmla="*/ 43 h 71"/>
                <a:gd name="T6" fmla="*/ 13 w 73"/>
                <a:gd name="T7" fmla="*/ 43 h 71"/>
                <a:gd name="T8" fmla="*/ 12 w 73"/>
                <a:gd name="T9" fmla="*/ 48 h 71"/>
                <a:gd name="T10" fmla="*/ 13 w 73"/>
                <a:gd name="T11" fmla="*/ 51 h 71"/>
                <a:gd name="T12" fmla="*/ 18 w 73"/>
                <a:gd name="T13" fmla="*/ 51 h 71"/>
                <a:gd name="T14" fmla="*/ 61 w 73"/>
                <a:gd name="T15" fmla="*/ 51 h 71"/>
                <a:gd name="T16" fmla="*/ 30 w 73"/>
                <a:gd name="T17" fmla="*/ 22 h 71"/>
                <a:gd name="T18" fmla="*/ 26 w 73"/>
                <a:gd name="T19" fmla="*/ 19 h 71"/>
                <a:gd name="T20" fmla="*/ 25 w 73"/>
                <a:gd name="T21" fmla="*/ 19 h 71"/>
                <a:gd name="T22" fmla="*/ 20 w 73"/>
                <a:gd name="T23" fmla="*/ 25 h 71"/>
                <a:gd name="T24" fmla="*/ 20 w 73"/>
                <a:gd name="T25" fmla="*/ 26 h 71"/>
                <a:gd name="T26" fmla="*/ 17 w 73"/>
                <a:gd name="T27" fmla="*/ 25 h 71"/>
                <a:gd name="T28" fmla="*/ 27 w 73"/>
                <a:gd name="T29" fmla="*/ 0 h 71"/>
                <a:gd name="T30" fmla="*/ 30 w 73"/>
                <a:gd name="T31" fmla="*/ 1 h 71"/>
                <a:gd name="T32" fmla="*/ 29 w 73"/>
                <a:gd name="T33" fmla="*/ 1 h 71"/>
                <a:gd name="T34" fmla="*/ 28 w 73"/>
                <a:gd name="T35" fmla="*/ 7 h 71"/>
                <a:gd name="T36" fmla="*/ 32 w 73"/>
                <a:gd name="T37" fmla="*/ 15 h 71"/>
                <a:gd name="T38" fmla="*/ 73 w 73"/>
                <a:gd name="T39" fmla="*/ 54 h 71"/>
                <a:gd name="T40" fmla="*/ 70 w 73"/>
                <a:gd name="T41" fmla="*/ 63 h 71"/>
                <a:gd name="T42" fmla="*/ 15 w 73"/>
                <a:gd name="T43" fmla="*/ 63 h 71"/>
                <a:gd name="T44" fmla="*/ 2 w 73"/>
                <a:gd name="T45" fmla="*/ 71 h 71"/>
                <a:gd name="T46" fmla="*/ 2 w 73"/>
                <a:gd name="T47" fmla="*/ 71 h 71"/>
                <a:gd name="T48" fmla="*/ 0 w 73"/>
                <a:gd name="T49" fmla="*/ 70 h 71"/>
                <a:gd name="T50" fmla="*/ 0 w 73"/>
                <a:gd name="T51" fmla="*/ 69 h 71"/>
                <a:gd name="T52" fmla="*/ 2 w 73"/>
                <a:gd name="T53" fmla="*/ 70 h 71"/>
                <a:gd name="T54" fmla="*/ 15 w 73"/>
                <a:gd name="T55" fmla="*/ 62 h 71"/>
                <a:gd name="T56" fmla="*/ 69 w 73"/>
                <a:gd name="T57" fmla="*/ 62 h 71"/>
                <a:gd name="T58" fmla="*/ 72 w 73"/>
                <a:gd name="T59" fmla="*/ 54 h 71"/>
                <a:gd name="T60" fmla="*/ 32 w 73"/>
                <a:gd name="T61" fmla="*/ 15 h 71"/>
                <a:gd name="T62" fmla="*/ 27 w 73"/>
                <a:gd name="T63" fmla="*/ 7 h 71"/>
                <a:gd name="T64" fmla="*/ 29 w 73"/>
                <a:gd name="T65" fmla="*/ 2 h 71"/>
                <a:gd name="T66" fmla="*/ 27 w 73"/>
                <a:gd name="T67" fmla="*/ 1 h 71"/>
                <a:gd name="T68" fmla="*/ 18 w 73"/>
                <a:gd name="T69" fmla="*/ 24 h 71"/>
                <a:gd name="T70" fmla="*/ 20 w 73"/>
                <a:gd name="T71" fmla="*/ 25 h 71"/>
                <a:gd name="T72" fmla="*/ 25 w 73"/>
                <a:gd name="T73" fmla="*/ 18 h 71"/>
                <a:gd name="T74" fmla="*/ 26 w 73"/>
                <a:gd name="T75" fmla="*/ 18 h 71"/>
                <a:gd name="T76" fmla="*/ 30 w 73"/>
                <a:gd name="T77" fmla="*/ 21 h 71"/>
                <a:gd name="T78" fmla="*/ 62 w 73"/>
                <a:gd name="T79" fmla="*/ 52 h 71"/>
                <a:gd name="T80" fmla="*/ 62 w 73"/>
                <a:gd name="T81" fmla="*/ 52 h 71"/>
                <a:gd name="T82" fmla="*/ 61 w 73"/>
                <a:gd name="T83" fmla="*/ 52 h 71"/>
                <a:gd name="T84" fmla="*/ 18 w 73"/>
                <a:gd name="T85" fmla="*/ 52 h 71"/>
                <a:gd name="T86" fmla="*/ 13 w 73"/>
                <a:gd name="T87" fmla="*/ 52 h 71"/>
                <a:gd name="T88" fmla="*/ 11 w 73"/>
                <a:gd name="T89" fmla="*/ 48 h 71"/>
                <a:gd name="T90" fmla="*/ 12 w 73"/>
                <a:gd name="T91" fmla="*/ 43 h 71"/>
                <a:gd name="T92" fmla="*/ 11 w 73"/>
                <a:gd name="T93" fmla="*/ 43 h 71"/>
                <a:gd name="T94" fmla="*/ 0 w 73"/>
                <a:gd name="T95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3" h="71">
                  <a:moveTo>
                    <a:pt x="0" y="70"/>
                  </a:moveTo>
                  <a:cubicBezTo>
                    <a:pt x="10" y="42"/>
                    <a:pt x="10" y="42"/>
                    <a:pt x="10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5"/>
                    <a:pt x="12" y="47"/>
                    <a:pt x="12" y="48"/>
                  </a:cubicBezTo>
                  <a:cubicBezTo>
                    <a:pt x="12" y="50"/>
                    <a:pt x="12" y="50"/>
                    <a:pt x="13" y="51"/>
                  </a:cubicBezTo>
                  <a:cubicBezTo>
                    <a:pt x="14" y="51"/>
                    <a:pt x="16" y="51"/>
                    <a:pt x="18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8" y="20"/>
                    <a:pt x="27" y="19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4" y="19"/>
                    <a:pt x="22" y="20"/>
                    <a:pt x="20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4"/>
                    <a:pt x="28" y="6"/>
                    <a:pt x="28" y="7"/>
                  </a:cubicBezTo>
                  <a:cubicBezTo>
                    <a:pt x="28" y="10"/>
                    <a:pt x="29" y="12"/>
                    <a:pt x="32" y="1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7" y="63"/>
                    <a:pt x="5" y="63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0" y="70"/>
                  </a:lnTo>
                  <a:close/>
                  <a:moveTo>
                    <a:pt x="0" y="69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5" y="63"/>
                    <a:pt x="7" y="62"/>
                    <a:pt x="15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9" y="12"/>
                    <a:pt x="27" y="10"/>
                    <a:pt x="27" y="7"/>
                  </a:cubicBezTo>
                  <a:cubicBezTo>
                    <a:pt x="27" y="6"/>
                    <a:pt x="28" y="4"/>
                    <a:pt x="29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0"/>
                    <a:pt x="23" y="18"/>
                    <a:pt x="25" y="18"/>
                  </a:cubicBezTo>
                  <a:cubicBezTo>
                    <a:pt x="25" y="18"/>
                    <a:pt x="26" y="18"/>
                    <a:pt x="26" y="18"/>
                  </a:cubicBezTo>
                  <a:cubicBezTo>
                    <a:pt x="27" y="19"/>
                    <a:pt x="28" y="20"/>
                    <a:pt x="30" y="21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6" y="52"/>
                    <a:pt x="14" y="52"/>
                    <a:pt x="13" y="52"/>
                  </a:cubicBezTo>
                  <a:cubicBezTo>
                    <a:pt x="12" y="51"/>
                    <a:pt x="11" y="50"/>
                    <a:pt x="11" y="48"/>
                  </a:cubicBezTo>
                  <a:cubicBezTo>
                    <a:pt x="11" y="47"/>
                    <a:pt x="12" y="45"/>
                    <a:pt x="12" y="43"/>
                  </a:cubicBezTo>
                  <a:cubicBezTo>
                    <a:pt x="11" y="43"/>
                    <a:pt x="11" y="43"/>
                    <a:pt x="11" y="43"/>
                  </a:cubicBezTo>
                  <a:lnTo>
                    <a:pt x="0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1" name="Freeform 281">
              <a:extLst>
                <a:ext uri="{FF2B5EF4-FFF2-40B4-BE49-F238E27FC236}">
                  <a16:creationId xmlns:a16="http://schemas.microsoft.com/office/drawing/2014/main" id="{E4F7BF80-A3E3-408B-86AA-8638DEE473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64288" y="12480925"/>
              <a:ext cx="50800" cy="46037"/>
            </a:xfrm>
            <a:custGeom>
              <a:avLst/>
              <a:gdLst>
                <a:gd name="T0" fmla="*/ 52 w 79"/>
                <a:gd name="T1" fmla="*/ 72 h 73"/>
                <a:gd name="T2" fmla="*/ 48 w 79"/>
                <a:gd name="T3" fmla="*/ 60 h 73"/>
                <a:gd name="T4" fmla="*/ 14 w 79"/>
                <a:gd name="T5" fmla="*/ 40 h 73"/>
                <a:gd name="T6" fmla="*/ 2 w 79"/>
                <a:gd name="T7" fmla="*/ 43 h 73"/>
                <a:gd name="T8" fmla="*/ 0 w 79"/>
                <a:gd name="T9" fmla="*/ 42 h 73"/>
                <a:gd name="T10" fmla="*/ 24 w 79"/>
                <a:gd name="T11" fmla="*/ 0 h 73"/>
                <a:gd name="T12" fmla="*/ 36 w 79"/>
                <a:gd name="T13" fmla="*/ 6 h 73"/>
                <a:gd name="T14" fmla="*/ 35 w 79"/>
                <a:gd name="T15" fmla="*/ 9 h 73"/>
                <a:gd name="T16" fmla="*/ 20 w 79"/>
                <a:gd name="T17" fmla="*/ 15 h 73"/>
                <a:gd name="T18" fmla="*/ 17 w 79"/>
                <a:gd name="T19" fmla="*/ 21 h 73"/>
                <a:gd name="T20" fmla="*/ 20 w 79"/>
                <a:gd name="T21" fmla="*/ 30 h 73"/>
                <a:gd name="T22" fmla="*/ 34 w 79"/>
                <a:gd name="T23" fmla="*/ 38 h 73"/>
                <a:gd name="T24" fmla="*/ 41 w 79"/>
                <a:gd name="T25" fmla="*/ 26 h 73"/>
                <a:gd name="T26" fmla="*/ 38 w 79"/>
                <a:gd name="T27" fmla="*/ 16 h 73"/>
                <a:gd name="T28" fmla="*/ 39 w 79"/>
                <a:gd name="T29" fmla="*/ 14 h 73"/>
                <a:gd name="T30" fmla="*/ 56 w 79"/>
                <a:gd name="T31" fmla="*/ 23 h 73"/>
                <a:gd name="T32" fmla="*/ 55 w 79"/>
                <a:gd name="T33" fmla="*/ 26 h 73"/>
                <a:gd name="T34" fmla="*/ 44 w 79"/>
                <a:gd name="T35" fmla="*/ 29 h 73"/>
                <a:gd name="T36" fmla="*/ 37 w 79"/>
                <a:gd name="T37" fmla="*/ 40 h 73"/>
                <a:gd name="T38" fmla="*/ 54 w 79"/>
                <a:gd name="T39" fmla="*/ 50 h 73"/>
                <a:gd name="T40" fmla="*/ 63 w 79"/>
                <a:gd name="T41" fmla="*/ 48 h 73"/>
                <a:gd name="T42" fmla="*/ 68 w 79"/>
                <a:gd name="T43" fmla="*/ 40 h 73"/>
                <a:gd name="T44" fmla="*/ 66 w 79"/>
                <a:gd name="T45" fmla="*/ 25 h 73"/>
                <a:gd name="T46" fmla="*/ 67 w 79"/>
                <a:gd name="T47" fmla="*/ 22 h 73"/>
                <a:gd name="T48" fmla="*/ 79 w 79"/>
                <a:gd name="T49" fmla="*/ 29 h 73"/>
                <a:gd name="T50" fmla="*/ 54 w 79"/>
                <a:gd name="T51" fmla="*/ 73 h 73"/>
                <a:gd name="T52" fmla="*/ 52 w 79"/>
                <a:gd name="T53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73">
                  <a:moveTo>
                    <a:pt x="52" y="72"/>
                  </a:moveTo>
                  <a:cubicBezTo>
                    <a:pt x="55" y="66"/>
                    <a:pt x="55" y="64"/>
                    <a:pt x="48" y="6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7" y="36"/>
                    <a:pt x="6" y="37"/>
                    <a:pt x="2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0" y="6"/>
                    <a:pt x="26" y="5"/>
                    <a:pt x="20" y="15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4" y="26"/>
                    <a:pt x="15" y="27"/>
                    <a:pt x="20" y="30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4" y="21"/>
                    <a:pt x="43" y="19"/>
                    <a:pt x="38" y="1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0" y="23"/>
                    <a:pt x="48" y="23"/>
                    <a:pt x="44" y="29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60" y="53"/>
                    <a:pt x="60" y="53"/>
                    <a:pt x="63" y="48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72" y="32"/>
                    <a:pt x="71" y="28"/>
                    <a:pt x="66" y="25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54" y="73"/>
                    <a:pt x="54" y="73"/>
                    <a:pt x="54" y="73"/>
                  </a:cubicBezTo>
                  <a:lnTo>
                    <a:pt x="52" y="7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2" name="Freeform 282">
              <a:extLst>
                <a:ext uri="{FF2B5EF4-FFF2-40B4-BE49-F238E27FC236}">
                  <a16:creationId xmlns:a16="http://schemas.microsoft.com/office/drawing/2014/main" id="{8B58483B-72EA-44D2-9C09-4711290584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64288" y="12479338"/>
              <a:ext cx="50800" cy="47625"/>
            </a:xfrm>
            <a:custGeom>
              <a:avLst/>
              <a:gdLst>
                <a:gd name="T0" fmla="*/ 53 w 80"/>
                <a:gd name="T1" fmla="*/ 73 h 74"/>
                <a:gd name="T2" fmla="*/ 53 w 80"/>
                <a:gd name="T3" fmla="*/ 73 h 74"/>
                <a:gd name="T4" fmla="*/ 52 w 80"/>
                <a:gd name="T5" fmla="*/ 73 h 74"/>
                <a:gd name="T6" fmla="*/ 54 w 80"/>
                <a:gd name="T7" fmla="*/ 67 h 74"/>
                <a:gd name="T8" fmla="*/ 15 w 80"/>
                <a:gd name="T9" fmla="*/ 41 h 74"/>
                <a:gd name="T10" fmla="*/ 3 w 80"/>
                <a:gd name="T11" fmla="*/ 44 h 74"/>
                <a:gd name="T12" fmla="*/ 0 w 80"/>
                <a:gd name="T13" fmla="*/ 43 h 74"/>
                <a:gd name="T14" fmla="*/ 38 w 80"/>
                <a:gd name="T15" fmla="*/ 7 h 74"/>
                <a:gd name="T16" fmla="*/ 36 w 80"/>
                <a:gd name="T17" fmla="*/ 10 h 74"/>
                <a:gd name="T18" fmla="*/ 21 w 80"/>
                <a:gd name="T19" fmla="*/ 17 h 74"/>
                <a:gd name="T20" fmla="*/ 17 w 80"/>
                <a:gd name="T21" fmla="*/ 26 h 74"/>
                <a:gd name="T22" fmla="*/ 35 w 80"/>
                <a:gd name="T23" fmla="*/ 39 h 74"/>
                <a:gd name="T24" fmla="*/ 43 w 80"/>
                <a:gd name="T25" fmla="*/ 22 h 74"/>
                <a:gd name="T26" fmla="*/ 39 w 80"/>
                <a:gd name="T27" fmla="*/ 17 h 74"/>
                <a:gd name="T28" fmla="*/ 58 w 80"/>
                <a:gd name="T29" fmla="*/ 24 h 74"/>
                <a:gd name="T30" fmla="*/ 56 w 80"/>
                <a:gd name="T31" fmla="*/ 27 h 74"/>
                <a:gd name="T32" fmla="*/ 46 w 80"/>
                <a:gd name="T33" fmla="*/ 30 h 74"/>
                <a:gd name="T34" fmla="*/ 55 w 80"/>
                <a:gd name="T35" fmla="*/ 51 h 74"/>
                <a:gd name="T36" fmla="*/ 64 w 80"/>
                <a:gd name="T37" fmla="*/ 49 h 74"/>
                <a:gd name="T38" fmla="*/ 71 w 80"/>
                <a:gd name="T39" fmla="*/ 33 h 74"/>
                <a:gd name="T40" fmla="*/ 67 w 80"/>
                <a:gd name="T41" fmla="*/ 26 h 74"/>
                <a:gd name="T42" fmla="*/ 80 w 80"/>
                <a:gd name="T43" fmla="*/ 30 h 74"/>
                <a:gd name="T44" fmla="*/ 52 w 80"/>
                <a:gd name="T45" fmla="*/ 73 h 74"/>
                <a:gd name="T46" fmla="*/ 79 w 80"/>
                <a:gd name="T47" fmla="*/ 31 h 74"/>
                <a:gd name="T48" fmla="*/ 67 w 80"/>
                <a:gd name="T49" fmla="*/ 26 h 74"/>
                <a:gd name="T50" fmla="*/ 69 w 80"/>
                <a:gd name="T51" fmla="*/ 41 h 74"/>
                <a:gd name="T52" fmla="*/ 60 w 80"/>
                <a:gd name="T53" fmla="*/ 53 h 74"/>
                <a:gd name="T54" fmla="*/ 38 w 80"/>
                <a:gd name="T55" fmla="*/ 41 h 74"/>
                <a:gd name="T56" fmla="*/ 51 w 80"/>
                <a:gd name="T57" fmla="*/ 25 h 74"/>
                <a:gd name="T58" fmla="*/ 57 w 80"/>
                <a:gd name="T59" fmla="*/ 24 h 74"/>
                <a:gd name="T60" fmla="*/ 39 w 80"/>
                <a:gd name="T61" fmla="*/ 17 h 74"/>
                <a:gd name="T62" fmla="*/ 42 w 80"/>
                <a:gd name="T63" fmla="*/ 28 h 74"/>
                <a:gd name="T64" fmla="*/ 20 w 80"/>
                <a:gd name="T65" fmla="*/ 31 h 74"/>
                <a:gd name="T66" fmla="*/ 18 w 80"/>
                <a:gd name="T67" fmla="*/ 22 h 74"/>
                <a:gd name="T68" fmla="*/ 31 w 80"/>
                <a:gd name="T69" fmla="*/ 8 h 74"/>
                <a:gd name="T70" fmla="*/ 37 w 80"/>
                <a:gd name="T71" fmla="*/ 7 h 74"/>
                <a:gd name="T72" fmla="*/ 1 w 80"/>
                <a:gd name="T73" fmla="*/ 43 h 74"/>
                <a:gd name="T74" fmla="*/ 9 w 80"/>
                <a:gd name="T75" fmla="*/ 38 h 74"/>
                <a:gd name="T76" fmla="*/ 50 w 80"/>
                <a:gd name="T77" fmla="*/ 61 h 74"/>
                <a:gd name="T78" fmla="*/ 53 w 80"/>
                <a:gd name="T79" fmla="*/ 7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74">
                  <a:moveTo>
                    <a:pt x="52" y="73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4" y="70"/>
                    <a:pt x="54" y="68"/>
                    <a:pt x="54" y="67"/>
                  </a:cubicBezTo>
                  <a:cubicBezTo>
                    <a:pt x="54" y="65"/>
                    <a:pt x="53" y="63"/>
                    <a:pt x="49" y="6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2" y="40"/>
                    <a:pt x="10" y="39"/>
                    <a:pt x="9" y="39"/>
                  </a:cubicBezTo>
                  <a:cubicBezTo>
                    <a:pt x="7" y="39"/>
                    <a:pt x="5" y="40"/>
                    <a:pt x="3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4" y="9"/>
                    <a:pt x="32" y="8"/>
                    <a:pt x="31" y="8"/>
                  </a:cubicBezTo>
                  <a:cubicBezTo>
                    <a:pt x="28" y="8"/>
                    <a:pt x="25" y="10"/>
                    <a:pt x="21" y="1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4"/>
                    <a:pt x="17" y="25"/>
                    <a:pt x="17" y="26"/>
                  </a:cubicBezTo>
                  <a:cubicBezTo>
                    <a:pt x="17" y="28"/>
                    <a:pt x="18" y="29"/>
                    <a:pt x="21" y="3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3" y="25"/>
                    <a:pt x="43" y="23"/>
                    <a:pt x="43" y="22"/>
                  </a:cubicBezTo>
                  <a:cubicBezTo>
                    <a:pt x="43" y="20"/>
                    <a:pt x="42" y="19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6"/>
                    <a:pt x="52" y="25"/>
                    <a:pt x="51" y="25"/>
                  </a:cubicBezTo>
                  <a:cubicBezTo>
                    <a:pt x="49" y="25"/>
                    <a:pt x="48" y="26"/>
                    <a:pt x="46" y="30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8" y="52"/>
                    <a:pt x="59" y="53"/>
                    <a:pt x="60" y="53"/>
                  </a:cubicBezTo>
                  <a:cubicBezTo>
                    <a:pt x="61" y="53"/>
                    <a:pt x="62" y="52"/>
                    <a:pt x="64" y="49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38"/>
                    <a:pt x="71" y="35"/>
                    <a:pt x="71" y="33"/>
                  </a:cubicBezTo>
                  <a:cubicBezTo>
                    <a:pt x="71" y="30"/>
                    <a:pt x="70" y="28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55" y="74"/>
                    <a:pt x="55" y="74"/>
                    <a:pt x="55" y="74"/>
                  </a:cubicBezTo>
                  <a:lnTo>
                    <a:pt x="52" y="73"/>
                  </a:lnTo>
                  <a:close/>
                  <a:moveTo>
                    <a:pt x="54" y="74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70" y="27"/>
                    <a:pt x="72" y="30"/>
                    <a:pt x="72" y="33"/>
                  </a:cubicBezTo>
                  <a:cubicBezTo>
                    <a:pt x="72" y="35"/>
                    <a:pt x="71" y="38"/>
                    <a:pt x="69" y="41"/>
                  </a:cubicBezTo>
                  <a:cubicBezTo>
                    <a:pt x="64" y="49"/>
                    <a:pt x="64" y="49"/>
                    <a:pt x="64" y="49"/>
                  </a:cubicBezTo>
                  <a:cubicBezTo>
                    <a:pt x="63" y="52"/>
                    <a:pt x="62" y="53"/>
                    <a:pt x="60" y="53"/>
                  </a:cubicBezTo>
                  <a:cubicBezTo>
                    <a:pt x="59" y="53"/>
                    <a:pt x="57" y="53"/>
                    <a:pt x="55" y="5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7" y="26"/>
                    <a:pt x="49" y="25"/>
                    <a:pt x="51" y="25"/>
                  </a:cubicBezTo>
                  <a:cubicBezTo>
                    <a:pt x="52" y="25"/>
                    <a:pt x="54" y="25"/>
                    <a:pt x="56" y="26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2" y="19"/>
                    <a:pt x="44" y="20"/>
                    <a:pt x="44" y="22"/>
                  </a:cubicBezTo>
                  <a:cubicBezTo>
                    <a:pt x="44" y="24"/>
                    <a:pt x="43" y="25"/>
                    <a:pt x="42" y="28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8" y="30"/>
                    <a:pt x="16" y="28"/>
                    <a:pt x="16" y="26"/>
                  </a:cubicBezTo>
                  <a:cubicBezTo>
                    <a:pt x="16" y="25"/>
                    <a:pt x="17" y="24"/>
                    <a:pt x="18" y="22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5" y="10"/>
                    <a:pt x="28" y="8"/>
                    <a:pt x="31" y="8"/>
                  </a:cubicBezTo>
                  <a:cubicBezTo>
                    <a:pt x="33" y="8"/>
                    <a:pt x="34" y="8"/>
                    <a:pt x="36" y="9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0"/>
                    <a:pt x="6" y="38"/>
                    <a:pt x="9" y="38"/>
                  </a:cubicBezTo>
                  <a:cubicBezTo>
                    <a:pt x="11" y="38"/>
                    <a:pt x="12" y="39"/>
                    <a:pt x="15" y="4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3" y="63"/>
                    <a:pt x="55" y="64"/>
                    <a:pt x="55" y="67"/>
                  </a:cubicBezTo>
                  <a:cubicBezTo>
                    <a:pt x="55" y="68"/>
                    <a:pt x="54" y="70"/>
                    <a:pt x="53" y="73"/>
                  </a:cubicBezTo>
                  <a:lnTo>
                    <a:pt x="54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63" name="Freeform 283">
              <a:extLst>
                <a:ext uri="{FF2B5EF4-FFF2-40B4-BE49-F238E27FC236}">
                  <a16:creationId xmlns:a16="http://schemas.microsoft.com/office/drawing/2014/main" id="{12E7FF50-0C05-4ADA-B641-3A9EE7B6BD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088101" y="12441238"/>
              <a:ext cx="47625" cy="46037"/>
            </a:xfrm>
            <a:custGeom>
              <a:avLst/>
              <a:gdLst>
                <a:gd name="T0" fmla="*/ 54 w 74"/>
                <a:gd name="T1" fmla="*/ 69 h 71"/>
                <a:gd name="T2" fmla="*/ 53 w 74"/>
                <a:gd name="T3" fmla="*/ 57 h 71"/>
                <a:gd name="T4" fmla="*/ 17 w 74"/>
                <a:gd name="T5" fmla="*/ 28 h 71"/>
                <a:gd name="T6" fmla="*/ 14 w 74"/>
                <a:gd name="T7" fmla="*/ 31 h 71"/>
                <a:gd name="T8" fmla="*/ 13 w 74"/>
                <a:gd name="T9" fmla="*/ 48 h 71"/>
                <a:gd name="T10" fmla="*/ 11 w 74"/>
                <a:gd name="T11" fmla="*/ 51 h 71"/>
                <a:gd name="T12" fmla="*/ 0 w 74"/>
                <a:gd name="T13" fmla="*/ 41 h 71"/>
                <a:gd name="T14" fmla="*/ 33 w 74"/>
                <a:gd name="T15" fmla="*/ 0 h 71"/>
                <a:gd name="T16" fmla="*/ 45 w 74"/>
                <a:gd name="T17" fmla="*/ 9 h 71"/>
                <a:gd name="T18" fmla="*/ 43 w 74"/>
                <a:gd name="T19" fmla="*/ 11 h 71"/>
                <a:gd name="T20" fmla="*/ 26 w 74"/>
                <a:gd name="T21" fmla="*/ 16 h 71"/>
                <a:gd name="T22" fmla="*/ 24 w 74"/>
                <a:gd name="T23" fmla="*/ 19 h 71"/>
                <a:gd name="T24" fmla="*/ 60 w 74"/>
                <a:gd name="T25" fmla="*/ 48 h 71"/>
                <a:gd name="T26" fmla="*/ 72 w 74"/>
                <a:gd name="T27" fmla="*/ 47 h 71"/>
                <a:gd name="T28" fmla="*/ 74 w 74"/>
                <a:gd name="T29" fmla="*/ 48 h 71"/>
                <a:gd name="T30" fmla="*/ 56 w 74"/>
                <a:gd name="T31" fmla="*/ 71 h 71"/>
                <a:gd name="T32" fmla="*/ 54 w 74"/>
                <a:gd name="T33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71">
                  <a:moveTo>
                    <a:pt x="54" y="69"/>
                  </a:moveTo>
                  <a:cubicBezTo>
                    <a:pt x="59" y="64"/>
                    <a:pt x="59" y="62"/>
                    <a:pt x="53" y="5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7" y="39"/>
                    <a:pt x="8" y="43"/>
                    <a:pt x="13" y="48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37" y="7"/>
                    <a:pt x="33" y="7"/>
                    <a:pt x="26" y="16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6" y="53"/>
                    <a:pt x="68" y="52"/>
                    <a:pt x="72" y="47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56" y="71"/>
                    <a:pt x="56" y="71"/>
                    <a:pt x="56" y="71"/>
                  </a:cubicBezTo>
                  <a:lnTo>
                    <a:pt x="54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2" name="Freeform 284">
              <a:extLst>
                <a:ext uri="{FF2B5EF4-FFF2-40B4-BE49-F238E27FC236}">
                  <a16:creationId xmlns:a16="http://schemas.microsoft.com/office/drawing/2014/main" id="{B57E58CF-FC5C-4AFB-9B96-6D8B7D3180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088101" y="12441238"/>
              <a:ext cx="47625" cy="46037"/>
            </a:xfrm>
            <a:custGeom>
              <a:avLst/>
              <a:gdLst>
                <a:gd name="T0" fmla="*/ 54 w 75"/>
                <a:gd name="T1" fmla="*/ 70 h 71"/>
                <a:gd name="T2" fmla="*/ 54 w 75"/>
                <a:gd name="T3" fmla="*/ 69 h 71"/>
                <a:gd name="T4" fmla="*/ 55 w 75"/>
                <a:gd name="T5" fmla="*/ 69 h 71"/>
                <a:gd name="T6" fmla="*/ 54 w 75"/>
                <a:gd name="T7" fmla="*/ 69 h 71"/>
                <a:gd name="T8" fmla="*/ 54 w 75"/>
                <a:gd name="T9" fmla="*/ 70 h 71"/>
                <a:gd name="T10" fmla="*/ 54 w 75"/>
                <a:gd name="T11" fmla="*/ 69 h 71"/>
                <a:gd name="T12" fmla="*/ 54 w 75"/>
                <a:gd name="T13" fmla="*/ 69 h 71"/>
                <a:gd name="T14" fmla="*/ 57 w 75"/>
                <a:gd name="T15" fmla="*/ 63 h 71"/>
                <a:gd name="T16" fmla="*/ 53 w 75"/>
                <a:gd name="T17" fmla="*/ 57 h 71"/>
                <a:gd name="T18" fmla="*/ 17 w 75"/>
                <a:gd name="T19" fmla="*/ 28 h 71"/>
                <a:gd name="T20" fmla="*/ 14 w 75"/>
                <a:gd name="T21" fmla="*/ 31 h 71"/>
                <a:gd name="T22" fmla="*/ 10 w 75"/>
                <a:gd name="T23" fmla="*/ 41 h 71"/>
                <a:gd name="T24" fmla="*/ 13 w 75"/>
                <a:gd name="T25" fmla="*/ 48 h 71"/>
                <a:gd name="T26" fmla="*/ 13 w 75"/>
                <a:gd name="T27" fmla="*/ 48 h 71"/>
                <a:gd name="T28" fmla="*/ 11 w 75"/>
                <a:gd name="T29" fmla="*/ 51 h 71"/>
                <a:gd name="T30" fmla="*/ 0 w 75"/>
                <a:gd name="T31" fmla="*/ 41 h 71"/>
                <a:gd name="T32" fmla="*/ 33 w 75"/>
                <a:gd name="T33" fmla="*/ 0 h 71"/>
                <a:gd name="T34" fmla="*/ 45 w 75"/>
                <a:gd name="T35" fmla="*/ 9 h 71"/>
                <a:gd name="T36" fmla="*/ 43 w 75"/>
                <a:gd name="T37" fmla="*/ 11 h 71"/>
                <a:gd name="T38" fmla="*/ 43 w 75"/>
                <a:gd name="T39" fmla="*/ 11 h 71"/>
                <a:gd name="T40" fmla="*/ 36 w 75"/>
                <a:gd name="T41" fmla="*/ 9 h 71"/>
                <a:gd name="T42" fmla="*/ 26 w 75"/>
                <a:gd name="T43" fmla="*/ 16 h 71"/>
                <a:gd name="T44" fmla="*/ 24 w 75"/>
                <a:gd name="T45" fmla="*/ 19 h 71"/>
                <a:gd name="T46" fmla="*/ 60 w 75"/>
                <a:gd name="T47" fmla="*/ 48 h 71"/>
                <a:gd name="T48" fmla="*/ 66 w 75"/>
                <a:gd name="T49" fmla="*/ 51 h 71"/>
                <a:gd name="T50" fmla="*/ 72 w 75"/>
                <a:gd name="T51" fmla="*/ 46 h 71"/>
                <a:gd name="T52" fmla="*/ 72 w 75"/>
                <a:gd name="T53" fmla="*/ 46 h 71"/>
                <a:gd name="T54" fmla="*/ 75 w 75"/>
                <a:gd name="T55" fmla="*/ 48 h 71"/>
                <a:gd name="T56" fmla="*/ 56 w 75"/>
                <a:gd name="T57" fmla="*/ 71 h 71"/>
                <a:gd name="T58" fmla="*/ 54 w 75"/>
                <a:gd name="T59" fmla="*/ 70 h 71"/>
                <a:gd name="T60" fmla="*/ 56 w 75"/>
                <a:gd name="T61" fmla="*/ 70 h 71"/>
                <a:gd name="T62" fmla="*/ 74 w 75"/>
                <a:gd name="T63" fmla="*/ 48 h 71"/>
                <a:gd name="T64" fmla="*/ 72 w 75"/>
                <a:gd name="T65" fmla="*/ 47 h 71"/>
                <a:gd name="T66" fmla="*/ 66 w 75"/>
                <a:gd name="T67" fmla="*/ 52 h 71"/>
                <a:gd name="T68" fmla="*/ 60 w 75"/>
                <a:gd name="T69" fmla="*/ 48 h 71"/>
                <a:gd name="T70" fmla="*/ 23 w 75"/>
                <a:gd name="T71" fmla="*/ 19 h 71"/>
                <a:gd name="T72" fmla="*/ 26 w 75"/>
                <a:gd name="T73" fmla="*/ 16 h 71"/>
                <a:gd name="T74" fmla="*/ 36 w 75"/>
                <a:gd name="T75" fmla="*/ 8 h 71"/>
                <a:gd name="T76" fmla="*/ 43 w 75"/>
                <a:gd name="T77" fmla="*/ 10 h 71"/>
                <a:gd name="T78" fmla="*/ 44 w 75"/>
                <a:gd name="T79" fmla="*/ 9 h 71"/>
                <a:gd name="T80" fmla="*/ 33 w 75"/>
                <a:gd name="T81" fmla="*/ 0 h 71"/>
                <a:gd name="T82" fmla="*/ 1 w 75"/>
                <a:gd name="T83" fmla="*/ 41 h 71"/>
                <a:gd name="T84" fmla="*/ 11 w 75"/>
                <a:gd name="T85" fmla="*/ 50 h 71"/>
                <a:gd name="T86" fmla="*/ 13 w 75"/>
                <a:gd name="T87" fmla="*/ 48 h 71"/>
                <a:gd name="T88" fmla="*/ 9 w 75"/>
                <a:gd name="T89" fmla="*/ 41 h 71"/>
                <a:gd name="T90" fmla="*/ 14 w 75"/>
                <a:gd name="T91" fmla="*/ 31 h 71"/>
                <a:gd name="T92" fmla="*/ 17 w 75"/>
                <a:gd name="T93" fmla="*/ 27 h 71"/>
                <a:gd name="T94" fmla="*/ 53 w 75"/>
                <a:gd name="T95" fmla="*/ 57 h 71"/>
                <a:gd name="T96" fmla="*/ 58 w 75"/>
                <a:gd name="T97" fmla="*/ 63 h 71"/>
                <a:gd name="T98" fmla="*/ 55 w 75"/>
                <a:gd name="T99" fmla="*/ 69 h 71"/>
                <a:gd name="T100" fmla="*/ 56 w 75"/>
                <a:gd name="T101" fmla="*/ 7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" h="71">
                  <a:moveTo>
                    <a:pt x="54" y="70"/>
                  </a:moveTo>
                  <a:cubicBezTo>
                    <a:pt x="54" y="69"/>
                    <a:pt x="54" y="69"/>
                    <a:pt x="54" y="69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6" y="66"/>
                    <a:pt x="57" y="65"/>
                    <a:pt x="57" y="63"/>
                  </a:cubicBezTo>
                  <a:cubicBezTo>
                    <a:pt x="57" y="61"/>
                    <a:pt x="56" y="60"/>
                    <a:pt x="53" y="5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1" y="35"/>
                    <a:pt x="10" y="38"/>
                    <a:pt x="10" y="41"/>
                  </a:cubicBezTo>
                  <a:cubicBezTo>
                    <a:pt x="10" y="43"/>
                    <a:pt x="11" y="45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0" y="10"/>
                    <a:pt x="38" y="9"/>
                    <a:pt x="36" y="9"/>
                  </a:cubicBezTo>
                  <a:cubicBezTo>
                    <a:pt x="33" y="9"/>
                    <a:pt x="30" y="11"/>
                    <a:pt x="26" y="16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50"/>
                    <a:pt x="65" y="51"/>
                    <a:pt x="66" y="51"/>
                  </a:cubicBezTo>
                  <a:cubicBezTo>
                    <a:pt x="68" y="51"/>
                    <a:pt x="70" y="49"/>
                    <a:pt x="72" y="46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56" y="71"/>
                    <a:pt x="56" y="71"/>
                    <a:pt x="56" y="71"/>
                  </a:cubicBezTo>
                  <a:lnTo>
                    <a:pt x="54" y="70"/>
                  </a:lnTo>
                  <a:close/>
                  <a:moveTo>
                    <a:pt x="56" y="70"/>
                  </a:moveTo>
                  <a:cubicBezTo>
                    <a:pt x="74" y="48"/>
                    <a:pt x="74" y="48"/>
                    <a:pt x="74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0" y="50"/>
                    <a:pt x="68" y="52"/>
                    <a:pt x="66" y="52"/>
                  </a:cubicBezTo>
                  <a:cubicBezTo>
                    <a:pt x="64" y="52"/>
                    <a:pt x="63" y="50"/>
                    <a:pt x="60" y="4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30" y="10"/>
                    <a:pt x="33" y="8"/>
                    <a:pt x="36" y="8"/>
                  </a:cubicBezTo>
                  <a:cubicBezTo>
                    <a:pt x="39" y="8"/>
                    <a:pt x="41" y="9"/>
                    <a:pt x="43" y="10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0" y="46"/>
                    <a:pt x="9" y="43"/>
                    <a:pt x="9" y="41"/>
                  </a:cubicBezTo>
                  <a:cubicBezTo>
                    <a:pt x="9" y="38"/>
                    <a:pt x="10" y="35"/>
                    <a:pt x="14" y="31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6" y="59"/>
                    <a:pt x="58" y="61"/>
                    <a:pt x="58" y="63"/>
                  </a:cubicBezTo>
                  <a:cubicBezTo>
                    <a:pt x="58" y="65"/>
                    <a:pt x="57" y="67"/>
                    <a:pt x="55" y="69"/>
                  </a:cubicBezTo>
                  <a:lnTo>
                    <a:pt x="56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3" name="Freeform 285">
              <a:extLst>
                <a:ext uri="{FF2B5EF4-FFF2-40B4-BE49-F238E27FC236}">
                  <a16:creationId xmlns:a16="http://schemas.microsoft.com/office/drawing/2014/main" id="{16C90504-6029-4535-BD5E-8D63D49FC6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16676" y="12411075"/>
              <a:ext cx="50800" cy="50800"/>
            </a:xfrm>
            <a:custGeom>
              <a:avLst/>
              <a:gdLst>
                <a:gd name="T0" fmla="*/ 40 w 79"/>
                <a:gd name="T1" fmla="*/ 77 h 78"/>
                <a:gd name="T2" fmla="*/ 41 w 79"/>
                <a:gd name="T3" fmla="*/ 64 h 78"/>
                <a:gd name="T4" fmla="*/ 14 w 79"/>
                <a:gd name="T5" fmla="*/ 34 h 78"/>
                <a:gd name="T6" fmla="*/ 2 w 79"/>
                <a:gd name="T7" fmla="*/ 34 h 78"/>
                <a:gd name="T8" fmla="*/ 0 w 79"/>
                <a:gd name="T9" fmla="*/ 32 h 78"/>
                <a:gd name="T10" fmla="*/ 37 w 79"/>
                <a:gd name="T11" fmla="*/ 0 h 78"/>
                <a:gd name="T12" fmla="*/ 46 w 79"/>
                <a:gd name="T13" fmla="*/ 9 h 78"/>
                <a:gd name="T14" fmla="*/ 44 w 79"/>
                <a:gd name="T15" fmla="*/ 11 h 78"/>
                <a:gd name="T16" fmla="*/ 28 w 79"/>
                <a:gd name="T17" fmla="*/ 13 h 78"/>
                <a:gd name="T18" fmla="*/ 23 w 79"/>
                <a:gd name="T19" fmla="*/ 18 h 78"/>
                <a:gd name="T20" fmla="*/ 23 w 79"/>
                <a:gd name="T21" fmla="*/ 27 h 78"/>
                <a:gd name="T22" fmla="*/ 34 w 79"/>
                <a:gd name="T23" fmla="*/ 39 h 78"/>
                <a:gd name="T24" fmla="*/ 44 w 79"/>
                <a:gd name="T25" fmla="*/ 30 h 78"/>
                <a:gd name="T26" fmla="*/ 45 w 79"/>
                <a:gd name="T27" fmla="*/ 20 h 78"/>
                <a:gd name="T28" fmla="*/ 47 w 79"/>
                <a:gd name="T29" fmla="*/ 18 h 78"/>
                <a:gd name="T30" fmla="*/ 60 w 79"/>
                <a:gd name="T31" fmla="*/ 32 h 78"/>
                <a:gd name="T32" fmla="*/ 57 w 79"/>
                <a:gd name="T33" fmla="*/ 34 h 78"/>
                <a:gd name="T34" fmla="*/ 47 w 79"/>
                <a:gd name="T35" fmla="*/ 33 h 78"/>
                <a:gd name="T36" fmla="*/ 36 w 79"/>
                <a:gd name="T37" fmla="*/ 42 h 78"/>
                <a:gd name="T38" fmla="*/ 49 w 79"/>
                <a:gd name="T39" fmla="*/ 57 h 78"/>
                <a:gd name="T40" fmla="*/ 58 w 79"/>
                <a:gd name="T41" fmla="*/ 58 h 78"/>
                <a:gd name="T42" fmla="*/ 65 w 79"/>
                <a:gd name="T43" fmla="*/ 51 h 78"/>
                <a:gd name="T44" fmla="*/ 68 w 79"/>
                <a:gd name="T45" fmla="*/ 36 h 78"/>
                <a:gd name="T46" fmla="*/ 71 w 79"/>
                <a:gd name="T47" fmla="*/ 34 h 78"/>
                <a:gd name="T48" fmla="*/ 79 w 79"/>
                <a:gd name="T49" fmla="*/ 45 h 78"/>
                <a:gd name="T50" fmla="*/ 41 w 79"/>
                <a:gd name="T51" fmla="*/ 78 h 78"/>
                <a:gd name="T52" fmla="*/ 40 w 79"/>
                <a:gd name="T53" fmla="*/ 7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78">
                  <a:moveTo>
                    <a:pt x="40" y="77"/>
                  </a:moveTo>
                  <a:cubicBezTo>
                    <a:pt x="45" y="72"/>
                    <a:pt x="46" y="70"/>
                    <a:pt x="41" y="6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9" y="29"/>
                    <a:pt x="7" y="29"/>
                    <a:pt x="2" y="34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0" y="8"/>
                    <a:pt x="36" y="6"/>
                    <a:pt x="28" y="13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21"/>
                    <a:pt x="19" y="23"/>
                    <a:pt x="23" y="27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9" y="26"/>
                    <a:pt x="49" y="24"/>
                    <a:pt x="45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4" y="30"/>
                    <a:pt x="52" y="29"/>
                    <a:pt x="47" y="33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3" y="62"/>
                    <a:pt x="54" y="61"/>
                    <a:pt x="58" y="58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2" y="46"/>
                    <a:pt x="72" y="41"/>
                    <a:pt x="68" y="36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41" y="78"/>
                    <a:pt x="41" y="78"/>
                    <a:pt x="41" y="78"/>
                  </a:cubicBezTo>
                  <a:lnTo>
                    <a:pt x="40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4" name="Freeform 286">
              <a:extLst>
                <a:ext uri="{FF2B5EF4-FFF2-40B4-BE49-F238E27FC236}">
                  <a16:creationId xmlns:a16="http://schemas.microsoft.com/office/drawing/2014/main" id="{C8FED55D-0B76-4DDE-8D6D-714D3A7E474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16676" y="12411075"/>
              <a:ext cx="52388" cy="50800"/>
            </a:xfrm>
            <a:custGeom>
              <a:avLst/>
              <a:gdLst>
                <a:gd name="T0" fmla="*/ 40 w 80"/>
                <a:gd name="T1" fmla="*/ 78 h 80"/>
                <a:gd name="T2" fmla="*/ 40 w 80"/>
                <a:gd name="T3" fmla="*/ 78 h 80"/>
                <a:gd name="T4" fmla="*/ 39 w 80"/>
                <a:gd name="T5" fmla="*/ 78 h 80"/>
                <a:gd name="T6" fmla="*/ 44 w 80"/>
                <a:gd name="T7" fmla="*/ 72 h 80"/>
                <a:gd name="T8" fmla="*/ 14 w 80"/>
                <a:gd name="T9" fmla="*/ 36 h 80"/>
                <a:gd name="T10" fmla="*/ 2 w 80"/>
                <a:gd name="T11" fmla="*/ 35 h 80"/>
                <a:gd name="T12" fmla="*/ 0 w 80"/>
                <a:gd name="T13" fmla="*/ 33 h 80"/>
                <a:gd name="T14" fmla="*/ 47 w 80"/>
                <a:gd name="T15" fmla="*/ 10 h 80"/>
                <a:gd name="T16" fmla="*/ 44 w 80"/>
                <a:gd name="T17" fmla="*/ 13 h 80"/>
                <a:gd name="T18" fmla="*/ 28 w 80"/>
                <a:gd name="T19" fmla="*/ 15 h 80"/>
                <a:gd name="T20" fmla="*/ 20 w 80"/>
                <a:gd name="T21" fmla="*/ 23 h 80"/>
                <a:gd name="T22" fmla="*/ 34 w 80"/>
                <a:gd name="T23" fmla="*/ 40 h 80"/>
                <a:gd name="T24" fmla="*/ 47 w 80"/>
                <a:gd name="T25" fmla="*/ 26 h 80"/>
                <a:gd name="T26" fmla="*/ 44 w 80"/>
                <a:gd name="T27" fmla="*/ 20 h 80"/>
                <a:gd name="T28" fmla="*/ 60 w 80"/>
                <a:gd name="T29" fmla="*/ 33 h 80"/>
                <a:gd name="T30" fmla="*/ 57 w 80"/>
                <a:gd name="T31" fmla="*/ 35 h 80"/>
                <a:gd name="T32" fmla="*/ 47 w 80"/>
                <a:gd name="T33" fmla="*/ 35 h 80"/>
                <a:gd name="T34" fmla="*/ 50 w 80"/>
                <a:gd name="T35" fmla="*/ 58 h 80"/>
                <a:gd name="T36" fmla="*/ 58 w 80"/>
                <a:gd name="T37" fmla="*/ 59 h 80"/>
                <a:gd name="T38" fmla="*/ 71 w 80"/>
                <a:gd name="T39" fmla="*/ 43 h 80"/>
                <a:gd name="T40" fmla="*/ 68 w 80"/>
                <a:gd name="T41" fmla="*/ 37 h 80"/>
                <a:gd name="T42" fmla="*/ 80 w 80"/>
                <a:gd name="T43" fmla="*/ 46 h 80"/>
                <a:gd name="T44" fmla="*/ 40 w 80"/>
                <a:gd name="T45" fmla="*/ 78 h 80"/>
                <a:gd name="T46" fmla="*/ 79 w 80"/>
                <a:gd name="T47" fmla="*/ 46 h 80"/>
                <a:gd name="T48" fmla="*/ 69 w 80"/>
                <a:gd name="T49" fmla="*/ 38 h 80"/>
                <a:gd name="T50" fmla="*/ 66 w 80"/>
                <a:gd name="T51" fmla="*/ 53 h 80"/>
                <a:gd name="T52" fmla="*/ 54 w 80"/>
                <a:gd name="T53" fmla="*/ 62 h 80"/>
                <a:gd name="T54" fmla="*/ 36 w 80"/>
                <a:gd name="T55" fmla="*/ 43 h 80"/>
                <a:gd name="T56" fmla="*/ 52 w 80"/>
                <a:gd name="T57" fmla="*/ 31 h 80"/>
                <a:gd name="T58" fmla="*/ 59 w 80"/>
                <a:gd name="T59" fmla="*/ 33 h 80"/>
                <a:gd name="T60" fmla="*/ 45 w 80"/>
                <a:gd name="T61" fmla="*/ 21 h 80"/>
                <a:gd name="T62" fmla="*/ 44 w 80"/>
                <a:gd name="T63" fmla="*/ 31 h 80"/>
                <a:gd name="T64" fmla="*/ 22 w 80"/>
                <a:gd name="T65" fmla="*/ 28 h 80"/>
                <a:gd name="T66" fmla="*/ 23 w 80"/>
                <a:gd name="T67" fmla="*/ 19 h 80"/>
                <a:gd name="T68" fmla="*/ 38 w 80"/>
                <a:gd name="T69" fmla="*/ 9 h 80"/>
                <a:gd name="T70" fmla="*/ 46 w 80"/>
                <a:gd name="T71" fmla="*/ 10 h 80"/>
                <a:gd name="T72" fmla="*/ 1 w 80"/>
                <a:gd name="T73" fmla="*/ 33 h 80"/>
                <a:gd name="T74" fmla="*/ 8 w 80"/>
                <a:gd name="T75" fmla="*/ 31 h 80"/>
                <a:gd name="T76" fmla="*/ 41 w 80"/>
                <a:gd name="T77" fmla="*/ 65 h 80"/>
                <a:gd name="T78" fmla="*/ 40 w 80"/>
                <a:gd name="T79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80">
                  <a:moveTo>
                    <a:pt x="40" y="78"/>
                  </a:move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3" y="75"/>
                    <a:pt x="44" y="73"/>
                    <a:pt x="44" y="72"/>
                  </a:cubicBezTo>
                  <a:cubicBezTo>
                    <a:pt x="44" y="70"/>
                    <a:pt x="43" y="68"/>
                    <a:pt x="41" y="6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1" y="33"/>
                    <a:pt x="10" y="32"/>
                    <a:pt x="8" y="32"/>
                  </a:cubicBezTo>
                  <a:cubicBezTo>
                    <a:pt x="6" y="32"/>
                    <a:pt x="5" y="33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2" y="11"/>
                    <a:pt x="40" y="10"/>
                    <a:pt x="38" y="10"/>
                  </a:cubicBezTo>
                  <a:cubicBezTo>
                    <a:pt x="35" y="10"/>
                    <a:pt x="32" y="11"/>
                    <a:pt x="28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1" y="21"/>
                    <a:pt x="20" y="22"/>
                    <a:pt x="20" y="23"/>
                  </a:cubicBezTo>
                  <a:cubicBezTo>
                    <a:pt x="20" y="24"/>
                    <a:pt x="21" y="26"/>
                    <a:pt x="23" y="28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6" y="29"/>
                    <a:pt x="47" y="27"/>
                    <a:pt x="47" y="26"/>
                  </a:cubicBezTo>
                  <a:cubicBezTo>
                    <a:pt x="47" y="24"/>
                    <a:pt x="46" y="23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5" y="33"/>
                    <a:pt x="54" y="32"/>
                    <a:pt x="52" y="32"/>
                  </a:cubicBezTo>
                  <a:cubicBezTo>
                    <a:pt x="51" y="32"/>
                    <a:pt x="49" y="33"/>
                    <a:pt x="47" y="35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0"/>
                    <a:pt x="53" y="61"/>
                    <a:pt x="54" y="61"/>
                  </a:cubicBezTo>
                  <a:cubicBezTo>
                    <a:pt x="55" y="61"/>
                    <a:pt x="56" y="60"/>
                    <a:pt x="58" y="59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9" y="49"/>
                    <a:pt x="71" y="46"/>
                    <a:pt x="71" y="43"/>
                  </a:cubicBezTo>
                  <a:cubicBezTo>
                    <a:pt x="71" y="41"/>
                    <a:pt x="70" y="40"/>
                    <a:pt x="68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41" y="80"/>
                    <a:pt x="41" y="80"/>
                    <a:pt x="41" y="80"/>
                  </a:cubicBezTo>
                  <a:lnTo>
                    <a:pt x="40" y="78"/>
                  </a:lnTo>
                  <a:close/>
                  <a:moveTo>
                    <a:pt x="42" y="79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0" y="39"/>
                    <a:pt x="71" y="41"/>
                    <a:pt x="71" y="43"/>
                  </a:cubicBezTo>
                  <a:cubicBezTo>
                    <a:pt x="71" y="46"/>
                    <a:pt x="70" y="49"/>
                    <a:pt x="66" y="53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7" y="61"/>
                    <a:pt x="55" y="62"/>
                    <a:pt x="54" y="62"/>
                  </a:cubicBezTo>
                  <a:cubicBezTo>
                    <a:pt x="53" y="62"/>
                    <a:pt x="51" y="61"/>
                    <a:pt x="49" y="58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9" y="32"/>
                    <a:pt x="50" y="31"/>
                    <a:pt x="52" y="31"/>
                  </a:cubicBezTo>
                  <a:cubicBezTo>
                    <a:pt x="54" y="31"/>
                    <a:pt x="56" y="32"/>
                    <a:pt x="57" y="34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7" y="23"/>
                    <a:pt x="48" y="24"/>
                    <a:pt x="48" y="26"/>
                  </a:cubicBezTo>
                  <a:cubicBezTo>
                    <a:pt x="48" y="28"/>
                    <a:pt x="47" y="29"/>
                    <a:pt x="44" y="3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6"/>
                    <a:pt x="20" y="25"/>
                    <a:pt x="20" y="23"/>
                  </a:cubicBezTo>
                  <a:cubicBezTo>
                    <a:pt x="20" y="22"/>
                    <a:pt x="21" y="20"/>
                    <a:pt x="23" y="19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2" y="10"/>
                    <a:pt x="35" y="9"/>
                    <a:pt x="38" y="9"/>
                  </a:cubicBezTo>
                  <a:cubicBezTo>
                    <a:pt x="40" y="9"/>
                    <a:pt x="42" y="10"/>
                    <a:pt x="44" y="12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2"/>
                    <a:pt x="6" y="31"/>
                    <a:pt x="8" y="31"/>
                  </a:cubicBezTo>
                  <a:cubicBezTo>
                    <a:pt x="10" y="31"/>
                    <a:pt x="12" y="32"/>
                    <a:pt x="14" y="35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3" y="68"/>
                    <a:pt x="45" y="70"/>
                    <a:pt x="45" y="72"/>
                  </a:cubicBezTo>
                  <a:cubicBezTo>
                    <a:pt x="45" y="74"/>
                    <a:pt x="43" y="75"/>
                    <a:pt x="40" y="78"/>
                  </a:cubicBezTo>
                  <a:lnTo>
                    <a:pt x="42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5" name="Freeform 287">
              <a:extLst>
                <a:ext uri="{FF2B5EF4-FFF2-40B4-BE49-F238E27FC236}">
                  <a16:creationId xmlns:a16="http://schemas.microsoft.com/office/drawing/2014/main" id="{C64D0711-8468-47A9-9DBA-2547A3E526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154776" y="12379325"/>
              <a:ext cx="52388" cy="55562"/>
            </a:xfrm>
            <a:custGeom>
              <a:avLst/>
              <a:gdLst>
                <a:gd name="T0" fmla="*/ 29 w 82"/>
                <a:gd name="T1" fmla="*/ 85 h 87"/>
                <a:gd name="T2" fmla="*/ 32 w 82"/>
                <a:gd name="T3" fmla="*/ 73 h 87"/>
                <a:gd name="T4" fmla="*/ 13 w 82"/>
                <a:gd name="T5" fmla="*/ 38 h 87"/>
                <a:gd name="T6" fmla="*/ 1 w 82"/>
                <a:gd name="T7" fmla="*/ 35 h 87"/>
                <a:gd name="T8" fmla="*/ 0 w 82"/>
                <a:gd name="T9" fmla="*/ 33 h 87"/>
                <a:gd name="T10" fmla="*/ 17 w 82"/>
                <a:gd name="T11" fmla="*/ 23 h 87"/>
                <a:gd name="T12" fmla="*/ 70 w 82"/>
                <a:gd name="T13" fmla="*/ 51 h 87"/>
                <a:gd name="T14" fmla="*/ 70 w 82"/>
                <a:gd name="T15" fmla="*/ 51 h 87"/>
                <a:gd name="T16" fmla="*/ 51 w 82"/>
                <a:gd name="T17" fmla="*/ 17 h 87"/>
                <a:gd name="T18" fmla="*/ 39 w 82"/>
                <a:gd name="T19" fmla="*/ 14 h 87"/>
                <a:gd name="T20" fmla="*/ 38 w 82"/>
                <a:gd name="T21" fmla="*/ 12 h 87"/>
                <a:gd name="T22" fmla="*/ 59 w 82"/>
                <a:gd name="T23" fmla="*/ 0 h 87"/>
                <a:gd name="T24" fmla="*/ 60 w 82"/>
                <a:gd name="T25" fmla="*/ 2 h 87"/>
                <a:gd name="T26" fmla="*/ 57 w 82"/>
                <a:gd name="T27" fmla="*/ 14 h 87"/>
                <a:gd name="T28" fmla="*/ 82 w 82"/>
                <a:gd name="T29" fmla="*/ 58 h 87"/>
                <a:gd name="T30" fmla="*/ 73 w 82"/>
                <a:gd name="T31" fmla="*/ 63 h 87"/>
                <a:gd name="T32" fmla="*/ 18 w 82"/>
                <a:gd name="T33" fmla="*/ 34 h 87"/>
                <a:gd name="T34" fmla="*/ 18 w 82"/>
                <a:gd name="T35" fmla="*/ 34 h 87"/>
                <a:gd name="T36" fmla="*/ 38 w 82"/>
                <a:gd name="T37" fmla="*/ 70 h 87"/>
                <a:gd name="T38" fmla="*/ 50 w 82"/>
                <a:gd name="T39" fmla="*/ 73 h 87"/>
                <a:gd name="T40" fmla="*/ 51 w 82"/>
                <a:gd name="T41" fmla="*/ 75 h 87"/>
                <a:gd name="T42" fmla="*/ 30 w 82"/>
                <a:gd name="T43" fmla="*/ 87 h 87"/>
                <a:gd name="T44" fmla="*/ 29 w 82"/>
                <a:gd name="T45" fmla="*/ 8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2" h="87">
                  <a:moveTo>
                    <a:pt x="29" y="85"/>
                  </a:moveTo>
                  <a:cubicBezTo>
                    <a:pt x="35" y="82"/>
                    <a:pt x="36" y="80"/>
                    <a:pt x="32" y="73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32"/>
                    <a:pt x="7" y="32"/>
                    <a:pt x="1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8" y="10"/>
                    <a:pt x="46" y="10"/>
                    <a:pt x="39" y="14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4" y="5"/>
                    <a:pt x="53" y="7"/>
                    <a:pt x="57" y="14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73" y="63"/>
                    <a:pt x="73" y="63"/>
                    <a:pt x="73" y="6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42" y="77"/>
                    <a:pt x="44" y="77"/>
                    <a:pt x="50" y="73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30" y="87"/>
                    <a:pt x="30" y="87"/>
                    <a:pt x="30" y="87"/>
                  </a:cubicBezTo>
                  <a:lnTo>
                    <a:pt x="29" y="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6" name="Freeform 288">
              <a:extLst>
                <a:ext uri="{FF2B5EF4-FFF2-40B4-BE49-F238E27FC236}">
                  <a16:creationId xmlns:a16="http://schemas.microsoft.com/office/drawing/2014/main" id="{2C7B88E3-4319-4FBB-92BE-ABF13A3B8B8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154776" y="12377738"/>
              <a:ext cx="52388" cy="57150"/>
            </a:xfrm>
            <a:custGeom>
              <a:avLst/>
              <a:gdLst>
                <a:gd name="T0" fmla="*/ 30 w 83"/>
                <a:gd name="T1" fmla="*/ 86 h 89"/>
                <a:gd name="T2" fmla="*/ 30 w 83"/>
                <a:gd name="T3" fmla="*/ 86 h 89"/>
                <a:gd name="T4" fmla="*/ 30 w 83"/>
                <a:gd name="T5" fmla="*/ 86 h 89"/>
                <a:gd name="T6" fmla="*/ 35 w 83"/>
                <a:gd name="T7" fmla="*/ 80 h 89"/>
                <a:gd name="T8" fmla="*/ 14 w 83"/>
                <a:gd name="T9" fmla="*/ 40 h 89"/>
                <a:gd name="T10" fmla="*/ 2 w 83"/>
                <a:gd name="T11" fmla="*/ 37 h 89"/>
                <a:gd name="T12" fmla="*/ 0 w 83"/>
                <a:gd name="T13" fmla="*/ 34 h 89"/>
                <a:gd name="T14" fmla="*/ 71 w 83"/>
                <a:gd name="T15" fmla="*/ 51 h 89"/>
                <a:gd name="T16" fmla="*/ 46 w 83"/>
                <a:gd name="T17" fmla="*/ 13 h 89"/>
                <a:gd name="T18" fmla="*/ 40 w 83"/>
                <a:gd name="T19" fmla="*/ 15 h 89"/>
                <a:gd name="T20" fmla="*/ 60 w 83"/>
                <a:gd name="T21" fmla="*/ 0 h 89"/>
                <a:gd name="T22" fmla="*/ 61 w 83"/>
                <a:gd name="T23" fmla="*/ 3 h 89"/>
                <a:gd name="T24" fmla="*/ 58 w 83"/>
                <a:gd name="T25" fmla="*/ 14 h 89"/>
                <a:gd name="T26" fmla="*/ 74 w 83"/>
                <a:gd name="T27" fmla="*/ 64 h 89"/>
                <a:gd name="T28" fmla="*/ 39 w 83"/>
                <a:gd name="T29" fmla="*/ 71 h 89"/>
                <a:gd name="T30" fmla="*/ 51 w 83"/>
                <a:gd name="T31" fmla="*/ 74 h 89"/>
                <a:gd name="T32" fmla="*/ 53 w 83"/>
                <a:gd name="T33" fmla="*/ 77 h 89"/>
                <a:gd name="T34" fmla="*/ 30 w 83"/>
                <a:gd name="T35" fmla="*/ 86 h 89"/>
                <a:gd name="T36" fmla="*/ 52 w 83"/>
                <a:gd name="T37" fmla="*/ 76 h 89"/>
                <a:gd name="T38" fmla="*/ 45 w 83"/>
                <a:gd name="T39" fmla="*/ 77 h 89"/>
                <a:gd name="T40" fmla="*/ 18 w 83"/>
                <a:gd name="T41" fmla="*/ 35 h 89"/>
                <a:gd name="T42" fmla="*/ 19 w 83"/>
                <a:gd name="T43" fmla="*/ 34 h 89"/>
                <a:gd name="T44" fmla="*/ 83 w 83"/>
                <a:gd name="T45" fmla="*/ 59 h 89"/>
                <a:gd name="T46" fmla="*/ 55 w 83"/>
                <a:gd name="T47" fmla="*/ 9 h 89"/>
                <a:gd name="T48" fmla="*/ 60 w 83"/>
                <a:gd name="T49" fmla="*/ 1 h 89"/>
                <a:gd name="T50" fmla="*/ 40 w 83"/>
                <a:gd name="T51" fmla="*/ 14 h 89"/>
                <a:gd name="T52" fmla="*/ 52 w 83"/>
                <a:gd name="T53" fmla="*/ 18 h 89"/>
                <a:gd name="T54" fmla="*/ 72 w 83"/>
                <a:gd name="T55" fmla="*/ 52 h 89"/>
                <a:gd name="T56" fmla="*/ 18 w 83"/>
                <a:gd name="T57" fmla="*/ 25 h 89"/>
                <a:gd name="T58" fmla="*/ 2 w 83"/>
                <a:gd name="T59" fmla="*/ 36 h 89"/>
                <a:gd name="T60" fmla="*/ 14 w 83"/>
                <a:gd name="T61" fmla="*/ 39 h 89"/>
                <a:gd name="T62" fmla="*/ 36 w 83"/>
                <a:gd name="T63" fmla="*/ 80 h 89"/>
                <a:gd name="T64" fmla="*/ 31 w 83"/>
                <a:gd name="T65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3" h="89">
                  <a:moveTo>
                    <a:pt x="30" y="86"/>
                  </a:moveTo>
                  <a:cubicBezTo>
                    <a:pt x="30" y="86"/>
                    <a:pt x="30" y="86"/>
                    <a:pt x="30" y="86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4" y="84"/>
                    <a:pt x="35" y="82"/>
                    <a:pt x="35" y="80"/>
                  </a:cubicBezTo>
                  <a:cubicBezTo>
                    <a:pt x="35" y="79"/>
                    <a:pt x="35" y="77"/>
                    <a:pt x="33" y="7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1" y="36"/>
                    <a:pt x="10" y="34"/>
                    <a:pt x="8" y="34"/>
                  </a:cubicBezTo>
                  <a:cubicBezTo>
                    <a:pt x="6" y="34"/>
                    <a:pt x="5" y="35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0" y="14"/>
                    <a:pt x="48" y="13"/>
                    <a:pt x="46" y="13"/>
                  </a:cubicBezTo>
                  <a:cubicBezTo>
                    <a:pt x="45" y="13"/>
                    <a:pt x="43" y="13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8" y="5"/>
                    <a:pt x="56" y="7"/>
                    <a:pt x="56" y="9"/>
                  </a:cubicBezTo>
                  <a:cubicBezTo>
                    <a:pt x="56" y="10"/>
                    <a:pt x="57" y="12"/>
                    <a:pt x="58" y="14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42" y="75"/>
                    <a:pt x="43" y="76"/>
                    <a:pt x="45" y="76"/>
                  </a:cubicBezTo>
                  <a:cubicBezTo>
                    <a:pt x="47" y="76"/>
                    <a:pt x="48" y="76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31" y="89"/>
                    <a:pt x="31" y="89"/>
                    <a:pt x="31" y="89"/>
                  </a:cubicBezTo>
                  <a:lnTo>
                    <a:pt x="30" y="86"/>
                  </a:lnTo>
                  <a:close/>
                  <a:moveTo>
                    <a:pt x="31" y="88"/>
                  </a:moveTo>
                  <a:cubicBezTo>
                    <a:pt x="52" y="76"/>
                    <a:pt x="52" y="76"/>
                    <a:pt x="52" y="76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49" y="76"/>
                    <a:pt x="47" y="77"/>
                    <a:pt x="45" y="77"/>
                  </a:cubicBezTo>
                  <a:cubicBezTo>
                    <a:pt x="43" y="77"/>
                    <a:pt x="41" y="75"/>
                    <a:pt x="39" y="71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6" y="12"/>
                    <a:pt x="55" y="10"/>
                    <a:pt x="55" y="9"/>
                  </a:cubicBezTo>
                  <a:cubicBezTo>
                    <a:pt x="55" y="6"/>
                    <a:pt x="57" y="5"/>
                    <a:pt x="61" y="3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3" y="13"/>
                    <a:pt x="45" y="12"/>
                    <a:pt x="46" y="12"/>
                  </a:cubicBezTo>
                  <a:cubicBezTo>
                    <a:pt x="49" y="12"/>
                    <a:pt x="50" y="14"/>
                    <a:pt x="52" y="18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5"/>
                    <a:pt x="6" y="34"/>
                    <a:pt x="8" y="34"/>
                  </a:cubicBezTo>
                  <a:cubicBezTo>
                    <a:pt x="10" y="34"/>
                    <a:pt x="12" y="36"/>
                    <a:pt x="14" y="39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7"/>
                    <a:pt x="36" y="79"/>
                    <a:pt x="36" y="80"/>
                  </a:cubicBezTo>
                  <a:cubicBezTo>
                    <a:pt x="36" y="83"/>
                    <a:pt x="34" y="84"/>
                    <a:pt x="31" y="86"/>
                  </a:cubicBezTo>
                  <a:lnTo>
                    <a:pt x="31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7" name="Freeform 289">
              <a:extLst>
                <a:ext uri="{FF2B5EF4-FFF2-40B4-BE49-F238E27FC236}">
                  <a16:creationId xmlns:a16="http://schemas.microsoft.com/office/drawing/2014/main" id="{381A1D19-95AF-4098-8434-19E00636F2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10338" y="12366625"/>
              <a:ext cx="36513" cy="44450"/>
            </a:xfrm>
            <a:custGeom>
              <a:avLst/>
              <a:gdLst>
                <a:gd name="T0" fmla="*/ 39 w 57"/>
                <a:gd name="T1" fmla="*/ 15 h 69"/>
                <a:gd name="T2" fmla="*/ 22 w 57"/>
                <a:gd name="T3" fmla="*/ 7 h 69"/>
                <a:gd name="T4" fmla="*/ 12 w 57"/>
                <a:gd name="T5" fmla="*/ 19 h 69"/>
                <a:gd name="T6" fmla="*/ 41 w 57"/>
                <a:gd name="T7" fmla="*/ 30 h 69"/>
                <a:gd name="T8" fmla="*/ 54 w 57"/>
                <a:gd name="T9" fmla="*/ 41 h 69"/>
                <a:gd name="T10" fmla="*/ 33 w 57"/>
                <a:gd name="T11" fmla="*/ 66 h 69"/>
                <a:gd name="T12" fmla="*/ 14 w 57"/>
                <a:gd name="T13" fmla="*/ 69 h 69"/>
                <a:gd name="T14" fmla="*/ 9 w 57"/>
                <a:gd name="T15" fmla="*/ 54 h 69"/>
                <a:gd name="T16" fmla="*/ 12 w 57"/>
                <a:gd name="T17" fmla="*/ 53 h 69"/>
                <a:gd name="T18" fmla="*/ 32 w 57"/>
                <a:gd name="T19" fmla="*/ 61 h 69"/>
                <a:gd name="T20" fmla="*/ 43 w 57"/>
                <a:gd name="T21" fmla="*/ 48 h 69"/>
                <a:gd name="T22" fmla="*/ 17 w 57"/>
                <a:gd name="T23" fmla="*/ 37 h 69"/>
                <a:gd name="T24" fmla="*/ 2 w 57"/>
                <a:gd name="T25" fmla="*/ 25 h 69"/>
                <a:gd name="T26" fmla="*/ 21 w 57"/>
                <a:gd name="T27" fmla="*/ 3 h 69"/>
                <a:gd name="T28" fmla="*/ 37 w 57"/>
                <a:gd name="T29" fmla="*/ 0 h 69"/>
                <a:gd name="T30" fmla="*/ 42 w 57"/>
                <a:gd name="T31" fmla="*/ 14 h 69"/>
                <a:gd name="T32" fmla="*/ 39 w 57"/>
                <a:gd name="T33" fmla="*/ 1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69">
                  <a:moveTo>
                    <a:pt x="39" y="15"/>
                  </a:moveTo>
                  <a:cubicBezTo>
                    <a:pt x="37" y="10"/>
                    <a:pt x="32" y="4"/>
                    <a:pt x="22" y="7"/>
                  </a:cubicBezTo>
                  <a:cubicBezTo>
                    <a:pt x="14" y="10"/>
                    <a:pt x="10" y="15"/>
                    <a:pt x="12" y="19"/>
                  </a:cubicBezTo>
                  <a:cubicBezTo>
                    <a:pt x="14" y="28"/>
                    <a:pt x="32" y="27"/>
                    <a:pt x="41" y="30"/>
                  </a:cubicBezTo>
                  <a:cubicBezTo>
                    <a:pt x="47" y="32"/>
                    <a:pt x="52" y="35"/>
                    <a:pt x="54" y="41"/>
                  </a:cubicBezTo>
                  <a:cubicBezTo>
                    <a:pt x="57" y="54"/>
                    <a:pt x="48" y="62"/>
                    <a:pt x="33" y="66"/>
                  </a:cubicBezTo>
                  <a:cubicBezTo>
                    <a:pt x="25" y="68"/>
                    <a:pt x="18" y="69"/>
                    <a:pt x="14" y="69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5" y="58"/>
                    <a:pt x="19" y="65"/>
                    <a:pt x="32" y="61"/>
                  </a:cubicBezTo>
                  <a:cubicBezTo>
                    <a:pt x="41" y="59"/>
                    <a:pt x="45" y="53"/>
                    <a:pt x="43" y="48"/>
                  </a:cubicBezTo>
                  <a:cubicBezTo>
                    <a:pt x="41" y="39"/>
                    <a:pt x="28" y="39"/>
                    <a:pt x="17" y="37"/>
                  </a:cubicBezTo>
                  <a:cubicBezTo>
                    <a:pt x="10" y="35"/>
                    <a:pt x="4" y="32"/>
                    <a:pt x="2" y="25"/>
                  </a:cubicBezTo>
                  <a:cubicBezTo>
                    <a:pt x="0" y="15"/>
                    <a:pt x="6" y="7"/>
                    <a:pt x="21" y="3"/>
                  </a:cubicBezTo>
                  <a:cubicBezTo>
                    <a:pt x="27" y="1"/>
                    <a:pt x="34" y="0"/>
                    <a:pt x="37" y="0"/>
                  </a:cubicBezTo>
                  <a:cubicBezTo>
                    <a:pt x="42" y="14"/>
                    <a:pt x="42" y="14"/>
                    <a:pt x="42" y="14"/>
                  </a:cubicBezTo>
                  <a:lnTo>
                    <a:pt x="39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8" name="Freeform 290">
              <a:extLst>
                <a:ext uri="{FF2B5EF4-FFF2-40B4-BE49-F238E27FC236}">
                  <a16:creationId xmlns:a16="http://schemas.microsoft.com/office/drawing/2014/main" id="{17FDD17D-2782-4760-9959-99D70C4032E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11926" y="12366625"/>
              <a:ext cx="33338" cy="44450"/>
            </a:xfrm>
            <a:custGeom>
              <a:avLst/>
              <a:gdLst>
                <a:gd name="T0" fmla="*/ 8 w 54"/>
                <a:gd name="T1" fmla="*/ 54 h 69"/>
                <a:gd name="T2" fmla="*/ 11 w 54"/>
                <a:gd name="T3" fmla="*/ 53 h 69"/>
                <a:gd name="T4" fmla="*/ 11 w 54"/>
                <a:gd name="T5" fmla="*/ 53 h 69"/>
                <a:gd name="T6" fmla="*/ 25 w 54"/>
                <a:gd name="T7" fmla="*/ 62 h 69"/>
                <a:gd name="T8" fmla="*/ 31 w 54"/>
                <a:gd name="T9" fmla="*/ 61 h 69"/>
                <a:gd name="T10" fmla="*/ 42 w 54"/>
                <a:gd name="T11" fmla="*/ 50 h 69"/>
                <a:gd name="T12" fmla="*/ 42 w 54"/>
                <a:gd name="T13" fmla="*/ 48 h 69"/>
                <a:gd name="T14" fmla="*/ 16 w 54"/>
                <a:gd name="T15" fmla="*/ 37 h 69"/>
                <a:gd name="T16" fmla="*/ 1 w 54"/>
                <a:gd name="T17" fmla="*/ 25 h 69"/>
                <a:gd name="T18" fmla="*/ 0 w 54"/>
                <a:gd name="T19" fmla="*/ 21 h 69"/>
                <a:gd name="T20" fmla="*/ 20 w 54"/>
                <a:gd name="T21" fmla="*/ 3 h 69"/>
                <a:gd name="T22" fmla="*/ 36 w 54"/>
                <a:gd name="T23" fmla="*/ 0 h 69"/>
                <a:gd name="T24" fmla="*/ 37 w 54"/>
                <a:gd name="T25" fmla="*/ 0 h 69"/>
                <a:gd name="T26" fmla="*/ 41 w 54"/>
                <a:gd name="T27" fmla="*/ 14 h 69"/>
                <a:gd name="T28" fmla="*/ 38 w 54"/>
                <a:gd name="T29" fmla="*/ 15 h 69"/>
                <a:gd name="T30" fmla="*/ 38 w 54"/>
                <a:gd name="T31" fmla="*/ 15 h 69"/>
                <a:gd name="T32" fmla="*/ 38 w 54"/>
                <a:gd name="T33" fmla="*/ 15 h 69"/>
                <a:gd name="T34" fmla="*/ 26 w 54"/>
                <a:gd name="T35" fmla="*/ 7 h 69"/>
                <a:gd name="T36" fmla="*/ 21 w 54"/>
                <a:gd name="T37" fmla="*/ 8 h 69"/>
                <a:gd name="T38" fmla="*/ 11 w 54"/>
                <a:gd name="T39" fmla="*/ 17 h 69"/>
                <a:gd name="T40" fmla="*/ 11 w 54"/>
                <a:gd name="T41" fmla="*/ 19 h 69"/>
                <a:gd name="T42" fmla="*/ 40 w 54"/>
                <a:gd name="T43" fmla="*/ 30 h 69"/>
                <a:gd name="T44" fmla="*/ 53 w 54"/>
                <a:gd name="T45" fmla="*/ 41 h 69"/>
                <a:gd name="T46" fmla="*/ 54 w 54"/>
                <a:gd name="T47" fmla="*/ 46 h 69"/>
                <a:gd name="T48" fmla="*/ 32 w 54"/>
                <a:gd name="T49" fmla="*/ 66 h 69"/>
                <a:gd name="T50" fmla="*/ 13 w 54"/>
                <a:gd name="T51" fmla="*/ 69 h 69"/>
                <a:gd name="T52" fmla="*/ 13 w 54"/>
                <a:gd name="T53" fmla="*/ 69 h 69"/>
                <a:gd name="T54" fmla="*/ 8 w 54"/>
                <a:gd name="T55" fmla="*/ 54 h 69"/>
                <a:gd name="T56" fmla="*/ 9 w 54"/>
                <a:gd name="T57" fmla="*/ 54 h 69"/>
                <a:gd name="T58" fmla="*/ 13 w 54"/>
                <a:gd name="T59" fmla="*/ 68 h 69"/>
                <a:gd name="T60" fmla="*/ 31 w 54"/>
                <a:gd name="T61" fmla="*/ 66 h 69"/>
                <a:gd name="T62" fmla="*/ 53 w 54"/>
                <a:gd name="T63" fmla="*/ 46 h 69"/>
                <a:gd name="T64" fmla="*/ 52 w 54"/>
                <a:gd name="T65" fmla="*/ 41 h 69"/>
                <a:gd name="T66" fmla="*/ 40 w 54"/>
                <a:gd name="T67" fmla="*/ 31 h 69"/>
                <a:gd name="T68" fmla="*/ 10 w 54"/>
                <a:gd name="T69" fmla="*/ 19 h 69"/>
                <a:gd name="T70" fmla="*/ 10 w 54"/>
                <a:gd name="T71" fmla="*/ 17 h 69"/>
                <a:gd name="T72" fmla="*/ 21 w 54"/>
                <a:gd name="T73" fmla="*/ 7 h 69"/>
                <a:gd name="T74" fmla="*/ 26 w 54"/>
                <a:gd name="T75" fmla="*/ 6 h 69"/>
                <a:gd name="T76" fmla="*/ 38 w 54"/>
                <a:gd name="T77" fmla="*/ 14 h 69"/>
                <a:gd name="T78" fmla="*/ 41 w 54"/>
                <a:gd name="T79" fmla="*/ 13 h 69"/>
                <a:gd name="T80" fmla="*/ 36 w 54"/>
                <a:gd name="T81" fmla="*/ 0 h 69"/>
                <a:gd name="T82" fmla="*/ 20 w 54"/>
                <a:gd name="T83" fmla="*/ 3 h 69"/>
                <a:gd name="T84" fmla="*/ 1 w 54"/>
                <a:gd name="T85" fmla="*/ 21 h 69"/>
                <a:gd name="T86" fmla="*/ 2 w 54"/>
                <a:gd name="T87" fmla="*/ 25 h 69"/>
                <a:gd name="T88" fmla="*/ 16 w 54"/>
                <a:gd name="T89" fmla="*/ 36 h 69"/>
                <a:gd name="T90" fmla="*/ 42 w 54"/>
                <a:gd name="T91" fmla="*/ 48 h 69"/>
                <a:gd name="T92" fmla="*/ 43 w 54"/>
                <a:gd name="T93" fmla="*/ 50 h 69"/>
                <a:gd name="T94" fmla="*/ 31 w 54"/>
                <a:gd name="T95" fmla="*/ 62 h 69"/>
                <a:gd name="T96" fmla="*/ 25 w 54"/>
                <a:gd name="T97" fmla="*/ 63 h 69"/>
                <a:gd name="T98" fmla="*/ 11 w 54"/>
                <a:gd name="T99" fmla="*/ 54 h 69"/>
                <a:gd name="T100" fmla="*/ 9 w 54"/>
                <a:gd name="T101" fmla="*/ 54 h 69"/>
                <a:gd name="T102" fmla="*/ 38 w 54"/>
                <a:gd name="T103" fmla="*/ 15 h 69"/>
                <a:gd name="T104" fmla="*/ 38 w 54"/>
                <a:gd name="T105" fmla="*/ 14 h 69"/>
                <a:gd name="T106" fmla="*/ 38 w 54"/>
                <a:gd name="T107" fmla="*/ 1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4" h="69">
                  <a:moveTo>
                    <a:pt x="8" y="54"/>
                  </a:moveTo>
                  <a:cubicBezTo>
                    <a:pt x="11" y="53"/>
                    <a:pt x="11" y="53"/>
                    <a:pt x="11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3" y="57"/>
                    <a:pt x="17" y="62"/>
                    <a:pt x="25" y="62"/>
                  </a:cubicBezTo>
                  <a:cubicBezTo>
                    <a:pt x="27" y="62"/>
                    <a:pt x="29" y="62"/>
                    <a:pt x="31" y="61"/>
                  </a:cubicBezTo>
                  <a:cubicBezTo>
                    <a:pt x="39" y="59"/>
                    <a:pt x="42" y="55"/>
                    <a:pt x="42" y="50"/>
                  </a:cubicBezTo>
                  <a:cubicBezTo>
                    <a:pt x="42" y="50"/>
                    <a:pt x="42" y="49"/>
                    <a:pt x="42" y="48"/>
                  </a:cubicBezTo>
                  <a:cubicBezTo>
                    <a:pt x="39" y="40"/>
                    <a:pt x="27" y="40"/>
                    <a:pt x="16" y="37"/>
                  </a:cubicBezTo>
                  <a:cubicBezTo>
                    <a:pt x="9" y="35"/>
                    <a:pt x="3" y="32"/>
                    <a:pt x="1" y="25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13"/>
                    <a:pt x="7" y="6"/>
                    <a:pt x="20" y="3"/>
                  </a:cubicBezTo>
                  <a:cubicBezTo>
                    <a:pt x="26" y="1"/>
                    <a:pt x="33" y="0"/>
                    <a:pt x="36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6" y="11"/>
                    <a:pt x="33" y="7"/>
                    <a:pt x="26" y="7"/>
                  </a:cubicBezTo>
                  <a:cubicBezTo>
                    <a:pt x="25" y="7"/>
                    <a:pt x="23" y="7"/>
                    <a:pt x="21" y="8"/>
                  </a:cubicBezTo>
                  <a:cubicBezTo>
                    <a:pt x="14" y="10"/>
                    <a:pt x="11" y="13"/>
                    <a:pt x="11" y="17"/>
                  </a:cubicBezTo>
                  <a:cubicBezTo>
                    <a:pt x="11" y="18"/>
                    <a:pt x="11" y="18"/>
                    <a:pt x="11" y="19"/>
                  </a:cubicBezTo>
                  <a:cubicBezTo>
                    <a:pt x="13" y="27"/>
                    <a:pt x="31" y="27"/>
                    <a:pt x="40" y="30"/>
                  </a:cubicBezTo>
                  <a:cubicBezTo>
                    <a:pt x="46" y="32"/>
                    <a:pt x="51" y="35"/>
                    <a:pt x="53" y="41"/>
                  </a:cubicBezTo>
                  <a:cubicBezTo>
                    <a:pt x="53" y="43"/>
                    <a:pt x="54" y="45"/>
                    <a:pt x="54" y="46"/>
                  </a:cubicBezTo>
                  <a:cubicBezTo>
                    <a:pt x="54" y="56"/>
                    <a:pt x="45" y="63"/>
                    <a:pt x="32" y="66"/>
                  </a:cubicBezTo>
                  <a:cubicBezTo>
                    <a:pt x="24" y="69"/>
                    <a:pt x="17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lnTo>
                    <a:pt x="8" y="54"/>
                  </a:lnTo>
                  <a:close/>
                  <a:moveTo>
                    <a:pt x="9" y="54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17" y="68"/>
                    <a:pt x="24" y="68"/>
                    <a:pt x="31" y="66"/>
                  </a:cubicBezTo>
                  <a:cubicBezTo>
                    <a:pt x="44" y="62"/>
                    <a:pt x="53" y="56"/>
                    <a:pt x="53" y="46"/>
                  </a:cubicBezTo>
                  <a:cubicBezTo>
                    <a:pt x="53" y="45"/>
                    <a:pt x="53" y="43"/>
                    <a:pt x="52" y="41"/>
                  </a:cubicBezTo>
                  <a:cubicBezTo>
                    <a:pt x="50" y="35"/>
                    <a:pt x="46" y="33"/>
                    <a:pt x="40" y="31"/>
                  </a:cubicBezTo>
                  <a:cubicBezTo>
                    <a:pt x="31" y="28"/>
                    <a:pt x="13" y="28"/>
                    <a:pt x="10" y="19"/>
                  </a:cubicBezTo>
                  <a:cubicBezTo>
                    <a:pt x="10" y="19"/>
                    <a:pt x="10" y="18"/>
                    <a:pt x="10" y="17"/>
                  </a:cubicBezTo>
                  <a:cubicBezTo>
                    <a:pt x="10" y="13"/>
                    <a:pt x="14" y="9"/>
                    <a:pt x="21" y="7"/>
                  </a:cubicBezTo>
                  <a:cubicBezTo>
                    <a:pt x="23" y="6"/>
                    <a:pt x="25" y="6"/>
                    <a:pt x="26" y="6"/>
                  </a:cubicBezTo>
                  <a:cubicBezTo>
                    <a:pt x="33" y="6"/>
                    <a:pt x="36" y="10"/>
                    <a:pt x="38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3" y="1"/>
                    <a:pt x="26" y="1"/>
                    <a:pt x="20" y="3"/>
                  </a:cubicBezTo>
                  <a:cubicBezTo>
                    <a:pt x="7" y="7"/>
                    <a:pt x="1" y="13"/>
                    <a:pt x="1" y="21"/>
                  </a:cubicBezTo>
                  <a:cubicBezTo>
                    <a:pt x="1" y="22"/>
                    <a:pt x="1" y="23"/>
                    <a:pt x="2" y="25"/>
                  </a:cubicBezTo>
                  <a:cubicBezTo>
                    <a:pt x="4" y="32"/>
                    <a:pt x="10" y="34"/>
                    <a:pt x="16" y="36"/>
                  </a:cubicBezTo>
                  <a:cubicBezTo>
                    <a:pt x="27" y="39"/>
                    <a:pt x="40" y="39"/>
                    <a:pt x="42" y="48"/>
                  </a:cubicBezTo>
                  <a:cubicBezTo>
                    <a:pt x="43" y="49"/>
                    <a:pt x="43" y="50"/>
                    <a:pt x="43" y="50"/>
                  </a:cubicBezTo>
                  <a:cubicBezTo>
                    <a:pt x="43" y="55"/>
                    <a:pt x="39" y="60"/>
                    <a:pt x="31" y="62"/>
                  </a:cubicBezTo>
                  <a:cubicBezTo>
                    <a:pt x="29" y="62"/>
                    <a:pt x="27" y="63"/>
                    <a:pt x="25" y="63"/>
                  </a:cubicBezTo>
                  <a:cubicBezTo>
                    <a:pt x="17" y="63"/>
                    <a:pt x="13" y="57"/>
                    <a:pt x="11" y="54"/>
                  </a:cubicBezTo>
                  <a:lnTo>
                    <a:pt x="9" y="54"/>
                  </a:lnTo>
                  <a:close/>
                  <a:moveTo>
                    <a:pt x="38" y="15"/>
                  </a:moveTo>
                  <a:cubicBezTo>
                    <a:pt x="38" y="14"/>
                    <a:pt x="38" y="14"/>
                    <a:pt x="38" y="14"/>
                  </a:cubicBezTo>
                  <a:lnTo>
                    <a:pt x="38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79" name="Freeform 291">
              <a:extLst>
                <a:ext uri="{FF2B5EF4-FFF2-40B4-BE49-F238E27FC236}">
                  <a16:creationId xmlns:a16="http://schemas.microsoft.com/office/drawing/2014/main" id="{16C99A00-B81F-49FC-AA71-FCBDD6829A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253201" y="12360275"/>
              <a:ext cx="42863" cy="41275"/>
            </a:xfrm>
            <a:custGeom>
              <a:avLst/>
              <a:gdLst>
                <a:gd name="T0" fmla="*/ 2 w 66"/>
                <a:gd name="T1" fmla="*/ 62 h 64"/>
                <a:gd name="T2" fmla="*/ 10 w 66"/>
                <a:gd name="T3" fmla="*/ 53 h 64"/>
                <a:gd name="T4" fmla="*/ 9 w 66"/>
                <a:gd name="T5" fmla="*/ 13 h 64"/>
                <a:gd name="T6" fmla="*/ 0 w 66"/>
                <a:gd name="T7" fmla="*/ 4 h 64"/>
                <a:gd name="T8" fmla="*/ 0 w 66"/>
                <a:gd name="T9" fmla="*/ 2 h 64"/>
                <a:gd name="T10" fmla="*/ 27 w 66"/>
                <a:gd name="T11" fmla="*/ 1 h 64"/>
                <a:gd name="T12" fmla="*/ 27 w 66"/>
                <a:gd name="T13" fmla="*/ 3 h 64"/>
                <a:gd name="T14" fmla="*/ 20 w 66"/>
                <a:gd name="T15" fmla="*/ 12 h 64"/>
                <a:gd name="T16" fmla="*/ 21 w 66"/>
                <a:gd name="T17" fmla="*/ 31 h 64"/>
                <a:gd name="T18" fmla="*/ 21 w 66"/>
                <a:gd name="T19" fmla="*/ 31 h 64"/>
                <a:gd name="T20" fmla="*/ 38 w 66"/>
                <a:gd name="T21" fmla="*/ 10 h 64"/>
                <a:gd name="T22" fmla="*/ 41 w 66"/>
                <a:gd name="T23" fmla="*/ 4 h 64"/>
                <a:gd name="T24" fmla="*/ 35 w 66"/>
                <a:gd name="T25" fmla="*/ 3 h 64"/>
                <a:gd name="T26" fmla="*/ 35 w 66"/>
                <a:gd name="T27" fmla="*/ 1 h 64"/>
                <a:gd name="T28" fmla="*/ 60 w 66"/>
                <a:gd name="T29" fmla="*/ 0 h 64"/>
                <a:gd name="T30" fmla="*/ 60 w 66"/>
                <a:gd name="T31" fmla="*/ 2 h 64"/>
                <a:gd name="T32" fmla="*/ 44 w 66"/>
                <a:gd name="T33" fmla="*/ 11 h 64"/>
                <a:gd name="T34" fmla="*/ 31 w 66"/>
                <a:gd name="T35" fmla="*/ 28 h 64"/>
                <a:gd name="T36" fmla="*/ 51 w 66"/>
                <a:gd name="T37" fmla="*/ 51 h 64"/>
                <a:gd name="T38" fmla="*/ 66 w 66"/>
                <a:gd name="T39" fmla="*/ 59 h 64"/>
                <a:gd name="T40" fmla="*/ 66 w 66"/>
                <a:gd name="T41" fmla="*/ 61 h 64"/>
                <a:gd name="T42" fmla="*/ 36 w 66"/>
                <a:gd name="T43" fmla="*/ 63 h 64"/>
                <a:gd name="T44" fmla="*/ 36 w 66"/>
                <a:gd name="T45" fmla="*/ 60 h 64"/>
                <a:gd name="T46" fmla="*/ 42 w 66"/>
                <a:gd name="T47" fmla="*/ 58 h 64"/>
                <a:gd name="T48" fmla="*/ 39 w 66"/>
                <a:gd name="T49" fmla="*/ 53 h 64"/>
                <a:gd name="T50" fmla="*/ 21 w 66"/>
                <a:gd name="T51" fmla="*/ 32 h 64"/>
                <a:gd name="T52" fmla="*/ 21 w 66"/>
                <a:gd name="T53" fmla="*/ 32 h 64"/>
                <a:gd name="T54" fmla="*/ 22 w 66"/>
                <a:gd name="T55" fmla="*/ 52 h 64"/>
                <a:gd name="T56" fmla="*/ 30 w 66"/>
                <a:gd name="T57" fmla="*/ 61 h 64"/>
                <a:gd name="T58" fmla="*/ 30 w 66"/>
                <a:gd name="T59" fmla="*/ 63 h 64"/>
                <a:gd name="T60" fmla="*/ 2 w 66"/>
                <a:gd name="T61" fmla="*/ 64 h 64"/>
                <a:gd name="T62" fmla="*/ 2 w 66"/>
                <a:gd name="T63" fmla="*/ 6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64">
                  <a:moveTo>
                    <a:pt x="2" y="62"/>
                  </a:moveTo>
                  <a:cubicBezTo>
                    <a:pt x="9" y="61"/>
                    <a:pt x="11" y="60"/>
                    <a:pt x="10" y="5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5"/>
                    <a:pt x="7" y="4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1" y="4"/>
                    <a:pt x="20" y="5"/>
                    <a:pt x="20" y="12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8"/>
                    <a:pt x="41" y="5"/>
                    <a:pt x="41" y="4"/>
                  </a:cubicBezTo>
                  <a:cubicBezTo>
                    <a:pt x="41" y="3"/>
                    <a:pt x="39" y="3"/>
                    <a:pt x="35" y="3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2" y="2"/>
                    <a:pt x="49" y="5"/>
                    <a:pt x="44" y="11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4" y="55"/>
                    <a:pt x="59" y="59"/>
                    <a:pt x="66" y="59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9" y="60"/>
                    <a:pt x="42" y="60"/>
                    <a:pt x="42" y="58"/>
                  </a:cubicBezTo>
                  <a:cubicBezTo>
                    <a:pt x="42" y="57"/>
                    <a:pt x="40" y="55"/>
                    <a:pt x="39" y="53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60"/>
                    <a:pt x="24" y="61"/>
                    <a:pt x="30" y="61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2" y="64"/>
                    <a:pt x="2" y="64"/>
                    <a:pt x="2" y="64"/>
                  </a:cubicBezTo>
                  <a:lnTo>
                    <a:pt x="2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0" name="Freeform 292">
              <a:extLst>
                <a:ext uri="{FF2B5EF4-FFF2-40B4-BE49-F238E27FC236}">
                  <a16:creationId xmlns:a16="http://schemas.microsoft.com/office/drawing/2014/main" id="{3F76BB76-B14F-474A-9A12-21BB187A7D1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53201" y="12360275"/>
              <a:ext cx="42863" cy="41275"/>
            </a:xfrm>
            <a:custGeom>
              <a:avLst/>
              <a:gdLst>
                <a:gd name="T0" fmla="*/ 3 w 67"/>
                <a:gd name="T1" fmla="*/ 63 h 65"/>
                <a:gd name="T2" fmla="*/ 3 w 67"/>
                <a:gd name="T3" fmla="*/ 63 h 65"/>
                <a:gd name="T4" fmla="*/ 3 w 67"/>
                <a:gd name="T5" fmla="*/ 63 h 65"/>
                <a:gd name="T6" fmla="*/ 3 w 67"/>
                <a:gd name="T7" fmla="*/ 62 h 65"/>
                <a:gd name="T8" fmla="*/ 11 w 67"/>
                <a:gd name="T9" fmla="*/ 54 h 65"/>
                <a:gd name="T10" fmla="*/ 2 w 67"/>
                <a:gd name="T11" fmla="*/ 6 h 65"/>
                <a:gd name="T12" fmla="*/ 0 w 67"/>
                <a:gd name="T13" fmla="*/ 6 h 65"/>
                <a:gd name="T14" fmla="*/ 28 w 67"/>
                <a:gd name="T15" fmla="*/ 2 h 65"/>
                <a:gd name="T16" fmla="*/ 28 w 67"/>
                <a:gd name="T17" fmla="*/ 5 h 65"/>
                <a:gd name="T18" fmla="*/ 21 w 67"/>
                <a:gd name="T19" fmla="*/ 13 h 65"/>
                <a:gd name="T20" fmla="*/ 39 w 67"/>
                <a:gd name="T21" fmla="*/ 10 h 65"/>
                <a:gd name="T22" fmla="*/ 41 w 67"/>
                <a:gd name="T23" fmla="*/ 5 h 65"/>
                <a:gd name="T24" fmla="*/ 36 w 67"/>
                <a:gd name="T25" fmla="*/ 4 h 65"/>
                <a:gd name="T26" fmla="*/ 35 w 67"/>
                <a:gd name="T27" fmla="*/ 1 h 65"/>
                <a:gd name="T28" fmla="*/ 61 w 67"/>
                <a:gd name="T29" fmla="*/ 3 h 65"/>
                <a:gd name="T30" fmla="*/ 45 w 67"/>
                <a:gd name="T31" fmla="*/ 12 h 65"/>
                <a:gd name="T32" fmla="*/ 52 w 67"/>
                <a:gd name="T33" fmla="*/ 52 h 65"/>
                <a:gd name="T34" fmla="*/ 67 w 67"/>
                <a:gd name="T35" fmla="*/ 60 h 65"/>
                <a:gd name="T36" fmla="*/ 67 w 67"/>
                <a:gd name="T37" fmla="*/ 63 h 65"/>
                <a:gd name="T38" fmla="*/ 37 w 67"/>
                <a:gd name="T39" fmla="*/ 61 h 65"/>
                <a:gd name="T40" fmla="*/ 42 w 67"/>
                <a:gd name="T41" fmla="*/ 59 h 65"/>
                <a:gd name="T42" fmla="*/ 39 w 67"/>
                <a:gd name="T43" fmla="*/ 54 h 65"/>
                <a:gd name="T44" fmla="*/ 23 w 67"/>
                <a:gd name="T45" fmla="*/ 53 h 65"/>
                <a:gd name="T46" fmla="*/ 31 w 67"/>
                <a:gd name="T47" fmla="*/ 61 h 65"/>
                <a:gd name="T48" fmla="*/ 31 w 67"/>
                <a:gd name="T49" fmla="*/ 64 h 65"/>
                <a:gd name="T50" fmla="*/ 3 w 67"/>
                <a:gd name="T51" fmla="*/ 65 h 65"/>
                <a:gd name="T52" fmla="*/ 30 w 67"/>
                <a:gd name="T53" fmla="*/ 62 h 65"/>
                <a:gd name="T54" fmla="*/ 22 w 67"/>
                <a:gd name="T55" fmla="*/ 53 h 65"/>
                <a:gd name="T56" fmla="*/ 22 w 67"/>
                <a:gd name="T57" fmla="*/ 33 h 65"/>
                <a:gd name="T58" fmla="*/ 40 w 67"/>
                <a:gd name="T59" fmla="*/ 54 h 65"/>
                <a:gd name="T60" fmla="*/ 43 w 67"/>
                <a:gd name="T61" fmla="*/ 59 h 65"/>
                <a:gd name="T62" fmla="*/ 38 w 67"/>
                <a:gd name="T63" fmla="*/ 63 h 65"/>
                <a:gd name="T64" fmla="*/ 66 w 67"/>
                <a:gd name="T65" fmla="*/ 60 h 65"/>
                <a:gd name="T66" fmla="*/ 51 w 67"/>
                <a:gd name="T67" fmla="*/ 53 h 65"/>
                <a:gd name="T68" fmla="*/ 45 w 67"/>
                <a:gd name="T69" fmla="*/ 12 h 65"/>
                <a:gd name="T70" fmla="*/ 61 w 67"/>
                <a:gd name="T71" fmla="*/ 1 h 65"/>
                <a:gd name="T72" fmla="*/ 36 w 67"/>
                <a:gd name="T73" fmla="*/ 4 h 65"/>
                <a:gd name="T74" fmla="*/ 42 w 67"/>
                <a:gd name="T75" fmla="*/ 5 h 65"/>
                <a:gd name="T76" fmla="*/ 22 w 67"/>
                <a:gd name="T77" fmla="*/ 32 h 65"/>
                <a:gd name="T78" fmla="*/ 22 w 67"/>
                <a:gd name="T79" fmla="*/ 32 h 65"/>
                <a:gd name="T80" fmla="*/ 21 w 67"/>
                <a:gd name="T81" fmla="*/ 11 h 65"/>
                <a:gd name="T82" fmla="*/ 28 w 67"/>
                <a:gd name="T83" fmla="*/ 2 h 65"/>
                <a:gd name="T84" fmla="*/ 1 w 67"/>
                <a:gd name="T85" fmla="*/ 5 h 65"/>
                <a:gd name="T86" fmla="*/ 10 w 67"/>
                <a:gd name="T87" fmla="*/ 14 h 65"/>
                <a:gd name="T88" fmla="*/ 12 w 67"/>
                <a:gd name="T89" fmla="*/ 55 h 65"/>
                <a:gd name="T90" fmla="*/ 3 w 67"/>
                <a:gd name="T91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65">
                  <a:moveTo>
                    <a:pt x="3" y="65"/>
                  </a:move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10" y="62"/>
                    <a:pt x="11" y="61"/>
                    <a:pt x="11" y="55"/>
                  </a:cubicBezTo>
                  <a:cubicBezTo>
                    <a:pt x="11" y="55"/>
                    <a:pt x="11" y="54"/>
                    <a:pt x="11" y="5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7"/>
                    <a:pt x="8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3" y="5"/>
                    <a:pt x="22" y="6"/>
                    <a:pt x="21" y="11"/>
                  </a:cubicBezTo>
                  <a:cubicBezTo>
                    <a:pt x="21" y="12"/>
                    <a:pt x="21" y="13"/>
                    <a:pt x="21" y="13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9"/>
                    <a:pt x="42" y="6"/>
                    <a:pt x="42" y="5"/>
                  </a:cubicBezTo>
                  <a:cubicBezTo>
                    <a:pt x="42" y="5"/>
                    <a:pt x="42" y="5"/>
                    <a:pt x="41" y="5"/>
                  </a:cubicBezTo>
                  <a:cubicBezTo>
                    <a:pt x="40" y="4"/>
                    <a:pt x="39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3" y="4"/>
                    <a:pt x="50" y="6"/>
                    <a:pt x="45" y="12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5" y="56"/>
                    <a:pt x="59" y="60"/>
                    <a:pt x="66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40" y="61"/>
                    <a:pt x="43" y="60"/>
                    <a:pt x="42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58"/>
                    <a:pt x="41" y="56"/>
                    <a:pt x="39" y="5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60"/>
                    <a:pt x="24" y="61"/>
                    <a:pt x="29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" y="65"/>
                    <a:pt x="3" y="65"/>
                    <a:pt x="3" y="65"/>
                  </a:cubicBezTo>
                  <a:close/>
                  <a:moveTo>
                    <a:pt x="3" y="65"/>
                  </a:moveTo>
                  <a:cubicBezTo>
                    <a:pt x="30" y="64"/>
                    <a:pt x="30" y="64"/>
                    <a:pt x="30" y="64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29" y="62"/>
                  </a:cubicBezTo>
                  <a:cubicBezTo>
                    <a:pt x="24" y="62"/>
                    <a:pt x="23" y="60"/>
                    <a:pt x="22" y="5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2" y="56"/>
                    <a:pt x="43" y="57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61"/>
                    <a:pt x="40" y="61"/>
                    <a:pt x="37" y="62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59" y="60"/>
                    <a:pt x="54" y="56"/>
                    <a:pt x="51" y="53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50" y="6"/>
                    <a:pt x="53" y="3"/>
                    <a:pt x="61" y="3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40" y="4"/>
                    <a:pt x="42" y="4"/>
                    <a:pt x="42" y="5"/>
                  </a:cubicBezTo>
                  <a:cubicBezTo>
                    <a:pt x="42" y="7"/>
                    <a:pt x="41" y="9"/>
                    <a:pt x="39" y="11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6"/>
                    <a:pt x="23" y="4"/>
                    <a:pt x="28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8" y="5"/>
                    <a:pt x="10" y="7"/>
                    <a:pt x="10" y="1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5"/>
                    <a:pt x="12" y="55"/>
                  </a:cubicBezTo>
                  <a:cubicBezTo>
                    <a:pt x="12" y="61"/>
                    <a:pt x="10" y="63"/>
                    <a:pt x="3" y="63"/>
                  </a:cubicBezTo>
                  <a:lnTo>
                    <a:pt x="3" y="6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1" name="Freeform 293">
              <a:extLst>
                <a:ext uri="{FF2B5EF4-FFF2-40B4-BE49-F238E27FC236}">
                  <a16:creationId xmlns:a16="http://schemas.microsoft.com/office/drawing/2014/main" id="{3E1478AB-8449-417F-B3AF-A4A9C26E70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94476" y="12365038"/>
              <a:ext cx="47625" cy="44450"/>
            </a:xfrm>
            <a:custGeom>
              <a:avLst/>
              <a:gdLst>
                <a:gd name="T0" fmla="*/ 0 w 74"/>
                <a:gd name="T1" fmla="*/ 51 h 69"/>
                <a:gd name="T2" fmla="*/ 15 w 74"/>
                <a:gd name="T3" fmla="*/ 45 h 69"/>
                <a:gd name="T4" fmla="*/ 46 w 74"/>
                <a:gd name="T5" fmla="*/ 0 h 69"/>
                <a:gd name="T6" fmla="*/ 54 w 74"/>
                <a:gd name="T7" fmla="*/ 2 h 69"/>
                <a:gd name="T8" fmla="*/ 64 w 74"/>
                <a:gd name="T9" fmla="*/ 56 h 69"/>
                <a:gd name="T10" fmla="*/ 74 w 74"/>
                <a:gd name="T11" fmla="*/ 67 h 69"/>
                <a:gd name="T12" fmla="*/ 74 w 74"/>
                <a:gd name="T13" fmla="*/ 69 h 69"/>
                <a:gd name="T14" fmla="*/ 45 w 74"/>
                <a:gd name="T15" fmla="*/ 63 h 69"/>
                <a:gd name="T16" fmla="*/ 46 w 74"/>
                <a:gd name="T17" fmla="*/ 61 h 69"/>
                <a:gd name="T18" fmla="*/ 54 w 74"/>
                <a:gd name="T19" fmla="*/ 60 h 69"/>
                <a:gd name="T20" fmla="*/ 54 w 74"/>
                <a:gd name="T21" fmla="*/ 56 h 69"/>
                <a:gd name="T22" fmla="*/ 52 w 74"/>
                <a:gd name="T23" fmla="*/ 45 h 69"/>
                <a:gd name="T24" fmla="*/ 26 w 74"/>
                <a:gd name="T25" fmla="*/ 40 h 69"/>
                <a:gd name="T26" fmla="*/ 20 w 74"/>
                <a:gd name="T27" fmla="*/ 48 h 69"/>
                <a:gd name="T28" fmla="*/ 18 w 74"/>
                <a:gd name="T29" fmla="*/ 51 h 69"/>
                <a:gd name="T30" fmla="*/ 25 w 74"/>
                <a:gd name="T31" fmla="*/ 57 h 69"/>
                <a:gd name="T32" fmla="*/ 24 w 74"/>
                <a:gd name="T33" fmla="*/ 59 h 69"/>
                <a:gd name="T34" fmla="*/ 0 w 74"/>
                <a:gd name="T35" fmla="*/ 54 h 69"/>
                <a:gd name="T36" fmla="*/ 0 w 74"/>
                <a:gd name="T37" fmla="*/ 51 h 69"/>
                <a:gd name="T38" fmla="*/ 28 w 74"/>
                <a:gd name="T39" fmla="*/ 36 h 69"/>
                <a:gd name="T40" fmla="*/ 51 w 74"/>
                <a:gd name="T41" fmla="*/ 41 h 69"/>
                <a:gd name="T42" fmla="*/ 46 w 74"/>
                <a:gd name="T43" fmla="*/ 11 h 69"/>
                <a:gd name="T44" fmla="*/ 28 w 74"/>
                <a:gd name="T45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69">
                  <a:moveTo>
                    <a:pt x="0" y="51"/>
                  </a:moveTo>
                  <a:cubicBezTo>
                    <a:pt x="7" y="53"/>
                    <a:pt x="10" y="51"/>
                    <a:pt x="15" y="45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5" y="64"/>
                    <a:pt x="67" y="66"/>
                    <a:pt x="74" y="67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9" y="62"/>
                    <a:pt x="53" y="62"/>
                    <a:pt x="54" y="60"/>
                  </a:cubicBezTo>
                  <a:cubicBezTo>
                    <a:pt x="54" y="58"/>
                    <a:pt x="54" y="57"/>
                    <a:pt x="54" y="56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9"/>
                    <a:pt x="18" y="50"/>
                    <a:pt x="18" y="51"/>
                  </a:cubicBezTo>
                  <a:cubicBezTo>
                    <a:pt x="17" y="54"/>
                    <a:pt x="19" y="56"/>
                    <a:pt x="25" y="57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0" y="54"/>
                    <a:pt x="0" y="54"/>
                    <a:pt x="0" y="54"/>
                  </a:cubicBezTo>
                  <a:lnTo>
                    <a:pt x="0" y="51"/>
                  </a:lnTo>
                  <a:close/>
                  <a:moveTo>
                    <a:pt x="28" y="36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46" y="11"/>
                    <a:pt x="46" y="11"/>
                    <a:pt x="46" y="11"/>
                  </a:cubicBezTo>
                  <a:lnTo>
                    <a:pt x="2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2" name="Freeform 294">
              <a:extLst>
                <a:ext uri="{FF2B5EF4-FFF2-40B4-BE49-F238E27FC236}">
                  <a16:creationId xmlns:a16="http://schemas.microsoft.com/office/drawing/2014/main" id="{CA608786-E4F9-40E6-AE5D-BCE6E255B2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94476" y="12365038"/>
              <a:ext cx="49213" cy="44450"/>
            </a:xfrm>
            <a:custGeom>
              <a:avLst/>
              <a:gdLst>
                <a:gd name="T0" fmla="*/ 46 w 76"/>
                <a:gd name="T1" fmla="*/ 64 h 70"/>
                <a:gd name="T2" fmla="*/ 46 w 76"/>
                <a:gd name="T3" fmla="*/ 61 h 70"/>
                <a:gd name="T4" fmla="*/ 47 w 76"/>
                <a:gd name="T5" fmla="*/ 61 h 70"/>
                <a:gd name="T6" fmla="*/ 51 w 76"/>
                <a:gd name="T7" fmla="*/ 61 h 70"/>
                <a:gd name="T8" fmla="*/ 54 w 76"/>
                <a:gd name="T9" fmla="*/ 59 h 70"/>
                <a:gd name="T10" fmla="*/ 55 w 76"/>
                <a:gd name="T11" fmla="*/ 58 h 70"/>
                <a:gd name="T12" fmla="*/ 54 w 76"/>
                <a:gd name="T13" fmla="*/ 56 h 70"/>
                <a:gd name="T14" fmla="*/ 52 w 76"/>
                <a:gd name="T15" fmla="*/ 46 h 70"/>
                <a:gd name="T16" fmla="*/ 27 w 76"/>
                <a:gd name="T17" fmla="*/ 40 h 70"/>
                <a:gd name="T18" fmla="*/ 21 w 76"/>
                <a:gd name="T19" fmla="*/ 48 h 70"/>
                <a:gd name="T20" fmla="*/ 19 w 76"/>
                <a:gd name="T21" fmla="*/ 51 h 70"/>
                <a:gd name="T22" fmla="*/ 19 w 76"/>
                <a:gd name="T23" fmla="*/ 52 h 70"/>
                <a:gd name="T24" fmla="*/ 26 w 76"/>
                <a:gd name="T25" fmla="*/ 56 h 70"/>
                <a:gd name="T26" fmla="*/ 26 w 76"/>
                <a:gd name="T27" fmla="*/ 56 h 70"/>
                <a:gd name="T28" fmla="*/ 26 w 76"/>
                <a:gd name="T29" fmla="*/ 59 h 70"/>
                <a:gd name="T30" fmla="*/ 0 w 76"/>
                <a:gd name="T31" fmla="*/ 54 h 70"/>
                <a:gd name="T32" fmla="*/ 1 w 76"/>
                <a:gd name="T33" fmla="*/ 51 h 70"/>
                <a:gd name="T34" fmla="*/ 1 w 76"/>
                <a:gd name="T35" fmla="*/ 51 h 70"/>
                <a:gd name="T36" fmla="*/ 1 w 76"/>
                <a:gd name="T37" fmla="*/ 51 h 70"/>
                <a:gd name="T38" fmla="*/ 5 w 76"/>
                <a:gd name="T39" fmla="*/ 52 h 70"/>
                <a:gd name="T40" fmla="*/ 16 w 76"/>
                <a:gd name="T41" fmla="*/ 44 h 70"/>
                <a:gd name="T42" fmla="*/ 46 w 76"/>
                <a:gd name="T43" fmla="*/ 0 h 70"/>
                <a:gd name="T44" fmla="*/ 55 w 76"/>
                <a:gd name="T45" fmla="*/ 2 h 70"/>
                <a:gd name="T46" fmla="*/ 65 w 76"/>
                <a:gd name="T47" fmla="*/ 56 h 70"/>
                <a:gd name="T48" fmla="*/ 75 w 76"/>
                <a:gd name="T49" fmla="*/ 67 h 70"/>
                <a:gd name="T50" fmla="*/ 76 w 76"/>
                <a:gd name="T51" fmla="*/ 67 h 70"/>
                <a:gd name="T52" fmla="*/ 75 w 76"/>
                <a:gd name="T53" fmla="*/ 70 h 70"/>
                <a:gd name="T54" fmla="*/ 46 w 76"/>
                <a:gd name="T55" fmla="*/ 64 h 70"/>
                <a:gd name="T56" fmla="*/ 46 w 76"/>
                <a:gd name="T57" fmla="*/ 63 h 70"/>
                <a:gd name="T58" fmla="*/ 75 w 76"/>
                <a:gd name="T59" fmla="*/ 69 h 70"/>
                <a:gd name="T60" fmla="*/ 75 w 76"/>
                <a:gd name="T61" fmla="*/ 67 h 70"/>
                <a:gd name="T62" fmla="*/ 65 w 76"/>
                <a:gd name="T63" fmla="*/ 56 h 70"/>
                <a:gd name="T64" fmla="*/ 55 w 76"/>
                <a:gd name="T65" fmla="*/ 2 h 70"/>
                <a:gd name="T66" fmla="*/ 47 w 76"/>
                <a:gd name="T67" fmla="*/ 0 h 70"/>
                <a:gd name="T68" fmla="*/ 16 w 76"/>
                <a:gd name="T69" fmla="*/ 45 h 70"/>
                <a:gd name="T70" fmla="*/ 5 w 76"/>
                <a:gd name="T71" fmla="*/ 52 h 70"/>
                <a:gd name="T72" fmla="*/ 1 w 76"/>
                <a:gd name="T73" fmla="*/ 52 h 70"/>
                <a:gd name="T74" fmla="*/ 1 w 76"/>
                <a:gd name="T75" fmla="*/ 53 h 70"/>
                <a:gd name="T76" fmla="*/ 25 w 76"/>
                <a:gd name="T77" fmla="*/ 59 h 70"/>
                <a:gd name="T78" fmla="*/ 25 w 76"/>
                <a:gd name="T79" fmla="*/ 57 h 70"/>
                <a:gd name="T80" fmla="*/ 19 w 76"/>
                <a:gd name="T81" fmla="*/ 52 h 70"/>
                <a:gd name="T82" fmla="*/ 19 w 76"/>
                <a:gd name="T83" fmla="*/ 51 h 70"/>
                <a:gd name="T84" fmla="*/ 20 w 76"/>
                <a:gd name="T85" fmla="*/ 48 h 70"/>
                <a:gd name="T86" fmla="*/ 26 w 76"/>
                <a:gd name="T87" fmla="*/ 39 h 70"/>
                <a:gd name="T88" fmla="*/ 53 w 76"/>
                <a:gd name="T89" fmla="*/ 45 h 70"/>
                <a:gd name="T90" fmla="*/ 55 w 76"/>
                <a:gd name="T91" fmla="*/ 56 h 70"/>
                <a:gd name="T92" fmla="*/ 55 w 76"/>
                <a:gd name="T93" fmla="*/ 58 h 70"/>
                <a:gd name="T94" fmla="*/ 55 w 76"/>
                <a:gd name="T95" fmla="*/ 60 h 70"/>
                <a:gd name="T96" fmla="*/ 51 w 76"/>
                <a:gd name="T97" fmla="*/ 62 h 70"/>
                <a:gd name="T98" fmla="*/ 47 w 76"/>
                <a:gd name="T99" fmla="*/ 61 h 70"/>
                <a:gd name="T100" fmla="*/ 46 w 76"/>
                <a:gd name="T101" fmla="*/ 63 h 70"/>
                <a:gd name="T102" fmla="*/ 29 w 76"/>
                <a:gd name="T103" fmla="*/ 36 h 70"/>
                <a:gd name="T104" fmla="*/ 29 w 76"/>
                <a:gd name="T105" fmla="*/ 36 h 70"/>
                <a:gd name="T106" fmla="*/ 47 w 76"/>
                <a:gd name="T107" fmla="*/ 10 h 70"/>
                <a:gd name="T108" fmla="*/ 52 w 76"/>
                <a:gd name="T109" fmla="*/ 41 h 70"/>
                <a:gd name="T110" fmla="*/ 29 w 76"/>
                <a:gd name="T111" fmla="*/ 36 h 70"/>
                <a:gd name="T112" fmla="*/ 52 w 76"/>
                <a:gd name="T113" fmla="*/ 40 h 70"/>
                <a:gd name="T114" fmla="*/ 46 w 76"/>
                <a:gd name="T115" fmla="*/ 12 h 70"/>
                <a:gd name="T116" fmla="*/ 30 w 76"/>
                <a:gd name="T117" fmla="*/ 36 h 70"/>
                <a:gd name="T118" fmla="*/ 52 w 76"/>
                <a:gd name="T119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6" h="70">
                  <a:moveTo>
                    <a:pt x="46" y="64"/>
                  </a:moveTo>
                  <a:cubicBezTo>
                    <a:pt x="46" y="61"/>
                    <a:pt x="46" y="61"/>
                    <a:pt x="46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8" y="61"/>
                    <a:pt x="50" y="61"/>
                    <a:pt x="51" y="61"/>
                  </a:cubicBezTo>
                  <a:cubicBezTo>
                    <a:pt x="53" y="61"/>
                    <a:pt x="54" y="61"/>
                    <a:pt x="54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5" y="57"/>
                    <a:pt x="55" y="57"/>
                    <a:pt x="54" y="5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9"/>
                    <a:pt x="20" y="50"/>
                    <a:pt x="19" y="51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9" y="54"/>
                    <a:pt x="21" y="55"/>
                    <a:pt x="26" y="56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3" y="51"/>
                    <a:pt x="4" y="52"/>
                    <a:pt x="5" y="52"/>
                  </a:cubicBezTo>
                  <a:cubicBezTo>
                    <a:pt x="9" y="52"/>
                    <a:pt x="12" y="50"/>
                    <a:pt x="16" y="44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65" y="56"/>
                    <a:pt x="65" y="56"/>
                    <a:pt x="65" y="56"/>
                  </a:cubicBezTo>
                  <a:cubicBezTo>
                    <a:pt x="67" y="63"/>
                    <a:pt x="68" y="65"/>
                    <a:pt x="75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70"/>
                    <a:pt x="75" y="70"/>
                    <a:pt x="75" y="70"/>
                  </a:cubicBezTo>
                  <a:lnTo>
                    <a:pt x="46" y="64"/>
                  </a:lnTo>
                  <a:close/>
                  <a:moveTo>
                    <a:pt x="46" y="63"/>
                  </a:moveTo>
                  <a:cubicBezTo>
                    <a:pt x="75" y="69"/>
                    <a:pt x="75" y="69"/>
                    <a:pt x="75" y="69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8" y="66"/>
                    <a:pt x="66" y="64"/>
                    <a:pt x="65" y="56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2" y="50"/>
                    <a:pt x="10" y="52"/>
                    <a:pt x="5" y="52"/>
                  </a:cubicBezTo>
                  <a:cubicBezTo>
                    <a:pt x="4" y="52"/>
                    <a:pt x="3" y="52"/>
                    <a:pt x="1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1" y="56"/>
                    <a:pt x="19" y="55"/>
                    <a:pt x="19" y="52"/>
                  </a:cubicBezTo>
                  <a:cubicBezTo>
                    <a:pt x="19" y="52"/>
                    <a:pt x="19" y="52"/>
                    <a:pt x="19" y="51"/>
                  </a:cubicBezTo>
                  <a:cubicBezTo>
                    <a:pt x="19" y="50"/>
                    <a:pt x="20" y="49"/>
                    <a:pt x="20" y="48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7"/>
                    <a:pt x="55" y="57"/>
                    <a:pt x="55" y="58"/>
                  </a:cubicBezTo>
                  <a:cubicBezTo>
                    <a:pt x="55" y="59"/>
                    <a:pt x="55" y="59"/>
                    <a:pt x="55" y="60"/>
                  </a:cubicBezTo>
                  <a:cubicBezTo>
                    <a:pt x="55" y="61"/>
                    <a:pt x="53" y="62"/>
                    <a:pt x="51" y="62"/>
                  </a:cubicBezTo>
                  <a:cubicBezTo>
                    <a:pt x="50" y="62"/>
                    <a:pt x="48" y="62"/>
                    <a:pt x="47" y="61"/>
                  </a:cubicBezTo>
                  <a:lnTo>
                    <a:pt x="46" y="63"/>
                  </a:lnTo>
                  <a:close/>
                  <a:moveTo>
                    <a:pt x="29" y="36"/>
                  </a:moveTo>
                  <a:cubicBezTo>
                    <a:pt x="29" y="36"/>
                    <a:pt x="29" y="36"/>
                    <a:pt x="29" y="36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52" y="41"/>
                    <a:pt x="52" y="41"/>
                    <a:pt x="52" y="41"/>
                  </a:cubicBezTo>
                  <a:lnTo>
                    <a:pt x="29" y="36"/>
                  </a:lnTo>
                  <a:close/>
                  <a:moveTo>
                    <a:pt x="52" y="40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30" y="36"/>
                    <a:pt x="30" y="36"/>
                    <a:pt x="30" y="36"/>
                  </a:cubicBezTo>
                  <a:lnTo>
                    <a:pt x="5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3" name="Freeform 295">
              <a:extLst>
                <a:ext uri="{FF2B5EF4-FFF2-40B4-BE49-F238E27FC236}">
                  <a16:creationId xmlns:a16="http://schemas.microsoft.com/office/drawing/2014/main" id="{5586871D-BFCA-4DE1-8BDB-FFFD55D89FA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2101" y="12374563"/>
              <a:ext cx="47625" cy="42862"/>
            </a:xfrm>
            <a:custGeom>
              <a:avLst/>
              <a:gdLst>
                <a:gd name="T0" fmla="*/ 1 w 73"/>
                <a:gd name="T1" fmla="*/ 54 h 68"/>
                <a:gd name="T2" fmla="*/ 13 w 73"/>
                <a:gd name="T3" fmla="*/ 50 h 68"/>
                <a:gd name="T4" fmla="*/ 30 w 73"/>
                <a:gd name="T5" fmla="*/ 13 h 68"/>
                <a:gd name="T6" fmla="*/ 25 w 73"/>
                <a:gd name="T7" fmla="*/ 2 h 68"/>
                <a:gd name="T8" fmla="*/ 26 w 73"/>
                <a:gd name="T9" fmla="*/ 0 h 68"/>
                <a:gd name="T10" fmla="*/ 53 w 73"/>
                <a:gd name="T11" fmla="*/ 12 h 68"/>
                <a:gd name="T12" fmla="*/ 67 w 73"/>
                <a:gd name="T13" fmla="*/ 38 h 68"/>
                <a:gd name="T14" fmla="*/ 33 w 73"/>
                <a:gd name="T15" fmla="*/ 41 h 68"/>
                <a:gd name="T16" fmla="*/ 30 w 73"/>
                <a:gd name="T17" fmla="*/ 40 h 68"/>
                <a:gd name="T18" fmla="*/ 23 w 73"/>
                <a:gd name="T19" fmla="*/ 55 h 68"/>
                <a:gd name="T20" fmla="*/ 27 w 73"/>
                <a:gd name="T21" fmla="*/ 66 h 68"/>
                <a:gd name="T22" fmla="*/ 26 w 73"/>
                <a:gd name="T23" fmla="*/ 68 h 68"/>
                <a:gd name="T24" fmla="*/ 0 w 73"/>
                <a:gd name="T25" fmla="*/ 56 h 68"/>
                <a:gd name="T26" fmla="*/ 1 w 73"/>
                <a:gd name="T27" fmla="*/ 54 h 68"/>
                <a:gd name="T28" fmla="*/ 32 w 73"/>
                <a:gd name="T29" fmla="*/ 36 h 68"/>
                <a:gd name="T30" fmla="*/ 35 w 73"/>
                <a:gd name="T31" fmla="*/ 37 h 68"/>
                <a:gd name="T32" fmla="*/ 56 w 73"/>
                <a:gd name="T33" fmla="*/ 33 h 68"/>
                <a:gd name="T34" fmla="*/ 48 w 73"/>
                <a:gd name="T35" fmla="*/ 15 h 68"/>
                <a:gd name="T36" fmla="*/ 40 w 73"/>
                <a:gd name="T37" fmla="*/ 18 h 68"/>
                <a:gd name="T38" fmla="*/ 32 w 73"/>
                <a:gd name="T39" fmla="*/ 3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3" h="68">
                  <a:moveTo>
                    <a:pt x="1" y="54"/>
                  </a:moveTo>
                  <a:cubicBezTo>
                    <a:pt x="7" y="57"/>
                    <a:pt x="9" y="56"/>
                    <a:pt x="13" y="50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3" y="7"/>
                    <a:pt x="32" y="5"/>
                    <a:pt x="25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65" y="18"/>
                    <a:pt x="73" y="26"/>
                    <a:pt x="67" y="38"/>
                  </a:cubicBezTo>
                  <a:cubicBezTo>
                    <a:pt x="60" y="53"/>
                    <a:pt x="45" y="47"/>
                    <a:pt x="33" y="41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0" y="61"/>
                    <a:pt x="21" y="63"/>
                    <a:pt x="27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0" y="56"/>
                    <a:pt x="0" y="56"/>
                    <a:pt x="0" y="56"/>
                  </a:cubicBezTo>
                  <a:lnTo>
                    <a:pt x="1" y="54"/>
                  </a:lnTo>
                  <a:close/>
                  <a:moveTo>
                    <a:pt x="32" y="36"/>
                  </a:moveTo>
                  <a:cubicBezTo>
                    <a:pt x="35" y="37"/>
                    <a:pt x="35" y="37"/>
                    <a:pt x="35" y="37"/>
                  </a:cubicBezTo>
                  <a:cubicBezTo>
                    <a:pt x="43" y="41"/>
                    <a:pt x="51" y="44"/>
                    <a:pt x="56" y="33"/>
                  </a:cubicBezTo>
                  <a:cubicBezTo>
                    <a:pt x="61" y="23"/>
                    <a:pt x="57" y="19"/>
                    <a:pt x="48" y="15"/>
                  </a:cubicBezTo>
                  <a:cubicBezTo>
                    <a:pt x="43" y="13"/>
                    <a:pt x="42" y="13"/>
                    <a:pt x="40" y="18"/>
                  </a:cubicBezTo>
                  <a:lnTo>
                    <a:pt x="32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4" name="Freeform 296">
              <a:extLst>
                <a:ext uri="{FF2B5EF4-FFF2-40B4-BE49-F238E27FC236}">
                  <a16:creationId xmlns:a16="http://schemas.microsoft.com/office/drawing/2014/main" id="{6A48AA89-7E1E-48C1-8CA8-C0B3168E93C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2101" y="12374563"/>
              <a:ext cx="44450" cy="44450"/>
            </a:xfrm>
            <a:custGeom>
              <a:avLst/>
              <a:gdLst>
                <a:gd name="T0" fmla="*/ 0 w 70"/>
                <a:gd name="T1" fmla="*/ 57 h 70"/>
                <a:gd name="T2" fmla="*/ 2 w 70"/>
                <a:gd name="T3" fmla="*/ 55 h 70"/>
                <a:gd name="T4" fmla="*/ 2 w 70"/>
                <a:gd name="T5" fmla="*/ 54 h 70"/>
                <a:gd name="T6" fmla="*/ 2 w 70"/>
                <a:gd name="T7" fmla="*/ 54 h 70"/>
                <a:gd name="T8" fmla="*/ 8 w 70"/>
                <a:gd name="T9" fmla="*/ 56 h 70"/>
                <a:gd name="T10" fmla="*/ 13 w 70"/>
                <a:gd name="T11" fmla="*/ 51 h 70"/>
                <a:gd name="T12" fmla="*/ 30 w 70"/>
                <a:gd name="T13" fmla="*/ 14 h 70"/>
                <a:gd name="T14" fmla="*/ 32 w 70"/>
                <a:gd name="T15" fmla="*/ 9 h 70"/>
                <a:gd name="T16" fmla="*/ 26 w 70"/>
                <a:gd name="T17" fmla="*/ 3 h 70"/>
                <a:gd name="T18" fmla="*/ 26 w 70"/>
                <a:gd name="T19" fmla="*/ 3 h 70"/>
                <a:gd name="T20" fmla="*/ 27 w 70"/>
                <a:gd name="T21" fmla="*/ 0 h 70"/>
                <a:gd name="T22" fmla="*/ 54 w 70"/>
                <a:gd name="T23" fmla="*/ 13 h 70"/>
                <a:gd name="T24" fmla="*/ 70 w 70"/>
                <a:gd name="T25" fmla="*/ 31 h 70"/>
                <a:gd name="T26" fmla="*/ 68 w 70"/>
                <a:gd name="T27" fmla="*/ 39 h 70"/>
                <a:gd name="T28" fmla="*/ 54 w 70"/>
                <a:gd name="T29" fmla="*/ 48 h 70"/>
                <a:gd name="T30" fmla="*/ 34 w 70"/>
                <a:gd name="T31" fmla="*/ 43 h 70"/>
                <a:gd name="T32" fmla="*/ 31 w 70"/>
                <a:gd name="T33" fmla="*/ 41 h 70"/>
                <a:gd name="T34" fmla="*/ 24 w 70"/>
                <a:gd name="T35" fmla="*/ 56 h 70"/>
                <a:gd name="T36" fmla="*/ 22 w 70"/>
                <a:gd name="T37" fmla="*/ 61 h 70"/>
                <a:gd name="T38" fmla="*/ 28 w 70"/>
                <a:gd name="T39" fmla="*/ 67 h 70"/>
                <a:gd name="T40" fmla="*/ 29 w 70"/>
                <a:gd name="T41" fmla="*/ 67 h 70"/>
                <a:gd name="T42" fmla="*/ 27 w 70"/>
                <a:gd name="T43" fmla="*/ 70 h 70"/>
                <a:gd name="T44" fmla="*/ 0 w 70"/>
                <a:gd name="T45" fmla="*/ 57 h 70"/>
                <a:gd name="T46" fmla="*/ 1 w 70"/>
                <a:gd name="T47" fmla="*/ 57 h 70"/>
                <a:gd name="T48" fmla="*/ 27 w 70"/>
                <a:gd name="T49" fmla="*/ 69 h 70"/>
                <a:gd name="T50" fmla="*/ 28 w 70"/>
                <a:gd name="T51" fmla="*/ 67 h 70"/>
                <a:gd name="T52" fmla="*/ 22 w 70"/>
                <a:gd name="T53" fmla="*/ 61 h 70"/>
                <a:gd name="T54" fmla="*/ 24 w 70"/>
                <a:gd name="T55" fmla="*/ 55 h 70"/>
                <a:gd name="T56" fmla="*/ 31 w 70"/>
                <a:gd name="T57" fmla="*/ 40 h 70"/>
                <a:gd name="T58" fmla="*/ 34 w 70"/>
                <a:gd name="T59" fmla="*/ 42 h 70"/>
                <a:gd name="T60" fmla="*/ 54 w 70"/>
                <a:gd name="T61" fmla="*/ 48 h 70"/>
                <a:gd name="T62" fmla="*/ 68 w 70"/>
                <a:gd name="T63" fmla="*/ 39 h 70"/>
                <a:gd name="T64" fmla="*/ 70 w 70"/>
                <a:gd name="T65" fmla="*/ 31 h 70"/>
                <a:gd name="T66" fmla="*/ 54 w 70"/>
                <a:gd name="T67" fmla="*/ 13 h 70"/>
                <a:gd name="T68" fmla="*/ 27 w 70"/>
                <a:gd name="T69" fmla="*/ 1 h 70"/>
                <a:gd name="T70" fmla="*/ 27 w 70"/>
                <a:gd name="T71" fmla="*/ 3 h 70"/>
                <a:gd name="T72" fmla="*/ 33 w 70"/>
                <a:gd name="T73" fmla="*/ 9 h 70"/>
                <a:gd name="T74" fmla="*/ 31 w 70"/>
                <a:gd name="T75" fmla="*/ 15 h 70"/>
                <a:gd name="T76" fmla="*/ 14 w 70"/>
                <a:gd name="T77" fmla="*/ 51 h 70"/>
                <a:gd name="T78" fmla="*/ 8 w 70"/>
                <a:gd name="T79" fmla="*/ 57 h 70"/>
                <a:gd name="T80" fmla="*/ 2 w 70"/>
                <a:gd name="T81" fmla="*/ 55 h 70"/>
                <a:gd name="T82" fmla="*/ 1 w 70"/>
                <a:gd name="T83" fmla="*/ 57 h 70"/>
                <a:gd name="T84" fmla="*/ 47 w 70"/>
                <a:gd name="T85" fmla="*/ 42 h 70"/>
                <a:gd name="T86" fmla="*/ 36 w 70"/>
                <a:gd name="T87" fmla="*/ 39 h 70"/>
                <a:gd name="T88" fmla="*/ 33 w 70"/>
                <a:gd name="T89" fmla="*/ 37 h 70"/>
                <a:gd name="T90" fmla="*/ 32 w 70"/>
                <a:gd name="T91" fmla="*/ 37 h 70"/>
                <a:gd name="T92" fmla="*/ 41 w 70"/>
                <a:gd name="T93" fmla="*/ 19 h 70"/>
                <a:gd name="T94" fmla="*/ 45 w 70"/>
                <a:gd name="T95" fmla="*/ 14 h 70"/>
                <a:gd name="T96" fmla="*/ 50 w 70"/>
                <a:gd name="T97" fmla="*/ 16 h 70"/>
                <a:gd name="T98" fmla="*/ 60 w 70"/>
                <a:gd name="T99" fmla="*/ 27 h 70"/>
                <a:gd name="T100" fmla="*/ 58 w 70"/>
                <a:gd name="T101" fmla="*/ 34 h 70"/>
                <a:gd name="T102" fmla="*/ 47 w 70"/>
                <a:gd name="T103" fmla="*/ 42 h 70"/>
                <a:gd name="T104" fmla="*/ 36 w 70"/>
                <a:gd name="T105" fmla="*/ 38 h 70"/>
                <a:gd name="T106" fmla="*/ 47 w 70"/>
                <a:gd name="T107" fmla="*/ 41 h 70"/>
                <a:gd name="T108" fmla="*/ 57 w 70"/>
                <a:gd name="T109" fmla="*/ 34 h 70"/>
                <a:gd name="T110" fmla="*/ 59 w 70"/>
                <a:gd name="T111" fmla="*/ 27 h 70"/>
                <a:gd name="T112" fmla="*/ 49 w 70"/>
                <a:gd name="T113" fmla="*/ 16 h 70"/>
                <a:gd name="T114" fmla="*/ 45 w 70"/>
                <a:gd name="T115" fmla="*/ 15 h 70"/>
                <a:gd name="T116" fmla="*/ 41 w 70"/>
                <a:gd name="T117" fmla="*/ 19 h 70"/>
                <a:gd name="T118" fmla="*/ 33 w 70"/>
                <a:gd name="T119" fmla="*/ 37 h 70"/>
                <a:gd name="T120" fmla="*/ 36 w 70"/>
                <a:gd name="T121" fmla="*/ 3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" h="70">
                  <a:moveTo>
                    <a:pt x="0" y="57"/>
                  </a:moveTo>
                  <a:cubicBezTo>
                    <a:pt x="2" y="55"/>
                    <a:pt x="2" y="55"/>
                    <a:pt x="2" y="55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4" y="56"/>
                    <a:pt x="6" y="56"/>
                    <a:pt x="8" y="56"/>
                  </a:cubicBezTo>
                  <a:cubicBezTo>
                    <a:pt x="10" y="56"/>
                    <a:pt x="11" y="55"/>
                    <a:pt x="13" y="5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2"/>
                    <a:pt x="32" y="10"/>
                    <a:pt x="32" y="9"/>
                  </a:cubicBezTo>
                  <a:cubicBezTo>
                    <a:pt x="32" y="7"/>
                    <a:pt x="30" y="5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63" y="17"/>
                    <a:pt x="70" y="23"/>
                    <a:pt x="70" y="31"/>
                  </a:cubicBezTo>
                  <a:cubicBezTo>
                    <a:pt x="70" y="34"/>
                    <a:pt x="70" y="36"/>
                    <a:pt x="68" y="39"/>
                  </a:cubicBezTo>
                  <a:cubicBezTo>
                    <a:pt x="65" y="46"/>
                    <a:pt x="60" y="48"/>
                    <a:pt x="54" y="48"/>
                  </a:cubicBezTo>
                  <a:cubicBezTo>
                    <a:pt x="48" y="48"/>
                    <a:pt x="40" y="45"/>
                    <a:pt x="34" y="43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8"/>
                    <a:pt x="22" y="60"/>
                    <a:pt x="22" y="61"/>
                  </a:cubicBezTo>
                  <a:cubicBezTo>
                    <a:pt x="22" y="63"/>
                    <a:pt x="24" y="65"/>
                    <a:pt x="28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7" y="70"/>
                    <a:pt x="27" y="70"/>
                    <a:pt x="27" y="70"/>
                  </a:cubicBezTo>
                  <a:lnTo>
                    <a:pt x="0" y="57"/>
                  </a:lnTo>
                  <a:close/>
                  <a:moveTo>
                    <a:pt x="1" y="57"/>
                  </a:moveTo>
                  <a:cubicBezTo>
                    <a:pt x="27" y="69"/>
                    <a:pt x="27" y="69"/>
                    <a:pt x="27" y="69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4" y="65"/>
                    <a:pt x="22" y="64"/>
                    <a:pt x="22" y="61"/>
                  </a:cubicBezTo>
                  <a:cubicBezTo>
                    <a:pt x="22" y="60"/>
                    <a:pt x="22" y="58"/>
                    <a:pt x="24" y="55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41" y="45"/>
                    <a:pt x="48" y="48"/>
                    <a:pt x="54" y="48"/>
                  </a:cubicBezTo>
                  <a:cubicBezTo>
                    <a:pt x="60" y="48"/>
                    <a:pt x="65" y="46"/>
                    <a:pt x="68" y="39"/>
                  </a:cubicBezTo>
                  <a:cubicBezTo>
                    <a:pt x="69" y="36"/>
                    <a:pt x="70" y="34"/>
                    <a:pt x="70" y="31"/>
                  </a:cubicBezTo>
                  <a:cubicBezTo>
                    <a:pt x="70" y="24"/>
                    <a:pt x="63" y="18"/>
                    <a:pt x="54" y="13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31" y="5"/>
                    <a:pt x="33" y="6"/>
                    <a:pt x="33" y="9"/>
                  </a:cubicBezTo>
                  <a:cubicBezTo>
                    <a:pt x="33" y="10"/>
                    <a:pt x="32" y="12"/>
                    <a:pt x="31" y="15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2" y="55"/>
                    <a:pt x="10" y="57"/>
                    <a:pt x="8" y="57"/>
                  </a:cubicBezTo>
                  <a:cubicBezTo>
                    <a:pt x="6" y="57"/>
                    <a:pt x="4" y="56"/>
                    <a:pt x="2" y="55"/>
                  </a:cubicBezTo>
                  <a:lnTo>
                    <a:pt x="1" y="57"/>
                  </a:lnTo>
                  <a:close/>
                  <a:moveTo>
                    <a:pt x="47" y="42"/>
                  </a:moveTo>
                  <a:cubicBezTo>
                    <a:pt x="44" y="42"/>
                    <a:pt x="40" y="40"/>
                    <a:pt x="36" y="39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2" y="16"/>
                    <a:pt x="43" y="14"/>
                    <a:pt x="45" y="14"/>
                  </a:cubicBezTo>
                  <a:cubicBezTo>
                    <a:pt x="46" y="14"/>
                    <a:pt x="48" y="15"/>
                    <a:pt x="50" y="16"/>
                  </a:cubicBezTo>
                  <a:cubicBezTo>
                    <a:pt x="55" y="18"/>
                    <a:pt x="60" y="21"/>
                    <a:pt x="60" y="27"/>
                  </a:cubicBezTo>
                  <a:cubicBezTo>
                    <a:pt x="60" y="29"/>
                    <a:pt x="59" y="31"/>
                    <a:pt x="58" y="34"/>
                  </a:cubicBezTo>
                  <a:cubicBezTo>
                    <a:pt x="55" y="40"/>
                    <a:pt x="51" y="42"/>
                    <a:pt x="47" y="42"/>
                  </a:cubicBezTo>
                  <a:close/>
                  <a:moveTo>
                    <a:pt x="36" y="38"/>
                  </a:moveTo>
                  <a:cubicBezTo>
                    <a:pt x="40" y="40"/>
                    <a:pt x="44" y="41"/>
                    <a:pt x="47" y="41"/>
                  </a:cubicBezTo>
                  <a:cubicBezTo>
                    <a:pt x="51" y="41"/>
                    <a:pt x="54" y="39"/>
                    <a:pt x="57" y="34"/>
                  </a:cubicBezTo>
                  <a:cubicBezTo>
                    <a:pt x="58" y="31"/>
                    <a:pt x="59" y="29"/>
                    <a:pt x="59" y="27"/>
                  </a:cubicBezTo>
                  <a:cubicBezTo>
                    <a:pt x="59" y="22"/>
                    <a:pt x="55" y="19"/>
                    <a:pt x="49" y="16"/>
                  </a:cubicBezTo>
                  <a:cubicBezTo>
                    <a:pt x="48" y="15"/>
                    <a:pt x="46" y="15"/>
                    <a:pt x="45" y="15"/>
                  </a:cubicBezTo>
                  <a:cubicBezTo>
                    <a:pt x="44" y="15"/>
                    <a:pt x="43" y="16"/>
                    <a:pt x="41" y="19"/>
                  </a:cubicBezTo>
                  <a:cubicBezTo>
                    <a:pt x="33" y="37"/>
                    <a:pt x="33" y="37"/>
                    <a:pt x="33" y="37"/>
                  </a:cubicBezTo>
                  <a:lnTo>
                    <a:pt x="3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5" name="Freeform 297">
              <a:extLst>
                <a:ext uri="{FF2B5EF4-FFF2-40B4-BE49-F238E27FC236}">
                  <a16:creationId xmlns:a16="http://schemas.microsoft.com/office/drawing/2014/main" id="{08755B9B-2F3D-47AC-A331-BB94A6545B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78613" y="12398375"/>
              <a:ext cx="44450" cy="44450"/>
            </a:xfrm>
            <a:custGeom>
              <a:avLst/>
              <a:gdLst>
                <a:gd name="T0" fmla="*/ 58 w 69"/>
                <a:gd name="T1" fmla="*/ 31 h 69"/>
                <a:gd name="T2" fmla="*/ 53 w 69"/>
                <a:gd name="T3" fmla="*/ 13 h 69"/>
                <a:gd name="T4" fmla="*/ 38 w 69"/>
                <a:gd name="T5" fmla="*/ 12 h 69"/>
                <a:gd name="T6" fmla="*/ 47 w 69"/>
                <a:gd name="T7" fmla="*/ 42 h 69"/>
                <a:gd name="T8" fmla="*/ 46 w 69"/>
                <a:gd name="T9" fmla="*/ 59 h 69"/>
                <a:gd name="T10" fmla="*/ 14 w 69"/>
                <a:gd name="T11" fmla="*/ 57 h 69"/>
                <a:gd name="T12" fmla="*/ 0 w 69"/>
                <a:gd name="T13" fmla="*/ 45 h 69"/>
                <a:gd name="T14" fmla="*/ 9 w 69"/>
                <a:gd name="T15" fmla="*/ 32 h 69"/>
                <a:gd name="T16" fmla="*/ 11 w 69"/>
                <a:gd name="T17" fmla="*/ 34 h 69"/>
                <a:gd name="T18" fmla="*/ 17 w 69"/>
                <a:gd name="T19" fmla="*/ 54 h 69"/>
                <a:gd name="T20" fmla="*/ 35 w 69"/>
                <a:gd name="T21" fmla="*/ 55 h 69"/>
                <a:gd name="T22" fmla="*/ 28 w 69"/>
                <a:gd name="T23" fmla="*/ 27 h 69"/>
                <a:gd name="T24" fmla="*/ 27 w 69"/>
                <a:gd name="T25" fmla="*/ 8 h 69"/>
                <a:gd name="T26" fmla="*/ 56 w 69"/>
                <a:gd name="T27" fmla="*/ 9 h 69"/>
                <a:gd name="T28" fmla="*/ 69 w 69"/>
                <a:gd name="T29" fmla="*/ 20 h 69"/>
                <a:gd name="T30" fmla="*/ 61 w 69"/>
                <a:gd name="T31" fmla="*/ 32 h 69"/>
                <a:gd name="T32" fmla="*/ 58 w 69"/>
                <a:gd name="T33" fmla="*/ 3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69">
                  <a:moveTo>
                    <a:pt x="58" y="31"/>
                  </a:moveTo>
                  <a:cubicBezTo>
                    <a:pt x="61" y="26"/>
                    <a:pt x="62" y="19"/>
                    <a:pt x="53" y="13"/>
                  </a:cubicBezTo>
                  <a:cubicBezTo>
                    <a:pt x="46" y="8"/>
                    <a:pt x="40" y="8"/>
                    <a:pt x="38" y="12"/>
                  </a:cubicBezTo>
                  <a:cubicBezTo>
                    <a:pt x="32" y="20"/>
                    <a:pt x="44" y="33"/>
                    <a:pt x="47" y="42"/>
                  </a:cubicBezTo>
                  <a:cubicBezTo>
                    <a:pt x="49" y="48"/>
                    <a:pt x="50" y="53"/>
                    <a:pt x="46" y="59"/>
                  </a:cubicBezTo>
                  <a:cubicBezTo>
                    <a:pt x="38" y="69"/>
                    <a:pt x="26" y="67"/>
                    <a:pt x="14" y="57"/>
                  </a:cubicBezTo>
                  <a:cubicBezTo>
                    <a:pt x="7" y="53"/>
                    <a:pt x="3" y="47"/>
                    <a:pt x="0" y="45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8"/>
                    <a:pt x="6" y="47"/>
                    <a:pt x="17" y="54"/>
                  </a:cubicBezTo>
                  <a:cubicBezTo>
                    <a:pt x="25" y="60"/>
                    <a:pt x="31" y="59"/>
                    <a:pt x="35" y="55"/>
                  </a:cubicBezTo>
                  <a:cubicBezTo>
                    <a:pt x="40" y="47"/>
                    <a:pt x="32" y="37"/>
                    <a:pt x="28" y="27"/>
                  </a:cubicBezTo>
                  <a:cubicBezTo>
                    <a:pt x="25" y="21"/>
                    <a:pt x="23" y="14"/>
                    <a:pt x="27" y="8"/>
                  </a:cubicBezTo>
                  <a:cubicBezTo>
                    <a:pt x="33" y="0"/>
                    <a:pt x="44" y="0"/>
                    <a:pt x="56" y="9"/>
                  </a:cubicBezTo>
                  <a:cubicBezTo>
                    <a:pt x="62" y="13"/>
                    <a:pt x="66" y="18"/>
                    <a:pt x="69" y="20"/>
                  </a:cubicBezTo>
                  <a:cubicBezTo>
                    <a:pt x="61" y="32"/>
                    <a:pt x="61" y="32"/>
                    <a:pt x="61" y="32"/>
                  </a:cubicBezTo>
                  <a:lnTo>
                    <a:pt x="58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6" name="Freeform 298">
              <a:extLst>
                <a:ext uri="{FF2B5EF4-FFF2-40B4-BE49-F238E27FC236}">
                  <a16:creationId xmlns:a16="http://schemas.microsoft.com/office/drawing/2014/main" id="{5B7425B9-99AE-487D-94D9-E727B1CBED3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78613" y="12399963"/>
              <a:ext cx="44450" cy="41275"/>
            </a:xfrm>
            <a:custGeom>
              <a:avLst/>
              <a:gdLst>
                <a:gd name="T0" fmla="*/ 33 w 69"/>
                <a:gd name="T1" fmla="*/ 64 h 64"/>
                <a:gd name="T2" fmla="*/ 14 w 69"/>
                <a:gd name="T3" fmla="*/ 56 h 64"/>
                <a:gd name="T4" fmla="*/ 0 w 69"/>
                <a:gd name="T5" fmla="*/ 43 h 64"/>
                <a:gd name="T6" fmla="*/ 0 w 69"/>
                <a:gd name="T7" fmla="*/ 43 h 64"/>
                <a:gd name="T8" fmla="*/ 9 w 69"/>
                <a:gd name="T9" fmla="*/ 29 h 64"/>
                <a:gd name="T10" fmla="*/ 12 w 69"/>
                <a:gd name="T11" fmla="*/ 31 h 64"/>
                <a:gd name="T12" fmla="*/ 11 w 69"/>
                <a:gd name="T13" fmla="*/ 32 h 64"/>
                <a:gd name="T14" fmla="*/ 10 w 69"/>
                <a:gd name="T15" fmla="*/ 39 h 64"/>
                <a:gd name="T16" fmla="*/ 17 w 69"/>
                <a:gd name="T17" fmla="*/ 52 h 64"/>
                <a:gd name="T18" fmla="*/ 27 w 69"/>
                <a:gd name="T19" fmla="*/ 56 h 64"/>
                <a:gd name="T20" fmla="*/ 34 w 69"/>
                <a:gd name="T21" fmla="*/ 52 h 64"/>
                <a:gd name="T22" fmla="*/ 36 w 69"/>
                <a:gd name="T23" fmla="*/ 47 h 64"/>
                <a:gd name="T24" fmla="*/ 27 w 69"/>
                <a:gd name="T25" fmla="*/ 25 h 64"/>
                <a:gd name="T26" fmla="*/ 24 w 69"/>
                <a:gd name="T27" fmla="*/ 14 h 64"/>
                <a:gd name="T28" fmla="*/ 27 w 69"/>
                <a:gd name="T29" fmla="*/ 6 h 64"/>
                <a:gd name="T30" fmla="*/ 39 w 69"/>
                <a:gd name="T31" fmla="*/ 0 h 64"/>
                <a:gd name="T32" fmla="*/ 56 w 69"/>
                <a:gd name="T33" fmla="*/ 7 h 64"/>
                <a:gd name="T34" fmla="*/ 69 w 69"/>
                <a:gd name="T35" fmla="*/ 18 h 64"/>
                <a:gd name="T36" fmla="*/ 69 w 69"/>
                <a:gd name="T37" fmla="*/ 18 h 64"/>
                <a:gd name="T38" fmla="*/ 61 w 69"/>
                <a:gd name="T39" fmla="*/ 31 h 64"/>
                <a:gd name="T40" fmla="*/ 58 w 69"/>
                <a:gd name="T41" fmla="*/ 29 h 64"/>
                <a:gd name="T42" fmla="*/ 58 w 69"/>
                <a:gd name="T43" fmla="*/ 29 h 64"/>
                <a:gd name="T44" fmla="*/ 59 w 69"/>
                <a:gd name="T45" fmla="*/ 29 h 64"/>
                <a:gd name="T46" fmla="*/ 58 w 69"/>
                <a:gd name="T47" fmla="*/ 29 h 64"/>
                <a:gd name="T48" fmla="*/ 58 w 69"/>
                <a:gd name="T49" fmla="*/ 29 h 64"/>
                <a:gd name="T50" fmla="*/ 58 w 69"/>
                <a:gd name="T51" fmla="*/ 29 h 64"/>
                <a:gd name="T52" fmla="*/ 58 w 69"/>
                <a:gd name="T53" fmla="*/ 28 h 64"/>
                <a:gd name="T54" fmla="*/ 60 w 69"/>
                <a:gd name="T55" fmla="*/ 22 h 64"/>
                <a:gd name="T56" fmla="*/ 53 w 69"/>
                <a:gd name="T57" fmla="*/ 11 h 64"/>
                <a:gd name="T58" fmla="*/ 44 w 69"/>
                <a:gd name="T59" fmla="*/ 7 h 64"/>
                <a:gd name="T60" fmla="*/ 38 w 69"/>
                <a:gd name="T61" fmla="*/ 10 h 64"/>
                <a:gd name="T62" fmla="*/ 37 w 69"/>
                <a:gd name="T63" fmla="*/ 15 h 64"/>
                <a:gd name="T64" fmla="*/ 48 w 69"/>
                <a:gd name="T65" fmla="*/ 40 h 64"/>
                <a:gd name="T66" fmla="*/ 49 w 69"/>
                <a:gd name="T67" fmla="*/ 48 h 64"/>
                <a:gd name="T68" fmla="*/ 46 w 69"/>
                <a:gd name="T69" fmla="*/ 57 h 64"/>
                <a:gd name="T70" fmla="*/ 33 w 69"/>
                <a:gd name="T71" fmla="*/ 64 h 64"/>
                <a:gd name="T72" fmla="*/ 14 w 69"/>
                <a:gd name="T73" fmla="*/ 55 h 64"/>
                <a:gd name="T74" fmla="*/ 33 w 69"/>
                <a:gd name="T75" fmla="*/ 63 h 64"/>
                <a:gd name="T76" fmla="*/ 46 w 69"/>
                <a:gd name="T77" fmla="*/ 56 h 64"/>
                <a:gd name="T78" fmla="*/ 49 w 69"/>
                <a:gd name="T79" fmla="*/ 48 h 64"/>
                <a:gd name="T80" fmla="*/ 47 w 69"/>
                <a:gd name="T81" fmla="*/ 40 h 64"/>
                <a:gd name="T82" fmla="*/ 36 w 69"/>
                <a:gd name="T83" fmla="*/ 15 h 64"/>
                <a:gd name="T84" fmla="*/ 37 w 69"/>
                <a:gd name="T85" fmla="*/ 10 h 64"/>
                <a:gd name="T86" fmla="*/ 44 w 69"/>
                <a:gd name="T87" fmla="*/ 7 h 64"/>
                <a:gd name="T88" fmla="*/ 53 w 69"/>
                <a:gd name="T89" fmla="*/ 10 h 64"/>
                <a:gd name="T90" fmla="*/ 60 w 69"/>
                <a:gd name="T91" fmla="*/ 22 h 64"/>
                <a:gd name="T92" fmla="*/ 59 w 69"/>
                <a:gd name="T93" fmla="*/ 29 h 64"/>
                <a:gd name="T94" fmla="*/ 61 w 69"/>
                <a:gd name="T95" fmla="*/ 30 h 64"/>
                <a:gd name="T96" fmla="*/ 68 w 69"/>
                <a:gd name="T97" fmla="*/ 18 h 64"/>
                <a:gd name="T98" fmla="*/ 56 w 69"/>
                <a:gd name="T99" fmla="*/ 7 h 64"/>
                <a:gd name="T100" fmla="*/ 39 w 69"/>
                <a:gd name="T101" fmla="*/ 1 h 64"/>
                <a:gd name="T102" fmla="*/ 28 w 69"/>
                <a:gd name="T103" fmla="*/ 6 h 64"/>
                <a:gd name="T104" fmla="*/ 25 w 69"/>
                <a:gd name="T105" fmla="*/ 14 h 64"/>
                <a:gd name="T106" fmla="*/ 28 w 69"/>
                <a:gd name="T107" fmla="*/ 25 h 64"/>
                <a:gd name="T108" fmla="*/ 37 w 69"/>
                <a:gd name="T109" fmla="*/ 47 h 64"/>
                <a:gd name="T110" fmla="*/ 35 w 69"/>
                <a:gd name="T111" fmla="*/ 53 h 64"/>
                <a:gd name="T112" fmla="*/ 27 w 69"/>
                <a:gd name="T113" fmla="*/ 57 h 64"/>
                <a:gd name="T114" fmla="*/ 17 w 69"/>
                <a:gd name="T115" fmla="*/ 53 h 64"/>
                <a:gd name="T116" fmla="*/ 9 w 69"/>
                <a:gd name="T117" fmla="*/ 39 h 64"/>
                <a:gd name="T118" fmla="*/ 11 w 69"/>
                <a:gd name="T119" fmla="*/ 32 h 64"/>
                <a:gd name="T120" fmla="*/ 9 w 69"/>
                <a:gd name="T121" fmla="*/ 30 h 64"/>
                <a:gd name="T122" fmla="*/ 1 w 69"/>
                <a:gd name="T123" fmla="*/ 43 h 64"/>
                <a:gd name="T124" fmla="*/ 14 w 69"/>
                <a:gd name="T125" fmla="*/ 5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" h="64">
                  <a:moveTo>
                    <a:pt x="33" y="64"/>
                  </a:moveTo>
                  <a:cubicBezTo>
                    <a:pt x="27" y="64"/>
                    <a:pt x="21" y="61"/>
                    <a:pt x="14" y="56"/>
                  </a:cubicBezTo>
                  <a:cubicBezTo>
                    <a:pt x="7" y="51"/>
                    <a:pt x="2" y="46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4"/>
                    <a:pt x="10" y="36"/>
                    <a:pt x="10" y="39"/>
                  </a:cubicBezTo>
                  <a:cubicBezTo>
                    <a:pt x="10" y="43"/>
                    <a:pt x="11" y="48"/>
                    <a:pt x="17" y="52"/>
                  </a:cubicBezTo>
                  <a:cubicBezTo>
                    <a:pt x="21" y="55"/>
                    <a:pt x="24" y="56"/>
                    <a:pt x="27" y="56"/>
                  </a:cubicBezTo>
                  <a:cubicBezTo>
                    <a:pt x="30" y="56"/>
                    <a:pt x="33" y="55"/>
                    <a:pt x="34" y="52"/>
                  </a:cubicBezTo>
                  <a:cubicBezTo>
                    <a:pt x="36" y="51"/>
                    <a:pt x="36" y="49"/>
                    <a:pt x="36" y="47"/>
                  </a:cubicBezTo>
                  <a:cubicBezTo>
                    <a:pt x="36" y="41"/>
                    <a:pt x="31" y="33"/>
                    <a:pt x="27" y="25"/>
                  </a:cubicBezTo>
                  <a:cubicBezTo>
                    <a:pt x="26" y="22"/>
                    <a:pt x="24" y="18"/>
                    <a:pt x="24" y="14"/>
                  </a:cubicBezTo>
                  <a:cubicBezTo>
                    <a:pt x="24" y="12"/>
                    <a:pt x="25" y="9"/>
                    <a:pt x="27" y="6"/>
                  </a:cubicBezTo>
                  <a:cubicBezTo>
                    <a:pt x="30" y="2"/>
                    <a:pt x="34" y="0"/>
                    <a:pt x="39" y="0"/>
                  </a:cubicBezTo>
                  <a:cubicBezTo>
                    <a:pt x="44" y="0"/>
                    <a:pt x="50" y="2"/>
                    <a:pt x="56" y="7"/>
                  </a:cubicBezTo>
                  <a:cubicBezTo>
                    <a:pt x="62" y="11"/>
                    <a:pt x="67" y="16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9" y="27"/>
                    <a:pt x="60" y="24"/>
                    <a:pt x="60" y="22"/>
                  </a:cubicBezTo>
                  <a:cubicBezTo>
                    <a:pt x="60" y="18"/>
                    <a:pt x="58" y="15"/>
                    <a:pt x="53" y="11"/>
                  </a:cubicBezTo>
                  <a:cubicBezTo>
                    <a:pt x="50" y="9"/>
                    <a:pt x="47" y="7"/>
                    <a:pt x="44" y="7"/>
                  </a:cubicBezTo>
                  <a:cubicBezTo>
                    <a:pt x="41" y="7"/>
                    <a:pt x="39" y="8"/>
                    <a:pt x="38" y="10"/>
                  </a:cubicBezTo>
                  <a:cubicBezTo>
                    <a:pt x="37" y="12"/>
                    <a:pt x="37" y="13"/>
                    <a:pt x="37" y="15"/>
                  </a:cubicBezTo>
                  <a:cubicBezTo>
                    <a:pt x="37" y="22"/>
                    <a:pt x="45" y="33"/>
                    <a:pt x="48" y="40"/>
                  </a:cubicBezTo>
                  <a:cubicBezTo>
                    <a:pt x="49" y="43"/>
                    <a:pt x="49" y="46"/>
                    <a:pt x="49" y="48"/>
                  </a:cubicBezTo>
                  <a:cubicBezTo>
                    <a:pt x="49" y="51"/>
                    <a:pt x="48" y="54"/>
                    <a:pt x="46" y="57"/>
                  </a:cubicBezTo>
                  <a:cubicBezTo>
                    <a:pt x="43" y="62"/>
                    <a:pt x="38" y="64"/>
                    <a:pt x="33" y="64"/>
                  </a:cubicBezTo>
                  <a:moveTo>
                    <a:pt x="14" y="55"/>
                  </a:moveTo>
                  <a:cubicBezTo>
                    <a:pt x="21" y="60"/>
                    <a:pt x="28" y="63"/>
                    <a:pt x="33" y="63"/>
                  </a:cubicBezTo>
                  <a:cubicBezTo>
                    <a:pt x="38" y="63"/>
                    <a:pt x="42" y="61"/>
                    <a:pt x="46" y="56"/>
                  </a:cubicBezTo>
                  <a:cubicBezTo>
                    <a:pt x="48" y="54"/>
                    <a:pt x="49" y="51"/>
                    <a:pt x="49" y="48"/>
                  </a:cubicBezTo>
                  <a:cubicBezTo>
                    <a:pt x="49" y="46"/>
                    <a:pt x="48" y="43"/>
                    <a:pt x="47" y="40"/>
                  </a:cubicBezTo>
                  <a:cubicBezTo>
                    <a:pt x="44" y="33"/>
                    <a:pt x="36" y="23"/>
                    <a:pt x="36" y="15"/>
                  </a:cubicBezTo>
                  <a:cubicBezTo>
                    <a:pt x="36" y="13"/>
                    <a:pt x="36" y="11"/>
                    <a:pt x="37" y="10"/>
                  </a:cubicBezTo>
                  <a:cubicBezTo>
                    <a:pt x="39" y="8"/>
                    <a:pt x="41" y="7"/>
                    <a:pt x="44" y="7"/>
                  </a:cubicBezTo>
                  <a:cubicBezTo>
                    <a:pt x="47" y="7"/>
                    <a:pt x="50" y="8"/>
                    <a:pt x="53" y="10"/>
                  </a:cubicBezTo>
                  <a:cubicBezTo>
                    <a:pt x="59" y="14"/>
                    <a:pt x="60" y="18"/>
                    <a:pt x="60" y="22"/>
                  </a:cubicBezTo>
                  <a:cubicBezTo>
                    <a:pt x="60" y="24"/>
                    <a:pt x="60" y="27"/>
                    <a:pt x="59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6" y="16"/>
                    <a:pt x="61" y="11"/>
                    <a:pt x="56" y="7"/>
                  </a:cubicBezTo>
                  <a:cubicBezTo>
                    <a:pt x="49" y="3"/>
                    <a:pt x="44" y="1"/>
                    <a:pt x="39" y="1"/>
                  </a:cubicBezTo>
                  <a:cubicBezTo>
                    <a:pt x="34" y="1"/>
                    <a:pt x="30" y="2"/>
                    <a:pt x="28" y="6"/>
                  </a:cubicBezTo>
                  <a:cubicBezTo>
                    <a:pt x="26" y="9"/>
                    <a:pt x="25" y="12"/>
                    <a:pt x="25" y="14"/>
                  </a:cubicBezTo>
                  <a:cubicBezTo>
                    <a:pt x="25" y="18"/>
                    <a:pt x="26" y="22"/>
                    <a:pt x="28" y="25"/>
                  </a:cubicBezTo>
                  <a:cubicBezTo>
                    <a:pt x="31" y="33"/>
                    <a:pt x="37" y="40"/>
                    <a:pt x="37" y="47"/>
                  </a:cubicBezTo>
                  <a:cubicBezTo>
                    <a:pt x="37" y="49"/>
                    <a:pt x="36" y="51"/>
                    <a:pt x="35" y="53"/>
                  </a:cubicBezTo>
                  <a:cubicBezTo>
                    <a:pt x="33" y="55"/>
                    <a:pt x="30" y="57"/>
                    <a:pt x="27" y="57"/>
                  </a:cubicBezTo>
                  <a:cubicBezTo>
                    <a:pt x="24" y="57"/>
                    <a:pt x="21" y="55"/>
                    <a:pt x="17" y="53"/>
                  </a:cubicBezTo>
                  <a:cubicBezTo>
                    <a:pt x="11" y="48"/>
                    <a:pt x="9" y="43"/>
                    <a:pt x="9" y="39"/>
                  </a:cubicBezTo>
                  <a:cubicBezTo>
                    <a:pt x="9" y="36"/>
                    <a:pt x="10" y="34"/>
                    <a:pt x="11" y="32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3" y="45"/>
                    <a:pt x="7" y="51"/>
                    <a:pt x="14" y="5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7" name="Freeform 299">
              <a:extLst>
                <a:ext uri="{FF2B5EF4-FFF2-40B4-BE49-F238E27FC236}">
                  <a16:creationId xmlns:a16="http://schemas.microsoft.com/office/drawing/2014/main" id="{BCE69CB5-AB14-463A-8C4F-D561D0ADE29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04013" y="12433300"/>
              <a:ext cx="46038" cy="47625"/>
            </a:xfrm>
            <a:custGeom>
              <a:avLst/>
              <a:gdLst>
                <a:gd name="T0" fmla="*/ 2 w 74"/>
                <a:gd name="T1" fmla="*/ 17 h 73"/>
                <a:gd name="T2" fmla="*/ 18 w 74"/>
                <a:gd name="T3" fmla="*/ 20 h 73"/>
                <a:gd name="T4" fmla="*/ 68 w 74"/>
                <a:gd name="T5" fmla="*/ 0 h 73"/>
                <a:gd name="T6" fmla="*/ 74 w 74"/>
                <a:gd name="T7" fmla="*/ 6 h 73"/>
                <a:gd name="T8" fmla="*/ 52 w 74"/>
                <a:gd name="T9" fmla="*/ 57 h 73"/>
                <a:gd name="T10" fmla="*/ 55 w 74"/>
                <a:gd name="T11" fmla="*/ 72 h 73"/>
                <a:gd name="T12" fmla="*/ 53 w 74"/>
                <a:gd name="T13" fmla="*/ 73 h 73"/>
                <a:gd name="T14" fmla="*/ 32 w 74"/>
                <a:gd name="T15" fmla="*/ 52 h 73"/>
                <a:gd name="T16" fmla="*/ 34 w 74"/>
                <a:gd name="T17" fmla="*/ 51 h 73"/>
                <a:gd name="T18" fmla="*/ 42 w 74"/>
                <a:gd name="T19" fmla="*/ 54 h 73"/>
                <a:gd name="T20" fmla="*/ 44 w 74"/>
                <a:gd name="T21" fmla="*/ 51 h 73"/>
                <a:gd name="T22" fmla="*/ 48 w 74"/>
                <a:gd name="T23" fmla="*/ 41 h 73"/>
                <a:gd name="T24" fmla="*/ 30 w 74"/>
                <a:gd name="T25" fmla="*/ 22 h 73"/>
                <a:gd name="T26" fmla="*/ 20 w 74"/>
                <a:gd name="T27" fmla="*/ 25 h 73"/>
                <a:gd name="T28" fmla="*/ 17 w 74"/>
                <a:gd name="T29" fmla="*/ 27 h 73"/>
                <a:gd name="T30" fmla="*/ 20 w 74"/>
                <a:gd name="T31" fmla="*/ 35 h 73"/>
                <a:gd name="T32" fmla="*/ 18 w 74"/>
                <a:gd name="T33" fmla="*/ 37 h 73"/>
                <a:gd name="T34" fmla="*/ 0 w 74"/>
                <a:gd name="T35" fmla="*/ 19 h 73"/>
                <a:gd name="T36" fmla="*/ 2 w 74"/>
                <a:gd name="T37" fmla="*/ 17 h 73"/>
                <a:gd name="T38" fmla="*/ 34 w 74"/>
                <a:gd name="T39" fmla="*/ 20 h 73"/>
                <a:gd name="T40" fmla="*/ 50 w 74"/>
                <a:gd name="T41" fmla="*/ 37 h 73"/>
                <a:gd name="T42" fmla="*/ 62 w 74"/>
                <a:gd name="T43" fmla="*/ 9 h 73"/>
                <a:gd name="T44" fmla="*/ 34 w 74"/>
                <a:gd name="T45" fmla="*/ 2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73">
                  <a:moveTo>
                    <a:pt x="2" y="17"/>
                  </a:moveTo>
                  <a:cubicBezTo>
                    <a:pt x="7" y="22"/>
                    <a:pt x="10" y="23"/>
                    <a:pt x="18" y="2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49" y="64"/>
                    <a:pt x="50" y="67"/>
                    <a:pt x="55" y="72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7" y="54"/>
                    <a:pt x="40" y="56"/>
                    <a:pt x="42" y="54"/>
                  </a:cubicBezTo>
                  <a:cubicBezTo>
                    <a:pt x="43" y="53"/>
                    <a:pt x="43" y="52"/>
                    <a:pt x="44" y="5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6"/>
                    <a:pt x="18" y="26"/>
                    <a:pt x="17" y="27"/>
                  </a:cubicBezTo>
                  <a:cubicBezTo>
                    <a:pt x="15" y="29"/>
                    <a:pt x="16" y="31"/>
                    <a:pt x="20" y="35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2" y="17"/>
                  </a:lnTo>
                  <a:close/>
                  <a:moveTo>
                    <a:pt x="34" y="20"/>
                  </a:moveTo>
                  <a:cubicBezTo>
                    <a:pt x="50" y="37"/>
                    <a:pt x="50" y="37"/>
                    <a:pt x="50" y="37"/>
                  </a:cubicBezTo>
                  <a:cubicBezTo>
                    <a:pt x="62" y="9"/>
                    <a:pt x="62" y="9"/>
                    <a:pt x="62" y="9"/>
                  </a:cubicBezTo>
                  <a:lnTo>
                    <a:pt x="34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8" name="Freeform 300">
              <a:extLst>
                <a:ext uri="{FF2B5EF4-FFF2-40B4-BE49-F238E27FC236}">
                  <a16:creationId xmlns:a16="http://schemas.microsoft.com/office/drawing/2014/main" id="{A5D227E7-814B-4C16-B55C-B0783D6190C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04013" y="12433300"/>
              <a:ext cx="47625" cy="47625"/>
            </a:xfrm>
            <a:custGeom>
              <a:avLst/>
              <a:gdLst>
                <a:gd name="T0" fmla="*/ 32 w 75"/>
                <a:gd name="T1" fmla="*/ 52 h 74"/>
                <a:gd name="T2" fmla="*/ 34 w 75"/>
                <a:gd name="T3" fmla="*/ 50 h 74"/>
                <a:gd name="T4" fmla="*/ 34 w 75"/>
                <a:gd name="T5" fmla="*/ 50 h 74"/>
                <a:gd name="T6" fmla="*/ 40 w 75"/>
                <a:gd name="T7" fmla="*/ 54 h 74"/>
                <a:gd name="T8" fmla="*/ 42 w 75"/>
                <a:gd name="T9" fmla="*/ 54 h 74"/>
                <a:gd name="T10" fmla="*/ 44 w 75"/>
                <a:gd name="T11" fmla="*/ 51 h 74"/>
                <a:gd name="T12" fmla="*/ 48 w 75"/>
                <a:gd name="T13" fmla="*/ 41 h 74"/>
                <a:gd name="T14" fmla="*/ 30 w 75"/>
                <a:gd name="T15" fmla="*/ 22 h 74"/>
                <a:gd name="T16" fmla="*/ 20 w 75"/>
                <a:gd name="T17" fmla="*/ 26 h 74"/>
                <a:gd name="T18" fmla="*/ 17 w 75"/>
                <a:gd name="T19" fmla="*/ 27 h 74"/>
                <a:gd name="T20" fmla="*/ 16 w 75"/>
                <a:gd name="T21" fmla="*/ 29 h 74"/>
                <a:gd name="T22" fmla="*/ 20 w 75"/>
                <a:gd name="T23" fmla="*/ 35 h 74"/>
                <a:gd name="T24" fmla="*/ 20 w 75"/>
                <a:gd name="T25" fmla="*/ 35 h 74"/>
                <a:gd name="T26" fmla="*/ 18 w 75"/>
                <a:gd name="T27" fmla="*/ 37 h 74"/>
                <a:gd name="T28" fmla="*/ 0 w 75"/>
                <a:gd name="T29" fmla="*/ 19 h 74"/>
                <a:gd name="T30" fmla="*/ 2 w 75"/>
                <a:gd name="T31" fmla="*/ 17 h 74"/>
                <a:gd name="T32" fmla="*/ 2 w 75"/>
                <a:gd name="T33" fmla="*/ 17 h 74"/>
                <a:gd name="T34" fmla="*/ 2 w 75"/>
                <a:gd name="T35" fmla="*/ 17 h 74"/>
                <a:gd name="T36" fmla="*/ 10 w 75"/>
                <a:gd name="T37" fmla="*/ 21 h 74"/>
                <a:gd name="T38" fmla="*/ 18 w 75"/>
                <a:gd name="T39" fmla="*/ 19 h 74"/>
                <a:gd name="T40" fmla="*/ 69 w 75"/>
                <a:gd name="T41" fmla="*/ 0 h 74"/>
                <a:gd name="T42" fmla="*/ 75 w 75"/>
                <a:gd name="T43" fmla="*/ 6 h 74"/>
                <a:gd name="T44" fmla="*/ 52 w 75"/>
                <a:gd name="T45" fmla="*/ 57 h 74"/>
                <a:gd name="T46" fmla="*/ 51 w 75"/>
                <a:gd name="T47" fmla="*/ 64 h 74"/>
                <a:gd name="T48" fmla="*/ 55 w 75"/>
                <a:gd name="T49" fmla="*/ 72 h 74"/>
                <a:gd name="T50" fmla="*/ 55 w 75"/>
                <a:gd name="T51" fmla="*/ 72 h 74"/>
                <a:gd name="T52" fmla="*/ 53 w 75"/>
                <a:gd name="T53" fmla="*/ 74 h 74"/>
                <a:gd name="T54" fmla="*/ 32 w 75"/>
                <a:gd name="T55" fmla="*/ 52 h 74"/>
                <a:gd name="T56" fmla="*/ 33 w 75"/>
                <a:gd name="T57" fmla="*/ 52 h 74"/>
                <a:gd name="T58" fmla="*/ 53 w 75"/>
                <a:gd name="T59" fmla="*/ 73 h 74"/>
                <a:gd name="T60" fmla="*/ 54 w 75"/>
                <a:gd name="T61" fmla="*/ 72 h 74"/>
                <a:gd name="T62" fmla="*/ 50 w 75"/>
                <a:gd name="T63" fmla="*/ 64 h 74"/>
                <a:gd name="T64" fmla="*/ 52 w 75"/>
                <a:gd name="T65" fmla="*/ 57 h 74"/>
                <a:gd name="T66" fmla="*/ 74 w 75"/>
                <a:gd name="T67" fmla="*/ 6 h 74"/>
                <a:gd name="T68" fmla="*/ 68 w 75"/>
                <a:gd name="T69" fmla="*/ 0 h 74"/>
                <a:gd name="T70" fmla="*/ 18 w 75"/>
                <a:gd name="T71" fmla="*/ 20 h 74"/>
                <a:gd name="T72" fmla="*/ 10 w 75"/>
                <a:gd name="T73" fmla="*/ 22 h 74"/>
                <a:gd name="T74" fmla="*/ 2 w 75"/>
                <a:gd name="T75" fmla="*/ 18 h 74"/>
                <a:gd name="T76" fmla="*/ 1 w 75"/>
                <a:gd name="T77" fmla="*/ 19 h 74"/>
                <a:gd name="T78" fmla="*/ 18 w 75"/>
                <a:gd name="T79" fmla="*/ 37 h 74"/>
                <a:gd name="T80" fmla="*/ 19 w 75"/>
                <a:gd name="T81" fmla="*/ 35 h 74"/>
                <a:gd name="T82" fmla="*/ 15 w 75"/>
                <a:gd name="T83" fmla="*/ 29 h 74"/>
                <a:gd name="T84" fmla="*/ 17 w 75"/>
                <a:gd name="T85" fmla="*/ 27 h 74"/>
                <a:gd name="T86" fmla="*/ 20 w 75"/>
                <a:gd name="T87" fmla="*/ 25 h 74"/>
                <a:gd name="T88" fmla="*/ 30 w 75"/>
                <a:gd name="T89" fmla="*/ 21 h 74"/>
                <a:gd name="T90" fmla="*/ 49 w 75"/>
                <a:gd name="T91" fmla="*/ 41 h 74"/>
                <a:gd name="T92" fmla="*/ 44 w 75"/>
                <a:gd name="T93" fmla="*/ 51 h 74"/>
                <a:gd name="T94" fmla="*/ 42 w 75"/>
                <a:gd name="T95" fmla="*/ 54 h 74"/>
                <a:gd name="T96" fmla="*/ 40 w 75"/>
                <a:gd name="T97" fmla="*/ 55 h 74"/>
                <a:gd name="T98" fmla="*/ 34 w 75"/>
                <a:gd name="T99" fmla="*/ 51 h 74"/>
                <a:gd name="T100" fmla="*/ 33 w 75"/>
                <a:gd name="T101" fmla="*/ 52 h 74"/>
                <a:gd name="T102" fmla="*/ 34 w 75"/>
                <a:gd name="T103" fmla="*/ 20 h 74"/>
                <a:gd name="T104" fmla="*/ 33 w 75"/>
                <a:gd name="T105" fmla="*/ 20 h 74"/>
                <a:gd name="T106" fmla="*/ 63 w 75"/>
                <a:gd name="T107" fmla="*/ 8 h 74"/>
                <a:gd name="T108" fmla="*/ 50 w 75"/>
                <a:gd name="T109" fmla="*/ 37 h 74"/>
                <a:gd name="T110" fmla="*/ 34 w 75"/>
                <a:gd name="T111" fmla="*/ 20 h 74"/>
                <a:gd name="T112" fmla="*/ 50 w 75"/>
                <a:gd name="T113" fmla="*/ 36 h 74"/>
                <a:gd name="T114" fmla="*/ 62 w 75"/>
                <a:gd name="T115" fmla="*/ 10 h 74"/>
                <a:gd name="T116" fmla="*/ 35 w 75"/>
                <a:gd name="T117" fmla="*/ 20 h 74"/>
                <a:gd name="T118" fmla="*/ 50 w 75"/>
                <a:gd name="T119" fmla="*/ 3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5" h="74">
                  <a:moveTo>
                    <a:pt x="32" y="52"/>
                  </a:move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3"/>
                    <a:pt x="39" y="54"/>
                    <a:pt x="40" y="54"/>
                  </a:cubicBezTo>
                  <a:cubicBezTo>
                    <a:pt x="41" y="54"/>
                    <a:pt x="41" y="54"/>
                    <a:pt x="42" y="54"/>
                  </a:cubicBezTo>
                  <a:cubicBezTo>
                    <a:pt x="42" y="53"/>
                    <a:pt x="43" y="52"/>
                    <a:pt x="44" y="5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9" y="26"/>
                    <a:pt x="18" y="27"/>
                    <a:pt x="17" y="27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6" y="31"/>
                    <a:pt x="17" y="33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20"/>
                    <a:pt x="7" y="21"/>
                    <a:pt x="10" y="21"/>
                  </a:cubicBezTo>
                  <a:cubicBezTo>
                    <a:pt x="12" y="21"/>
                    <a:pt x="15" y="21"/>
                    <a:pt x="18" y="19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1" y="60"/>
                    <a:pt x="51" y="62"/>
                    <a:pt x="51" y="64"/>
                  </a:cubicBezTo>
                  <a:cubicBezTo>
                    <a:pt x="51" y="66"/>
                    <a:pt x="52" y="69"/>
                    <a:pt x="5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4"/>
                    <a:pt x="53" y="74"/>
                    <a:pt x="53" y="74"/>
                  </a:cubicBezTo>
                  <a:lnTo>
                    <a:pt x="32" y="52"/>
                  </a:lnTo>
                  <a:close/>
                  <a:moveTo>
                    <a:pt x="33" y="52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1" y="69"/>
                    <a:pt x="50" y="67"/>
                    <a:pt x="50" y="64"/>
                  </a:cubicBezTo>
                  <a:cubicBezTo>
                    <a:pt x="50" y="62"/>
                    <a:pt x="51" y="60"/>
                    <a:pt x="52" y="57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5" y="21"/>
                    <a:pt x="13" y="22"/>
                    <a:pt x="10" y="22"/>
                  </a:cubicBezTo>
                  <a:cubicBezTo>
                    <a:pt x="7" y="22"/>
                    <a:pt x="5" y="21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7" y="33"/>
                    <a:pt x="15" y="31"/>
                    <a:pt x="15" y="29"/>
                  </a:cubicBezTo>
                  <a:cubicBezTo>
                    <a:pt x="15" y="29"/>
                    <a:pt x="16" y="28"/>
                    <a:pt x="17" y="27"/>
                  </a:cubicBezTo>
                  <a:cubicBezTo>
                    <a:pt x="18" y="26"/>
                    <a:pt x="19" y="25"/>
                    <a:pt x="20" y="25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2"/>
                    <a:pt x="43" y="53"/>
                    <a:pt x="42" y="54"/>
                  </a:cubicBezTo>
                  <a:cubicBezTo>
                    <a:pt x="42" y="55"/>
                    <a:pt x="41" y="55"/>
                    <a:pt x="40" y="55"/>
                  </a:cubicBezTo>
                  <a:cubicBezTo>
                    <a:pt x="38" y="55"/>
                    <a:pt x="36" y="53"/>
                    <a:pt x="34" y="51"/>
                  </a:cubicBezTo>
                  <a:lnTo>
                    <a:pt x="33" y="52"/>
                  </a:lnTo>
                  <a:close/>
                  <a:moveTo>
                    <a:pt x="34" y="20"/>
                  </a:moveTo>
                  <a:cubicBezTo>
                    <a:pt x="33" y="20"/>
                    <a:pt x="33" y="20"/>
                    <a:pt x="33" y="2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50" y="37"/>
                    <a:pt x="50" y="37"/>
                    <a:pt x="50" y="37"/>
                  </a:cubicBezTo>
                  <a:lnTo>
                    <a:pt x="34" y="20"/>
                  </a:lnTo>
                  <a:close/>
                  <a:moveTo>
                    <a:pt x="50" y="36"/>
                  </a:moveTo>
                  <a:cubicBezTo>
                    <a:pt x="62" y="10"/>
                    <a:pt x="62" y="10"/>
                    <a:pt x="62" y="10"/>
                  </a:cubicBezTo>
                  <a:cubicBezTo>
                    <a:pt x="35" y="20"/>
                    <a:pt x="35" y="20"/>
                    <a:pt x="35" y="20"/>
                  </a:cubicBez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89" name="Freeform 301">
              <a:extLst>
                <a:ext uri="{FF2B5EF4-FFF2-40B4-BE49-F238E27FC236}">
                  <a16:creationId xmlns:a16="http://schemas.microsoft.com/office/drawing/2014/main" id="{EBD39A16-7D97-458A-B444-E28952C26D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35763" y="12458700"/>
              <a:ext cx="55563" cy="55562"/>
            </a:xfrm>
            <a:custGeom>
              <a:avLst/>
              <a:gdLst>
                <a:gd name="T0" fmla="*/ 2 w 86"/>
                <a:gd name="T1" fmla="*/ 33 h 87"/>
                <a:gd name="T2" fmla="*/ 15 w 86"/>
                <a:gd name="T3" fmla="*/ 35 h 87"/>
                <a:gd name="T4" fmla="*/ 48 w 86"/>
                <a:gd name="T5" fmla="*/ 13 h 87"/>
                <a:gd name="T6" fmla="*/ 50 w 86"/>
                <a:gd name="T7" fmla="*/ 1 h 87"/>
                <a:gd name="T8" fmla="*/ 52 w 86"/>
                <a:gd name="T9" fmla="*/ 0 h 87"/>
                <a:gd name="T10" fmla="*/ 67 w 86"/>
                <a:gd name="T11" fmla="*/ 23 h 87"/>
                <a:gd name="T12" fmla="*/ 65 w 86"/>
                <a:gd name="T13" fmla="*/ 24 h 87"/>
                <a:gd name="T14" fmla="*/ 54 w 86"/>
                <a:gd name="T15" fmla="*/ 23 h 87"/>
                <a:gd name="T16" fmla="*/ 39 w 86"/>
                <a:gd name="T17" fmla="*/ 33 h 87"/>
                <a:gd name="T18" fmla="*/ 39 w 86"/>
                <a:gd name="T19" fmla="*/ 33 h 87"/>
                <a:gd name="T20" fmla="*/ 66 w 86"/>
                <a:gd name="T21" fmla="*/ 36 h 87"/>
                <a:gd name="T22" fmla="*/ 72 w 86"/>
                <a:gd name="T23" fmla="*/ 36 h 87"/>
                <a:gd name="T24" fmla="*/ 70 w 86"/>
                <a:gd name="T25" fmla="*/ 30 h 87"/>
                <a:gd name="T26" fmla="*/ 72 w 86"/>
                <a:gd name="T27" fmla="*/ 29 h 87"/>
                <a:gd name="T28" fmla="*/ 86 w 86"/>
                <a:gd name="T29" fmla="*/ 50 h 87"/>
                <a:gd name="T30" fmla="*/ 84 w 86"/>
                <a:gd name="T31" fmla="*/ 51 h 87"/>
                <a:gd name="T32" fmla="*/ 68 w 86"/>
                <a:gd name="T33" fmla="*/ 42 h 87"/>
                <a:gd name="T34" fmla="*/ 46 w 86"/>
                <a:gd name="T35" fmla="*/ 40 h 87"/>
                <a:gd name="T36" fmla="*/ 37 w 86"/>
                <a:gd name="T37" fmla="*/ 69 h 87"/>
                <a:gd name="T38" fmla="*/ 38 w 86"/>
                <a:gd name="T39" fmla="*/ 86 h 87"/>
                <a:gd name="T40" fmla="*/ 36 w 86"/>
                <a:gd name="T41" fmla="*/ 87 h 87"/>
                <a:gd name="T42" fmla="*/ 19 w 86"/>
                <a:gd name="T43" fmla="*/ 62 h 87"/>
                <a:gd name="T44" fmla="*/ 21 w 86"/>
                <a:gd name="T45" fmla="*/ 61 h 87"/>
                <a:gd name="T46" fmla="*/ 27 w 86"/>
                <a:gd name="T47" fmla="*/ 65 h 87"/>
                <a:gd name="T48" fmla="*/ 29 w 86"/>
                <a:gd name="T49" fmla="*/ 59 h 87"/>
                <a:gd name="T50" fmla="*/ 38 w 86"/>
                <a:gd name="T51" fmla="*/ 34 h 87"/>
                <a:gd name="T52" fmla="*/ 38 w 86"/>
                <a:gd name="T53" fmla="*/ 34 h 87"/>
                <a:gd name="T54" fmla="*/ 21 w 86"/>
                <a:gd name="T55" fmla="*/ 45 h 87"/>
                <a:gd name="T56" fmla="*/ 18 w 86"/>
                <a:gd name="T57" fmla="*/ 56 h 87"/>
                <a:gd name="T58" fmla="*/ 16 w 86"/>
                <a:gd name="T59" fmla="*/ 57 h 87"/>
                <a:gd name="T60" fmla="*/ 0 w 86"/>
                <a:gd name="T61" fmla="*/ 34 h 87"/>
                <a:gd name="T62" fmla="*/ 2 w 86"/>
                <a:gd name="T63" fmla="*/ 3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6" h="87">
                  <a:moveTo>
                    <a:pt x="2" y="33"/>
                  </a:moveTo>
                  <a:cubicBezTo>
                    <a:pt x="6" y="39"/>
                    <a:pt x="8" y="39"/>
                    <a:pt x="15" y="35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4" y="9"/>
                    <a:pt x="54" y="7"/>
                    <a:pt x="50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2" y="19"/>
                    <a:pt x="60" y="18"/>
                    <a:pt x="54" y="2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8" y="36"/>
                    <a:pt x="71" y="37"/>
                    <a:pt x="72" y="36"/>
                  </a:cubicBezTo>
                  <a:cubicBezTo>
                    <a:pt x="73" y="36"/>
                    <a:pt x="72" y="34"/>
                    <a:pt x="70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79" y="45"/>
                    <a:pt x="76" y="43"/>
                    <a:pt x="68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5" y="73"/>
                    <a:pt x="34" y="80"/>
                    <a:pt x="38" y="86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3" y="64"/>
                    <a:pt x="25" y="66"/>
                    <a:pt x="27" y="65"/>
                  </a:cubicBezTo>
                  <a:cubicBezTo>
                    <a:pt x="28" y="64"/>
                    <a:pt x="28" y="62"/>
                    <a:pt x="29" y="5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15" y="49"/>
                    <a:pt x="14" y="51"/>
                    <a:pt x="18" y="56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0" y="34"/>
                    <a:pt x="0" y="34"/>
                    <a:pt x="0" y="34"/>
                  </a:cubicBezTo>
                  <a:lnTo>
                    <a:pt x="2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0" name="Freeform 302">
              <a:extLst>
                <a:ext uri="{FF2B5EF4-FFF2-40B4-BE49-F238E27FC236}">
                  <a16:creationId xmlns:a16="http://schemas.microsoft.com/office/drawing/2014/main" id="{BF9488A8-9610-4F01-A0C5-9EEC9792EDB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35763" y="12458700"/>
              <a:ext cx="55563" cy="57150"/>
            </a:xfrm>
            <a:custGeom>
              <a:avLst/>
              <a:gdLst>
                <a:gd name="T0" fmla="*/ 21 w 86"/>
                <a:gd name="T1" fmla="*/ 62 h 89"/>
                <a:gd name="T2" fmla="*/ 26 w 86"/>
                <a:gd name="T3" fmla="*/ 66 h 89"/>
                <a:gd name="T4" fmla="*/ 29 w 86"/>
                <a:gd name="T5" fmla="*/ 60 h 89"/>
                <a:gd name="T6" fmla="*/ 21 w 86"/>
                <a:gd name="T7" fmla="*/ 46 h 89"/>
                <a:gd name="T8" fmla="*/ 18 w 86"/>
                <a:gd name="T9" fmla="*/ 56 h 89"/>
                <a:gd name="T10" fmla="*/ 16 w 86"/>
                <a:gd name="T11" fmla="*/ 58 h 89"/>
                <a:gd name="T12" fmla="*/ 2 w 86"/>
                <a:gd name="T13" fmla="*/ 33 h 89"/>
                <a:gd name="T14" fmla="*/ 3 w 86"/>
                <a:gd name="T15" fmla="*/ 34 h 89"/>
                <a:gd name="T16" fmla="*/ 14 w 86"/>
                <a:gd name="T17" fmla="*/ 36 h 89"/>
                <a:gd name="T18" fmla="*/ 52 w 86"/>
                <a:gd name="T19" fmla="*/ 8 h 89"/>
                <a:gd name="T20" fmla="*/ 50 w 86"/>
                <a:gd name="T21" fmla="*/ 2 h 89"/>
                <a:gd name="T22" fmla="*/ 68 w 86"/>
                <a:gd name="T23" fmla="*/ 24 h 89"/>
                <a:gd name="T24" fmla="*/ 65 w 86"/>
                <a:gd name="T25" fmla="*/ 25 h 89"/>
                <a:gd name="T26" fmla="*/ 54 w 86"/>
                <a:gd name="T27" fmla="*/ 24 h 89"/>
                <a:gd name="T28" fmla="*/ 66 w 86"/>
                <a:gd name="T29" fmla="*/ 37 h 89"/>
                <a:gd name="T30" fmla="*/ 72 w 86"/>
                <a:gd name="T31" fmla="*/ 37 h 89"/>
                <a:gd name="T32" fmla="*/ 69 w 86"/>
                <a:gd name="T33" fmla="*/ 31 h 89"/>
                <a:gd name="T34" fmla="*/ 72 w 86"/>
                <a:gd name="T35" fmla="*/ 29 h 89"/>
                <a:gd name="T36" fmla="*/ 84 w 86"/>
                <a:gd name="T37" fmla="*/ 53 h 89"/>
                <a:gd name="T38" fmla="*/ 68 w 86"/>
                <a:gd name="T39" fmla="*/ 44 h 89"/>
                <a:gd name="T40" fmla="*/ 37 w 86"/>
                <a:gd name="T41" fmla="*/ 70 h 89"/>
                <a:gd name="T42" fmla="*/ 38 w 86"/>
                <a:gd name="T43" fmla="*/ 87 h 89"/>
                <a:gd name="T44" fmla="*/ 36 w 86"/>
                <a:gd name="T45" fmla="*/ 89 h 89"/>
                <a:gd name="T46" fmla="*/ 20 w 86"/>
                <a:gd name="T47" fmla="*/ 64 h 89"/>
                <a:gd name="T48" fmla="*/ 37 w 86"/>
                <a:gd name="T49" fmla="*/ 87 h 89"/>
                <a:gd name="T50" fmla="*/ 36 w 86"/>
                <a:gd name="T51" fmla="*/ 70 h 89"/>
                <a:gd name="T52" fmla="*/ 68 w 86"/>
                <a:gd name="T53" fmla="*/ 43 h 89"/>
                <a:gd name="T54" fmla="*/ 85 w 86"/>
                <a:gd name="T55" fmla="*/ 51 h 89"/>
                <a:gd name="T56" fmla="*/ 70 w 86"/>
                <a:gd name="T57" fmla="*/ 31 h 89"/>
                <a:gd name="T58" fmla="*/ 72 w 86"/>
                <a:gd name="T59" fmla="*/ 38 h 89"/>
                <a:gd name="T60" fmla="*/ 66 w 86"/>
                <a:gd name="T61" fmla="*/ 38 h 89"/>
                <a:gd name="T62" fmla="*/ 38 w 86"/>
                <a:gd name="T63" fmla="*/ 34 h 89"/>
                <a:gd name="T64" fmla="*/ 54 w 86"/>
                <a:gd name="T65" fmla="*/ 23 h 89"/>
                <a:gd name="T66" fmla="*/ 65 w 86"/>
                <a:gd name="T67" fmla="*/ 24 h 89"/>
                <a:gd name="T68" fmla="*/ 52 w 86"/>
                <a:gd name="T69" fmla="*/ 1 h 89"/>
                <a:gd name="T70" fmla="*/ 53 w 86"/>
                <a:gd name="T71" fmla="*/ 8 h 89"/>
                <a:gd name="T72" fmla="*/ 15 w 86"/>
                <a:gd name="T73" fmla="*/ 37 h 89"/>
                <a:gd name="T74" fmla="*/ 2 w 86"/>
                <a:gd name="T75" fmla="*/ 34 h 89"/>
                <a:gd name="T76" fmla="*/ 16 w 86"/>
                <a:gd name="T77" fmla="*/ 58 h 89"/>
                <a:gd name="T78" fmla="*/ 15 w 86"/>
                <a:gd name="T79" fmla="*/ 52 h 89"/>
                <a:gd name="T80" fmla="*/ 38 w 86"/>
                <a:gd name="T81" fmla="*/ 34 h 89"/>
                <a:gd name="T82" fmla="*/ 38 w 86"/>
                <a:gd name="T83" fmla="*/ 35 h 89"/>
                <a:gd name="T84" fmla="*/ 27 w 86"/>
                <a:gd name="T85" fmla="*/ 66 h 89"/>
                <a:gd name="T86" fmla="*/ 21 w 86"/>
                <a:gd name="T87" fmla="*/ 6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" h="89">
                  <a:moveTo>
                    <a:pt x="19" y="63"/>
                  </a:moveTo>
                  <a:cubicBezTo>
                    <a:pt x="21" y="62"/>
                    <a:pt x="21" y="62"/>
                    <a:pt x="21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3" y="64"/>
                    <a:pt x="25" y="66"/>
                    <a:pt x="26" y="66"/>
                  </a:cubicBezTo>
                  <a:cubicBezTo>
                    <a:pt x="26" y="66"/>
                    <a:pt x="26" y="66"/>
                    <a:pt x="26" y="65"/>
                  </a:cubicBezTo>
                  <a:cubicBezTo>
                    <a:pt x="27" y="65"/>
                    <a:pt x="28" y="63"/>
                    <a:pt x="29" y="60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17" y="48"/>
                    <a:pt x="16" y="50"/>
                    <a:pt x="16" y="52"/>
                  </a:cubicBezTo>
                  <a:cubicBezTo>
                    <a:pt x="16" y="53"/>
                    <a:pt x="17" y="54"/>
                    <a:pt x="18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5" y="37"/>
                    <a:pt x="7" y="39"/>
                    <a:pt x="9" y="39"/>
                  </a:cubicBezTo>
                  <a:cubicBezTo>
                    <a:pt x="10" y="39"/>
                    <a:pt x="12" y="38"/>
                    <a:pt x="14" y="36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51" y="12"/>
                    <a:pt x="53" y="10"/>
                    <a:pt x="52" y="8"/>
                  </a:cubicBezTo>
                  <a:cubicBezTo>
                    <a:pt x="53" y="7"/>
                    <a:pt x="52" y="5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3" y="22"/>
                    <a:pt x="62" y="21"/>
                    <a:pt x="60" y="21"/>
                  </a:cubicBezTo>
                  <a:cubicBezTo>
                    <a:pt x="59" y="21"/>
                    <a:pt x="57" y="22"/>
                    <a:pt x="54" y="2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7" y="37"/>
                    <a:pt x="69" y="37"/>
                    <a:pt x="70" y="37"/>
                  </a:cubicBezTo>
                  <a:cubicBezTo>
                    <a:pt x="71" y="37"/>
                    <a:pt x="71" y="37"/>
                    <a:pt x="72" y="37"/>
                  </a:cubicBezTo>
                  <a:cubicBezTo>
                    <a:pt x="72" y="37"/>
                    <a:pt x="72" y="37"/>
                    <a:pt x="72" y="36"/>
                  </a:cubicBezTo>
                  <a:cubicBezTo>
                    <a:pt x="72" y="36"/>
                    <a:pt x="71" y="34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79" y="46"/>
                    <a:pt x="75" y="45"/>
                    <a:pt x="68" y="44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6" y="72"/>
                    <a:pt x="35" y="75"/>
                    <a:pt x="35" y="78"/>
                  </a:cubicBezTo>
                  <a:cubicBezTo>
                    <a:pt x="35" y="81"/>
                    <a:pt x="36" y="84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6" y="89"/>
                    <a:pt x="36" y="89"/>
                    <a:pt x="36" y="89"/>
                  </a:cubicBezTo>
                  <a:lnTo>
                    <a:pt x="19" y="63"/>
                  </a:lnTo>
                  <a:close/>
                  <a:moveTo>
                    <a:pt x="20" y="64"/>
                  </a:moveTo>
                  <a:cubicBezTo>
                    <a:pt x="36" y="88"/>
                    <a:pt x="36" y="88"/>
                    <a:pt x="36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6" y="84"/>
                    <a:pt x="35" y="81"/>
                    <a:pt x="35" y="78"/>
                  </a:cubicBezTo>
                  <a:cubicBezTo>
                    <a:pt x="35" y="75"/>
                    <a:pt x="36" y="72"/>
                    <a:pt x="36" y="7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75" y="44"/>
                    <a:pt x="80" y="45"/>
                    <a:pt x="84" y="5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4"/>
                    <a:pt x="72" y="35"/>
                    <a:pt x="72" y="36"/>
                  </a:cubicBezTo>
                  <a:cubicBezTo>
                    <a:pt x="72" y="37"/>
                    <a:pt x="72" y="37"/>
                    <a:pt x="72" y="38"/>
                  </a:cubicBezTo>
                  <a:cubicBezTo>
                    <a:pt x="71" y="38"/>
                    <a:pt x="71" y="38"/>
                    <a:pt x="70" y="38"/>
                  </a:cubicBezTo>
                  <a:cubicBezTo>
                    <a:pt x="69" y="38"/>
                    <a:pt x="67" y="38"/>
                    <a:pt x="66" y="38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7" y="21"/>
                    <a:pt x="59" y="20"/>
                    <a:pt x="60" y="20"/>
                  </a:cubicBezTo>
                  <a:cubicBezTo>
                    <a:pt x="62" y="20"/>
                    <a:pt x="64" y="22"/>
                    <a:pt x="65" y="24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5"/>
                    <a:pt x="53" y="6"/>
                    <a:pt x="53" y="8"/>
                  </a:cubicBezTo>
                  <a:cubicBezTo>
                    <a:pt x="53" y="10"/>
                    <a:pt x="51" y="12"/>
                    <a:pt x="48" y="14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2" y="38"/>
                    <a:pt x="10" y="39"/>
                    <a:pt x="9" y="39"/>
                  </a:cubicBezTo>
                  <a:cubicBezTo>
                    <a:pt x="6" y="39"/>
                    <a:pt x="5" y="38"/>
                    <a:pt x="2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5"/>
                    <a:pt x="15" y="53"/>
                    <a:pt x="15" y="52"/>
                  </a:cubicBezTo>
                  <a:cubicBezTo>
                    <a:pt x="15" y="50"/>
                    <a:pt x="17" y="48"/>
                    <a:pt x="21" y="4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8" y="63"/>
                    <a:pt x="28" y="65"/>
                    <a:pt x="27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4" y="66"/>
                    <a:pt x="23" y="65"/>
                    <a:pt x="21" y="63"/>
                  </a:cubicBezTo>
                  <a:lnTo>
                    <a:pt x="20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1" name="Freeform 303">
              <a:extLst>
                <a:ext uri="{FF2B5EF4-FFF2-40B4-BE49-F238E27FC236}">
                  <a16:creationId xmlns:a16="http://schemas.microsoft.com/office/drawing/2014/main" id="{EFC11723-EE12-4C61-9FCB-4AB7057601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59576" y="12514263"/>
              <a:ext cx="47625" cy="44450"/>
            </a:xfrm>
            <a:custGeom>
              <a:avLst/>
              <a:gdLst>
                <a:gd name="T0" fmla="*/ 2 w 74"/>
                <a:gd name="T1" fmla="*/ 0 h 70"/>
                <a:gd name="T2" fmla="*/ 16 w 74"/>
                <a:gd name="T3" fmla="*/ 8 h 70"/>
                <a:gd name="T4" fmla="*/ 70 w 74"/>
                <a:gd name="T5" fmla="*/ 6 h 70"/>
                <a:gd name="T6" fmla="*/ 74 w 74"/>
                <a:gd name="T7" fmla="*/ 13 h 70"/>
                <a:gd name="T8" fmla="*/ 36 w 74"/>
                <a:gd name="T9" fmla="*/ 54 h 70"/>
                <a:gd name="T10" fmla="*/ 33 w 74"/>
                <a:gd name="T11" fmla="*/ 69 h 70"/>
                <a:gd name="T12" fmla="*/ 31 w 74"/>
                <a:gd name="T13" fmla="*/ 70 h 70"/>
                <a:gd name="T14" fmla="*/ 19 w 74"/>
                <a:gd name="T15" fmla="*/ 43 h 70"/>
                <a:gd name="T16" fmla="*/ 21 w 74"/>
                <a:gd name="T17" fmla="*/ 42 h 70"/>
                <a:gd name="T18" fmla="*/ 27 w 74"/>
                <a:gd name="T19" fmla="*/ 48 h 70"/>
                <a:gd name="T20" fmla="*/ 30 w 74"/>
                <a:gd name="T21" fmla="*/ 46 h 70"/>
                <a:gd name="T22" fmla="*/ 37 w 74"/>
                <a:gd name="T23" fmla="*/ 38 h 70"/>
                <a:gd name="T24" fmla="*/ 26 w 74"/>
                <a:gd name="T25" fmla="*/ 13 h 70"/>
                <a:gd name="T26" fmla="*/ 16 w 74"/>
                <a:gd name="T27" fmla="*/ 14 h 70"/>
                <a:gd name="T28" fmla="*/ 12 w 74"/>
                <a:gd name="T29" fmla="*/ 14 h 70"/>
                <a:gd name="T30" fmla="*/ 12 w 74"/>
                <a:gd name="T31" fmla="*/ 23 h 70"/>
                <a:gd name="T32" fmla="*/ 10 w 74"/>
                <a:gd name="T33" fmla="*/ 24 h 70"/>
                <a:gd name="T34" fmla="*/ 0 w 74"/>
                <a:gd name="T35" fmla="*/ 1 h 70"/>
                <a:gd name="T36" fmla="*/ 2 w 74"/>
                <a:gd name="T37" fmla="*/ 0 h 70"/>
                <a:gd name="T38" fmla="*/ 31 w 74"/>
                <a:gd name="T39" fmla="*/ 13 h 70"/>
                <a:gd name="T40" fmla="*/ 41 w 74"/>
                <a:gd name="T41" fmla="*/ 34 h 70"/>
                <a:gd name="T42" fmla="*/ 61 w 74"/>
                <a:gd name="T43" fmla="*/ 12 h 70"/>
                <a:gd name="T44" fmla="*/ 31 w 74"/>
                <a:gd name="T45" fmla="*/ 1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" h="70">
                  <a:moveTo>
                    <a:pt x="2" y="0"/>
                  </a:moveTo>
                  <a:cubicBezTo>
                    <a:pt x="5" y="6"/>
                    <a:pt x="8" y="8"/>
                    <a:pt x="16" y="8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1" y="59"/>
                    <a:pt x="30" y="62"/>
                    <a:pt x="33" y="69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3" y="46"/>
                    <a:pt x="25" y="49"/>
                    <a:pt x="27" y="48"/>
                  </a:cubicBezTo>
                  <a:cubicBezTo>
                    <a:pt x="28" y="47"/>
                    <a:pt x="29" y="46"/>
                    <a:pt x="30" y="46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3" y="14"/>
                    <a:pt x="12" y="14"/>
                  </a:cubicBezTo>
                  <a:cubicBezTo>
                    <a:pt x="10" y="15"/>
                    <a:pt x="10" y="18"/>
                    <a:pt x="12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2" y="0"/>
                  </a:lnTo>
                  <a:close/>
                  <a:moveTo>
                    <a:pt x="31" y="13"/>
                  </a:moveTo>
                  <a:cubicBezTo>
                    <a:pt x="41" y="34"/>
                    <a:pt x="41" y="34"/>
                    <a:pt x="41" y="34"/>
                  </a:cubicBezTo>
                  <a:cubicBezTo>
                    <a:pt x="61" y="12"/>
                    <a:pt x="61" y="12"/>
                    <a:pt x="61" y="12"/>
                  </a:cubicBezTo>
                  <a:lnTo>
                    <a:pt x="31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2" name="Freeform 304">
              <a:extLst>
                <a:ext uri="{FF2B5EF4-FFF2-40B4-BE49-F238E27FC236}">
                  <a16:creationId xmlns:a16="http://schemas.microsoft.com/office/drawing/2014/main" id="{A51073B7-F625-4068-89FE-3573858356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59576" y="12512675"/>
              <a:ext cx="47625" cy="46037"/>
            </a:xfrm>
            <a:custGeom>
              <a:avLst/>
              <a:gdLst>
                <a:gd name="T0" fmla="*/ 19 w 75"/>
                <a:gd name="T1" fmla="*/ 44 h 71"/>
                <a:gd name="T2" fmla="*/ 22 w 75"/>
                <a:gd name="T3" fmla="*/ 43 h 71"/>
                <a:gd name="T4" fmla="*/ 22 w 75"/>
                <a:gd name="T5" fmla="*/ 43 h 71"/>
                <a:gd name="T6" fmla="*/ 27 w 75"/>
                <a:gd name="T7" fmla="*/ 49 h 71"/>
                <a:gd name="T8" fmla="*/ 28 w 75"/>
                <a:gd name="T9" fmla="*/ 48 h 71"/>
                <a:gd name="T10" fmla="*/ 31 w 75"/>
                <a:gd name="T11" fmla="*/ 46 h 71"/>
                <a:gd name="T12" fmla="*/ 38 w 75"/>
                <a:gd name="T13" fmla="*/ 39 h 71"/>
                <a:gd name="T14" fmla="*/ 27 w 75"/>
                <a:gd name="T15" fmla="*/ 15 h 71"/>
                <a:gd name="T16" fmla="*/ 17 w 75"/>
                <a:gd name="T17" fmla="*/ 15 h 71"/>
                <a:gd name="T18" fmla="*/ 17 w 75"/>
                <a:gd name="T19" fmla="*/ 15 h 71"/>
                <a:gd name="T20" fmla="*/ 14 w 75"/>
                <a:gd name="T21" fmla="*/ 16 h 71"/>
                <a:gd name="T22" fmla="*/ 12 w 75"/>
                <a:gd name="T23" fmla="*/ 18 h 71"/>
                <a:gd name="T24" fmla="*/ 14 w 75"/>
                <a:gd name="T25" fmla="*/ 24 h 71"/>
                <a:gd name="T26" fmla="*/ 14 w 75"/>
                <a:gd name="T27" fmla="*/ 24 h 71"/>
                <a:gd name="T28" fmla="*/ 11 w 75"/>
                <a:gd name="T29" fmla="*/ 25 h 71"/>
                <a:gd name="T30" fmla="*/ 0 w 75"/>
                <a:gd name="T31" fmla="*/ 2 h 71"/>
                <a:gd name="T32" fmla="*/ 3 w 75"/>
                <a:gd name="T33" fmla="*/ 1 h 71"/>
                <a:gd name="T34" fmla="*/ 3 w 75"/>
                <a:gd name="T35" fmla="*/ 0 h 71"/>
                <a:gd name="T36" fmla="*/ 3 w 75"/>
                <a:gd name="T37" fmla="*/ 1 h 71"/>
                <a:gd name="T38" fmla="*/ 15 w 75"/>
                <a:gd name="T39" fmla="*/ 8 h 71"/>
                <a:gd name="T40" fmla="*/ 17 w 75"/>
                <a:gd name="T41" fmla="*/ 8 h 71"/>
                <a:gd name="T42" fmla="*/ 71 w 75"/>
                <a:gd name="T43" fmla="*/ 6 h 71"/>
                <a:gd name="T44" fmla="*/ 75 w 75"/>
                <a:gd name="T45" fmla="*/ 14 h 71"/>
                <a:gd name="T46" fmla="*/ 37 w 75"/>
                <a:gd name="T47" fmla="*/ 55 h 71"/>
                <a:gd name="T48" fmla="*/ 33 w 75"/>
                <a:gd name="T49" fmla="*/ 63 h 71"/>
                <a:gd name="T50" fmla="*/ 35 w 75"/>
                <a:gd name="T51" fmla="*/ 70 h 71"/>
                <a:gd name="T52" fmla="*/ 35 w 75"/>
                <a:gd name="T53" fmla="*/ 70 h 71"/>
                <a:gd name="T54" fmla="*/ 32 w 75"/>
                <a:gd name="T55" fmla="*/ 71 h 71"/>
                <a:gd name="T56" fmla="*/ 19 w 75"/>
                <a:gd name="T57" fmla="*/ 44 h 71"/>
                <a:gd name="T58" fmla="*/ 20 w 75"/>
                <a:gd name="T59" fmla="*/ 44 h 71"/>
                <a:gd name="T60" fmla="*/ 32 w 75"/>
                <a:gd name="T61" fmla="*/ 70 h 71"/>
                <a:gd name="T62" fmla="*/ 34 w 75"/>
                <a:gd name="T63" fmla="*/ 70 h 71"/>
                <a:gd name="T64" fmla="*/ 32 w 75"/>
                <a:gd name="T65" fmla="*/ 63 h 71"/>
                <a:gd name="T66" fmla="*/ 37 w 75"/>
                <a:gd name="T67" fmla="*/ 55 h 71"/>
                <a:gd name="T68" fmla="*/ 74 w 75"/>
                <a:gd name="T69" fmla="*/ 14 h 71"/>
                <a:gd name="T70" fmla="*/ 71 w 75"/>
                <a:gd name="T71" fmla="*/ 7 h 71"/>
                <a:gd name="T72" fmla="*/ 17 w 75"/>
                <a:gd name="T73" fmla="*/ 9 h 71"/>
                <a:gd name="T74" fmla="*/ 15 w 75"/>
                <a:gd name="T75" fmla="*/ 9 h 71"/>
                <a:gd name="T76" fmla="*/ 3 w 75"/>
                <a:gd name="T77" fmla="*/ 1 h 71"/>
                <a:gd name="T78" fmla="*/ 1 w 75"/>
                <a:gd name="T79" fmla="*/ 2 h 71"/>
                <a:gd name="T80" fmla="*/ 11 w 75"/>
                <a:gd name="T81" fmla="*/ 24 h 71"/>
                <a:gd name="T82" fmla="*/ 13 w 75"/>
                <a:gd name="T83" fmla="*/ 24 h 71"/>
                <a:gd name="T84" fmla="*/ 11 w 75"/>
                <a:gd name="T85" fmla="*/ 18 h 71"/>
                <a:gd name="T86" fmla="*/ 13 w 75"/>
                <a:gd name="T87" fmla="*/ 15 h 71"/>
                <a:gd name="T88" fmla="*/ 17 w 75"/>
                <a:gd name="T89" fmla="*/ 14 h 71"/>
                <a:gd name="T90" fmla="*/ 17 w 75"/>
                <a:gd name="T91" fmla="*/ 14 h 71"/>
                <a:gd name="T92" fmla="*/ 27 w 75"/>
                <a:gd name="T93" fmla="*/ 14 h 71"/>
                <a:gd name="T94" fmla="*/ 39 w 75"/>
                <a:gd name="T95" fmla="*/ 39 h 71"/>
                <a:gd name="T96" fmla="*/ 31 w 75"/>
                <a:gd name="T97" fmla="*/ 47 h 71"/>
                <a:gd name="T98" fmla="*/ 28 w 75"/>
                <a:gd name="T99" fmla="*/ 49 h 71"/>
                <a:gd name="T100" fmla="*/ 27 w 75"/>
                <a:gd name="T101" fmla="*/ 49 h 71"/>
                <a:gd name="T102" fmla="*/ 22 w 75"/>
                <a:gd name="T103" fmla="*/ 43 h 71"/>
                <a:gd name="T104" fmla="*/ 20 w 75"/>
                <a:gd name="T105" fmla="*/ 44 h 71"/>
                <a:gd name="T106" fmla="*/ 32 w 75"/>
                <a:gd name="T107" fmla="*/ 14 h 71"/>
                <a:gd name="T108" fmla="*/ 31 w 75"/>
                <a:gd name="T109" fmla="*/ 14 h 71"/>
                <a:gd name="T110" fmla="*/ 63 w 75"/>
                <a:gd name="T111" fmla="*/ 13 h 71"/>
                <a:gd name="T112" fmla="*/ 41 w 75"/>
                <a:gd name="T113" fmla="*/ 36 h 71"/>
                <a:gd name="T114" fmla="*/ 32 w 75"/>
                <a:gd name="T115" fmla="*/ 14 h 71"/>
                <a:gd name="T116" fmla="*/ 42 w 75"/>
                <a:gd name="T117" fmla="*/ 35 h 71"/>
                <a:gd name="T118" fmla="*/ 62 w 75"/>
                <a:gd name="T119" fmla="*/ 13 h 71"/>
                <a:gd name="T120" fmla="*/ 32 w 75"/>
                <a:gd name="T121" fmla="*/ 14 h 71"/>
                <a:gd name="T122" fmla="*/ 42 w 75"/>
                <a:gd name="T123" fmla="*/ 3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" h="71">
                  <a:moveTo>
                    <a:pt x="19" y="44"/>
                  </a:moveTo>
                  <a:cubicBezTo>
                    <a:pt x="22" y="43"/>
                    <a:pt x="22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6"/>
                    <a:pt x="25" y="49"/>
                    <a:pt x="27" y="49"/>
                  </a:cubicBezTo>
                  <a:cubicBezTo>
                    <a:pt x="27" y="49"/>
                    <a:pt x="28" y="49"/>
                    <a:pt x="28" y="48"/>
                  </a:cubicBezTo>
                  <a:cubicBezTo>
                    <a:pt x="29" y="48"/>
                    <a:pt x="30" y="47"/>
                    <a:pt x="31" y="46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5" y="15"/>
                    <a:pt x="14" y="16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2" y="19"/>
                    <a:pt x="12" y="21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6" y="7"/>
                    <a:pt x="8" y="8"/>
                    <a:pt x="15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4" y="58"/>
                    <a:pt x="33" y="61"/>
                    <a:pt x="33" y="63"/>
                  </a:cubicBezTo>
                  <a:cubicBezTo>
                    <a:pt x="33" y="65"/>
                    <a:pt x="33" y="67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2" y="71"/>
                    <a:pt x="32" y="71"/>
                    <a:pt x="32" y="71"/>
                  </a:cubicBezTo>
                  <a:lnTo>
                    <a:pt x="19" y="44"/>
                  </a:lnTo>
                  <a:close/>
                  <a:moveTo>
                    <a:pt x="20" y="44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3" y="67"/>
                    <a:pt x="32" y="65"/>
                    <a:pt x="32" y="63"/>
                  </a:cubicBezTo>
                  <a:cubicBezTo>
                    <a:pt x="32" y="60"/>
                    <a:pt x="34" y="58"/>
                    <a:pt x="37" y="5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5" y="9"/>
                  </a:cubicBezTo>
                  <a:cubicBezTo>
                    <a:pt x="8" y="9"/>
                    <a:pt x="5" y="7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1"/>
                    <a:pt x="11" y="20"/>
                    <a:pt x="11" y="18"/>
                  </a:cubicBezTo>
                  <a:cubicBezTo>
                    <a:pt x="11" y="17"/>
                    <a:pt x="12" y="16"/>
                    <a:pt x="13" y="15"/>
                  </a:cubicBezTo>
                  <a:cubicBezTo>
                    <a:pt x="14" y="14"/>
                    <a:pt x="16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28" y="49"/>
                    <a:pt x="28" y="49"/>
                    <a:pt x="27" y="49"/>
                  </a:cubicBezTo>
                  <a:cubicBezTo>
                    <a:pt x="25" y="49"/>
                    <a:pt x="23" y="46"/>
                    <a:pt x="22" y="43"/>
                  </a:cubicBezTo>
                  <a:lnTo>
                    <a:pt x="20" y="44"/>
                  </a:lnTo>
                  <a:close/>
                  <a:moveTo>
                    <a:pt x="32" y="14"/>
                  </a:moveTo>
                  <a:cubicBezTo>
                    <a:pt x="31" y="14"/>
                    <a:pt x="31" y="14"/>
                    <a:pt x="31" y="14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41" y="36"/>
                    <a:pt x="41" y="36"/>
                    <a:pt x="41" y="36"/>
                  </a:cubicBezTo>
                  <a:lnTo>
                    <a:pt x="32" y="14"/>
                  </a:lnTo>
                  <a:close/>
                  <a:moveTo>
                    <a:pt x="42" y="35"/>
                  </a:moveTo>
                  <a:cubicBezTo>
                    <a:pt x="62" y="13"/>
                    <a:pt x="62" y="13"/>
                    <a:pt x="62" y="13"/>
                  </a:cubicBezTo>
                  <a:cubicBezTo>
                    <a:pt x="32" y="14"/>
                    <a:pt x="32" y="14"/>
                    <a:pt x="32" y="14"/>
                  </a:cubicBezTo>
                  <a:lnTo>
                    <a:pt x="42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3" name="Freeform 305">
              <a:extLst>
                <a:ext uri="{FF2B5EF4-FFF2-40B4-BE49-F238E27FC236}">
                  <a16:creationId xmlns:a16="http://schemas.microsoft.com/office/drawing/2014/main" id="{F675515D-D488-4EAE-B146-A20AD6AAC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78626" y="12547600"/>
              <a:ext cx="46038" cy="47625"/>
            </a:xfrm>
            <a:custGeom>
              <a:avLst/>
              <a:gdLst>
                <a:gd name="T0" fmla="*/ 2 w 72"/>
                <a:gd name="T1" fmla="*/ 16 h 74"/>
                <a:gd name="T2" fmla="*/ 13 w 72"/>
                <a:gd name="T3" fmla="*/ 22 h 74"/>
                <a:gd name="T4" fmla="*/ 51 w 72"/>
                <a:gd name="T5" fmla="*/ 11 h 74"/>
                <a:gd name="T6" fmla="*/ 57 w 72"/>
                <a:gd name="T7" fmla="*/ 0 h 74"/>
                <a:gd name="T8" fmla="*/ 59 w 72"/>
                <a:gd name="T9" fmla="*/ 0 h 74"/>
                <a:gd name="T10" fmla="*/ 67 w 72"/>
                <a:gd name="T11" fmla="*/ 26 h 74"/>
                <a:gd name="T12" fmla="*/ 47 w 72"/>
                <a:gd name="T13" fmla="*/ 67 h 74"/>
                <a:gd name="T14" fmla="*/ 7 w 72"/>
                <a:gd name="T15" fmla="*/ 43 h 74"/>
                <a:gd name="T16" fmla="*/ 0 w 72"/>
                <a:gd name="T17" fmla="*/ 17 h 74"/>
                <a:gd name="T18" fmla="*/ 2 w 72"/>
                <a:gd name="T19" fmla="*/ 16 h 74"/>
                <a:gd name="T20" fmla="*/ 16 w 72"/>
                <a:gd name="T21" fmla="*/ 33 h 74"/>
                <a:gd name="T22" fmla="*/ 11 w 72"/>
                <a:gd name="T23" fmla="*/ 42 h 74"/>
                <a:gd name="T24" fmla="*/ 43 w 72"/>
                <a:gd name="T25" fmla="*/ 55 h 74"/>
                <a:gd name="T26" fmla="*/ 63 w 72"/>
                <a:gd name="T27" fmla="*/ 27 h 74"/>
                <a:gd name="T28" fmla="*/ 54 w 72"/>
                <a:gd name="T29" fmla="*/ 22 h 74"/>
                <a:gd name="T30" fmla="*/ 16 w 72"/>
                <a:gd name="T31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74">
                  <a:moveTo>
                    <a:pt x="2" y="16"/>
                  </a:moveTo>
                  <a:cubicBezTo>
                    <a:pt x="4" y="23"/>
                    <a:pt x="6" y="24"/>
                    <a:pt x="13" y="2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8" y="9"/>
                    <a:pt x="59" y="7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72" y="44"/>
                    <a:pt x="72" y="59"/>
                    <a:pt x="47" y="67"/>
                  </a:cubicBezTo>
                  <a:cubicBezTo>
                    <a:pt x="21" y="74"/>
                    <a:pt x="13" y="62"/>
                    <a:pt x="7" y="43"/>
                  </a:cubicBezTo>
                  <a:cubicBezTo>
                    <a:pt x="0" y="17"/>
                    <a:pt x="0" y="17"/>
                    <a:pt x="0" y="17"/>
                  </a:cubicBezTo>
                  <a:lnTo>
                    <a:pt x="2" y="16"/>
                  </a:lnTo>
                  <a:close/>
                  <a:moveTo>
                    <a:pt x="16" y="33"/>
                  </a:moveTo>
                  <a:cubicBezTo>
                    <a:pt x="11" y="35"/>
                    <a:pt x="10" y="35"/>
                    <a:pt x="11" y="42"/>
                  </a:cubicBezTo>
                  <a:cubicBezTo>
                    <a:pt x="16" y="59"/>
                    <a:pt x="25" y="60"/>
                    <a:pt x="43" y="55"/>
                  </a:cubicBezTo>
                  <a:cubicBezTo>
                    <a:pt x="60" y="50"/>
                    <a:pt x="68" y="45"/>
                    <a:pt x="63" y="27"/>
                  </a:cubicBezTo>
                  <a:cubicBezTo>
                    <a:pt x="61" y="21"/>
                    <a:pt x="60" y="21"/>
                    <a:pt x="54" y="22"/>
                  </a:cubicBezTo>
                  <a:lnTo>
                    <a:pt x="16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4" name="Freeform 306">
              <a:extLst>
                <a:ext uri="{FF2B5EF4-FFF2-40B4-BE49-F238E27FC236}">
                  <a16:creationId xmlns:a16="http://schemas.microsoft.com/office/drawing/2014/main" id="{0D489FD3-C652-4356-9DCB-57C748C811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78626" y="12547600"/>
              <a:ext cx="46038" cy="44450"/>
            </a:xfrm>
            <a:custGeom>
              <a:avLst/>
              <a:gdLst>
                <a:gd name="T0" fmla="*/ 8 w 71"/>
                <a:gd name="T1" fmla="*/ 44 h 70"/>
                <a:gd name="T2" fmla="*/ 0 w 71"/>
                <a:gd name="T3" fmla="*/ 18 h 70"/>
                <a:gd name="T4" fmla="*/ 3 w 71"/>
                <a:gd name="T5" fmla="*/ 17 h 70"/>
                <a:gd name="T6" fmla="*/ 3 w 71"/>
                <a:gd name="T7" fmla="*/ 17 h 70"/>
                <a:gd name="T8" fmla="*/ 3 w 71"/>
                <a:gd name="T9" fmla="*/ 17 h 70"/>
                <a:gd name="T10" fmla="*/ 9 w 71"/>
                <a:gd name="T11" fmla="*/ 24 h 70"/>
                <a:gd name="T12" fmla="*/ 14 w 71"/>
                <a:gd name="T13" fmla="*/ 23 h 70"/>
                <a:gd name="T14" fmla="*/ 52 w 71"/>
                <a:gd name="T15" fmla="*/ 12 h 70"/>
                <a:gd name="T16" fmla="*/ 59 w 71"/>
                <a:gd name="T17" fmla="*/ 7 h 70"/>
                <a:gd name="T18" fmla="*/ 58 w 71"/>
                <a:gd name="T19" fmla="*/ 2 h 70"/>
                <a:gd name="T20" fmla="*/ 58 w 71"/>
                <a:gd name="T21" fmla="*/ 1 h 70"/>
                <a:gd name="T22" fmla="*/ 61 w 71"/>
                <a:gd name="T23" fmla="*/ 0 h 70"/>
                <a:gd name="T24" fmla="*/ 68 w 71"/>
                <a:gd name="T25" fmla="*/ 26 h 70"/>
                <a:gd name="T26" fmla="*/ 71 w 71"/>
                <a:gd name="T27" fmla="*/ 43 h 70"/>
                <a:gd name="T28" fmla="*/ 48 w 71"/>
                <a:gd name="T29" fmla="*/ 68 h 70"/>
                <a:gd name="T30" fmla="*/ 34 w 71"/>
                <a:gd name="T31" fmla="*/ 70 h 70"/>
                <a:gd name="T32" fmla="*/ 8 w 71"/>
                <a:gd name="T33" fmla="*/ 44 h 70"/>
                <a:gd name="T34" fmla="*/ 1 w 71"/>
                <a:gd name="T35" fmla="*/ 18 h 70"/>
                <a:gd name="T36" fmla="*/ 9 w 71"/>
                <a:gd name="T37" fmla="*/ 44 h 70"/>
                <a:gd name="T38" fmla="*/ 34 w 71"/>
                <a:gd name="T39" fmla="*/ 70 h 70"/>
                <a:gd name="T40" fmla="*/ 48 w 71"/>
                <a:gd name="T41" fmla="*/ 67 h 70"/>
                <a:gd name="T42" fmla="*/ 70 w 71"/>
                <a:gd name="T43" fmla="*/ 43 h 70"/>
                <a:gd name="T44" fmla="*/ 68 w 71"/>
                <a:gd name="T45" fmla="*/ 27 h 70"/>
                <a:gd name="T46" fmla="*/ 60 w 71"/>
                <a:gd name="T47" fmla="*/ 1 h 70"/>
                <a:gd name="T48" fmla="*/ 59 w 71"/>
                <a:gd name="T49" fmla="*/ 2 h 70"/>
                <a:gd name="T50" fmla="*/ 59 w 71"/>
                <a:gd name="T51" fmla="*/ 7 h 70"/>
                <a:gd name="T52" fmla="*/ 52 w 71"/>
                <a:gd name="T53" fmla="*/ 13 h 70"/>
                <a:gd name="T54" fmla="*/ 14 w 71"/>
                <a:gd name="T55" fmla="*/ 24 h 70"/>
                <a:gd name="T56" fmla="*/ 9 w 71"/>
                <a:gd name="T57" fmla="*/ 25 h 70"/>
                <a:gd name="T58" fmla="*/ 3 w 71"/>
                <a:gd name="T59" fmla="*/ 18 h 70"/>
                <a:gd name="T60" fmla="*/ 1 w 71"/>
                <a:gd name="T61" fmla="*/ 18 h 70"/>
                <a:gd name="T62" fmla="*/ 12 w 71"/>
                <a:gd name="T63" fmla="*/ 43 h 70"/>
                <a:gd name="T64" fmla="*/ 11 w 71"/>
                <a:gd name="T65" fmla="*/ 39 h 70"/>
                <a:gd name="T66" fmla="*/ 17 w 71"/>
                <a:gd name="T67" fmla="*/ 34 h 70"/>
                <a:gd name="T68" fmla="*/ 55 w 71"/>
                <a:gd name="T69" fmla="*/ 23 h 70"/>
                <a:gd name="T70" fmla="*/ 59 w 71"/>
                <a:gd name="T71" fmla="*/ 22 h 70"/>
                <a:gd name="T72" fmla="*/ 64 w 71"/>
                <a:gd name="T73" fmla="*/ 28 h 70"/>
                <a:gd name="T74" fmla="*/ 66 w 71"/>
                <a:gd name="T75" fmla="*/ 38 h 70"/>
                <a:gd name="T76" fmla="*/ 44 w 71"/>
                <a:gd name="T77" fmla="*/ 56 h 70"/>
                <a:gd name="T78" fmla="*/ 30 w 71"/>
                <a:gd name="T79" fmla="*/ 59 h 70"/>
                <a:gd name="T80" fmla="*/ 29 w 71"/>
                <a:gd name="T81" fmla="*/ 59 h 70"/>
                <a:gd name="T82" fmla="*/ 12 w 71"/>
                <a:gd name="T83" fmla="*/ 43 h 70"/>
                <a:gd name="T84" fmla="*/ 12 w 71"/>
                <a:gd name="T85" fmla="*/ 39 h 70"/>
                <a:gd name="T86" fmla="*/ 13 w 71"/>
                <a:gd name="T87" fmla="*/ 43 h 70"/>
                <a:gd name="T88" fmla="*/ 30 w 71"/>
                <a:gd name="T89" fmla="*/ 58 h 70"/>
                <a:gd name="T90" fmla="*/ 44 w 71"/>
                <a:gd name="T91" fmla="*/ 56 h 70"/>
                <a:gd name="T92" fmla="*/ 65 w 71"/>
                <a:gd name="T93" fmla="*/ 38 h 70"/>
                <a:gd name="T94" fmla="*/ 63 w 71"/>
                <a:gd name="T95" fmla="*/ 28 h 70"/>
                <a:gd name="T96" fmla="*/ 59 w 71"/>
                <a:gd name="T97" fmla="*/ 23 h 70"/>
                <a:gd name="T98" fmla="*/ 56 w 71"/>
                <a:gd name="T99" fmla="*/ 24 h 70"/>
                <a:gd name="T100" fmla="*/ 17 w 71"/>
                <a:gd name="T101" fmla="*/ 35 h 70"/>
                <a:gd name="T102" fmla="*/ 12 w 71"/>
                <a:gd name="T103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" h="70">
                  <a:moveTo>
                    <a:pt x="8" y="4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22"/>
                    <a:pt x="6" y="24"/>
                    <a:pt x="9" y="24"/>
                  </a:cubicBezTo>
                  <a:cubicBezTo>
                    <a:pt x="10" y="24"/>
                    <a:pt x="12" y="24"/>
                    <a:pt x="14" y="2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7" y="11"/>
                    <a:pt x="59" y="9"/>
                    <a:pt x="59" y="7"/>
                  </a:cubicBezTo>
                  <a:cubicBezTo>
                    <a:pt x="59" y="5"/>
                    <a:pt x="58" y="4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70" y="32"/>
                    <a:pt x="71" y="38"/>
                    <a:pt x="71" y="43"/>
                  </a:cubicBezTo>
                  <a:cubicBezTo>
                    <a:pt x="71" y="54"/>
                    <a:pt x="65" y="63"/>
                    <a:pt x="48" y="68"/>
                  </a:cubicBezTo>
                  <a:cubicBezTo>
                    <a:pt x="42" y="69"/>
                    <a:pt x="38" y="70"/>
                    <a:pt x="34" y="70"/>
                  </a:cubicBezTo>
                  <a:cubicBezTo>
                    <a:pt x="18" y="70"/>
                    <a:pt x="12" y="59"/>
                    <a:pt x="8" y="44"/>
                  </a:cubicBezTo>
                  <a:moveTo>
                    <a:pt x="1" y="18"/>
                  </a:moveTo>
                  <a:cubicBezTo>
                    <a:pt x="9" y="44"/>
                    <a:pt x="9" y="44"/>
                    <a:pt x="9" y="44"/>
                  </a:cubicBezTo>
                  <a:cubicBezTo>
                    <a:pt x="13" y="59"/>
                    <a:pt x="19" y="70"/>
                    <a:pt x="34" y="70"/>
                  </a:cubicBezTo>
                  <a:cubicBezTo>
                    <a:pt x="38" y="70"/>
                    <a:pt x="42" y="69"/>
                    <a:pt x="48" y="67"/>
                  </a:cubicBezTo>
                  <a:cubicBezTo>
                    <a:pt x="65" y="62"/>
                    <a:pt x="70" y="54"/>
                    <a:pt x="70" y="43"/>
                  </a:cubicBezTo>
                  <a:cubicBezTo>
                    <a:pt x="70" y="38"/>
                    <a:pt x="69" y="32"/>
                    <a:pt x="68" y="27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4"/>
                    <a:pt x="59" y="5"/>
                    <a:pt x="59" y="7"/>
                  </a:cubicBezTo>
                  <a:cubicBezTo>
                    <a:pt x="59" y="10"/>
                    <a:pt x="57" y="11"/>
                    <a:pt x="52" y="1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2" y="24"/>
                    <a:pt x="10" y="25"/>
                    <a:pt x="9" y="25"/>
                  </a:cubicBezTo>
                  <a:cubicBezTo>
                    <a:pt x="6" y="25"/>
                    <a:pt x="4" y="23"/>
                    <a:pt x="3" y="18"/>
                  </a:cubicBezTo>
                  <a:lnTo>
                    <a:pt x="1" y="18"/>
                  </a:lnTo>
                  <a:close/>
                  <a:moveTo>
                    <a:pt x="12" y="43"/>
                  </a:moveTo>
                  <a:cubicBezTo>
                    <a:pt x="12" y="41"/>
                    <a:pt x="11" y="40"/>
                    <a:pt x="11" y="39"/>
                  </a:cubicBezTo>
                  <a:cubicBezTo>
                    <a:pt x="11" y="36"/>
                    <a:pt x="14" y="35"/>
                    <a:pt x="17" y="34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62" y="22"/>
                    <a:pt x="63" y="24"/>
                    <a:pt x="64" y="28"/>
                  </a:cubicBezTo>
                  <a:cubicBezTo>
                    <a:pt x="65" y="31"/>
                    <a:pt x="66" y="35"/>
                    <a:pt x="66" y="38"/>
                  </a:cubicBezTo>
                  <a:cubicBezTo>
                    <a:pt x="66" y="49"/>
                    <a:pt x="57" y="52"/>
                    <a:pt x="44" y="56"/>
                  </a:cubicBezTo>
                  <a:cubicBezTo>
                    <a:pt x="38" y="58"/>
                    <a:pt x="34" y="59"/>
                    <a:pt x="30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1" y="59"/>
                    <a:pt x="15" y="54"/>
                    <a:pt x="12" y="43"/>
                  </a:cubicBezTo>
                  <a:moveTo>
                    <a:pt x="12" y="39"/>
                  </a:moveTo>
                  <a:cubicBezTo>
                    <a:pt x="12" y="40"/>
                    <a:pt x="12" y="41"/>
                    <a:pt x="13" y="43"/>
                  </a:cubicBezTo>
                  <a:cubicBezTo>
                    <a:pt x="16" y="54"/>
                    <a:pt x="21" y="58"/>
                    <a:pt x="30" y="58"/>
                  </a:cubicBezTo>
                  <a:cubicBezTo>
                    <a:pt x="34" y="58"/>
                    <a:pt x="38" y="57"/>
                    <a:pt x="44" y="56"/>
                  </a:cubicBezTo>
                  <a:cubicBezTo>
                    <a:pt x="57" y="52"/>
                    <a:pt x="65" y="48"/>
                    <a:pt x="65" y="38"/>
                  </a:cubicBezTo>
                  <a:cubicBezTo>
                    <a:pt x="65" y="35"/>
                    <a:pt x="64" y="32"/>
                    <a:pt x="63" y="28"/>
                  </a:cubicBezTo>
                  <a:cubicBezTo>
                    <a:pt x="62" y="24"/>
                    <a:pt x="62" y="23"/>
                    <a:pt x="59" y="23"/>
                  </a:cubicBezTo>
                  <a:cubicBezTo>
                    <a:pt x="58" y="23"/>
                    <a:pt x="57" y="23"/>
                    <a:pt x="56" y="2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36"/>
                    <a:pt x="12" y="36"/>
                    <a:pt x="12" y="3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5" name="Freeform 307">
              <a:extLst>
                <a:ext uri="{FF2B5EF4-FFF2-40B4-BE49-F238E27FC236}">
                  <a16:creationId xmlns:a16="http://schemas.microsoft.com/office/drawing/2014/main" id="{047CF10B-9EC1-4E86-8376-3C08DF591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91326" y="12596813"/>
              <a:ext cx="44450" cy="38100"/>
            </a:xfrm>
            <a:custGeom>
              <a:avLst/>
              <a:gdLst>
                <a:gd name="T0" fmla="*/ 2 w 68"/>
                <a:gd name="T1" fmla="*/ 9 h 59"/>
                <a:gd name="T2" fmla="*/ 12 w 68"/>
                <a:gd name="T3" fmla="*/ 17 h 59"/>
                <a:gd name="T4" fmla="*/ 52 w 68"/>
                <a:gd name="T5" fmla="*/ 11 h 59"/>
                <a:gd name="T6" fmla="*/ 59 w 68"/>
                <a:gd name="T7" fmla="*/ 1 h 59"/>
                <a:gd name="T8" fmla="*/ 61 w 68"/>
                <a:gd name="T9" fmla="*/ 0 h 59"/>
                <a:gd name="T10" fmla="*/ 68 w 68"/>
                <a:gd name="T11" fmla="*/ 49 h 59"/>
                <a:gd name="T12" fmla="*/ 55 w 68"/>
                <a:gd name="T13" fmla="*/ 51 h 59"/>
                <a:gd name="T14" fmla="*/ 55 w 68"/>
                <a:gd name="T15" fmla="*/ 48 h 59"/>
                <a:gd name="T16" fmla="*/ 62 w 68"/>
                <a:gd name="T17" fmla="*/ 34 h 59"/>
                <a:gd name="T18" fmla="*/ 61 w 68"/>
                <a:gd name="T19" fmla="*/ 27 h 59"/>
                <a:gd name="T20" fmla="*/ 53 w 68"/>
                <a:gd name="T21" fmla="*/ 22 h 59"/>
                <a:gd name="T22" fmla="*/ 37 w 68"/>
                <a:gd name="T23" fmla="*/ 24 h 59"/>
                <a:gd name="T24" fmla="*/ 39 w 68"/>
                <a:gd name="T25" fmla="*/ 38 h 59"/>
                <a:gd name="T26" fmla="*/ 47 w 68"/>
                <a:gd name="T27" fmla="*/ 44 h 59"/>
                <a:gd name="T28" fmla="*/ 48 w 68"/>
                <a:gd name="T29" fmla="*/ 47 h 59"/>
                <a:gd name="T30" fmla="*/ 29 w 68"/>
                <a:gd name="T31" fmla="*/ 50 h 59"/>
                <a:gd name="T32" fmla="*/ 28 w 68"/>
                <a:gd name="T33" fmla="*/ 47 h 59"/>
                <a:gd name="T34" fmla="*/ 35 w 68"/>
                <a:gd name="T35" fmla="*/ 38 h 59"/>
                <a:gd name="T36" fmla="*/ 33 w 68"/>
                <a:gd name="T37" fmla="*/ 25 h 59"/>
                <a:gd name="T38" fmla="*/ 14 w 68"/>
                <a:gd name="T39" fmla="*/ 28 h 59"/>
                <a:gd name="T40" fmla="*/ 8 w 68"/>
                <a:gd name="T41" fmla="*/ 35 h 59"/>
                <a:gd name="T42" fmla="*/ 9 w 68"/>
                <a:gd name="T43" fmla="*/ 44 h 59"/>
                <a:gd name="T44" fmla="*/ 20 w 68"/>
                <a:gd name="T45" fmla="*/ 55 h 59"/>
                <a:gd name="T46" fmla="*/ 21 w 68"/>
                <a:gd name="T47" fmla="*/ 58 h 59"/>
                <a:gd name="T48" fmla="*/ 7 w 68"/>
                <a:gd name="T49" fmla="*/ 59 h 59"/>
                <a:gd name="T50" fmla="*/ 0 w 68"/>
                <a:gd name="T51" fmla="*/ 10 h 59"/>
                <a:gd name="T52" fmla="*/ 2 w 68"/>
                <a:gd name="T53" fmla="*/ 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59">
                  <a:moveTo>
                    <a:pt x="2" y="9"/>
                  </a:moveTo>
                  <a:cubicBezTo>
                    <a:pt x="3" y="16"/>
                    <a:pt x="5" y="18"/>
                    <a:pt x="12" y="17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9" y="10"/>
                    <a:pt x="60" y="8"/>
                    <a:pt x="59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0" y="47"/>
                    <a:pt x="63" y="45"/>
                    <a:pt x="62" y="3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0" y="22"/>
                    <a:pt x="58" y="21"/>
                    <a:pt x="53" y="22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40" y="44"/>
                    <a:pt x="41" y="45"/>
                    <a:pt x="47" y="44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4" y="46"/>
                    <a:pt x="36" y="45"/>
                    <a:pt x="35" y="38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7" y="29"/>
                    <a:pt x="7" y="30"/>
                    <a:pt x="8" y="35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1" y="53"/>
                    <a:pt x="14" y="56"/>
                    <a:pt x="20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0" y="10"/>
                    <a:pt x="0" y="10"/>
                    <a:pt x="0" y="10"/>
                  </a:cubicBezTo>
                  <a:lnTo>
                    <a:pt x="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6" name="Freeform 308">
              <a:extLst>
                <a:ext uri="{FF2B5EF4-FFF2-40B4-BE49-F238E27FC236}">
                  <a16:creationId xmlns:a16="http://schemas.microsoft.com/office/drawing/2014/main" id="{8B3A905B-EB1E-4E5A-8DF5-A61CBB6B439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91326" y="12596813"/>
              <a:ext cx="44450" cy="38100"/>
            </a:xfrm>
            <a:custGeom>
              <a:avLst/>
              <a:gdLst>
                <a:gd name="T0" fmla="*/ 3 w 70"/>
                <a:gd name="T1" fmla="*/ 9 h 60"/>
                <a:gd name="T2" fmla="*/ 3 w 70"/>
                <a:gd name="T3" fmla="*/ 9 h 60"/>
                <a:gd name="T4" fmla="*/ 13 w 70"/>
                <a:gd name="T5" fmla="*/ 16 h 60"/>
                <a:gd name="T6" fmla="*/ 60 w 70"/>
                <a:gd name="T7" fmla="*/ 5 h 60"/>
                <a:gd name="T8" fmla="*/ 59 w 70"/>
                <a:gd name="T9" fmla="*/ 0 h 60"/>
                <a:gd name="T10" fmla="*/ 70 w 70"/>
                <a:gd name="T11" fmla="*/ 49 h 60"/>
                <a:gd name="T12" fmla="*/ 55 w 70"/>
                <a:gd name="T13" fmla="*/ 48 h 60"/>
                <a:gd name="T14" fmla="*/ 63 w 70"/>
                <a:gd name="T15" fmla="*/ 39 h 60"/>
                <a:gd name="T16" fmla="*/ 61 w 70"/>
                <a:gd name="T17" fmla="*/ 27 h 60"/>
                <a:gd name="T18" fmla="*/ 54 w 70"/>
                <a:gd name="T19" fmla="*/ 22 h 60"/>
                <a:gd name="T20" fmla="*/ 40 w 70"/>
                <a:gd name="T21" fmla="*/ 38 h 60"/>
                <a:gd name="T22" fmla="*/ 48 w 70"/>
                <a:gd name="T23" fmla="*/ 44 h 60"/>
                <a:gd name="T24" fmla="*/ 49 w 70"/>
                <a:gd name="T25" fmla="*/ 47 h 60"/>
                <a:gd name="T26" fmla="*/ 29 w 70"/>
                <a:gd name="T27" fmla="*/ 47 h 60"/>
                <a:gd name="T28" fmla="*/ 36 w 70"/>
                <a:gd name="T29" fmla="*/ 41 h 60"/>
                <a:gd name="T30" fmla="*/ 33 w 70"/>
                <a:gd name="T31" fmla="*/ 25 h 60"/>
                <a:gd name="T32" fmla="*/ 9 w 70"/>
                <a:gd name="T33" fmla="*/ 32 h 60"/>
                <a:gd name="T34" fmla="*/ 11 w 70"/>
                <a:gd name="T35" fmla="*/ 44 h 60"/>
                <a:gd name="T36" fmla="*/ 21 w 70"/>
                <a:gd name="T37" fmla="*/ 55 h 60"/>
                <a:gd name="T38" fmla="*/ 22 w 70"/>
                <a:gd name="T39" fmla="*/ 58 h 60"/>
                <a:gd name="T40" fmla="*/ 0 w 70"/>
                <a:gd name="T41" fmla="*/ 9 h 60"/>
                <a:gd name="T42" fmla="*/ 8 w 70"/>
                <a:gd name="T43" fmla="*/ 59 h 60"/>
                <a:gd name="T44" fmla="*/ 21 w 70"/>
                <a:gd name="T45" fmla="*/ 55 h 60"/>
                <a:gd name="T46" fmla="*/ 10 w 70"/>
                <a:gd name="T47" fmla="*/ 45 h 60"/>
                <a:gd name="T48" fmla="*/ 8 w 70"/>
                <a:gd name="T49" fmla="*/ 32 h 60"/>
                <a:gd name="T50" fmla="*/ 34 w 70"/>
                <a:gd name="T51" fmla="*/ 25 h 60"/>
                <a:gd name="T52" fmla="*/ 36 w 70"/>
                <a:gd name="T53" fmla="*/ 41 h 60"/>
                <a:gd name="T54" fmla="*/ 30 w 70"/>
                <a:gd name="T55" fmla="*/ 50 h 60"/>
                <a:gd name="T56" fmla="*/ 48 w 70"/>
                <a:gd name="T57" fmla="*/ 45 h 60"/>
                <a:gd name="T58" fmla="*/ 40 w 70"/>
                <a:gd name="T59" fmla="*/ 38 h 60"/>
                <a:gd name="T60" fmla="*/ 54 w 70"/>
                <a:gd name="T61" fmla="*/ 22 h 60"/>
                <a:gd name="T62" fmla="*/ 62 w 70"/>
                <a:gd name="T63" fmla="*/ 27 h 60"/>
                <a:gd name="T64" fmla="*/ 63 w 70"/>
                <a:gd name="T65" fmla="*/ 39 h 60"/>
                <a:gd name="T66" fmla="*/ 56 w 70"/>
                <a:gd name="T67" fmla="*/ 51 h 60"/>
                <a:gd name="T68" fmla="*/ 62 w 70"/>
                <a:gd name="T69" fmla="*/ 1 h 60"/>
                <a:gd name="T70" fmla="*/ 60 w 70"/>
                <a:gd name="T71" fmla="*/ 5 h 60"/>
                <a:gd name="T72" fmla="*/ 13 w 70"/>
                <a:gd name="T73" fmla="*/ 17 h 60"/>
                <a:gd name="T74" fmla="*/ 3 w 70"/>
                <a:gd name="T75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0">
                  <a:moveTo>
                    <a:pt x="0" y="9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5"/>
                    <a:pt x="5" y="17"/>
                    <a:pt x="9" y="17"/>
                  </a:cubicBezTo>
                  <a:cubicBezTo>
                    <a:pt x="10" y="17"/>
                    <a:pt x="11" y="17"/>
                    <a:pt x="13" y="16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8" y="9"/>
                    <a:pt x="60" y="8"/>
                    <a:pt x="60" y="5"/>
                  </a:cubicBezTo>
                  <a:cubicBezTo>
                    <a:pt x="60" y="3"/>
                    <a:pt x="60" y="2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60" y="47"/>
                    <a:pt x="63" y="46"/>
                    <a:pt x="63" y="39"/>
                  </a:cubicBezTo>
                  <a:cubicBezTo>
                    <a:pt x="63" y="37"/>
                    <a:pt x="63" y="36"/>
                    <a:pt x="62" y="3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3"/>
                    <a:pt x="60" y="22"/>
                    <a:pt x="57" y="22"/>
                  </a:cubicBezTo>
                  <a:cubicBezTo>
                    <a:pt x="56" y="22"/>
                    <a:pt x="55" y="22"/>
                    <a:pt x="54" y="22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3"/>
                    <a:pt x="42" y="44"/>
                    <a:pt x="45" y="44"/>
                  </a:cubicBezTo>
                  <a:cubicBezTo>
                    <a:pt x="46" y="44"/>
                    <a:pt x="47" y="44"/>
                    <a:pt x="48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4" y="46"/>
                    <a:pt x="36" y="45"/>
                    <a:pt x="36" y="41"/>
                  </a:cubicBezTo>
                  <a:cubicBezTo>
                    <a:pt x="36" y="41"/>
                    <a:pt x="36" y="40"/>
                    <a:pt x="35" y="3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0" y="29"/>
                    <a:pt x="9" y="29"/>
                    <a:pt x="9" y="32"/>
                  </a:cubicBezTo>
                  <a:cubicBezTo>
                    <a:pt x="9" y="33"/>
                    <a:pt x="9" y="34"/>
                    <a:pt x="9" y="35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52"/>
                    <a:pt x="15" y="55"/>
                    <a:pt x="20" y="55"/>
                  </a:cubicBezTo>
                  <a:cubicBezTo>
                    <a:pt x="20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8" y="60"/>
                    <a:pt x="8" y="60"/>
                    <a:pt x="8" y="60"/>
                  </a:cubicBezTo>
                  <a:lnTo>
                    <a:pt x="0" y="9"/>
                  </a:lnTo>
                  <a:close/>
                  <a:moveTo>
                    <a:pt x="1" y="10"/>
                  </a:moveTo>
                  <a:cubicBezTo>
                    <a:pt x="8" y="59"/>
                    <a:pt x="8" y="59"/>
                    <a:pt x="8" y="59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0" y="55"/>
                    <a:pt x="20" y="55"/>
                  </a:cubicBezTo>
                  <a:cubicBezTo>
                    <a:pt x="15" y="56"/>
                    <a:pt x="11" y="53"/>
                    <a:pt x="10" y="4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8" y="34"/>
                    <a:pt x="8" y="33"/>
                    <a:pt x="8" y="32"/>
                  </a:cubicBezTo>
                  <a:cubicBezTo>
                    <a:pt x="8" y="29"/>
                    <a:pt x="10" y="28"/>
                    <a:pt x="15" y="28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40"/>
                    <a:pt x="36" y="41"/>
                    <a:pt x="36" y="41"/>
                  </a:cubicBezTo>
                  <a:cubicBezTo>
                    <a:pt x="36" y="46"/>
                    <a:pt x="34" y="47"/>
                    <a:pt x="30" y="48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7" y="45"/>
                    <a:pt x="46" y="45"/>
                    <a:pt x="45" y="45"/>
                  </a:cubicBezTo>
                  <a:cubicBezTo>
                    <a:pt x="42" y="45"/>
                    <a:pt x="40" y="43"/>
                    <a:pt x="40" y="3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2"/>
                    <a:pt x="56" y="21"/>
                    <a:pt x="57" y="21"/>
                  </a:cubicBezTo>
                  <a:cubicBezTo>
                    <a:pt x="60" y="21"/>
                    <a:pt x="62" y="23"/>
                    <a:pt x="62" y="27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6"/>
                    <a:pt x="63" y="37"/>
                    <a:pt x="63" y="39"/>
                  </a:cubicBezTo>
                  <a:cubicBezTo>
                    <a:pt x="64" y="46"/>
                    <a:pt x="60" y="48"/>
                    <a:pt x="56" y="49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2"/>
                    <a:pt x="60" y="3"/>
                    <a:pt x="60" y="5"/>
                  </a:cubicBezTo>
                  <a:cubicBezTo>
                    <a:pt x="61" y="9"/>
                    <a:pt x="58" y="10"/>
                    <a:pt x="53" y="11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0" y="17"/>
                    <a:pt x="9" y="17"/>
                  </a:cubicBezTo>
                  <a:cubicBezTo>
                    <a:pt x="5" y="17"/>
                    <a:pt x="4" y="15"/>
                    <a:pt x="3" y="10"/>
                  </a:cubicBezTo>
                  <a:lnTo>
                    <a:pt x="1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7" name="Freeform 309">
              <a:extLst>
                <a:ext uri="{FF2B5EF4-FFF2-40B4-BE49-F238E27FC236}">
                  <a16:creationId xmlns:a16="http://schemas.microsoft.com/office/drawing/2014/main" id="{FE3E67C4-FA9B-4A84-8B7F-6E289E548E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97676" y="12646025"/>
              <a:ext cx="39688" cy="55562"/>
            </a:xfrm>
            <a:custGeom>
              <a:avLst/>
              <a:gdLst>
                <a:gd name="T0" fmla="*/ 3 w 63"/>
                <a:gd name="T1" fmla="*/ 0 h 87"/>
                <a:gd name="T2" fmla="*/ 12 w 63"/>
                <a:gd name="T3" fmla="*/ 9 h 87"/>
                <a:gd name="T4" fmla="*/ 52 w 63"/>
                <a:gd name="T5" fmla="*/ 10 h 87"/>
                <a:gd name="T6" fmla="*/ 61 w 63"/>
                <a:gd name="T7" fmla="*/ 1 h 87"/>
                <a:gd name="T8" fmla="*/ 63 w 63"/>
                <a:gd name="T9" fmla="*/ 1 h 87"/>
                <a:gd name="T10" fmla="*/ 63 w 63"/>
                <a:gd name="T11" fmla="*/ 24 h 87"/>
                <a:gd name="T12" fmla="*/ 12 w 63"/>
                <a:gd name="T13" fmla="*/ 43 h 87"/>
                <a:gd name="T14" fmla="*/ 12 w 63"/>
                <a:gd name="T15" fmla="*/ 43 h 87"/>
                <a:gd name="T16" fmla="*/ 62 w 63"/>
                <a:gd name="T17" fmla="*/ 64 h 87"/>
                <a:gd name="T18" fmla="*/ 62 w 63"/>
                <a:gd name="T19" fmla="*/ 87 h 87"/>
                <a:gd name="T20" fmla="*/ 60 w 63"/>
                <a:gd name="T21" fmla="*/ 87 h 87"/>
                <a:gd name="T22" fmla="*/ 51 w 63"/>
                <a:gd name="T23" fmla="*/ 78 h 87"/>
                <a:gd name="T24" fmla="*/ 11 w 63"/>
                <a:gd name="T25" fmla="*/ 77 h 87"/>
                <a:gd name="T26" fmla="*/ 2 w 63"/>
                <a:gd name="T27" fmla="*/ 86 h 87"/>
                <a:gd name="T28" fmla="*/ 0 w 63"/>
                <a:gd name="T29" fmla="*/ 86 h 87"/>
                <a:gd name="T30" fmla="*/ 0 w 63"/>
                <a:gd name="T31" fmla="*/ 58 h 87"/>
                <a:gd name="T32" fmla="*/ 3 w 63"/>
                <a:gd name="T33" fmla="*/ 58 h 87"/>
                <a:gd name="T34" fmla="*/ 11 w 63"/>
                <a:gd name="T35" fmla="*/ 67 h 87"/>
                <a:gd name="T36" fmla="*/ 55 w 63"/>
                <a:gd name="T37" fmla="*/ 67 h 87"/>
                <a:gd name="T38" fmla="*/ 55 w 63"/>
                <a:gd name="T39" fmla="*/ 67 h 87"/>
                <a:gd name="T40" fmla="*/ 0 w 63"/>
                <a:gd name="T41" fmla="*/ 45 h 87"/>
                <a:gd name="T42" fmla="*/ 1 w 63"/>
                <a:gd name="T43" fmla="*/ 37 h 87"/>
                <a:gd name="T44" fmla="*/ 56 w 63"/>
                <a:gd name="T45" fmla="*/ 16 h 87"/>
                <a:gd name="T46" fmla="*/ 56 w 63"/>
                <a:gd name="T47" fmla="*/ 16 h 87"/>
                <a:gd name="T48" fmla="*/ 12 w 63"/>
                <a:gd name="T49" fmla="*/ 16 h 87"/>
                <a:gd name="T50" fmla="*/ 3 w 63"/>
                <a:gd name="T51" fmla="*/ 24 h 87"/>
                <a:gd name="T52" fmla="*/ 1 w 63"/>
                <a:gd name="T53" fmla="*/ 24 h 87"/>
                <a:gd name="T54" fmla="*/ 1 w 63"/>
                <a:gd name="T55" fmla="*/ 0 h 87"/>
                <a:gd name="T56" fmla="*/ 3 w 63"/>
                <a:gd name="T5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3" h="87">
                  <a:moveTo>
                    <a:pt x="3" y="0"/>
                  </a:moveTo>
                  <a:cubicBezTo>
                    <a:pt x="3" y="8"/>
                    <a:pt x="5" y="9"/>
                    <a:pt x="12" y="9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9" y="10"/>
                    <a:pt x="61" y="8"/>
                    <a:pt x="61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79"/>
                    <a:pt x="58" y="78"/>
                    <a:pt x="51" y="78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4" y="77"/>
                    <a:pt x="2" y="79"/>
                    <a:pt x="2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65"/>
                    <a:pt x="4" y="67"/>
                    <a:pt x="11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5" y="16"/>
                    <a:pt x="3" y="17"/>
                    <a:pt x="3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8" name="Freeform 310">
              <a:extLst>
                <a:ext uri="{FF2B5EF4-FFF2-40B4-BE49-F238E27FC236}">
                  <a16:creationId xmlns:a16="http://schemas.microsoft.com/office/drawing/2014/main" id="{49BC98A8-7B27-4DC7-AEDB-9D3EDDC9671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97676" y="12646025"/>
              <a:ext cx="39688" cy="55562"/>
            </a:xfrm>
            <a:custGeom>
              <a:avLst/>
              <a:gdLst>
                <a:gd name="T0" fmla="*/ 59 w 63"/>
                <a:gd name="T1" fmla="*/ 87 h 87"/>
                <a:gd name="T2" fmla="*/ 51 w 63"/>
                <a:gd name="T3" fmla="*/ 78 h 87"/>
                <a:gd name="T4" fmla="*/ 10 w 63"/>
                <a:gd name="T5" fmla="*/ 78 h 87"/>
                <a:gd name="T6" fmla="*/ 3 w 63"/>
                <a:gd name="T7" fmla="*/ 86 h 87"/>
                <a:gd name="T8" fmla="*/ 0 w 63"/>
                <a:gd name="T9" fmla="*/ 57 h 87"/>
                <a:gd name="T10" fmla="*/ 3 w 63"/>
                <a:gd name="T11" fmla="*/ 58 h 87"/>
                <a:gd name="T12" fmla="*/ 11 w 63"/>
                <a:gd name="T13" fmla="*/ 66 h 87"/>
                <a:gd name="T14" fmla="*/ 0 w 63"/>
                <a:gd name="T15" fmla="*/ 45 h 87"/>
                <a:gd name="T16" fmla="*/ 54 w 63"/>
                <a:gd name="T17" fmla="*/ 17 h 87"/>
                <a:gd name="T18" fmla="*/ 11 w 63"/>
                <a:gd name="T19" fmla="*/ 16 h 87"/>
                <a:gd name="T20" fmla="*/ 3 w 63"/>
                <a:gd name="T21" fmla="*/ 25 h 87"/>
                <a:gd name="T22" fmla="*/ 1 w 63"/>
                <a:gd name="T23" fmla="*/ 0 h 87"/>
                <a:gd name="T24" fmla="*/ 3 w 63"/>
                <a:gd name="T25" fmla="*/ 0 h 87"/>
                <a:gd name="T26" fmla="*/ 3 w 63"/>
                <a:gd name="T27" fmla="*/ 0 h 87"/>
                <a:gd name="T28" fmla="*/ 4 w 63"/>
                <a:gd name="T29" fmla="*/ 0 h 87"/>
                <a:gd name="T30" fmla="*/ 12 w 63"/>
                <a:gd name="T31" fmla="*/ 9 h 87"/>
                <a:gd name="T32" fmla="*/ 53 w 63"/>
                <a:gd name="T33" fmla="*/ 9 h 87"/>
                <a:gd name="T34" fmla="*/ 60 w 63"/>
                <a:gd name="T35" fmla="*/ 1 h 87"/>
                <a:gd name="T36" fmla="*/ 63 w 63"/>
                <a:gd name="T37" fmla="*/ 24 h 87"/>
                <a:gd name="T38" fmla="*/ 63 w 63"/>
                <a:gd name="T39" fmla="*/ 64 h 87"/>
                <a:gd name="T40" fmla="*/ 59 w 63"/>
                <a:gd name="T41" fmla="*/ 87 h 87"/>
                <a:gd name="T42" fmla="*/ 62 w 63"/>
                <a:gd name="T43" fmla="*/ 64 h 87"/>
                <a:gd name="T44" fmla="*/ 11 w 63"/>
                <a:gd name="T45" fmla="*/ 43 h 87"/>
                <a:gd name="T46" fmla="*/ 62 w 63"/>
                <a:gd name="T47" fmla="*/ 23 h 87"/>
                <a:gd name="T48" fmla="*/ 61 w 63"/>
                <a:gd name="T49" fmla="*/ 1 h 87"/>
                <a:gd name="T50" fmla="*/ 52 w 63"/>
                <a:gd name="T51" fmla="*/ 10 h 87"/>
                <a:gd name="T52" fmla="*/ 3 w 63"/>
                <a:gd name="T53" fmla="*/ 1 h 87"/>
                <a:gd name="T54" fmla="*/ 1 w 63"/>
                <a:gd name="T55" fmla="*/ 0 h 87"/>
                <a:gd name="T56" fmla="*/ 3 w 63"/>
                <a:gd name="T57" fmla="*/ 24 h 87"/>
                <a:gd name="T58" fmla="*/ 12 w 63"/>
                <a:gd name="T59" fmla="*/ 15 h 87"/>
                <a:gd name="T60" fmla="*/ 56 w 63"/>
                <a:gd name="T61" fmla="*/ 16 h 87"/>
                <a:gd name="T62" fmla="*/ 1 w 63"/>
                <a:gd name="T63" fmla="*/ 38 h 87"/>
                <a:gd name="T64" fmla="*/ 55 w 63"/>
                <a:gd name="T65" fmla="*/ 67 h 87"/>
                <a:gd name="T66" fmla="*/ 55 w 63"/>
                <a:gd name="T67" fmla="*/ 68 h 87"/>
                <a:gd name="T68" fmla="*/ 2 w 63"/>
                <a:gd name="T69" fmla="*/ 58 h 87"/>
                <a:gd name="T70" fmla="*/ 1 w 63"/>
                <a:gd name="T71" fmla="*/ 58 h 87"/>
                <a:gd name="T72" fmla="*/ 2 w 63"/>
                <a:gd name="T73" fmla="*/ 86 h 87"/>
                <a:gd name="T74" fmla="*/ 11 w 63"/>
                <a:gd name="T75" fmla="*/ 77 h 87"/>
                <a:gd name="T76" fmla="*/ 60 w 63"/>
                <a:gd name="T77" fmla="*/ 86 h 87"/>
                <a:gd name="T78" fmla="*/ 62 w 63"/>
                <a:gd name="T79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" h="87">
                  <a:moveTo>
                    <a:pt x="59" y="87"/>
                  </a:moveTo>
                  <a:cubicBezTo>
                    <a:pt x="59" y="87"/>
                    <a:pt x="59" y="87"/>
                    <a:pt x="59" y="87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9" y="79"/>
                    <a:pt x="58" y="78"/>
                    <a:pt x="5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4" y="78"/>
                    <a:pt x="3" y="79"/>
                    <a:pt x="3" y="86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65"/>
                    <a:pt x="4" y="66"/>
                    <a:pt x="11" y="66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4" y="16"/>
                    <a:pt x="4" y="17"/>
                    <a:pt x="3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8"/>
                    <a:pt x="5" y="9"/>
                    <a:pt x="12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9" y="9"/>
                    <a:pt x="60" y="8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2" y="87"/>
                    <a:pt x="62" y="87"/>
                    <a:pt x="62" y="87"/>
                  </a:cubicBezTo>
                  <a:lnTo>
                    <a:pt x="59" y="87"/>
                  </a:lnTo>
                  <a:close/>
                  <a:moveTo>
                    <a:pt x="62" y="86"/>
                  </a:moveTo>
                  <a:cubicBezTo>
                    <a:pt x="62" y="64"/>
                    <a:pt x="62" y="64"/>
                    <a:pt x="62" y="6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8"/>
                    <a:pt x="59" y="10"/>
                    <a:pt x="53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5" y="9"/>
                    <a:pt x="3" y="8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17"/>
                    <a:pt x="4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4" y="67"/>
                    <a:pt x="2" y="65"/>
                    <a:pt x="2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2" y="79"/>
                    <a:pt x="4" y="77"/>
                    <a:pt x="10" y="77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8" y="77"/>
                    <a:pt x="60" y="79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lnTo>
                    <a:pt x="62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699" name="Freeform 311">
              <a:extLst>
                <a:ext uri="{FF2B5EF4-FFF2-40B4-BE49-F238E27FC236}">
                  <a16:creationId xmlns:a16="http://schemas.microsoft.com/office/drawing/2014/main" id="{C9D8C846-5710-45AE-9621-7B9A02F415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92913" y="12709525"/>
              <a:ext cx="41275" cy="23812"/>
            </a:xfrm>
            <a:custGeom>
              <a:avLst/>
              <a:gdLst>
                <a:gd name="T0" fmla="*/ 6 w 65"/>
                <a:gd name="T1" fmla="*/ 1 h 38"/>
                <a:gd name="T2" fmla="*/ 14 w 65"/>
                <a:gd name="T3" fmla="*/ 11 h 38"/>
                <a:gd name="T4" fmla="*/ 53 w 65"/>
                <a:gd name="T5" fmla="*/ 17 h 38"/>
                <a:gd name="T6" fmla="*/ 63 w 65"/>
                <a:gd name="T7" fmla="*/ 9 h 38"/>
                <a:gd name="T8" fmla="*/ 65 w 65"/>
                <a:gd name="T9" fmla="*/ 9 h 38"/>
                <a:gd name="T10" fmla="*/ 61 w 65"/>
                <a:gd name="T11" fmla="*/ 38 h 38"/>
                <a:gd name="T12" fmla="*/ 59 w 65"/>
                <a:gd name="T13" fmla="*/ 38 h 38"/>
                <a:gd name="T14" fmla="*/ 52 w 65"/>
                <a:gd name="T15" fmla="*/ 28 h 38"/>
                <a:gd name="T16" fmla="*/ 12 w 65"/>
                <a:gd name="T17" fmla="*/ 22 h 38"/>
                <a:gd name="T18" fmla="*/ 2 w 65"/>
                <a:gd name="T19" fmla="*/ 29 h 38"/>
                <a:gd name="T20" fmla="*/ 0 w 65"/>
                <a:gd name="T21" fmla="*/ 29 h 38"/>
                <a:gd name="T22" fmla="*/ 4 w 65"/>
                <a:gd name="T23" fmla="*/ 0 h 38"/>
                <a:gd name="T24" fmla="*/ 6 w 65"/>
                <a:gd name="T25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" h="38">
                  <a:moveTo>
                    <a:pt x="6" y="1"/>
                  </a:moveTo>
                  <a:cubicBezTo>
                    <a:pt x="5" y="8"/>
                    <a:pt x="6" y="10"/>
                    <a:pt x="14" y="11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60" y="18"/>
                    <a:pt x="62" y="16"/>
                    <a:pt x="63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60" y="31"/>
                    <a:pt x="59" y="29"/>
                    <a:pt x="52" y="28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5" y="21"/>
                    <a:pt x="3" y="22"/>
                    <a:pt x="2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0" name="Freeform 312">
              <a:extLst>
                <a:ext uri="{FF2B5EF4-FFF2-40B4-BE49-F238E27FC236}">
                  <a16:creationId xmlns:a16="http://schemas.microsoft.com/office/drawing/2014/main" id="{950F1A9E-FBED-4406-8BBF-586E6326EA4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92913" y="12709525"/>
              <a:ext cx="42863" cy="23812"/>
            </a:xfrm>
            <a:custGeom>
              <a:avLst/>
              <a:gdLst>
                <a:gd name="T0" fmla="*/ 60 w 67"/>
                <a:gd name="T1" fmla="*/ 38 h 39"/>
                <a:gd name="T2" fmla="*/ 60 w 67"/>
                <a:gd name="T3" fmla="*/ 38 h 39"/>
                <a:gd name="T4" fmla="*/ 60 w 67"/>
                <a:gd name="T5" fmla="*/ 34 h 39"/>
                <a:gd name="T6" fmla="*/ 53 w 67"/>
                <a:gd name="T7" fmla="*/ 28 h 39"/>
                <a:gd name="T8" fmla="*/ 13 w 67"/>
                <a:gd name="T9" fmla="*/ 22 h 39"/>
                <a:gd name="T10" fmla="*/ 9 w 67"/>
                <a:gd name="T11" fmla="*/ 22 h 39"/>
                <a:gd name="T12" fmla="*/ 3 w 67"/>
                <a:gd name="T13" fmla="*/ 29 h 39"/>
                <a:gd name="T14" fmla="*/ 3 w 67"/>
                <a:gd name="T15" fmla="*/ 30 h 39"/>
                <a:gd name="T16" fmla="*/ 0 w 67"/>
                <a:gd name="T17" fmla="*/ 29 h 39"/>
                <a:gd name="T18" fmla="*/ 5 w 67"/>
                <a:gd name="T19" fmla="*/ 0 h 39"/>
                <a:gd name="T20" fmla="*/ 7 w 67"/>
                <a:gd name="T21" fmla="*/ 0 h 39"/>
                <a:gd name="T22" fmla="*/ 7 w 67"/>
                <a:gd name="T23" fmla="*/ 1 h 39"/>
                <a:gd name="T24" fmla="*/ 7 w 67"/>
                <a:gd name="T25" fmla="*/ 0 h 39"/>
                <a:gd name="T26" fmla="*/ 8 w 67"/>
                <a:gd name="T27" fmla="*/ 0 h 39"/>
                <a:gd name="T28" fmla="*/ 8 w 67"/>
                <a:gd name="T29" fmla="*/ 1 h 39"/>
                <a:gd name="T30" fmla="*/ 7 w 67"/>
                <a:gd name="T31" fmla="*/ 5 h 39"/>
                <a:gd name="T32" fmla="*/ 15 w 67"/>
                <a:gd name="T33" fmla="*/ 10 h 39"/>
                <a:gd name="T34" fmla="*/ 54 w 67"/>
                <a:gd name="T35" fmla="*/ 16 h 39"/>
                <a:gd name="T36" fmla="*/ 58 w 67"/>
                <a:gd name="T37" fmla="*/ 17 h 39"/>
                <a:gd name="T38" fmla="*/ 64 w 67"/>
                <a:gd name="T39" fmla="*/ 9 h 39"/>
                <a:gd name="T40" fmla="*/ 64 w 67"/>
                <a:gd name="T41" fmla="*/ 9 h 39"/>
                <a:gd name="T42" fmla="*/ 67 w 67"/>
                <a:gd name="T43" fmla="*/ 9 h 39"/>
                <a:gd name="T44" fmla="*/ 63 w 67"/>
                <a:gd name="T45" fmla="*/ 39 h 39"/>
                <a:gd name="T46" fmla="*/ 60 w 67"/>
                <a:gd name="T47" fmla="*/ 38 h 39"/>
                <a:gd name="T48" fmla="*/ 62 w 67"/>
                <a:gd name="T49" fmla="*/ 38 h 39"/>
                <a:gd name="T50" fmla="*/ 66 w 67"/>
                <a:gd name="T51" fmla="*/ 10 h 39"/>
                <a:gd name="T52" fmla="*/ 64 w 67"/>
                <a:gd name="T53" fmla="*/ 9 h 39"/>
                <a:gd name="T54" fmla="*/ 58 w 67"/>
                <a:gd name="T55" fmla="*/ 17 h 39"/>
                <a:gd name="T56" fmla="*/ 54 w 67"/>
                <a:gd name="T57" fmla="*/ 17 h 39"/>
                <a:gd name="T58" fmla="*/ 15 w 67"/>
                <a:gd name="T59" fmla="*/ 11 h 39"/>
                <a:gd name="T60" fmla="*/ 7 w 67"/>
                <a:gd name="T61" fmla="*/ 5 h 39"/>
                <a:gd name="T62" fmla="*/ 7 w 67"/>
                <a:gd name="T63" fmla="*/ 1 h 39"/>
                <a:gd name="T64" fmla="*/ 5 w 67"/>
                <a:gd name="T65" fmla="*/ 1 h 39"/>
                <a:gd name="T66" fmla="*/ 1 w 67"/>
                <a:gd name="T67" fmla="*/ 29 h 39"/>
                <a:gd name="T68" fmla="*/ 3 w 67"/>
                <a:gd name="T69" fmla="*/ 29 h 39"/>
                <a:gd name="T70" fmla="*/ 9 w 67"/>
                <a:gd name="T71" fmla="*/ 21 h 39"/>
                <a:gd name="T72" fmla="*/ 13 w 67"/>
                <a:gd name="T73" fmla="*/ 22 h 39"/>
                <a:gd name="T74" fmla="*/ 53 w 67"/>
                <a:gd name="T75" fmla="*/ 28 h 39"/>
                <a:gd name="T76" fmla="*/ 61 w 67"/>
                <a:gd name="T77" fmla="*/ 34 h 39"/>
                <a:gd name="T78" fmla="*/ 60 w 67"/>
                <a:gd name="T79" fmla="*/ 38 h 39"/>
                <a:gd name="T80" fmla="*/ 62 w 67"/>
                <a:gd name="T8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" h="39">
                  <a:moveTo>
                    <a:pt x="60" y="38"/>
                  </a:moveTo>
                  <a:cubicBezTo>
                    <a:pt x="60" y="38"/>
                    <a:pt x="60" y="38"/>
                    <a:pt x="60" y="38"/>
                  </a:cubicBezTo>
                  <a:cubicBezTo>
                    <a:pt x="60" y="36"/>
                    <a:pt x="60" y="35"/>
                    <a:pt x="60" y="34"/>
                  </a:cubicBezTo>
                  <a:cubicBezTo>
                    <a:pt x="60" y="30"/>
                    <a:pt x="58" y="29"/>
                    <a:pt x="53" y="28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0" y="22"/>
                    <a:pt x="9" y="22"/>
                  </a:cubicBezTo>
                  <a:cubicBezTo>
                    <a:pt x="5" y="22"/>
                    <a:pt x="4" y="24"/>
                    <a:pt x="3" y="29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9"/>
                    <a:pt x="9" y="9"/>
                    <a:pt x="15" y="10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6" y="16"/>
                    <a:pt x="57" y="17"/>
                    <a:pt x="58" y="17"/>
                  </a:cubicBezTo>
                  <a:cubicBezTo>
                    <a:pt x="62" y="17"/>
                    <a:pt x="63" y="15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3" y="39"/>
                    <a:pt x="63" y="39"/>
                    <a:pt x="63" y="39"/>
                  </a:cubicBezTo>
                  <a:lnTo>
                    <a:pt x="60" y="38"/>
                  </a:lnTo>
                  <a:close/>
                  <a:moveTo>
                    <a:pt x="62" y="38"/>
                  </a:moveTo>
                  <a:cubicBezTo>
                    <a:pt x="66" y="10"/>
                    <a:pt x="66" y="10"/>
                    <a:pt x="66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15"/>
                    <a:pt x="62" y="17"/>
                    <a:pt x="58" y="17"/>
                  </a:cubicBezTo>
                  <a:cubicBezTo>
                    <a:pt x="57" y="17"/>
                    <a:pt x="56" y="17"/>
                    <a:pt x="54" y="17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9" y="10"/>
                    <a:pt x="7" y="9"/>
                    <a:pt x="7" y="5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4"/>
                    <a:pt x="5" y="21"/>
                    <a:pt x="9" y="21"/>
                  </a:cubicBezTo>
                  <a:cubicBezTo>
                    <a:pt x="10" y="21"/>
                    <a:pt x="12" y="21"/>
                    <a:pt x="13" y="22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8" y="28"/>
                    <a:pt x="61" y="30"/>
                    <a:pt x="61" y="34"/>
                  </a:cubicBezTo>
                  <a:cubicBezTo>
                    <a:pt x="61" y="35"/>
                    <a:pt x="60" y="36"/>
                    <a:pt x="60" y="38"/>
                  </a:cubicBezTo>
                  <a:lnTo>
                    <a:pt x="62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1" name="Freeform 313">
              <a:extLst>
                <a:ext uri="{FF2B5EF4-FFF2-40B4-BE49-F238E27FC236}">
                  <a16:creationId xmlns:a16="http://schemas.microsoft.com/office/drawing/2014/main" id="{13268A99-784E-4F30-813F-8D273E87D5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83388" y="12736513"/>
              <a:ext cx="46038" cy="39687"/>
            </a:xfrm>
            <a:custGeom>
              <a:avLst/>
              <a:gdLst>
                <a:gd name="T0" fmla="*/ 15 w 73"/>
                <a:gd name="T1" fmla="*/ 0 h 63"/>
                <a:gd name="T2" fmla="*/ 21 w 73"/>
                <a:gd name="T3" fmla="*/ 11 h 63"/>
                <a:gd name="T4" fmla="*/ 60 w 73"/>
                <a:gd name="T5" fmla="*/ 21 h 63"/>
                <a:gd name="T6" fmla="*/ 71 w 73"/>
                <a:gd name="T7" fmla="*/ 15 h 63"/>
                <a:gd name="T8" fmla="*/ 73 w 73"/>
                <a:gd name="T9" fmla="*/ 16 h 63"/>
                <a:gd name="T10" fmla="*/ 60 w 73"/>
                <a:gd name="T11" fmla="*/ 63 h 63"/>
                <a:gd name="T12" fmla="*/ 47 w 73"/>
                <a:gd name="T13" fmla="*/ 60 h 63"/>
                <a:gd name="T14" fmla="*/ 48 w 73"/>
                <a:gd name="T15" fmla="*/ 57 h 63"/>
                <a:gd name="T16" fmla="*/ 60 w 73"/>
                <a:gd name="T17" fmla="*/ 46 h 63"/>
                <a:gd name="T18" fmla="*/ 62 w 73"/>
                <a:gd name="T19" fmla="*/ 40 h 63"/>
                <a:gd name="T20" fmla="*/ 57 w 73"/>
                <a:gd name="T21" fmla="*/ 32 h 63"/>
                <a:gd name="T22" fmla="*/ 41 w 73"/>
                <a:gd name="T23" fmla="*/ 28 h 63"/>
                <a:gd name="T24" fmla="*/ 38 w 73"/>
                <a:gd name="T25" fmla="*/ 41 h 63"/>
                <a:gd name="T26" fmla="*/ 43 w 73"/>
                <a:gd name="T27" fmla="*/ 51 h 63"/>
                <a:gd name="T28" fmla="*/ 42 w 73"/>
                <a:gd name="T29" fmla="*/ 53 h 63"/>
                <a:gd name="T30" fmla="*/ 24 w 73"/>
                <a:gd name="T31" fmla="*/ 48 h 63"/>
                <a:gd name="T32" fmla="*/ 24 w 73"/>
                <a:gd name="T33" fmla="*/ 46 h 63"/>
                <a:gd name="T34" fmla="*/ 33 w 73"/>
                <a:gd name="T35" fmla="*/ 40 h 63"/>
                <a:gd name="T36" fmla="*/ 37 w 73"/>
                <a:gd name="T37" fmla="*/ 27 h 63"/>
                <a:gd name="T38" fmla="*/ 18 w 73"/>
                <a:gd name="T39" fmla="*/ 22 h 63"/>
                <a:gd name="T40" fmla="*/ 10 w 73"/>
                <a:gd name="T41" fmla="*/ 26 h 63"/>
                <a:gd name="T42" fmla="*/ 8 w 73"/>
                <a:gd name="T43" fmla="*/ 36 h 63"/>
                <a:gd name="T44" fmla="*/ 14 w 73"/>
                <a:gd name="T45" fmla="*/ 50 h 63"/>
                <a:gd name="T46" fmla="*/ 13 w 73"/>
                <a:gd name="T47" fmla="*/ 53 h 63"/>
                <a:gd name="T48" fmla="*/ 0 w 73"/>
                <a:gd name="T49" fmla="*/ 48 h 63"/>
                <a:gd name="T50" fmla="*/ 13 w 73"/>
                <a:gd name="T51" fmla="*/ 0 h 63"/>
                <a:gd name="T52" fmla="*/ 15 w 73"/>
                <a:gd name="T5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3" h="63">
                  <a:moveTo>
                    <a:pt x="15" y="0"/>
                  </a:moveTo>
                  <a:cubicBezTo>
                    <a:pt x="13" y="7"/>
                    <a:pt x="14" y="9"/>
                    <a:pt x="21" y="1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7" y="23"/>
                    <a:pt x="69" y="22"/>
                    <a:pt x="71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53" y="58"/>
                    <a:pt x="57" y="58"/>
                    <a:pt x="60" y="46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3" y="35"/>
                    <a:pt x="62" y="34"/>
                    <a:pt x="57" y="32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8"/>
                    <a:pt x="37" y="49"/>
                    <a:pt x="43" y="51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30" y="47"/>
                    <a:pt x="32" y="47"/>
                    <a:pt x="33" y="4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2" y="20"/>
                    <a:pt x="12" y="21"/>
                    <a:pt x="10" y="2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44"/>
                    <a:pt x="8" y="48"/>
                    <a:pt x="14" y="50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2" name="Freeform 314">
              <a:extLst>
                <a:ext uri="{FF2B5EF4-FFF2-40B4-BE49-F238E27FC236}">
                  <a16:creationId xmlns:a16="http://schemas.microsoft.com/office/drawing/2014/main" id="{D50FB0CF-E20B-4958-BC35-0F3F7C7A7E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83388" y="12734925"/>
              <a:ext cx="46038" cy="41275"/>
            </a:xfrm>
            <a:custGeom>
              <a:avLst/>
              <a:gdLst>
                <a:gd name="T0" fmla="*/ 48 w 73"/>
                <a:gd name="T1" fmla="*/ 58 h 64"/>
                <a:gd name="T2" fmla="*/ 51 w 73"/>
                <a:gd name="T3" fmla="*/ 58 h 64"/>
                <a:gd name="T4" fmla="*/ 62 w 73"/>
                <a:gd name="T5" fmla="*/ 41 h 64"/>
                <a:gd name="T6" fmla="*/ 57 w 73"/>
                <a:gd name="T7" fmla="*/ 34 h 64"/>
                <a:gd name="T8" fmla="*/ 38 w 73"/>
                <a:gd name="T9" fmla="*/ 42 h 64"/>
                <a:gd name="T10" fmla="*/ 43 w 73"/>
                <a:gd name="T11" fmla="*/ 51 h 64"/>
                <a:gd name="T12" fmla="*/ 42 w 73"/>
                <a:gd name="T13" fmla="*/ 55 h 64"/>
                <a:gd name="T14" fmla="*/ 24 w 73"/>
                <a:gd name="T15" fmla="*/ 46 h 64"/>
                <a:gd name="T16" fmla="*/ 28 w 73"/>
                <a:gd name="T17" fmla="*/ 47 h 64"/>
                <a:gd name="T18" fmla="*/ 37 w 73"/>
                <a:gd name="T19" fmla="*/ 28 h 64"/>
                <a:gd name="T20" fmla="*/ 14 w 73"/>
                <a:gd name="T21" fmla="*/ 23 h 64"/>
                <a:gd name="T22" fmla="*/ 8 w 73"/>
                <a:gd name="T23" fmla="*/ 37 h 64"/>
                <a:gd name="T24" fmla="*/ 14 w 73"/>
                <a:gd name="T25" fmla="*/ 50 h 64"/>
                <a:gd name="T26" fmla="*/ 13 w 73"/>
                <a:gd name="T27" fmla="*/ 54 h 64"/>
                <a:gd name="T28" fmla="*/ 13 w 73"/>
                <a:gd name="T29" fmla="*/ 0 h 64"/>
                <a:gd name="T30" fmla="*/ 15 w 73"/>
                <a:gd name="T31" fmla="*/ 1 h 64"/>
                <a:gd name="T32" fmla="*/ 15 w 73"/>
                <a:gd name="T33" fmla="*/ 1 h 64"/>
                <a:gd name="T34" fmla="*/ 15 w 73"/>
                <a:gd name="T35" fmla="*/ 6 h 64"/>
                <a:gd name="T36" fmla="*/ 60 w 73"/>
                <a:gd name="T37" fmla="*/ 22 h 64"/>
                <a:gd name="T38" fmla="*/ 70 w 73"/>
                <a:gd name="T39" fmla="*/ 16 h 64"/>
                <a:gd name="T40" fmla="*/ 73 w 73"/>
                <a:gd name="T41" fmla="*/ 16 h 64"/>
                <a:gd name="T42" fmla="*/ 47 w 73"/>
                <a:gd name="T43" fmla="*/ 61 h 64"/>
                <a:gd name="T44" fmla="*/ 60 w 73"/>
                <a:gd name="T45" fmla="*/ 63 h 64"/>
                <a:gd name="T46" fmla="*/ 71 w 73"/>
                <a:gd name="T47" fmla="*/ 16 h 64"/>
                <a:gd name="T48" fmla="*/ 60 w 73"/>
                <a:gd name="T49" fmla="*/ 23 h 64"/>
                <a:gd name="T50" fmla="*/ 14 w 73"/>
                <a:gd name="T51" fmla="*/ 6 h 64"/>
                <a:gd name="T52" fmla="*/ 13 w 73"/>
                <a:gd name="T53" fmla="*/ 1 h 64"/>
                <a:gd name="T54" fmla="*/ 13 w 73"/>
                <a:gd name="T55" fmla="*/ 53 h 64"/>
                <a:gd name="T56" fmla="*/ 7 w 73"/>
                <a:gd name="T57" fmla="*/ 42 h 64"/>
                <a:gd name="T58" fmla="*/ 10 w 73"/>
                <a:gd name="T59" fmla="*/ 27 h 64"/>
                <a:gd name="T60" fmla="*/ 18 w 73"/>
                <a:gd name="T61" fmla="*/ 23 h 64"/>
                <a:gd name="T62" fmla="*/ 34 w 73"/>
                <a:gd name="T63" fmla="*/ 41 h 64"/>
                <a:gd name="T64" fmla="*/ 24 w 73"/>
                <a:gd name="T65" fmla="*/ 47 h 64"/>
                <a:gd name="T66" fmla="*/ 42 w 73"/>
                <a:gd name="T67" fmla="*/ 54 h 64"/>
                <a:gd name="T68" fmla="*/ 37 w 73"/>
                <a:gd name="T69" fmla="*/ 47 h 64"/>
                <a:gd name="T70" fmla="*/ 41 w 73"/>
                <a:gd name="T71" fmla="*/ 29 h 64"/>
                <a:gd name="T72" fmla="*/ 63 w 73"/>
                <a:gd name="T73" fmla="*/ 38 h 64"/>
                <a:gd name="T74" fmla="*/ 61 w 73"/>
                <a:gd name="T75" fmla="*/ 47 h 64"/>
                <a:gd name="T76" fmla="*/ 48 w 73"/>
                <a:gd name="T77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64">
                  <a:moveTo>
                    <a:pt x="47" y="61"/>
                  </a:move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8"/>
                    <a:pt x="50" y="58"/>
                    <a:pt x="51" y="58"/>
                  </a:cubicBezTo>
                  <a:cubicBezTo>
                    <a:pt x="54" y="58"/>
                    <a:pt x="58" y="56"/>
                    <a:pt x="60" y="47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0"/>
                    <a:pt x="62" y="39"/>
                    <a:pt x="62" y="38"/>
                  </a:cubicBezTo>
                  <a:cubicBezTo>
                    <a:pt x="62" y="36"/>
                    <a:pt x="61" y="35"/>
                    <a:pt x="57" y="34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7" y="49"/>
                    <a:pt x="39" y="50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6" y="47"/>
                    <a:pt x="27" y="47"/>
                    <a:pt x="28" y="47"/>
                  </a:cubicBezTo>
                  <a:cubicBezTo>
                    <a:pt x="31" y="47"/>
                    <a:pt x="32" y="46"/>
                    <a:pt x="33" y="41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6" y="23"/>
                    <a:pt x="15" y="23"/>
                    <a:pt x="14" y="23"/>
                  </a:cubicBezTo>
                  <a:cubicBezTo>
                    <a:pt x="12" y="23"/>
                    <a:pt x="12" y="24"/>
                    <a:pt x="11" y="2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9"/>
                    <a:pt x="7" y="41"/>
                    <a:pt x="7" y="42"/>
                  </a:cubicBezTo>
                  <a:cubicBezTo>
                    <a:pt x="7" y="47"/>
                    <a:pt x="10" y="49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3"/>
                    <a:pt x="15" y="5"/>
                    <a:pt x="15" y="6"/>
                  </a:cubicBezTo>
                  <a:cubicBezTo>
                    <a:pt x="15" y="9"/>
                    <a:pt x="16" y="10"/>
                    <a:pt x="21" y="1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2" y="22"/>
                    <a:pt x="63" y="23"/>
                    <a:pt x="65" y="23"/>
                  </a:cubicBezTo>
                  <a:cubicBezTo>
                    <a:pt x="68" y="23"/>
                    <a:pt x="69" y="21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61" y="64"/>
                    <a:pt x="61" y="64"/>
                    <a:pt x="61" y="64"/>
                  </a:cubicBezTo>
                  <a:lnTo>
                    <a:pt x="47" y="61"/>
                  </a:lnTo>
                  <a:close/>
                  <a:moveTo>
                    <a:pt x="48" y="6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69" y="21"/>
                    <a:pt x="68" y="23"/>
                    <a:pt x="65" y="23"/>
                  </a:cubicBezTo>
                  <a:cubicBezTo>
                    <a:pt x="63" y="23"/>
                    <a:pt x="62" y="23"/>
                    <a:pt x="60" y="2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6" y="11"/>
                    <a:pt x="14" y="10"/>
                    <a:pt x="14" y="6"/>
                  </a:cubicBezTo>
                  <a:cubicBezTo>
                    <a:pt x="14" y="5"/>
                    <a:pt x="14" y="3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49"/>
                    <a:pt x="7" y="47"/>
                    <a:pt x="7" y="42"/>
                  </a:cubicBezTo>
                  <a:cubicBezTo>
                    <a:pt x="7" y="41"/>
                    <a:pt x="7" y="39"/>
                    <a:pt x="7" y="3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4"/>
                    <a:pt x="12" y="22"/>
                    <a:pt x="14" y="22"/>
                  </a:cubicBezTo>
                  <a:cubicBezTo>
                    <a:pt x="15" y="22"/>
                    <a:pt x="17" y="22"/>
                    <a:pt x="18" y="23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3" y="46"/>
                    <a:pt x="31" y="48"/>
                    <a:pt x="28" y="48"/>
                  </a:cubicBezTo>
                  <a:cubicBezTo>
                    <a:pt x="27" y="48"/>
                    <a:pt x="26" y="47"/>
                    <a:pt x="24" y="47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8" y="51"/>
                    <a:pt x="37" y="50"/>
                    <a:pt x="37" y="47"/>
                  </a:cubicBezTo>
                  <a:cubicBezTo>
                    <a:pt x="37" y="45"/>
                    <a:pt x="37" y="44"/>
                    <a:pt x="37" y="42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61" y="34"/>
                    <a:pt x="63" y="35"/>
                    <a:pt x="63" y="38"/>
                  </a:cubicBezTo>
                  <a:cubicBezTo>
                    <a:pt x="63" y="39"/>
                    <a:pt x="63" y="40"/>
                    <a:pt x="62" y="41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58" y="56"/>
                    <a:pt x="55" y="59"/>
                    <a:pt x="51" y="59"/>
                  </a:cubicBezTo>
                  <a:cubicBezTo>
                    <a:pt x="50" y="59"/>
                    <a:pt x="49" y="58"/>
                    <a:pt x="48" y="58"/>
                  </a:cubicBezTo>
                  <a:lnTo>
                    <a:pt x="48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3" name="Freeform 315">
              <a:extLst>
                <a:ext uri="{FF2B5EF4-FFF2-40B4-BE49-F238E27FC236}">
                  <a16:creationId xmlns:a16="http://schemas.microsoft.com/office/drawing/2014/main" id="{FEE7EDAD-529D-4571-A547-9AB6B7A466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465926" y="12776200"/>
              <a:ext cx="50800" cy="57150"/>
            </a:xfrm>
            <a:custGeom>
              <a:avLst/>
              <a:gdLst>
                <a:gd name="T0" fmla="*/ 26 w 81"/>
                <a:gd name="T1" fmla="*/ 1 h 87"/>
                <a:gd name="T2" fmla="*/ 30 w 81"/>
                <a:gd name="T3" fmla="*/ 12 h 87"/>
                <a:gd name="T4" fmla="*/ 67 w 81"/>
                <a:gd name="T5" fmla="*/ 28 h 87"/>
                <a:gd name="T6" fmla="*/ 79 w 81"/>
                <a:gd name="T7" fmla="*/ 24 h 87"/>
                <a:gd name="T8" fmla="*/ 81 w 81"/>
                <a:gd name="T9" fmla="*/ 25 h 87"/>
                <a:gd name="T10" fmla="*/ 73 w 81"/>
                <a:gd name="T11" fmla="*/ 43 h 87"/>
                <a:gd name="T12" fmla="*/ 14 w 81"/>
                <a:gd name="T13" fmla="*/ 53 h 87"/>
                <a:gd name="T14" fmla="*/ 14 w 81"/>
                <a:gd name="T15" fmla="*/ 53 h 87"/>
                <a:gd name="T16" fmla="*/ 50 w 81"/>
                <a:gd name="T17" fmla="*/ 69 h 87"/>
                <a:gd name="T18" fmla="*/ 61 w 81"/>
                <a:gd name="T19" fmla="*/ 64 h 87"/>
                <a:gd name="T20" fmla="*/ 63 w 81"/>
                <a:gd name="T21" fmla="*/ 65 h 87"/>
                <a:gd name="T22" fmla="*/ 54 w 81"/>
                <a:gd name="T23" fmla="*/ 87 h 87"/>
                <a:gd name="T24" fmla="*/ 52 w 81"/>
                <a:gd name="T25" fmla="*/ 86 h 87"/>
                <a:gd name="T26" fmla="*/ 47 w 81"/>
                <a:gd name="T27" fmla="*/ 75 h 87"/>
                <a:gd name="T28" fmla="*/ 0 w 81"/>
                <a:gd name="T29" fmla="*/ 54 h 87"/>
                <a:gd name="T30" fmla="*/ 4 w 81"/>
                <a:gd name="T31" fmla="*/ 45 h 87"/>
                <a:gd name="T32" fmla="*/ 66 w 81"/>
                <a:gd name="T33" fmla="*/ 35 h 87"/>
                <a:gd name="T34" fmla="*/ 66 w 81"/>
                <a:gd name="T35" fmla="*/ 35 h 87"/>
                <a:gd name="T36" fmla="*/ 28 w 81"/>
                <a:gd name="T37" fmla="*/ 18 h 87"/>
                <a:gd name="T38" fmla="*/ 16 w 81"/>
                <a:gd name="T39" fmla="*/ 23 h 87"/>
                <a:gd name="T40" fmla="*/ 14 w 81"/>
                <a:gd name="T41" fmla="*/ 22 h 87"/>
                <a:gd name="T42" fmla="*/ 24 w 81"/>
                <a:gd name="T43" fmla="*/ 0 h 87"/>
                <a:gd name="T44" fmla="*/ 26 w 81"/>
                <a:gd name="T45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" h="87">
                  <a:moveTo>
                    <a:pt x="26" y="1"/>
                  </a:moveTo>
                  <a:cubicBezTo>
                    <a:pt x="23" y="8"/>
                    <a:pt x="24" y="9"/>
                    <a:pt x="30" y="1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4" y="31"/>
                    <a:pt x="76" y="30"/>
                    <a:pt x="79" y="24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6" y="72"/>
                    <a:pt x="58" y="71"/>
                    <a:pt x="61" y="64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55" y="79"/>
                    <a:pt x="54" y="78"/>
                    <a:pt x="47" y="7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1" y="15"/>
                    <a:pt x="19" y="16"/>
                    <a:pt x="16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4" y="0"/>
                    <a:pt x="24" y="0"/>
                    <a:pt x="24" y="0"/>
                  </a:cubicBezTo>
                  <a:lnTo>
                    <a:pt x="2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4" name="Freeform 316">
              <a:extLst>
                <a:ext uri="{FF2B5EF4-FFF2-40B4-BE49-F238E27FC236}">
                  <a16:creationId xmlns:a16="http://schemas.microsoft.com/office/drawing/2014/main" id="{AB0BDED2-1C29-4F41-9BB3-D820FEE882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465926" y="12776200"/>
              <a:ext cx="50800" cy="57150"/>
            </a:xfrm>
            <a:custGeom>
              <a:avLst/>
              <a:gdLst>
                <a:gd name="T0" fmla="*/ 51 w 81"/>
                <a:gd name="T1" fmla="*/ 86 h 88"/>
                <a:gd name="T2" fmla="*/ 47 w 81"/>
                <a:gd name="T3" fmla="*/ 75 h 88"/>
                <a:gd name="T4" fmla="*/ 4 w 81"/>
                <a:gd name="T5" fmla="*/ 45 h 88"/>
                <a:gd name="T6" fmla="*/ 28 w 81"/>
                <a:gd name="T7" fmla="*/ 19 h 88"/>
                <a:gd name="T8" fmla="*/ 17 w 81"/>
                <a:gd name="T9" fmla="*/ 23 h 88"/>
                <a:gd name="T10" fmla="*/ 14 w 81"/>
                <a:gd name="T11" fmla="*/ 22 h 88"/>
                <a:gd name="T12" fmla="*/ 26 w 81"/>
                <a:gd name="T13" fmla="*/ 1 h 88"/>
                <a:gd name="T14" fmla="*/ 26 w 81"/>
                <a:gd name="T15" fmla="*/ 1 h 88"/>
                <a:gd name="T16" fmla="*/ 26 w 81"/>
                <a:gd name="T17" fmla="*/ 1 h 88"/>
                <a:gd name="T18" fmla="*/ 31 w 81"/>
                <a:gd name="T19" fmla="*/ 12 h 88"/>
                <a:gd name="T20" fmla="*/ 73 w 81"/>
                <a:gd name="T21" fmla="*/ 29 h 88"/>
                <a:gd name="T22" fmla="*/ 79 w 81"/>
                <a:gd name="T23" fmla="*/ 23 h 88"/>
                <a:gd name="T24" fmla="*/ 73 w 81"/>
                <a:gd name="T25" fmla="*/ 43 h 88"/>
                <a:gd name="T26" fmla="*/ 50 w 81"/>
                <a:gd name="T27" fmla="*/ 68 h 88"/>
                <a:gd name="T28" fmla="*/ 61 w 81"/>
                <a:gd name="T29" fmla="*/ 64 h 88"/>
                <a:gd name="T30" fmla="*/ 64 w 81"/>
                <a:gd name="T31" fmla="*/ 65 h 88"/>
                <a:gd name="T32" fmla="*/ 51 w 81"/>
                <a:gd name="T33" fmla="*/ 86 h 88"/>
                <a:gd name="T34" fmla="*/ 63 w 81"/>
                <a:gd name="T35" fmla="*/ 65 h 88"/>
                <a:gd name="T36" fmla="*/ 55 w 81"/>
                <a:gd name="T37" fmla="*/ 71 h 88"/>
                <a:gd name="T38" fmla="*/ 14 w 81"/>
                <a:gd name="T39" fmla="*/ 53 h 88"/>
                <a:gd name="T40" fmla="*/ 14 w 81"/>
                <a:gd name="T41" fmla="*/ 53 h 88"/>
                <a:gd name="T42" fmla="*/ 80 w 81"/>
                <a:gd name="T43" fmla="*/ 25 h 88"/>
                <a:gd name="T44" fmla="*/ 73 w 81"/>
                <a:gd name="T45" fmla="*/ 30 h 88"/>
                <a:gd name="T46" fmla="*/ 30 w 81"/>
                <a:gd name="T47" fmla="*/ 13 h 88"/>
                <a:gd name="T48" fmla="*/ 26 w 81"/>
                <a:gd name="T49" fmla="*/ 1 h 88"/>
                <a:gd name="T50" fmla="*/ 15 w 81"/>
                <a:gd name="T51" fmla="*/ 22 h 88"/>
                <a:gd name="T52" fmla="*/ 22 w 81"/>
                <a:gd name="T53" fmla="*/ 16 h 88"/>
                <a:gd name="T54" fmla="*/ 67 w 81"/>
                <a:gd name="T55" fmla="*/ 35 h 88"/>
                <a:gd name="T56" fmla="*/ 66 w 81"/>
                <a:gd name="T57" fmla="*/ 35 h 88"/>
                <a:gd name="T58" fmla="*/ 1 w 81"/>
                <a:gd name="T59" fmla="*/ 54 h 88"/>
                <a:gd name="T60" fmla="*/ 54 w 81"/>
                <a:gd name="T61" fmla="*/ 81 h 88"/>
                <a:gd name="T62" fmla="*/ 54 w 81"/>
                <a:gd name="T63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" h="88"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  <a:cubicBezTo>
                    <a:pt x="52" y="84"/>
                    <a:pt x="53" y="82"/>
                    <a:pt x="53" y="81"/>
                  </a:cubicBezTo>
                  <a:cubicBezTo>
                    <a:pt x="53" y="78"/>
                    <a:pt x="51" y="77"/>
                    <a:pt x="47" y="7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5" y="18"/>
                    <a:pt x="24" y="17"/>
                    <a:pt x="22" y="17"/>
                  </a:cubicBezTo>
                  <a:cubicBezTo>
                    <a:pt x="20" y="17"/>
                    <a:pt x="19" y="19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3"/>
                    <a:pt x="25" y="5"/>
                    <a:pt x="25" y="7"/>
                  </a:cubicBezTo>
                  <a:cubicBezTo>
                    <a:pt x="25" y="9"/>
                    <a:pt x="26" y="10"/>
                    <a:pt x="31" y="1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29"/>
                    <a:pt x="71" y="29"/>
                    <a:pt x="73" y="29"/>
                  </a:cubicBezTo>
                  <a:cubicBezTo>
                    <a:pt x="75" y="29"/>
                    <a:pt x="77" y="28"/>
                    <a:pt x="78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2" y="69"/>
                    <a:pt x="54" y="70"/>
                    <a:pt x="55" y="70"/>
                  </a:cubicBezTo>
                  <a:cubicBezTo>
                    <a:pt x="58" y="70"/>
                    <a:pt x="59" y="68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54" y="88"/>
                    <a:pt x="54" y="88"/>
                    <a:pt x="54" y="88"/>
                  </a:cubicBezTo>
                  <a:lnTo>
                    <a:pt x="51" y="86"/>
                  </a:lnTo>
                  <a:close/>
                  <a:moveTo>
                    <a:pt x="54" y="87"/>
                  </a:moveTo>
                  <a:cubicBezTo>
                    <a:pt x="63" y="65"/>
                    <a:pt x="63" y="65"/>
                    <a:pt x="63" y="6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9"/>
                    <a:pt x="58" y="71"/>
                    <a:pt x="55" y="71"/>
                  </a:cubicBezTo>
                  <a:cubicBezTo>
                    <a:pt x="54" y="71"/>
                    <a:pt x="52" y="70"/>
                    <a:pt x="50" y="69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7" y="28"/>
                    <a:pt x="76" y="30"/>
                    <a:pt x="73" y="30"/>
                  </a:cubicBezTo>
                  <a:cubicBezTo>
                    <a:pt x="71" y="30"/>
                    <a:pt x="69" y="30"/>
                    <a:pt x="67" y="29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6" y="11"/>
                    <a:pt x="24" y="9"/>
                    <a:pt x="24" y="7"/>
                  </a:cubicBezTo>
                  <a:cubicBezTo>
                    <a:pt x="24" y="5"/>
                    <a:pt x="25" y="3"/>
                    <a:pt x="2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8" y="18"/>
                    <a:pt x="20" y="16"/>
                    <a:pt x="22" y="16"/>
                  </a:cubicBezTo>
                  <a:cubicBezTo>
                    <a:pt x="24" y="16"/>
                    <a:pt x="26" y="17"/>
                    <a:pt x="28" y="18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52" y="76"/>
                    <a:pt x="54" y="78"/>
                    <a:pt x="54" y="81"/>
                  </a:cubicBezTo>
                  <a:cubicBezTo>
                    <a:pt x="54" y="82"/>
                    <a:pt x="53" y="84"/>
                    <a:pt x="52" y="86"/>
                  </a:cubicBezTo>
                  <a:lnTo>
                    <a:pt x="54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  <p:sp>
          <p:nvSpPr>
            <p:cNvPr id="705" name="Freeform 317">
              <a:extLst>
                <a:ext uri="{FF2B5EF4-FFF2-40B4-BE49-F238E27FC236}">
                  <a16:creationId xmlns:a16="http://schemas.microsoft.com/office/drawing/2014/main" id="{8E335BFC-C011-4DAE-BC14-162C7431B6D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227801" y="12444413"/>
              <a:ext cx="106363" cy="100012"/>
            </a:xfrm>
            <a:custGeom>
              <a:avLst/>
              <a:gdLst>
                <a:gd name="T0" fmla="*/ 160 w 166"/>
                <a:gd name="T1" fmla="*/ 68 h 156"/>
                <a:gd name="T2" fmla="*/ 157 w 166"/>
                <a:gd name="T3" fmla="*/ 56 h 156"/>
                <a:gd name="T4" fmla="*/ 121 w 166"/>
                <a:gd name="T5" fmla="*/ 58 h 156"/>
                <a:gd name="T6" fmla="*/ 109 w 166"/>
                <a:gd name="T7" fmla="*/ 49 h 156"/>
                <a:gd name="T8" fmla="*/ 91 w 166"/>
                <a:gd name="T9" fmla="*/ 6 h 156"/>
                <a:gd name="T10" fmla="*/ 79 w 166"/>
                <a:gd name="T11" fmla="*/ 6 h 156"/>
                <a:gd name="T12" fmla="*/ 66 w 166"/>
                <a:gd name="T13" fmla="*/ 46 h 156"/>
                <a:gd name="T14" fmla="*/ 50 w 166"/>
                <a:gd name="T15" fmla="*/ 56 h 156"/>
                <a:gd name="T16" fmla="*/ 9 w 166"/>
                <a:gd name="T17" fmla="*/ 57 h 156"/>
                <a:gd name="T18" fmla="*/ 6 w 166"/>
                <a:gd name="T19" fmla="*/ 69 h 156"/>
                <a:gd name="T20" fmla="*/ 38 w 166"/>
                <a:gd name="T21" fmla="*/ 90 h 156"/>
                <a:gd name="T22" fmla="*/ 44 w 166"/>
                <a:gd name="T23" fmla="*/ 110 h 156"/>
                <a:gd name="T24" fmla="*/ 33 w 166"/>
                <a:gd name="T25" fmla="*/ 146 h 156"/>
                <a:gd name="T26" fmla="*/ 41 w 166"/>
                <a:gd name="T27" fmla="*/ 153 h 156"/>
                <a:gd name="T28" fmla="*/ 78 w 166"/>
                <a:gd name="T29" fmla="*/ 133 h 156"/>
                <a:gd name="T30" fmla="*/ 95 w 166"/>
                <a:gd name="T31" fmla="*/ 132 h 156"/>
                <a:gd name="T32" fmla="*/ 138 w 166"/>
                <a:gd name="T33" fmla="*/ 152 h 156"/>
                <a:gd name="T34" fmla="*/ 145 w 166"/>
                <a:gd name="T35" fmla="*/ 144 h 156"/>
                <a:gd name="T36" fmla="*/ 129 w 166"/>
                <a:gd name="T37" fmla="*/ 106 h 156"/>
                <a:gd name="T38" fmla="*/ 131 w 166"/>
                <a:gd name="T39" fmla="*/ 92 h 156"/>
                <a:gd name="T40" fmla="*/ 160 w 166"/>
                <a:gd name="T41" fmla="*/ 68 h 156"/>
                <a:gd name="T42" fmla="*/ 139 w 166"/>
                <a:gd name="T43" fmla="*/ 73 h 156"/>
                <a:gd name="T44" fmla="*/ 115 w 166"/>
                <a:gd name="T45" fmla="*/ 87 h 156"/>
                <a:gd name="T46" fmla="*/ 112 w 166"/>
                <a:gd name="T47" fmla="*/ 100 h 156"/>
                <a:gd name="T48" fmla="*/ 128 w 166"/>
                <a:gd name="T49" fmla="*/ 129 h 156"/>
                <a:gd name="T50" fmla="*/ 123 w 166"/>
                <a:gd name="T51" fmla="*/ 133 h 156"/>
                <a:gd name="T52" fmla="*/ 94 w 166"/>
                <a:gd name="T53" fmla="*/ 115 h 156"/>
                <a:gd name="T54" fmla="*/ 81 w 166"/>
                <a:gd name="T55" fmla="*/ 115 h 156"/>
                <a:gd name="T56" fmla="*/ 54 w 166"/>
                <a:gd name="T57" fmla="*/ 134 h 156"/>
                <a:gd name="T58" fmla="*/ 49 w 166"/>
                <a:gd name="T59" fmla="*/ 128 h 156"/>
                <a:gd name="T60" fmla="*/ 59 w 166"/>
                <a:gd name="T61" fmla="*/ 100 h 156"/>
                <a:gd name="T62" fmla="*/ 55 w 166"/>
                <a:gd name="T63" fmla="*/ 87 h 156"/>
                <a:gd name="T64" fmla="*/ 27 w 166"/>
                <a:gd name="T65" fmla="*/ 72 h 156"/>
                <a:gd name="T66" fmla="*/ 29 w 166"/>
                <a:gd name="T67" fmla="*/ 66 h 156"/>
                <a:gd name="T68" fmla="*/ 61 w 166"/>
                <a:gd name="T69" fmla="*/ 67 h 156"/>
                <a:gd name="T70" fmla="*/ 73 w 166"/>
                <a:gd name="T71" fmla="*/ 61 h 156"/>
                <a:gd name="T72" fmla="*/ 82 w 166"/>
                <a:gd name="T73" fmla="*/ 30 h 156"/>
                <a:gd name="T74" fmla="*/ 89 w 166"/>
                <a:gd name="T75" fmla="*/ 30 h 156"/>
                <a:gd name="T76" fmla="*/ 99 w 166"/>
                <a:gd name="T77" fmla="*/ 61 h 156"/>
                <a:gd name="T78" fmla="*/ 108 w 166"/>
                <a:gd name="T79" fmla="*/ 69 h 156"/>
                <a:gd name="T80" fmla="*/ 137 w 166"/>
                <a:gd name="T81" fmla="*/ 67 h 156"/>
                <a:gd name="T82" fmla="*/ 139 w 166"/>
                <a:gd name="T83" fmla="*/ 7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6" h="156">
                  <a:moveTo>
                    <a:pt x="160" y="68"/>
                  </a:moveTo>
                  <a:cubicBezTo>
                    <a:pt x="166" y="64"/>
                    <a:pt x="164" y="56"/>
                    <a:pt x="157" y="56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14" y="58"/>
                    <a:pt x="112" y="56"/>
                    <a:pt x="109" y="49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88" y="0"/>
                    <a:pt x="81" y="0"/>
                    <a:pt x="79" y="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3" y="52"/>
                    <a:pt x="60" y="55"/>
                    <a:pt x="50" y="56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2" y="57"/>
                    <a:pt x="0" y="65"/>
                    <a:pt x="6" y="6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45" y="96"/>
                    <a:pt x="47" y="99"/>
                    <a:pt x="44" y="110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1" y="152"/>
                    <a:pt x="35" y="156"/>
                    <a:pt x="41" y="153"/>
                  </a:cubicBezTo>
                  <a:cubicBezTo>
                    <a:pt x="78" y="133"/>
                    <a:pt x="78" y="133"/>
                    <a:pt x="78" y="133"/>
                  </a:cubicBezTo>
                  <a:cubicBezTo>
                    <a:pt x="86" y="128"/>
                    <a:pt x="90" y="130"/>
                    <a:pt x="95" y="13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44" y="154"/>
                    <a:pt x="147" y="151"/>
                    <a:pt x="145" y="144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6" y="101"/>
                    <a:pt x="127" y="96"/>
                    <a:pt x="131" y="92"/>
                  </a:cubicBezTo>
                  <a:lnTo>
                    <a:pt x="160" y="68"/>
                  </a:lnTo>
                  <a:close/>
                  <a:moveTo>
                    <a:pt x="139" y="73"/>
                  </a:moveTo>
                  <a:cubicBezTo>
                    <a:pt x="115" y="87"/>
                    <a:pt x="115" y="87"/>
                    <a:pt x="115" y="87"/>
                  </a:cubicBezTo>
                  <a:cubicBezTo>
                    <a:pt x="112" y="90"/>
                    <a:pt x="111" y="95"/>
                    <a:pt x="112" y="100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9" y="133"/>
                    <a:pt x="127" y="135"/>
                    <a:pt x="123" y="133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1" y="112"/>
                    <a:pt x="84" y="112"/>
                    <a:pt x="81" y="11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0" y="137"/>
                    <a:pt x="47" y="134"/>
                    <a:pt x="49" y="128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1" y="95"/>
                    <a:pt x="59" y="90"/>
                    <a:pt x="55" y="87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23" y="70"/>
                    <a:pt x="24" y="65"/>
                    <a:pt x="29" y="66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5" y="67"/>
                    <a:pt x="72" y="65"/>
                    <a:pt x="73" y="61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3" y="26"/>
                    <a:pt x="87" y="26"/>
                    <a:pt x="89" y="30"/>
                  </a:cubicBezTo>
                  <a:cubicBezTo>
                    <a:pt x="99" y="61"/>
                    <a:pt x="99" y="61"/>
                    <a:pt x="99" y="61"/>
                  </a:cubicBezTo>
                  <a:cubicBezTo>
                    <a:pt x="101" y="65"/>
                    <a:pt x="103" y="69"/>
                    <a:pt x="108" y="69"/>
                  </a:cubicBezTo>
                  <a:cubicBezTo>
                    <a:pt x="137" y="67"/>
                    <a:pt x="137" y="67"/>
                    <a:pt x="137" y="67"/>
                  </a:cubicBezTo>
                  <a:cubicBezTo>
                    <a:pt x="141" y="67"/>
                    <a:pt x="143" y="70"/>
                    <a:pt x="139" y="7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v-SE"/>
            </a:p>
          </p:txBody>
        </p:sp>
      </p:grpSp>
    </p:spTree>
    <p:extLst>
      <p:ext uri="{BB962C8B-B14F-4D97-AF65-F5344CB8AC3E}">
        <p14:creationId xmlns:p14="http://schemas.microsoft.com/office/powerpoint/2010/main" val="19666705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image" Target="../media/image1.jp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30.xml"/><Relationship Id="rId18" Type="http://schemas.openxmlformats.org/officeDocument/2006/relationships/theme" Target="../theme/theme2.xml"/><Relationship Id="rId3" Type="http://schemas.openxmlformats.org/officeDocument/2006/relationships/slideLayout" Target="../slideLayouts/slideLayout20.xml"/><Relationship Id="rId7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29.xml"/><Relationship Id="rId17" Type="http://schemas.openxmlformats.org/officeDocument/2006/relationships/slideLayout" Target="../slideLayouts/slideLayout34.xml"/><Relationship Id="rId2" Type="http://schemas.openxmlformats.org/officeDocument/2006/relationships/slideLayout" Target="../slideLayouts/slideLayout19.xml"/><Relationship Id="rId16" Type="http://schemas.openxmlformats.org/officeDocument/2006/relationships/slideLayout" Target="../slideLayouts/slideLayout33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2.xml"/><Relationship Id="rId15" Type="http://schemas.openxmlformats.org/officeDocument/2006/relationships/slideLayout" Target="../slideLayouts/slideLayout32.xml"/><Relationship Id="rId10" Type="http://schemas.openxmlformats.org/officeDocument/2006/relationships/slideLayout" Target="../slideLayouts/slideLayout27.xml"/><Relationship Id="rId19" Type="http://schemas.openxmlformats.org/officeDocument/2006/relationships/image" Target="../media/image6.jpg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ildobjekt 15">
            <a:extLst>
              <a:ext uri="{FF2B5EF4-FFF2-40B4-BE49-F238E27FC236}">
                <a16:creationId xmlns:a16="http://schemas.microsoft.com/office/drawing/2014/main" id="{62E685CC-8B1E-49DB-BEC1-BCEA8EE96588}"/>
              </a:ext>
            </a:extLst>
          </p:cNvPr>
          <p:cNvPicPr>
            <a:picLocks noChangeAspect="1"/>
          </p:cNvPicPr>
          <p:nvPr userDrawn="1"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062" y="24063"/>
            <a:ext cx="24400981" cy="13716000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154094" y="1641133"/>
            <a:ext cx="19630035" cy="2651126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137765" y="5006271"/>
            <a:ext cx="19630035" cy="5313386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  <a:endParaRPr lang="en-US" dirty="0"/>
          </a:p>
        </p:txBody>
      </p:sp>
      <p:sp>
        <p:nvSpPr>
          <p:cNvPr id="11" name="Platshållare för datum 10">
            <a:extLst>
              <a:ext uri="{FF2B5EF4-FFF2-40B4-BE49-F238E27FC236}">
                <a16:creationId xmlns:a16="http://schemas.microsoft.com/office/drawing/2014/main" id="{6052A7DB-0A1D-4DDE-8C7B-C81E9A0B611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676400" y="12712700"/>
            <a:ext cx="5486400" cy="7302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2600">
                <a:solidFill>
                  <a:schemeClr val="tx2"/>
                </a:solidFill>
              </a:defRPr>
            </a:lvl1pPr>
          </a:lstStyle>
          <a:p>
            <a:fld id="{628A2FC5-2FA7-4770-A32E-ADB0A4CD6EB2}" type="datetime1">
              <a:rPr lang="sv-SE" smtClean="0"/>
              <a:t>2024-03-11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6957551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3" r:id="rId2"/>
    <p:sldLayoutId id="2147483664" r:id="rId3"/>
    <p:sldLayoutId id="2147483665" r:id="rId4"/>
    <p:sldLayoutId id="2147483662" r:id="rId5"/>
    <p:sldLayoutId id="2147483670" r:id="rId6"/>
    <p:sldLayoutId id="2147483666" r:id="rId7"/>
    <p:sldLayoutId id="2147483669" r:id="rId8"/>
    <p:sldLayoutId id="2147483668" r:id="rId9"/>
    <p:sldLayoutId id="2147483671" r:id="rId10"/>
    <p:sldLayoutId id="2147483672" r:id="rId11"/>
    <p:sldLayoutId id="2147483679" r:id="rId12"/>
    <p:sldLayoutId id="2147483680" r:id="rId13"/>
    <p:sldLayoutId id="2147483673" r:id="rId14"/>
    <p:sldLayoutId id="2147483675" r:id="rId15"/>
    <p:sldLayoutId id="2147483676" r:id="rId16"/>
    <p:sldLayoutId id="2147483677" r:id="rId17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ftr="0"/>
  <p:txStyles>
    <p:titleStyle>
      <a:lvl1pPr algn="l" defTabSz="1828709" rtl="0" eaLnBrk="1" latinLnBrk="0" hangingPunct="1">
        <a:lnSpc>
          <a:spcPct val="100000"/>
        </a:lnSpc>
        <a:spcBef>
          <a:spcPct val="0"/>
        </a:spcBef>
        <a:buNone/>
        <a:defRPr sz="46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490538" indent="-490538" algn="l" defTabSz="1828709" rtl="0" eaLnBrk="1" latinLnBrk="0" hangingPunct="1">
        <a:lnSpc>
          <a:spcPct val="100000"/>
        </a:lnSpc>
        <a:spcBef>
          <a:spcPts val="0"/>
        </a:spcBef>
        <a:buClr>
          <a:schemeClr val="tx2"/>
        </a:buClr>
        <a:buFont typeface="Arial" panose="020B0604020202020204" pitchFamily="34" charset="0"/>
        <a:buChar char="•"/>
        <a:defRPr sz="3200" kern="1200">
          <a:solidFill>
            <a:schemeClr val="tx2"/>
          </a:solidFill>
          <a:latin typeface="+mn-lt"/>
          <a:ea typeface="+mn-ea"/>
          <a:cs typeface="+mn-cs"/>
        </a:defRPr>
      </a:lvl1pPr>
      <a:lvl2pPr marL="1371531" indent="-457177" algn="l" defTabSz="1828709" rtl="0" eaLnBrk="1" latinLnBrk="0" hangingPunct="1">
        <a:lnSpc>
          <a:spcPct val="100000"/>
        </a:lnSpc>
        <a:spcBef>
          <a:spcPts val="0"/>
        </a:spcBef>
        <a:buClr>
          <a:schemeClr val="tx2"/>
        </a:buClr>
        <a:buFont typeface="Arial" panose="020B0604020202020204" pitchFamily="34" charset="0"/>
        <a:buChar char="•"/>
        <a:defRPr sz="3200" kern="1200">
          <a:solidFill>
            <a:schemeClr val="tx2"/>
          </a:solidFill>
          <a:latin typeface="+mn-lt"/>
          <a:ea typeface="+mn-ea"/>
          <a:cs typeface="+mn-cs"/>
        </a:defRPr>
      </a:lvl2pPr>
      <a:lvl3pPr marL="2285886" indent="-457177" algn="l" defTabSz="1828709" rtl="0" eaLnBrk="1" latinLnBrk="0" hangingPunct="1">
        <a:lnSpc>
          <a:spcPct val="100000"/>
        </a:lnSpc>
        <a:spcBef>
          <a:spcPts val="0"/>
        </a:spcBef>
        <a:buClr>
          <a:schemeClr val="tx2"/>
        </a:buClr>
        <a:buFont typeface="Arial" panose="020B0604020202020204" pitchFamily="34" charset="0"/>
        <a:buChar char="•"/>
        <a:defRPr sz="3200" kern="1200">
          <a:solidFill>
            <a:schemeClr val="tx2"/>
          </a:solidFill>
          <a:latin typeface="+mn-lt"/>
          <a:ea typeface="+mn-ea"/>
          <a:cs typeface="+mn-cs"/>
        </a:defRPr>
      </a:lvl3pPr>
      <a:lvl4pPr marL="3200240" indent="-457177" algn="l" defTabSz="1828709" rtl="0" eaLnBrk="1" latinLnBrk="0" hangingPunct="1">
        <a:lnSpc>
          <a:spcPct val="100000"/>
        </a:lnSpc>
        <a:spcBef>
          <a:spcPts val="0"/>
        </a:spcBef>
        <a:buClr>
          <a:schemeClr val="tx2"/>
        </a:buClr>
        <a:buFont typeface="Arial" panose="020B0604020202020204" pitchFamily="34" charset="0"/>
        <a:buChar char="•"/>
        <a:defRPr sz="3200" kern="1200">
          <a:solidFill>
            <a:schemeClr val="tx2"/>
          </a:solidFill>
          <a:latin typeface="+mn-lt"/>
          <a:ea typeface="+mn-ea"/>
          <a:cs typeface="+mn-cs"/>
        </a:defRPr>
      </a:lvl4pPr>
      <a:lvl5pPr marL="4114594" indent="-457177" algn="l" defTabSz="1828709" rtl="0" eaLnBrk="1" latinLnBrk="0" hangingPunct="1">
        <a:lnSpc>
          <a:spcPct val="100000"/>
        </a:lnSpc>
        <a:spcBef>
          <a:spcPts val="0"/>
        </a:spcBef>
        <a:buClr>
          <a:schemeClr val="tx2"/>
        </a:buClr>
        <a:buFont typeface="Arial" panose="020B0604020202020204" pitchFamily="34" charset="0"/>
        <a:buChar char="•"/>
        <a:defRPr sz="3200" kern="1200">
          <a:solidFill>
            <a:schemeClr val="tx2"/>
          </a:solidFill>
          <a:latin typeface="+mn-lt"/>
          <a:ea typeface="+mn-ea"/>
          <a:cs typeface="+mn-cs"/>
        </a:defRPr>
      </a:lvl5pPr>
      <a:lvl6pPr marL="5028949" indent="-457177" algn="l" defTabSz="18287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943303" indent="-457177" algn="l" defTabSz="18287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857657" indent="-457177" algn="l" defTabSz="18287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772011" indent="-457177" algn="l" defTabSz="18287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1pPr>
      <a:lvl2pPr marL="914354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828709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3pPr>
      <a:lvl4pPr marL="2743063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4pPr>
      <a:lvl5pPr marL="3657417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5pPr>
      <a:lvl6pPr marL="4571771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486126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400480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314834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4320" userDrawn="1">
          <p15:clr>
            <a:srgbClr val="F26B43"/>
          </p15:clr>
        </p15:guide>
        <p15:guide id="2" pos="13712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Bildobjekt 8">
            <a:extLst>
              <a:ext uri="{FF2B5EF4-FFF2-40B4-BE49-F238E27FC236}">
                <a16:creationId xmlns:a16="http://schemas.microsoft.com/office/drawing/2014/main" id="{BD722C1D-4F38-4790-8B3B-1AF0C77FE31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9"/>
          <a:stretch/>
        </p:blipFill>
        <p:spPr>
          <a:xfrm>
            <a:off x="0" y="0"/>
            <a:ext cx="24382413" cy="13716000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154094" y="1641133"/>
            <a:ext cx="19630035" cy="2651126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sv-SE"/>
              <a:t>Klicka här för att ändra mall för rubrikformat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137765" y="5006271"/>
            <a:ext cx="19630035" cy="5313386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sv-SE"/>
              <a:t>Klicka här för att ändra format på bakgrundstexten</a:t>
            </a:r>
          </a:p>
          <a:p>
            <a:pPr lvl="1"/>
            <a:r>
              <a:rPr lang="sv-SE"/>
              <a:t>Nivå två</a:t>
            </a:r>
          </a:p>
          <a:p>
            <a:pPr lvl="2"/>
            <a:r>
              <a:rPr lang="sv-SE"/>
              <a:t>Nivå tre</a:t>
            </a:r>
          </a:p>
          <a:p>
            <a:pPr lvl="3"/>
            <a:r>
              <a:rPr lang="sv-SE"/>
              <a:t>Nivå fyra</a:t>
            </a:r>
          </a:p>
          <a:p>
            <a:pPr lvl="4"/>
            <a:r>
              <a:rPr lang="sv-SE"/>
              <a:t>Nivå fem</a:t>
            </a:r>
            <a:endParaRPr lang="en-US" dirty="0"/>
          </a:p>
        </p:txBody>
      </p:sp>
      <p:sp>
        <p:nvSpPr>
          <p:cNvPr id="11" name="Platshållare för datum 10">
            <a:extLst>
              <a:ext uri="{FF2B5EF4-FFF2-40B4-BE49-F238E27FC236}">
                <a16:creationId xmlns:a16="http://schemas.microsoft.com/office/drawing/2014/main" id="{6052A7DB-0A1D-4DDE-8C7B-C81E9A0B611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676400" y="12712700"/>
            <a:ext cx="5486400" cy="7302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2600">
                <a:solidFill>
                  <a:schemeClr val="accent5"/>
                </a:solidFill>
              </a:defRPr>
            </a:lvl1pPr>
          </a:lstStyle>
          <a:p>
            <a:fld id="{628A2FC5-2FA7-4770-A32E-ADB0A4CD6EB2}" type="datetime1">
              <a:rPr lang="sv-SE" smtClean="0"/>
              <a:pPr/>
              <a:t>2024-03-11</a:t>
            </a:fld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11809219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2" r:id="rId1"/>
    <p:sldLayoutId id="2147483683" r:id="rId2"/>
    <p:sldLayoutId id="2147483684" r:id="rId3"/>
    <p:sldLayoutId id="2147483686" r:id="rId4"/>
    <p:sldLayoutId id="2147483687" r:id="rId5"/>
    <p:sldLayoutId id="2147483688" r:id="rId6"/>
    <p:sldLayoutId id="2147483689" r:id="rId7"/>
    <p:sldLayoutId id="2147483690" r:id="rId8"/>
    <p:sldLayoutId id="2147483691" r:id="rId9"/>
    <p:sldLayoutId id="2147483692" r:id="rId10"/>
    <p:sldLayoutId id="2147483693" r:id="rId11"/>
    <p:sldLayoutId id="2147483694" r:id="rId12"/>
    <p:sldLayoutId id="2147483695" r:id="rId13"/>
    <p:sldLayoutId id="2147483696" r:id="rId14"/>
    <p:sldLayoutId id="2147483697" r:id="rId15"/>
    <p:sldLayoutId id="2147483698" r:id="rId16"/>
    <p:sldLayoutId id="2147483699" r:id="rId17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ftr="0"/>
  <p:txStyles>
    <p:titleStyle>
      <a:lvl1pPr algn="l" defTabSz="1828709" rtl="0" eaLnBrk="1" latinLnBrk="0" hangingPunct="1">
        <a:lnSpc>
          <a:spcPct val="100000"/>
        </a:lnSpc>
        <a:spcBef>
          <a:spcPct val="0"/>
        </a:spcBef>
        <a:buNone/>
        <a:defRPr sz="4600" kern="1200">
          <a:solidFill>
            <a:schemeClr val="accent5"/>
          </a:solidFill>
          <a:latin typeface="+mj-lt"/>
          <a:ea typeface="+mj-ea"/>
          <a:cs typeface="+mj-cs"/>
        </a:defRPr>
      </a:lvl1pPr>
    </p:titleStyle>
    <p:bodyStyle>
      <a:lvl1pPr marL="490538" indent="-490538" algn="l" defTabSz="1828709" rtl="0" eaLnBrk="1" latinLnBrk="0" hangingPunct="1">
        <a:lnSpc>
          <a:spcPct val="100000"/>
        </a:lnSpc>
        <a:spcBef>
          <a:spcPts val="0"/>
        </a:spcBef>
        <a:buClr>
          <a:schemeClr val="accent5"/>
        </a:buClr>
        <a:buFont typeface="Arial" panose="020B0604020202020204" pitchFamily="34" charset="0"/>
        <a:buChar char="•"/>
        <a:defRPr sz="3200" kern="1200">
          <a:solidFill>
            <a:schemeClr val="accent5"/>
          </a:solidFill>
          <a:latin typeface="+mn-lt"/>
          <a:ea typeface="+mn-ea"/>
          <a:cs typeface="+mn-cs"/>
        </a:defRPr>
      </a:lvl1pPr>
      <a:lvl2pPr marL="1371531" indent="-457177" algn="l" defTabSz="1828709" rtl="0" eaLnBrk="1" latinLnBrk="0" hangingPunct="1">
        <a:lnSpc>
          <a:spcPct val="100000"/>
        </a:lnSpc>
        <a:spcBef>
          <a:spcPts val="0"/>
        </a:spcBef>
        <a:buClr>
          <a:schemeClr val="accent5"/>
        </a:buClr>
        <a:buFont typeface="Arial" panose="020B0604020202020204" pitchFamily="34" charset="0"/>
        <a:buChar char="•"/>
        <a:defRPr sz="3200" kern="1200">
          <a:solidFill>
            <a:schemeClr val="accent5"/>
          </a:solidFill>
          <a:latin typeface="+mn-lt"/>
          <a:ea typeface="+mn-ea"/>
          <a:cs typeface="+mn-cs"/>
        </a:defRPr>
      </a:lvl2pPr>
      <a:lvl3pPr marL="2285886" indent="-457177" algn="l" defTabSz="1828709" rtl="0" eaLnBrk="1" latinLnBrk="0" hangingPunct="1">
        <a:lnSpc>
          <a:spcPct val="100000"/>
        </a:lnSpc>
        <a:spcBef>
          <a:spcPts val="0"/>
        </a:spcBef>
        <a:buClr>
          <a:schemeClr val="accent5"/>
        </a:buClr>
        <a:buFont typeface="Arial" panose="020B0604020202020204" pitchFamily="34" charset="0"/>
        <a:buChar char="•"/>
        <a:defRPr sz="3200" kern="1200">
          <a:solidFill>
            <a:schemeClr val="accent5"/>
          </a:solidFill>
          <a:latin typeface="+mn-lt"/>
          <a:ea typeface="+mn-ea"/>
          <a:cs typeface="+mn-cs"/>
        </a:defRPr>
      </a:lvl3pPr>
      <a:lvl4pPr marL="3200240" indent="-457177" algn="l" defTabSz="1828709" rtl="0" eaLnBrk="1" latinLnBrk="0" hangingPunct="1">
        <a:lnSpc>
          <a:spcPct val="100000"/>
        </a:lnSpc>
        <a:spcBef>
          <a:spcPts val="0"/>
        </a:spcBef>
        <a:buClr>
          <a:schemeClr val="accent5"/>
        </a:buClr>
        <a:buFont typeface="Arial" panose="020B0604020202020204" pitchFamily="34" charset="0"/>
        <a:buChar char="•"/>
        <a:defRPr sz="3200" kern="1200">
          <a:solidFill>
            <a:schemeClr val="accent5"/>
          </a:solidFill>
          <a:latin typeface="+mn-lt"/>
          <a:ea typeface="+mn-ea"/>
          <a:cs typeface="+mn-cs"/>
        </a:defRPr>
      </a:lvl4pPr>
      <a:lvl5pPr marL="4114594" indent="-457177" algn="l" defTabSz="1828709" rtl="0" eaLnBrk="1" latinLnBrk="0" hangingPunct="1">
        <a:lnSpc>
          <a:spcPct val="100000"/>
        </a:lnSpc>
        <a:spcBef>
          <a:spcPts val="0"/>
        </a:spcBef>
        <a:buClr>
          <a:schemeClr val="accent5"/>
        </a:buClr>
        <a:buFont typeface="Arial" panose="020B0604020202020204" pitchFamily="34" charset="0"/>
        <a:buChar char="•"/>
        <a:defRPr sz="3200" kern="1200">
          <a:solidFill>
            <a:schemeClr val="accent5"/>
          </a:solidFill>
          <a:latin typeface="+mn-lt"/>
          <a:ea typeface="+mn-ea"/>
          <a:cs typeface="+mn-cs"/>
        </a:defRPr>
      </a:lvl5pPr>
      <a:lvl6pPr marL="5028949" indent="-457177" algn="l" defTabSz="18287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943303" indent="-457177" algn="l" defTabSz="18287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857657" indent="-457177" algn="l" defTabSz="18287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772011" indent="-457177" algn="l" defTabSz="18287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1pPr>
      <a:lvl2pPr marL="914354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828709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3pPr>
      <a:lvl4pPr marL="2743063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4pPr>
      <a:lvl5pPr marL="3657417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5pPr>
      <a:lvl6pPr marL="4571771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486126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400480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314834" algn="l" defTabSz="1828709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4320">
          <p15:clr>
            <a:srgbClr val="F26B43"/>
          </p15:clr>
        </p15:guide>
        <p15:guide id="2" pos="13712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9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ubrik 1">
            <a:extLst>
              <a:ext uri="{FF2B5EF4-FFF2-40B4-BE49-F238E27FC236}">
                <a16:creationId xmlns:a16="http://schemas.microsoft.com/office/drawing/2014/main" id="{8AE22AF6-6E4C-4632-B208-A0A1CC651BAE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sv-SE" dirty="0" err="1"/>
              <a:t>Technology</a:t>
            </a:r>
            <a:r>
              <a:rPr lang="sv-SE" dirty="0"/>
              <a:t> and </a:t>
            </a:r>
            <a:r>
              <a:rPr lang="sv-SE" dirty="0" err="1"/>
              <a:t>Planetary</a:t>
            </a:r>
            <a:r>
              <a:rPr lang="sv-SE" dirty="0"/>
              <a:t> </a:t>
            </a:r>
            <a:r>
              <a:rPr lang="sv-SE" dirty="0" err="1"/>
              <a:t>Pressures</a:t>
            </a:r>
            <a:endParaRPr lang="sv-SE" dirty="0"/>
          </a:p>
        </p:txBody>
      </p:sp>
      <p:sp>
        <p:nvSpPr>
          <p:cNvPr id="3" name="Underrubrik 2">
            <a:extLst>
              <a:ext uri="{FF2B5EF4-FFF2-40B4-BE49-F238E27FC236}">
                <a16:creationId xmlns:a16="http://schemas.microsoft.com/office/drawing/2014/main" id="{4690C5A3-B0C0-46FC-AF53-EA3A552B6CE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sv-SE" dirty="0"/>
              <a:t>Workshop 2024-03-12</a:t>
            </a:r>
          </a:p>
        </p:txBody>
      </p:sp>
      <p:sp>
        <p:nvSpPr>
          <p:cNvPr id="7" name="Platshållare för text 6">
            <a:extLst>
              <a:ext uri="{FF2B5EF4-FFF2-40B4-BE49-F238E27FC236}">
                <a16:creationId xmlns:a16="http://schemas.microsoft.com/office/drawing/2014/main" id="{ED218135-663E-45B9-93BD-245403D3CCD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sv-SE"/>
          </a:p>
        </p:txBody>
      </p:sp>
    </p:spTree>
    <p:extLst>
      <p:ext uri="{BB962C8B-B14F-4D97-AF65-F5344CB8AC3E}">
        <p14:creationId xmlns:p14="http://schemas.microsoft.com/office/powerpoint/2010/main" val="1994452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B282DE2D-239A-896D-3DB4-CF71648536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Recap of the idea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02EEF7AD-E0A3-B822-8DF0-4B9776DAB49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Efficiency gains through technological change affects the economic equilibrium and the planetary pressures caused by the economic system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/>
              <a:t>General-equilibrium adjustments propagate the effects between sectors and the net effects are unclear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/>
              <a:t>Here we will use model from </a:t>
            </a:r>
            <a:r>
              <a:rPr lang="en-US" dirty="0" err="1"/>
              <a:t>Engström</a:t>
            </a:r>
            <a:r>
              <a:rPr lang="en-US" dirty="0"/>
              <a:t> et al. (2020):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/>
              <a:t>Change in efficiencies =&gt; change in economic activity =&gt; change in planetary pressures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/>
              <a:t>Effects are derived using comparative statics (i.e., how changes in policy or efficiencies change the equilibrium) 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C192C87-794A-920A-2714-C51BDED8EF6B}"/>
              </a:ext>
            </a:extLst>
          </p:cNvPr>
          <p:cNvSpPr>
            <a:spLocks noGrp="1"/>
          </p:cNvSpPr>
          <p:nvPr>
            <p:ph type="dt" sz="half" idx="4294967295"/>
          </p:nvPr>
        </p:nvSpPr>
        <p:spPr>
          <a:xfrm>
            <a:off x="0" y="8353425"/>
            <a:ext cx="5486400" cy="730250"/>
          </a:xfrm>
        </p:spPr>
        <p:txBody>
          <a:bodyPr/>
          <a:lstStyle/>
          <a:p>
            <a:endParaRPr lang="sv-SE" dirty="0"/>
          </a:p>
        </p:txBody>
      </p:sp>
    </p:spTree>
    <p:extLst>
      <p:ext uri="{BB962C8B-B14F-4D97-AF65-F5344CB8AC3E}">
        <p14:creationId xmlns:p14="http://schemas.microsoft.com/office/powerpoint/2010/main" val="3814184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FB8415-AC70-1461-522C-27117A414E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Drivers of planetary pressures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53CD96D-092B-8516-6852-ECFFA4C3D3C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n-US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98D0D1E-5DC2-DFD5-7CFE-B5497906D1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9318602"/>
              </p:ext>
            </p:extLst>
          </p:nvPr>
        </p:nvGraphicFramePr>
        <p:xfrm>
          <a:off x="2138363" y="3717235"/>
          <a:ext cx="19629438" cy="85148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43146">
                  <a:extLst>
                    <a:ext uri="{9D8B030D-6E8A-4147-A177-3AD203B41FA5}">
                      <a16:colId xmlns:a16="http://schemas.microsoft.com/office/drawing/2014/main" val="102366414"/>
                    </a:ext>
                  </a:extLst>
                </a:gridCol>
                <a:gridCol w="6543146">
                  <a:extLst>
                    <a:ext uri="{9D8B030D-6E8A-4147-A177-3AD203B41FA5}">
                      <a16:colId xmlns:a16="http://schemas.microsoft.com/office/drawing/2014/main" val="2563750702"/>
                    </a:ext>
                  </a:extLst>
                </a:gridCol>
                <a:gridCol w="6543146">
                  <a:extLst>
                    <a:ext uri="{9D8B030D-6E8A-4147-A177-3AD203B41FA5}">
                      <a16:colId xmlns:a16="http://schemas.microsoft.com/office/drawing/2014/main" val="3212187158"/>
                    </a:ext>
                  </a:extLst>
                </a:gridCol>
              </a:tblGrid>
              <a:tr h="586405">
                <a:tc>
                  <a:txBody>
                    <a:bodyPr/>
                    <a:lstStyle/>
                    <a:p>
                      <a:r>
                        <a:rPr lang="sv-SE" sz="2800" dirty="0" err="1"/>
                        <a:t>Boundary</a:t>
                      </a:r>
                      <a:endParaRPr lang="en-GB" sz="2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sv-SE" sz="2800" dirty="0"/>
                        <a:t>Problem</a:t>
                      </a:r>
                      <a:endParaRPr lang="en-GB" sz="2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sv-SE" sz="2800" dirty="0"/>
                        <a:t>Main drivers</a:t>
                      </a:r>
                      <a:endParaRPr lang="en-GB" sz="2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9921989"/>
                  </a:ext>
                </a:extLst>
              </a:tr>
              <a:tr h="802254">
                <a:tc>
                  <a:txBody>
                    <a:bodyPr/>
                    <a:lstStyle/>
                    <a:p>
                      <a:r>
                        <a:rPr lang="sv-SE" sz="2800" dirty="0" err="1"/>
                        <a:t>Climate</a:t>
                      </a:r>
                      <a:r>
                        <a:rPr lang="sv-SE" sz="2800" baseline="0" dirty="0"/>
                        <a:t> </a:t>
                      </a:r>
                      <a:r>
                        <a:rPr lang="sv-SE" sz="2800" baseline="0" dirty="0" err="1"/>
                        <a:t>change</a:t>
                      </a:r>
                      <a:endParaRPr lang="en-GB" sz="2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CO2</a:t>
                      </a:r>
                      <a:r>
                        <a:rPr lang="en-US" sz="2800" baseline="0" noProof="0" dirty="0"/>
                        <a:t> and GHG:s</a:t>
                      </a:r>
                      <a:endParaRPr lang="en-US" sz="2800" noProof="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Energy prod. (67%); Agriculture </a:t>
                      </a:r>
                      <a:r>
                        <a:rPr lang="en-US" sz="2800" baseline="0" noProof="0" dirty="0"/>
                        <a:t>(14%), land-use change (12%)</a:t>
                      </a:r>
                      <a:endParaRPr lang="en-US" sz="28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7659116"/>
                  </a:ext>
                </a:extLst>
              </a:tr>
              <a:tr h="586405">
                <a:tc>
                  <a:txBody>
                    <a:bodyPr/>
                    <a:lstStyle/>
                    <a:p>
                      <a:r>
                        <a:rPr lang="sv-SE" sz="2800" dirty="0" err="1"/>
                        <a:t>Biochemical</a:t>
                      </a:r>
                      <a:r>
                        <a:rPr lang="sv-SE" sz="2800" baseline="0" dirty="0"/>
                        <a:t> </a:t>
                      </a:r>
                      <a:r>
                        <a:rPr lang="sv-SE" sz="2800" baseline="0" dirty="0" err="1"/>
                        <a:t>flows</a:t>
                      </a:r>
                      <a:endParaRPr lang="en-GB" sz="2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Phosphorus and Nitrogen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Fertilizer in agriculture (90%)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29002"/>
                  </a:ext>
                </a:extLst>
              </a:tr>
              <a:tr h="802254">
                <a:tc>
                  <a:txBody>
                    <a:bodyPr/>
                    <a:lstStyle/>
                    <a:p>
                      <a:r>
                        <a:rPr lang="sv-SE" sz="2800" dirty="0"/>
                        <a:t>Ocean </a:t>
                      </a:r>
                      <a:r>
                        <a:rPr lang="sv-SE" sz="2800" dirty="0" err="1"/>
                        <a:t>acidification</a:t>
                      </a:r>
                      <a:endParaRPr lang="en-GB" sz="2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H+ concentration</a:t>
                      </a:r>
                      <a:r>
                        <a:rPr lang="en-US" sz="2800" noProof="0" dirty="0">
                          <a:sym typeface="Wingdings" panose="05000000000000000000" pitchFamily="2" charset="2"/>
                        </a:rPr>
                        <a:t>CO2</a:t>
                      </a:r>
                      <a:r>
                        <a:rPr lang="en-US" sz="2800" baseline="0" noProof="0" dirty="0">
                          <a:sym typeface="Wingdings" panose="05000000000000000000" pitchFamily="2" charset="2"/>
                        </a:rPr>
                        <a:t> in atmosphere (nutrients)</a:t>
                      </a:r>
                      <a:endParaRPr lang="en-US" sz="2800" noProof="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See above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5707921"/>
                  </a:ext>
                </a:extLst>
              </a:tr>
              <a:tr h="586405">
                <a:tc>
                  <a:txBody>
                    <a:bodyPr/>
                    <a:lstStyle/>
                    <a:p>
                      <a:r>
                        <a:rPr lang="sv-SE" sz="2800" dirty="0" err="1"/>
                        <a:t>Freshwater</a:t>
                      </a:r>
                      <a:r>
                        <a:rPr lang="sv-SE" sz="2800" dirty="0"/>
                        <a:t> </a:t>
                      </a:r>
                      <a:r>
                        <a:rPr lang="sv-SE" sz="2800" dirty="0" err="1"/>
                        <a:t>use</a:t>
                      </a:r>
                      <a:endParaRPr lang="en-GB" sz="2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/>
                        <a:t>Overconsumption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Agriculture (92%)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1528394"/>
                  </a:ext>
                </a:extLst>
              </a:tr>
              <a:tr h="802254">
                <a:tc>
                  <a:txBody>
                    <a:bodyPr/>
                    <a:lstStyle/>
                    <a:p>
                      <a:r>
                        <a:rPr lang="sv-SE" sz="2800" dirty="0"/>
                        <a:t>Land-</a:t>
                      </a:r>
                      <a:r>
                        <a:rPr lang="sv-SE" sz="2800" dirty="0" err="1"/>
                        <a:t>use</a:t>
                      </a:r>
                      <a:r>
                        <a:rPr lang="sv-SE" sz="2800" baseline="0" dirty="0"/>
                        <a:t> </a:t>
                      </a:r>
                      <a:r>
                        <a:rPr lang="sv-SE" sz="2800" baseline="0" dirty="0" err="1"/>
                        <a:t>change</a:t>
                      </a:r>
                      <a:endParaRPr lang="en-GB" sz="2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/>
                        <a:t>Forest-land loss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Deforest.</a:t>
                      </a:r>
                      <a:r>
                        <a:rPr lang="en-US" sz="2800" baseline="0" noProof="0" dirty="0"/>
                        <a:t> </a:t>
                      </a:r>
                      <a:r>
                        <a:rPr lang="en-US" sz="2800" noProof="0" dirty="0"/>
                        <a:t>due to agric.</a:t>
                      </a:r>
                      <a:r>
                        <a:rPr lang="en-US" sz="2800" baseline="0" noProof="0" dirty="0"/>
                        <a:t> expansion</a:t>
                      </a:r>
                      <a:r>
                        <a:rPr lang="en-US" sz="2800" noProof="0" dirty="0"/>
                        <a:t> (92%)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9995253"/>
                  </a:ext>
                </a:extLst>
              </a:tr>
              <a:tr h="1311481">
                <a:tc>
                  <a:txBody>
                    <a:bodyPr/>
                    <a:lstStyle/>
                    <a:p>
                      <a:r>
                        <a:rPr lang="sv-SE" sz="2800" dirty="0" err="1"/>
                        <a:t>Biodiversity</a:t>
                      </a:r>
                      <a:r>
                        <a:rPr lang="sv-SE" sz="2800" dirty="0"/>
                        <a:t> loss</a:t>
                      </a:r>
                      <a:endParaRPr lang="en-GB" sz="2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/>
                        <a:t>Extinction of species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Agric. (62%) log. (46%), clim.ch. (19%) fishing (13%) (share</a:t>
                      </a:r>
                      <a:r>
                        <a:rPr lang="en-US" sz="2800" baseline="0" noProof="0" dirty="0"/>
                        <a:t> of red-listed species threatened by activity) </a:t>
                      </a:r>
                      <a:endParaRPr lang="en-US" sz="28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5927219"/>
                  </a:ext>
                </a:extLst>
              </a:tr>
              <a:tr h="802254">
                <a:tc>
                  <a:txBody>
                    <a:bodyPr/>
                    <a:lstStyle/>
                    <a:p>
                      <a:r>
                        <a:rPr lang="en-GB" sz="2800" dirty="0"/>
                        <a:t>Ozone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NO2</a:t>
                      </a:r>
                      <a:r>
                        <a:rPr lang="en-US" sz="2800" baseline="0" noProof="0" dirty="0"/>
                        <a:t> emissions</a:t>
                      </a:r>
                      <a:endParaRPr lang="en-US" sz="2800" noProof="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“Resolved”, agric., fossil</a:t>
                      </a:r>
                      <a:r>
                        <a:rPr lang="en-US" sz="2800" baseline="0" noProof="0" dirty="0"/>
                        <a:t> fuel, </a:t>
                      </a:r>
                      <a:r>
                        <a:rPr lang="en-US" sz="2800" baseline="0" noProof="0" dirty="0" err="1"/>
                        <a:t>biof</a:t>
                      </a:r>
                      <a:r>
                        <a:rPr lang="en-US" sz="2800" baseline="0" noProof="0" dirty="0"/>
                        <a:t>. manuf.</a:t>
                      </a:r>
                      <a:endParaRPr lang="en-US" sz="28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65584984"/>
                  </a:ext>
                </a:extLst>
              </a:tr>
              <a:tr h="802254">
                <a:tc>
                  <a:txBody>
                    <a:bodyPr/>
                    <a:lstStyle/>
                    <a:p>
                      <a:r>
                        <a:rPr lang="en-GB" sz="2800" dirty="0"/>
                        <a:t>Aerosol loading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black and organic carbon, sulfates, nitrates</a:t>
                      </a:r>
                      <a:endParaRPr lang="en-US" sz="2800" noProof="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noProof="0" dirty="0"/>
                        <a:t>Fossil and </a:t>
                      </a:r>
                      <a:r>
                        <a:rPr lang="en-US" sz="2800" noProof="0" dirty="0" err="1"/>
                        <a:t>biof</a:t>
                      </a:r>
                      <a:r>
                        <a:rPr lang="en-US" sz="2800" noProof="0" dirty="0"/>
                        <a:t>.</a:t>
                      </a:r>
                      <a:r>
                        <a:rPr lang="en-US" sz="2800" baseline="0" noProof="0" dirty="0"/>
                        <a:t> (95%), biomass burn (5%)</a:t>
                      </a:r>
                      <a:endParaRPr lang="en-US" sz="28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80626139"/>
                  </a:ext>
                </a:extLst>
              </a:tr>
              <a:tr h="802254">
                <a:tc>
                  <a:txBody>
                    <a:bodyPr/>
                    <a:lstStyle/>
                    <a:p>
                      <a:r>
                        <a:rPr lang="en-GB" sz="2800" dirty="0"/>
                        <a:t>Chemical pollution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Non-natural chemicals and organisms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Manuf., fossil fuels, agric. and fertilizers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5552419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D6ED6E2E-9ED6-048D-1F36-319A01C38793}"/>
              </a:ext>
            </a:extLst>
          </p:cNvPr>
          <p:cNvSpPr txBox="1"/>
          <p:nvPr/>
        </p:nvSpPr>
        <p:spPr>
          <a:xfrm>
            <a:off x="2222119" y="12386044"/>
            <a:ext cx="1946192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Model contains &gt;90% of sources for these pressures</a:t>
            </a:r>
          </a:p>
        </p:txBody>
      </p:sp>
    </p:spTree>
    <p:extLst>
      <p:ext uri="{BB962C8B-B14F-4D97-AF65-F5344CB8AC3E}">
        <p14:creationId xmlns:p14="http://schemas.microsoft.com/office/powerpoint/2010/main" val="2274554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FB8D1F-0BC8-95CE-DEF1-3CE1651888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CE6A9809-B21C-8776-B336-5FE7CE05C2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59427" y="234165"/>
            <a:ext cx="17333844" cy="130003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9653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2E3071-89CE-BB9B-05FC-492096FEEC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Consumption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8AA53AE-07B7-62AB-0EBF-14DDF92EFE9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Food</a:t>
            </a:r>
          </a:p>
          <a:p>
            <a:pPr lvl="1"/>
            <a:r>
              <a:rPr lang="en-US" dirty="0"/>
              <a:t>Agriculture</a:t>
            </a:r>
          </a:p>
          <a:p>
            <a:pPr lvl="1"/>
            <a:r>
              <a:rPr lang="en-US" dirty="0"/>
              <a:t>Fish</a:t>
            </a:r>
          </a:p>
          <a:p>
            <a:r>
              <a:rPr lang="en-US" dirty="0"/>
              <a:t>Non-food</a:t>
            </a:r>
          </a:p>
          <a:p>
            <a:pPr lvl="1"/>
            <a:r>
              <a:rPr lang="en-US" dirty="0"/>
              <a:t>Manufacturing</a:t>
            </a:r>
          </a:p>
          <a:p>
            <a:pPr lvl="1"/>
            <a:r>
              <a:rPr lang="en-US" dirty="0"/>
              <a:t>Timber</a:t>
            </a:r>
          </a:p>
          <a:p>
            <a:pPr lvl="1"/>
            <a:r>
              <a:rPr lang="en-US" dirty="0"/>
              <a:t>Land (e.g., for recreation)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/>
              <a:t>Low substitutability between food and non-food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/>
              <a:t>Higher substitutability within categories</a:t>
            </a:r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055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4BB0B1E-51F9-154A-5450-03D9458E9D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Extraction sectors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2DB926E-0623-5E55-0F20-E3348D40EA4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Sectors modeled as “extraction” with a cost function:</a:t>
            </a:r>
          </a:p>
          <a:p>
            <a:r>
              <a:rPr lang="en-US" dirty="0"/>
              <a:t>Renewables</a:t>
            </a:r>
          </a:p>
          <a:p>
            <a:r>
              <a:rPr lang="en-US" dirty="0"/>
              <a:t>Fossil fuels</a:t>
            </a:r>
          </a:p>
          <a:p>
            <a:r>
              <a:rPr lang="en-US" dirty="0"/>
              <a:t>Water</a:t>
            </a:r>
          </a:p>
          <a:p>
            <a:r>
              <a:rPr lang="en-US" dirty="0"/>
              <a:t>Phosphate</a:t>
            </a:r>
          </a:p>
          <a:p>
            <a:r>
              <a:rPr lang="en-US" dirty="0"/>
              <a:t>“Other inputs”</a:t>
            </a:r>
          </a:p>
        </p:txBody>
      </p:sp>
    </p:spTree>
    <p:extLst>
      <p:ext uri="{BB962C8B-B14F-4D97-AF65-F5344CB8AC3E}">
        <p14:creationId xmlns:p14="http://schemas.microsoft.com/office/powerpoint/2010/main" val="4048263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D8EEBC-E491-EE75-CEA7-7D5FA36927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54095" y="650533"/>
            <a:ext cx="19613706" cy="1714980"/>
          </a:xfrm>
        </p:spPr>
        <p:txBody>
          <a:bodyPr/>
          <a:lstStyle/>
          <a:p>
            <a:r>
              <a:rPr lang="en-US" dirty="0"/>
              <a:t>Production sectors, their uses and their inputs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1B36555-7CE3-510E-6CE4-993980F1F4A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138362" y="2524539"/>
            <a:ext cx="19629437" cy="9076911"/>
          </a:xfrm>
        </p:spPr>
        <p:txBody>
          <a:bodyPr/>
          <a:lstStyle/>
          <a:p>
            <a:r>
              <a:rPr lang="en-US" dirty="0"/>
              <a:t>Agriculture: used for food and biofuels</a:t>
            </a:r>
          </a:p>
          <a:p>
            <a:pPr lvl="1"/>
            <a:r>
              <a:rPr lang="en-US" dirty="0"/>
              <a:t>Land</a:t>
            </a:r>
          </a:p>
          <a:p>
            <a:pPr lvl="1"/>
            <a:r>
              <a:rPr lang="en-US" dirty="0"/>
              <a:t>Non-land: Energy services, Fertilizers, Water, Other inputs</a:t>
            </a:r>
          </a:p>
          <a:p>
            <a:r>
              <a:rPr lang="en-US" dirty="0"/>
              <a:t>Energy services: used in agriculture and manufacturing</a:t>
            </a:r>
          </a:p>
          <a:p>
            <a:pPr lvl="1"/>
            <a:r>
              <a:rPr lang="en-US" dirty="0"/>
              <a:t>Fossil energy</a:t>
            </a:r>
          </a:p>
          <a:p>
            <a:pPr lvl="1"/>
            <a:r>
              <a:rPr lang="en-US" dirty="0"/>
              <a:t>Renewables</a:t>
            </a:r>
          </a:p>
          <a:p>
            <a:pPr lvl="1"/>
            <a:r>
              <a:rPr lang="en-US" dirty="0"/>
              <a:t>Biofuels</a:t>
            </a:r>
          </a:p>
          <a:p>
            <a:r>
              <a:rPr lang="en-US" dirty="0"/>
              <a:t>Fertilizers: used in agriculture</a:t>
            </a:r>
          </a:p>
          <a:p>
            <a:pPr lvl="1"/>
            <a:r>
              <a:rPr lang="en-US" dirty="0"/>
              <a:t>Fossil energy (for Nitrogen)</a:t>
            </a:r>
          </a:p>
          <a:p>
            <a:pPr lvl="1"/>
            <a:r>
              <a:rPr lang="en-US" dirty="0"/>
              <a:t>Phosphate</a:t>
            </a:r>
          </a:p>
          <a:p>
            <a:pPr lvl="1"/>
            <a:r>
              <a:rPr lang="en-US" dirty="0"/>
              <a:t>Other inputs</a:t>
            </a:r>
          </a:p>
          <a:p>
            <a:r>
              <a:rPr lang="en-US" dirty="0"/>
              <a:t>Manufacturing: used for consumption</a:t>
            </a:r>
          </a:p>
          <a:p>
            <a:pPr lvl="1"/>
            <a:r>
              <a:rPr lang="en-US" dirty="0"/>
              <a:t>Energy services</a:t>
            </a:r>
          </a:p>
          <a:p>
            <a:pPr lvl="1"/>
            <a:r>
              <a:rPr lang="en-US" dirty="0"/>
              <a:t>Other inputs</a:t>
            </a:r>
          </a:p>
          <a:p>
            <a:r>
              <a:rPr lang="en-US" dirty="0"/>
              <a:t>Fisheries: used for consumption</a:t>
            </a:r>
          </a:p>
          <a:p>
            <a:pPr lvl="1"/>
            <a:r>
              <a:rPr lang="en-US" dirty="0"/>
              <a:t>Fossil energy</a:t>
            </a:r>
          </a:p>
          <a:p>
            <a:pPr lvl="1"/>
            <a:r>
              <a:rPr lang="en-US" dirty="0"/>
              <a:t>Other inputs</a:t>
            </a:r>
          </a:p>
          <a:p>
            <a:r>
              <a:rPr lang="en-US" dirty="0"/>
              <a:t>Forestry: used for consumption</a:t>
            </a:r>
          </a:p>
          <a:p>
            <a:pPr lvl="1"/>
            <a:r>
              <a:rPr lang="en-US" dirty="0"/>
              <a:t>Land</a:t>
            </a:r>
          </a:p>
          <a:p>
            <a:pPr lvl="1"/>
            <a:r>
              <a:rPr lang="en-US" dirty="0"/>
              <a:t>Other inputs</a:t>
            </a:r>
          </a:p>
          <a:p>
            <a:pPr marL="0" indent="0">
              <a:buNone/>
            </a:pPr>
            <a:r>
              <a:rPr lang="en-US" dirty="0"/>
              <a:t>All production functions are nested CES and efficiency of all inputs in all sectors can be changed</a:t>
            </a:r>
          </a:p>
        </p:txBody>
      </p:sp>
    </p:spTree>
    <p:extLst>
      <p:ext uri="{BB962C8B-B14F-4D97-AF65-F5344CB8AC3E}">
        <p14:creationId xmlns:p14="http://schemas.microsoft.com/office/powerpoint/2010/main" val="10724820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AE14B2-6923-E3F8-8EB9-685E105154B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 of production sector: agriculture</a:t>
            </a: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" name="Text Placeholder 2">
                <a:extLst>
                  <a:ext uri="{FF2B5EF4-FFF2-40B4-BE49-F238E27FC236}">
                    <a16:creationId xmlns:a16="http://schemas.microsoft.com/office/drawing/2014/main" id="{757011AB-A61A-BC9B-EE0C-07EFF32D7BFB}"/>
                  </a:ext>
                </a:extLst>
              </p:cNvPr>
              <p:cNvSpPr>
                <a:spLocks noGrp="1"/>
              </p:cNvSpPr>
              <p:nvPr>
                <p:ph type="body" sz="quarter" idx="10"/>
              </p:nvPr>
            </p:nvSpPr>
            <p:spPr/>
            <p:txBody>
              <a:bodyPr/>
              <a:lstStyle/>
              <a:p>
                <a:r>
                  <a:rPr lang="sv-SE" sz="3200" dirty="0"/>
                  <a:t>Land (L), </a:t>
                </a:r>
                <a:r>
                  <a:rPr lang="sv-SE" sz="3200" dirty="0" err="1"/>
                  <a:t>fertilizer</a:t>
                </a:r>
                <a:r>
                  <a:rPr lang="sv-SE" sz="3200" dirty="0"/>
                  <a:t> (P), </a:t>
                </a:r>
                <a:r>
                  <a:rPr lang="sv-SE" sz="3200" dirty="0" err="1"/>
                  <a:t>water</a:t>
                </a:r>
                <a:r>
                  <a:rPr lang="sv-SE" sz="3200" dirty="0"/>
                  <a:t> (W), </a:t>
                </a:r>
                <a:r>
                  <a:rPr lang="sv-SE" sz="3200" dirty="0" err="1"/>
                  <a:t>energy</a:t>
                </a:r>
                <a:r>
                  <a:rPr lang="sv-SE" sz="3200" dirty="0"/>
                  <a:t> services (</a:t>
                </a:r>
                <a14:m>
                  <m:oMath xmlns:m="http://schemas.openxmlformats.org/officeDocument/2006/math">
                    <m:r>
                      <a:rPr lang="en-SE" sz="320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𝜀</m:t>
                    </m:r>
                  </m:oMath>
                </a14:m>
                <a:r>
                  <a:rPr lang="sv-SE" sz="3200" dirty="0"/>
                  <a:t>), </a:t>
                </a:r>
                <a:r>
                  <a:rPr lang="sv-SE" sz="3200" dirty="0" err="1"/>
                  <a:t>other</a:t>
                </a:r>
                <a:r>
                  <a:rPr lang="sv-SE" sz="3200" dirty="0"/>
                  <a:t> inputs (M) </a:t>
                </a:r>
              </a:p>
              <a:p>
                <a:endParaRPr lang="sv-SE" sz="3200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sv-SE" sz="3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sv-SE" sz="3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sv-SE" sz="3200" b="0" i="0" smtClean="0">
                                  <a:latin typeface="Cambria Math" panose="02040503050406030204" pitchFamily="18" charset="0"/>
                                </a:rPr>
                                <m:t>max</m:t>
                              </m:r>
                            </m:e>
                            <m:lim/>
                          </m:limLow>
                        </m:fName>
                        <m:e>
                          <m:sSub>
                            <m:sSubPr>
                              <m:ctrlPr>
                                <a:rPr lang="en-SE" sz="3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sv-SE" sz="3200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sv-SE" sz="3200" b="0" i="1" smtClean="0"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sub>
                          </m:sSub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𝑊</m:t>
                          </m:r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SE" sz="3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SE" sz="3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𝜀</m:t>
                              </m:r>
                            </m:e>
                            <m:sub>
                              <m:r>
                                <a:rPr lang="sv-SE" sz="3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𝐴</m:t>
                              </m:r>
                            </m:sub>
                          </m:sSub>
                          <m:r>
                            <a:rPr lang="sv-SE" sz="3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sv-SE" sz="32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</m:t>
                          </m:r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</m:func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−(</m:t>
                      </m:r>
                      <m:sSub>
                        <m:sSubPr>
                          <m:ctrlPr>
                            <a:rPr lang="en-SE" sz="3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𝐿</m:t>
                          </m:r>
                        </m:sub>
                      </m:sSub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SE" sz="32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𝑐</m:t>
                          </m:r>
                        </m:e>
                        <m:sub>
                          <m:r>
                            <a:rPr lang="sv-SE" sz="3200" i="1">
                              <a:latin typeface="Cambria Math" panose="02040503050406030204" pitchFamily="18" charset="0"/>
                            </a:rPr>
                            <m:t>𝐿</m:t>
                          </m:r>
                        </m:sub>
                      </m:sSub>
                      <m:d>
                        <m:dPr>
                          <m:ctrlPr>
                            <a:rPr lang="sv-SE" sz="3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sv-SE" sz="3200" i="1" smtClean="0"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</m:d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)</m:t>
                      </m:r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𝐿</m:t>
                      </m:r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SE" sz="32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sv-SE" sz="3200" i="1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sub>
                      </m:sSub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𝑃</m:t>
                      </m:r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SE" sz="3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sv-SE" sz="3200" i="1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𝑊</m:t>
                          </m:r>
                        </m:sub>
                      </m:sSub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𝑊</m:t>
                      </m:r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SE" sz="32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sv-SE" sz="3200" i="1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SE" sz="32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𝜀</m:t>
                          </m:r>
                        </m:sub>
                      </m:sSub>
                      <m:r>
                        <a:rPr lang="en-SE" sz="3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𝜀</m:t>
                      </m:r>
                      <m:r>
                        <a:rPr lang="sv-SE" sz="3200" b="0" i="1" smtClean="0"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SE" sz="32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sv-SE" sz="3200" i="1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sv-SE" sz="32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sub>
                      </m:sSub>
                      <m:r>
                        <a:rPr lang="sv-SE" sz="3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𝑀</m:t>
                      </m:r>
                    </m:oMath>
                  </m:oMathPara>
                </a14:m>
                <a:endParaRPr lang="sv-SE" sz="3200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sv-SE" sz="3200" i="1">
                          <a:latin typeface="Cambria Math" panose="02040503050406030204" pitchFamily="18" charset="0"/>
                        </a:rPr>
                        <m:t>𝐴</m:t>
                      </m:r>
                      <m:r>
                        <a:rPr lang="sv-SE" sz="3200" i="1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sv-SE" sz="3200" i="1">
                          <a:latin typeface="Cambria Math" panose="02040503050406030204" pitchFamily="18" charset="0"/>
                        </a:rPr>
                        <m:t>𝐿</m:t>
                      </m:r>
                      <m:r>
                        <a:rPr lang="sv-SE" sz="3200" i="1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sv-SE" sz="3200" i="1">
                          <a:latin typeface="Cambria Math" panose="02040503050406030204" pitchFamily="18" charset="0"/>
                        </a:rPr>
                        <m:t>𝑁𝑜𝑛𝐿</m:t>
                      </m:r>
                      <m:r>
                        <a:rPr lang="sv-SE" sz="3200" i="1">
                          <a:latin typeface="Cambria Math" panose="02040503050406030204" pitchFamily="18" charset="0"/>
                        </a:rPr>
                        <m:t>)=</m:t>
                      </m:r>
                      <m:sSup>
                        <m:sSupPr>
                          <m:ctrlPr>
                            <a:rPr lang="en-SE" sz="3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SE" sz="3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SE" sz="3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𝛾</m:t>
                                  </m:r>
                                </m:e>
                                <m:sub>
                                  <m:r>
                                    <a:rPr lang="sv-SE" sz="3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SE" sz="3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200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r>
                                    <a:rPr lang="en-US" sz="3200" b="0" i="1" smtClean="0">
                                      <a:latin typeface="Cambria Math" panose="02040503050406030204" pitchFamily="18" charset="0"/>
                                    </a:rPr>
                                    <m:t>𝑍𝐴</m:t>
                                  </m:r>
                                  <m:r>
                                    <a:rPr lang="en-US" sz="3200" b="0" i="1" baseline="-25000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3200" b="0" i="1" baseline="-25000" smtClean="0">
                                      <a:latin typeface="Cambria Math" panose="02040503050406030204" pitchFamily="18" charset="0"/>
                                    </a:rPr>
                                    <m:t>𝐿𝐿</m:t>
                                  </m:r>
                                  <m:r>
                                    <a:rPr lang="en-US" sz="3200" b="0" i="1" smtClean="0"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e>
                                <m:sup>
                                  <m:f>
                                    <m:fPr>
                                      <m:ctrlPr>
                                        <a:rPr lang="en-SE" sz="3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>
                                        <m:sSubPr>
                                          <m:ctrlPr>
                                            <a:rPr lang="en-SE" sz="3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200" i="1"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  <m:r>
                                        <a:rPr lang="sv-SE" sz="32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en-SE" sz="3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</m:den>
                                  </m:f>
                                </m:sup>
                              </m:sSup>
                              <m:r>
                                <a:rPr lang="sv-SE" sz="3200" i="1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SE" sz="3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𝛾</m:t>
                                  </m:r>
                                </m:e>
                                <m:sub>
                                  <m:r>
                                    <a:rPr lang="sv-SE" sz="3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SE" sz="3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sv-SE" sz="3200" i="1">
                                      <a:latin typeface="Cambria Math" panose="02040503050406030204" pitchFamily="18" charset="0"/>
                                    </a:rPr>
                                    <m:t>𝑁𝑜𝑛𝐿</m:t>
                                  </m:r>
                                </m:e>
                                <m:sup>
                                  <m:f>
                                    <m:fPr>
                                      <m:ctrlPr>
                                        <a:rPr lang="en-SE" sz="3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>
                                        <m:sSubPr>
                                          <m:ctrlPr>
                                            <a:rPr lang="en-SE" sz="3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  <m:r>
                                        <a:rPr lang="sv-SE" sz="32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en-SE" sz="3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</m:den>
                                  </m:f>
                                </m:sup>
                              </m:sSup>
                            </m:e>
                          </m:d>
                        </m:e>
                        <m:sup>
                          <m:f>
                            <m:fPr>
                              <m:ctrlPr>
                                <a:rPr lang="en-SE" sz="32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SE" sz="3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sv-SE" sz="32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SE" sz="3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sv-SE" sz="3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sv-SE" sz="3200" i="1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den>
                          </m:f>
                        </m:sup>
                      </m:sSup>
                    </m:oMath>
                  </m:oMathPara>
                </a14:m>
                <a:endParaRPr lang="sv-SE" sz="3200" b="0" i="1" dirty="0">
                  <a:latin typeface="Cambria Math" panose="02040503050406030204" pitchFamily="18" charset="0"/>
                </a:endParaRP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sv-SE" sz="3600" i="1">
                          <a:latin typeface="Cambria Math" panose="02040503050406030204" pitchFamily="18" charset="0"/>
                        </a:rPr>
                        <m:t>𝑁𝑜𝑛</m:t>
                      </m:r>
                      <m:r>
                        <a:rPr lang="sv-SE" sz="3600" b="0" i="1" smtClean="0">
                          <a:latin typeface="Cambria Math" panose="02040503050406030204" pitchFamily="18" charset="0"/>
                        </a:rPr>
                        <m:t>𝐿</m:t>
                      </m:r>
                      <m:r>
                        <a:rPr lang="sv-SE" sz="3600" b="0" i="1" smtClean="0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SE" sz="36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SE" sz="36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𝛾</m:t>
                                  </m:r>
                                </m:e>
                                <m:sub>
                                  <m:r>
                                    <a:rPr lang="sv-SE" sz="36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</a:rPr>
                                    <m:t>𝑍𝐴</m:t>
                                  </m:r>
                                  <m:r>
                                    <a:rPr lang="en-US" sz="3600" b="0" i="1" baseline="-25000" smtClean="0">
                                      <a:latin typeface="Cambria Math" panose="02040503050406030204" pitchFamily="18" charset="0"/>
                                    </a:rPr>
                                    <m:t>𝑃𝑃</m:t>
                                  </m:r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e>
                                <m:sup>
                                  <m:f>
                                    <m:fPr>
                                      <m:ctrlPr>
                                        <a:rPr lang="en-SE" sz="36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>
                                        <m:sSubPr>
                                          <m:ctrlPr>
                                            <a:rPr lang="en-SE" sz="36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  <m:r>
                                        <a:rPr lang="sv-SE" sz="36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en-SE" sz="36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den>
                                  </m:f>
                                </m:sup>
                              </m:sSup>
                              <m:r>
                                <a:rPr lang="sv-SE" sz="3600" i="1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𝛾</m:t>
                                  </m:r>
                                </m:e>
                                <m:sub>
                                  <m:r>
                                    <a:rPr lang="sv-SE" sz="36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36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en-US" sz="36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𝑍𝐴</m:t>
                              </m:r>
                              <m:r>
                                <a:rPr lang="en-US" sz="3600" b="0" i="1" baseline="-2500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𝑊</m:t>
                              </m:r>
                              <m:sSup>
                                <m:sSup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sv-SE" sz="3600" b="0" i="1" smtClean="0">
                                      <a:latin typeface="Cambria Math" panose="02040503050406030204" pitchFamily="18" charset="0"/>
                                    </a:rPr>
                                    <m:t>𝑊</m:t>
                                  </m:r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e>
                                <m:sup>
                                  <m:f>
                                    <m:fPr>
                                      <m:ctrlPr>
                                        <a:rPr lang="en-SE" sz="36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>
                                        <m:sSubPr>
                                          <m:ctrlPr>
                                            <a:rPr lang="en-SE" sz="36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  <m:r>
                                        <a:rPr lang="sv-SE" sz="36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en-SE" sz="36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den>
                                  </m:f>
                                </m:sup>
                              </m:sSup>
                              <m:r>
                                <a:rPr lang="sv-SE" sz="3600" b="0" i="1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𝛾</m:t>
                                  </m:r>
                                </m:e>
                                <m:sub>
                                  <m:r>
                                    <a:rPr lang="sv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</a:rPr>
                                    <m:t>𝑍𝐴</m:t>
                                  </m:r>
                                  <m:r>
                                    <a:rPr lang="en-SE" sz="3600" i="1" baseline="-2500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𝜀</m:t>
                                  </m:r>
                                  <m: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𝜀</m:t>
                                  </m:r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)</m:t>
                                  </m:r>
                                </m:e>
                                <m:sup>
                                  <m:f>
                                    <m:fPr>
                                      <m:ctrlPr>
                                        <a:rPr lang="en-SE" sz="36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>
                                        <m:sSubPr>
                                          <m:ctrlPr>
                                            <a:rPr lang="en-SE" sz="36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  <m:r>
                                        <a:rPr lang="sv-SE" sz="36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en-SE" sz="36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den>
                                  </m:f>
                                </m:sup>
                              </m:sSup>
                              <m:r>
                                <a:rPr lang="sv-SE" sz="36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𝛾</m:t>
                                  </m:r>
                                </m:e>
                                <m:sub>
                                  <m:r>
                                    <a:rPr lang="sv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36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(</m:t>
                              </m:r>
                              <m:sSup>
                                <m:sSup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  <m:r>
                                    <a:rPr lang="en-US" sz="3600" b="0" i="1" baseline="-25000" smtClean="0">
                                      <a:latin typeface="Cambria Math" panose="02040503050406030204" pitchFamily="18" charset="0"/>
                                    </a:rPr>
                                    <m:t>𝐴𝑀</m:t>
                                  </m:r>
                                  <m:r>
                                    <a:rPr lang="sv-SE" sz="36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𝑀</m:t>
                                  </m:r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)</m:t>
                                  </m:r>
                                </m:e>
                                <m:sup>
                                  <m:f>
                                    <m:fPr>
                                      <m:ctrlPr>
                                        <a:rPr lang="en-SE" sz="36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>
                                        <m:sSubPr>
                                          <m:ctrlPr>
                                            <a:rPr lang="en-SE" sz="36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  <m:r>
                                        <a:rPr lang="sv-SE" sz="3600" i="1"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en-SE" sz="36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sv-SE" sz="36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den>
                                  </m:f>
                                </m:sup>
                              </m:sSup>
                            </m:e>
                          </m:d>
                        </m:e>
                        <m:sup>
                          <m:f>
                            <m:fPr>
                              <m:ctrlPr>
                                <a:rPr lang="en-SE" sz="36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sv-SE" sz="36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SE" sz="36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SE" sz="36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sv-SE" sz="36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sv-SE" sz="3600" i="1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den>
                          </m:f>
                        </m:sup>
                      </m:sSup>
                    </m:oMath>
                  </m:oMathPara>
                </a14:m>
                <a:endParaRPr lang="sv-SE" sz="3600" dirty="0"/>
              </a:p>
              <a:p>
                <a:endParaRPr lang="en-US" dirty="0"/>
              </a:p>
              <a:p>
                <a:pPr marL="0" indent="0">
                  <a:buNone/>
                </a:pPr>
                <a:r>
                  <a:rPr lang="en-US" dirty="0"/>
                  <a:t>The idea here is to see what the total effects of changes in the </a:t>
                </a:r>
                <a:r>
                  <a:rPr lang="en-US" i="1" dirty="0"/>
                  <a:t>Z</a:t>
                </a:r>
                <a:r>
                  <a:rPr lang="en-US" dirty="0"/>
                  <a:t>s are </a:t>
                </a:r>
              </a:p>
            </p:txBody>
          </p:sp>
        </mc:Choice>
        <mc:Fallback>
          <p:sp>
            <p:nvSpPr>
              <p:cNvPr id="3" name="Text Placeholder 2">
                <a:extLst>
                  <a:ext uri="{FF2B5EF4-FFF2-40B4-BE49-F238E27FC236}">
                    <a16:creationId xmlns:a16="http://schemas.microsoft.com/office/drawing/2014/main" id="{757011AB-A61A-BC9B-EE0C-07EFF32D7BF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0"/>
              </p:nvPr>
            </p:nvSpPr>
            <p:spPr>
              <a:blipFill>
                <a:blip r:embed="rId2"/>
                <a:stretch>
                  <a:fillRect l="-1273" t="-158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21088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0A1A2DC-39A4-AFE2-6CF6-0402A2D0C7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Tasks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B8BD21F-A306-AFE1-3A72-DFA296F42DD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/>
              <a:t>Update </a:t>
            </a:r>
            <a:r>
              <a:rPr lang="en-US" dirty="0"/>
              <a:t>model</a:t>
            </a:r>
          </a:p>
          <a:p>
            <a:pPr lvl="1"/>
            <a:r>
              <a:rPr lang="en-US" dirty="0"/>
              <a:t>parameter values</a:t>
            </a:r>
          </a:p>
          <a:p>
            <a:pPr lvl="1"/>
            <a:r>
              <a:rPr lang="en-US" dirty="0"/>
              <a:t>Mappings from activities to planetary pressures</a:t>
            </a:r>
          </a:p>
          <a:p>
            <a:r>
              <a:rPr lang="en-US" dirty="0"/>
              <a:t>Determine what experiments to run and how to present them</a:t>
            </a:r>
          </a:p>
        </p:txBody>
      </p:sp>
    </p:spTree>
    <p:extLst>
      <p:ext uri="{BB962C8B-B14F-4D97-AF65-F5344CB8AC3E}">
        <p14:creationId xmlns:p14="http://schemas.microsoft.com/office/powerpoint/2010/main" val="737241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Beijer">
  <a:themeElements>
    <a:clrScheme name="Beijer">
      <a:dk1>
        <a:sysClr val="windowText" lastClr="000000"/>
      </a:dk1>
      <a:lt1>
        <a:sysClr val="window" lastClr="FFFFFF"/>
      </a:lt1>
      <a:dk2>
        <a:srgbClr val="2C3423"/>
      </a:dk2>
      <a:lt2>
        <a:srgbClr val="FFFFFF"/>
      </a:lt2>
      <a:accent1>
        <a:srgbClr val="DFCDB0"/>
      </a:accent1>
      <a:accent2>
        <a:srgbClr val="869E74"/>
      </a:accent2>
      <a:accent3>
        <a:srgbClr val="DD6558"/>
      </a:accent3>
      <a:accent4>
        <a:srgbClr val="396173"/>
      </a:accent4>
      <a:accent5>
        <a:srgbClr val="FAF1E8"/>
      </a:accent5>
      <a:accent6>
        <a:srgbClr val="2D3423"/>
      </a:accent6>
      <a:hlink>
        <a:srgbClr val="000000"/>
      </a:hlink>
      <a:folHlink>
        <a:srgbClr val="FFFFFF"/>
      </a:folHlink>
    </a:clrScheme>
    <a:fontScheme name="Beijer">
      <a:majorFont>
        <a:latin typeface="Georgia"/>
        <a:ea typeface=""/>
        <a:cs typeface=""/>
      </a:majorFont>
      <a:minorFont>
        <a:latin typeface="Arial"/>
        <a:ea typeface=""/>
        <a:cs typeface=""/>
      </a:minorFont>
    </a:fontScheme>
    <a:fmtScheme name="Office-tema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3" id="{EC66DC72-AA7E-4227-A277-75DB931FBF89}" vid="{E1B919E6-C846-4E08-8926-078E238D4C1C}"/>
    </a:ext>
  </a:extLst>
</a:theme>
</file>

<file path=ppt/theme/theme2.xml><?xml version="1.0" encoding="utf-8"?>
<a:theme xmlns:a="http://schemas.openxmlformats.org/drawingml/2006/main" name="Beijer Mörk">
  <a:themeElements>
    <a:clrScheme name="Beijer">
      <a:dk1>
        <a:sysClr val="windowText" lastClr="000000"/>
      </a:dk1>
      <a:lt1>
        <a:sysClr val="window" lastClr="FFFFFF"/>
      </a:lt1>
      <a:dk2>
        <a:srgbClr val="2C3423"/>
      </a:dk2>
      <a:lt2>
        <a:srgbClr val="FFFFFF"/>
      </a:lt2>
      <a:accent1>
        <a:srgbClr val="DFCDB0"/>
      </a:accent1>
      <a:accent2>
        <a:srgbClr val="869E74"/>
      </a:accent2>
      <a:accent3>
        <a:srgbClr val="DD6558"/>
      </a:accent3>
      <a:accent4>
        <a:srgbClr val="396173"/>
      </a:accent4>
      <a:accent5>
        <a:srgbClr val="FAF1E8"/>
      </a:accent5>
      <a:accent6>
        <a:srgbClr val="2D3423"/>
      </a:accent6>
      <a:hlink>
        <a:srgbClr val="000000"/>
      </a:hlink>
      <a:folHlink>
        <a:srgbClr val="FFFFFF"/>
      </a:folHlink>
    </a:clrScheme>
    <a:fontScheme name="Beijer">
      <a:majorFont>
        <a:latin typeface="Georgia"/>
        <a:ea typeface=""/>
        <a:cs typeface=""/>
      </a:majorFont>
      <a:minorFont>
        <a:latin typeface="Arial"/>
        <a:ea typeface=""/>
        <a:cs typeface=""/>
      </a:minorFont>
    </a:fontScheme>
    <a:fmtScheme name="Office-tema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3" id="{EC66DC72-AA7E-4227-A277-75DB931FBF89}" vid="{8D87F322-E3B6-483C-A0BE-BF37772A4937}"/>
    </a:ext>
  </a:extLst>
</a:theme>
</file>

<file path=ppt/theme/theme3.xml><?xml version="1.0" encoding="utf-8"?>
<a:theme xmlns:a="http://schemas.openxmlformats.org/drawingml/2006/main" name="Office-t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1f33346d-b3fd-4a35-b512-1d32cb72434e">
      <Terms xmlns="http://schemas.microsoft.com/office/infopath/2007/PartnerControls"/>
    </lcf76f155ced4ddcb4097134ff3c332f>
    <TaxCatchAll xmlns="8157af35-a809-492d-a4c6-b5a93e0a888f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60D31482F543474BA0F7656F936B1E87" ma:contentTypeVersion="15" ma:contentTypeDescription="Create a new document." ma:contentTypeScope="" ma:versionID="f3ca55fbda13e31821c01dc2398f4f60">
  <xsd:schema xmlns:xsd="http://www.w3.org/2001/XMLSchema" xmlns:xs="http://www.w3.org/2001/XMLSchema" xmlns:p="http://schemas.microsoft.com/office/2006/metadata/properties" xmlns:ns2="1f33346d-b3fd-4a35-b512-1d32cb72434e" xmlns:ns3="8157af35-a809-492d-a4c6-b5a93e0a888f" targetNamespace="http://schemas.microsoft.com/office/2006/metadata/properties" ma:root="true" ma:fieldsID="b6bfae0fc1295930da9f65c6af8951e7" ns2:_="" ns3:_="">
    <xsd:import namespace="1f33346d-b3fd-4a35-b512-1d32cb72434e"/>
    <xsd:import namespace="8157af35-a809-492d-a4c6-b5a93e0a888f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ObjectDetectorVersions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f33346d-b3fd-4a35-b512-1d32cb72434e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6" nillable="true" ma:taxonomy="true" ma:internalName="lcf76f155ced4ddcb4097134ff3c332f" ma:taxonomyFieldName="MediaServiceImageTags" ma:displayName="Image Tags" ma:readOnly="false" ma:fieldId="{5cf76f15-5ced-4ddc-b409-7134ff3c332f}" ma:taxonomyMulti="true" ma:sspId="c2eb5840-676b-4ec5-83ef-4cc9c6b5cd11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8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19" nillable="true" ma:displayName="Location" ma:description="" ma:indexed="true" ma:internalName="MediaServiceLocation" ma:readOnly="true">
      <xsd:simpleType>
        <xsd:restriction base="dms:Text"/>
      </xsd:simpleType>
    </xsd:element>
    <xsd:element name="MediaServiceSearchProperties" ma:index="22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157af35-a809-492d-a4c6-b5a93e0a888f" elementFormDefault="qualified">
    <xsd:import namespace="http://schemas.microsoft.com/office/2006/documentManagement/types"/>
    <xsd:import namespace="http://schemas.microsoft.com/office/infopath/2007/PartnerControls"/>
    <xsd:element name="TaxCatchAll" ma:index="17" nillable="true" ma:displayName="Taxonomy Catch All Column" ma:hidden="true" ma:list="{32f7dd03-f6e2-4000-9b9e-4bee78031667}" ma:internalName="TaxCatchAll" ma:showField="CatchAllData" ma:web="8157af35-a809-492d-a4c6-b5a93e0a888f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SharedWithUsers" ma:index="20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21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34E599DC-74EB-4038-8F30-6B9DB0C491A9}">
  <ds:schemaRefs>
    <ds:schemaRef ds:uri="http://schemas.microsoft.com/office/2006/metadata/properties"/>
    <ds:schemaRef ds:uri="http://schemas.microsoft.com/office/infopath/2007/PartnerControls"/>
    <ds:schemaRef ds:uri="1f33346d-b3fd-4a35-b512-1d32cb72434e"/>
    <ds:schemaRef ds:uri="8157af35-a809-492d-a4c6-b5a93e0a888f"/>
  </ds:schemaRefs>
</ds:datastoreItem>
</file>

<file path=customXml/itemProps2.xml><?xml version="1.0" encoding="utf-8"?>
<ds:datastoreItem xmlns:ds="http://schemas.openxmlformats.org/officeDocument/2006/customXml" ds:itemID="{CD99723E-17A1-4E54-AD89-C8D5D22D1648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BB0F096C-A3A0-44CF-AEE2-0D4284D34C96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1f33346d-b3fd-4a35-b512-1d32cb72434e"/>
    <ds:schemaRef ds:uri="8157af35-a809-492d-a4c6-b5a93e0a888f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Beijer ppt mall_20191031</Template>
  <TotalTime>171</TotalTime>
  <Words>501</Words>
  <Application>Microsoft Office PowerPoint</Application>
  <PresentationFormat>Custom</PresentationFormat>
  <Paragraphs>98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9</vt:i4>
      </vt:variant>
    </vt:vector>
  </HeadingPairs>
  <TitlesOfParts>
    <vt:vector size="17" baseType="lpstr">
      <vt:lpstr>Arial</vt:lpstr>
      <vt:lpstr>ArialMT</vt:lpstr>
      <vt:lpstr>Calibri</vt:lpstr>
      <vt:lpstr>Cambria Math</vt:lpstr>
      <vt:lpstr>Georgia</vt:lpstr>
      <vt:lpstr>Wingdings</vt:lpstr>
      <vt:lpstr>Beijer</vt:lpstr>
      <vt:lpstr>Beijer Mörk</vt:lpstr>
      <vt:lpstr>Technology and Planetary Pressures</vt:lpstr>
      <vt:lpstr>Recap of the idea</vt:lpstr>
      <vt:lpstr>Drivers of planetary pressures</vt:lpstr>
      <vt:lpstr>PowerPoint Presentation</vt:lpstr>
      <vt:lpstr>Consumption</vt:lpstr>
      <vt:lpstr>Extraction sectors</vt:lpstr>
      <vt:lpstr>Production sectors, their uses and their inputs</vt:lpstr>
      <vt:lpstr>Example of production sector: agriculture</vt:lpstr>
      <vt:lpstr>Tasks</vt:lpstr>
    </vt:vector>
  </TitlesOfParts>
  <Company>EMB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PowerPoint-presentation</dc:title>
  <dc:creator>sundin, agneta</dc:creator>
  <cp:lastModifiedBy>Johan Gars</cp:lastModifiedBy>
  <cp:revision>2</cp:revision>
  <dcterms:created xsi:type="dcterms:W3CDTF">2019-11-07T13:41:17Z</dcterms:created>
  <dcterms:modified xsi:type="dcterms:W3CDTF">2024-03-11T21:42:25Z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0x01010060D31482F543474BA0F7656F936B1E87</vt:lpwstr>
  </property>
  <property fmtid="{D5CDD505-2E9C-101B-9397-08002B2CF9AE}" pid="3" name="Order">
    <vt:r8>2071000</vt:r8>
  </property>
  <property fmtid="{D5CDD505-2E9C-101B-9397-08002B2CF9AE}" pid="4" name="MediaServiceImageTags">
    <vt:lpwstr/>
  </property>
</Properties>
</file>